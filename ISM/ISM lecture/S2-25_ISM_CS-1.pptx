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9.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8.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6" r:id="rId1"/>
    <p:sldMasterId id="2147483754" r:id="rId2"/>
    <p:sldMasterId id="2147483775" r:id="rId3"/>
  </p:sldMasterIdLst>
  <p:notesMasterIdLst>
    <p:notesMasterId r:id="rId59"/>
  </p:notesMasterIdLst>
  <p:handoutMasterIdLst>
    <p:handoutMasterId r:id="rId60"/>
  </p:handoutMasterIdLst>
  <p:sldIdLst>
    <p:sldId id="462" r:id="rId4"/>
    <p:sldId id="492" r:id="rId5"/>
    <p:sldId id="708" r:id="rId6"/>
    <p:sldId id="776" r:id="rId7"/>
    <p:sldId id="777" r:id="rId8"/>
    <p:sldId id="778" r:id="rId9"/>
    <p:sldId id="826" r:id="rId10"/>
    <p:sldId id="779" r:id="rId11"/>
    <p:sldId id="780" r:id="rId12"/>
    <p:sldId id="781" r:id="rId13"/>
    <p:sldId id="824" r:id="rId14"/>
    <p:sldId id="825" r:id="rId15"/>
    <p:sldId id="782" r:id="rId16"/>
    <p:sldId id="783" r:id="rId17"/>
    <p:sldId id="784" r:id="rId18"/>
    <p:sldId id="785" r:id="rId19"/>
    <p:sldId id="786" r:id="rId20"/>
    <p:sldId id="787" r:id="rId21"/>
    <p:sldId id="788" r:id="rId22"/>
    <p:sldId id="789" r:id="rId23"/>
    <p:sldId id="827" r:id="rId24"/>
    <p:sldId id="790" r:id="rId25"/>
    <p:sldId id="792" r:id="rId26"/>
    <p:sldId id="793" r:id="rId27"/>
    <p:sldId id="794" r:id="rId28"/>
    <p:sldId id="795" r:id="rId29"/>
    <p:sldId id="796" r:id="rId30"/>
    <p:sldId id="797" r:id="rId31"/>
    <p:sldId id="798" r:id="rId32"/>
    <p:sldId id="799" r:id="rId33"/>
    <p:sldId id="746" r:id="rId34"/>
    <p:sldId id="800" r:id="rId35"/>
    <p:sldId id="801" r:id="rId36"/>
    <p:sldId id="802" r:id="rId37"/>
    <p:sldId id="803" r:id="rId38"/>
    <p:sldId id="805" r:id="rId39"/>
    <p:sldId id="806" r:id="rId40"/>
    <p:sldId id="807" r:id="rId41"/>
    <p:sldId id="808" r:id="rId42"/>
    <p:sldId id="810" r:id="rId43"/>
    <p:sldId id="811" r:id="rId44"/>
    <p:sldId id="812" r:id="rId45"/>
    <p:sldId id="813" r:id="rId46"/>
    <p:sldId id="814" r:id="rId47"/>
    <p:sldId id="815" r:id="rId48"/>
    <p:sldId id="816" r:id="rId49"/>
    <p:sldId id="828" r:id="rId50"/>
    <p:sldId id="817" r:id="rId51"/>
    <p:sldId id="818" r:id="rId52"/>
    <p:sldId id="819" r:id="rId53"/>
    <p:sldId id="820" r:id="rId54"/>
    <p:sldId id="821" r:id="rId55"/>
    <p:sldId id="822" r:id="rId56"/>
    <p:sldId id="823" r:id="rId57"/>
    <p:sldId id="57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8276" autoAdjust="0"/>
  </p:normalViewPr>
  <p:slideViewPr>
    <p:cSldViewPr>
      <p:cViewPr varScale="1">
        <p:scale>
          <a:sx n="74" d="100"/>
          <a:sy n="74" d="100"/>
        </p:scale>
        <p:origin x="352" y="56"/>
      </p:cViewPr>
      <p:guideLst>
        <p:guide orient="horz" pos="2208"/>
        <p:guide pos="3840"/>
      </p:guideLst>
    </p:cSldViewPr>
  </p:slideViewPr>
  <p:notesTextViewPr>
    <p:cViewPr>
      <p:scale>
        <a:sx n="100" d="100"/>
        <a:sy n="100" d="100"/>
      </p:scale>
      <p:origin x="0" y="0"/>
    </p:cViewPr>
  </p:notesTextViewPr>
  <p:sorterViewPr>
    <p:cViewPr varScale="1">
      <p:scale>
        <a:sx n="100" d="100"/>
        <a:sy n="100" d="100"/>
      </p:scale>
      <p:origin x="0" y="-69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customXml" Target="../customXml/item2.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67" Type="http://schemas.openxmlformats.org/officeDocument/2006/relationships/customXml" Target="../customXml/item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handoutMaster" Target="handoutMasters/handoutMaster1.xml"/><Relationship Id="rId65" Type="http://schemas.openxmlformats.org/officeDocument/2006/relationships/customXml" Target="../customXml/item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67A499-ED45-41B8-B0B9-1DECE032E91B}" type="datetimeFigureOut">
              <a:rPr lang="en-US" smtClean="0"/>
              <a:t>5/2/2026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5A5A80-BF82-404F-81D1-A3A9E07976C5}" type="slidenum">
              <a:rPr lang="en-US" smtClean="0"/>
              <a:t>‹#›</a:t>
            </a:fld>
            <a:endParaRPr lang="en-US"/>
          </a:p>
        </p:txBody>
      </p:sp>
    </p:spTree>
    <p:extLst>
      <p:ext uri="{BB962C8B-B14F-4D97-AF65-F5344CB8AC3E}">
        <p14:creationId xmlns:p14="http://schemas.microsoft.com/office/powerpoint/2010/main" val="2722814247"/>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3:37:13.047"/>
    </inkml:context>
    <inkml:brush xml:id="br0">
      <inkml:brushProperty name="width" value="0.25" units="cm"/>
      <inkml:brushProperty name="height" value="0.25" units="cm"/>
    </inkml:brush>
  </inkml:definitions>
  <inkml:trace contextRef="#ctx0" brushRef="#br0">9 37 4796,'-8'-23'15110,"10"22"-14843,10-2-22,1 0 0,-1 1 0,1 0 1,0 1-1,19 0 0,-11 0-118,328 2 926,0 22-996,-237-15-55,132 17-6,-152-18-20,241 11 108,-281-17-50,225-7 123,-249 4-199,-1 1 0,0 2 1,41 5-1,-53-3 55,4 1-370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3:37:22.728"/>
    </inkml:context>
    <inkml:brush xml:id="br0">
      <inkml:brushProperty name="width" value="0.035" units="cm"/>
      <inkml:brushProperty name="height" value="0.035" units="cm"/>
    </inkml:brush>
  </inkml:definitions>
  <inkml:trace contextRef="#ctx0" brushRef="#br0">1 130 7445,'0'0'14422,"4"0"-13972,131-10 1448,12 0-1215,284 1-57,-381 9-566,526-4-62,-1-25-98,69-24 95,-54 42-180,-378 13 304,-177-7-90,-32 5 131,14 5 33,0-2-58,-14-3 1546,-32-5-16954,12 7 5921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3:37:23.631"/>
    </inkml:context>
    <inkml:brush xml:id="br0">
      <inkml:brushProperty name="width" value="0.035" units="cm"/>
      <inkml:brushProperty name="height" value="0.035" units="cm"/>
    </inkml:brush>
  </inkml:definitions>
  <inkml:trace contextRef="#ctx0" brushRef="#br0">115 242 6829,'-92'14'11713,"90"-14"-11203,-18-4 997,32 6 1490,42 6-841,1-9-1511,0-3 0,82-15 0,-13 1-175,672-47 556,-688 59-987,198-7 56,636-36 719,-879 42-665,217-18 769,-210 18-495,7-1 98,-70 8-452,0 0 0,0 0 0,1 1 0,-1 0-1,0 0 1,0 1 0,11 4 0,-16-6-62,-1 1 0,0-1 0,0 1 0,1-1 0,-1 1 0,0-1 0,1 0 0,-1 0 0,1 0 0,-1 0 0,0 0 0,1 0 1,-1 0-1,2-1 0,4 0 1,51 1-103,-23-5-2886,-35 5 2951,-1 0 0,1 0 1,0 0-1,0 0 0,0 0 0,0 0 1,0 0-1,0 0 0,0 0 0,0-1 1,0 1-1,0 0 0,0 0 0,0 0 1,0 0-1,0 0 0,-1 0 0,1 0 1,0 0-1,0 0 0,0 0 0,0 0 1,0 0-1,0-1 0,0 1 1,0 0-1,0 0 0,0 0 0,0 0 1,0 0-1,0 0 0,0 0 0,0 0 1,0 0-1,0-1 0,0 1 0,0 0 1,0 0-1,0 0 0,1 0 0,-1 0 1,0 0-1,0 0 0,0 0 1,0 0-1,0 0 0,0 0 0,0 0 1,0 0-1,0-1 0,0 1 0,0 0 1,0 0-1,0 0 0,0 0 0,1 0 1,-1 0-1,0 0 0,0 0 0,0 0 1,0 0-1,0 0 0,0 0 1,0 0-1,0 0 0,0 0 0,1 0 1,-18-36-6546,17 36 6395,0 0 0,0 0 0,0-1 0,0 1 0,0 0-1,0 0 1,-1 0 0,1-1 0,0 1 0,0 0 0,0 0 0,0 0 0,0 0 0,0-1 0,0 1 0,-1 0-1,1 0 1,0 0 0,0 0 0,0 0 0,0-1 0,-1 1 0,1 0 0,0 0 0,0 0 0,0 0 0,-1 0 0,1 0-1,0 0 1,0 0 0,0 0 0,-1 0 0,1 0 0,0 0 0,0 0 0,0 0 0,-1 0 0,-20-3-11087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26:48.950"/>
    </inkml:context>
    <inkml:brush xml:id="br0">
      <inkml:brushProperty name="width" value="0.035" units="cm"/>
      <inkml:brushProperty name="height" value="0.035" units="cm"/>
    </inkml:brush>
  </inkml:definitions>
  <inkml:trace contextRef="#ctx0" brushRef="#br0">130 431 6373,'-1'-1'41,"-2"-2"96,1 0 1,-1 0-1,0 0 1,0 1-1,0-1 1,0 1-1,0 0 1,-5-3-1,5 4 444,0 0-377,0 1-125,0-2-11,-1 1 0,1 1-1,-1-1 1,1 0 0,-1 1 0,1 0 0,-4 0-1,1-16-47,5 13 81,-1 0-1,0 0 1,0 1-1,1-1 1,-2 0-1,1 1 0,0 0 1,0 0-1,-5-4 1,5 5 1171,-16 9-860,10-5 7203,110-10-6450,-42 3-985,96-1 177,-30 2-254,197-12-30,43-2 6,768-109-186,-602 59 32,-24 4 82,-314 37-58,2 8 0,256 10 1,-341 13 26,219 16-54,-93-11 11,-81-7 51,45-4-41,-70-2 31,163-5 29,0 1-9,307 13-13,-418 3-40,-41-1-12,192 9-98,-241-11 159,30 0 31,47-8 66,176 4 141,-190 4 105,-153-6-307,-1 0 0,1 0 0,0 1 0,0 0 0,0-1 0,-1 1-1,1 0 1,0 0 0,-1 1 0,5 1 0,-3 0 25,-1-2 26,-4-3-197,1 0 11,-1 0 1,0 0-1,0 0 0,0 0 1,0 1-1,-1-1 0,1 0 0,0 0 1,-1 1-1,1-1 0,-1 1 1,1 0-1,-1-1 0,0 1 1,-2-2-1,1 1-128,-57-36-7556,23 13-828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27:03.309"/>
    </inkml:context>
    <inkml:brush xml:id="br0">
      <inkml:brushProperty name="width" value="0.035" units="cm"/>
      <inkml:brushProperty name="height" value="0.035" units="cm"/>
    </inkml:brush>
  </inkml:definitions>
  <inkml:trace contextRef="#ctx0" brushRef="#br0">11 84 7493,'0'0'6798,"-2"2"-6346,2-2-328,-1 0 0,0 1 1,1-1-1,-1 1 0,1-1 0,-1 1 1,1-1-1,-1 1 0,1-1 1,-1 1-1,1-1 0,-1 1 0,1 0 1,0-1-1,0 1 0,-1 0 1,1-1-1,0 1 0,0 0 0,-1-1 1,1 1-1,0 1 0,15-1 3246,-4-1-4171,-9 0 1248,2-1-407,0-1 1,0 1-1,0-1 0,-1 0 0,5-3 1,-2 2-13,0 1 0,0-1 0,0 1 0,0 1 0,1-1 0,6 0 0,3-1-2,46-5 47,-18 4-48,34-2-2,81 3 1,-115 3-30,164 9 25,105-18 20,-60 4-41,-232 5 4,427 19-41,-351-10 9,107 12 6,150 16-95,129-17 19,-412-17 89,90 16 1,29 2-39,34-3 1,250 12-91,-210-6 83,-3-6 23,-167-12 48,23 2-46,170 0-78,-195-4 121,22-2-16,64-1-2,-65 1-59,66 1 83,126 5-32,483-5 16,54 6 167,-333 3-168,-242-4-11,84 4 157,-183-10-83,96 3 7,78-7 124,-234-1-201,277-12 4,51-5-33,-181 2 44,-131 8-16,93-18-31,-67 7 39,68-4-14,258 4 0,-252 21 17,73 3 27,-109 9 2,147 3 91,54-36 5,135-66 261,-367 41-92,-88 24-49,98-18 1,-117 35-118,1 1 1,97 7-1,191 9 1416,-325-11-1293,0 1 0,0 1 1,14 4-1,-16-3 238,1-2 0,24 4 0,-33-6-137,-4-1-310,1 0 0,0 0-1,-1 0 1,1 1-1,0-1 1,0 0-1,0 0 1,0 1-1,0-1 1,0 0-1,-1 1 1,2-1-1,-1 1 1,1-1-1,11-7 471,-11 6-441,0 0 0,0 0 1,1 0-1,-1 0 0,0 0 1,1 0-1,-1 1 0,1-1 1,0 1-1,0 0 0,-1 0 1,1 0-1,0 0 0,0 0 1,0 1-1,0-1 0,0 1 1,0 0-1,6 0 0,16 2 230,1 1-1,-1 2 0,0 0 1,0 2-1,-1 0 0,32 15 1,-3 6 61,-50-27-304,-1 0-86,19 6 48,-19-6 8,13 5-3479,-14-6 3399,-1 0-1,0 0 1,0 0-1,0 1 1,1-1-1,-1 0 0,0 0 1,1 0-1,-1 0 1,0 0-1,0 0 1,1 1-1,-1-1 0,0 0 1,1 0-1,-1 0 1,0 0-1,0 0 1,1 0-1,-1 0 1,0 0-1,1-1 0,-1 1 1,0 0-1,0 0 1,1 0-1,-1 0 1,0 0-1,1 0 1,-1 0-1,0-1 0,0 1 1,1 0-1,-1 0 1,0 0-1,0-1 1,0 1-1,1 0 0,-1 0 1,0-1-1,0 1 1,0 0-1,0 0 1,0-1-1,1 1 1,-1 0-1,0 0 0,0-1 1,0 1-1,-6-22-2484,-22-28-6760,4 16-2598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20.854"/>
    </inkml:context>
    <inkml:brush xml:id="br0">
      <inkml:brushProperty name="width" value="0.035" units="cm"/>
      <inkml:brushProperty name="height" value="0.035" units="cm"/>
    </inkml:brush>
  </inkml:definitions>
  <inkml:trace contextRef="#ctx0" brushRef="#br0">98 24 6745,'-6'8'731,"-1"-1"-1,-1 1 1,0-1 0,0-1 0,0 1 0,-16 8 0,22-13-621,0 0 1,0 0-1,0 0 0,0 0 1,0 0-1,1 0 0,-1 1 0,1-1 1,0 0-1,0 1 0,-2 2 1,0 1 740,-2 10-934,5-15 350,0 0 0,0 0 1,1 1-1,-1-1 0,0 0 0,0 0 0,1 1 0,-1-1 1,0 0-1,1 0 0,-1 0 0,1 1 0,0-1 1,-1 0-1,1 0 0,0 0 0,0 0 0,0 0 0,0 0 1,0-1-1,-1 1 0,2 0 0,-1 0 0,1 0 1,5 0-10,82-3 380,-12 2-294,351-7 356,451 51 0,-472-17-580,545-34 0,-395-54-45,-366 36-43,122-21 113,-66 9 169,-125 26-1090,-119 10-124,-4 1 629,-1-1 0,1 1 0,0-1 1,-1 0-1,1 1 0,0-1 0,0 0 1,0 0-1,0 0 0,0 0 0,0 0 1,-1-1-1,-2-2-760,-18-10-4687,-5 9-3432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22.132"/>
    </inkml:context>
    <inkml:brush xml:id="br0">
      <inkml:brushProperty name="width" value="0.035" units="cm"/>
      <inkml:brushProperty name="height" value="0.035" units="cm"/>
    </inkml:brush>
  </inkml:definitions>
  <inkml:trace contextRef="#ctx0" brushRef="#br0">100 619 9325,'-78'-19'3263,"76"18"-3094,1 0-1,-1 1 1,1-1-1,-1 0 1,1 0-1,-1 0 1,1 0-1,0 0 1,-1 0-1,-4-6 7634,120 0-6869,124 9 0,-133 0-644,798-16 644,-675 4-928,198-11-16,371-26-22,71-4 77,-297 23-12,-39 1 4,-73-3 0,431-27 47,-463 28-226,98-5 145,-136 32 501,-304 5 103,105-8 0,12-11 762,-151 9-1369,-51 7-13,1 0 1,-1 0-1,0 0 1,0 0-1,0 0 1,0 0-1,0 0 0,0 0 1,0 0-1,1 0 1,-1 0-1,0 0 1,0 0-1,0-1 0,0 1 1,0 0-1,0 0 1,0 0-1,1 0 1,-1 0-1,0 0 0,0 0 1,0 0-1,0 0 1,0 0-1,0 0 1,0 0-1,0-1 0,0 1 1,0 0-1,1 0 1,-1 0-1,0 0 1,0 0-1,0 0 0,0 0 1,0-1-1,0 1 1,0 0-1,0 0 1,0 0-1,0 0 1,0 0-1,0 0 0,0 0 1,0-1-1,0 1 1,0 0-1,0 0 1,0 0-1,0 0 0,0 0 1,-1 0-1,1 0 1,0-1-1,0 1 1,-1-6-384,0-1 0,-1 1 0,0 0 0,0-1 1,-1 1-1,0 0 0,0 0 0,0 1 0,-1-1 1,1 1-1,-1-1 0,-8-6 0,-4-4-2523,-1 0 0,-30-19 0,-19-14-7700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42.386"/>
    </inkml:context>
    <inkml:brush xml:id="br0">
      <inkml:brushProperty name="width" value="0.035" units="cm"/>
      <inkml:brushProperty name="height" value="0.035" units="cm"/>
    </inkml:brush>
  </inkml:definitions>
  <inkml:trace contextRef="#ctx0" brushRef="#br0">1 282 11873,'0'0'2339,"9"-4"2017,-3 1-3527,0-1 0,-1 0 1,0 0-1,7-7 0,11-9 516,11 1-68,-1 2 0,2 1-1,60-18 1,-11 4-58,-32 9-659,190-70 1063,-239 90-2035,-5 2-1791,0 1 1701,0-1 0,-1-1 1,1 1-1,0 0 1,-1 0-1,1-1 0,0 1 1,-4-1-1,0 1-1172,-13 1-81,6-6-6841,-4-6-1833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43.010"/>
    </inkml:context>
    <inkml:brush xml:id="br0">
      <inkml:brushProperty name="width" value="0.035" units="cm"/>
      <inkml:brushProperty name="height" value="0.035" units="cm"/>
    </inkml:brush>
  </inkml:definitions>
  <inkml:trace contextRef="#ctx0" brushRef="#br0">0 146 12889,'0'0'4839,"2"-2"-2606,0-2-1834,0 1 0,1 0-1,0-1 1,0 1 0,0 0 0,0 1-1,0-1 1,0 0 0,1 1 0,-1 0-1,1 0 1,0 0 0,0 0-1,-1 0 1,1 1 0,0 0 0,1-1-1,5 1 1,289-71 4831,-238 53-5230,-55 17 32,27-4-247,-89 7-5663,0-1-2985,2 7-5996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44.504"/>
    </inkml:context>
    <inkml:brush xml:id="br0">
      <inkml:brushProperty name="width" value="0.035" units="cm"/>
      <inkml:brushProperty name="height" value="0.035" units="cm"/>
    </inkml:brush>
  </inkml:definitions>
  <inkml:trace contextRef="#ctx0" brushRef="#br0">0 81 9441,'3'1'2206,"56"7"10442,-32-9-11829,40-7 1862,-35 4-1488,36-1-1,-2 3-42,-63 2-1025,0-1-720,8-3 18,-6 3-26,-1 0 0,0-1 1,0 1-1,0-1 0,8-4 0,-11 4-7,0 1 1,1 0-1,-1 0 0,0-1 1,0 1-1,0-1 1,1 1-1,-2-1 0,1 0 1,0 1-1,0-1 1,0 0-1,-1 1 0,1-1 1,-1 0-1,1 0 1,-1 0-1,0-3 0,1-12-11489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45.297"/>
    </inkml:context>
    <inkml:brush xml:id="br0">
      <inkml:brushProperty name="width" value="0.035" units="cm"/>
      <inkml:brushProperty name="height" value="0.035" units="cm"/>
    </inkml:brush>
  </inkml:definitions>
  <inkml:trace contextRef="#ctx0" brushRef="#br0">0 64 10881,'29'9'2193,"-24"-7"-1557,0 0 0,0-1 0,1 1-1,-1-1 1,1 0 0,-1 0 0,1-1 0,-1 1 0,1-1 0,8-1 0,22-8 2136,-25 7-2034,0-1 1,1 1 0,14-1 0,245 0 6277,-234 3-7343,-16-4-1828,-20 4 2037,-1 0 0,0 0 0,1-1 1,-1 1-1,1 0 0,-1-1 0,0 1 0,1 0 1,-1-1-1,0 1 0,0 0 0,1-1 1,-1 1-1,0-1 0,0 1 0,1-1 0,-1 1 1,0 0-1,0-1 0,0 1 0,0-1 1,0 1-1,0-1 0,0 0 0,0-2-897,-1 0 0,0 0 0,0 1 0,0-1 0,0 0 0,-1 1 0,1-1 0,-1 0 0,0 1 0,-2-4-1,-10-7-12219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8:46.478"/>
    </inkml:context>
    <inkml:brush xml:id="br0">
      <inkml:brushProperty name="width" value="0.035" units="cm"/>
      <inkml:brushProperty name="height" value="0.035" units="cm"/>
    </inkml:brush>
  </inkml:definitions>
  <inkml:trace contextRef="#ctx0" brushRef="#br0">5 139 8733,'-5'-14'989,"8"10"702,16 12 2351,2 3-1621,-15-10-2147,-1 0 0,1-1 0,-1 0 0,1 0 0,-1 0 0,1 0 0,-1-1 0,10-2 0,18-1 871,-1 2 379,1-1 0,58-13 0,5-1 442,-77 14-1514,-1-1 0,31-9 1,1-5-2968,-40 14 1342,-10 4 1097,0 0 1,0 0 0,0 0 0,1 0 0,-1 0-1,0 0 1,0 0 0,0 0 0,0 0-1,1 0 1,-1 0 0,0-1 0,0 1 0,0 0-1,0 0 1,0 0 0,1 0 0,-1 0-1,0 0 1,0 0 0,0-1 0,0 1-1,0 0 1,0 0 0,0 0 0,0 0 0,0 0-1,0-1 1,1 1 0,-1 0 0,0 0-1,0 0 1,0 0 0,0-1 0,0 1 0,0 0-1,0 0 1,0 0 0,0 0 0,0-1-1,0 1 1,0 0 0,-1 0 0,1 0 0,0 0-1,0-1 1,-3-20-7102,-2-5-4820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39:54.884"/>
    </inkml:context>
    <inkml:brush xml:id="br0">
      <inkml:brushProperty name="width" value="0.035" units="cm"/>
      <inkml:brushProperty name="height" value="0.035" units="cm"/>
    </inkml:brush>
  </inkml:definitions>
  <inkml:trace contextRef="#ctx0" brushRef="#br0">81 214 6593,'-16'-4'442,"1"1"470,0 1 6524,14 2-7402,1 0-1,-1 1 1,1-1-1,-1 0 1,1 1-1,-1-1 1,0 0-1,1 1 1,0-1-1,-1 1 1,1-1-1,-1 1 1,1-1-1,-1 1 1,1-1-1,0 1 1,-1-1-1,1 1 1,0 0-1,-10 11 3401,9-12-3388,0 1-1,0-1 1,0 0-1,0 1 0,0-1 1,0 1-1,0-1 1,1 1-1,-1 0 1,0-1-1,0 1 1,1 0-1,-1 0 1,0-1-1,1 1 1,-1 0-1,1 0 0,-2 1 1,3-1 3,-1-1 1,0 1-1,0-1 0,1 0 1,-1 1-1,0-1 1,0 1-1,1-1 0,-1 0 1,0 1-1,1-1 1,-1 0-1,1 1 0,-1-1 1,0 0-1,1 0 1,-1 1-1,1-1 0,-1 0 1,1 0-1,-1 0 1,1 0-1,-1 1 0,1-1 1,0 0-1,9 1 255,-1 1-1,1-1 0,10-1 1,184 4 517,134-3-449,211-23-351,-128 2 54,408 23-21,-720 1-42,167 0-26,96-10-21,166 1 135,-262 16-85,19-2-116,-124 5 99,196-25 32,-160-1-33,-187 11 20,198-2 20,-153 5 28,87 14 0,222 36 123,-162-36-100,-65-6-36,-10-8-50,-17-1 50,163 6 13,2 0 8,293-13-4,-146-22-150,-24 4 57,17-4 148,-329 21-122,50 0-13,391-16 355,-289 8-326,38-4-119,-39 10 233,119-7 184,-6-1-165,178-8-78,-355 25 37,0-1 231,530-9 975,-617 10-1126,164-9 889,-252 9-997,169 5 1048,-106-7-621,-54 4-471,-14-1 259,-4-4-3628,-1-2 2470,-1 0 1,1 0-1,-1 0 0,0 0 0,0 1 1,-1 0-1,1-1 0,-1 1 0,0 1 0,0-1 1,-1 0-1,-4-3 0,2 2-1057,-22-22-9661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1:51.762"/>
    </inkml:context>
    <inkml:brush xml:id="br0">
      <inkml:brushProperty name="width" value="0.035" units="cm"/>
      <inkml:brushProperty name="height" value="0.035" units="cm"/>
    </inkml:brush>
  </inkml:definitions>
  <inkml:trace contextRef="#ctx0" brushRef="#br0">153 23 6509,'-27'7'1290,"22"-5"1499,-6-7-1503,-4-2 1553,-19 2-2485,31 5 64,-15 0 102,16-1-197,-1 1 0,0 0 0,1 0 0,-1-1 0,1 1 0,-1-1 0,1 0 0,-1 0 0,1 0 1,-1 0-1,1 0 0,0-1 0,-6-3 2319,9 5-2636,-1 0 0,1 0 0,-1 1 0,1-1 0,-1 0 0,1 0 0,-1 0 1,1 1-1,-1-1 0,0 0 0,1 1 0,-1-1 0,0 0 0,1 1 0,-1-1 0,0 0 0,1 1 1,-1-1-1,0 1 0,1-1 0,-1 1 0,0-1 0,0 0 0,0 1 0,1 0 0,-1 0 1,0 0 1,1 0-1,-1 0 0,1 0 0,-1-1 0,1 1 0,0 0 0,-1 0 1,1 0-1,0-1 0,-1 1 0,1 0 0,0-1 0,0 1 0,0-1 1,0 1-1,0-1 0,-1 1 0,3 0 0,220 13 760,-89-16-331,187 7 100,360 42-36,-252-26-686,145 31-96,-398-32 212,-47-6 26,126 30 0,30 13-69,4-32 124,-187-19-46,252 9-513,35-5 170,-133-6 336,451-9-473,-569-3 383,120-11 110,399-52-27,-243 28 164,-42 6 310,-125 18-59,48-6-834,-247 13-809,-33 8 112,-15 4 1032,1-1 0,0 1 0,-1 0 1,1 0-1,0 0 0,-1-1 0,1 1 0,-1 0 1,1-1-1,0 1 0,-1-1 0,1 1 0,-1 0 0,1-1 1,-1 1-1,0-1 0,1 1 0,-1-1 0,1 0 0,-1 1 1,0-1-1,0 1 0,1-1 0,-1 0 0,0 1 0,0-1 1,0 1-1,1-1 0,-1 0 0,0 0 0,-6-15-5685,-4 6-2196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2:05.466"/>
    </inkml:context>
    <inkml:brush xml:id="br0">
      <inkml:brushProperty name="width" value="0.035" units="cm"/>
      <inkml:brushProperty name="height" value="0.035" units="cm"/>
    </inkml:brush>
  </inkml:definitions>
  <inkml:trace contextRef="#ctx0" brushRef="#br0">20 311 5601,'-12'-5'4219,"10"14"-4895,-2-2 3321,2 0 3296,15-7-3524,-2 0-2323,0 0 1,-1 1 0,1 0 0,14 4 0,20 2-3,79 8 72,-46-4-128,234 55-7,-116-20 34,-149-38-57,1-2 1,0-2-1,-1-2 1,60-5-1,341-50-9,-69 5-37,-41 24 16,-45 4 64,-221 13-38,94-5 0,33-2-19,-97 5 0,250-38 41,-37 2-97,-6 23-31,-5 4 121,-158 2-12,-64 6 9,-18 2 1,-30 4 1,52-1 1,77-6-43,-114 9 14,167-5 53,267 15-36,13-4-107,-319-5 124,438-4 14,-91-22 21,-93 1-51,-92 12 0,-184 3-14,-37 2 33,51 0-63,410-13-16,-395 19 71,107 2-24,8 10 54,115 3-48,201 0 23,-557-8-6,82 3-62,49 0 61,-1 0 2,-29-1-34,32-1 26,74-1 11,-107-6-58,62-2 46,27 5 42,74-2-36,-76 1-14,500 10-10,-476 9 170,66 3 330,162-25 762,27 1-385,-310-3-579,-171 0-860,-43 5 550,0 0 0,1 0 0,-1 0 0,0-1 0,0 1 0,1 0 0,-1 0 0,0 0 0,0 0 0,0 0 0,1 0 0,-1 0 0,0 0 0,0 0 0,1-1 0,-1 1 0,0 0 0,0 0 0,0 0 0,0 0 0,1-1 0,-1 1 0,0 0 0,0 0 0,0-1 0,0 1 0,0 0 0,0 0 0,1 0 0,-1-1 0,0 1 0,0 0 0,0 0 0,0-1 0,0 1 0,0 0 0,0 0 0,0-1 0,0 1 0,0 0 0,0-1 0,-2 0-87,1 0 1,0-1-1,-1 1 0,1 0 0,-1 0 0,1 0 1,-1 0-1,0 0 0,1 1 0,-4-2 0,-36-14-3397,0 1-1,-56-11 1,15 7-4340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2:06.694"/>
    </inkml:context>
    <inkml:brush xml:id="br0">
      <inkml:brushProperty name="width" value="0.035" units="cm"/>
      <inkml:brushProperty name="height" value="0.035" units="cm"/>
    </inkml:brush>
  </inkml:definitions>
  <inkml:trace contextRef="#ctx0" brushRef="#br0">0 544 9665,'23'-8'11822,"9"6"-10249,6 0-1426,539-43 1280,-429 38-1343,339-13 187,566-33-363,264-89 97,-1091 106-3,226-34 255,3 21 352,130 26 984,-538 21-1136,89-17 0,-50 5-194,-71 12-702,-1 1 0,1 0 0,0 0 0,20 3 0,-31-2-1002,-6-2-765,-17-31-7391,5 20-520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1.509"/>
    </inkml:context>
    <inkml:brush xml:id="br0">
      <inkml:brushProperty name="width" value="0.035" units="cm"/>
      <inkml:brushProperty name="height" value="0.035" units="cm"/>
    </inkml:brush>
  </inkml:definitions>
  <inkml:trace contextRef="#ctx0" brushRef="#br0">9 17 7369,'-8'23'3124,"7"-20"-372,3-4-1466,34-15 2587,-23 12-3556,-1 1 1,1 0-1,0 1 1,0 0-1,15 1 1,105-9 794,-18 10-490,180 2 89,-283-2-706,377 24 206,-153-8-196,525 29 201,-351-34-310,-232-7 94,570-12-27,-480 2 98,1132-3-51,-1267 10-46,303 9 75,-431-10-112,6 2-233,0-2 0,0 1 0,-1-1 0,1-1-1,0 0 1,-1 0 0,1-1 0,-1-1 0,15-4 0,-24 6-224,0 0 0,1-1 1,-1 1-1,0 0 0,1 0 1,-1-1-1,0 1 0,0 0 0,0-1 1,0 1-1,0-1 0,-1 0 1,1 1-1,0-1 0,0-3 0,1-14-8350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3.985"/>
    </inkml:context>
    <inkml:brush xml:id="br0">
      <inkml:brushProperty name="width" value="0.035" units="cm"/>
      <inkml:brushProperty name="height" value="0.035" units="cm"/>
    </inkml:brush>
  </inkml:definitions>
  <inkml:trace contextRef="#ctx0" brushRef="#br0">43 0 14633,'0'0'2199,"-3"3"-200,0 0-1699,-1-1-1,1 1 1,1 0 0,-1-1 0,0 1-1,1 0 1,-1 1 0,1-1-1,0 0 1,0 1 0,0-1-1,1 1 1,-1 0 0,1 0-1,0-1 1,0 1 0,0 0 0,0 0-1,0 8 1,7 328 3812,0-212-4219,-5-117-350,0 0 1,1 0-1,0 0 0,5 14 1,10 16-6506,-7-55-9639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4.531"/>
    </inkml:context>
    <inkml:brush xml:id="br0">
      <inkml:brushProperty name="width" value="0.035" units="cm"/>
      <inkml:brushProperty name="height" value="0.035" units="cm"/>
    </inkml:brush>
  </inkml:definitions>
  <inkml:trace contextRef="#ctx0" brushRef="#br0">0 185 13609,'26'-34'2598,"-23"28"-2079,1 1-1,-1 0 0,1 0 1,0 0-1,0 1 0,1-1 1,-1 1-1,8-5 1,15-8 1878,1 2 1,56-24-1,-66 32-1767,0 1 0,1 1 0,0 1-1,0 0 1,0 2 0,22-1 0,-39 3-613,1-1-1,-1 1 1,0 1 0,1-1 0,-1 0 0,1 0 0,-1 1 0,0 0 0,1-1 0,-1 1 0,0 0-1,3 1 1,-4 0-26,1-1-1,-1 1 1,0-1 0,0 1-1,1 0 1,-1 0-1,0 0 1,-1 0-1,1 0 1,0-1-1,0 2 1,-1-1-1,1 4 1,1 4-81,-1 0 0,0 0 0,0 0 0,-1 1 0,-1-1 0,0 0 0,0 0 0,-6 19 0,-31 84-1018,18-61 525,-172 470-3131,191-518 3707,-3 3 199,2 1 0,-1 0 0,1 0 0,-3 15 1,5-22-149,0 0 0,0 0 0,0 1 0,0-1 0,0 0 0,0 0 0,0 1 0,0-1 0,0 0 0,1 0 0,-1 1 0,0-1 0,1 0 0,-1 0 0,1 0 0,0 0 0,-1 0 0,1 0 0,0 0 0,0 0 0,-1 0 0,1 0 0,0 0 0,0 0 0,0 0 0,0 0 0,0-1 0,0 1 0,0-1 0,0 1 0,1 0 0,-1-1 0,0 0 1,0 1-1,0-1 0,1 0 0,-1 0 0,0 1 0,2-1 0,17 1 381,0-1 0,0-1 0,0-1 0,0 0 0,34-9 0,99-39 715,-43 13-1236,-99 33-876,0 0-1,18-10 1,-21 10 51,-4 2-1825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5.102"/>
    </inkml:context>
    <inkml:brush xml:id="br0">
      <inkml:brushProperty name="width" value="0.035" units="cm"/>
      <inkml:brushProperty name="height" value="0.035" units="cm"/>
    </inkml:brush>
  </inkml:definitions>
  <inkml:trace contextRef="#ctx0" brushRef="#br0">0 185 8537,'12'17'2469,"-12"-17"-2400,0 0 1,1 0 0,-1 1-1,0-1 1,0 0 0,0 0-1,0 0 1,0 0 0,1 0 0,-1 0-1,0 0 1,0 0 0,0 0-1,0 0 1,1 0 0,-1 0-1,0 0 1,0 0 0,0 0-1,0 0 1,1 0 0,-1 0-1,0 0 1,0 0 0,0 0-1,0 0 1,1 0 0,-1 0 0,0 0-1,0-1 1,0 1 0,0 0-1,0 0 1,0 0 0,1 0-1,-1 0 1,0 0 0,0 0-1,0-1 1,0 1 0,0 0-1,0 0 1,0 0 0,0 0 0,0 0-1,1-1 1,3-6 566,-4 7-458,1-2 94,0 1 0,0-1 0,0 0 0,0 1 1,1-1-1,-1 1 0,1 0 0,-1-1 0,1 1 1,-1 0-1,1 0 0,0 0 0,-1 0 0,1 0 1,2-1-1,23-14 2667,-8 1-2014,2 1 0,-1 0-1,2 2 1,0 1 0,0 0 0,1 2-1,24-7 1,24-4 398,79-11-1,-148 30-1343,0 1-1,1 0 1,-1-1 0,0 1-1,0 0 1,0 0-1,0 0 1,0 1 0,0-1-1,0 0 1,0 1-1,0-1 1,3 2-1,-4-1-12,0-1-1,-1 1 0,1 0 0,0-1 0,0 1 0,-1 0 0,1-1 0,0 1 0,-1 0 0,1 0 0,-1 0 0,1 0 1,-1 0-1,1 0 0,-1 0 0,0 0 0,1 0 0,-1 0 0,0 1 0,0 5-190,0 0 0,-1 0 0,0 0-1,0 0 1,0 0 0,-4 9 0,2-6 52,-14 43-2385,-39 82 0,1-5 207,30-69 3202,25-61-779,-1 1 0,1 0 0,0-1 0,0 1 0,0 0 0,0-1 1,0 1-1,0 0 0,0 0 0,0-1 0,1 1 0,-1 0 0,0-1 0,0 1 1,0 0-1,1-1 0,-1 1 0,0 0 0,1-1 0,-1 1 0,1-1 0,-1 1 1,2 0-1,-1 2 238,1-2-194,-1 1 0,0 0 0,0-1 0,1 1 0,-1-1 0,1 1 0,-1-1 0,1 0 0,0 0 0,-1 0 0,1 0 0,0 0 0,0 0 0,0 0 0,0-1 0,0 1 0,0-1 0,0 1 0,4 0 0,50 2 1065,-25-2-344,34 5-205,191 21 2055,-252-27-2687,-1 1 0,0 0 0,1-1 0,-1 1 0,1 0 0,-1 0 0,0 1 0,0-1 0,0 1 0,0 0 0,0 0 0,4 3 0,-6-4 0,0 1 0,0-1 0,0 1 0,0-1 0,0 1 0,0 0 0,-1-1 0,1 1 0,-1 0 0,1 0 0,-1-1 0,0 1 0,0 0 0,1 0 0,-1 0 0,0-1 0,-1 1 0,1 0 0,0 0 0,0 0 0,-1-1 0,1 1 0,-1 0 0,0 0 0,1-1 0,-3 4 0,-7 14-331,0 0 0,-1-1 0,-1 0 0,-1-1 0,0-1 0,-2 1 0,1-2 0,-28 22 0,21-21-329,-1 0 0,0-1 0,-1-1 1,-1-1-1,0-1 0,-43 14 0,-66 8-9593,128-33 9578,-54 11-10582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5.759"/>
    </inkml:context>
    <inkml:brush xml:id="br0">
      <inkml:brushProperty name="width" value="0.035" units="cm"/>
      <inkml:brushProperty name="height" value="0.035" units="cm"/>
    </inkml:brush>
  </inkml:definitions>
  <inkml:trace contextRef="#ctx0" brushRef="#br0">200 0 11489,'0'0'9005,"-1"3"-8096,-42 87 910,-53 154-1,81-194-1497,2 1-1,2 0 1,2 1-1,-3 102 0,12-149-251,0 0 0,1-1-1,-1 1 1,1 0 0,0-1-1,1 1 1,-1-1-1,1 1 1,0-1 0,0 0-1,0 0 1,0 0 0,1 0-1,-1 0 1,4 3-1,0-1 65,-1-1 0,1 0 0,0 0-1,1 0 1,-1-1 0,1 0 0,0-1-1,10 5 1,2-1 155,0-2 0,1 0 0,-1-1 0,1 0 0,0-2 0,27 0 1,9-2-68,-1-3 0,0-2 0,0-2 0,-1-3 1,55-17-1,-106 26-403,0 1 0,-1-1 0,1 0 0,0-1-1,-1 1 1,1 0 0,-1-1 0,1 1 0,-1-1 0,1 0 0,-1 0 0,0 0 0,0 0 0,0 0-1,0-1 1,-1 1 0,1 0 0,0-1 0,-1 0 0,0 1 0,1-1 0,-1 0 0,0 1 0,-1-1 0,1 0-1,0 0 1,-1 0 0,0 0 0,1 0 0,-1 0 0,0 0 0,-1-3 0,1 4-234,0 0 0,-1 1 1,1-1-1,-1 0 0,1 0 0,-1 0 1,0 0-1,0 0 0,1 1 0,-1-1 1,0 0-1,-1 1 0,1-1 0,0 1 1,0-1-1,-1 1 0,1 0 0,-1-1 1,1 1-1,-1 0 0,0 0 0,1 0 1,-1 0-1,0 0 0,0 1 0,-2-2 1,-37-17-11646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6.117"/>
    </inkml:context>
    <inkml:brush xml:id="br0">
      <inkml:brushProperty name="width" value="0.035" units="cm"/>
      <inkml:brushProperty name="height" value="0.035" units="cm"/>
    </inkml:brush>
  </inkml:definitions>
  <inkml:trace contextRef="#ctx0" brushRef="#br0">134 1 16570,'-1'14'2083,"-1"0"1,-5 17 0,-11 27 515,0 1-1418,-34 253 1348,33-174-2514,11-81-531,0 71 0,13-35-2860,-2-69-2004,11 43 1,-6-47-5615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7.372"/>
    </inkml:context>
    <inkml:brush xml:id="br0">
      <inkml:brushProperty name="width" value="0.035" units="cm"/>
      <inkml:brushProperty name="height" value="0.035" units="cm"/>
    </inkml:brush>
  </inkml:definitions>
  <inkml:trace contextRef="#ctx0" brushRef="#br0">490 0 8173,'-5'1'326,"1"-1"0,0 1 0,0 0 0,0 0 0,0 0 1,0 0-1,0 1 0,0-1 0,-7 5 0,3 0 332,1 0 0,0 0 0,-10 11 0,-8 12 209,0 0 0,2 2 0,2 1 0,1 1 0,1 1 0,2 0 0,1 1 0,2 1 0,1 1 0,2 0 1,2 0-1,-7 50 0,15-77-724,0 0 1,1 1-1,0-1 1,0 0-1,1 0 0,0 0 1,1 0-1,0 0 1,1 0-1,0 0 1,1 0-1,0-1 1,0 0-1,1 0 1,0 0-1,0 0 1,1-1-1,0 0 1,1 0-1,0 0 1,0-1-1,1 0 1,-1-1-1,2 1 1,9 5-1,-2-3 91,0 0 0,1-2 0,0 0 0,0-1 1,29 7-1,90 9 896,-110-19-931,-14-2-119,0 0 1,0 0 0,0-1-1,0-1 1,0 0 0,13-3-1,-24 4-90,0 0 0,0 0 0,0 0 0,0-1 0,0 1 0,0 0 1,0 0-1,0-1 0,0 1 0,0-1 0,0 1 0,0-1 0,0 1 0,0-1 0,0 0 0,-1 1 0,1-1 0,0 0 0,0 0 0,-1 1 0,1-1 0,0 0 0,-1 0 0,1 0 0,-1 0 0,0 0 0,1 0 0,-1 0 0,0 0 0,1 0 0,-1 0 0,0 0 0,0 0 0,0 0 0,0 0 0,0 0 0,0 0 0,0 0 1,0 0-1,0 0 0,-1 0 0,1 0 0,0 0 0,-1 0 0,1 0 0,0 0 0,-2-1 0,-1-4-163,0 0 1,-1 0-1,0 1 1,0-1-1,-9-8 1,2 4-206,0 1 1,-1 0-1,0 1 1,0 1-1,-1 0 0,-17-7 1,-86-28-2052,42 23-1226,-131-18 0,203 37 3585,-25-3-2583,1 1 0,-43 2 0,27 3-4805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7.840"/>
    </inkml:context>
    <inkml:brush xml:id="br0">
      <inkml:brushProperty name="width" value="0.035" units="cm"/>
      <inkml:brushProperty name="height" value="0.035" units="cm"/>
    </inkml:brush>
  </inkml:definitions>
  <inkml:trace contextRef="#ctx0" brushRef="#br0">1 139 12145,'0'0'518,"0"-1"1,0 0-1,0 1 0,0-1 1,0 1-1,0-1 1,0 0-1,0 1 0,0-1 1,0 1-1,0-1 0,1 0 1,-1 1-1,0-1 0,0 1 1,1-1-1,-1 1 0,1-2 1,10-5 3071,21 0-4462,-18 4 2039,507-97 4630,-491 96-5525,0 1 1,-1 1 0,50 3 0,-76-1-273,0 1 0,0-1 0,-1 1 0,1-1 0,0 1 0,-1 0 0,1 0 0,0 0 0,-1 0 0,1 0 0,-1 1 0,0-1 0,1 1 0,-1 0 0,0-1 0,0 1 0,0 0 0,0 0 0,0 1 0,-1-1 0,1 0 0,-1 0 0,1 1 0,-1-1 0,0 1 0,0 0 0,0-1 0,0 1 0,1 5 0,-1 5 0,0 0 0,-1 0 0,0 0 0,-1 0 0,-4 17 0,2-7 0,-16 110 0,-6 54 0,24-168-15,-4 117-815,6-116 571,0 0 0,2 0 0,0 0 0,11 32 0,-2-10-1316,9 25-2953,-18-61 2211,-1 0 0,1 0 0,0 0 0,6 7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8.027"/>
    </inkml:context>
    <inkml:brush xml:id="br0">
      <inkml:brushProperty name="width" value="0.035" units="cm"/>
      <inkml:brushProperty name="height" value="0.035" units="cm"/>
    </inkml:brush>
  </inkml:definitions>
  <inkml:trace contextRef="#ctx0" brushRef="#br0">0 150 20670,'55'3'2912,"-24"-9"-220,24-2-371,-6 5-437,-6 0-296,12 6-888,5-3-700,6-6 0,-3 3 0,-11 3 0,-12-3 0,-5-2 0,-6-7-1092,-26-28-2368,-6 17-369,-29 6-3335,-28-9-7074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6.536"/>
    </inkml:context>
    <inkml:brush xml:id="br0">
      <inkml:brushProperty name="width" value="0.035" units="cm"/>
      <inkml:brushProperty name="height" value="0.035" units="cm"/>
    </inkml:brush>
  </inkml:definitions>
  <inkml:trace contextRef="#ctx0" brushRef="#br0">13 84 16113,'-12'-13'1797,"12"13"-1745,0-1 1,-1 1-1,1 0 1,0 0-1,0 0 1,0 0 0,0-1-1,0 1 1,0 0-1,0 0 1,0 0 0,0-1-1,0 1 1,0 0-1,0 0 1,0 0 0,1-1-1,-1 1 1,0 0-1,0 0 1,0 0-1,0 0 1,0-1 0,0 1-1,0 0 1,0 0-1,0 0 1,1 0 0,-1 0-1,0-1 1,0 1-1,0 0 1,0 0 0,1 0-1,-1 0 1,0 0-1,0 0 1,0 0-1,0 0 1,1 0 0,-1 0-1,33-2 4500,-16 2-3057,97-5 3900,1-7-3980,103-5-1764,-216 17 88,-1-1 0,1 1 0,-1-1 0,1 1 0,-1-1 0,1 0 0,-1 0 0,0 0 0,1 1 0,-1-1 0,0 0 0,0-1 0,1 1 0,-1 0 0,0 0 0,0 0 0,1-3 0,0 2-1611,-22-3-6478,-15 1-6372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6.677"/>
    </inkml:context>
    <inkml:brush xml:id="br0">
      <inkml:brushProperty name="width" value="0.035" units="cm"/>
      <inkml:brushProperty name="height" value="0.035" units="cm"/>
    </inkml:brush>
  </inkml:definitions>
  <inkml:trace contextRef="#ctx0" brushRef="#br0">113 18 7169,'-55'-17'1572,"46"34"-1520,1 6-392,-7-11-740,1 2-1057,2 0-115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6.863"/>
    </inkml:context>
    <inkml:brush xml:id="br0">
      <inkml:brushProperty name="width" value="0.035" units="cm"/>
      <inkml:brushProperty name="height" value="0.035" units="cm"/>
    </inkml:brush>
  </inkml:definitions>
  <inkml:trace contextRef="#ctx0" brushRef="#br0">1 0 11769,'10'6'4906,"8"-7"-2080,-16 0-2642,0 0-1,0 1 0,0 0 0,1-1 0,-1 1 0,0 0 0,0 0 0,0 0 0,1 0 0,-1 1 0,0-1 0,4 2 0,8 2 585,-1-1-1,1 0 0,-1-1 0,25 0 0,31 6 1148,-43-3-1192,-1 2 0,0 1 1,0 1-1,0 1 0,-1 1 1,44 28-1,-66-37-720,1 0 0,-1-1 1,1 2-1,-1-1 0,0 0 0,0 0 0,0 1 1,0-1-1,-1 1 0,1-1 0,-1 1 1,1 0-1,-1 0 0,0 0 0,0-1 0,0 1 1,-1 0-1,1 4 0,0-1 0,-1-1 0,0 1 0,-1 0 0,1 0 0,-1 0 0,0 0 0,-1 0 0,-3 10 0,-3 2-29,-1 1 0,-1-1 0,-1-1 1,-17 23-1,0-4-1194,-1 0 1,-39 34 0,55-57 199,-1-2 0,0 0 1,-1-1-1,0 0 1,0-1-1,-1-1 0,0 0 1,-26 8-1,-8-4-5424,10-5-3947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28.926"/>
    </inkml:context>
    <inkml:brush xml:id="br0">
      <inkml:brushProperty name="width" value="0.035" units="cm"/>
      <inkml:brushProperty name="height" value="0.035" units="cm"/>
    </inkml:brush>
  </inkml:definitions>
  <inkml:trace contextRef="#ctx0" brushRef="#br0">320 12 4644,'0'0'7920,"2"-1"-7030,25-9 5446,-44 13-5980,4 1-341,0 0-1,0 1 1,1 1 0,0 0 0,0 0-1,1 1 1,-11 9 0,-71 65-266,28-22-624,41-41-789,5-3-735,6-3-2396,4-1-2501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0.661"/>
    </inkml:context>
    <inkml:brush xml:id="br0">
      <inkml:brushProperty name="width" value="0.035" units="cm"/>
      <inkml:brushProperty name="height" value="0.035" units="cm"/>
    </inkml:brush>
  </inkml:definitions>
  <inkml:trace contextRef="#ctx0" brushRef="#br0">59 915 11253,'-29'-10'1801,"23"8"4985,4 3-6683,0 0 1,0-1-1,0 1 1,1 0-1,-1 0 1,0 0-1,0 0 1,1 1-1,-3 1 1,0-1 204,6 2-204,1 0 0,-1-1 1,1 1-1,-1-1 1,1 1-1,0-1 0,0 0 1,7 5-1,-8-6-67,11 8 144,0-1-1,1 0 1,0-1-1,0 0 1,1-1-1,0-1 1,0 0-1,0-1 1,32 6-1,-7-5 299,0-1 0,75-1 0,-6-12 388,204-40-1,-261 38-747,169-32 215,487-81-314,-494 94-1257,296 0 1,234 77-35,-696-44 1234,-18-1 35,263 19 237,2-23 387,491-104 1007,-553 67-1429,-202 34-177,1109-147-1454,-985 139 593,180 10 0,-189 13 348,203 41 1,-240-32 555,0-4 0,2-4 0,-1-6 0,169-12 0,178-48 538,-1-22-158,382-48-714,-474 114-422,-2 32 309,-241-13 351,321-3 1072,-1-30 689,-286 14-1234,869-67 968,-67-12-1797,-754 73 403,423-42 490,-457 34-1587,-168 23 454,-5-5-227,-1 0 380,0 0 0,-1 0 0,1 0-1,-2 1 1,1 0 0,0 0 0,-1 0-1,0 1 1,0 0 0,-12-5 0,-1 3-1398,1 1 1,-1 0 0,-34-3-1,-64-10-8418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1.146"/>
    </inkml:context>
    <inkml:brush xml:id="br0">
      <inkml:brushProperty name="width" value="0.035" units="cm"/>
      <inkml:brushProperty name="height" value="0.035" units="cm"/>
    </inkml:brush>
  </inkml:definitions>
  <inkml:trace contextRef="#ctx0" brushRef="#br0">1 312 10281,'20'-10'13008,"3"-9"-10076,4-3-2301,59-23 2326,174-64 1,-181 79-2958,1 4 0,114-22 0,-190 47 0,-1 0 0,1 1 0,-1-1 0,1 1 0,-1 0 0,1 0 0,0 1 0,-1-1 0,1 1 0,-1 0 0,1 0 0,-1 0 0,0 0 0,1 0 0,-1 1 0,0-1 0,0 1 0,0 0 0,0 0 0,4 3 0,-5-1 0,1-1 0,0 0 0,-1 1 0,0-1 0,0 1 0,0 0 0,0 0 0,-1 0 0,1 0 0,-1 0 0,0 0 0,0 0 0,-1 0 0,1 0 0,-1 6 0,-1 40 0,-2-2 0,-13 64 0,8-64 0,-37 194-656,-6 48-543,49-276 882,1 1-1,1-1 0,1 18 1,-1-27 67,1 1 0,-1-1 0,2 0 0,-1 0 0,0 0 0,1-1 0,0 1 0,0 0 0,1 0 0,-1-1 0,1 0 0,5 7 0,7-1-2726,-14-10 2514,0 1-1,1-1 1,-1 0 0,0 0 0,0 0 0,0 0 0,1 0 0,-1 0 0,0 0 0,0 0-1,0-1 1,0 1 0,0 0 0,1-1 0,-1 1 0,0-1 0,0 1 0,0-1 0,0 0-1,0 1 1,1-3 0,6-11-9803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1.330"/>
    </inkml:context>
    <inkml:brush xml:id="br0">
      <inkml:brushProperty name="width" value="0.035" units="cm"/>
      <inkml:brushProperty name="height" value="0.035" units="cm"/>
    </inkml:brush>
  </inkml:definitions>
  <inkml:trace contextRef="#ctx0" brushRef="#br0">1 251 21658,'9'-9'2948,"39"-22"-175,10 14-317,-6-4-300,-1 4-1380,1-3-776,6 3 0,5-3 0,3 2 0,-5 1 0,-13 0 0,-7 5 0,-7 4 0,-5-7-1804,-20 4-832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1.783"/>
    </inkml:context>
    <inkml:brush xml:id="br0">
      <inkml:brushProperty name="width" value="0.035" units="cm"/>
      <inkml:brushProperty name="height" value="0.035" units="cm"/>
    </inkml:brush>
  </inkml:definitions>
  <inkml:trace contextRef="#ctx0" brushRef="#br0">179 21 12325,'-2'-1'2140,"0"0"-1763,0 0 0,-1 0 1,1 0-1,0 0 0,-1 1 1,1-1-1,-1 1 0,1 0 1,-1-1-1,1 1 0,-1 0 1,-2 1-1,3 0-267,0 0 0,0 0 0,0 0 0,0 0 0,0 0 0,0 0 0,0 1 0,1-1 0,-1 1 0,0 0 0,1-1 0,-1 1 0,1 0 0,0 0 0,-2 2 0,-11 17 206,1 0-1,0 1 1,-16 42 0,16-25 971,2 0-1,-8 53 1,18-91-1212,1 1-1,0-1 1,-1 1 0,1-1-1,0 1 1,0-1-1,0 1 1,0-1 0,0 1-1,1-1 1,-1 1 0,0-1-1,1 1 1,-1-1 0,1 1-1,0-1 1,-1 1-1,1-1 1,0 0 0,0 1-1,0-1 1,0 0 0,0 0-1,0 0 1,0 0-1,0 0 1,0 0 0,1 0-1,-1 0 1,0 0 0,1-1-1,-1 1 1,0 0 0,1-1-1,-1 1 1,1-1-1,-1 1 1,1-1 0,-1 0-1,1 0 1,-1 0 0,1 0-1,0 0 1,2 0-1,5-1 176,0 0 0,-1 0 0,1-1-1,0 0 1,13-5 0,-10 2-68,0-1 1,-1 0 0,1-1 0,-1 0 0,0 0 0,-1-2 0,0 1 0,0-1 0,10-13 0,-13 14-388,0-1-1,0 0 1,-1-1 0,0 1 0,-1-1-1,0-1 1,0 1 0,-1-1-1,-1 1 1,5-23 0,-7 27-192,-1 0 1,0 1-1,0-1 1,-1 0-1,1 0 0,-1 1 1,-1-1-1,1 0 1,-1 1-1,0-1 1,0 1-1,0 0 0,-1 0 1,-4-7-1,2 5-1552,0 0 0,-1 0-1,0 0 1,0 1 0,-9-8 0,-2 1-8104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3.157"/>
    </inkml:context>
    <inkml:brush xml:id="br0">
      <inkml:brushProperty name="width" value="0.035" units="cm"/>
      <inkml:brushProperty name="height" value="0.035" units="cm"/>
    </inkml:brush>
  </inkml:definitions>
  <inkml:trace contextRef="#ctx0" brushRef="#br0">313 894 10997,'-7'2'441,"6"-2"-309,-1 1-1,1-1 1,0 1-1,-1-1 1,1 0-1,-1 0 0,1 0 1,-1 1-1,1-1 1,-1-1-1,1 1 1,0 0-1,-1 0 0,1 0 1,-1-1-1,1 1 1,-1-1-1,1 1 1,0-1-1,0 0 0,-1 1 1,1-1-1,-2-1 1,2 0 1220,-2 3-1121,0-1 0,0 2 0,0-1 0,1 0 0,-1 0 0,0 1 0,1 0-1,0-1 1,-3 4 0,1-3 28,-26 23 478,-50 52 0,25-22-447,34-34 27,-20 28 1,35-41-213,6-7-93,-1 0 1,1 0 0,-1-1 0,1 1 0,0 0 0,-1 0 0,1 0 0,0 0-1,0 0 1,0 0 0,-1 0 0,1-1 0,0 1 0,0 0 0,1 0 0,-1 0-1,0 0 1,0 0 0,1 1 0,-1 2 36,0 13 135,0-17-180,0 0 0,0 0-1,0 0 1,0 0-1,0 0 1,0 0 0,0 0-1,0 1 1,0-1 0,0 0-1,0 0 1,0 0-1,0 0 1,0 0 0,0 0-1,0 1 1,0-1 0,0 0-1,0 0 1,0 0-1,0 0 1,0 0 0,1 0-1,-1 0 1,0 1 0,0-1-1,0 0 1,0 0-1,0 0 1,0 0 0,0 0-1,0 0 1,1 0 0,-1 0-1,0 0 1,0 0-1,0 0 1,0 0 0,0 0-1,0 0 1,0 0 0,1 0-1,-1 0 1,0 0 0,0 0-1,0 0 1,0 0-1,0 0 1,0 0 0,1 0-1,-1 0 1,0 0 0,0 0-1,0 0 1,0 0-1,0 0 1,14-1 135,0 0-1,-1-1 1,1 0 0,-1-1 0,0-1-1,0 0 1,0-1 0,22-11 0,7-8 286,47-34 1,5-4-251,-56 38-1339,-36 23 768,-4 3-81,0 0 366,0 0-1,1 1 1,-1-1-1,0 0 1,1 1-1,0-1 1,-1 1 0,0 5-1,1-5 87,0 1 1,1-1-1,-1 1 0,1 0 0,0-1 0,0 1 0,1-1 1,-1 1-1,1 0 0,1 5 0,0-7 42,-1 0 0,0 1 0,1-1-1,0 0 1,-1 0 0,1 0 0,0 0 0,0 0-1,0 0 1,0 0 0,1-1 0,-1 1 0,0-1 0,1 1-1,-1-1 1,5 2 0,0-1 14,0 0 1,0 0-1,1-1 1,-1 0-1,0 0 1,0-1 0,1 0-1,-1 0 1,0 0-1,1-1 1,-1 0-1,0-1 1,0 0-1,7-2 1,9-2 23,-1 0 1,0-2 0,-1 0 0,0-2 0,0 0-1,-1-1 1,-1-1 0,0-1 0,0-1-1,-1 0 1,-1-2 0,-1 0 0,0 0 0,17-24-1,-8 7-445,-2-2 0,-1-1-1,-1 0 1,-3-2 0,27-74-1,-8-18-1129,35-229 1,-68 326 2708,1-39 0,-21 91-477,11-9-590,0 0-1,0 0 1,0 1-1,1 0 0,1 0 1,0 0-1,-2 18 0,-6 88 707,11-113-801,-6 85 555,-3 218 1317,12-254-1576,-1 1 232,12 67-1,-11-104-473,1 0 0,0-1 0,1 1 0,1-1 0,1-1 0,0 1 0,1-1 0,13 18 0,-15-26-146,1 0 0,0-1 0,0 1 0,1-1 0,0-1 0,0 1 0,0-1 0,0-1 0,10 4 0,-15-7-25,1 0 1,0 0-1,-1-1 0,1 1 0,0-1 0,-1 0 0,1 0 0,0 0 0,-1-1 0,1 1 0,0-1 0,-1 0 1,1 0-1,-1-1 0,1 1 0,-1 0 0,0-1 0,0 0 0,6-3 0,-2 0-112,0-1-1,0 0 1,0 1 0,0-2-1,-1 1 1,0-1 0,-1 0-1,1 0 1,-1-1 0,-1 0-1,1 0 1,-1 0 0,3-9-1,3-13-782,-1 0 0,6-45 1,-1 6-155,-5 29 850,-4 16 1186,12-36 1,-16 57 275,6 19-383,19 42 532,-21-45-1076,0-1 0,1 0 0,0 0 0,1 0 0,0-1 0,11 14 0,7 3 642,-12-14-467,0 0 0,1 0 0,16 12 0,-23-21-347,0-1 0,0 0 0,0 0 0,1-1 0,0 0-1,0 0 1,-1-1 0,2 1 0,-1-2 0,11 2 0,0-1-380,0-1-1,33-3 1,-45 1 111,0 1 0,0-1 0,0-1 0,0 0 0,-1 0 0,1 0 0,0 0 0,-1-1 0,0 0 0,1-1 0,-1 0 0,5-4 0,70-75-2395,-79 81 2553,3-9 249,-5 11-176,0-1 0,0 0 0,1 0-1,-1 0 1,0 0 0,1 0 0,-1 1 0,0-1-1,1 0 1,-1 0 0,1 1 0,-1-1-1,1 0 1,0 1 0,-1-1 0,2 0-1,14 10 1087,29 24-1,-8-6-341,-12-11-605,1-2 0,0-1 1,1 0-1,0-2 1,1-2-1,0 0 0,0-2 1,1-1-1,0-1 1,0-1-1,34-1 0,-34-2-719,0-1 0,52-6-1,-72 4 365,0 0-1,0-1 0,0 1 1,0-2-1,-1 1 1,1-1-1,-1-1 0,0 1 1,0-1-1,-1-1 1,1 1-1,12-14 0,-11 9-9,0 0 0,-1 0 0,0-1 0,-1 0-1,6-13 1,-10 19 180,-1 0-1,0 0 0,0 0 1,-1 0-1,1-1 0,-1 1 1,0 0-1,-1-1 0,1 1 1,-1-1-1,0 1 1,-1-1-1,1 1 0,-1-1 1,-2-6-1,1 8 165,0 0 1,0 0-1,-1 1 1,0-1-1,0 1 0,0 0 1,0 0-1,-6-5 1,2 2-56,6 4 132,-2 2 6,1 1-176,0-1-1,0 0 1,0 1-1,0-1 1,0 1-1,0 0 1,0-1-1,0 1 0,0 0 1,1 0-1,-1 0 1,0 0-1,1 1 1,-1-1-1,1 0 1,-3 3-1,3-2 14,0 1 1,0-1-1,0 1 1,0-1-1,0 1 1,0-1-1,1 1 1,0 0-1,-1-1 1,1 1-1,0 0 1,0-1-1,1 6 1,-1-3-38,1 0 0,-1 0 0,1-1 1,0 1-1,1 0 0,-1-1 0,1 1 0,0-1 1,0 1-1,1-1 0,-1 0 0,1 0 0,0 0 1,0 0-1,0 0 0,0 0 0,1-1 0,-1 0 1,1 0-1,0 0 0,0 0 0,0-1 0,1 1 1,-1-1-1,6 2 0,5 2-199,1-1 0,0-1-1,1 0 1,-1-2 0,1 1 0,-1-2 0,1 0-1,0-1 1,-1-1 0,32-5 0,6-5-686,-1-2 0,52-21 0,-55 16 701,-2-3 0,0-2 0,-1-2 0,63-44 1,-96 57 964,16-10 189,-9 14 3504,-9 22-2734,-10-11-1680,0-1-1,-1 0 1,1 1 0,-1-1 0,0 1-1,0 0 1,0 0 0,0-1-1,-1 1 1,1 0 0,-1 0-1,1 0 1,-1-1 0,0 1 0,0 0-1,0 0 1,-1 0 0,1 0-1,-1 0 1,0-1 0,-1 6 0,-2 7 235,-2 1 0,-11 24 0,14-32-425,-1 0-1,-1-1 1,1 1 0,-1-1-1,0 0 1,-1-1-1,0 1 1,0-1-1,0 0 1,-1-1-1,-7 6 1,12-10-164,-1 0 1,0 0-1,0-1 0,1 1 1,-1 0-1,0-1 0,0 0 1,0 1-1,0-1 0,0 0 1,0-1-1,1 1 0,-1 0 1,0-1-1,0 0 0,0 0 1,-5-2-1,-6-3-2567,-1-1-1,-14-9 1,18 10-566,-20-15-8738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3:38.592"/>
    </inkml:context>
    <inkml:brush xml:id="br0">
      <inkml:brushProperty name="width" value="0.035" units="cm"/>
      <inkml:brushProperty name="height" value="0.035" units="cm"/>
    </inkml:brush>
  </inkml:definitions>
  <inkml:trace contextRef="#ctx0" brushRef="#br0">1267 86 8005,'-23'-11'6587,"17"-6"-4631,4 14-1794,1 0 0,-1 0 1,-1 0-1,1 1 1,0-1-1,-1 0 1,1 1-1,-1 0 0,0 0 1,0 0-1,0 0 1,0 0-1,0 0 1,0 1-1,0-1 0,-6-1 1,-2 0 78,0 0 0,1 0 0,-1 1 0,-14-1 1,-28 0 489,1 2 1,-1 3-1,0 2 1,1 2-1,-102 26 1,115-18-438,0 2 0,1 2 1,1 1-1,1 2 0,-50 37 1,50-28-24,2 0-1,1 3 1,1 0 0,2 2 0,-29 43 0,32-34-75,1 0 1,2 2 0,2 0 0,-29 92 0,37-89-160,2 0 1,2 1-1,2 1 1,3-1 0,2 1-1,2-1 1,8 78-1,1-76-79,3 0 0,2 0-1,37 96 1,-29-99-76,2-1-1,41 65 1,-50-94 60,0-1-1,2 0 1,0-2 0,0 0 0,2 0 0,0-2 0,1 0-1,26 14 1,-10-8-9,1-2-1,1-1 0,1-2 1,63 16-1,-30-15-117,122 11-1,-47-17-70,153-9 1,-274-3 259,-1-1 0,1-1 0,-1-1 0,0-1 0,-1-1 0,1-1 0,-1-1 0,36-21 0,38-31-297,-41 24 229,-35 22 85,-1-1-1,0 0 0,29-33 1,-36 32-12,0 0 0,-1-1 0,-1-1 1,12-25-1,7-13 62,-14 27-91,-1 0 0,-1-2 0,-2 0 0,-1 0 0,11-56 0,-11 19 125,5-124 0,-17 161 44,-1-1-1,-2 0 0,-15-59 1,-22-30 557,22 70-372,2 11 148,-2 1 0,-34-52 0,47 81-359,-24-36 241,17 28-62,1 0 1,-16-37-1,20 39-167,-1 0 0,0 1 0,-1 1 0,-1 0 0,-19-22 0,-11-14 69,27 33-204,-2 1 0,-32-28 0,3 4 0,37 32-77,-2 2 0,1-1 0,-1 1 0,0 1 0,-1-1 0,1 2 0,-1 0 0,0 0 0,-1 1-1,1 0 1,-1 1 0,0 0 0,0 1 0,0 0 0,0 1 0,0 1 0,-15 0 0,-18 4-560,0 2 1,1 2-1,-59 18 0,97-24 575,-116 39-4495,43-5-2271,-25 17-7574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0.949"/>
    </inkml:context>
    <inkml:brush xml:id="br0">
      <inkml:brushProperty name="width" value="0.035" units="cm"/>
      <inkml:brushProperty name="height" value="0.035" units="cm"/>
    </inkml:brush>
  </inkml:definitions>
  <inkml:trace contextRef="#ctx0" brushRef="#br0">32 0 15605,'-20'29'2105,"23"11"-177,-11 0-376,5 1-264,0 2-236,3 6-180,3 5-144,0 7-144,-1 2-212,7-8-276,3-1-392,-4-2-456,7-6-224,-4-9-768,3-8-600,-5-12-904,3-31-10590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1.416"/>
    </inkml:context>
    <inkml:brush xml:id="br0">
      <inkml:brushProperty name="width" value="0.035" units="cm"/>
      <inkml:brushProperty name="height" value="0.035" units="cm"/>
    </inkml:brush>
  </inkml:definitions>
  <inkml:trace contextRef="#ctx0" brushRef="#br0">0 133 11845,'19'-4'1808,"-15"3"-110,-2-2-201,-1 1-1231,1-1 0,-1 1 0,1-1 0,0 1 0,0 0-1,0 0 1,0-1 0,0 2 0,1-1 0,-1 0 0,1 0 0,-1 1 0,1-1 0,0 1 0,-1 0 0,1 0 0,0 0 0,0 0 0,4-1 0,16-5 1515,44-21-1,-45 17-464,47-15-1,-49 21-807,-11 2-256,0 0 1,0 1-1,11-2 1,-17 4-215,-1 0 0,1 0 1,0 0-1,-1 0 0,1 1 1,-1-1-1,1 1 0,0-1 1,-1 1-1,1 0 0,-1 0 1,0 0-1,1 0 0,-1 1 0,0-1 1,3 2-1,-4-2-35,0 0 0,0 0 0,0 0-1,0 0 1,0 0 0,0 0 0,-1 1 0,1-1 0,0 0-1,0 0 1,-1 1 0,1-1 0,-1 0 0,1 1 0,-1 2-1,-1 24-110,1-21 79,-13 97-1958,-30 114 0,33-176 1622,1 0-1,3 0 1,-1 71-1,6-112 427,1 1-1,0-1 1,0 1-1,0-1 1,0 1-1,0-1 1,0 1-1,1-1 1,-1 0-1,1 1 1,-1-1-1,0 1 1,1-1 0,0 0-1,-1 0 1,1 1-1,0-1 1,0 0-1,0 0 1,0 0-1,0 0 1,0 0-1,0 0 1,0 0-1,0 0 1,0 0-1,1 0 1,-1-1-1,0 1 1,1 0-1,-1-1 1,0 1-1,1-1 1,-1 1-1,1-1 1,2 0-1,4 0 163,0 0 0,-1-1 0,1 0 0,0 0 0,13-5 0,-15 4-178,254-63 2682,-88 24-4197,-147 36 780,-24 4 481,1 1 1,-1-1 0,1 1 0,-1-1-1,1 0 1,-1 0 0,0 1-1,0-1 1,1 0 0,-1 0 0,0 0-1,0 0 1,0 0 0,0-1-1,0 1 1,0 0 0,0 0 0,0-1-1,0-1 1,0 2-387,-1-1 1,1 1-1,-1 0 0,0 0 0,0 0 1,1-1-1,-1 1 0,0 0 1,0 0-1,0 0 0,0-1 0,-1 1 1,1-2-1,-11-9-13118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2.212"/>
    </inkml:context>
    <inkml:brush xml:id="br0">
      <inkml:brushProperty name="width" value="0.035" units="cm"/>
      <inkml:brushProperty name="height" value="0.035" units="cm"/>
    </inkml:brush>
  </inkml:definitions>
  <inkml:trace contextRef="#ctx0" brushRef="#br0">33 124 7781,'-27'-4'2632,"22"3"3594,8 0-4324,-2 0-1822,3 1 323,-1-2-1,1 1 1,0 0-1,-1-1 1,1 1 0,-1-1-1,1 0 1,-1 0-1,0 0 1,0-1 0,5-4-1,2-3 41,1 1 1,0 1-1,0-1 0,1 2 0,0 0 0,0 0 1,1 1-1,-1 1 0,2 0 0,-1 0 1,0 2-1,1-1 0,-1 2 0,1 0 0,0 1 1,18 0-1,-30 1-449,0 0 0,-1 0-1,1 0 1,0 0 0,-1 0 0,1 1 0,0-1 0,-1 0 0,1 1-1,-1 0 1,1-1 0,-1 1 0,1 0 0,-1 0 0,1 0 0,-1 0-1,0 0 1,1 0 0,-1 0 0,0 0 0,0 0 0,0 1 0,0-1-1,0 1 1,0-1 0,0 0 0,-1 1 0,1 0 0,0-1 0,-1 1-1,1 1 1,1 5-153,-1 0 0,-1 0 0,1 1 0,-1-1 0,-1 10 0,0-4-44,-4 47-1700,-3-1 0,-2 0-1,-29 93 1,27-108 1388,4 1 1030,8-44-353,0 1 0,1 0 0,-1-1-1,1 1 1,0 0 0,0-1 0,0 1 0,0-1 0,0 0 0,0 1-1,1-1 1,-1 0 0,3 3 0,-1-1 245,-3-4-382,0 0 1,0 0-1,0 0 1,0 0-1,0 1 1,0-1-1,0 0 1,0 0-1,1 0 0,-1 0 1,0 1-1,0-1 1,0 0-1,0 0 1,0 0-1,1 0 1,-1 0-1,0 0 1,0 1-1,0-1 0,1 0 1,-1 0-1,0 0 1,0 0-1,0 0 1,1 0-1,-1 0 1,0 0-1,0 0 0,0 0 1,1 0-1,-1 0 1,0 0-1,0 0 1,0 0-1,1 0 1,-1 0-1,0 0 1,0-1-1,38 0 1527,-1 2-1,73 10 1,-17-1 541,-52-3-1824,-39-7-267,0 1 1,0-1-1,0 1 0,0 0 0,0-1 1,0 1-1,0 0 0,0 0 1,0 1-1,0-1 0,-1 0 1,1 0-1,0 1 0,-1-1 0,1 1 1,1 1-1,-3-1-2,1 0 0,-1 1 0,0-1 0,0 0 0,0 0 0,0 0 0,0 0 0,0 0 0,0 0 0,-1 0 0,1 0 0,-1 1 0,0 1 0,-13 29 0,14-32 0,-15 27-334,-1-2 1,-2 0-1,0-1 0,-1-1 1,-41 40-1,39-44-1002,0-1 1,-1-1-1,-30 20 1,37-29-1209,0 0 1,0-1-1,-29 10 1,-9-5-9722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2.730"/>
    </inkml:context>
    <inkml:brush xml:id="br0">
      <inkml:brushProperty name="width" value="0.035" units="cm"/>
      <inkml:brushProperty name="height" value="0.035" units="cm"/>
    </inkml:brush>
  </inkml:definitions>
  <inkml:trace contextRef="#ctx0" brushRef="#br0">273 1 12665,'-24'14'2056,"24"-13"-1951,0-1 0,-1 1 0,1-1 0,0 1 0,0-1-1,0 1 1,0-1 0,-1 1 0,1-1 0,0 1 0,0 0 0,0-1-1,0 1 1,0-1 0,0 1 0,0-1 0,1 1 0,-1-1 0,0 1-1,0 0 1,0-1 0,0 1 0,1-1 0,-1 1 0,0-1 0,1 1-1,-1-1 1,0 1 0,1-1 0,-1 0 0,0 1 0,1-1 0,-1 1-1,1-1 1,-1 0 0,1 1 0,0-1 0,4 8 2756,-12 0-2635,0 0-1,1 0 1,0 1-1,0-1 1,1 1-1,0 1 1,-4 10-1,-4 6 3,-45 91 1462,-76 222-1,133-336-1624,0 0 1,0 0 0,1 1-1,-1-1 1,1 1-1,0-1 1,0 0 0,0 1-1,1-1 1,-1 1-1,1-1 1,-1 0-1,1 1 1,0-1 0,1 0-1,-1 0 1,0 0-1,1 0 1,0 0 0,0 0-1,0 0 1,3 4-1,0-2 43,0 0 1,0-1-1,0 1 0,1-1 0,0 0 0,0 0 0,0-1 0,0 0 0,10 4 0,2-1 87,0-2-1,0 0 0,0-1 0,0-1 0,1 0 0,20-2 1,113-12 486,-69 3-654,-47 6-486,39-3-621,-67 5 3,0-1 1,0 0 0,0 0-1,0-1 1,-1 0 0,13-6-1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3.090"/>
    </inkml:context>
    <inkml:brush xml:id="br0">
      <inkml:brushProperty name="width" value="0.035" units="cm"/>
      <inkml:brushProperty name="height" value="0.035" units="cm"/>
    </inkml:brush>
  </inkml:definitions>
  <inkml:trace contextRef="#ctx0" brushRef="#br0">54 1 14973,'20'12'2554,"-17"-10"-421,-5-1-1735,-1 0 1,1 0-1,0 0 1,-1 1-1,1-1 1,0 0-1,0 1 1,0 0-1,0-1 1,-2 3 0,2 1-227,0-1 1,1 1 0,0-1 0,0 1 0,0-1 0,0 1 0,1 7 0,-2 7 168,-15 81 670,-5 201 0,23-224-3067,16 112 0,-13-162 766,5 28-2481,1-21-2488,0-17-3115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3.403"/>
    </inkml:context>
    <inkml:brush xml:id="br0">
      <inkml:brushProperty name="width" value="0.035" units="cm"/>
      <inkml:brushProperty name="height" value="0.035" units="cm"/>
    </inkml:brush>
  </inkml:definitions>
  <inkml:trace contextRef="#ctx0" brushRef="#br0">14 23 15777,'-11'8'2227,"11"-8"-2190,0 0 0,0 0 0,0 0 1,0 0-1,0 0 0,0 0 0,0 0 1,0 0-1,0 0 0,0 0 0,-1 0 0,1 0 1,0 0-1,0 0 0,0 0 0,0 0 1,0 0-1,0 0 0,0 0 0,0 0 1,0 0-1,0 0 0,0 0 0,-1 0 0,1 0 1,0 0-1,0-1 0,0 1 0,0 0 1,0 0-1,0 0 0,0 0 0,0 0 1,0 0-1,0 0 0,0 0 0,0 0 0,0 0 1,0 0-1,0 0 0,0 0 0,0-1 1,0 1-1,0 0 0,0 0 0,0 0 1,0 0-1,0 0 0,0 0 0,0 0 0,0 0 1,0 0-1,0 0 0,0-1 0,0 1 1,0 0-1,0 0 0,1-1 117,-1 0-1,1 0 0,0 0 1,0 0-1,-1 1 1,1-1-1,0 0 1,0 0-1,0 1 1,0-1-1,0 0 0,0 1 1,0-1-1,0 1 1,0 0-1,0-1 1,1 1-1,-1 0 1,0-1-1,2 1 0,23-3 1723,1 2 0,0 1 0,45 4 0,-35 0-1073,38-3 0,-4-6-3893,-67 5 468,-7-1-1521,-14-5-3269,-3-2-4832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3.825"/>
    </inkml:context>
    <inkml:brush xml:id="br0">
      <inkml:brushProperty name="width" value="0.035" units="cm"/>
      <inkml:brushProperty name="height" value="0.035" units="cm"/>
    </inkml:brush>
  </inkml:definitions>
  <inkml:trace contextRef="#ctx0" brushRef="#br0">50 1 10637,'23'23'7400,"-22"-24"-7150,0 0 0,0 0 0,0 0 0,0 0-1,0 0 1,0 0 0,0 0 0,1 1 0,-1-1 0,0 1 0,1-1 0,-1 1 0,0-1-1,1 1 1,-1 0 0,0-1 0,1 1 0,-1 0 0,1 0 0,-1 0 0,0 0 0,1 0-1,-1 1 1,1-1 0,-1 0 0,0 1 0,3 0 0,13 2 1185,-20 12-726,-12 47-37,10-45-616,0 1 0,1 1 0,2-1 0,-2 23 0,4-26 45,1 0 1,0 0-1,2-1 1,-1 1-1,2-1 1,0 1-1,0-1 1,1 0-1,1-1 1,1 1-1,-1-1 1,2 0-1,10 13 1,9 9 327,37 55 389,-58-81-751,-1 0 1,0 1-1,-1-1 0,0 1 1,-1 0-1,0 0 0,0 0 0,1 12 1,-4-14-168,0 0 0,-1 0 0,0 1 0,0-1 0,-1 0 0,0 0 1,0 0-1,-1-1 0,0 1 0,0-1 0,-1 1 0,-7 10 1,3-6-563,0 0 1,-1-1-1,0 0 1,-1-1-1,0 0 0,-17 13 1,19-18-32,1 0 0,-1 0 0,0-1 0,0 0 1,-1-1-1,-16 6 0,15-7-1164,1 0 0,-1-1 1,-17 0-1,-16-3-8357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4.325"/>
    </inkml:context>
    <inkml:brush xml:id="br0">
      <inkml:brushProperty name="width" value="0.035" units="cm"/>
      <inkml:brushProperty name="height" value="0.035" units="cm"/>
    </inkml:brush>
  </inkml:definitions>
  <inkml:trace contextRef="#ctx0" brushRef="#br0">475 0 9077,'-104'45'4092,"82"-34"-3340,0 1 1,1 0 0,1 2 0,0 1-1,1 0 1,1 1 0,0 1 0,1 1-1,-15 20 1,4 1 327,1 0-1,2 2 1,-33 73-1,54-106-927,0 1 0,1 0 0,0 0 0,0 1 0,1-1 0,0 1 0,1-1 0,0 1 0,0-1 0,1 1 0,1 0 0,-1-1 0,1 1 0,1-1 1,0 1-1,0-1 0,1 0 0,0 0 0,1 0 0,0 0 0,0 0 0,1-1 0,0 0 0,0 0 0,11 11 0,0 0 55,2-1 0,0-1 0,1-1 0,0-1 0,2 0 0,0-2 0,0 0 0,1-1 0,45 16 0,-12-8 225,1-3 1,1-3-1,65 8 1,-111-20-450,-9-1-13,1 0-1,0-1 1,-1 1-1,1-1 1,-1 1 0,1-1-1,0 0 1,-1 0-1,1 0 1,0-1 0,-1 1-1,1 0 1,-1-1-1,1 0 1,-1 0 0,1 0-1,-1 0 1,5-2-1,-7 3 8,1-1-1,-1 1 1,0 0 0,0 0-1,1-1 1,-1 1-1,0 0 1,0 0 0,0-1-1,1 1 1,-1 0-1,0-1 1,0 1 0,0 0-1,0-1 1,0 1-1,1 0 1,-1-1 0,0 1-1,0 0 1,0-1-1,0 1 1,0 0-1,0-1 1,0 1 0,0 0-1,0-1 1,-1 1-1,1 0 1,0-1 0,0 1-1,0 0 1,0-1-1,-1 1 1,-12-11-567,-27-4-216,33 13 639,-40-14-809,-48-15-2037,-122-58-1,185 74 1645,-23-13-2173,19 8-2214,7-1-3380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6.643"/>
    </inkml:context>
    <inkml:brush xml:id="br0">
      <inkml:brushProperty name="width" value="0.035" units="cm"/>
      <inkml:brushProperty name="height" value="0.035" units="cm"/>
    </inkml:brush>
  </inkml:definitions>
  <inkml:trace contextRef="#ctx0" brushRef="#br0">2222 145 7289,'-11'-3'-401,"-4"-2"6804,16 1-3252,7 0-2231,-7 4-859,-1 0 0,0-1 0,1 1 0,-1 0 0,1 0-1,-1 0 1,1 0 0,-1-1 0,0 1 0,1 0 0,-1-1 0,0 1-1,1 0 1,-1 0 0,0-1 0,1 1 0,-1-1 0,0 1 0,1 0 0,-1-1-1,0 1 1,0-1 0,0 1 0,1-1 0,-1 1 0,0 0 0,0-1-1,0 0 1,0 0-6,-1 0-1,0 0 0,1 1 1,-1-1-1,1 0 1,-1 0-1,0 1 0,0-1 1,1 0-1,-1 1 0,0-1 1,0 1-1,0-1 1,0 1-1,0-1 0,0 1 1,0 0-1,0-1 0,0 1 1,-1 0-1,-59-17 360,-1 3 1,-85-7-1,15 2-152,-79-8 225,127 22-446,-1 3 0,0 4 1,0 4-1,-134 26 0,-346 105 7,460-94-11,84-34-38,10-4 9,1 0 0,0 1-1,0 1 1,0-1 0,1 1 0,0 1 0,0 0 0,1 0 0,0 1 0,-10 15 0,0 4-18,1 0 1,-17 42 0,20-39-17,-8 16 36,2 1-1,2 1 0,3 0 1,-13 71-1,13-35 13,4 0 0,1 169 0,11-233 0,0 0 0,2 0 0,0 0 0,2 0 1,0-1-1,1 0 0,1 0 0,1 0 0,1-1 1,0 0-1,2 0 0,0-1 0,1-1 0,14 17 0,14 11 0,1-2-1,2-2 0,92 67 1,-99-84-25,0-1 0,1-2 0,1-2 1,1-2-1,1-1 0,68 17 0,-8-13-17,137 10-1,104-17-52,-252-16 53,-1-4-1,143-28 1,-196 27 19,163-39-17,-152 33 41,10-1 28,-2-3-1,-1-2 0,60-32 0,-101 45-19,5-1 32,-1-1 1,0-1-1,0-1 0,-1 0 0,-1-1 0,0 0 0,15-18 1,-17 17-22,-3 3 1,-1 0 1,0 0-1,0-1 0,-1 0 1,-1 0-1,1 0 1,-2-1-1,0 0 0,7-25 1,-6 12-58,3-12 151,-3 1-1,5-67 1,5-129 972,-4 107-438,-5 14-93,-8 104-479,0 1 0,0-1 0,-1 1 0,0-1 0,0 1 0,0 0-1,-1 0 1,-6-11 0,-8-22 344,-61-203 591,38 76 456,38 158-1416,0 1-1,-1 0 0,0 0 0,0 0 0,-6-10 1,-4-8-24,9 15-26,0-1-1,-2 1 1,1 1 0,-1-1 0,-1 1 0,1 0-1,-1 1 1,-1-1 0,0 1 0,0 1-1,-16-12 1,-1 2 69,-1 1 1,-1 1-1,-29-11 0,26 15-101,1 2-1,-2 0 1,1 2-1,-1 2 1,0 1 0,0 1-1,-1 1 1,-47 4 0,22 4-932,-105 25 1,19 9-8973,93-24 1147,27-15 483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7.842"/>
    </inkml:context>
    <inkml:brush xml:id="br0">
      <inkml:brushProperty name="width" value="0.035" units="cm"/>
      <inkml:brushProperty name="height" value="0.035" units="cm"/>
    </inkml:brush>
  </inkml:definitions>
  <inkml:trace contextRef="#ctx0" brushRef="#br0">323 1 13109,'10'10'1973,"-8"-9"-63,-4 0-1737,1-1 0,0 0 1,0 1-1,0-1 0,0 1 0,0-1 0,0 1 0,0-1 0,0 1 0,1-1 0,-1 1 1,0 0-1,0 0 0,0-1 0,1 1 0,-1 0 0,0 0 0,1 0 0,-1 0 0,1 0 1,-1 0-1,1 0 0,-1 0 0,1 1 0,-10 30 827,10-32-981,-93 474 4680,-14 245-3220,85-490-2307,-6 41-2933,25-252 2832,-1 1 0,0-1 0,-8 18-1,-10 20-6381,21-54 6818,-7 19-8930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8.203"/>
    </inkml:context>
    <inkml:brush xml:id="br0">
      <inkml:brushProperty name="width" value="0.035" units="cm"/>
      <inkml:brushProperty name="height" value="0.035" units="cm"/>
    </inkml:brush>
  </inkml:definitions>
  <inkml:trace contextRef="#ctx0" brushRef="#br0">63 718 12365,'-8'11'449,"1"0"0,0 0 0,1 1 0,0 0 0,0 0 0,1 0 0,1 1 0,0 0 0,1 0 0,-3 24 0,6-33-366,0-1 1,0 0-1,1 1 0,0-1 0,-1 0 0,1 0 0,0 1 0,1-1 1,1 4-1,1 1 183,-4-8-258,0 0 0,0 0 1,0 0-1,0 0 0,0 0 1,0 0-1,0 0 1,0 0-1,0 1 0,0-1 1,0 0-1,0 0 0,0 0 1,0 0-1,0 0 0,0 0 1,0 0-1,1 0 0,-1 0 1,0 0-1,0 0 0,0 1 1,0-1-1,0 0 1,0 0-1,0 0 0,0 0 1,0 0-1,1 0 0,-1 0 1,0 0-1,0 0 0,0 0 1,0 0-1,0 0 0,0 0 1,0 0-1,1 0 0,-1 0 1,0 0-1,0 0 1,0 0-1,0 0 0,0 0 1,0 0-1,0-1 0,0 1 1,1 0-1,-1 0 0,0 0 1,0 0-1,0 0 0,6-2 111,0-1-1,0 0 0,-1 0 1,1 0-1,-1-1 0,0 0 0,0 0 1,0 0-1,0-1 0,-1 1 1,1-1-1,4-7 0,8-13 212,21-38 0,-21 33-24,57-88 1009,6 3 0,178-197 1,-194 236-674,-36 42-35,33-32 1,-58 63-576,0 0 53,0 0 0,0 0 0,0 1 0,0 0 0,0-1 0,7-2 0,-9 5-47,1-1 0,-1 1-1,1 0 1,0-1 0,-1 1 0,1 0 0,0 0 0,-1 0 0,1 0 0,0 0-1,-1 1 1,1-1 0,0 1 0,-1-1 0,1 1 0,-1-1 0,1 1 0,-1 0-1,1-1 1,1 3 0,2 0 24,0 1 0,0 1 0,0-1 0,0 1 0,-1 0-1,0 0 1,0 0 0,0 1 0,-1-1 0,1 1 0,3 10-1,3 10 155,11 38-1,-18-50-174,21 83 151,13 125 0,-18-95-907,-13-95-308,1-1 1,1 0-1,14 30 0,-15-44-1944,1 0 0,1 0 0,15 22 0,-13-26-7546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8.948"/>
    </inkml:context>
    <inkml:brush xml:id="br0">
      <inkml:brushProperty name="width" value="0.035" units="cm"/>
      <inkml:brushProperty name="height" value="0.035" units="cm"/>
    </inkml:brush>
  </inkml:definitions>
  <inkml:trace contextRef="#ctx0" brushRef="#br0">508 225 11117,'-7'-1'534,"0"0"0,0 1 0,0-1 0,1 2 0,-1-1 0,0 1 0,0 0-1,0 0 1,0 1 0,1 0 0,-9 3 0,4 1-267,-1 0 0,1 0 0,0 2 0,1-1 0,-13 12 0,-12 12 433,1 2 0,1 1 0,-40 55 1,-47 96 2131,76-108-972,44-76-1837,0-1-1,0 1 1,0-1-1,0 1 1,0 0-1,0-1 1,0 1-1,0-1 1,1 1-1,-1-1 1,0 1-1,1-1 1,-1 1-1,0-1 1,0 1-1,1-1 1,-1 1-1,1-1 1,-1 0-1,1 1 1,-1-1-1,0 0 1,1 1-1,-1-1 1,1 0-1,0 1 1,12 5 169,-5-9-134,0-1 0,0 0 0,0-1 0,-1 1-1,14-12 1,-16 13-33,14-13 15,0 0-1,-1-2 1,-1 0-1,16-22 1,54-84-412,-67 93 172,74-117-1722,-90 141 1650,0 0 1,0-1-1,3-10 1,-2 7 19,-4 8-57,-16 20-402,11-9 734,0 0 0,1 0-1,-1 0 1,2 1 0,-1-1 0,1 1 0,0-1 0,1 1 0,0 0 0,1-1 0,0 1 0,1 10 0,1 6 238,1-1 0,2 1 0,8 28 0,-10-44-153,0-1-1,0 0 1,0 0 0,1-1 0,0 1-1,1-1 1,0 0 0,0 0-1,0 0 1,13 11 0,-13-14-39,0 0 1,0 0-1,0-1 1,1 1-1,0-1 1,-1-1-1,1 1 0,0-1 1,0 0-1,0 0 1,1-1-1,-1 0 1,0 0-1,1 0 1,10-1-1,-3-1-12,0-1 1,0 0-1,0-1 0,0-1 1,0 0-1,0-1 1,-1-1-1,0 0 0,0 0 1,-1-2-1,0 1 0,0-1 1,11-11-1,-5 3-163,0-1 1,-2 0-1,0-2 1,-1 1-1,0-2 1,-2 0-1,11-23 1,-18 31-184,0-1 0,-1 1 0,0-1-1,3-19 1,-7 27 165,0 0 0,0 1 0,-1-1-1,1 0 1,-1 0 0,-1 1 0,1-1 0,0 0-1,-1 0 1,0 1 0,0-1 0,-1 0-1,1 1 1,-1-1 0,-3-6 0,4 10 98,1 1 1,0-1-1,-1 1 1,1-1-1,-1 1 1,1-1-1,-1 1 0,1-1 1,0 1-1,-1-1 1,0 1-1,1-1 1,-1 1-1,1 0 1,-1-1-1,1 1 0,-1 0 1,0 0-1,1-1 1,-1 1-1,0 0 1,1 0-1,-1 0 1,0 0-1,1 0 1,-1 0-1,-1 0 0,1 1 11,0-1 0,-1 1 0,1-1 0,0 1 0,0 0 0,0 0 0,0-1 0,0 1 0,0 0 0,0 0 0,0 0 0,0 0 0,-1 2 0,-1 1 43,1 0 0,-1 1 0,1-1 0,0 1 1,0 0-1,0 0 0,-1 6 0,2-2 108,1 0-1,0 0 1,0 1-1,1-1 1,0 0 0,0 0-1,1 0 1,6 17-1,-3-11 227,1-1 0,0 1 0,2-2 0,12 21 0,-16-30-233,0 0 0,0 0-1,0 0 1,0-1-1,0 1 1,1-1-1,0 0 1,-1 0 0,1-1-1,0 1 1,0-1-1,1 0 1,-1 0-1,0-1 1,1 0 0,-1 0-1,1 0 1,8 0-1,5-1 302,0 0 0,0-1 0,0-2 0,19-3 0,-26 3-335,0 0-1,-1-1 0,1 0 0,-1-1 0,0-1 1,0 1-1,-1-1 0,0-1 0,0 0 0,0-1 1,-1 0-1,0 0 0,0-1 0,-1 0 1,-1 0-1,1-1 0,-1 0 0,-1 0 0,0-1 1,0 0-1,-1 0 0,-1 0 0,0-1 0,0 1 1,-1-1-1,2-21 0,-5 23-420,0 1 0,-1-1 0,-1 1-1,1 0 1,-1-1 0,-1 1 0,0 0 0,0 0 0,-1 1 0,0-1-1,-7-9 1,3 4-581,-2 0 0,0 0 0,0 1 0,-2 0 0,-17-16 0,18 21-1611,0 0 0,0 0-1,-18-9 1,11 12-7836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09.631"/>
    </inkml:context>
    <inkml:brush xml:id="br0">
      <inkml:brushProperty name="width" value="0.035" units="cm"/>
      <inkml:brushProperty name="height" value="0.035" units="cm"/>
    </inkml:brush>
  </inkml:definitions>
  <inkml:trace contextRef="#ctx0" brushRef="#br0">240 433 14081,'-21'-3'4899,"-30"-1"0,26 3-3300,4-2-3834,-14-4 1591,29 5 674,0 0-1,-1 1 1,1 0-1,-1 0 1,1 1 0,-10 0-1,-13-14 981,26 13 247,4-1-1137,0-1 0,0 0-1,0 1 1,1-1 0,-1 1 0,1 0 0,2-4 0,-1 3 63,-2 0 120,3 4-100,2 1-135,-1-1-26,1 0 1,-1 1-1,0-1 0,0 1 1,0 0-1,0 1 0,0-1 1,0 1-1,0 0 0,-1 0 1,0 1-1,1-1 0,-1 1 1,0 0-1,6 8 1,64 100-4717,-69-110 4182,2-3 397,0-1 1,0 0-1,0 0 0,0 0 0,0-1 0,-1 0 0,1 0 0,8-7 0,5-4 15,23-21 0,-16 11 77,6-2 408,2 2 0,0 1-1,1 1 1,1 2 0,1 2 0,0 2-1,82-24 1,-118 40-317,0 0 0,1 0-1,-1 1 1,0-1 0,0 0-1,1 1 1,-1 0 0,0-1 0,0 1-1,0 0 1,0 0 0,0 0-1,0 0 1,4 3 0,-6 0-47,0 0 1,0 0-1,0 1 1,0-1-1,-1 0 1,1 0-1,-1 0 1,0 0 0,0 0-1,-1-1 1,-1 6-1,1-4-1,-27 61 75,22-51-371,0 1-1,0-1 1,2 1-1,-6 24 0,11-37 313,3-5 118,25-19 197,-2-1-1,0-1 1,41-48-1,-37 37-103,118-118 843,-110 118-1466,1 1 0,48-31-1,-50 39-3046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0.444"/>
    </inkml:context>
    <inkml:brush xml:id="br0">
      <inkml:brushProperty name="width" value="0.035" units="cm"/>
      <inkml:brushProperty name="height" value="0.035" units="cm"/>
    </inkml:brush>
  </inkml:definitions>
  <inkml:trace contextRef="#ctx0" brushRef="#br0">87 54 10169,'24'1'4530,"-36"0"-2984,10 0-1172,1-1 0,-1 0 0,1 0 0,-1 1 0,0-1-1,1 0 1,-1 1 0,1 0 0,-1-1 0,1 1-1,0 0 1,-1 0 0,1 0 0,0 0 0,-1 0-1,1 0 1,0 0 0,-1 2 0,-7 9-414,3-2 329,0 0 0,1 1-1,0-1 1,-3 13 0,5-13-115,-1 0 1,0-1 0,0 1 0,-11 14 0,14-22 35,1 2-225,1 1 0,-1-1 0,0 0 0,0 1 0,-1 7 0,1-12 9,0 1-2,1-1 1,0 1 0,-1-1 0,1 0-1,0 1 1,-1-1 0,1 0 0,0 0-1,-1 1 1,1-1 0,0 0 0,0 0-1,-1 0 1,1 0 0,0 0 0,0 0-1,-1 0 1,1 0 0,0 0 0,0 0-1,-1 0 1,2-1 0,-2 1-6,4-1-40,1 0-1,-1 0 0,1 0 1,-1-1-1,0 0 1,0 1-1,0-2 0,0 1 1,0 0-1,4-4 0,2-2-307,0-1 0,13-14-1,-3 0-124,-9 9-11,1 1 0,22-18 0,13-16-983,-45 45 1506,15-4 487,-8 4-330,-1 1-1,1-1 1,-1 1 0,12 1 0,23-3 450,9-9-38,-31 7 262,-1 1 0,37-3-1,-44-1 294,-6 3-808,-7 5-317,0 0 0,0 0 0,0 0 0,0 0 0,0 0-1,0 0 1,0 0 0,0 0 0,0 0 0,0 0 0,0 0 0,0 0-1,0 0 1,0 0 0,0 1 0,0-1 0,0 0 0,0 0 0,0 0-1,0 0 1,0 0 0,0 0 0,0 0 0,0 0 0,0 0 0,0 0-1,0 0 1,0 0 0,0 0 0,0 0 0,0 0 0,0 0 0,0 0-1,0 0 1,0 0 0,0 0 0,0 0 0,0 1 0,0-1 0,0 0-1,0 0 1,0 0 0,1 0 0,-1 0 0,0 0 0,0 0 0,0 0-1,0 0 1,0 0 0,0 0 0,0 0 0,0 0 0,0 0 0,0 0-1,0 0 1,0 0 0,0 0 0,0 0 0,0-1 0,0 1 0,0 0-1,1 0 1,-1 0 0,0 0 0,-85 312 459,-36 155-1769,83-315 595,-9 49 241,44-181 294,1 1 1,1-1 0,2 36-1,0-56 135,0 0 0,0 0-1,0-1 1,0 1 0,0 0-1,0 0 1,0-1 0,0 1-1,-1-1 1,1 1 0,0-1-1,0 1 1,-1-1 0,1 0-1,0 1 1,-1-1 0,2-1-1,1 0-32,16-17-73,-1-1-1,-1-1 1,0 0-1,-2-1 1,21-38-1,-8 13-19,438-769-1995,-451 785 2185,19-54 0,-32 81 0,-1 0-1,0 0 1,-1 0-1,1 0 0,-1 0 1,0 0-1,0 0 1,0-6-1,-1 0 76,1 7 25,-14-3 258,13 6-384,1-1-1,-1 1 1,1 0-1,0 0 1,-1-1 0,1 1-1,-1 0 1,1 0 0,-1-1-1,1 1 1,0 0 0,-1 0-1,1 0 1,-1 0 0,1 0-1,-1 0 1,1 0 0,-1 0-1,1 0 1,-1 0-1,1 0 1,-1 0 0,1 0-1,-1 0 1,1 0 0,-1 0-1,1 0 1,-1 1 0,1-1-1,-1 0 1,1 0 0,0 1-1,-1-1 1,1 0 0,0 1-1,-1-1 1,1 0-1,-1 1 1,1-1 0,0 0-1,0 1 1,-1-1 0,1 1-1,0-1 1,0 1 0,0-1-1,-1 1 1,1 0 0,-2 2 71,1 0 0,-1 0 0,1 1 0,0-1-1,0 1 1,0-1 0,0 1 0,1-1 0,0 1 0,-1 0 0,1-1 0,0 1 0,1-1 0,-1 1 0,1 0 0,-1-1 0,1 1 0,0-1 0,0 1 0,3 4 0,-2-4-92,0 0-1,0-1 1,0 1-1,0 0 1,1-1 0,0 1-1,-1-1 1,1 0-1,1 0 1,-1 0-1,0 0 1,1-1-1,-1 1 1,1-1 0,0 0-1,4 2 1,1-2-284,0 0 0,0 0 0,0-1 0,0 0 0,0 0 0,0-1 0,19-3 0,63-14-4168,-76 13 3372,35-7-4929,1-1-3742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0.877"/>
    </inkml:context>
    <inkml:brush xml:id="br0">
      <inkml:brushProperty name="width" value="0.035" units="cm"/>
      <inkml:brushProperty name="height" value="0.035" units="cm"/>
    </inkml:brush>
  </inkml:definitions>
  <inkml:trace contextRef="#ctx0" brushRef="#br0">238 400 15837,'-1'0'75,"1"0"-1,-1 0 0,1 0 0,-1 0 0,0 0 1,1 0-1,-1 0 0,0 0 0,1 1 0,-1-1 0,1 0 1,-1 0-1,1 0 0,-1 1 0,0-1 0,1 0 1,-1 1-1,1-1 0,-1 0 0,1 1 0,0-1 0,-1 1 1,1-1-1,-1 1 0,0 0 0,9 12 1916,-5-9-1668,-4-2-172,0 0 0,1 0 0,-1 0 0,0 0-1,0 0 1,0-1 0,0 1 0,-1 0 0,1-1 0,0 1 0,-3 2 0,3-3-24,-7 7-320,1 1 0,-2-1 0,1 0 0,-1-1 1,0 0-1,-1 0 0,-10 5 0,13-9 35,0 0 0,-1 0 0,1-1 0,-1 1 0,0-2 0,1 1-1,-1-1 1,0 0 0,0-1 0,0 0 0,-9-1 0,16 1 156,-1 0 0,0 0 0,1 0 0,-1 0-1,1-1 1,-1 1 0,0 0 0,1-1 0,-1 0 0,1 1 0,-1-1-1,1 0 1,0 1 0,-1-1 0,1 0 0,0 0 0,-1 0 0,1 0 0,0-1-1,0 1 1,0 0 0,0 0 0,-1-2 0,1 1 29,1 0 1,0-1-1,-1 1 0,1 0 1,0 0-1,0 0 1,0 0-1,0 0 0,0 0 1,0 0-1,1 0 0,-1 0 1,1-1-1,0 1 1,0-2-1,4-6 138,0 1 0,0-1 0,1 1-1,0 0 1,14-14 0,-6 9 251,1 2-1,1-1 0,24-13 1,13-11 539,-52 35-945,1 1 0,-1-1-1,1-1 1,-1 1 0,0 0-1,0 0 1,0 0-1,0-1 1,0 1 0,0 0-1,0-4 1,0 2-16,0 1-18,0-1-1,0 0 1,0 1-1,-1-1 1,0 0-1,1 1 1,-1-1-1,-1-6 1,1-2-31,1-4-27,0 0-1,1 0 0,6-20 1,-5 28 108,0-1 0,1 1 0,0 0 1,0 0-1,1 0 0,0 1 0,8-11 1,-8 12-52,0-1 317,1 0 1,1 1 0,-1-1 0,1 1-1,11-8 1,-15 12-165,0 0 1,0 1-1,-1 0 0,1 0 1,0 0-1,1 0 0,-1 0 1,0 1-1,0-1 0,0 1 1,0 0-1,0 0 0,1 0 1,-1 0-1,0 0 0,0 1 1,0-1-1,0 1 0,0 0 1,0 0-1,4 2 0,1 1 100,-1 0-1,0 0 0,0 1 0,0 0 0,0 0 1,-1 0-1,0 1 0,0 0 0,10 13 0,-8-7 86,0 1-1,0 0 0,-1 0 0,-1 1 1,5 15-1,-2 2 64,-1 1-1,-2 0 1,-1-1 0,2 53 0,-9 6-350,-4 0-1,-22 111 1,22-167-26,-54 269-4313,9-57-1409,48-222-1662,5-9-4976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1.315"/>
    </inkml:context>
    <inkml:brush xml:id="br0">
      <inkml:brushProperty name="width" value="0.035" units="cm"/>
      <inkml:brushProperty name="height" value="0.035" units="cm"/>
    </inkml:brush>
  </inkml:definitions>
  <inkml:trace contextRef="#ctx0" brushRef="#br0">0 96 10869,'3'-2'370,"-1"1"0,0-1 0,0 1 0,0-1-1,0 0 1,-1 0 0,1 0 0,0 0 0,-1 0 0,1-1 0,-1 1 0,0 0-1,0-1 1,2-4 0,-3 5-120,1 0 0,0 0 0,0 0 0,0 0 0,0 0 0,0 0-1,0 0 1,0 0 0,1 0 0,-1 1 0,1-1 0,-1 0 0,1 1 0,0-1-1,-1 1 1,1 0 0,0-1 0,0 1 0,0 0 0,0 0 0,3-1 0,31-6 1719,1 2 0,39-3 0,-70 9-1804,0 0 1,-1 0-1,1 0 1,0 1-1,-1 0 1,7 1-1,-11-1-145,1-1 0,-1 0 0,0 1 0,0-1 0,1 1 0,-1 0 0,0-1 0,0 1 0,0 0 0,0-1 0,0 1 0,0 0 0,0 0 0,0 0 0,0 0 0,-1 0 0,1 0 0,0 0 0,-1 0 0,1 1 0,0-1 0,-1 0 0,0 0 0,1 0 0,-1 1 0,0-1 0,1 0 0,-1 0-1,0 1 1,0-1 0,0 0 0,0 1 0,-1 1 0,0 4-87,-1-1-1,-1 1 1,1-1-1,-1 0 0,0 0 1,0 0-1,-1-1 1,-7 10-1,-5 9-574,-23 30-1440,-6 13-985,40-59 3014,1 0 0,0 0-1,0 1 1,1-1 0,0 1-1,-2 12 1,6-19 166,-1-1 1,1 1 0,0-1-1,0 1 1,0-1-1,0 0 1,0 1-1,0-1 1,0 0 0,0 0-1,1 0 1,-1 0-1,0 0 1,1 0 0,-1 0-1,1 0 1,1 0-1,-2 0 86,6 2 76,-1 0 0,0 0 0,1-1 0,-1 0 0,1-1 0,12 2 0,12 4 462,-24-5-546,21 4 580,-1 2 1,1 1-1,-2 1 1,1 1 0,25 16-1,-50-25-760,0-1 0,0 1 0,0 0 0,0 0-1,-1 0 1,1 0 0,0 1 0,-1-1 0,0 0 0,0 1 0,0-1-1,0 1 1,0-1 0,0 1 0,0 4 0,0-2-14,0 0-1,0 0 1,-1 0 0,0 1 0,-1 7 0,0-8 4,0-1 0,-1 0 0,1 0 0,-1 0 0,0 0 0,0 0 0,0 0 0,-1 0 0,1-1 0,-1 1 1,0-1-1,-4 4 0,-6 5-22,-24 17 1,27-22-9,-6 4-781,0 0 0,-1-2 0,0 0 0,-1 0-1,-36 10 1,40-15-1144,0-1-1,0 0 0,0-1 0,-1-1 0,-14 0 0,-21-7-11182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1.817"/>
    </inkml:context>
    <inkml:brush xml:id="br0">
      <inkml:brushProperty name="width" value="0.035" units="cm"/>
      <inkml:brushProperty name="height" value="0.035" units="cm"/>
    </inkml:brush>
  </inkml:definitions>
  <inkml:trace contextRef="#ctx0" brushRef="#br0">563 535 12345,'-19'-14'2222,"15"11"-94,-6 26 3312,9-20-4016,-17-23 2228,16 18-3200,-25-23 70,20 17-488,-1 0 0,0 1 1,-11-8-1,-155-87-88,134 78 8,-61-42 41,85 54 70,0-1 0,0 0 1,-22-27-1,32 34-20,1-1 1,1 0-1,-1 0 1,1 0-1,-5-13 0,8 18-30,0-1 0,0 1 0,0-1-1,1 1 1,-1-1 0,1 0 0,-1 1-1,1-1 1,0 0 0,0 1 0,1-1-1,-1 1 1,0-1 0,1 0 0,0 1-1,-1-1 1,1 1 0,0-1-1,0 1 1,0 0 0,2-3 0,3-2 102,1 0 0,-1 0 0,1 1 0,0 0 0,1 1 0,-1 0 1,1 0-1,0 0 0,0 1 0,1 0 0,-1 1 0,1 0 0,0 0 1,0 1-1,14-2 0,-21 4-82,-1 0 1,1 0-1,0 0 0,-1 0 1,1 0-1,0 1 1,-1-1-1,1 0 1,-1 1-1,1 0 0,-1-1 1,1 1-1,-1 0 1,1 0-1,-1 0 0,0 0 1,1 0-1,-1 0 1,0 0-1,0 0 1,0 0-1,0 1 0,0-1 1,0 0-1,0 1 1,0-1-1,0 1 0,-1-1 1,1 1-1,-1-1 1,1 1-1,-1-1 0,1 1 1,-1 0-1,0-1 1,0 3-1,1 7 51,0 0-1,-1 0 0,-1 0 1,-1 12-1,1-18-79,-8 52 23,-3-1 0,-20 58 1,-7 29-458,33-115 95,1 1 0,1 0 0,1 30 0,3-52 234,0 1 0,1-1 0,0 1 0,0-1 0,0 1-1,1-1 1,1 0 0,-1 1 0,5 7 0,-5-11 14,0 0 0,1 0 0,-1-1 1,1 0-1,0 1 0,0-1 0,1 0 0,-1 0 0,0 0 1,1-1-1,0 0 0,-1 1 0,1-1 0,0 0 0,0-1 0,9 3 1,-3-1-217,1-1 1,0-1 0,-1 0 0,1-1-1,0 0 1,0 0 0,0-1-1,-1-1 1,1 0 0,0 0 0,11-5-1,18-7-3364,59-30-1,-52 21-1284,21-8-4768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2.100"/>
    </inkml:context>
    <inkml:brush xml:id="br0">
      <inkml:brushProperty name="width" value="0.035" units="cm"/>
      <inkml:brushProperty name="height" value="0.035" units="cm"/>
    </inkml:brush>
  </inkml:definitions>
  <inkml:trace contextRef="#ctx0" brushRef="#br0">317 1 14941,'-12'4'560,"7"-3"-168,0 0-1,0 1 1,0 0-1,0 0 1,1 0-1,-1 1 1,1 0-1,-1 0 1,1 0-1,0 0 1,-7 7-1,-31 36 1560,-68 82 1203,96-109-2892,1 0-1,1 1 1,0 0-1,2 1 1,-9 24-1,16-40-209,1 2 0,1-1 0,-1 0 0,1 0 0,0 1 0,1-1 0,0 0 0,0 1 0,0-1 0,0 0 0,3 10 0,-2-13-34,0 0 1,0 0-1,0 0 0,1 0 0,-1 0 1,1 0-1,0 0 0,0-1 1,0 1-1,0-1 0,0 1 1,1-1-1,-1 0 0,1 0 1,-1 0-1,1 0 0,0 0 1,0-1-1,0 1 0,0-1 1,0 0-1,0 1 0,4-1 1,11 4-45,0-2 1,0-1 0,0 0-1,1-1 1,25-2 0,-1-3-966,51-11-1,-84 13 549,1-1 0,-1 0 0,0-1 0,13-6 0,5-8-2582,-25 15 1758,1-1-1,-1 1 1,0 0-1,-1-1 1,5-5-1,4-10-8705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4:12.332"/>
    </inkml:context>
    <inkml:brush xml:id="br0">
      <inkml:brushProperty name="width" value="0.035" units="cm"/>
      <inkml:brushProperty name="height" value="0.035" units="cm"/>
    </inkml:brush>
  </inkml:definitions>
  <inkml:trace contextRef="#ctx0" brushRef="#br0">305 1 13709,'-21'5'2034,"21"-5"-1904,-1 1-1,1-1 0,0 1 1,0 0-1,0-1 0,0 1 0,0-1 1,0 1-1,0 0 0,0-1 1,0 1-1,0-1 0,0 1 0,0 0 1,0-1-1,0 1 0,1-1 1,-1 1-1,0 0 0,0-1 0,1 1 1,-1-1-1,1 1 0,0 2 373,-1 2-277,0 0 1,-1-1-1,1 1 1,-1 0 0,0 0-1,0-1 1,-1 1-1,1 0 1,-1-1-1,0 0 1,0 1-1,0-1 1,-1 0-1,-3 5 1,-10 19 618,-16 43 578,2 1-1,-39 152 0,69-223-1418,-69 387-410,47-225-3000,4-56-6632,12-63-966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3.100"/>
    </inkml:context>
    <inkml:brush xml:id="br0">
      <inkml:brushProperty name="width" value="0.035" units="cm"/>
      <inkml:brushProperty name="height" value="0.035" units="cm"/>
    </inkml:brush>
  </inkml:definitions>
  <inkml:trace contextRef="#ctx0" brushRef="#br0">81 268 6325,'-40'-5'1441,"32"4"867,7 1-2246,1 1 0,0-1 0,0 1 0,-1-1-1,1 1 1,0-1 0,-1 0 0,1 1 0,0-1 0,-1 1-1,1-1 1,-1 0 0,1 1 0,0-1 0,-1 0 0,1 0-1,-1 1 1,1-1 0,-1 0 0,1 0 0,-1 0 0,0 1-1,0-1 54,0 0 0,1 0 0,-1 1-1,0-1 1,0 0 0,1 1 0,-1-1 0,0 1-1,0-1 1,1 1 0,-1-1 0,1 1-1,-1 0 1,0-1 0,1 1 0,-1 0 0,1-1-1,-1 1 1,1 0 0,-1 1 0,-2 6 169,-1 5 284,3-5 4323,3-6-4793,-1 1 0,1 0 0,1-1 0,-1 0 0,0 1 0,0-1 0,4 2 1,26 8 158,0-1 1,0-2 0,51 8 0,44-4-15,188 29 17,-156-23-106,390 29-124,-54-45-302,-102-22 115,231-28-247,69-33 103,-13 7-149,-426 62 380,-130 12 27,186-5 145,-71 6-110,0-1 9,-167-5 16,181-8-18,-26 14-65,-123 7 88,-1-1-9,104 4 17,185-4-67,-97-18 49,-149 7-8,-28 2 20,42-1-39,-43 1-4,-55 0 23,337-18 159,-101 8-95,-166 8-70,199 3-85,29-2-16,-188 3 46,21 8 68,310-25-105,-173-7 45,238 12 25,-418 6 61,164-3-63,-129 0-19,577-10 95,-324 20 143,-154 2-140,-171-4-52,285-6 42,-44-3-25,-35-2 16,-221 7-4,79-6-36,25-5 8,-80 9 0,743-14 158,-707 20 100,147 12 625,-161-4-482,-3 0 122,187 4 645,-323-11-1274,0-1 1,0 0 0,0-1 0,-1 1 0,1-1 0,0 0 0,8-2 0,-13 2 47,1 1 1,-1 0 0,0 0-1,1-1 1,-1 1 0,1 0-1,-1-1 1,0 1 0,1 0-1,-1-1 1,0 1-1,1-1 1,-1 1 0,0-1-1,0 1 1,0 0 0,1-1-1,-1 1 1,0-1 0,0 1-1,0-1 1,0 1 0,0-1-1,0 1 1,0-1 0,0 1-1,0-2 1,0 0-102,-1 0-1,0 0 1,0 0-1,0 0 1,0 0-1,0 0 1,0 0-1,-1 0 1,1 0 0,-2-1-1,-34-33-3083,6 12-1659,-13-7-4022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5.021"/>
    </inkml:context>
    <inkml:brush xml:id="br0">
      <inkml:brushProperty name="width" value="0.035" units="cm"/>
      <inkml:brushProperty name="height" value="0.035" units="cm"/>
    </inkml:brush>
  </inkml:definitions>
  <inkml:trace contextRef="#ctx0" brushRef="#br0">32 214 7941,'-31'-12'12837,"48"15"-12230,6 2-155,0-2-1,0-1 1,34 0-1,25 1-17,570 20 453,-477-20-897,58 0-32,-13-1 70,-52 1 5,91 2-13,83-1-18,-215-4 4,68-3 12,-41-1-16,37-4 128,48-8-173,-54 6 6,-32-2 8,173-16 25,229-3-199,-465 30 186,70-4-13,11-2 173,-71 5-80,208-15-115,-126 13 79,-55 2-16,484-3 166,-355 1-77,35-2-17,-116 4-113,-76 2-25,60-3-4,232-2-36,-40 1 170,-239-2 37,336-11 399,-412 19-403,18-1 44,32-2 412,-57 2 4,2-6 133,-28 4 1186,18-12-4568,-26 9 1113,0 0 0,0 1 0,0-1 0,-1 1 0,1 0 0,-1 1 1,-8-3-1,-22-11-9551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6.232"/>
    </inkml:context>
    <inkml:brush xml:id="br0">
      <inkml:brushProperty name="width" value="0.035" units="cm"/>
      <inkml:brushProperty name="height" value="0.035" units="cm"/>
    </inkml:brush>
  </inkml:definitions>
  <inkml:trace contextRef="#ctx0" brushRef="#br0">649 12 10093,'34'-12'15846,"-45"29"-15813,-3 3-279,-1 0 1,0-1 0,-2 0-1,-24 20 1,27-27 94,-2 0 0,1-2 1,-1 0-1,0-1 0,-1 0 0,0-1 1,-1-1-1,-25 6 0,26-10 650,0-1 1,1-1-1,-23-2 0,18 1 49,-14-6 846,10 2-793,23 4-406,-13 12 174,10-4-337,1-1 0,0 1 1,0 0-1,1 0 0,0 1 0,0-1 0,1 1 1,0-1-1,1 1 0,-1 15 0,-3 5 13,-54 282 119,-22 145-164,78-430-5,-23 238-168,22-191 251,10 120 0,-6-184-14,1 1 0,1-1 0,0 0 0,0 0 1,1 0-1,0-1 0,1 1 0,0 0 0,0-1 0,0 0 1,1 0-1,1 0 0,8 9 0,-9-12 11,1 1 0,0-1 0,1-1 0,0 1 0,-1-1 0,1 0 0,0 0 0,1-1 0,-1 0 0,1-1 0,-1 1 0,1-1 0,0-1 0,0 0 0,13 1 0,19-2-150,0-2 1,0-1 0,-1-3-1,1-1 1,-1-1 0,53-20-1,-81 24-572,0-1-1,-1 0 0,1-1 1,11-8-1,15-14-4341,-25 15-2292,-8-3-4837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7.973"/>
    </inkml:context>
    <inkml:brush xml:id="br0">
      <inkml:brushProperty name="width" value="0.035" units="cm"/>
      <inkml:brushProperty name="height" value="0.035" units="cm"/>
    </inkml:brush>
  </inkml:definitions>
  <inkml:trace contextRef="#ctx0" brushRef="#br0">0 829 11861,'4'14'741,"1"15"2524,0-63 1665,15-15-2839,-14 38-1891,-1 0 0,7-23 1,-9 21-187,2-6-170,-1-1-1,0 1 0,-1-1 1,-1 0-1,-2-31 0,-1 37-42,0 9 97,0-1 0,0 1 0,1 0 0,0-1-1,1-6 1,25 22 184,-13-1 57,-1 0 0,19 19 0,-22-19-110,1 0 0,0-1 1,0 0-1,14 7 0,-22-14-169,11 8-137,-11-8 226,0 0 1,0 0 0,0 0 0,0-1-1,0 1 1,0-1 0,0 1-1,0-1 1,0 0 0,1 0 0,-1 1-1,0-2 1,0 1 0,0 0-1,0 0 1,3-1 0,37-13 77,-4 1 107,3 8 30,0 2 0,0 2-1,0 1 1,0 3 0,60 10-1,-27 2-15,-71-15-163,-4-3-962,-1-5 878,-1 1 0,-1 0 1,1 0-1,-1 1 1,0-1-1,0 1 0,-9-9 1,-42-42 295,32 35 437,22 19-560,0 1 0,0-1-1,0 1 1,0-1 0,1 0 0,-1 0 0,1 1 0,0-1 0,-1 0 0,1 1 0,1-6 0,0 3 1,0 0 0,0 0 0,1 1 0,0-1 0,0 0 0,0 0 0,0 1 0,1-1 0,0 1 0,-1 0 0,2 0 0,-1 0 0,0 0 0,1 1 0,0-1 0,0 1 0,0 0 0,8-5 0,7-4-110,2 2 0,39-16 0,-48 21-110,-4 1-14,0 0-1,0 0 1,-1-1 0,0 0-1,0 0 1,0-1 0,0 0-1,-1 0 1,0-1 0,0 1-1,-1-1 1,0-1 0,7-12-1,-3 3 352,-1 0 0,-1-1-1,-1 0 1,0 0-1,3-25 1,-8 39-36,0 0 0,0 1 0,0 0 0,0-1 0,1 1 0,-1 0 0,1-1 1,0 1-1,0 0 0,0 0 0,0 0 0,1 1 0,-1-1 0,4-2 0,-6 5-138,0 0-1,1 0 1,-1-1 0,0 1-1,0 0 1,0 0 0,0 0-1,0 0 1,0 0 0,0 0 0,1 0-1,-1 0 1,0-1 0,0 1-1,0 0 1,0 0 0,0 0-1,0 0 1,0 0 0,0-1-1,0 1 1,0 0 0,0 0 0,0 0-1,0 0 1,0 0 0,0-1-1,0 1 1,0 0 0,0 0-1,0 0 1,0 0 0,0 0-1,0-1 1,0 1 0,0 0 0,0 0-1,0 0 1,0 0 0,0-1-1,-8-33 1814,-7 48-1341,8-5-436,1 1 0,0-1-1,0 1 1,1 0 0,1 1-1,-5 14 1,-18 72 8,20-66-37,5-25-22,-13 53-32,-12 98 0,22-113-80,3-33 68,0-1 0,0 1 0,2 0 0,-1 0 1,1 0-1,1 1 0,0-2 0,1 1 0,0 0 0,3 11 1,9 12-86,-13-31 119,0-1 0,0 0-1,0 1 1,1-1 0,-1 1 0,1-1-1,-1 0 1,1 0 0,0 0 0,0 0-1,-1 0 1,1 0 0,1-1 0,-1 1-1,0-1 1,0 1 0,1-1 0,-1 0-1,1 0 1,-1 0 0,1 0-1,-1 0 1,1-1 0,-1 1 0,1-1-1,0 1 1,-1-1 0,1 0 0,0 0-1,-1 0 1,1-1 0,0 1 0,-1-1-1,1 1 1,0-1 0,4-2 0,6-3 7,1 0 1,-2-1-1,1-1 1,-1 0-1,14-12 1,-18 14-23,14-13-66,30-31 0,-34 31-650,2 1 1,29-23 0,-25 20-436,-22 19 677,1 5 332,0 0 0,-1 1-1,1-1 1,-1 0-1,4 7 1,9 27-338,-12-30 465,0 0 0,0 0-1,0 0 1,1 0 0,7 10 0,-8-14 62,0 0 1,-1-1 0,1 1 0,0-1 0,0 0 0,1 0 0,-1 0-1,0 0 1,1-1 0,-1 0 0,1 1 0,-1-1 0,1 0 0,0-1-1,6 2 1,8-1 121,0 0-1,0-2 1,-1 0-1,1 0 1,33-9-1,87-31 427,-114 33-519,9-4 48,0 0-1,0-3 1,41-24-1,-70 37-147,-1-1 1,0 0-1,1 0 1,-1 0 0,-1-1-1,1 1 1,2-4-1,-1 3-44,-3 2-118,-2-2 32,-6-27-101,6 30 258,0-1 1,0 1-1,0 0 0,0 0 1,-1 0-1,1-1 0,0 1 1,-1 0-1,1 0 0,0 1 0,-1-1 1,1 0-1,-3 0 0,-2-3-64,-10-4 113,13 8 70,11 8-62,2 3-17,1 0 1,17 25-1,-19-23-15,1 0 0,1-1 0,15 15 0,21 6 15,-42-31-40,-1 0 0,0-1-1,1 1 1,-1-1 0,1 0 0,0 0 0,-1-1 0,1 1-1,-1-1 1,1 0 0,0 0 0,-1-1 0,1 1-1,0-1 1,5-2 0,3 1-22,8-2 15,-1 0 1,0-2-1,0 0 1,-1-1-1,35-19 1,85-61-279,-74 44 132,23-17-387,-86 59 430,19 14-3,-19-8 89,-2 9 29,1 1 1,0 0-1,1-1 0,5 19 1,-6-29 44,0 0 0,0 0 0,0 0 0,1-1 0,-1 1 0,1 0 0,0-1 0,0 1 0,1-1 0,-1 0 0,1 0 0,-1 0 0,1 0 0,0 0 0,0 0 0,0-1 0,1 0 0,-1 1 0,1-1 1,-1 0-1,8 2 0,3-1 171,0 0 0,0-2 1,0 0-1,0 0 1,0-1-1,21-3 0,84-18 907,-106 18-1043,373-78 1564,-380 78-1580,-4 2-34,0 1 0,0-1-1,1 0 1,-1 1 0,0 0-1,1-1 1,-1 1 0,0 0-1,1 0 1,-1 1 0,3-1-1,-1 0 54,-19 9-125,9-5-11,0 0 0,0 1 0,1-1 0,-8 9 0,12-11-99,2 0-25,0 0 150,0 0-1,0 0 1,0 0-1,1 0 1,-1 0 0,1 0-1,-1 0 1,1 0 0,0 0-1,0-1 1,0 1-1,2 1 1,0-1-74,1 0 0,0-1 0,-1 1 0,1-1 0,0 0 0,7 0 0,26 2-1645,1-1 0,69-8 1,-13 1-5154,-27 4-1767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8.469"/>
    </inkml:context>
    <inkml:brush xml:id="br0">
      <inkml:brushProperty name="width" value="0.035" units="cm"/>
      <inkml:brushProperty name="height" value="0.035" units="cm"/>
    </inkml:brush>
  </inkml:definitions>
  <inkml:trace contextRef="#ctx0" brushRef="#br0">0 555 12613,'6'-2'1150,"0"-1"0,0 0 0,0-1 1,6-4-1,19-12 1318,-10 11-1709,-1-2 0,0 0 0,-1-1 0,24-20 0,-35 26-795,-1-1 0,0 0 1,0 0-1,0-1 0,-1 0 0,-1 0 0,1-1 1,-1 1-1,-1-1 0,1 0 0,-1-1 0,-1 1 1,0-1-1,0 1 0,-1-1 0,-1 0 0,1 0 1,-1 0-1,-1 0 0,0 0 0,0 0 0,-3-14 1,1 11-259,-1 0 1,0 0-1,-1 1 1,0-1-1,-7-11 1,8 17-2,0 0 1,-1 1 0,0 0-1,-1-1 1,1 2 0,-1-1-1,0 0 1,-1 1 0,1 0-1,-11-7 1,10 9 85,-3-3-139,0 0 0,-1 1 1,-12-5-1,15 7 424,0-1 0,0 0 0,1 1 0,-10-9 2711,31 9-1504,-10 2-1111,0 0 0,0 0 0,0 1 0,1 0 0,-1 0 0,0 1 0,0-1 0,8 2 0,42 14 616,-42-12-519,3 2-44,0 1-1,-1 0 0,0 0 1,-1 2-1,0 0 1,0 0-1,-1 1 0,0 1 1,21 23-1,-8-4-545,-2 1 1,40 67-1,-61-92-152,-1-1-1,0 1 0,1-1 0,-2 1 0,1 0 0,-1 0 0,0 0 1,1 9-1,3 19-7792,1-17-1686</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9.359"/>
    </inkml:context>
    <inkml:brush xml:id="br0">
      <inkml:brushProperty name="width" value="0.035" units="cm"/>
      <inkml:brushProperty name="height" value="0.035" units="cm"/>
    </inkml:brush>
  </inkml:definitions>
  <inkml:trace contextRef="#ctx0" brushRef="#br0">252 752 11333,'2'0'2255,"-7"-4"-1209,4 3-672,-1 0 1172,-1 0-1222,0 1 1,0 0-1,-1 0 1,1 0-1,0 0 1,0 1-1,0-1 1,-5 2-1,7-2-44,-9 3-17,0 1 0,0 0-1,1 0 1,-1 1-1,1 0 1,0 0-1,-12 11 1,17-13-195,-11 7 96,1 1 1,0 0-1,1 1 1,0 1-1,1 0 1,0 0-1,-10 17 1,21-29-147,1-1 0,-1 1 1,1 0-1,0 0 0,-1 0 1,1 0-1,0 0 0,-1 0 1,1 0-1,0 0 0,0 0 1,0 0-1,0 0 0,0 0 1,0 0-1,0 0 0,0 0 0,0 0 1,0 0-1,1 0 0,-1 0 1,0 0-1,1 1 0,0-1 6,1 1-1,-1 0 1,0 0-1,1-1 1,-1 1 0,1-1-1,-1 1 1,1-1-1,0 0 1,3 2-1,0 0 11,-1-1 1,2 0-1,-1 0 0,0 0 0,0-1 1,0 1-1,1-1 0,8 0 1,1-2-112,-1-1 1,1 0 0,-1-1-1,0-1 1,0 0 0,0-1-1,-1 0 1,0-1 0,0-1-1,0 0 1,-1-1 0,0 0-1,0-1 1,-1 0 0,0-1-1,0 0 1,-2 0 0,1-2-1,-1 1 1,12-21 0,-1-19-141,-19 48 225,0 0 0,0 0 0,-1-1 0,1 1 1,-1 0-1,0 0 0,0-1 0,0 1 0,-1-6 0,0 2 16,1 3 289,-2 5-311,-1 0-1,1 1 1,0-1 0,0 1 0,0-1-1,0 1 1,1 0 0,-1 0-1,0 0 1,-2 3 0,4-2 19,-1 0 1,1 0 0,-1 0 0,1 0-1,0 0 1,0 0 0,0 0-1,0 0 1,1 0 0,0 0 0,-1 0-1,1 0 1,0 0 0,0-1-1,0 1 1,1 0 0,-1-1-1,1 1 1,-1 0 0,1-1 0,3 4-1,0 0 42,1 0-1,0 0 0,1-1 0,-1 0 1,1 0-1,14 8 0,-14-9-38,0 0 0,1-1-1,-1 0 1,1 0 0,0-1-1,0 0 1,14 2 0,-7-3-110,1-1 0,-1-1 0,0 0 0,0 0 0,0-2 0,0 0 0,0-1 0,-1 0 0,1-1 0,-1-1 0,0 0 0,-1-1 0,1 0 1,-1-1-1,-1-1 0,17-13 0,85-63-1720,-49 39 1552,-63 44 458,-2 4-177,-1 0 0,0 0 0,1 0 0,-1-1 0,0 1 0,0 0 0,0 0 0,-1-1 0,-1 3 0,-5 8 117,-18 49 1010,25-59 507,6-2-1391,4-2-209,1 0-1,-1 0 1,1-1-1,-1 0 0,0-1 1,0 0-1,0 0 1,0-1-1,-1 0 1,8-6-1,-12 8-103,1 0-1,-1 0 1,0 1-1,1 0 1,-1-1-1,1 2 1,0-1 0,0 1-1,0-1 1,0 1-1,0 1 1,0-1-1,8 0 1,-8 2-17,-1 0 0,0 0-1,1 0 1,-1 0 0,0 1 0,0-1 0,0 1 0,0 0-1,0 0 1,-1 1 0,1-1 0,-1 1 0,1 0 0,-1 0-1,0 0 1,4 4 0,16 21-237,-11-12-82,28 27-1,-34-38 342,-1 0 0,1 0 0,1-1-1,-1 0 1,1 0 0,-1-1 0,1 1 0,0-2 0,0 1-1,1-1 1,-1 0 0,0 0 0,1-1 0,-1 0 0,1 0 0,-1-1-1,1 0 1,0 0 0,-1-1 0,1 0 0,11-3 0,8-5-11,0-1 0,-1-1 0,-1-1 0,0-2 0,-1 0 1,0-1-1,-1-2 0,-1 0 0,0-2 0,-2 0 0,0-1 0,-1-1 1,-1-1-1,17-26 0,-9 6 364,-1-1 0,-2-1 0,-3-1 1,-1-1-1,-2 0 0,-2-1 0,10-57 0,-24 96-23,0 0 0,-1 1 0,0-1 0,0 0 0,-1 1 0,0-1 0,-3-12 0,1 3 89,2 9-78,-1 0 1,1 0 0,-5-11-1,6 18-285,0 0-1,0 1 0,-1-1 1,1 0-1,0 1 0,0-1 1,0 1-1,-1-1 1,1 1-1,0-1 0,-1 0 1,1 1-1,0-1 1,-1 1-1,1-1 0,-1 1 1,1 0-1,0-1 1,-1 1-1,1-1 0,-1 1 1,0 0-1,1-1 1,-1 1-1,1 0 0,-1 0 1,1-1-1,-1 1 1,0 0-1,1 0 0,-1 0 1,1 0-1,-1 0 1,0 0-1,1 0 0,-1 0 1,0 0-1,1 0 1,-1 0-1,1 0 0,-1 0 1,0 1-1,1-1 1,-1 0-1,1 0 0,-1 1 1,0-1-1,0 1 1,-3 3 40,0-1 0,1 1 0,-1 1 0,1-1 0,0 0 0,0 1 0,0-1-1,1 1 1,-1 0 0,-2 10 0,-3 10 126,-4 27 0,3-10-1,-25 114 184,7 1 0,-11 252 1,37-371-991,2 1 0,1 0 0,2-1 0,12 55 0,-11-69-192,-4-17-235,0 1 0,0-1 1,1 1-1,0-1 0,4 8 0,-6-14 649,1 0 0,-1 0 0,0-1 0,1 1-1,-1 0 1,1 0 0,-1 0 0,1-1-1,0 1 1,-1 0 0,1-1 0,0 1-1,-1 0 1,1-1 0,1 2 0,-1-3-351,0 1 1,1 0 0,-1 0 0,0 0 0,0-1 0,0 1-1,0-1 1,0 1 0,0-1 0,0 1 0,0-1 0,0 1-1,1-2 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9.748"/>
    </inkml:context>
    <inkml:brush xml:id="br0">
      <inkml:brushProperty name="width" value="0.035" units="cm"/>
      <inkml:brushProperty name="height" value="0.035" units="cm"/>
    </inkml:brush>
  </inkml:definitions>
  <inkml:trace contextRef="#ctx0" brushRef="#br0">391 6 12145,'-9'-2'343,"0"1"1,0-1-1,0 2 0,0 0 0,0 0 0,0 0 1,0 1-1,0 0 0,0 1 0,0 0 1,0 1-1,1 0 0,-17 7 0,-3 6 64,0 2 0,1 0 0,1 2 0,1 1 0,1 1 0,1 1 0,-24 30 0,45-51-311,0 1 0,0-1 0,0 1 0,0 0 0,1 0 0,-1-1 0,1 1 0,-1 0 0,1 0 1,0 1-1,0-1 0,0 0 0,1 0 0,-1 0 0,1 1 0,0-1 0,0 0 0,0 1 0,1 5 0,0-6-19,0 0-1,0 0 1,1-1-1,-1 1 1,1 0 0,0-1-1,-1 1 1,1-1-1,0 1 1,1-1-1,-1 0 1,0 0-1,1 0 1,-1 0 0,1 0-1,-1 0 1,1-1-1,0 0 1,0 1-1,3 0 1,15 5 206,0-1-1,0 0 1,1-2 0,0 0-1,38 0 1,114-8 433,-167 3-693,475-41-595,-475 41 398,0 1 0,1-1 1,-1 0-1,0-1 0,0 1 1,0-2-1,0 1 0,0-1 1,0 0-1,0 0 0,-1-1 0,0 1 1,9-8-1,-3-1-261,-12 11 416,0 1 0,0-1 0,0 0 0,0 0 0,0 1 0,0-1 0,0 0-1,-1 0 1,1 1 0,0-1 0,0 0 0,0 1 0,-1-1 0,1 0 0,0 0 0,-1 1 0,1-1 0,-1 1 0,1-1 0,-1 0 0,0 0 0,1 1 3,-2-3 138,-1 1-1,1-1 1,0 1-1,-1-1 1,0 1 0,1 0-1,-1 0 1,0 0-1,0 0 1,0 1 0,0-1-1,-1 1 1,1 0-1,0 0 1,-1 0 0,1 0-1,0 1 1,-1-1-1,1 1 1,-5 0 0,5 0 336,-14 8 352,16-7-740,-1 0 0,1 0 0,-1 0-1,1 0 1,0 0 0,-1 0 0,1 1-1,0-1 1,0 0 0,0 1-1,0-1 1,0 1 0,0-1 0,0 1-1,1-1 1,-1 1 0,0 1 0,0 1 18,0 0 0,0 1 0,1-1 1,0 0-1,0 0 0,0 0 1,1 5-1,2 9 80,0-1 1,11 29-1,-9-28-80,-2-9-435,1 0 1,-1-1-1,10 17 1,2-5-5508,-9-15-1055,-10-18-4631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39.889"/>
    </inkml:context>
    <inkml:brush xml:id="br0">
      <inkml:brushProperty name="width" value="0.035" units="cm"/>
      <inkml:brushProperty name="height" value="0.035" units="cm"/>
    </inkml:brush>
  </inkml:definitions>
  <inkml:trace contextRef="#ctx0" brushRef="#br0">15 0 15685,'0'0'4657,"-9"12"-13590,4-1 508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0.370"/>
    </inkml:context>
    <inkml:brush xml:id="br0">
      <inkml:brushProperty name="width" value="0.035" units="cm"/>
      <inkml:brushProperty name="height" value="0.035" units="cm"/>
    </inkml:brush>
  </inkml:definitions>
  <inkml:trace contextRef="#ctx0" brushRef="#br0">3 207 9317,'-2'22'2283,"7"-20"1067,15-5-1325,-7 1-600,-1 1-1,21 1 1,10 0 118,-17-2-1314,0 3 1,1 0-1,-1 1 0,32 8 0,-49-9-749,-6 0-221,6 16-1792,-9-17 2435,0 1 0,1 0 0,-1-1 0,0 1 0,1 0 0,-1-1 0,0 1 0,1-1 0,-1 1 0,1-1 0,-1 1 0,1-1 0,-1 1 0,1-1 0,0 1 0,-1-1 0,1 0 0,-1 1 0,1-1 0,0 0 0,-1 1 0,1-1 0,0 0 0,-1 0 0,1 0 0,0 0 0,0 0 0,-1 0 0,1 0 0,0 0 0,-1 0 0,1 0 0,0 0 0,0 0 0,-1 0 0,1 0 0,0-1 0,-1 1 0,1 0 0,1-1 0,4-1 67,4-1-346,0-1-1,1 0 1,-2-1-1,1 0 1,15-11-1,44-38 674,-25 18 692,112-69 4517,-109 76-1906,-44 27-2447,-1 4-101,0 1-933,0-1 0,0 1-1,0 0 1,-1 0 0,1 0-1,-1 0 1,0 0 0,1 0 0,-2 0-1,1 1 1,0-1 0,-1 0-1,1 0 1,-1 1 0,0-1 0,0 0-1,-1 5 1,-1 10 129,-1 0 0,-5 18 0,2-13 5,-34 126 517,-85 209 1,26-90-1585,92-244 523,0-3-229,0 0 1,-16 31-1,21-47 268,0-1 0,-1-1-1,1 1 1,-1 0 0,1 0 0,-1-1-1,-1 0 1,1 0 0,0 0 0,-1 0-1,1 0 1,-1 0 0,0-1 0,0 0-1,0 0 1,0 0 0,0 0 0,-6 1 0,1-1-773,-15 2-1626,4-5-3715,-14-10-4196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1.098"/>
    </inkml:context>
    <inkml:brush xml:id="br0">
      <inkml:brushProperty name="width" value="0.035" units="cm"/>
      <inkml:brushProperty name="height" value="0.035" units="cm"/>
    </inkml:brush>
  </inkml:definitions>
  <inkml:trace contextRef="#ctx0" brushRef="#br0">0 404 11873,'1'-3'115,"0"-5"290,1-1 0,0 1 1,1 0-1,-1 0 0,2 1 0,-1-1 0,7-10 0,-8 15-163,0 0 1,0-1-1,-1 1 1,0 0 0,1-1-1,-1 1 1,0-1-1,0 0 1,-1 1 0,1-1-1,-1 1 1,0-1-1,0-5 1,0 4-103,0 0 0,0 1 1,1-1-1,0 0 0,0 0 1,0 0-1,3-6 0,2-3-31,-4 11-251,-5 4-992,0 1 1093,1 0 0,-1 0 1,0 0-1,1 0 1,-1 0-1,1 0 0,0 1 1,0-1-1,-1 1 0,2-1 1,-1 1-1,0 0 0,1 0 1,-1 0-1,1 0 0,0 0 1,0 0-1,0 1 1,-1 5-1,1-3 67,0 0 0,0 0 0,1 0 1,0 0-1,0 0 0,0 0 0,1 0 0,0 0 1,0 0-1,3 10 0,-3-14 8,0 0 1,0 0 0,0-1-1,0 1 1,0-1-1,0 1 1,1-1-1,-1 0 1,0 1-1,1-1 1,-1 0-1,1 0 1,-1 0-1,1 0 1,0 0-1,-1 0 1,1 0-1,0-1 1,0 1-1,0-1 1,-1 1-1,1-1 1,0 0-1,0 1 1,0-1-1,3 0 1,4-1 44,0 0-1,0 0 1,0-1 0,9-3 0,-17 5-74,17-5 103,0-2 0,-1 0 0,0-1 0,0 0 0,16-12 0,-1-2 140,39-36 0,-22 13 33,-27 23 308,1 1-1,30-20 1,-47 37-185,-1-1 0,0 0 0,0 1 0,0-1-1,-1-1 1,1 1 0,-1-1 0,0 0-1,-1 0 1,1 0 0,-1 0 0,-1 0 0,4-11-1,-2 6 78,1 37 386,-3-2-661,-2 0-1,0 0 1,-4 34 0,-18 74-46,11-67-460,8-48-165,0 0 0,-2-1 1,1 0-1,-13 27 0,14-37-12,0 0 0,0-1 0,0 0 1,-1 1-1,0-1 0,0-1 0,-1 1 0,1-1 0,-1 1 0,0-1 1,0-1-1,0 1 0,-1-1 0,1 0 0,-9 4 0,-22 5-6161,15-3-4047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1.210"/>
    </inkml:context>
    <inkml:brush xml:id="br0">
      <inkml:brushProperty name="width" value="0.035" units="cm"/>
      <inkml:brushProperty name="height" value="0.035" units="cm"/>
    </inkml:brush>
  </inkml:definitions>
  <inkml:trace contextRef="#ctx0" brushRef="#br0">38 6 17014,'-32'-6'2424,"26"21"2704,15-4-10696,-1 1-93,7 5-4692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1.504"/>
    </inkml:context>
    <inkml:brush xml:id="br0">
      <inkml:brushProperty name="width" value="0.035" units="cm"/>
      <inkml:brushProperty name="height" value="0.035" units="cm"/>
    </inkml:brush>
  </inkml:definitions>
  <inkml:trace contextRef="#ctx0" brushRef="#br0">66 1 14969,'0'28'2605,"-3"-2"-265,1-8-284,2 5-280,-3-3-332,0 6-364,3 2-196,-3 21-171,-3-11-161,3-4-264,3-14-464,-3 12-652,1 0-529,-7-9-999,3-3-844,-17-26-14606</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1.612"/>
    </inkml:context>
    <inkml:brush xml:id="br0">
      <inkml:brushProperty name="width" value="0.035" units="cm"/>
      <inkml:brushProperty name="height" value="0.035" units="cm"/>
    </inkml:brush>
  </inkml:definitions>
  <inkml:trace contextRef="#ctx0" brushRef="#br0">41 1 14581,'0'0'3945,"-11"9"-3477,2-1-736,0 15-6481,-2 3-2244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2.533"/>
    </inkml:context>
    <inkml:brush xml:id="br0">
      <inkml:brushProperty name="width" value="0.035" units="cm"/>
      <inkml:brushProperty name="height" value="0.035" units="cm"/>
    </inkml:brush>
  </inkml:definitions>
  <inkml:trace contextRef="#ctx0" brushRef="#br0">0 947 10953,'18'5'2049,"-30"11"5596,17 12-6017,-4-25-218,18-27-1742,-4-9 223,-13 25 103,1 1 0,0 0 0,1 1 0,-1-1 0,1 0 0,9-9-1,-6 7 93,1 1-1,0 1 0,1-1 1,12-7-1,-19 13-50,1 0 0,0 1 0,0-1 1,0 1-1,1 0 0,-1 0 0,0 0 1,0 0-1,0 0 0,1 1 0,-1-1 0,1 1 1,-1 0-1,0 0 0,1 0 0,-1 0 0,0 1 1,6 1-1,-5 1-13,1 0 0,0 0 0,-1 1 0,0 0 0,0 0 0,0 0 0,0 0 0,-1 0 0,0 1 0,0 0 0,0-1 1,4 10-1,0 4-260,0-1 0,6 25 1,-3-10-343,-10-31 559,0 0-1,0 0 1,0 0-1,1 0 1,-1 0-1,0-1 0,1 1 1,-1 0-1,1 0 1,-1-1-1,1 1 1,-1 0-1,1 0 0,-1-1 1,1 1-1,0-1 1,-1 1-1,1 0 1,0-1-1,-1 1 0,1-1 1,0 0-1,0 1 1,0-1-1,-1 0 0,1 1 1,0-1-1,0 0 1,0 0-1,0 0 1,0 0-1,0 0 0,-1 0 1,1 0-1,0 0 1,0 0-1,0 0 1,0 0-1,0 0 0,0-1 1,-1 1-1,1 0 1,0-1-1,0 1 1,0-1-1,0 0 0,41-48-52,1 2 0,65-55 0,-94 91 110,-7 4 17,0 2 1,0-1 0,1 1 0,0 0 0,15-7-1,-21 12-32,0-1-1,0 1 0,0-1 0,0 1 0,0 0 1,0 0-1,0 0 0,1 0 0,-1 0 0,0 0 1,0 0-1,0 1 0,0-1 0,0 1 0,0-1 1,0 1-1,0 0 0,0 0 0,0 0 0,0 0 1,-1 0-1,1 1 0,0-1 0,-1 0 0,1 1 1,-1-1-1,1 1 0,-1 0 0,2 2 0,5 9 0,0 0 0,-1 1 0,-1 0 0,0 0 0,-1 1 0,6 27 0,-6-23-221,0-1 0,2 0 0,15 33 0,-20-46 134,1 0-1,-1-1 1,1 1 0,0-1 0,1 0 0,-1 1 0,1-1 0,-1-1-1,1 1 1,0-1 0,1 1 0,-1-1 0,1-1 0,-1 1 0,1 0 0,0-1-1,0 0 1,0 0 0,0-1 0,0 1 0,0-1 0,7 1 0,-5-2 53,0 1 0,0-1 0,0 0 0,0-1 0,0 0 0,0 0 0,0 0 1,0-1-1,0 0 0,0 0 0,-1-1 0,1 0 0,-1 0 0,0-1 0,8-4 1,16-16 80,-1-1 0,-1-1 1,-2-1-1,0-2 1,-2 0-1,-1-2 1,-1 0-1,-2-2 1,16-34-1,-6 2 515,-3 0 0,-3-2 0,28-131 0,-45 167-27,-3-1 0,0 0 1,-2 1-1,-1-1 0,-2 0 1,-7-48-1,7 73-395,0 0 0,-1 0 0,0 0 0,-5-9 0,7 14-133,-1 1-1,1-1 1,-1 1 0,0 0 0,0-1 0,0 1 0,1 0 0,-1-1 0,-1 1 0,1 0 0,0 0-1,0 0 1,0 0 0,-1 0 0,1 0 0,0 1 0,-1-1 0,1 0 0,0 1 0,-1-1 0,1 1-1,-1-1 1,1 1 0,-1-1 0,0 1 0,-1 0 0,0 1-9,1-1 0,-1 1 0,1 0 0,0 0 0,-1 0 0,1 0 0,0 1 0,0-1 0,0 1 0,0-1 0,0 1 0,-3 2 0,-20 25 109,16-16-85,1 1 1,1-1 0,0 1-1,-9 26 1,-13 63 69,29-102-111,-22 101 122,4 0 0,5 2 0,0 139 1,15-75-14,33 218 0,-23-305-141,7 67-377,-19-136 142,1 0 0,1 0 0,0 0 0,0-1 0,1 1 0,1-1 0,-1 1 0,10 16 0,-11-31-193,0-1 1,0 0 0,0 0-1,-1 0 1,2-7 0,-2-17-253,-1 1 1,-1-1 0,-7-33-1,-1-22-682,4-18 747,3 0 0,6-1 0,20-133 0,27-10 2667,-40 186-1454,-10 55-520,-3 5-1473,0 1 896,0-1 0,0 1-1,0 0 1,0-1 0,1 1-1,-1 0 1,1 0 0,-1 0-1,1 1 1,-1-1 0,-1 4-1,-1 2-1505,-11 16-5791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2.875"/>
    </inkml:context>
    <inkml:brush xml:id="br0">
      <inkml:brushProperty name="width" value="0.035" units="cm"/>
      <inkml:brushProperty name="height" value="0.035" units="cm"/>
    </inkml:brush>
  </inkml:definitions>
  <inkml:trace contextRef="#ctx0" brushRef="#br0">190 0 18762,'-7'15'1692,"-1"0"0,-18 24 1,17-25-1197,0 0 0,0 0-1,-6 17 1,-6 23-247,2 1 0,3 1 0,2 1 0,3 0 0,-6 85 0,13-101-801,-1 59-1012,12-30-2557,-7-69 3965,0 0 1,0 1 0,0-1 0,1 1 0,-1-1-1,1 1 1,-1-1 0,1 0 0,-1 1 0,1-1-1,0 0 1,0 1 0,-1-1 0,1 0 0,0 0-1,0 0 1,0 0 0,0 0 0,1 0 0,-1 0-1,0 0 1,0 0 0,1-1 0,-1 1 0,3 1-1,-2-2-48,1 0 0,-1 0 0,0 0 0,0 0 0,1 0 0,-1-1 0,0 1-1,1-1 1,-1 1 0,0-1 0,0 0 0,0 0 0,0 0 0,1 0 0,-1 0-1,-1 0 1,4-3 0,82-68-2200,-10 8 5059,-62 52-1853,-5 6 468,0-1 0,-1-1 0,0 0 0,0 0 1,-1 0-1,0-1 0,10-15 0,-18 24-1218,0 0 0,0 0 0,0-1 0,0 1 1,0 0-1,1-1 0,-1 1 0,0 0 0,0-1 0,0 1 0,0 0 1,0 0-1,1-1 0,-1 1 0,0 0 0,0 0 0,1-1 0,-1 1 1,0 0-1,0 0 0,1 0 0,-1-1 0,0 1 0,1 0 0,-1 0 1,0 0-1,0 0 0,1 0 0,-1 0 0,0 0 0,1 0 0,-1 0 1,0 0-1,1 0 0,-1 0 0,0 0 0,1 0 0,-1 0 0,0 0 0,1 0 1,-1 0-1,0 0 0,1 0 0,-1 0 0,0 1 0,0-1 0,1 0 1,-1 0-1,0 0 0,0 0 0,1 1 0,-1-1 0,0 0 0,0 0 1,1 1-1,-1-1 0,0 0 0,0 0 0,0 1 0,0-1 0,0 0 1,1 1-1,-1-1 0,0 0 0,0 1 0,1 2 184,1 0 0,-1 0 0,0 0 0,-1 0 1,1 0-1,1 7 0,-3 5 119,0 0 0,-1 1-1,0-1 1,-1 0 0,-7 22 0,-2 6-191,-12 60-4482,24-102 4086,0 0 0,-1-1 0,1 1 0,-1 0 0,1-1 0,-1 1 0,1 0 0,-1-1 0,1 1 0,-1-1 0,0 1 0,1-1 0,-1 1 0,0-1 0,1 1 0,-1-1 0,0 0 1,0 1-1,1-1 0,-1 0 0,0 0 0,-1 1 0,0 0-912,-12 3-5757,7-14-4387</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3"/>
    </inkml:context>
    <inkml:brush xml:id="br0">
      <inkml:brushProperty name="width" value="0.035" units="cm"/>
      <inkml:brushProperty name="height" value="0.035" units="cm"/>
    </inkml:brush>
  </inkml:definitions>
  <inkml:trace contextRef="#ctx0" brushRef="#br0">164 0 10409,'-86'6'424,"72"-12"-584,-15 18-1128,0-1-1476,23 4-873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3.282"/>
    </inkml:context>
    <inkml:brush xml:id="br0">
      <inkml:brushProperty name="width" value="0.035" units="cm"/>
      <inkml:brushProperty name="height" value="0.035" units="cm"/>
    </inkml:brush>
  </inkml:definitions>
  <inkml:trace contextRef="#ctx0" brushRef="#br0">255 0 12633,'-7'3'523,"1"0"1,-1 0-1,0-1 0,1 0 0,-10 1 0,9-2-175,1 0 0,0 1 0,0 0 0,0 0 0,0 0 0,1 1 0,-11 6 0,-10 7 766,20-12-542,-1 0 1,1 0-1,-12 11 4883,15-16-4880,-31-4 253,31 5-134,0 2-606,-1 1-68,2-2-59,0 1 1,0-1 0,1 0 0,-1 0 0,1 1 0,-1-1 0,1 1 0,-1 0 0,1-1 0,0 1 0,0 0-1,0 0 1,0-1 0,0 1 0,0 0 0,1 0 0,-1 0 0,0 0 0,1 0 0,-1 3 0,-4 33-1725,2-25 371,1 1 0,0 16 0,2-26 953,0-1 0,0 0 1,0 0-1,1 0 0,0 0 0,-1 0 1,1 0-1,0 0 0,0 0 0,0 0 1,1 0-1,-1 0 0,1-1 1,3 6-1,-4-7 82,0 0 0,1 0 1,-1-1-1,0 1 0,0 0 0,0 0 1,1-1-1,-1 1 0,0 0 0,1-1 1,-1 0-1,0 1 0,2-1 0,31 4-7391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3.643"/>
    </inkml:context>
    <inkml:brush xml:id="br0">
      <inkml:brushProperty name="width" value="0.035" units="cm"/>
      <inkml:brushProperty name="height" value="0.035" units="cm"/>
    </inkml:brush>
  </inkml:definitions>
  <inkml:trace contextRef="#ctx0" brushRef="#br0">607 632 7305,'-41'8'2343,"-74"4"-1,-20 2-702,68 1 276,-124 45 1,178-55-1297,1 1 1,-18 10-1,30-16-581,0 1-1,-1 0 0,1-1 1,0 1-1,0-1 0,-1 1 1,1 0-1,0-1 0,0 1 0,0-1 1,0 1-1,0 0 0,0-1 1,0 1-1,0 0 0,0-1 0,0 1 1,0 0-1,0-1 0,0 1 1,0-1-1,1 1 0,-1 0 1,0-1-1,0 1 0,1-1 0,0 2 1,6 11 349,-5-12-320,0 1 1,0-1-1,0 0 0,0 0 0,0 0 1,0-1-1,0 1 0,1 0 0,-1-1 1,0 0-1,0 1 0,1-1 0,2 0 1,33-3 543,5-3-20,0-1 1,0-3-1,0-1 1,-2-3-1,49-21 1,-67 24-526,-1-1 0,0-1 0,-1-1 1,0-1-1,-1-1 0,-1 0 1,-1-1-1,0-2 0,-1 1 0,23-36 1,-28 35-284,-2 0 0,0-1 0,-1-1 0,-1 1 0,-1-1 0,0-1 0,-2 1 0,-1-1 0,3-32 0,-6 35 29,0 0 0,-1 0 0,-1 0-1,-1 0 1,-1 0 0,-1 1 0,0-1-1,-1 1 1,-1 0 0,-1 0 0,-12-23-1,18 39 173,-1 0 0,1-1 0,-1 1 0,1 0 0,-1 0 0,1 0 0,-1 0 0,0 0 0,0 1 0,0-1 0,0 0 0,0 1 0,-1 0-1,1-1 1,0 1 0,-1 0 0,-4-1 0,5 1 27,0 1 1,0 0-1,0 0 0,-1 1 1,1-1-1,0 0 0,0 1 1,0-1-1,0 1 0,0-1 0,0 1 1,0 0-1,0 0 0,0 0 1,0 0-1,0 1 0,1-1 1,-1 0-1,0 1 0,1-1 0,-3 3 1,0 2 52,-1 0 0,1 0 1,0 1-1,1-1 0,0 1 1,0 0-1,0 0 1,1 0-1,0 0 0,0 0 1,-1 10-1,0 14 421,-1 40-1,4-70-477,0 87 971,17 151 0,-10-193-830,2 0 1,2-1-1,2-1 1,2 0-1,23 47 0,-25-66-233,1-1-1,1 0 0,1-1 0,24 27 0,-24-33-1453,32 26 1,-34-32-1551,0-1 0,28 15 1,-22-17-8025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6:44.014"/>
    </inkml:context>
    <inkml:brush xml:id="br0">
      <inkml:brushProperty name="width" value="0.035" units="cm"/>
      <inkml:brushProperty name="height" value="0.035" units="cm"/>
    </inkml:brush>
  </inkml:definitions>
  <inkml:trace contextRef="#ctx0" brushRef="#br0">27 33 13737,'-16'29'2021,"15"-27"203,8-17-59,-5 13-1925,1-1 1,0 1 0,-1 0 0,1 0 0,0 0-1,0 0 1,0 0 0,0 0 0,1 1 0,-1 0-1,0 0 1,1 0 0,-1 0 0,5-1 0,8-2-50,-5 0-84,-1 0 0,1 1 0,0 1 0,0 0 0,0 0 0,0 1 0,0 0 0,0 1 0,0 0 0,1 1 0,-1 1 0,0-1 0,0 2 0,-1-1-1,1 2 1,16 6 0,-22-7-49,0 1 1,-1-1-1,1 1 0,-1 0 0,0 0 0,0 0 0,-1 1 0,1-1 0,-1 1 0,3 6 0,3 6 194,10 30 0,-17-41-197,16 45 287,-3 2-1,10 63 0,6 111 529,-30-216-821,18 170 975,-11 363 0,-15-440-662,-4 0 0,-5-2 0,-5 0 0,-66 198 0,21-153-1218,58-131 661,-1-1 1,0-1-1,-1 1 1,-1-2-1,0 0 1,-1 0-1,-15 13 1,23-22-169,-1-1 0,1 0 0,-1 0 1,1-1-1,-1 1 0,0-1 0,0 0 0,0 0 1,0 0-1,0-1 0,-1 0 0,1 0 1,0 0-1,-7-1 0,6 0-700,1-1 0,-1 0 0,0 0 0,1 0 0,-1-1 0,1 1 0,-1-2 0,-5-2 0,-26-16-11299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03.208"/>
    </inkml:context>
    <inkml:brush xml:id="br0">
      <inkml:brushProperty name="width" value="0.035" units="cm"/>
      <inkml:brushProperty name="height" value="0.035" units="cm"/>
    </inkml:brush>
  </inkml:definitions>
  <inkml:trace contextRef="#ctx0" brushRef="#br0">2378 256 8077,'-10'0'188,"-3"1"2074,12 1-1091,8 2-498,10 3 3416,-15-7-3570,22-8 555,-22 8 173,-2-2-1194,-1-1 0,0 1 0,0 0 0,0 0-1,0-1 1,0 1 0,-1 0 0,1 0 0,-1 0 0,1 1 0,-1-1 0,0 0 0,1 0 0,-1 1 0,0-1 0,-3-1 0,-79-39 535,-9-5-457,44 28-95,0 2 1,0 2 0,-2 2-1,0 2 1,-52-3 0,21 2-34,41 6 27,-59-2 0,2 7-24,-80 1 24,160 1-29,-287 27-2,221-16 12,-122 22 34,131-18-39,-115 28 42,160-35-35,1 2-1,0 0 0,0 2 0,-31 20 0,36-16 27,1 1-1,1 0 0,0 2 0,2 1 0,0 0 1,1 2-1,2 0 0,-21 35 0,24-32-32,1 0-1,1 1 0,1 1 1,1 0-1,2 1 0,1-1 0,1 1 1,2 1-1,-2 44 0,5-27-11,3 0 0,1 0 0,3-1 0,1 1-1,18 56 1,-3-36-22,3-2-1,3 0 0,3-2 0,67 102 0,37 20-17,-121-170 42,-1-1 1,2 0 0,0-1 0,19 13-1,72 39-10,-38-33 10,86 29-1,-96-39 41,-8-6-49,78 16-1,-55-16 83,-23-6-71,96 8 0,53-12 34,-80-4-2,-44-2-43,19 0-50,144-1 91,-89-3-32,-71 0 19,0-3 0,-1-4 1,79-21-1,116-40 102,-241 62-72,0 0 0,-1-2 0,0-1 0,52-32-1,-70 37-16,8-5 20,0-1 0,-1 0 0,0-2 0,-2 0 0,29-32 0,-37 35-15,2 1 97,-1-1-1,-1 0 1,0-1 0,-1 0-1,0-1 1,-1 0 0,7-22-1,18-171 1492,-29 179-1394,-1 0-1,-1 0 0,-1 0 1,-2 0-1,-1 0 0,-12-52 0,3 37-10,7 21-8,0 1 0,-2 1 0,-1-1 0,0 1 0,-2 0 1,-23-38-1,-141-189 638,155 219-692,2-1 0,-14-33 0,11 22 27,11 27-134,-1-1 0,-1 2 0,0-1-1,-1 2 1,0-1 0,-1 2 0,0-1 0,-18-10-1,9 8-42,1 2 0,-37-15 0,8 4 17,-61-34-153,-123-58 343,171 87-2283,-120-34 0,160 57 231,-1 1 0,-37-3 0,-14 5-5536,4 0-2906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14.026"/>
    </inkml:context>
    <inkml:brush xml:id="br0">
      <inkml:brushProperty name="width" value="0.035" units="cm"/>
      <inkml:brushProperty name="height" value="0.035" units="cm"/>
    </inkml:brush>
  </inkml:definitions>
  <inkml:trace contextRef="#ctx0" brushRef="#br0">115 55 4504,'20'-29'2234,"-17"15"3867,18 2 1957,-18 19-8040,-1-1 1,0 0 0,0 1 0,0-1 0,-1 1-1,0 0 1,-1-1 0,1 1 0,-2 9 0,-2 62 25,-6 85 76,-70 611 859,24-9-761,47-626-531,8-120 367,0-15-86,-1-2-12,-4 25-76,5-25 14,-6-28-10517,0-11 2345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07.769"/>
    </inkml:context>
    <inkml:brush xml:id="br0">
      <inkml:brushProperty name="width" value="0.035" units="cm"/>
      <inkml:brushProperty name="height" value="0.035" units="cm"/>
    </inkml:brush>
  </inkml:definitions>
  <inkml:trace contextRef="#ctx0" brushRef="#br0">32 34 3720,'0'0'8663,"-3"0"-8350,-2 0-1689,-15 0 6509,17-3-1679,11-2-2438,-2 3-899,0 1 0,0 0 1,0-1-1,-1 2 0,1-1 0,0 1 0,0 0 0,7 1 0,22-2 228,214-18 1295,-144 20-1359,-22 1-84,-42-2-169,45 6 0,23 2 130,-29-4-209,-50-1 46,38-1 1,-42-2 62,37 5 0,-23-2 108,9 2-58,-46-4-180,-5 0-1241,-6 2 1188,5-2-284,-1 1-1,0 0 0,0-1 1,0 0-1,0 0 1,-1 0-1,-3 0 1,4-1-326,0 0-1,0 0 1,-1-1 0,1 1-1,0-1 1,0 0 0,0-1-1,0 1 1,1 0 0,-1-1-1,0 0 1,0 0 0,1 0-1,0 0 1,-5-4 0,-1-3-4714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08.190"/>
    </inkml:context>
    <inkml:brush xml:id="br0">
      <inkml:brushProperty name="width" value="0.035" units="cm"/>
      <inkml:brushProperty name="height" value="0.035" units="cm"/>
    </inkml:brush>
  </inkml:definitions>
  <inkml:trace contextRef="#ctx0" brushRef="#br0">24 0 6533,'-23'23'11991,"38"-20"-11021,13 4 77,43 3-1,-42-6-631,44 10 0,-18 1 7,-1 2 0,77 37 1,-61-16-25,-70-38-395,0 0 0,0 0 0,1 0-1,-1 0 1,0 0 0,0 1 0,0-1-1,0 0 1,0 0 0,1 0 0,-1 0-1,0 0 1,0 0 0,0 0 0,0 1-1,0-1 1,0 0 0,0 0 0,0 0 0,0 0-1,0 1 1,0-1 0,0 0 0,1 0-1,-1 0 1,0 0 0,0 0 0,0 1-1,0-1 1,0 0 0,0 0 0,0 0 0,-1 0-1,1 1 1,0-1 0,0 0 0,0 0-1,0 0 1,0 0 0,0 0 0,0 1-1,0-1 1,0 0 0,0 0 0,-1 0 0,-1 7 26,-1 0 0,0 0 0,0-1 0,-1 1 0,1-1 0,-2 0 0,1 0 0,-6 6 0,-1-2-33,-1 0-1,1 0 1,-18 10-1,0-2-310,-1-2-1,-1 0 1,-1-2 0,-40 12 0,-33 2-3279,4-9-5143,80-15 1175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35.725"/>
    </inkml:context>
    <inkml:brush xml:id="br0">
      <inkml:brushProperty name="width" value="0.035" units="cm"/>
      <inkml:brushProperty name="height" value="0.035" units="cm"/>
    </inkml:brush>
  </inkml:definitions>
  <inkml:trace contextRef="#ctx0" brushRef="#br0">2 24 5557,'1'-1'162,"0"0"0,-1 0 0,1 0 0,0 0 1,0 1-1,-1-1 0,1 0 0,0 0 1,0 1-1,0-1 0,8-2 10155,-7 2-9511,10-7-492,-12 8-286,0 0 0,1 0 0,-1-1-1,0 1 1,0 0 0,0 0 0,0 0 0,0 0-1,0 0 1,0-1 0,1 1 0,-1 0 0,0 0-1,0 0 1,0 0 0,0 0 0,0 0 0,1 0-1,-1 0 1,0 0 0,0 0 0,0 0 0,0 0-1,1 0 1,-1-1 0,0 1 0,0 0 0,0 0-1,1 1 1,-1-1 0,0 0 0,0 0-1,0 0 1,0 0 0,1 0 0,-1 0 0,0 0-1,0 0 1,0 0 0,0 0 0,0 0 0,1 0-1,-1 0 1,0 1 0,0-1 0,0 0 0,0 0-1,0 0 1,0 0 0,1 1 0,-5 18 132,-7 32 180,-3 54 0,2 202 312,27 314 1,-5-357-995,0-197-1823,-9-63 343,-16-24-13206</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36.570"/>
    </inkml:context>
    <inkml:brush xml:id="br0">
      <inkml:brushProperty name="width" value="0.035" units="cm"/>
      <inkml:brushProperty name="height" value="0.035" units="cm"/>
    </inkml:brush>
  </inkml:definitions>
  <inkml:trace contextRef="#ctx0" brushRef="#br0">111 1 7169,'-11'14'9036,"11"-10"-8219,-12 139 1402,3-64-1692,-6 60 102,-7 88 3,14-56-329,-4 120-64,12-267-702,-1-1 1,-4 24-1,-2-19-2819,-2-1-3654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42.897"/>
    </inkml:context>
    <inkml:brush xml:id="br0">
      <inkml:brushProperty name="width" value="0.035" units="cm"/>
      <inkml:brushProperty name="height" value="0.035" units="cm"/>
    </inkml:brush>
  </inkml:definitions>
  <inkml:trace contextRef="#ctx0" brushRef="#br0">27 1 6569,'0'0'7604,"-26"0"-18793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07.567"/>
    </inkml:context>
    <inkml:brush xml:id="br0">
      <inkml:brushProperty name="width" value="0.035" units="cm"/>
      <inkml:brushProperty name="height" value="0.035" units="cm"/>
    </inkml:brush>
  </inkml:definitions>
  <inkml:trace contextRef="#ctx0" brushRef="#br0">150 32 5845,'-11'-29'2140,"10"26"634,-1 4-2231,0 0-598,-3 1 474,1-1 1,-1 2 0,0-1 0,1 0 0,0 1 0,-1 0 0,-6 7 0,9-9-109,0 0-19,-18 17 586,13-11-384,-1-1 0,1 0 0,-13 7 0,18-12 1637,-1 0-1960,-7 0-169,0 2 672,10-3-666,0 0 1,0 0-1,0 1 1,0-1 0,0 0-1,0 1 1,0-1 0,0 0-1,0 0 1,0 1 0,0-1-1,1 0 1,-1 0 0,0 0-1,0 1 1,0-1 0,0 0-1,0 0 1,0 1 0,1-1-1,-1 0 1,0 0 0,0 0-1,0 0 1,1 1-1,-1-1 1,0 0 0,0 0-1,1 0 1,-1 0 0,0 0-1,0 0 1,0 0 0,1 1-1,-1-1 1,0 0 0,1 0-1,-1 0 1,0 0 0,7 3 30,0 0 0,0-1 1,0 0-1,1 0 0,-1 0 1,0-1-1,1 0 1,12-1-1,67-4 199,-42 0-76,83-6-116,-15 0 99,-60 7-201,-15 0 35,-1 2 1,49 5-1,-70-3 17,-1-1 0,0 0 0,31-6 0,16 0-1,80-3 129,283 8-189,-308 8 90,39 1-55,152-2-14,96 32 108,-310-27-61,-31-1 22,25 3 109,94-7-197,-25-2 70,97 5-27,27 0 143,318 25-148,-393-30 5,-157-4 24,242 6 38,-130 0 145,-45 0-180,-20-3 83,133 1 256,89-9-1626,-404 13-8811,29-5 1339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12.874"/>
    </inkml:context>
    <inkml:brush xml:id="br0">
      <inkml:brushProperty name="width" value="0.035" units="cm"/>
      <inkml:brushProperty name="height" value="0.035" units="cm"/>
    </inkml:brush>
  </inkml:definitions>
  <inkml:trace contextRef="#ctx0" brushRef="#br0">207 68 4556,'0'-1'73,"0"1"0,-1 0 0,1 0 0,0-1 0,0 1-1,-1 0 1,1 0 0,0-1 0,0 1 0,-1 0 0,1-1-1,0 1 1,0 0 0,0-1 0,0 1 0,0 0 0,-1-1-1,1 1 1,0 0 0,0-1 0,0 1 0,0 0 0,0-1-1,0 1 1,0-1 0,0 1 0,0 0 0,0-1 0,1 1-1,-1 0 1,0-1 0,0 1 0,0 0 0,0-1 0,0 1-1,1 0 1,-1-1 0,14 3 2500,-3 0 6367,-25 7-8724,11-7-194,-1 0 0,0 0-1,1-1 1,-1 1 0,0-1 0,0 1 0,-7 0-1,-19 7 38,1 4-126,21-11 32,1 1 0,-1 0 0,1 1 0,-1-1 0,1 1 0,0 1 0,1 0 0,-1-1 0,1 2 0,0-1 0,0 1 0,1 0 0,-1 0 0,-7 13 0,1 5 1,11-22 26,1 2 45,2 16 45,0-1 0,1 0 1,9 31-1,-10-47-99,-1 1 1,1-1-1,0 0 1,-1 0-1,1 0 1,1 0-1,4 5 1,3 5-112,15 17-856,-24-28 760,2-1 161,1-1 0,-1 1 1,0 0-1,0 0 0,1 0 1,-1 0-1,5 3 0,-7-4 45,2 2-90,-1-3-6,19-6-43,-10 5 37,-1-2 0,0 1 0,0-2 0,9-4 0,-15 7 67,0 0-1,0 1 0,0 0 1,0 0-1,1 0 0,-1 0 0,0 1 1,1-1-1,6 2 0,-10-2 46,1 1-1,0 0 1,-1 0-1,1-1 1,-1 1-1,1-1 1,-1 0-1,1 1 1,-1-1-1,1 0 1,0-1-1,6-1-17,-6 2 3,0-1 20,1-1 1,-1 1 1,1 0-1,0 0 1,0 0-1,0 0 1,3-1-1,-5 2 2,1 0 66,25-10 24,-25 10 232,1-2-165,0 1 0,0-1-1,1 0 1,-1 1-1,7-3 1,13-10 16,-20 14-79,-3 0-96,1 0 1,0 0 0,-1 1 0,1-1 0,0 0 0,0 0 0,-1 1 0,1-1-1,0 0 1,0 1 0,0-1 0,0 1 0,0-1 0,2 0 0,11-7 1014,7-11-488,-18 17-266,-1 0-4,-2 2-167,24-16 1312,-25 13-1276,-1-33 80,2 32-147,-2 3-42,1 0-1,-1-1 1,1 1 0,0-1 0,0 1 0,0-1-1,-1 1 1,2-1 0,-1 0 0,0 1-1,0-1 1,0 0 0,1 0 0,-1 0-1,1 0 1,0 0 0,-1 1 0,1-1-1,0-3 1,0 3 1,-1-1 0,1 0-1,-1 1 1,1-1-1,-1 0 1,0 1 0,0-1-1,-2-2 1,-46-63 453,48 66-693,1 1 170,-1 0-1,1 1 0,-1-1 1,1 0-1,0 0 0,-1 1 1,0-1-1,1 0 1,-1 1-1,1-1 0,-1 1 1,0-1-1,1 1 0,-1-1 1,0 1-1,1-1 0,-1 1 1,0 0-1,0-1 0,0 1 1,-13-10-2491,-11-18-1980,15 19 383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19.182"/>
    </inkml:context>
    <inkml:brush xml:id="br0">
      <inkml:brushProperty name="width" value="0.035" units="cm"/>
      <inkml:brushProperty name="height" value="0.035" units="cm"/>
    </inkml:brush>
  </inkml:definitions>
  <inkml:trace contextRef="#ctx0" brushRef="#br0">420 49 4068,'0'0'4705,"2"-1"-3937,7-4-1293,-2-1 5220,-7 5-4587,0 1 1,0-1-1,-1 1 1,1-1-1,0 1 1,0-1-1,-1 1 1,1 0-1,0-1 1,-1 1-1,1 0 1,0-1-1,-1 1 1,1 0-1,-1-1 1,1 1-1,-1 0 1,1 0-1,0-1 1,-1 1-1,1 0 1,-1 0-1,0 0 1,-3-2-48,0 0-1,-1 0 1,1 1 0,-1 0-1,1 0 1,-1 0 0,-8 0-1,11 1-43,-15-6 252,2 3-195,1 0-1,-1 0 0,-19 0 1,31 3 32,-13 4-172,13-2 75,-10 1-91,4-2 80,0 1-1,0 1 1,0 0 0,0 0 0,-12 7 0,19-9 19,-24 9-1,9-2-46,5-4 54,9-3-3,1 0-117,-40 22 116,40-21 2,1-2-23,-1 1 1,1-1 0,0 1 0,-1 0-1,1 0 1,0-1 0,-1 1 0,1 0-1,0 0 1,0 0 0,0 0 0,0 0-1,0 1 1,0-1 0,0 0 0,0 0-1,1 1 1,-2 1 0,-11 24-82,12-26 55,0 3 98,0-2-48,-2 8-31,0 0-1,-1 0 0,-7 14 1,8-20 37,2-1-10,-13 23-73,11 3-20,3-27 160,1 1-184,2 6 105,0-1 0,1 1 0,0-1 0,8 11 1,-11-17 50,2 0-57,-1 0 0,0 0-1,0 0 1,1 0 0,0 0-1,-1-1 1,1 1 0,3 1-1,23 1 27,-26-3-58,14 4 79,29 1-119,-43-6 156,0 0-55,28 0-14,-28 0-44,1 0 62,61 3 72,-62-3 129,12-5 97,57-15 315,-47 9-737,-8 2 166,19-9-47,-33 17-19,-1-1 67,0 0 19,14-13 121,-11 12-137,0-1 0,-1 0 1,0-1-1,1 1 0,-2-1 0,7-8 0,-9 11 25,-1-2-62,0-64 178,-2 63-200,0 0 1,0 0 0,0 0 0,0 1 0,-6-9 0,5 10 10,0 1 1,0 0-1,0-1 1,0 1 0,0 0-1,-6-2 1,1 0-31,6 2 71,-13-1-29,-64-11 334,64 12-327,-2 0-118,0 1 1,0 1 0,0 0-1,0 1 1,0 1-1,0 1 1,1 0-1,-23 8 1,18-3-1401,-31 14 1,6 5-5116,20-10-1285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20.900"/>
    </inkml:context>
    <inkml:brush xml:id="br0">
      <inkml:brushProperty name="width" value="0.035" units="cm"/>
      <inkml:brushProperty name="height" value="0.035" units="cm"/>
    </inkml:brush>
  </inkml:definitions>
  <inkml:trace contextRef="#ctx0" brushRef="#br0">2647 32 4024,'0'0'3867,"0"-2"-3315,4-6-1018,2-3 3849,-6 11-3309,1 0 0,-1 0 0,1 0 0,-1 1 0,1-1 0,-1 0 1,0 0-1,1 0 0,-1 0 0,0 1 0,1-1 0,-1 0 0,0 0 0,1 0 0,-1 1 1,0-1-1,1 0 0,-1 1 0,0-1 0,0 0 0,1 1 0,-1-1 0,0 0 0,0 1 1,0-1-1,1 0 0,-1 1 0,0-1 0,0 1 0,0 0 0,1 0 49,0 0 0,0 0 0,0 0 0,0 0 0,0 0-1,0 0 1,0-1 0,0 1 0,0 0 0,1 0 0,-1-1-1,0 1 1,1-1 0,-1 1 0,0-1 0,1 0 0,-1 1 0,0-1-1,1 0 1,-1 0 0,1 0 0,1 0 0,8 1 4507,-28 0-4278,-43 5-50,31-2-215,0-1 0,-40-2-1,-53-2-73,19 2 114,-406-32-38,-234 13 214,197 41-111,529-22-203,-277 35 15,256-32-42,27-3 74,0 0 1,0 1 0,-16 4-1,11-2 1940,1-4-3768,11 0 608,1 0 0,0-1 0,0 1 0,0-1 0,0 0 0,0 0 0,0 0 0,0-1 0,0 1 0,0-1 0,-3-1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8:21.444"/>
    </inkml:context>
    <inkml:brush xml:id="br0">
      <inkml:brushProperty name="width" value="0.035" units="cm"/>
      <inkml:brushProperty name="height" value="0.035" units="cm"/>
    </inkml:brush>
  </inkml:definitions>
  <inkml:trace contextRef="#ctx0" brushRef="#br0">523 15 5853,'14'-6'6748,"-10"6"-6156,27 0 510,-28 0 2228,-1-1-3095,22-6 361,-22 6 232,-5 3-742,-127 58 174,64-31-278,-108 64 0,144-73 191,1 2 0,1 0 0,0 2 0,2 2-1,-44 54 1,68-77-104,0 0 0,0 0 0,0 0 0,0 0 0,1 0 0,-1 0 0,1 0 0,0 1 0,0-1 0,0 0 0,1 1 0,-1-1 0,1 1 0,-1-1 0,1 0 0,1 1 0,-1-1 0,0 1 0,1-1 0,-1 1 0,1-1 0,0 0 0,0 1 0,1-1 0,-1 0 0,1 0 0,-1 0 0,1 0 0,0 0 0,0 0 0,0-1 0,0 1 0,1-1 0,4 4 0,7 6 370,0-1 0,1 0 0,0-1 0,1-1 0,18 8 0,22 8 638,75 22 0,11 5-334,-41-7-328,-38-17-1296,-2-2-3452,-87-41-7144,11 0 2160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5.227"/>
    </inkml:context>
    <inkml:brush xml:id="br0">
      <inkml:brushProperty name="width" value="0.035" units="cm"/>
      <inkml:brushProperty name="height" value="0.035" units="cm"/>
    </inkml:brush>
  </inkml:definitions>
  <inkml:trace contextRef="#ctx0" brushRef="#br0">279 9 5513,'3'-8'599,"-6"8"-192,-6 0 3256,20 26-2009,-11-25-1605,1-1 0,-1 1 1,1-1-1,-1 1 0,1-1 0,-1 0 0,1 1 0,-1-1 0,1 0 0,0 1 0,-1-1 0,1 0 0,0 0 0,-1 1 0,1-1 0,-1 0 0,1 0 0,0 0 0,1 0 0,0 0 135,10 7 518,-9-6 156,-1-1 8,27 0 762,-26 0 923,-1 1-2239,22 6 242,-21-6 283,-7-1-757,-182-5-65,51 10-94,126-4 300,0 1 0,0 0 1,-11 3-1,18-4 341,6 0 117,39 9 846,57 16 430,-89-23-1815,-1 1 1,0 0 0,-1 1 0,1 0-1,-1 0 1,0 1 0,10 8 0,-15-10-105,0 0 0,0 0 0,-1 1 0,1-1 0,-1 1 0,0 0 0,0 0 0,0 0 0,-1 0 0,0 0 1,0 0-1,0 1 0,-1-1 0,0 1 0,0 0 0,0 5 0,-1-2-152,0 0-1,0 0 1,-1 0-1,-1 0 1,1 0-1,-1 0 1,-1-1-1,0 1 1,-5 10-1,4-11-177,0-1 0,0 0-1,-1 0 1,0 0 0,0 0 0,-1-1-1,1 0 1,-1 0 0,-1-1 0,1 0-1,-1 0 1,-9 5 0,10-7-281,0 0 0,0 0 0,-1 0 0,1-1 1,-1 0-1,-9 1 0,10-2-266,0-1 1,0 0-1,1 0 1,-1 0-1,0-1 0,0 1 1,0-1-1,-5-2 0,-19-10-8265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5.864"/>
    </inkml:context>
    <inkml:brush xml:id="br0">
      <inkml:brushProperty name="width" value="0.035" units="cm"/>
      <inkml:brushProperty name="height" value="0.035" units="cm"/>
    </inkml:brush>
  </inkml:definitions>
  <inkml:trace contextRef="#ctx0" brushRef="#br0">194 20 5240,'-45'-17'1474,"36"14"-821,7 6-43,-10 28 1732,11-30-2176,1 1 0,-1-1 1,0 0-1,0 0 0,0 0 1,0 0-1,0 0 0,0 0 0,0 0 1,-1 0-1,1 0 0,0-1 0,0 1 1,-3 0-1,-7 6 1862,-16 11 60,20-14-1687,0 0 0,0 1 0,0 0 0,1 0 0,0 1-1,-11 11 1,15-14-330,1 0 0,-1-1 0,1 1-1,0 0 1,-1 0 0,1 0 0,1 0 0,-1 0-1,0 0 1,1 0 0,0 0 0,-1 0 0,1 0 0,0 0-1,1 0 1,-1 0 0,0 0 0,1 0 0,0 0-1,0 0 1,0 0 0,0 0 0,0 0 0,0 0 0,1-1-1,-1 1 1,1 0 0,0-1 0,2 3 0,6 7 20,0-1 1,1 0 0,0-1-1,18 14 1,-19-17-181,1 0-1,0 0 1,0-1-1,15 6 1,21 2-3323,-26-13-2257,-10-1 3561,20 2-5590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6.128"/>
    </inkml:context>
    <inkml:brush xml:id="br0">
      <inkml:brushProperty name="width" value="0.035" units="cm"/>
      <inkml:brushProperty name="height" value="0.035" units="cm"/>
    </inkml:brush>
  </inkml:definitions>
  <inkml:trace contextRef="#ctx0" brushRef="#br0">100 1 9057,'-65'12'1633,"65"-12"-1571,-1-1 0,1 1 0,-1 0 0,0 0 0,1 0 0,-1 0-1,1 0 1,-1 1 0,0-1 0,1 0 0,-1 0 0,1 0 0,-1 0 0,1 1 0,-1-1 0,1 0 0,-1 0 0,0 1 0,1-1 0,0 0 0,-1 1 0,1-1 0,-2 1 0,-1 8 954,0-2-511,0 1 0,0-1 0,1 0 0,0 1 1,0 0-1,0 8 0,2-13-405,0 0 0,0 0 0,1 0 1,0 0-1,-1 0 0,1 0 0,0 0 0,0 0 0,1 0 0,-1 0 0,0 0 1,1-1-1,0 1 0,0 0 0,0-1 0,0 0 0,0 1 0,0-1 1,3 2-1,0 0 121,0-1 1,0 0 0,0 0 0,1 0-1,-1-1 1,1 0 0,-1 0-1,1 0 1,0 0 0,0-1 0,0 0-1,11 0 1,-8 0 125,0-1 0,0-1 1,0 1-1,-1-2 0,1 1 0,-1-1 1,1 0-1,10-5 0,-11 3-16,0-1 0,0 0-1,-1 0 1,1-1 0,-1 0 0,-1 0 0,1-1-1,6-8 1,8-8-112,-19 21-720,-5-1-283,0-1 466,-1-1 0,0 1 0,0 0 0,0 0 0,0 0 0,-1 1 0,1-1 0,-1 1 0,0 0 0,-7-3 0,-1 1-2212,1 1 0,-1 0 1,-21-3-1,2 0-7519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6.610"/>
    </inkml:context>
    <inkml:brush xml:id="br0">
      <inkml:brushProperty name="width" value="0.035" units="cm"/>
      <inkml:brushProperty name="height" value="0.035" units="cm"/>
    </inkml:brush>
  </inkml:definitions>
  <inkml:trace contextRef="#ctx0" brushRef="#br0">67 95 7165,'-1'-1'136,"0"0"1,-1 0 0,1 1 0,0-1-1,0 0 1,0 1 0,-1-1 0,1 1-1,0-1 1,0 1 0,-1 0 0,1 0-1,0-1 1,-1 1 0,1 0 0,-1 0 0,1 0-1,0 0 1,-1 1 0,1-1 0,0 0-1,-1 1 1,1-1 0,0 0 0,0 1-1,-1 0 1,-1 0 0,0 1-156,2-1 113,-1 0 1,1 1-1,0-1 0,0 1 0,0 0 1,0-1-1,0 1 0,0 0 1,0-1-1,1 1 0,-1 0 1,0 0-1,1 2 0,-2 0 441,-7 28 438,8-29-191,11 9 1048,-1 1 1735,-8-12-3438,1 1 1,-1-1-1,0 1 1,1-1-1,0 0 1,-1 1-1,1-1 1,0 0-1,0 0 1,0 0-1,0-1 1,0 1-1,0 0 1,0-1-1,0 1 0,0-1 1,0 0-1,3 1 1,-2-2 66,0 0 1,0 0 0,0 0-1,0 0 1,0 0-1,0-1 1,0 0-1,0 1 1,0-1-1,-1 0 1,1 0-1,3-4 1,5-6 418,-1 0 0,0 0 1,0-1-1,12-24 0,-17 29-363,-2 4-239,-2 2-58,1-1 0,0 1 1,-1 0-1,0-1 1,1 0-1,-1 1 0,0-1 1,1-3-1,1 6-514,28-5-966,-28 5 699,0-2 42,3-3 264,0 0 0,0 0 0,1 1 0,0 0 0,0 1 0,0-1 0,1 1 0,-1 1 0,1-1 0,-1 1 0,1 1 0,0-1 1,0 1-1,0 1 0,8-1 0,-8 1 109,5-1-1536,1 1 0,20 2 0,-6 3-4592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7.186"/>
    </inkml:context>
    <inkml:brush xml:id="br0">
      <inkml:brushProperty name="width" value="0.035" units="cm"/>
      <inkml:brushProperty name="height" value="0.035" units="cm"/>
    </inkml:brush>
  </inkml:definitions>
  <inkml:trace contextRef="#ctx0" brushRef="#br0">61 163 9117,'-14'-12'9571,"31"12"-7634,6-4-342,-20 3-1420,-1 0 1,1 0-1,0 0 1,0 1-1,0-1 1,0 1 0,0 0-1,0 0 1,0 0-1,5 1 1,-1 1-181,1-1 1,-1 1 0,0-2-1,0 1 1,1-1-1,-1 0 1,0 0 0,0-1-1,1 0 1,-1 0-1,0-1 1,0 0-1,0 0 1,0 0 0,9-6-1,-15 7-63,0 0 1,0 0-1,0 0 0,0 0 0,0 0 1,0-1-1,-1 1 0,1 0 0,0 0 1,-1-1-1,1 1 0,-1 0 0,1-1 1,-1 1-1,0-1 0,0 1 0,0 0 0,1-1 1,-1 1-1,-1-1 0,1 1 0,0 0 1,0-1-1,0 1 0,-1-1 0,1 1 1,-1 0-1,1-1 0,-2-1 0,1-1-162,-1 0 0,-1 0 0,1 0-1,0 0 1,-1 1 0,0-1-1,-5-5 1,-1 3 51,-1 0 0,0 0 0,0 1 0,0 1 0,-1 0 0,0 0 0,0 1 0,0 0 1,0 1-1,0 0 0,-20-1 0,25 3 347,0 0 0,-1 1 1,1-1-1,0 1 0,-1 0 1,1 1-1,-9 2 1,13-3-121,0 0 0,1 0 0,-1 0 1,1 0-1,-1 0 0,1 1 1,-1-1-1,1 0 0,0 1 0,0-1 1,0 1-1,-1-1 0,2 1 0,-1-1 1,0 1-1,0 0 0,0 0 1,1-1-1,-1 1 0,1 0 0,-1 0 1,1 0-1,0 0 0,0-1 0,-1 1 1,2 0-1,-1 0 0,0 3 1,1-2 25,0 0 1,-1 0 0,1 0 0,0 0 0,1 0 0,-1-1 0,0 1 0,1 0-1,0-1 1,-1 1 0,1-1 0,0 1 0,0-1 0,1 0 0,-1 0 0,0 0 0,1 0-1,-1 0 1,1 0 0,-1-1 0,4 2 0,8 3 269,0 0-1,29 9 1,-32-12-196,22 5-148,0-2 0,1-1 0,0-1 1,64-2-2,-91-2-138,0-1-1,0 0 0,0-1 0,0 1 1,-1-2-1,1 1 0,-1 0 0,1-1 1,-1-1-1,0 1 0,0-1 0,0 0 0,5-5 1,10-9-826,36-39 0,-52 51 882,6-5 475,1 0 1,17-11-1,-20 15 96,-8 7-434,0 1 1,0-1-1,0 0 1,-1 1 0,1-1-1,0 1 1,0-1 0,0 1-1,-1-1 1,1 1-1,0-1 1,-1 1 0,1 0-1,0-1 1,0 3 0,-1-3 10,4 3 36,-1 0 0,0 1 0,0 0 1,0-1-1,-1 1 0,1 0 0,-1 0 0,0 1 0,0-1 0,0 0 1,-1 1-1,1-1 0,-1 1 0,0-1 0,-1 1 0,1 0 0,-1-1 1,0 1-1,0 5 0,-1 3-40,-1 0 0,0 0 1,-1 0-1,-1-1 1,-8 23-1,9-28-305,-1 1 0,0 0 0,0-1-1,-1 0 1,0 0 0,0 0 0,-1-1 0,1 1 0,-1-1 0,-1-1 0,1 1-1,-1-1 1,0 0 0,0-1 0,-1 1 0,1-1 0,-1-1 0,0 0 0,-13 4-1,-35-1-6058,-1 0-4184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8.134"/>
    </inkml:context>
    <inkml:brush xml:id="br0">
      <inkml:brushProperty name="width" value="0.035" units="cm"/>
      <inkml:brushProperty name="height" value="0.035" units="cm"/>
    </inkml:brush>
  </inkml:definitions>
  <inkml:trace contextRef="#ctx0" brushRef="#br0">11 6 6785,'-11'10'4299,"26"-13"3151,0-1-4853,1 2-3902,-5 1 1560,40-3 582,-1 2-1,56 6 0,254 32 199,-84-19-658,-6-5-165,-41-3-72,54 0-72,-88-3-38,221-4-16,-59-2 136,-193-2 17,26 2 26,-143 1-141,23 3-20,-52-2-49,-10-1-180,-1 0 0,1 0 0,13 5 0,-19-5-352,-23-18-6680,8 8 1992,-2 0-3019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8.567"/>
    </inkml:context>
    <inkml:brush xml:id="br0">
      <inkml:brushProperty name="width" value="0.035" units="cm"/>
      <inkml:brushProperty name="height" value="0.035" units="cm"/>
    </inkml:brush>
  </inkml:definitions>
  <inkml:trace contextRef="#ctx0" brushRef="#br0">0 18 8545,'0'0'11469,"2"-1"-11046,-1-1-248,0 1-82,0 0-1,0 0 0,0 0 1,0 0-1,0 0 0,1 0 1,-1 0-1,0 0 0,0 0 1,1 0-1,-1 0 0,0 1 0,1-1 1,-1 1-1,3-1 0,12 1 272,38 0 984,67 8 0,-82-2-964,123 22 665,-143-23-943,-1 1 0,1 0 1,-2 2-1,1 0 1,-1 0-1,23 17 0,-37-24-94,-1 1 0,1-1 0,-1 1 0,0 0 0,0 0 0,1 0 0,-1 0 0,-1 0-1,1 0 1,0 1 0,0-1 0,-1 0 0,0 1 0,1 0 0,-1-1 0,0 1 0,0 0-1,0 0 1,-1-1 0,1 1 0,-1 0 0,1 0 0,-1 0 0,0 0 0,0 0 0,-1 0-1,1-1 1,-1 5 0,-3 8-49,0 0 0,0-1 0,-2 1 0,0-1 0,0 0 0,-1-1 0,-1 1 0,0-1 0,-1-1 0,-1 0 0,-15 16 0,4-7-466,-1 0 0,-1-1 1,-1-2-1,-51 31 0,56-39-316,-2 0 0,1-1 0,-41 12 0,48-18-899,0 0 1,0-1 0,0-1-1,-20 0 1,-6-5-8149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49:59.948"/>
    </inkml:context>
    <inkml:brush xml:id="br0">
      <inkml:brushProperty name="width" value="0.035" units="cm"/>
      <inkml:brushProperty name="height" value="0.035" units="cm"/>
    </inkml:brush>
  </inkml:definitions>
  <inkml:trace contextRef="#ctx0" brushRef="#br0">343 230 3856,'-10'-29'950,"8"24"492,0-3-822,0 1 0,1 0 0,-1-1-1,0-10 1,0 2 198,2 14-97,1-4-449,1 0 1,-1 1-1,1-1 1,1 1-1,-1 0 1,1-1-1,5-6 1,-3 2-162,0 2 167,0 0 0,0 0 0,1 1 0,0 0 1,0 0-1,1 0 0,11-9 0,-17 15 636,-1 5-880,-63 673 2319,23-196-1267,-12 40-394,35-233-485,9-117-92,-18 346 221,-1 33 174,2-41 269,17-320-403,-8 114 69,2 283 130,38 2-54,-8 230-345,-25-478-67,-4-122-7,0-11-52,0-58-41,1-22-632,12-122 394,0-1 0,-1 1 0,0-1 0,0 1 0,0-1-1,-1 0 1,1 0 0,-1 0 0,0 1 0,0-2 0,-3 5 0,5-8 192,0 0-1,0 0 1,0 1 0,-1-1 0,1 0 0,0 0 0,0 0 0,0 0 0,0 0 0,0 0 0,0 0 0,0 1 0,0-1 0,0 0-1,0 0 1,-1 0 0,1 0 0,0 0 0,0 0 0,0 0 0,0 0 0,0 0 0,0 0 0,0 0 0,-1 0 0,1 0 0,0 0-1,0 0 1,0 0 0,0 0 0,0 0 0,-1 0 0,1 0 0,0 0 0,0 0 0,0 0 0,0 0 0,0 0 0,0 0 0,-1 0-1,1 0 1,0 0 0,0 0 0,0 0 0,0 0 0,0 0 0,0 0 0,0-1 0,0 1 0,0 0 0,-1 0 0,1 0 0,0 0-1,0 0 1,0 0 0,0 0 0,0-1 0,0 1 0,-6-4-999,0-1 0,0 0 0,1-1 0,0 1 0,0-1 0,0 0 0,-5-9 0,6 6-1617,0-1 0,-5-20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50:02.448"/>
    </inkml:context>
    <inkml:brush xml:id="br0">
      <inkml:brushProperty name="width" value="0.035" units="cm"/>
      <inkml:brushProperty name="height" value="0.035" units="cm"/>
    </inkml:brush>
  </inkml:definitions>
  <inkml:trace contextRef="#ctx0" brushRef="#br0">363 319 8081,'0'0'7466,"1"-2"-6185,5-6-763,-1-1 0,0 1 0,0-1 0,-1 0 0,-1 0 0,1 0 0,3-18-1,-5 16-417,-1 0-1,1 0 0,-2 0 0,0 0 0,0 0 1,-1 0-1,-2-12 0,2 17-129,0 0-1,0-1 1,-1 1 0,0 0-1,0 0 1,-1 1 0,1-1-1,-1 0 1,0 1 0,-1-1-1,0 1 1,0 0 0,0 0-1,0 1 1,-1-1-1,1 1 1,-1 0 0,0 0-1,0 1 1,-1-1 0,1 1-1,-1 0 1,0 1 0,0-1-1,0 1 1,0 0 0,0 1-1,0-1 1,-8 1 0,8 0 38,-1 1 0,0 0 0,0 0 0,1 0 0,-1 1 0,0 0 1,1 1-1,-1 0 0,1 0 0,0 0 0,-1 0 0,1 1 0,0 0 0,0 1 1,1-1-1,-1 1 0,1 0 0,0 0 0,0 1 0,0 0 0,0 0 1,1 0-1,0 0 0,0 1 0,-6 10 0,3-2 193,0 1 0,1 0 0,0 1 0,1-1 0,1 1 0,1 0 0,0 0 0,1 0 0,0 28 0,16 217 2172,-5-172-2047,-5 1 0,-9 130 0,2-196-975,-2-1-1,0 0 0,-16 42 1,-16 21-8596,14-39-2355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4:50:02.591"/>
    </inkml:context>
    <inkml:brush xml:id="br0">
      <inkml:brushProperty name="width" value="0.035" units="cm"/>
      <inkml:brushProperty name="height" value="0.035" units="cm"/>
    </inkml:brush>
  </inkml:definitions>
  <inkml:trace contextRef="#ctx0" brushRef="#br0">0 63 17658,'26'-40'2328,"6"31"-316,-3 1-116,-6 2-552,0 6-372,0 0-164,0 0-343,5 0-589,1 3-805,-6-3-699,3 0-1344,-17 9-3481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46.437"/>
    </inkml:context>
    <inkml:brush xml:id="br0">
      <inkml:brushProperty name="width" value="0.035" units="cm"/>
      <inkml:brushProperty name="height" value="0.035" units="cm"/>
    </inkml:brush>
  </inkml:definitions>
  <inkml:trace contextRef="#ctx0" brushRef="#br0">1 380 15153,'31'-75'1817,"-13"44"-149,-4 5 72,3 3-52,3 3-200,3 0-276,3-6-232,3 3-240,0 0-200,-3 0-71,2 0-193,1 5-492,0 7-613,-15 8-415,-8-14-1136,0 0-292,-23 19-14774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46.811"/>
    </inkml:context>
    <inkml:brush xml:id="br0">
      <inkml:brushProperty name="width" value="0.035" units="cm"/>
      <inkml:brushProperty name="height" value="0.035" units="cm"/>
    </inkml:brush>
  </inkml:definitions>
  <inkml:trace contextRef="#ctx0" brushRef="#br0">0 776 13701,'110'-83'2016,"-50"40"-199,6 3 7,12-6-228,-3 0-220,8-3-448,9 0-44,12-6-328,2-2-732,-5-1-792,-21-19-1448,-2 13 136,-1 13-3341,-10-7-4632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3.283"/>
    </inkml:context>
    <inkml:brush xml:id="br0">
      <inkml:brushProperty name="width" value="0.035" units="cm"/>
      <inkml:brushProperty name="height" value="0.035" units="cm"/>
    </inkml:brush>
  </inkml:definitions>
  <inkml:trace contextRef="#ctx0" brushRef="#br0">1 84 7237,'0'0'10608,"2"0"-9443,62-12 5383,39 2-2907,-4 1-2365,42 0-195,-73 7-933,-20 2-2762,0 2-1,80 15 0,-125-17 2428,1-1 59,32-3 47,-33 4 32,-4-5-3239,0 0 2049,0 0 0,-1 0 0,1 0 0,-1 0 0,0 1 0,-4-6 0,-9-1-7231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3.735"/>
    </inkml:context>
    <inkml:brush xml:id="br0">
      <inkml:brushProperty name="width" value="0.035" units="cm"/>
      <inkml:brushProperty name="height" value="0.035" units="cm"/>
    </inkml:brush>
  </inkml:definitions>
  <inkml:trace contextRef="#ctx0" brushRef="#br0">0 1 4888,'0'0'3825,"3"1"-2828,29 7 2095,-20-5-870,0 0 0,17 7 0,-28-9-1409,3-1-35,34 3 1108,-25-2-1400,0 0-1,0 1 1,14 3 0,-23-4-360,1 1 0,-1 0 0,1 0-1,-1 0 1,0 0 0,0 1 0,0-1 0,0 1-1,0 0 1,-1 0 0,1 1 0,3 4 0,1 2 2,0 1 0,-1 0 0,-1 1 0,1 0 0,-2-1 0,0 2 0,0-1 0,-1 1 0,0 0 0,-2-1 0,1 1 1,0 16-1,0-1-579,0-1 1,-2 0 0,-4 40-1,2-57-235,-1 0-1,0 0 0,-1 0 1,0-1-1,-5 12 1,4-14-639,0 0 1,0 0 0,-1 0 0,0 0 0,0-1 0,-1 1 0,-7 6-1,-1 0-7365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4.536"/>
    </inkml:context>
    <inkml:brush xml:id="br0">
      <inkml:brushProperty name="width" value="0.035" units="cm"/>
      <inkml:brushProperty name="height" value="0.035" units="cm"/>
    </inkml:brush>
  </inkml:definitions>
  <inkml:trace contextRef="#ctx0" brushRef="#br0">1 1 5328,'5'31'7925,"2"-36"-6593,-6 4-1150,0 1 0,-1-1 0,1 0 0,0 0 1,0 1-1,-1-1 0,1 1 0,0-1 0,0 1 0,0-1 0,0 1 1,0-1-1,-1 1 0,1 0 0,0-1 0,0 1 0,0 0 1,2 0-1,0 7-139,0 1 1,0 0 0,-1 0 0,0 0-1,-1 0 1,1 12 0,0 57-114,-2-31 166,0 269 32,1-277-149,13 239-782,-6-137-1847,-2-14-475,-5-108 1818,0 0 0,-4 24 0,2-21-259,0 2-1870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4.755"/>
    </inkml:context>
    <inkml:brush xml:id="br0">
      <inkml:brushProperty name="width" value="0.035" units="cm"/>
      <inkml:brushProperty name="height" value="0.035" units="cm"/>
    </inkml:brush>
  </inkml:definitions>
  <inkml:trace contextRef="#ctx0" brushRef="#br0">18 1 5388,'-1'8'229,"0"-2"15,0-1 0,1 1 0,-1 0 0,1 0 1,0 0-1,1-1 0,1 9 0,-2-13-156,0 0 0,1 0-1,-1 0 1,0 0 0,0 0 0,0 0 0,-1 0 0,1 0-1,0 0 1,0 0 0,0 0 0,-1 0 0,1 0-1,0 0 1,-1 0 0,1 0 0,-1 0 0,0 0-1,-2 5 187,0 13 281,0-1 0,1 1 1,0 0-1,3 35 0,7 33-637,-8-63-560,2 1 1,0 0 0,8 34-1,-10-58 546,0 0 0,0-1 0,0 1 0,0 0 0,0 0 0,0-1 0,0 1 0,0 0 0,0-1 0,-1 1 0,1 0 0,0-1 0,0 1 0,-1 0 0,1-1 0,0 1 0,-1 0 0,1-1 0,-1 1 0,1-1 0,-1 2 0,-1 0-383,-1 10-1498,2-10-111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4.898"/>
    </inkml:context>
    <inkml:brush xml:id="br0">
      <inkml:brushProperty name="width" value="0.035" units="cm"/>
      <inkml:brushProperty name="height" value="0.035" units="cm"/>
    </inkml:brush>
  </inkml:definitions>
  <inkml:trace contextRef="#ctx0" brushRef="#br0">75 0 6153,'-1'1'79,"-1"-1"0,1 1 0,-1 0 0,1 0 0,0 0 0,-1 0 1,1 0-1,0 0 0,0 0 0,0 1 0,0-1 0,0 0 0,0 1 0,0-1 1,1 0-1,-1 1 0,0-1 0,1 1 0,-1-1 0,1 1 0,-1 0 1,1-1-1,0 1 0,0-1 0,0 1 0,0 0 0,0 1 0,-4 26 1361,-6 14-7,-5 76 0,9-60-1334,3-35-533,3 34 0,0-37-950,0-1 0,-4 25 0,-1-29-826,-1 1-349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5.040"/>
    </inkml:context>
    <inkml:brush xml:id="br0">
      <inkml:brushProperty name="width" value="0.035" units="cm"/>
      <inkml:brushProperty name="height" value="0.035" units="cm"/>
    </inkml:brush>
  </inkml:definitions>
  <inkml:trace contextRef="#ctx0" brushRef="#br0">47 0 4404,'-18'46'1085,"7"-34"-277,2 2 588,6 6-1008,3 3-76,0-5-60,0 2-140,-2-6-296,-1 3-516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5.400"/>
    </inkml:context>
    <inkml:brush xml:id="br0">
      <inkml:brushProperty name="width" value="0.035" units="cm"/>
      <inkml:brushProperty name="height" value="0.035" units="cm"/>
    </inkml:brush>
  </inkml:definitions>
  <inkml:trace contextRef="#ctx0" brushRef="#br0">1 1 4564,'0'0'2129,"9"9"-1409,-1 2-24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5.572"/>
    </inkml:context>
    <inkml:brush xml:id="br0">
      <inkml:brushProperty name="width" value="0.035" units="cm"/>
      <inkml:brushProperty name="height" value="0.035" units="cm"/>
    </inkml:brush>
  </inkml:definitions>
  <inkml:trace contextRef="#ctx0" brushRef="#br0">32 32 5308,'-17'-9'1293,"2"7"1555,18-19-9313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5.715"/>
    </inkml:context>
    <inkml:brush xml:id="br0">
      <inkml:brushProperty name="width" value="0.035" units="cm"/>
      <inkml:brushProperty name="height" value="0.035" units="cm"/>
    </inkml:brush>
  </inkml:definitions>
  <inkml:trace contextRef="#ctx0" brushRef="#br0">46 12 5400,'-34'-10'1254,"34"10"-1236,0 0 0,0 0 0,0 0 0,0 0 0,0-1 0,-1 1 0,1 0 0,0 0 0,0 0 0,0 0 0,0 0 0,0 0 0,0 0 0,-1 0 0,1-1 0,0 1 0,0 0 0,0 0 0,0 0 0,-1 0 0,1 0 0,0 0 0,0 0 1,0 0-1,0 0 0,-1 0 0,1 0 0,0 0 0,0 0 0,0 0 0,0 0 0,0 0 0,-1 0 0,1 0 0,0 0 0,0 1 0,0-1 0,0 0 0,-1 0 0,1 0 0,0 0 0,0 0 0,0 0 0,0 0 0,0 0 0,0 1 0,0-1 0,-1 0 0,1 0 0,0 0 0,0 0 0,0 0 0,0 1 0,0-1 0,0 0 0,0 0 0,0 0 0,0 0 0,0 1 0,0-1 0,0 0 0,-4 61 2141,5 96-1,2-48-1846,-1-72-1089,1 1 1,14 68-1,-13-83-2192,-4 6-1148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2.106"/>
    </inkml:context>
    <inkml:brush xml:id="br0">
      <inkml:brushProperty name="width" value="0.035" units="cm"/>
      <inkml:brushProperty name="height" value="0.035" units="cm"/>
    </inkml:brush>
  </inkml:definitions>
  <inkml:trace contextRef="#ctx0" brushRef="#br0">642 30 7189,'11'-23'10877,"-28"19"-10541,4 2-240,1 2 0,-1 0 0,0 1 0,-18 2 0,-26 2 170,44-4-182,0 1-1,0 0 0,-16 4 0,-14 3 92,28-7-96,-1 2 0,1-1 0,0 2 0,0 0 0,0 1 0,1 0 0,-1 1 0,2 1 0,-1 0 1,1 1-1,0 1 0,-21 20 0,18-12 85,0 0 1,1 2 0,1 0 0,0 0-1,2 1 1,1 1 0,-14 35-1,12-22-62,2 0 0,2 0-1,1 1 1,2 0 0,1 1-1,2-1 1,3 56 0,1-72-83,2-1 0,0 1 1,1-1-1,1 0 0,0-1 0,2 1 1,0-1-1,1 0 0,1 0 1,1-1-1,17 23 0,-10-17-14,1-2-1,1 0 0,1-1 1,1-1-1,1-1 1,0-1-1,33 19 0,-20-15-10,-17-9-31,1-1-1,0 0 1,1-2 0,33 12-1,-41-18 0,0 1 0,0-2-1,0 0 1,0 0 0,0-1 0,1 0-1,-1-1 1,0-1 0,1 0 0,22-5-1,-19 0-4,0-1 0,0 0-1,0-1 1,-1-1-1,-1 0 1,20-16 0,-2-2-26,41-44 0,-45 40 62,-1 0 1,41-65-1,-50 68 21,0-1 81,29-60-1,-27 51 138,-17 34-208,-1 1 0,0 0 0,0-1 1,0 0-1,-1 1 0,1-1 0,-1 0 1,0 0-1,0 0 0,0 0 0,0-4 0,5-31 222,-4 32-192,-1-1 1,0 1-1,0-1 0,0 1 1,-1 0-1,-2-15 0,-1 4 203,-1 0-1,-1 1 0,0-1 1,-2 1-1,0 1 1,-1-1-1,0 1 0,-1 1 1,-1-1-1,0 2 0,-2-1 1,1 1-1,-2 1 0,0 0 1,0 1-1,-24-16 0,13 12-30,-2 0 0,0 2-1,-1 2 1,0 0 0,0 1-1,-2 2 1,-43-9 0,57 16-182,-73-12-326,77 13-96,0 0 1,-1 1 0,1 0 0,0 1 0,0 1 0,-15 3 0,-14 4-1255,23-5-404,1 0 0,-29 10-1,3 6-4142,4 0-3560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5.890"/>
    </inkml:context>
    <inkml:brush xml:id="br0">
      <inkml:brushProperty name="width" value="0.035" units="cm"/>
      <inkml:brushProperty name="height" value="0.035" units="cm"/>
    </inkml:brush>
  </inkml:definitions>
  <inkml:trace contextRef="#ctx0" brushRef="#br0">49 1 6069,'-49'57'1532,"52"-37"-80,0 3-304,0-8-328,3 2-172,-9 3-116,0 0-240,9-3-272,-3 1-380,0 2-1744,-1 0-884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6.031"/>
    </inkml:context>
    <inkml:brush xml:id="br0">
      <inkml:brushProperty name="width" value="0.035" units="cm"/>
      <inkml:brushProperty name="height" value="0.035" units="cm"/>
    </inkml:brush>
  </inkml:definitions>
  <inkml:trace contextRef="#ctx0" brushRef="#br0">29 1 7477,'-11'14'1432,"2"4"-208,9 2-208,0 3-300,-3-3-160,3 0-172,0-3-380,0 0-340,0 1-296,0 2-616,-5-6-6361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6.189"/>
    </inkml:context>
    <inkml:brush xml:id="br0">
      <inkml:brushProperty name="width" value="0.035" units="cm"/>
      <inkml:brushProperty name="height" value="0.035" units="cm"/>
    </inkml:brush>
  </inkml:definitions>
  <inkml:trace contextRef="#ctx0" brushRef="#br0">33 1 7445,'5'3'612,"-5"-2"-392,1 0 0,0 0 0,0-1 0,0 1-1,0 0 1,0-1 0,1 1 0,-1-1 0,0 1 0,0-1-1,0 1 1,2-1 1350,2 19 548,-3-11-1817,0-1-1,-1 1 0,0-1 0,-1 1 1,1-1-1,-3 13 0,-6 46 395,5-52-591,1-1-76,-17 91 395,-2-36-3171,13-47 552,7-17-1724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7.835"/>
    </inkml:context>
    <inkml:brush xml:id="br0">
      <inkml:brushProperty name="width" value="0.035" units="cm"/>
      <inkml:brushProperty name="height" value="0.035" units="cm"/>
    </inkml:brush>
  </inkml:definitions>
  <inkml:trace contextRef="#ctx0" brushRef="#br0">0 7 6105,'18'-7'1483,"-24"14"786,-3 2 6136,26 13-6258,1 11-180,42 55 0,-51-76-1620,2 0 1,-1-1-1,2 0 0,-1-1 0,1 0 1,1-1-1,20 12 0,-4-7 79,1-1 0,1-2-1,0-1 1,48 10 0,135 11 666,-47-9-584,-22 6-468,11 1-2675,-53-14-3560,-72-10-950,-11-2-4786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8.242"/>
    </inkml:context>
    <inkml:brush xml:id="br0">
      <inkml:brushProperty name="width" value="0.035" units="cm"/>
      <inkml:brushProperty name="height" value="0.035" units="cm"/>
    </inkml:brush>
  </inkml:definitions>
  <inkml:trace contextRef="#ctx0" brushRef="#br0">6 6 12633,'12'9'3838,"-30"-24"3944,33 20-5957,-8-3-1501,97 20 1969,32 10-892,-121-28-1296,-1 1-1,0 1 1,0 0-1,-1 1 1,0 0 0,24 19-1,-32-22-106,-1 1 1,1 0-1,-1 0 0,0 0 0,0 0 1,0 1-1,-1 0 0,0-1 0,0 1 0,0 1 1,-1-1-1,0 0 0,0 0 0,-1 1 1,0-1-1,0 1 0,0 11 0,-1 6-514,-1 0-1,-2 0 1,-7 35-1,9-56 437,-4 19-664,0-1 0,-1 1 0,-2-1 0,-15 31 0,17-39-178,-2-1 1,0 0 0,-10 11 0,11-14-621,-1-1 1,0-1 0,0 0 0,-14 10 0,-21 8-9014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8.678"/>
    </inkml:context>
    <inkml:brush xml:id="br0">
      <inkml:brushProperty name="width" value="0.035" units="cm"/>
      <inkml:brushProperty name="height" value="0.035" units="cm"/>
    </inkml:brush>
  </inkml:definitions>
  <inkml:trace contextRef="#ctx0" brushRef="#br0">0 79 9305,'0'0'15153,"3"-2"-13931,12-5-652,0 0 0,0 0 0,1 2 0,-1 0 0,1 1 0,20-3 0,9-3 221,-12 1-282,46-4 0,-70 12-466,-1 0-1,0 1 1,1 0 0,-1 0 0,0 1 0,1 0-1,-1 0 1,0 1 0,0 0 0,0 1-1,10 4 1,-14-4-43,0 0 0,0 0-1,0 0 1,-1 0-1,1 1 1,-1-1 0,0 1-1,0 0 1,0 0 0,0 1-1,-1-1 1,0 0 0,0 1-1,0-1 1,0 1 0,1 7-1,0 4-26,0 0 1,-1 0-1,1 25 0,-5 26-273,-3-1 1,-17 85 0,10-80-1077,-5 126 0,16-188 932,1 0 0,1 0-1,-1 0 1,1 0-1,1-1 1,0 1 0,0 0-1,1-1 1,4 11 0,-1-11-1082,-2-11-125,1-21-6252,-4 3-1819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8.911"/>
    </inkml:context>
    <inkml:brush xml:id="br0">
      <inkml:brushProperty name="width" value="0.035" units="cm"/>
      <inkml:brushProperty name="height" value="0.035" units="cm"/>
    </inkml:brush>
  </inkml:definitions>
  <inkml:trace contextRef="#ctx0" brushRef="#br0">1 170 16842,'31'-40'2844,"18"14"-328,-6 12-188,-5 2-480,2 1-419,-3 2-273,7 1-196,-1-1-240,6 0-140,-6 1-92,0 2-292,-20 3-396,6 0-668,2 0-720,-8-2-665,0 2-1327</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9.317"/>
    </inkml:context>
    <inkml:brush xml:id="br0">
      <inkml:brushProperty name="width" value="0.035" units="cm"/>
      <inkml:brushProperty name="height" value="0.035" units="cm"/>
    </inkml:brush>
  </inkml:definitions>
  <inkml:trace contextRef="#ctx0" brushRef="#br0">228 1 15093,'-2'2'918,"0"1"-1,0 0 0,0-1 0,0 1 1,-1-1-1,1 0 0,-5 4 0,-11 9 2952,8-2-4961,-20 41 1378,1 2 0,4 0 0,-26 82 0,38-98-234,3-9 261,-9 44-1,19-73-264,-1 1-1,1 0 0,0-1 1,0 1-1,1 0 0,-1-1 1,0 1-1,1 0 0,0-1 1,-1 1-1,1-1 0,0 1 1,0-1-1,1 1 1,-1-1-1,0 0 0,1 0 1,-1 1-1,1-1 0,0 0 1,0 0-1,0-1 0,0 1 1,0 0-1,0-1 0,0 1 1,1-1-1,-1 0 1,0 0-1,1 1 0,-1-2 1,1 1-1,3 1 0,15-1 163,0 0 0,0-1 0,36-5 0,66-18 370,36-3-1852,-107 19-2822,-21-1-6888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9.648"/>
    </inkml:context>
    <inkml:brush xml:id="br0">
      <inkml:brushProperty name="width" value="0.035" units="cm"/>
      <inkml:brushProperty name="height" value="0.035" units="cm"/>
    </inkml:brush>
  </inkml:definitions>
  <inkml:trace contextRef="#ctx0" brushRef="#br0">90 1 14157,'-20'26'1948,"17"11"-91,-9-14-501,1 6-276,2 11-184,0 3-176,1 15-136,2 5-36,0 3-408,3-2-176,3-4-408,3-3-608,-3-2-840,-3-12-668,1-20-2561,2 6-4076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2:59.944"/>
    </inkml:context>
    <inkml:brush xml:id="br0">
      <inkml:brushProperty name="width" value="0.035" units="cm"/>
      <inkml:brushProperty name="height" value="0.035" units="cm"/>
    </inkml:brush>
  </inkml:definitions>
  <inkml:trace contextRef="#ctx0" brushRef="#br0">0 599 18682,'15'-12'720,"-1"1"1,1 1-1,1 0 0,0 1 1,0 1-1,1 0 1,25-7-1,280-75 5724,-150 44-4566,605-164-1878,-749 203 0,41-11 0,78-32 0,-117 35-215,-29 14-84,1 0 1,-1-1-1,0 1 1,0-1 0,0 1-1,0-1 1,0 1 0,0-1-1,0 0 1,0 1-1,-1-1 1,1 0 0,-1 0-1,1 0 1,-1 1-1,0-1 1,0 0 0,0 0-1,0 0 1,0 0-1,0 1 1,0-1 0,0 0-1,-1 0 1,1 0-1,-1 1 1,1-1 0,-1 0-1,0 0 1,-1-1-1,0 1-401,0 1 0,0 0 0,0-1 0,0 1 0,0 0 0,0 0 0,0 0 0,0 1 0,-1-1 0,-1 0 0,-41-12-11917</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13:03.786"/>
    </inkml:context>
    <inkml:brush xml:id="br0">
      <inkml:brushProperty name="width" value="0.035" units="cm"/>
      <inkml:brushProperty name="height" value="0.035" units="cm"/>
    </inkml:brush>
  </inkml:definitions>
  <inkml:trace contextRef="#ctx0" brushRef="#br0">1139 20 5060,'-3'10'3350,"9"-15"2220,5-2-1634,-21 3-3796,-1 1 0,1 0 0,-1 1 0,0 0 0,0 0 0,0 1 0,-13 1 0,7-1 13,-193 7 948,208-6-1088,-49 5 186,1 3 0,1 1 0,0 3 0,0 2 0,-47 20 0,69-22-123,0 1 0,2 1 0,-1 1 0,2 2 0,0 0-1,1 1 1,1 2 0,1 0 0,1 1 0,-30 40 0,26-26-40,0 1 0,3 1 0,1 1 0,1 0 0,3 2 1,-20 68-1,25-56-12,2 0-1,2 1 1,3-1 0,3 97 0,17 17-4,-14-148-15,44 210 26,-44-220-31,4 13 5,18 40-1,1 3 9,-12-28-15,3 0 0,0-1 0,31 45 0,-33-56 15,1-1-9,1-1 1,1-1-1,1 0 1,1-1-1,0-1 1,2-1-1,0 0 1,1-2 0,0 0-1,2-2 1,0-1-1,0 0 1,1-2-1,45 14 1,4 0-11,-29-10 4,48 11 1,-66-20 8,1-2 0,-1-1 0,0-1 0,1-1 0,45-5 0,-36 0-3,-1-1 0,0-2 0,48-16 0,112-59 26,-130 52-26,-7 4-4,-2-3 1,-1-2-1,78-58 0,-82 43 76,-43 36-55,1 1 1,-1-2-1,-1 1 1,8-14-1,8-9 46,-11 14 17,19-33-1,-18 27 32,-10 16-37,0 0-1,-1 0 1,0-1-1,0 1 0,-1-1 1,0 0-1,-1 1 0,1-11 1,6-37 439,-3 34-270,-1 0-1,-1-1 1,-1 1-1,-1-1 1,-1 1 0,-2-1-1,-6-39 1,4 46-90,-1 2 1,-9-21 0,-2-5 95,-62-159 669,15 46-305,11 23-137,-10-16 131,53 126-447,-1 2 0,-22-35 0,17 27-25,14 24-117,0 0-1,-1 0 1,0-1-1,1 1 1,-1 1-1,0-1 1,-5-5-1,-27-30 206,28 30-166,-1 1-1,1-1 1,-1 1-1,-16-12 1,-4 0-25,16 11 15,-1 0 0,0 0-1,-14-6 1,-24-4-67,-99-24 0,59 19-19,68 19-111,0 1 0,0 1 0,-1 1 0,1 1 0,-1 1 0,1 1 0,-24 6 0,21-3-819,-1 1-1,1 1 0,1 2 1,-1 0-1,1 2 0,-33 20 1,37-19-997,1 2-1,1 0 1,0 1 0,-18 21 0,-17 24-8835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3:35.821"/>
    </inkml:context>
    <inkml:brush xml:id="br0">
      <inkml:brushProperty name="width" value="0.035" units="cm"/>
      <inkml:brushProperty name="height" value="0.035" units="cm"/>
    </inkml:brush>
  </inkml:definitions>
  <inkml:trace contextRef="#ctx0" brushRef="#br0">0 13 5489,'25'-9'823,"-14"5"918,-29 9 6330,26 9-7669,-5-11-319,-1 0 1,1 0 0,0-1 0,0 1-1,0-1 1,0 1 0,1-1 0,-1 0 0,1 0-1,6 2 1,44 15 540,-39-15-509,115 33 245,149 23-1,232-6-217,-388-44-151,-4-4-29,137-10 0,117-27 284,-135 8 108,22 0-82,-42 9-236,-32 2-16,-13 1-95,63 5 112,-180 6-56,190 3-16,-23 10 65,-66-2-36,411 25-154,-460-25 170,154 36-1,-219-38 46,380 65 135,-272-50-158,724 87-570,-670-104 324,-125-6 232,295-1-78,-79 7-516,133-8 14,-119-9 467,450-3-90,-219 14 140,-314-3-322,-5 1-139,-54-3 234,63-3 67,89-5 95,-174 5 68,64-5 18,13 0 43,-101 8 51,549-9-126,-233 8 137,-90-6 280,-269 8-272,99 1 54,172 8-29,-272-7 4,62 1-205,487 4 855,-564-3-538,245 11 780,-250-9-871,28 3 205,-75-4-543,0 0 0,-1 0-1,0 1 1,1 0 0,14 7 0,-22-9-1025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3:37.445"/>
    </inkml:context>
    <inkml:brush xml:id="br0">
      <inkml:brushProperty name="width" value="0.035" units="cm"/>
      <inkml:brushProperty name="height" value="0.035" units="cm"/>
    </inkml:brush>
  </inkml:definitions>
  <inkml:trace contextRef="#ctx0" brushRef="#br0">115 124 9581,'-20'6'375,"11"-3"-98,0-1 0,0 0 0,0 0 0,-12 0 0,18-1-160,1-1 1,-1 1-1,0 0 1,0 0-1,1 0 0,-1 0 1,0 1-1,-3 2 0,-4 1 5805,14-6-5545,31-6-49,0 1 0,0 2 0,41 0 0,-7 0-102,386-5 406,0 33-557,-158-7 24,-207-12-88,365 10 41,13-25 140,3 0-65,61 32 16,89 1-72,-105-61-22,-136 5-151,350 7 320,-47-8-199,-399 18 68,-68 6-52,180-11 74,9 5 291,-88 7-343,-53 4 16,-102 7-42,-20 1 136,263 5 295,-71 2-118,-165-6-43,-54-5-76,-60 0 189,99 9 1,-126-4 46,-1-1-1,1-2 1,-1-1 0,42-5-1,-53 4 78,0 1 1,0 1-1,0 0 0,25 6 0,-20-4-552,-17-2 22,-16-21-16052,1 2 5144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8:43.259"/>
    </inkml:context>
    <inkml:brush xml:id="br0">
      <inkml:brushProperty name="width" value="0.035" units="cm"/>
      <inkml:brushProperty name="height" value="0.035" units="cm"/>
    </inkml:brush>
  </inkml:definitions>
  <inkml:trace contextRef="#ctx0" brushRef="#br0">64 420 5697,'-1'-3'1007,"-1"-2"-852,2 4-39,0 0 0,-1-1 0,1 1 0,0 0 0,-1 0 0,1 0 0,-1 0 0,1 0 0,-1 1 0,1-1-1,-1 0 1,0 0 0,0 0 0,1 0 0,-1 1 0,0-1 0,0 0 0,0 1 0,0-1 0,0 1 0,1-1 0,-1 1 0,0-1 0,0 1 0,-1-1 0,0 1 0,0 0 263,0-1 1,0 1-1,0 0 1,0 0-1,0 1 1,0-1-1,0 0 1,0 1-1,0-1 1,0 1-1,0 0 1,1-1-1,-1 1 1,0 0-1,-2 1 1,-3 2 3789,24 3-3823,-4-3-299,1 0 1,-1-1 0,1 0-1,0-1 1,1-1-1,-1 0 1,0-1 0,27-2-1,24 0 35,165-8 63,-93 1-162,66-6 53,-21 0-15,1275-103 47,-511 8-697,-287 37 313,2 34 233,-548 36 70,192 0 49,-149 3-50,36 0 48,52-1-84,-42-1-52,233-9 116,-173 0 1,361 8-46,-79 29 87,-33 6-174,593 60 194,11-24 81,-645-48-96,-25-9-89,-112-9 103,-95-4-12,407 6 118,-527-1-2067,-121-6-488,-14-12-2797,-15-5-3138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8:44.567"/>
    </inkml:context>
    <inkml:brush xml:id="br0">
      <inkml:brushProperty name="width" value="0.035" units="cm"/>
      <inkml:brushProperty name="height" value="0.035" units="cm"/>
    </inkml:brush>
  </inkml:definitions>
  <inkml:trace contextRef="#ctx0" brushRef="#br0">63 369 8317,'-13'5'1038,"0"1"0,-24 14 6581,41-19-7111,12 1-149,-1-1 0,1 0-1,0-1 1,0-1 0,19-4 0,-16 3-210,371-72 1960,-166 25-1582,528-68 333,-685 108-833,606-55 333,0 36-256,224 18 1016,-878 10-993,-15 0-11,-14 1-1221,-1-2 544,1 0 0,-16-3 0,4 1-262,-139-24-10306,116 16 2681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8:47.523"/>
    </inkml:context>
    <inkml:brush xml:id="br0">
      <inkml:brushProperty name="width" value="0.035" units="cm"/>
      <inkml:brushProperty name="height" value="0.035" units="cm"/>
    </inkml:brush>
  </inkml:definitions>
  <inkml:trace contextRef="#ctx0" brushRef="#br0">205 184 4668,'0'0'2775,"-9"6"-1555,3-1-949,0-1 0,-1 1 0,0-1 0,1-1-1,-1 1 1,0-1 0,-11 3 0,-31 14 593,24-3-443,18-12-19,1 0-1,-1-1 1,0 1-1,0-2 0,-14 6 1,19-8 1624,6-1-1636,34 2 308,61-4 0,-12-1-357,81-6-42,-26 1-195,619-53 226,-114 3-353,-222 36-3,-189 8-36,44-1 65,32-3 128,-176 8-105,258-10-11,-260 21 19,-21 0-3,50 0-71,48-2 53,-74-4-28,66-4-27,383-32-12,-174 40 108,-205 2-36,53 0 17,110 1-47,-125 1 11,417-4-230,-469 1 343,106-1-109,-9 0-46,-74 5 83,46 1 52,113 4-51,-175-7-30,192 7 43,0-9-49,-350 0-4,372 5-35,-228-3 24,38 2-29,172 0 466,-243-5-182,101-2 162,108 0 316,-224 4-368,88 4 172,-158-1-330,110 10 472,-165-13-543,1 0-1,-1-1 1,18-2 0,-27 2 210,-1-1-46,28-4 272,-28 5 373,23-5 44,-23 4-48,-54-5-7352,16 0 3447,29 6 2453,1-1 0,-1 0 0,1 0 1,-1 0-1,1-1 0,0 1 0,0-1 1,-6-3-1,-8-4-3680,0 1-2115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8:51.667"/>
    </inkml:context>
    <inkml:brush xml:id="br0">
      <inkml:brushProperty name="width" value="0.035" units="cm"/>
      <inkml:brushProperty name="height" value="0.035" units="cm"/>
    </inkml:brush>
  </inkml:definitions>
  <inkml:trace contextRef="#ctx0" brushRef="#br0">45 315 4744,'-5'36'1421,"4"-29"-236,0-7-1044,0-1 0,-1 1-1,1-1 1,0 0 0,0 1 0,0-1-1,0 0 1,0 0 0,1 1 0,-1-1-1,0 0 1,0 0 0,0 0 0,1 0-1,-1-2 1,-4-3 3038,-7 15-2586,5-3 637,17 5-387,-3-6-663,-1-1-1,1 0 1,0-1-1,1 0 1,-1 0-1,0 0 0,1-1 1,0 0-1,-1 0 1,10 0-1,12 1 292,38-2 1,-50-1-364,692-50 1368,-278 9-1392,269 5 118,-53-11-230,-365 26 77,246-11-33,-275 17 7,-143 7-52,172-18 48,-82 6-44,-116 13 41,419-31-45,-295 29 32,397-11-74,-362 17 124,-111 1-180,314-13 122,-254 11 134,-28 2-58,261-3 15,-249 7-65,479-2-9,-390 5-39,-76 2 63,-70-3-62,183 8-12,217 0 85,-435-9-67,257 5-11,-158-2 18,292 10 31,-99 3-6,-70-5-79,-75-3 186,74 4 75,-140-9-188,-42-3 53,115 3-93,-118-4 82,162-4-58,-83-2 62,-171 4-70,603 17 1080,-90 15-416,-129-11-448,-295-16-113,260-6 321,-142-4-96,-73 0-464,-162 4 19,1 1 0,-1-1 1,1 0-1,-1 1 0,1-1 0,-1 0 0,1 1 0,-1-1 0,0 0 0,1 0 1,-1 1-1,0-1 0,0 0 0,1 0 0,-1 0 0,0-1 0,0 1-45,0 0-1,0-1 1,0 1-1,0 0 1,-1 0-1,1-1 1,0 1-1,-1 0 1,1 0-1,-1-1 1,1 1-1,-1 0 1,0 0-1,1 0 1,-1 0-1,0 0 1,0 0-1,-1-1 1,-23-16-5015,-18-5-4182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8:53.628"/>
    </inkml:context>
    <inkml:brush xml:id="br0">
      <inkml:brushProperty name="width" value="0.035" units="cm"/>
      <inkml:brushProperty name="height" value="0.035" units="cm"/>
    </inkml:brush>
  </inkml:definitions>
  <inkml:trace contextRef="#ctx0" brushRef="#br0">1 877 18875,'7991'-877'0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02.460"/>
    </inkml:context>
    <inkml:brush xml:id="br0">
      <inkml:brushProperty name="width" value="0.035" units="cm"/>
      <inkml:brushProperty name="height" value="0.035" units="cm"/>
    </inkml:brush>
  </inkml:definitions>
  <inkml:trace contextRef="#ctx0" brushRef="#br0">0 11 19651,'6881'0'0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42.069"/>
    </inkml:context>
    <inkml:brush xml:id="br0">
      <inkml:brushProperty name="width" value="0.035" units="cm"/>
      <inkml:brushProperty name="height" value="0.035" units="cm"/>
    </inkml:brush>
  </inkml:definitions>
  <inkml:trace contextRef="#ctx0" brushRef="#br0">61 263 6189,'0'0'1173,"-3"-1"-185,0 0-805,0 1 0,1-1 0,-1 1 0,0-1 0,0 1 0,0 0 0,0 0 0,0 0 0,0 1 0,1-1 0,-1 1 1,0-1-1,0 1 0,0 0 0,1 0 0,-1 0 0,1 1 0,-5 2 6804,24 2-5803,-3-3-982,0 0-1,1-1 0,-1 0 1,0-1-1,1-1 0,-1 0 0,21-3 1,-16 1-38,308-19 849,195-16-579,109-22-217,-383 35-269,150-17-942,23-1-2270,-413 41 3171,276-39-6331,-250 31 1180,-22 1 1044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42.646"/>
    </inkml:context>
    <inkml:brush xml:id="br0">
      <inkml:brushProperty name="width" value="0.035" units="cm"/>
      <inkml:brushProperty name="height" value="0.035" units="cm"/>
    </inkml:brush>
  </inkml:definitions>
  <inkml:trace contextRef="#ctx0" brushRef="#br0">50 527 6633,'-27'-5'1305,"26"5"-1161,0 1 1,-1-1-1,1 1 0,0 0 0,0-1 1,0 1-1,-1 0 0,1 0 0,0 0 1,0 0-1,0 0 0,0 0 0,0 0 1,0 0-1,1 0 0,-1 0 0,0 1 0,1-1 1,-3 4 2991,6-5-2456,329-11 4716,-54 1-4196,641-21 109,-506 14-1134,806-32 21,-525 17-75,-1-25 16,1074-49 17,-1411 104-197,513-14 20,-709 9 14,398-29 46,16-30 31,-440 52 81,92-16 1355,-140 15-283,-46 9-760,-36 5-371,-1 1-484,8 1 45,4-1-744,-14-2 94,-8-4-432,2 4 482,1-1 0,-1 1-1,0 0 1,0 0 0,0 1-1,0-1 1,-7 0 0,2 0-645,-46-11-8606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49.570"/>
    </inkml:context>
    <inkml:brush xml:id="br0">
      <inkml:brushProperty name="width" value="0.035" units="cm"/>
      <inkml:brushProperty name="height" value="0.035" units="cm"/>
    </inkml:brush>
  </inkml:definitions>
  <inkml:trace contextRef="#ctx0" brushRef="#br0">60 222 5793,'-27'-12'1082,"22"9"3490,2 3-4321,-6 1-1706,-7 0 10253,30-2-7249,-1 1-1437,1 1 0,-1 0 0,0 1 0,16 4 0,22 2 66,107 0 113,163 18-84,-192 2-168,39 2 81,-131-23-18,0-1 0,66 2 0,76-14 130,-70-2-104,317-15 94,-378 22-229,-12 0 5,51 6 0,-62-2 13,-11-2-9,-1 1 1,1 0 0,-1 1-1,16 6 1,16 5-22,0-2-1,66 9 0,3-16 38,79 10-58,-147-14-33,71 12-1,-94-10 59,28 4-12,112 12-47,-39-12 39,77-1-52,-100-3-22,19-2 1,41-6 3,-87 4 84,105-14 1,-59 2-162,-23 4-38,-56 5-32,66 4 1,-48 1 148,-33-1-11,270-11-851,-144 2 847,-80 7 59,-51 3 37,40-4 0,248-53-150,-171 40 133,-35 5 14,9 5-12,-73 5 42,47-6-1,264-38-67,-175 24 90,60 3 55,-194 16-93,190-7 53,-163 8-13,100-7 93,508-55-117,-154 43 424,-374 23-78,76-1 42,-47-9-166,152-6 156,84-6-144,-71 7-65,-76 4 75,23 4 102,-28 2-42,-23-4-24,165-8 83,-379 14 347,-6-1-5694,-43-7-2243,-25-1-1784</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51.174"/>
    </inkml:context>
    <inkml:brush xml:id="br0">
      <inkml:brushProperty name="width" value="0.035" units="cm"/>
      <inkml:brushProperty name="height" value="0.035" units="cm"/>
    </inkml:brush>
  </inkml:definitions>
  <inkml:trace contextRef="#ctx0" brushRef="#br0">15 599 8337,'-15'26'6692,"18"-28"-5994,4-1-263,0-1 0,1 1 0,0 1 0,-1-1 0,1 2 0,0-1 0,13-1 0,64 1 865,-50 1-972,14 0 76,325-18 1077,-108 4-1150,-91 7-216,121-10-3,289-19-13,-163 6-53,-192 16-44,80-8 33,256-14 98,-411 28-183,280-8 141,87-6-145,-69-1-28,356-30 36,-63-34 81,-203 52 33,-203 17 171,184-5-77,-340 13-22,-67 2 139,242-17 1512,-206 20 1909,-114-5-2415,-37 11 298,-37-17-13934,7 8 5777,-12-2-4251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52.625"/>
    </inkml:context>
    <inkml:brush xml:id="br0">
      <inkml:brushProperty name="width" value="0.035" units="cm"/>
      <inkml:brushProperty name="height" value="0.035" units="cm"/>
    </inkml:brush>
  </inkml:definitions>
  <inkml:trace contextRef="#ctx0" brushRef="#br0">0 3 26193,'6706'0'0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39:55.915"/>
    </inkml:context>
    <inkml:brush xml:id="br0">
      <inkml:brushProperty name="width" value="0.035" units="cm"/>
      <inkml:brushProperty name="height" value="0.035" units="cm"/>
    </inkml:brush>
  </inkml:definitions>
  <inkml:trace contextRef="#ctx0" brushRef="#br0">9281 360 7573,'0'0'10013,"-3"-1"-9460,-28-6 506,28 6-623,-1 1-12,0 0-266,-33 0 689,-1-1 0,-58-10 0,-335-65 326,-472-23-1,532 78-388,73-4-145,118 8-298,-102-7 56,-589-38 471,810 59-827,-671-9 114,603 17-205,-380 19 48,209-7 36,-162 12-54,-75 23 38,-61 18-95,443-45 91,-44 7-29,151-26 33,-373 45 9,102-19-80,-104 34 73,319-49-66,58-5 38,-1 0-12,-52 20 0,83-25-6,0 1 0,-20 14 0,-3 1 49,-258 153-47,282-167 8,1 1 0,0 1 1,1 0-1,0 0 0,1 2 0,0 0 1,-16 22-1,24-31 2,3-3 5,0 1 1,0 0-1,0-1 1,0 1-1,1 0 1,-1 0-1,0-1 1,1 1-1,-1 0 1,1 0-1,0 0 1,-1 3-1,1 0 8,-1 0-1,1 0 1,-1 0-1,1 1 1,1-1-1,-1 0 1,1 0 0,0 0-1,0 0 1,0 0-1,1 0 1,0-1-1,0 1 1,0 0-1,1-1 1,-1 1-1,1-1 1,0 0-1,0 0 1,0 0 0,1 0-1,3 3 1,11 9 17,1 0 1,0-1 0,28 16-1,-42-28-10,50 30-10,2-3-1,1-2 1,66 22 0,188 44-40,-192-66-1,135 13 0,2-18 94,-107-11-78,853 21 49,-272-60-216,-436 14 65,-43 3 60,3 4 16,-36 1 92,125 5-77,-12 0-3,14-4 103,-258 4-96,548-27-278,7 3-204,-375 26 83,-136-2 357,61 3-157,-82 5 126,0-6 0,157-16-1,-158 2 84,63-8 42,46-9 7,-193 25-45,27 1 0,22-2 106,-18-3-124,73-20 1,-2-8 9,-27-4 101,-69 27 38,88-33 247,-26 15-286,-50 15 2,-41 15-13,-2-1-35,1 0 0,0 0 0,0-1 0,1 2 0,-1-1 0,0 0 0,1 0 1,-1 1-1,3-2 0,0 0 1,9-7 117,25-24-1,-38 32 96,-1-15-4,0 0-133,0 14-24,-3-14-44,1 3 24,0 0-1,1 0 1,1 0-1,2-25 0,-2 36-27,0-1 0,0 1 1,-1-1-1,1 1 0,-1 0 0,1-1 0,-1 1 0,0 0 1,-3-6-1,1 0 43,-4-10 160,-1 0 1,0 0-1,-2 1 1,-17-28-1,-56-64 375,16 24-232,58 70-363,1-1 1,0 1 0,-9-33-1,15 45-225,0 0 1,0 1-1,0-1 0,0 1 0,-5-6 0,-1-2-1205,6 9 968,0 0 1,-1 0-1,0 0 1,1 0 0,-1 0-1,0 1 1,0-1-1,0 1 1,0 0 0,0 0-1,0 0 1,0 0-1,0 0 1,-1 1 0,1-1-1,-5 1 1,-9-3-5321,-3 0-5198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0:09.812"/>
    </inkml:context>
    <inkml:brush xml:id="br0">
      <inkml:brushProperty name="width" value="0.035" units="cm"/>
      <inkml:brushProperty name="height" value="0.035" units="cm"/>
    </inkml:brush>
  </inkml:definitions>
  <inkml:trace contextRef="#ctx0" brushRef="#br0">1 22 23527,'6902'0'0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48.298"/>
    </inkml:context>
    <inkml:brush xml:id="br0">
      <inkml:brushProperty name="width" value="0.035" units="cm"/>
      <inkml:brushProperty name="height" value="0.035" units="cm"/>
    </inkml:brush>
  </inkml:definitions>
  <inkml:trace contextRef="#ctx0" brushRef="#br0">847 71 9493,'0'0'9871,"1"-3"-9539,6-21 185,-6 22 1837,-2 0-2283,0 0-65,0 0-1,0 0 0,0 0 1,-1 0-1,1 0 1,0 1-1,-1-1 1,1 1-1,-1-1 1,0 1-1,1-1 1,-1 1-1,0 0 0,0 0 1,0 0-1,0 0 1,0 0-1,0 0 1,0 1-1,0-1 1,0 1-1,0-1 0,0 1 1,0 0-1,-1 0 1,1 0-1,-2 0 1,-32-4 16,21 1-5,-1 2 1,1 0-1,0 0 0,-1 2 0,-23 3 1,-8 5-6,-47 16 0,78-19-12,0 0 1,1 1-1,0 1 0,0 0 0,1 1 0,-22 17 0,-10 14 6,1 2 0,-64 80-1,83-83 13,1 1 0,2 1-1,-21 54 1,33-72-7,5-8 6,1 1 1,1 0 0,0 0 0,-2 20-1,-2 10 29,-1 12 15,2 0 0,3 1 1,3 0-1,6 62 0,3-37-14,3 0-1,4-1 1,49 149 0,-39-162-16,4-2 0,3-1 0,68 108 0,-67-124-28,65 94-28,-39-63 140,-35-46-203,31 35 1,72 61-166,-117-122 249,0-1 0,1 0-1,0-1 1,0 0-1,16 8 1,30 20-58,-48-30 58,0-1-1,1 0 1,-1 0-1,1-1 0,0 0 1,1-1-1,-1 0 0,1 0 1,18 1-1,3-1-4,64-3 0,-42-4 7,-1-2 0,0-2 0,0-3 0,-1-2-1,65-25 1,-86 24-6,-1-1 0,-1-1 1,28-20-1,77-65-13,-53 38 18,-64 49 11,31-33 0,-12 11 7,-17 15 25,-1 0 0,-1-1-1,26-44 1,-26 39-24,-13 21-7,-1-1 1,0 0 0,0 0-1,-1 0 1,1 0-1,1-13 1,1-2 22,1-2 12,0 0 1,-2 0-1,-1 0 1,-1 0-1,-1-1 0,0 1 1,-6-37-1,-6-9 276,-25-87 0,17 98 171,-3 0-1,-38-72 1,-19-6-9,31 58-190,-89-148 463,0 5 273,98 162-633,-23-35-68,24 44-29,-2 2-1,-2 2 1,-77-67-1,101 101-235,-1 1 0,0 1 0,-1 0 0,-41-15 0,33 15-12,10 3-43,-1 2 0,0 0 0,-1 1-1,1 1 1,-1 1 0,1 1 0,-1 0 0,-20 2 0,12 2-122,1 1 0,-1 1 0,1 2 1,0 0-1,-32 13 0,41-11-305,1 0 0,0 1 0,0 0 0,1 1 0,1 1 0,-1 1 0,-18 19 0,20-17-1091,0 1 0,-18 26 0,24-29-960,1 0 0,0 0-1,-10 27 1,10-16-6978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48.916"/>
    </inkml:context>
    <inkml:brush xml:id="br0">
      <inkml:brushProperty name="width" value="0.035" units="cm"/>
      <inkml:brushProperty name="height" value="0.035" units="cm"/>
    </inkml:brush>
  </inkml:definitions>
  <inkml:trace contextRef="#ctx0" brushRef="#br0">1 286 8293,'0'0'11842,"1"1"-11228,22 24 1894,-19-20-2235,1 1 1,-1-1-1,2 0 1,-1 0 0,0 0-1,1 0 1,0-1-1,0 0 1,0-1-1,1 1 1,-1-1 0,10 3-1,6 0 26,1-2-1,0 0 1,1-2 0,26 1-1,99-9 698,-144 6-959,451-50 1739,-166 15-1313,336-16-130,162-19-1479,-710 61 772,147-23-2051,-212 28 1931,0 0 1,0 0-1,-1-1 0,19-10 1,-30 14 323,1 1 1,-1-1-1,0 1 1,0-1 0,1 0-1,-1 0 1,0 1-1,0-1 1,0 0 0,0 0-1,0 0 1,0 0-1,0 0 1,0 0-1,-1-1 1,1 1 0,0 0-1,-1 0 1,1-1-1,-1 1 1,1 0 0,-1-1-1,0 1 1,1 0-1,-1-1 1,0 1-1,0-1 1,0 1 0,0 0-1,0-1 1,0 1-1,0 0 1,-1-1 0,1 1-1,0-1 1,-1 1-1,0-2 1,-2-2-929,-1 0 1,0-1 0,1 1-1,-1 1 1,-1-1-1,-6-5 1,10 9 713,-20-18-7626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49.165"/>
    </inkml:context>
    <inkml:brush xml:id="br0">
      <inkml:brushProperty name="width" value="0.035" units="cm"/>
      <inkml:brushProperty name="height" value="0.035" units="cm"/>
    </inkml:brush>
  </inkml:definitions>
  <inkml:trace contextRef="#ctx0" brushRef="#br0">6 23 13489,'-5'3'7163,"14"-10"-3247,0 3-4496,8 0 975,0 0-1,1 1 1,-1 1-1,1 1 0,21 1 1,-10 0 20,211 6 1597,-211-3-1865,0 2 1,0 0 0,-1 2-1,0 1 1,0 2 0,33 16-1,-52-22-130,-1 0 1,1 1-1,-1 1 0,-1-1 0,1 1 0,-1 1 0,0-1 0,-1 1 0,1 0 0,-1 1 0,-1-1 0,1 1 0,-1 1 0,-1-1 0,1 0 0,-2 1 0,1 0 1,-1 0-1,0 0 0,-1 1 0,0-1 0,-1 0 0,0 1 0,0 0 0,-1-1 0,-1 19 0,-6 11-481,-2 1 0,-1-1-1,-2-1 1,-26 58 0,34-87 328,-59 129-2148,52-116 1221,-2 0 0,-1-1-1,0-1 1,-19 20 0,21-29-2466,-24 18 1,32-26 1967,-8 7-7056</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49.494"/>
    </inkml:context>
    <inkml:brush xml:id="br0">
      <inkml:brushProperty name="width" value="0.035" units="cm"/>
      <inkml:brushProperty name="height" value="0.035" units="cm"/>
    </inkml:brush>
  </inkml:definitions>
  <inkml:trace contextRef="#ctx0" brushRef="#br0">366 3 15093,'-8'-1'419,"1"0"-1,0 0 1,0 1-1,0 1 1,0-1-1,-1 1 1,1 0-1,0 1 1,0 0-1,0 0 1,1 0-1,-1 1 1,0 0-1,1 0 1,-10 7-1,-11 10-249,1 1 1,1 1-1,1 1 0,2 1 0,0 1 0,1 1 0,2 1 0,-20 35 0,21-24 529,17-37-623,1 0-1,0 1 1,0-1 0,-1 0 0,1 0-1,0 1 1,0-1 0,0 0 0,0 1-1,1-1 1,-1 0 0,0 0 0,0 1-1,1-1 1,-1 0 0,1 0 0,-1 0-1,2 2 1,1 3 191,-2-3-162,1 1 0,-1-1 0,1 0 0,0 0 0,0 0 0,0 0 0,1-1 0,-1 1 0,1-1 0,-1 1 1,1-1-1,0 0 0,0 0 0,0 0 0,0 0 0,6 2 0,7 2 383,0 0 0,23 5-1,-23-7-222,24 6 374,33 9 765,100 40-1,-165-56-1386,-1 0 0,1 1 1,-1 0-1,0 1 0,0 0 0,0 0 0,-1 0 1,1 1-1,-1 0 0,-1 0 0,8 10 0,-10-12-44,-1 0 0,0 0 0,0 0-1,-1 0 1,1 1 0,-1-1 0,0 0-1,0 1 1,0-1 0,-1 1 0,0-1-1,1 1 1,-2-1 0,1 1 0,0-1-1,-1 1 1,0-1 0,0 1 0,0-1-1,-1 0 1,1 0 0,-4 7 0,-1-1-456,0 1 0,0-1 1,-1 0-1,-1-1 0,1 0 1,-2 0-1,1 0 0,-1-1 1,-1-1-1,1 1 0,-12 5 1,10-6-1202,-1-1 0,1 0 0,-1-1 0,-1-1 0,1 0 0,-13 2 0,-18 1-9908</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0.430"/>
    </inkml:context>
    <inkml:brush xml:id="br0">
      <inkml:brushProperty name="width" value="0.035" units="cm"/>
      <inkml:brushProperty name="height" value="0.035" units="cm"/>
    </inkml:brush>
  </inkml:definitions>
  <inkml:trace contextRef="#ctx0" brushRef="#br0">70 5 10505,'0'0'7873,"-1"2"-7091,-2 13-224,0 0 0,-1 0 1,-1 0-1,-11 23 0,9-22-122,1 0 0,0 0-1,1 1 1,1 0-1,1 0 1,0 0 0,0 29-1,2-43-390,2-1-1,-1 1 0,0-1 0,0 1 0,1 0 1,-1-1-1,1 1 0,0-1 0,0 1 0,0-1 1,0 0-1,0 1 0,1-1 0,-1 0 1,1 0-1,-1 0 0,1 0 0,0 0 0,0 0 1,0 0-1,0-1 0,0 1 0,0-1 1,0 1-1,1-1 0,-1 0 0,0 0 0,1 0 1,-1 0-1,1 0 0,0 0 0,-1-1 0,1 0 1,-1 1-1,1-1 0,0 0 0,-1 0 1,1 0-1,-1 0 0,1-1 0,0 1 0,-1-1 1,5-1-1,3-1-40,0-1 0,1 0 1,-2-1-1,1 1 0,-1-2 0,1 1 0,11-11 1,2-5-271,27-28 1,-31 28-187,1 1 0,29-22 0,-41 36 191,0-2 0,0 1 1,7-10-1,2-2-197,-15 18 310,-2 4-131,2 9 291,-1-6 3,0 0 1,0 1-1,0-1 1,-1 1 0,-1 7-1,1-4 49,-1 1-1,1-1 1,1 1 0,0 0-1,0-1 1,1 0-1,1 1 1,4 11 0,-6-17-38,1 1 1,0-1-1,0 0 1,1 0 0,-1-1-1,1 1 1,0 0-1,1-1 1,-1 0 0,1 0-1,-1 0 1,1 0 0,1 0-1,-1-1 1,0 0-1,1 0 1,5 3 0,3-1-64,1-1 0,-1 0 0,1-1 0,-1-1 0,28 2 0,-34-4-10,0 0-1,0 0 0,0-1 1,0 0-1,0-1 0,0 1 1,0-1-1,-1 0 0,1-1 1,0 0-1,-1 0 0,0 0 1,7-6-1,10-11-219,-1-1 1,-1-1-1,-1-1 0,20-30 0,-34 45 299,-6 7-13,1-1 0,0 1 1,0 0-1,0 0 0,0 0 1,0 0-1,0 0 0,0 0 1,1 0-1,-1 0 1,0 0-1,3-1 0,-4 2-11,1 0 0,-1 0-1,0 0 1,1 1 0,-1-1-1,0 0 1,0 0 0,1 0-1,-1 0 1,0 0 0,0 0 0,1 1-1,-1-1 1,0 0 0,0 0-1,1 0 1,-1 1 0,0-1-1,0 0 1,0 0 0,1 0 0,-1 1-1,0-1 1,0 0 0,0 1-1,0-1 1,0 0 0,0 0-1,1 1 1,-1-1 0,0 0-1,0 1 1,0-1 0,0 0 0,0 1-1,0 5 53,0 1 0,0-1 0,0 1-1,-2 6 1,-23 129 1060,14-111 156,10-28-919,2-7-61,8-25 44,18-37 0,-8 18-241,43-97 114,-61 141-216,1 0-1,0 1 1,0-1-1,0 1 1,0 0-1,0-1 1,1 1-1,-1 0 1,1 0-1,4-2 1,-7 4 2,1 1-1,0-1 1,0 1 0,0 0 0,0-1 0,0 1 0,0 0 0,0-1-1,0 1 1,0 0 0,0 0 0,0 0 0,0 0 0,0 0 0,0 0 0,0 0-1,0 1 1,0-1 0,0 0 0,0 0 0,0 1 0,-1-1 0,1 0 0,0 1-1,0-1 1,0 1 0,0 0 0,0-1 0,-1 1 0,1 0 0,0-1-1,-1 1 1,1 0 0,0 0 0,-1-1 0,1 1 0,-1 0 0,1 0 0,-1 0-1,0 0 1,1 1 0,4 8 10,0 0-1,0 1 1,3 12 0,-6-14-11,0-1 0,1 0 0,1-1 0,-1 1 1,1 0-1,0-1 0,10 12 0,-13-18 4,1 1-1,-1-1 0,1 1 1,-1-1-1,1 0 0,0 0 1,0 1-1,0-1 1,0 0-1,0-1 0,0 1 1,0 0-1,0-1 1,0 1-1,0-1 0,0 0 1,0 1-1,1-1 0,-1 0 1,0 0-1,0 0 1,0-1-1,0 1 0,0-1 1,0 1-1,1-1 1,-1 1-1,3-3 0,5-2-3,-1 0 1,1-1-1,-1 0 0,12-10 0,-11 8 17,8-6 7,125-85 687,-135 94-632,0 1 0,0 0 0,1 1 0,-1-1 0,1 2 0,10-3 0,-15 5-42,-1-1-1,1 1 1,0 0 0,0-1-1,0 2 1,-1-1-1,1 0 1,0 1-1,0 0 1,-1 0-1,1 0 1,-1 0 0,1 1-1,-1-1 1,1 1-1,-1 0 1,6 4-1,-3-1-2,0 1 0,-1 0-1,0 0 1,0 0-1,0 1 1,-1-1 0,5 11-1,21 56-32,-21-49-764,12 25 1,0-1-3849,-20-45 1417</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3.611"/>
    </inkml:context>
    <inkml:brush xml:id="br0">
      <inkml:brushProperty name="width" value="0.035" units="cm"/>
      <inkml:brushProperty name="height" value="0.035" units="cm"/>
    </inkml:brush>
  </inkml:definitions>
  <inkml:trace contextRef="#ctx0" brushRef="#br0">267 452 7689,'-7'7'617,"0"0"229,0-1 2561,-23 5 15,20-5-3101,1-1 0,0 1 0,1 1-1,0 0 1,0 0 0,0 1 0,1-1 0,0 2 0,0-1 0,-9 18 0,-3 7 596,-23 61 0,24-51-345,14-33-396,0 1-1,0-1 1,1 1 0,0 0 0,1 0 0,0 0 0,1 0-1,1 1 1,-1-1 0,2 0 0,1 17 0,0-22-62,-1 1 0,1-1-1,0 0 1,0 0 0,1 0 0,0 0 0,0 0 0,0-1 0,1 1 0,0-1 0,0 0-1,0 0 1,1 0 0,-1-1 0,1 0 0,0 0 0,1 0 0,-1 0 0,1-1 0,-1 0 0,7 3-1,-1-2 7,0-1-1,0 0 0,1-1 0,-1 0 0,0 0 0,1-2 0,-1 1 0,1-1 0,-1-1 0,1 0 1,-1-1-1,1 0 0,15-5 0,-21 5-189,0 0 0,0 0-1,0-1 1,-1 0 0,1 0 0,-1 0 0,1-1 0,5-4-1,-9 6-15,-1 0 0,1 1-1,0-1 1,-1 0-1,1 0 1,-1 0 0,0 0-1,1 0 1,-1 0-1,0 0 1,0 0 0,-1 0-1,1-1 1,0 1 0,-1 0-1,1-1 1,-1 1-1,0 0 1,0-1 0,0 1-1,0 0 1,0-1-1,0 1 1,-1-1 0,0-2-1,-4-8-308,-1 0 0,0 0 0,-1 0 0,0 1 0,-1-1 0,0 2-1,-1-1 1,-14-13 0,-4-2-371,-60-45 1,30 36 1342,44 29-223,0 0 1,1-1-1,0 0 0,0-1 0,-12-13 0,22 19-207,-1 1 0,1-1 0,0 0 0,0 0 0,0-1-1,0 1 1,1 0 0,0-1 0,-1 1 0,1-1-1,0 1 1,1-1 0,-1 1 0,0-1 0,1-6 0,0 4 86,1 0 0,0 0 0,0 0 0,1 0 1,-1 0-1,1 0 0,1 1 0,4-11 1,2 2 311,1 0 0,0 0 1,0 1-1,2 0 0,-1 1 1,16-12-1,17-13-232,2 1 0,1 2-1,2 3 1,64-32 0,-79 47-335,212-85-704,-243 100 235,1-1-794,-1 1 692,0-1 1,1 0-1,-1 1 1,6-1 0,-6 1-1076,-7-22-2533,0 10 1526,3 3-3669</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4.325"/>
    </inkml:context>
    <inkml:brush xml:id="br0">
      <inkml:brushProperty name="width" value="0.035" units="cm"/>
      <inkml:brushProperty name="height" value="0.035" units="cm"/>
    </inkml:brush>
  </inkml:definitions>
  <inkml:trace contextRef="#ctx0" brushRef="#br0">9 151 7901,'-8'-7'9710,"8"-1"-3921,0 6-5467,1 0 1,0 1-1,0-1 0,0 1 1,0-1-1,0 1 0,0 0 1,0-1-1,0 1 0,3-2 1,28-18-1240,-19 15 2900,175-53 2168,-58 29-8492,-130 30 4217,1 0 0,0-1-1,-1 1 1,1 0 0,0 0 0,-1 0 0,1 0 0,0 0 0,0 0-1,-1 0 1,1 0 0,0 0 0,-1 0 0,1 0 0,0 1 0,-1-1-1,1 0 1,1 1 0,-2-1-3,0 1 0,0-1 0,0 0 0,1 1 0,-1-1 0,0 0-1,0 1 1,0-1 0,0 0 0,0 1 0,0-1 0,0 1 0,0-1 0,0 0 0,0 1-1,0-1 1,0 0 0,0 1 0,0-1 0,-1 1 0,1-1 0,0 0 0,0 1 0,0-1-1,-19 27-7063,17-24 6462,-23 26-10652</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4.485"/>
    </inkml:context>
    <inkml:brush xml:id="br0">
      <inkml:brushProperty name="width" value="0.035" units="cm"/>
      <inkml:brushProperty name="height" value="0.035" units="cm"/>
    </inkml:brush>
  </inkml:definitions>
  <inkml:trace contextRef="#ctx0" brushRef="#br0">1 270 19058,'80'-80'2632,"-31"51"-240,-6 6-252,-5 0-495,-1 3-333,-2 0-272,-1 0-224,3 2-180,-5 4-516,-15 8-500,6-2-772,0-1-496,-34 26-10870,-9 12-591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5.069"/>
    </inkml:context>
    <inkml:brush xml:id="br0">
      <inkml:brushProperty name="width" value="0.035" units="cm"/>
      <inkml:brushProperty name="height" value="0.035" units="cm"/>
    </inkml:brush>
  </inkml:definitions>
  <inkml:trace contextRef="#ctx0" brushRef="#br0">470 23 10565,'0'0'4648,"-1"-2"-2541,1 0-1731,-1 1 0,1 0 0,0 0 1,-1 0-1,0 0 0,1 0 0,-1 0 1,1 0-1,-1 0 0,0 0 0,0 0 1,0 0-1,0 0 0,1 0 0,-1 1 1,0-1-1,0 0 0,0 1 0,-1-1 1,1 0-1,-1 0 0,-16 1 3158,3 3-4663,-8 3 1107,0 0 0,1 2 1,-36 16-1,-60 40-279,19-9 401,80-44 334,1 0 0,-20 15 1,38-26-430,0 0 0,1 0 0,-1 0 0,0 0 0,0 0 0,0 0 1,0 0-1,0 0 0,0 0 0,0 0 0,0 0 0,1 0 0,-1 0 0,0 0 1,0 0-1,0 0 0,0 0 0,0 0 0,0 0 0,0 0 0,0 0 1,0 0-1,0 0 0,1 0 0,-1 0 0,0 1 0,0-1 0,0 0 0,0 0 1,0 0-1,0 0 0,0 0 0,0 0 0,0 0 0,0 0 0,0 0 0,0 0 1,0 0-1,0 1 0,0-1 0,0 0 0,0 0 0,0 0 0,0 0 1,0 0-1,0 0 0,0 0 0,0 0 0,0 1 0,0-1 0,0 0 0,0 0 1,0 0-1,0 0 0,0 0 0,0 0 0,0 0 0,0 0 0,0 0 0,0 0 1,0 1-1,0-1 0,0 0 0,0 0 0,0 0 0,0 0 0,-1 0 1,1 0-1,25 13 495,1 0 0,1-2 0,45 13 0,-47-17-332,-2 0-1,1 2 0,-1 0 0,0 2 1,-1 1-1,26 18 0,-43-26-212,0 0 0,0 1 0,-1 0-1,0 0 1,0 0 0,0 1-1,-1-1 1,1 1 0,-1 0 0,-1 0-1,1 0 1,-1 0 0,0 0 0,0 1-1,-1-1 1,0 0 0,0 1 0,-1-1-1,1 1 1,-1 0 0,-1-1-1,1 1 1,-1-1 0,-3 11 0,0-2-611,0-1 1,-1 1 0,-1-1 0,0 0-1,-1-1 1,0 0 0,-1 0 0,-1 0 0,-17 19-1,7-10-819,-2 2-3027,-28 24 0,-2-11-6893</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5.381"/>
    </inkml:context>
    <inkml:brush xml:id="br0">
      <inkml:brushProperty name="width" value="0.035" units="cm"/>
      <inkml:brushProperty name="height" value="0.035" units="cm"/>
    </inkml:brush>
  </inkml:definitions>
  <inkml:trace contextRef="#ctx0" brushRef="#br0">18 1 15617,'9'43'1933,"-12"-29"-533,-9 7-300,4-1-196,5 6-176,3 17-176,3-9-112,2 1-472,-5-15-504,0 9-592,3-4-644,-11-10-612,5-1-2573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5.491"/>
    </inkml:context>
    <inkml:brush xml:id="br0">
      <inkml:brushProperty name="width" value="0.035" units="cm"/>
      <inkml:brushProperty name="height" value="0.035" units="cm"/>
    </inkml:brush>
  </inkml:definitions>
  <inkml:trace contextRef="#ctx0" brushRef="#br0">107 12 14661,'-18'-12'3213,"4"24"-2177,-3-4-608,-6-11-2424,3 0 271,11 21-2823,3-7-3537</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6.442"/>
    </inkml:context>
    <inkml:brush xml:id="br0">
      <inkml:brushProperty name="width" value="0.035" units="cm"/>
      <inkml:brushProperty name="height" value="0.035" units="cm"/>
    </inkml:brush>
  </inkml:definitions>
  <inkml:trace contextRef="#ctx0" brushRef="#br0">191 395 11277,'-4'1'413,"0"1"0,0-1 0,1 1 1,-1 0-1,0 1 0,1-1 0,-1 0 0,1 1 0,0 0 1,0 0-1,0 0 0,0 0 0,1 0 0,-1 1 0,1-1 0,0 1 1,-3 7-1,3-6-200,1 0 0,0 0-1,0 0 1,1 0 0,0 0 0,0 0 0,0 0 0,0 0 0,1 0 0,-1 0 0,4 9 0,-3-8-49,0-4-116,0 1 1,-1 0-1,2 0 0,-1 0 0,0-1 0,0 1 0,3 3 0,-2-3 13,-1-3-46,0 0 0,0 0 0,0 0 0,0 0 0,0 0 0,0 0 0,0-1 1,0 1-1,-1 0 0,1-1 0,0 1 0,0-1 0,0 1 0,-1 0 0,1-1 0,1 0 0,11-8 33,-1 1 0,0-1 1,0-1-1,-1 0 1,0-1-1,16-21 0,-9 8-12,-1-1 0,18-36-1,-27 46 331,-2-1-1,0 0 1,-1-1 0,0 1-1,-2-1 1,3-23 0,-3 29 542,-1 0 0,1 0 1,7-15-1,-9 23-674,0 0 1244,-1 9-920,-19 237 826,9-150-1181,-90 772-101,47-549-935,39-259-247,-2 0 1,-3-2 0,-36 76-1,55-130 1045,-1 0 0,1 0 0,0-1 0,-1 1 0,1-1 0,-1 1 0,1 0 0,-1-1 0,1 1 0,-1-1 0,1 1 0,-1-1 0,1 1 0,-1-1 0,0 1 0,1-1 0,-1 0 0,0 1 0,1-1 0,-1 0 0,0 0 0,0 1 0,1-1 0,-1 0 0,0 0 0,0 0 0,1 0 0,-1 0 0,0 0 0,0 0 0,1 0 0,-1 0 0,0-1 0,0 1 0,1 0 0,-1 0 0,0-1 0,1 1 0,-1 0 0,0-1 0,1 1 0,-1 0 0,0-1 0,1 1 0,-1-1 0,1 1 0,-1-1 0,0-1 0,-3-2-99,0 0 0,0 0 0,1 0 1,0-1-1,-5-7 0,3 1-68,0-1 1,0 1-1,1-1 1,0 0-1,-2-20 0,-5-64-603,10 74 630,-3-47 100,4-1 0,3 1 0,2 0-1,4 0 1,25-100 0,-5 68 374,4 2 0,90-187 0,78-90 948,-198 370-1232,1 0 0,0 1 1,0 0-1,1 0 0,-1 0 0,1 0 0,0 1 0,0-1 0,1 1 0,-1 1 1,13-7-1,-16 9-20,0 0 1,1 0-1,-1 1 1,0-1-1,1 1 1,-1-1-1,1 1 1,-1 0 0,1 0-1,-1 0 1,1 0-1,-1 0 1,0 1-1,1-1 1,-1 1-1,1 0 1,-1-1-1,0 1 1,0 0-1,1 0 1,-1 1 0,0-1-1,0 0 1,0 1-1,0-1 1,0 1-1,-1 0 1,1 0-1,0-1 1,-1 1-1,1 0 1,-1 0-1,0 1 1,2 1 0,2 7-107,-1 0 0,1 0 0,-2 0 0,0 0 0,0 1 0,2 18 0,3 14-567,2-19 12,-9-22 467,2-4 107,5-3 137,-1 0-1,1 0 1,-1 0 0,0-1-1,0 0 1,-1 0 0,1-1-1,-1 0 1,-1 0-1,10-12 1,0-2 159,-1-1 0,17-34 0,-2-1 483,44-60-1,-53 83-207,-17 27-446,1 0-1,0 0 1,0 0-1,8-8 1,-8 30-395,-2 2 69,-1-1 1,-1 1-1,-4 30 0,2-27-75,1 39-1,1-58 363,0 0-1,0 0 1,0 0-1,0 0 0,1 0 1,-1 0-1,1 0 1,-1 0-1,1 0 1,0 0-1,0 0 1,0 0-1,0 0 1,0-1-1,0 1 1,0 0-1,1-1 1,-1 1-1,1-1 1,-1 1-1,1-1 1,-1 0-1,1 0 1,0 1-1,0-1 0,0 0 1,0-1-1,-1 1 1,1 0-1,0 0 1,0-1-1,0 0 1,1 1-1,-1-1 1,0 0-1,0 0 1,0 0-1,0 0 1,0 0-1,0 0 1,0-1-1,0 1 1,0-1-1,0 1 0,0-1 1,2-1-1,33-20 324,-1-1-1,-1-2 0,-2-2 0,39-38 0,-20 18 725,-16 15-388,50-42 972,-85 73-1608,0 0 0,-1 0 0,1 0 0,0 1-1,0-1 1,0 0 0,0 1 0,0-1 0,0 0 0,0 1-1,1-1 1,-1 1 0,0 0 0,0-1 0,0 1 0,0 0-1,1 0 1,-1 0 0,0 0 0,0 0 0,0 0 0,1 0-1,-1 0 1,0 0 0,0 0 0,0 1 0,0-1 0,1 0-1,-1 1 1,0-1 0,0 1 0,1 1 0,1 0-45,-1 1 1,0 0-1,0 0 0,0 1 1,0-1-1,-1 0 1,1 0-1,-1 1 0,0-1 1,2 7-1,57 251-4191,-53-237 2966,20 44-1,-10-27-395,-17-40 1539,1 1-1,-1-1 0,1 0 0,0 0 0,-1 0 0,1 0 0,0 0 0,0 0 0,0 0 0,0 0 0,0 0 0,0 0 0,0 0 0,0-1 0,0 1 0,0 0 0,1-1 0,-1 1 1,0-1-1,0 1 0,1-1 0,-1 0 0,0 1 0,0-1 0,1 0 0,-1 0 0,0 0 0,2 0 0,3-1-422,-1 1 0,0-1 0,1 0 0,-1-1 0,9-3 0,27-12-3493,-7-2-2047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6.876"/>
    </inkml:context>
    <inkml:brush xml:id="br0">
      <inkml:brushProperty name="width" value="0.035" units="cm"/>
      <inkml:brushProperty name="height" value="0.035" units="cm"/>
    </inkml:brush>
  </inkml:definitions>
  <inkml:trace contextRef="#ctx0" brushRef="#br0">289 41 10253,'-1'-3'674,"-1"0"0,0-1 0,0 1 0,0 0 0,0 1 0,-1-1 0,1 0 0,-1 1 0,-7-6 2823,9 10-3335,-1 0 0,0 1 0,0-1 0,0 0 0,0 0-1,-1-1 1,-2 3 0,4-3-56,-10 7 174,-1-1 0,1 0 1,-16 6-1,15-7-91,1 0-1,-15 9 1,-11 11 498,22-16-411,1 0 1,0 0 0,0 2 0,-21 23-1,35-34-257,0 1-1,0-1 0,0 0 1,0 1-1,0-1 1,1 0-1,-1 1 0,0-1 1,1 0-1,-1 0 0,1 0 1,0 1-1,-1-1 1,1 0-1,0 0 0,0 0 1,-1 0-1,1 0 1,0 0-1,2 1 0,3-1 12,-1 0-1,1 0 0,0-1 1,-1 0-1,1 0 0,0 0 1,-1-1-1,1 0 0,-1 0 1,1 0-1,-1-1 0,1 0 1,-1 0-1,0 0 0,0 0 1,0-1-1,0 0 0,6-4 1,45-49-676,-13 25-192,-41 29 749,-1 3-63,1 0 150,-1 1 0,1-1 1,-1 0-1,0 0 0,0 1 0,1-1 1,-1 1-1,1 2 0,2 1 62,2 1-18,0 0-1,1-1 1,0 1 0,0-1-1,1-1 1,-1 1 0,1-1 0,0 0-1,0-1 1,0 0 0,0 0-1,1-1 1,-1 0 0,1-1 0,0 0-1,-1 0 1,1 0 0,9-2-1,-3 1-213,-1-2-1,0 1 0,0-2 0,0 0 0,0-1 0,0 0 0,-1-1 0,0 0 0,0-1 0,18-11 0,-14 5-1717,34-29 0,-43 33-404,0 0 0,13-19 0,3-12-7187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7.551"/>
    </inkml:context>
    <inkml:brush xml:id="br0">
      <inkml:brushProperty name="width" value="0.035" units="cm"/>
      <inkml:brushProperty name="height" value="0.035" units="cm"/>
    </inkml:brush>
  </inkml:definitions>
  <inkml:trace contextRef="#ctx0" brushRef="#br0">340 10 6949,'2'-9'1706,"-8"15"-355,6-6-1323,-2 3 1856,-1-3-1238,-82 17 5874,77-15-6442,0 0 1,0 1 0,0-1 0,0 1-1,1 1 1,-1 0 0,-6 4 0,-47 38-464,46-34 17,-33 31-2360,18-12-2780,7-7-2233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8.769"/>
    </inkml:context>
    <inkml:brush xml:id="br0">
      <inkml:brushProperty name="width" value="0.035" units="cm"/>
      <inkml:brushProperty name="height" value="0.035" units="cm"/>
    </inkml:brush>
  </inkml:definitions>
  <inkml:trace contextRef="#ctx0" brushRef="#br0">1150 64 6697,'20'-14'7246,"1"3"-3798,-13 7-3067,-1 1 0,1 1 0,-1-1-1,1 1 1,0 0 0,14-1 0,56-8 1443,-75 11-1624,0 0 1,0 0 0,0 0-1,0 0 1,0-1 0,0 0-1,0 1 1,5-3 0,-8 3-172,0 0 1,0 0 0,-1 0 0,1 0 0,0 0-1,0 0 1,0 0 0,0 0 0,0 0 0,0 0-1,0 0 1,0 0 0,0 0 0,0 0-1,0 0 1,-1 0 0,1 0 0,0 0 0,0 0-1,0 0 1,0 0 0,0 0 0,0 0 0,0 0-1,0 0 1,0 0 0,0 0 0,0 0-1,-1 0 1,1 0 0,0 0 0,0-1 0,0 1-1,0 0 1,0 0 0,0 0 0,0 0 0,0 0-1,0 0 1,0 0 0,0 0 0,0 0-1,0 0 1,0 0 0,0 0 0,0-1 0,0 1-1,0 0 1,0 0 0,0 0 0,0 0 0,0 0-1,0 0 1,0 0 0,0 0 0,0 0-1,0 0 1,0 0 0,0-1 0,0 1 0,0 0-1,0 0 1,0 0 0,0 0 0,0 0 0,-20 2 605,-5 4-720,0 0-1,-39 18 1,25-9-9,-287 122-258,173-68 250,-65 22 529,-176 79 1947,372-160-2103,8-4 18,1 1 0,0 0 0,-21 15 0,33-22-279,1 0-1,0 0 1,-1 0-1,1 1 0,0-1 1,-1 0-1,1 0 1,0 0-1,0 1 1,-1-1-1,1 0 1,0 0-1,0 1 1,0-1-1,-1 0 1,1 1-1,0-1 1,0 0-1,0 0 1,0 1-1,-1-1 1,1 0-1,0 1 1,0-1-1,0 0 1,0 1-1,0-1 1,0 1-1,0-1 1,0 0-1,0 1 1,0-1-1,0 0 1,0 1-1,1-1 1,12 7 279,29-4 39,28-4-110,94 3 66,-130 0-328,-1 1 0,63 16 0,-90-17-23,-1-1 0,1 1 0,0 1 0,-1-1 0,0 1 0,1 0 0,-1 0 0,0 1 0,-1-1 0,1 1 0,-1 0 0,1 0 1,-1 1-1,6 8 0,-6-6-98,0 0 1,0 1 0,-1-1 0,0 1 0,-1-1 0,0 1-1,0 0 1,0 0 0,0 15 0,-2 1-214,-1-1 0,-1 0 1,-1 1-1,-1-1 0,-1-1 1,-14 38-1,6-23 225,-3-1 0,0-1 0,-2 0 0,-2-2 1,-1 0-1,-2-1 0,-1-1 0,-42 42 0,-56 49 2690,119-119-2378,0 0 0,0 1 0,0 0 0,1-1 0,-1 1 0,1 0 0,0 0 0,0 0 0,-2 8 0,4-11-117,1-1-1,0 1 1,-1-1 0,1 1 0,0 0-1,0-1 1,-1 1 0,1-1 0,0 1-1,0-1 1,0 0 0,0 1 0,-1-1-1,1 0 1,0 0 0,0 0 0,0 1-1,0-1 1,0 0 0,0 0 0,1-1-1,-2 2 5,14-2 189,0 1 1,-1-2-1,1 0 1,0-1-1,-1 0 1,0 0-1,15-7 0,21-5 278,286-62 570,-236 61-1803,145-6 0,-185 21-887,-34 1-1771,4 0-9916</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2:59.976"/>
    </inkml:context>
    <inkml:brush xml:id="br0">
      <inkml:brushProperty name="width" value="0.035" units="cm"/>
      <inkml:brushProperty name="height" value="0.035" units="cm"/>
    </inkml:brush>
  </inkml:definitions>
  <inkml:trace contextRef="#ctx0" brushRef="#br0">17 66 13277,'-1'1'476,"1"-1"-1,-1 0 1,0 0 0,0 1-1,0-1 1,1 0 0,-1 0-1,0 0 1,0 0 0,0 0-1,1 0 1,-1 0 0,0 0-1,0-1 1,0 1-1,1 0 1,-1 0 0,-1-1-1,13-7 2615,28-7-1240,28-3 401,-36 9-2410,38-6 0,-66 14-1283,-11 16-4596,-14 13-1020,-8 4-4607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0.148"/>
    </inkml:context>
    <inkml:brush xml:id="br0">
      <inkml:brushProperty name="width" value="0.035" units="cm"/>
      <inkml:brushProperty name="height" value="0.035" units="cm"/>
    </inkml:brush>
  </inkml:definitions>
  <inkml:trace contextRef="#ctx0" brushRef="#br0">1 248 18466,'26'-35'2776,"14"6"-140,-8 6-380,-1 0-451,1 0-329,2 0-316,1 3-220,5 0-344,-8 6-532,2-4-492,-5 4-872,-12 8-492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0.613"/>
    </inkml:context>
    <inkml:brush xml:id="br0">
      <inkml:brushProperty name="width" value="0.035" units="cm"/>
      <inkml:brushProperty name="height" value="0.035" units="cm"/>
    </inkml:brush>
  </inkml:definitions>
  <inkml:trace contextRef="#ctx0" brushRef="#br0">529 0 8113,'0'0'6722,"-4"0"-5676,-17 1-346,0 2-1,1 0 1,-1 0 0,-21 8-1,-83 34 687,56-18 1656,-122 29-1,187-55-2408,3-1-563,1 1 1,-1-1-1,0 1 1,0-1-1,1 1 1,-1 0-1,1-1 1,-1 1-1,0 0 1,1 0-1,-1-1 1,1 1-1,0 0 1,-1 0-1,1 0 1,0 0-1,-1-1 1,1 1-1,0 0 1,0 0-1,0 0 1,0 0-1,0 1 1,3 0 25,0 0 1,0 0-1,0 0 1,0-1 0,1 0-1,-1 1 1,1-1-1,-1 0 1,6 0-1,-3 1 59,27 7 424,-16-5-280,0 1-1,0 1 1,21 11-1,-32-14-246,-1 0 0,1 1 0,-1 0 0,0 0 0,0 0 0,-1 1 0,1-1 0,-1 1 0,0 0 0,-1 0 0,1 1 0,5 10 0,-5-5-53,1 0 0,-2 1 0,1 0 0,-2-1 0,1 1 0,-2 0 1,1 0-1,-2 0 0,0 15 0,-3 12-814,-13 57 0,14-85 534,-4 16-922,-1 1-1,-1-2 1,-13 30-1,14-41-1493,-1 1 1,-1-1-1,-15 21 0,-9 0-9540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0.894"/>
    </inkml:context>
    <inkml:brush xml:id="br0">
      <inkml:brushProperty name="width" value="0.035" units="cm"/>
      <inkml:brushProperty name="height" value="0.035" units="cm"/>
    </inkml:brush>
  </inkml:definitions>
  <inkml:trace contextRef="#ctx0" brushRef="#br0">1 1 18174,'0'0'4296,"3"17"-2628,-3 3-328,3-3-308,2-5-211,4 8-177,0 0-348,-6-6-492,2 4-737,1-4-367,3 0-876</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1.021"/>
    </inkml:context>
    <inkml:brush xml:id="br0">
      <inkml:brushProperty name="width" value="0.035" units="cm"/>
      <inkml:brushProperty name="height" value="0.035" units="cm"/>
    </inkml:brush>
  </inkml:definitions>
  <inkml:trace contextRef="#ctx0" brushRef="#br0">66 1 14885,'-11'5'1729,"-1"4"495,-5-3-5457,0-1-1311,8 13-3533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1.880"/>
    </inkml:context>
    <inkml:brush xml:id="br0">
      <inkml:brushProperty name="width" value="0.035" units="cm"/>
      <inkml:brushProperty name="height" value="0.035" units="cm"/>
    </inkml:brush>
  </inkml:definitions>
  <inkml:trace contextRef="#ctx0" brushRef="#br0">305 74 9537,'-24'11'1461,"-32"11"-1,49-20-1268,1 0 0,-1 0 0,1 1 0,0 0 0,0 1 0,1 0 0,-1-1 0,1 2 0,-1-1 0,1 1 0,1-1 0,-1 1 0,1 1 0,-1-1 0,1 1 0,1-1 0,-1 1 0,1 0 0,0 0 0,1 1 0,-1-1 0,1 1 0,-1 6 0,1-7 110,1-1 0,-1 1 0,0-1 1,-1 0-1,-5 10 0,7-13-203,0 0 0,0 0 0,0 0 0,1 0 0,-1 0 0,1 0 1,-1 0-1,1 1 0,0-1 0,0 0 0,0 0 0,0 0 0,0 1 0,1-1 0,-1 0 0,1 0 0,-1 0 0,1 0 0,0 0 0,0 0 0,-1 0 0,2 0 1,1 4-1,0-3-13,0 0 1,1 0 0,-1-1 0,1 1 0,0-1-1,-1 1 1,1-1 0,0 0 0,0-1 0,1 1-1,-1-1 1,0 0 0,0 0 0,1 0 0,-1 0-1,0-1 1,1 0 0,-1 0 0,6 0 0,7-2 45,1-1 1,-1 0 0,22-7-1,-25 6-91,-6 1-25,0 0-1,0-1 1,0 0-1,-1-1 1,1 1 0,-1-1-1,-1-1 1,1 1-1,-1-1 1,0-1-1,0 1 1,0-1 0,8-13-1,-13 18 119,0 0-1,0 1 0,0-1 1,0 0-1,-1 0 1,1 0-1,0 0 0,-1 0 1,1 1-1,-1-1 0,0 0 1,0 0-1,0 0 1,0 0-1,0 0 0,0 0 1,0 0-1,0 0 1,-1 0-1,1 0 0,-1 0 1,0 0-1,1 0 1,-1 1-1,0-1 0,0 0 1,0 1-1,0-1 1,-2-2-1,1 2 2127,1 7-1596,-107 499 909,56-227-1087,-54 253-521,96-487-623,-1 0 1,-3 0-1,-1-1 1,-37 71-1,46-104-311,1-10-288,-1-18-134,5 13 1592,-1-19-422,0 0 0,2 0 0,1 0-1,1 0 1,8-36 0,-8 43 140,12-62-78,4 0 1,42-120-1,-18 93 276,68-125 0,183-269 170,-291 498-283,0 0 1,0 0-1,1 0 0,-1 0 0,1 0 1,0 1-1,0-1 0,0 1 1,0 0-1,4-2 0,-6 4-3,0-1 1,-1 1-1,1-1 0,0 1 0,0 0 1,0 0-1,0-1 0,0 1 0,0 0 1,0 0-1,0 0 0,0 0 0,0 0 1,0 0-1,0 0 0,0 1 0,-1-1 1,1 0-1,0 0 0,0 1 0,0-1 1,0 1-1,0-1 0,0 1 0,-1-1 1,1 1-1,0-1 0,0 1 0,-1 0 1,1-1-1,0 1 0,-1 0 1,1 0-1,-1-1 0,1 1 0,-1 0 1,1 0-1,-1 0 0,1 1 0,2 8-9,0 1 0,-1-1 1,0 1-1,-1 0 0,0 0 0,0 0 0,-2 12 0,2 14-82,2 26-47,-3-62 140,0 0-1,0 0 0,0 0 0,0 0 1,0 1-1,1-1 0,-1 0 0,1 0 1,-1 0-1,1 0 0,-1 0 1,1 0-1,-1-1 0,1 1 0,0 0 1,-1 0-1,3 1 0,-3-2-1,1 1-1,0-1 0,-1 0 1,1 0-1,0 0 0,-1 1 1,1-1-1,0 0 0,-1 0 1,1 0-1,0 0 0,0 0 1,-1 0-1,1 0 0,0-1 1,-1 1-1,1 0 0,0 0 1,-1-1-1,2 1 0,2-3 1,1 1 0,-1-1 0,0 0 0,0-1 0,5-4 0,-6 5 5,13-15 135,1-1-1,-2-1 1,17-28 0,-2 3 311,25-37 561,21-29 190,-61 92-800,0 0-1,31-27 1,-43 43-219,0 21-242,8 24-633,17 43 0,-28-85 688,1 1 0,0-1 0,-1 1 0,1-1 0,0 1 1,0-1-1,-1 1 0,1-1 0,0 0 0,0 1 0,0-1 0,-1 0 0,1 0 0,0 0 0,0 1 0,0-1 0,1 0 0,1 0 2,-1 0 10,0 1 0,0-1 0,0 0 1,0 0-1,0 0 0,0 0 0,0 0 0,0 0 0,0 0 0,0-1 0,0 1 0,0-1 0,0 1 0,0-1 0,0 0 0,0 0 0,3-2 1,34-26 155,-33 23-118,59-47 1113,128-80 0,-182 126-1013,-5 3-47,-1 0 1,0 1-1,1 0 0,0 1 1,0-1-1,7-1 0,-12 4-88,0-1 0,0 1 0,0 0 0,0 0 0,0 0 0,0 0 0,0 0 0,0 0 0,0 1 0,-1-1-1,1 0 1,0 0 0,0 1 0,0-1 0,0 0 0,0 1 0,0-1 0,1 2 0,-1-1-15,0 0 1,0 1-1,0-1 0,0 1 1,0-1-1,0 0 1,-1 1-1,1 0 1,0-1-1,-1 1 0,0-1 1,1 1-1,-1 0 1,0 2-1,2 12-179,-2 0 0,-1 17 1,-1-21-185,2 1 1,0 0 0,0-1-1,1 1 1,5 18 0,27 129-9684,-26-141 4093,1-11-3712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02.334"/>
    </inkml:context>
    <inkml:brush xml:id="br0">
      <inkml:brushProperty name="width" value="0.035" units="cm"/>
      <inkml:brushProperty name="height" value="0.035" units="cm"/>
    </inkml:brush>
  </inkml:definitions>
  <inkml:trace contextRef="#ctx0" brushRef="#br0">281 30 8737,'-29'-15'13724,"26"15"-12694,-3 0-802,0 1 0,1-1-1,-1 1 1,1 1-1,-1-1 1,1 1-1,0-1 1,-1 2 0,1-1-1,0 0 1,0 1-1,0 0 1,1 0-1,-1 1 1,-4 3-1,-16 17 595,0 2-1,2 0 0,-35 51 0,50-67-655,4-3-93,0 0-1,0 0 1,-5 14-1,8-19-52,1-1-13,0 0 0,0 0 0,0 0 0,0 0 0,0 0-1,1-1 1,-1 1 0,0 0 0,0 0 0,1 0 0,-1 0 0,0 0 0,1-1 0,-1 1 0,1 0 0,-1 0 0,1-1 0,-1 1 0,2 1 0,-1-1 1,0 1-13,1 0-1,-1 0 1,0 0 0,1-1-1,-1 1 1,1-1 0,0 1-1,-1-1 1,1 0 0,0 0-1,0 1 1,0-1-1,0 0 1,0-1 0,0 1-1,0 0 1,0-1 0,1 1-1,-1-1 1,0 1 0,0-1-1,0 0 1,1 0-1,-1 0 1,0 0 0,0-1-1,0 1 1,1-1 0,2 0-1,4-2-77,1 0 1,-1 0-1,0-1 0,-1 0 0,14-9 0,31-18-683,-25 15-183,0-1 0,37-32 0,-57 40 762,0 0-1,0-1 0,-1 0 1,-1 0-1,7-11 1,-4 4 673,-8 15 1007,-15 13-751,13-11-721,1 1 0,-1-1 0,1 0-1,-1 1 1,1-1 0,-1 1 0,1-1 0,0 1-1,-1-1 1,1 1 0,-1-1 0,1 1 0,0-1-1,0 1 1,-1-1 0,1 1 0,0 0-1,0-1 1,0 1 0,-1-1 0,1 1 0,0 0-1,0-1 1,0 1 0,0 0 0,0-1 0,0 1-1,0-1 1,1 1 0,-1 0 0,0-1 0,0 1-1,1 0 1,0 2 23,0-1 0,1 0-1,0 0 1,-1 0 0,1 0 0,0 0 0,0 0-1,4 2 1,4 3 148,1 0 0,-1-1 1,17 6-1,-16-8-143,1 0 0,-1-1 0,1-1 0,0 0 0,0 0 1,0-1-1,0-1 0,15-1 0,-8 0-448,0-2 1,0-1-1,0 0 1,26-10-1,-35 9-273,1 0-1,-1 0 1,-1-1-1,1 0 1,-1-1 0,0 0-1,13-14 1,3-2-2160,4-4-3792,-12-1-4241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31.818"/>
    </inkml:context>
    <inkml:brush xml:id="br0">
      <inkml:brushProperty name="width" value="0.035" units="cm"/>
      <inkml:brushProperty name="height" value="0.035" units="cm"/>
    </inkml:brush>
  </inkml:definitions>
  <inkml:trace contextRef="#ctx0" brushRef="#br0">173 549 7277,'-8'3'347,"-1"-1"0,0 0-1,0-1 1,0 0 0,-14-1 0,21 1-226,-1-1 0,1 0-1,-1 1 1,1-1 0,0 1-1,-1 0 1,1 0 0,0 0-1,0 0 1,0 0 0,0 0-1,0 1 1,-4 2 0,3-1 73,-4 3 72,1 0 0,-1 0 0,1 1 0,0 0 0,1 0 1,0 1-1,0-1 0,1 1 0,-6 13 0,9-20-210,0 1 81,1-1-1,-1 1 1,0 0-1,1-1 1,-1 1-1,1-1 1,-1 1-1,1 0 1,0-1-1,0 1 1,0 0-1,0-1 0,0 1 1,0 0-1,0-1 1,0 1-1,1 0 1,-1-1-1,1 1 1,-1-1-1,1 1 1,2 4 3929,-2-5-3964,0 0 0,1 1 0,-1-1-1,1 0 1,0 0 0,-1 0 0,1 0 0,0 0 0,-1 0 0,1 0-1,0-1 1,0 1 0,2 0 0,146-37 945,26-6-806,103-1-70,169 8-215,224-35 25,-554 54 20,165-29-12,-161 26 81,31-4-98,-17 9 29,168-11-42,8 11 27,422-32 26,-402 42-46,36-4-59,-201-10 222,353-28-263,-274 20 106,-87 7 20,175-23 24,-181 36-27,-70 5 28,48 2-55,29-2 61,314-19-22,-382 18 14,511 1 81,-412-1-146,-58-2 2,-85 4 69,351 9-107,-27 14 53,-139-17 13,-119-4-3,47 1-91,155 5-112,279 5 55,-45-42 159,-251 14 30,89-4-3,143-2-32,-423 16-17,90 1 68,-48 5-31,54 1 16,84 7-36,99 5 41,-120-5-8,-142-7-16,404 0 59,-23-1-85,109-8 35,-298 3-11,-240 4 2,28 0 0,385 6 52,-247-7 55,-94-1-91,752-1 334,-621 0 139,-245 3-243,0 0 1010,56 6 0,-88-6 553,13 3-1347,-8-2-786,-11-11-1030,-2 3 235,0 1 1,0 0-1,-1 0 0,0 0 0,0 1 0,0 0 0,0 0 1,-9-5-1,4 2-1625,-22-14-8954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35.826"/>
    </inkml:context>
    <inkml:brush xml:id="br0">
      <inkml:brushProperty name="width" value="0.035" units="cm"/>
      <inkml:brushProperty name="height" value="0.035" units="cm"/>
    </inkml:brush>
  </inkml:definitions>
  <inkml:trace contextRef="#ctx0" brushRef="#br0">1 173 4664,'0'0'4876,"3"0"-4335,26 2 472,-27-2 1640,27 6-2169,-29-9-536,-2-7-288,1 0 0,0 0-1,1 0 1,1-19 0,-1 26-138,1 0-499,0-3 554,1-1 1,-1 1-1,2 0 1,-1-1-1,1 1 0,-1 1 1,5-8-1,-6 12 264,-1 0 0,0 0 1,1 0-1,-1 0 0,0 0 0,0 0 0,0-1 0,0 1 1,0 0-1,0 0 0,0 0 0,-1 0 0,1 0 1,0-1-1,-1-1 0,-1-1-348,0-19-1103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37.173"/>
    </inkml:context>
    <inkml:brush xml:id="br0">
      <inkml:brushProperty name="width" value="0.035" units="cm"/>
      <inkml:brushProperty name="height" value="0.035" units="cm"/>
    </inkml:brush>
  </inkml:definitions>
  <inkml:trace contextRef="#ctx0" brushRef="#br0">14 315 5469,'0'0'126,"-1"-1"0,1 1 0,-1 0 1,1 0-1,-1-1 0,1 1 0,0 0 1,-1 0-1,1 0 0,-1 0 1,1-1-1,-1 1 0,1 0 0,-1 0 1,1 0-1,-1 0 0,1 0 1,-1 0-1,1 0 0,-1 1 0,1-1 1,-1 0-1,1 0 0,-1 0 1,1 0-1,-1 1 0,0-1 0,5 12 4250,-1-3-4997,-2-6 4143,25-18-1273,3 24-712,26-7-727,65-4-1,-18-1-437,3 2-176,190 8 144,118 25-201,185-23-1,-334-13-90,84 5 25,-185 0-90,70 3 54,13-6-74,-83-2 100,-7 2-96,74 1 18,-81-3-13,-60 0 27,363-29 0,-222 11-18,161-19 31,-6 1-23,-274 31 11,192-14-9,261 4-15,-104 13 16,8-25-3,-246 11 28,70 13 9,-219 8-24,799-13-42,-762 10 50,73 1-14,30 6 5,-66-3-7,-57-1 14,96 5 14,-34-1-21,0-1-2,184 1 6,-197-7 2,222-7-34,-242 4 25,42-1-12,32 0 8,-58 0 19,-46 4-10,218-4 15,333-6-60,-407 12 54,387 3 5,16-23 60,-397 5-94,283-15 167,0 23 4,-311 13-761,-277 0-2535,47-4 1550,-36 1 1,-13-6-3563,-11-5-3050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3:38.343"/>
    </inkml:context>
    <inkml:brush xml:id="br0">
      <inkml:brushProperty name="width" value="0.035" units="cm"/>
      <inkml:brushProperty name="height" value="0.035" units="cm"/>
    </inkml:brush>
  </inkml:definitions>
  <inkml:trace contextRef="#ctx0" brushRef="#br0">35 196 14441,'-28'22'1626,"22"-18"3448,673-45-1024,-154 2-2526,725 65-268,-957-8-521,315-19 0,306-30-339,-670 28-359,25-1 105,-173-1 185,-15 2 345,-66 3-114,-5-2-965,-9-9-782,-1 0 1,-1 1 0,0 1 0,-1 0 0,1 0 0,-2 1 0,-15-6 0,-27-11-5924,1-5-4453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07.505"/>
    </inkml:context>
    <inkml:brush xml:id="br0">
      <inkml:brushProperty name="width" value="0.035" units="cm"/>
      <inkml:brushProperty name="height" value="0.035" units="cm"/>
    </inkml:brush>
  </inkml:definitions>
  <inkml:trace contextRef="#ctx0" brushRef="#br0">181 0 4708,'-155'0'4443,"153"0"-4474,0 1 0,0-1 0,1 1 0,-1 0 0,0-1 0,0 1 0,0 0 0,0 0 0,1 0 0,-1 0 0,0 1 0,-2 1 0,7 0-210,1-1 0,0 1 0,-1-1 0,1 0 1,0 0-1,0-1 0,0 1 0,0-1 0,0 0 0,0 0 0,1 0 0,-1-1 0,8 1 0,34-1-2150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12.589"/>
    </inkml:context>
    <inkml:brush xml:id="br0">
      <inkml:brushProperty name="width" value="0.035" units="cm"/>
      <inkml:brushProperty name="height" value="0.035" units="cm"/>
    </inkml:brush>
  </inkml:definitions>
  <inkml:trace contextRef="#ctx0" brushRef="#br0">6092 243 5136,'8'2'10762,"-18"-10"-4301,1 5-8511,-72-8 3035,-84-30-308,59 12-597,28 9 15,-65-14-22,92 25-52,-140-17-12,107 17-7,51 4 4,-43 0 0,57 4-11,1-1 0,-23-5 0,22 3 0,-1 1 0,-23-1 0,-14-1-1,44 2 5,1 2-1,-1 0 1,-19 0 0,15 2-5,0-2 1,-28-3-1,-1-1-2,34 4 22,-24-1-55,-55 2 0,63 2 70,-31-3 1,-25 1-92,42 4 93,-90 3 67,16 4-59,91-9-42,-47 7 0,-7 1 4,30-4-19,1 2 0,-58 17 1,-1 0 39,-63 16 30,157-37-52,-41 8 5,-1-2 1,-66 4-1,-115-7 7,32-14-41,8-1 21,72 3-15,44-4 10,46 3 60,10 1-38,-143-12-64,27 16 133,85 2-67,-103-10 0,143 7-12,-1 1 0,0 0 0,1 1 0,-20 3 0,29-2 13,1-1-1,-1 0 1,1-1 0,0 1 0,-7-2 0,-10-1-3,-145 3 47,88-1-69,-72 2-6,105 0 80,20 0-52,0 1 0,-30 5 0,1 0 13,42-6-29,0 1 0,-1 0 1,-22 7-1,-32 11 40,42-14-25,-29 12 0,-43 23-43,49-11 43,35-22 16,0 0 0,-18 14 0,-20 11-7,25-13-20,25-17 1,-2 0 1,1 0-1,0 0 1,-1-1-1,1 1 1,-1-1 0,-4 2-1,-1-1 1,6-2 2,0 0 0,1 0-1,-1 0 1,0 1-1,1-1 1,-1 0 0,1 1-1,0 0 1,-1 0-1,-2 2 1,-25 26 14,29-29-16,0 0 1,-1 0-1,1 0 1,0 0 0,0 0-1,-1 0 1,1 0-1,-1-1 1,1 1-1,0 0 1,-4 0 0,-9 5-10,-11 18 6,21-19 4,-1-1-1,1 0 0,-1 1 1,-7 4-1,7-6 5,0 1-1,1 0 1,-1 1-1,1-1 1,0 1-1,0-1 1,0 1-1,-4 8 1,-17 21-40,-54 58 19,28-30 28,45-54-13,1 0 0,0 1 0,-8 16-1,-6 9 13,16-28-8,0-1 0,1 1 0,-1 0 0,1 0 0,0 0 0,-1 12 0,-6 16-15,7-28 10,1 1-1,-1 0 0,1-1 0,1 1 0,-1 0 0,1 0 1,1 8-1,8 52 27,-6-48-18,6 33 0,2-1 1,2 0-1,31 78 1,-14-54-60,19 42 88,27 24 34,-69-128-74,-1 0 0,5 18 0,-9-22 2,2 0 1,-1 0-1,1 0 1,1-1 0,7 13-1,-9-16 5,1 1 0,-1 0 0,-1 0 0,1 0 1,-1 0-1,0 0 0,1 8 0,-1-7-3,0 1 1,0-1-1,6 12 0,-2-7 16,1-1 0,0 0 0,0 0 0,1-1 0,0 0 0,1 0 0,0 0 0,1-2 0,-1 1 0,2-1 0,-1 0-1,23 11 1,-5-5 20,0-2-1,1 0 1,56 13-1,97 8 123,-36-21-168,-37-4 31,-61-5 2,83-7 0,-59 0 36,207-24-36,-158 12-86,206-27 19,-195 30 30,176 4 0,-104 26-2,305-6 30,-218-23-24,-247 10 6,0-3 0,-1-1 0,0-2 1,0-2-1,79-30 0,-44 8-73,1 3 0,129-29 0,56 19 43,-230 37 45,100-7 1,205-41 1,-273 35 0,-2-4 0,70-30 0,-97 33 30,-1-2 0,-1-1-1,0-3 1,58-46 0,20-35 338,-93 82-323,-1-1 0,-1-1-1,20-33 1,49-84 30,-42 87-116,-19 17 100,-16 24 80,-1-1 0,0 0 0,9-20 0,14-43 392,4-1-288,-24 53 63,22-37 452,-23 44-617,-1 0 1,-1 0-1,-1-1 1,0 0 0,-2 0-1,5-20 1,-9 25 10,0 0 0,-1 0 0,-1 0 0,0 0 1,-1 0-1,0 1 0,-1-1 0,-1 0 0,0 0 1,-8-22-1,8 30-183,-1-1-1,1 0 1,-1 1 0,0 0 0,0 0 0,0 0 0,-1 0 0,0 1 0,0 0-1,-7-5 1,10 7-389,0-8-5262,-1-7 4216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13.457"/>
    </inkml:context>
    <inkml:brush xml:id="br0">
      <inkml:brushProperty name="width" value="0.035" units="cm"/>
      <inkml:brushProperty name="height" value="0.035" units="cm"/>
    </inkml:brush>
  </inkml:definitions>
  <inkml:trace contextRef="#ctx0" brushRef="#br0">0 15 5557,'21'-15'4976,"-13"38"-4276,1-3-56,-9 12-124,3 20-64,0-9-96,5 6-72,4 2-44,-4 4-76,-5-3-280,0 0-432,-3-1-424,0-7-2624,0-7-2121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33.125"/>
    </inkml:context>
    <inkml:brush xml:id="br0">
      <inkml:brushProperty name="width" value="0.035" units="cm"/>
      <inkml:brushProperty name="height" value="0.035" units="cm"/>
    </inkml:brush>
  </inkml:definitions>
  <inkml:trace contextRef="#ctx0" brushRef="#br0">3693 490 6389,'-21'5'1278,"16"-4"1440,22-4-1289,19-6 6363,-34 9-6383,-6 1-412,-13 6-171,15-6-738,-33-27 90,4 3-81,19 15-30,-1-1-1,-21-20 0,-4-3 119,17 16-177,-1 1 0,0 1 0,-1 1 0,0 1 0,-1 1 0,-37-12 0,-69-17 90,-209-60-115,303 90 51,-5-2-92,-64-9 1,-101-6 64,-33 7 6,134 8-15,-69-6 34,24 16-25,35 8 26,-5 1-6,51-3-40,-18 2 136,-207 63 99,222-50-211,42-7-28,25-9 42,-1-1-1,0 1 1,0-1 0,-1 0-1,-9 1 1,-34 7 50,-50 17 0,46-12 98,20-7-102,-23 8-21,16 2-12,-49 29 1,65-33-26,-95 50 75,96-52-81,18-10 34,1 0 0,-1 1 1,1 0-1,-1 0 0,-7 7 0,-14 17 205,1 2 0,1 1 0,1 1 0,-22 40 0,15-17-75,-27 64 1,30-56-105,16-38-27,2-3-8,0 0-1,-11 38 1,15-37 13,-1 5-57,-6 42 0,12-60 1,1 1 0,0-1 1,0 1-1,1 0 0,0-1 1,1 1-1,0-1 0,4 12 1,7 11-1,0-2 0,2 0 1,2 0-1,0-1 0,2-1 1,1-1-1,45 46 0,-40-50 1,1 0 0,1-2 0,1-2-1,0 0 1,36 16 0,-12-10-5,1-2 1,69 18-1,-58-26 91,123 14-1,-114-21-61,-33-4 3,45-2-1,21 2 42,-64-3-61,56-5 0,-43 1-22,195-9 34,92 9-61,-293 6 49,101 2-39,-49-4 47,85 0 20,-50 2 0,-31 2-10,-39-5-25,90-11-1,-87 2 66,115-22 17,-43 1-65,-79 10-24,-1-3 0,-1-2 0,79-45-1,-36 12-10,-71 38 62,36-28-1,-23 16-8,16-20 21,-24 20 10,-35 30-45,0 0-1,-1 0 0,1 0 0,-1 0 0,1 0 0,-1 0 0,1 0 1,-1 0-1,2-5 0,4-7 124,-5 10-86,0 1 1,0-1-1,0 0 1,0 0 0,-1 0-1,1 0 1,-1 0-1,0 0 1,0-5-1,1-8 26,-2 14 96,0 0-112,0-13 10,-2 1 0,-5-22 0,0 8-13,-2 0-1,-13-29 1,3 10-7,15 35-51,-42-99 589,45 110-432,-18-23 109,10 6-256,8 17 56,0-1-39,-9-23 58,9 23 60,-1 1-107,1 0-1,-1 0 0,0 0 1,1 0-1,0 0 0,-1-1 1,1 1-1,0-1 0,-1-2 1,-3-4 8,0 0 0,0 0 0,-1 0 0,0 1 0,-14-13 0,19 19 33,-1-1-25,0 0 1,0 0-1,0 0 1,1 0-1,-1-1 0,0-3 1,1 4 124,-13-26 359,13 27-401,0 1-116,0 1 0,0 0 0,0-1 1,0 1-1,0-1 0,1 1 0,-1-1 0,0 1 1,0-1-1,0 0 0,0 1 0,1-1 1,-1 0-1,0 0 0,1 0 0,-1-1 1,-13-11 296,-19-10-106,27 18-213,0 0 1,-1 1-1,0 0 0,0 0 1,0 0-1,0 1 0,-1 0 1,-13-4-1,-161-22-3396,58 22-3492,51 4-416,-6-6-4583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39.462"/>
    </inkml:context>
    <inkml:brush xml:id="br0">
      <inkml:brushProperty name="width" value="0.035" units="cm"/>
      <inkml:brushProperty name="height" value="0.035" units="cm"/>
    </inkml:brush>
  </inkml:definitions>
  <inkml:trace contextRef="#ctx0" brushRef="#br0">225 328 5893,'0'0'2052,"-4"1"-1226,-32 1 553,33-2-142,-14 9-780,14-7-65,0 0 1,0 0 0,0 1 0,0-1-1,1 1 1,-1 0 0,1-1 0,0 1-1,-3 5 1,2-4-89,1-1 0,0 1 0,-1-1 1,0 0-1,0 0 0,0 0 0,0 0 0,-4 2 0,-33 24 2227,36-27-2298,1-1 0,-1 1 0,1-1 0,-1 0 1,1 0-1,-1 0 0,0-1 0,1 1 1,-5-1-1,-18-2 1704,26 2-1910,0 0 0,0 0 0,0 0 1,0 0-1,0 0 0,0-1 0,0 1 1,-1 0-1,1 0 0,0 0 0,0 0 0,0 0 1,0-1-1,0 1 0,0 0 0,0 0 0,0 0 1,0 0-1,0 0 0,0-1 0,0 1 1,0 0-1,0 0 0,0 0 0,0 0 0,0 0 1,1-1-1,-1 1 0,0 0 0,0 0 1,0 0-1,0 0 0,0 0 0,0 0 0,0-1 1,0 1-1,0 0 0,1 0 0,-1 0 0,0 0 1,0 0-1,0 0 0,0 0 0,0 0 1,0 0-1,1 0 0,-1 0 0,0 0 0,0 0 1,0-1-1,0 1 0,0 0 0,1 0 1,-1 0-1,0 0 0,0 0 0,0 1 0,0-1 1,0 0-1,1 0 0,-1 0 0,0 0 1,47-14 1931,-31 10-2000,232-70 1522,160-42 864,-11 32-2345,484-38 0,-823 115-263,-19 2-550,1 2-1,0 1 1,65 6 0,-106-4 570,-1 1-1,1-1 1,0 1 0,0-1 0,0 1 0,-1-1 0,1 1 0,0 0-1,0-1 1,0 1 0,0 0 0,-1 1 0,-2 1-415,2-2 281,-1 1-1,0-1 0,0 0 0,1 0 1,-1 0-1,0 0 0,0-1 0,0 1 1,0-1-1,0 0 0,0 0 0,0 0 1,-6-1-1,-35-11-6459,44 12 6836,-31-14-10321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39.744"/>
    </inkml:context>
    <inkml:brush xml:id="br0">
      <inkml:brushProperty name="width" value="0.035" units="cm"/>
      <inkml:brushProperty name="height" value="0.035" units="cm"/>
    </inkml:brush>
  </inkml:definitions>
  <inkml:trace contextRef="#ctx0" brushRef="#br0">0 131 12845,'3'-7'532,"1"0"-1,-1 0 0,1 0 1,0 1-1,1-1 0,0 1 1,0 0-1,0 1 0,1-1 1,-1 1-1,2 0 0,-1 0 1,8-4-1,2 1 290,0 2 0,0-1 0,0 2 0,1 0 0,0 1 0,0 1 0,22-1 1,-32 3-697,1 1 0,-1 0 0,0 1 1,0 0-1,0 0 0,1 0 1,-1 1-1,-1 0 0,1 1 1,0-1-1,0 1 0,-1 1 1,0-1-1,1 1 0,-1 0 0,-1 1 1,1-1-1,-1 1 0,10 11 1,-6-4-44,0 1-1,-2 1 1,1 0 0,-2 0 0,0 0 0,0 1 0,-1-1 0,-1 1-1,-1 1 1,0-1 0,-1 0 0,0 1 0,-1 15 0,-2 13-45,-1-1 0,-3 0 1,-14 63-1,-16 36-3107,-97 247 0,86-286-1104,11-40-1819,-8 1-5370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0.816"/>
    </inkml:context>
    <inkml:brush xml:id="br0">
      <inkml:brushProperty name="width" value="0.035" units="cm"/>
      <inkml:brushProperty name="height" value="0.035" units="cm"/>
    </inkml:brush>
  </inkml:definitions>
  <inkml:trace contextRef="#ctx0" brushRef="#br0">44 913 8445,'-9'3'518,"-8"2"13905,17-1-14252,-1-1-150,-3 9 78,0 0 0,2 1 1,-1 0-1,2 0 0,-1 24 1,2 4-51,0-31-5,-1-1 0,2 1-1,-1 0 1,1 0 0,1-1 0,0 1-1,0-1 1,0 0 0,9 19-1,-8-23 87,6 16 696,-5-21-532,3 0-195,-5 0-75,0 1 0,1-1 0,-1 0 1,0 0-1,0 0 0,0-1 0,1 1 0,-1-1 0,0 1 0,0-1 0,0 0 1,0 1-1,0-1 0,0 0 0,0 0 0,0-1 0,0 1 0,-1 0 0,1-1 0,0 1 1,1-2-1,9-13-93,0 1 0,-1-2 0,-1 1 1,0-2-1,-1 1 0,-1-1 0,-1 0 0,0-1 1,6-31-1,-5 16-249,2-9-537,24-65 0,-32 105 791,-1-1-1,0 0 1,0 1-1,0-1 1,0 0-1,-1 1 1,0-1-1,1-5 0,15 20-90,-8-5 129,-1-1 0,0 1-1,11 12 1,11 10-19,-14-15 28,-1-1 11,0 0-1,1-1 1,0-1-1,23 13 1,-13-12 30,1-1 1,0-2 0,1 0-1,34 5 1,-48-11-33,0 0 0,0-1 0,-1-1-1,1 0 1,0-1 0,0 0 0,0-1 0,0 0 0,-1-1 0,1-1 0,14-5 0,-22 5-62,1 1 0,-1 0 1,-1-1-1,1 0 0,0 0 1,-1-1-1,0 1 0,0-1 1,0 0-1,-1 0 0,1 0 1,-1 0-1,-1-1 0,1 1 0,2-9 1,5-7-89,-9 19 71,0-2 17,7-33 199,-4 37 89,16 2 92,1 1 0,-1 0 0,36 12 0,-14-4-39,65 12 320,71 20-70,-176-42-507,9 3-363,-17 0-143,-1 0 512,4-2-64,-1-1 0,0 1 0,0-1 1,0 0-1,0 0 0,0 0 1,0-1-1,-1 1 0,1-1 1,0 0-1,0 0 0,-6-2 0,-54-12-192,49 10 158,-11-3 10,0-1 0,-32-16 0,46 19 140,1-1 0,0-1 0,0 0 0,0 0 0,1-1 0,-16-17 0,23 23-7,1-1 0,-1 0 0,1 0-1,0 0 1,0-1 0,0 1 0,1 0 0,-1-1 0,1 1 0,0-1 0,0 0 0,0 1 0,0-1 0,1 0 0,0 1-1,-1-1 1,1 0 0,1 0 0,-1 1 0,0-1 0,1 0 0,0 1 0,0-1 0,0 0 0,0 1 0,0-1 0,1 1-1,0 0 1,0-1 0,0 1 0,4-5 0,4-5 218,1 0 1,1 1-1,0 0 0,0 1 1,25-16-1,91-56 725,-67 45-674,76-62-1,-128 92-322,0-1 0,0 0-1,-1-1 1,0 0 0,-1 0-1,0-1 1,0 0 0,-2 0-1,7-16 1,0-8 62,14-65 1,-18 64 576,20-60-1,-16 108-251,-7-3-323,-1-1 0,0 1 0,0-1 1,-1 1-1,0 0 0,3 19 0,5 65 291,-7-51-187,11 99-266,-6 0 1,-16 226 0,2-306-897,-18 139-1620,0-104-1768,15-72 1390,-1-1 0,-11 21-1,-4 1-8413</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0.941"/>
    </inkml:context>
    <inkml:brush xml:id="br0">
      <inkml:brushProperty name="width" value="0.035" units="cm"/>
      <inkml:brushProperty name="height" value="0.035" units="cm"/>
    </inkml:brush>
  </inkml:definitions>
  <inkml:trace contextRef="#ctx0" brushRef="#br0">0 106 13853,'26'-23'2020,"-11"3"-135,-1 3-445,3 6-328,3-1-228,-5 3-188,-1 4-160,18 2-204,2 0-412,-11 3-900,3-3-1188,-3 6-5109,0 3-1992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1.469"/>
    </inkml:context>
    <inkml:brush xml:id="br0">
      <inkml:brushProperty name="width" value="0.035" units="cm"/>
      <inkml:brushProperty name="height" value="0.035" units="cm"/>
    </inkml:brush>
  </inkml:definitions>
  <inkml:trace contextRef="#ctx0" brushRef="#br0">628 104 12717,'0'13'1726,"3"-16"505,-2 3-2049,-1-1-1,0 0 0,1 1 0,-1-1 0,1 0 1,-1 1-1,1-1 0,-1 1 0,1-1 0,0 0 1,-1 1-1,1 0 0,0-1 0,-1 1 1,1-1-1,0 1 0,-1 0 0,1-1 0,0 1 1,1 0-1,-19-4 783,-6 1-595,-6 7-206,1 2-1,0 1 1,0 1-1,-38 17 1,26-10-66,-16 6-1,0 3-1,1 2 0,-55 37 0,88-48 28,-30 29 0,40-34 24,-2-2 87,5-2 699,9-6-905,0 1 0,1-1-1,-1 0 1,0 1 0,0-1 0,0 0-1,0 1 1,1-1 0,-1 0 0,0 1-1,0-1 1,1 0 0,-1 0 0,0 1-1,1-1 1,-1 0 0,0 0 0,1 0-1,-1 0 1,0 1 0,1-1 0,-1 0-1,0 0 1,1 0 0,-1 0 0,1 0-1,-1 0 1,0 0 0,1 0 0,-1 0-1,3 1 70,0-1-1,0 0 0,0 0 0,0 0 1,0 0-1,0 0 0,0 0 0,0-1 1,0 1-1,-1-1 0,4-1 0,33-14 351,-24 9-245,15-6 43,-1-2 0,0-1 0,-1-1 1,0-1-1,33-31 0,-28 20-132,-2-1 0,-2-2 0,40-54 0,-55 61-96,-13 22-43,1-1-1,0 1 1,0-1-1,0 1 1,5-6-1,-24 7-211,15 2 234,0 0-1,-1 1 0,1-1 1,0 1-1,0-1 0,0 1 1,0 0-1,0 0 0,0 0 1,0 0-1,0 0 0,0 0 1,0 0-1,1 1 0,-1-1 1,0 1-1,1-1 0,0 1 1,-1 0-1,1 0 0,0 0 1,0-1-1,-1 1 1,0 4-1,-2 1-48,1 1 1,0 0-1,0 0 0,1 0 1,-3 12-1,4-13-43,0 1 0,1-1 0,0 1 0,0-1 0,1 1 0,-1-1 0,2 1 0,-1-1 0,1 1 0,0-1 0,1 0 0,4 11 0,-2-9-67,0-1 1,1 0-1,0 0 0,0 0 0,1-1 1,0 0-1,0 0 0,14 10 1,-7-7-684,0-1 1,1-1 0,0 0 0,27 9 0,-23-10-1538,1-2 0,0 0 0,26 3 0,10-4-6602</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2.559"/>
    </inkml:context>
    <inkml:brush xml:id="br0">
      <inkml:brushProperty name="width" value="0.035" units="cm"/>
      <inkml:brushProperty name="height" value="0.035" units="cm"/>
    </inkml:brush>
  </inkml:definitions>
  <inkml:trace contextRef="#ctx0" brushRef="#br0">1 1400 7489,'0'17'1507,"7"-33"136,-1 2-566,-5 10 1684,0 2-1286,8-15 550,0 0-1065,-2 1 1,1-1-1,7-30 1,48-198 1788,-17 24-2166,16-236-1,-54 393-689,-4-1-1,-3 1 1,-7-73 0,6 137 103,0 0 0,0-1 0,0 0 0,0 1 0,0-1 1,0 1-1,0-1 0,0 1 0,0-1 0,0 1 0,0 0 0,0-1 1,0 1-1,-1-1 0,1 1 0,0-1 0,0 1 0,-1-1 1,1 1-1,0 0 0,-1-1 0,1 1 0,0-1 0,-1 1 0,1 0 1,0-1-1,-1 1 0,1 0 0,-1 0 0,1-1 0,-1 1 1,1 0-1,-1 0 0,1 0 0,-1 0 0,1 0 0,-1-1 0,1 1 1,-1 0-1,1 0 0,-1 0 0,0 0 0,-21 13-57,22-13 64,-5 4-5,0 1 0,0 0 0,1-1 1,0 2-1,0-1 0,0 0 0,1 1 0,0 0 1,0-1-1,0 1 0,1 0 0,0 1 1,-2 6-1,-3 17-11,-5 46 0,11-65 4,-5 34-5,-1 0 20,2-1-1,2 1 0,4 65 1,2-72-10,2-1 1,2 1 0,1-1 0,1 0 0,3-1 0,23 52 0,-28-74 0,2-1 1,-1 0-1,2 0 0,-1-1 1,2-1-1,0 1 1,0-2-1,1 0 1,0 0-1,1-1 0,0 0 1,0-1-1,26 11 1,-31-16-72,0 1 1,1-2-1,0 1 1,0-1-1,0 0 1,0-1-1,0 0 1,0 0-1,0-1 1,0 0 0,0-1-1,0 0 1,0 0-1,0-1 1,0 0-1,-1-1 1,1 0-1,-1 0 1,1-1-1,-1 0 1,0 0-1,0-1 1,-1 0-1,11-9 1,-6 2-512,20-25 1,-24 27 101,0 0 1,1 0-1,16-13 0,-23 22 165,-3 4-420,-1 12 705,0 1 0,0 0 0,2 0 0,0 0-1,1 0 1,1 0 0,5 26 0,-6-38 61,0 1-1,1-1 1,-1 0-1,1 0 1,0 0 0,0 0-1,0 0 1,1 0-1,-1 0 1,1-1 0,0 1-1,0-1 1,0 0-1,0 0 1,1 0-1,-1 0 1,1-1 0,0 1-1,-1-1 1,1 0-1,1 0 1,-1 0-1,0-1 1,0 1 0,0-1-1,1 0 1,-1 0-1,1-1 1,-1 1-1,1-1 1,-1 0 0,1 0-1,4-2 1,0 2-31,0-2 0,0 0 0,0 0 0,0 0 0,0-1 0,-1 0 0,1-1 0,-1 0 0,0 0 0,0-1 1,-1 0-1,1 0 0,-1-1 0,0 0 0,-1 0 0,1-1 0,-1 1 0,0-2 0,7-11 0,62-88 2337,-73 104-2161,0 0-1,0-1 1,-1 1-1,0 0 0,1-1 1,0-6-1,-1 7 287,-4 22-35,-5 32 459,-30 93 1,-31 49-197,32-94-450,-145 335 195,-26-12-1655,125-257-124,77-153 1153,2-4-147,0 0 1,0-1 0,-9 12-1,13-19 305,0 0-1,-1 0 0,1 0 1,0 0-1,0 0 1,0 0-1,-1 0 0,1 0 1,0 0-1,0 0 1,0 0-1,-1 0 1,1-1-1,0 1 0,0 0 1,0 0-1,-1 0 1,1 0-1,0 0 0,0 0 1,0-1-1,0 1 1,0 0-1,-1 0 1,1 0-1,0 0 0,0-1 1,0 1-1,0 0 1,0 0-1,0 0 1,0 0-1,0-1 0,0 1 1,-1 0-1,1 0 1,0-1-1,0 1 0,0 0 1,-3-11-318,2 6 238,0 0 1,1 0-1,0 0 1,0 0-1,0-1 1,1 1-1,0 0 1,0 0-1,0 0 1,4-8-1,25-53-561,-13 34 341,234-417-980,39 20 2455,1-5-215,-60 29 56,-192 324-705,33-74 442,-57 117-358,-1 0 0,9-44-1,-21 73-194,-1 0 0,0 1 0,-1-1 0,0-10 0,0 7 141,0 12-296,0 0 0,0 0 0,0 0 0,0 0 0,0 0 0,0-1 0,0 1 0,0 0 1,0 0-1,0 0 0,0 0 0,0 0 0,0 0 0,0-1 0,0 1 0,0 0 0,0 0 0,0 0 0,0 0 0,0 0 0,0 0 1,0-1-1,0 1 0,-1 0 0,1 0 0,0 0 0,0 0 0,0 0 0,0 0 0,0 0 0,0 0 0,0 0 0,0 0 0,-1-1 1,1 1-1,0 0 0,0 0 0,0 0 0,0 0 0,0 0 0,0 0 0,-1 0 0,1 0 0,0 0 0,0 0 0,0 0 0,0 0 1,0 0-1,0 0 0,-1 0 0,1 0 0,0 0 0,0 0 0,0 0 0,0 0 0,0 1 0,0-1 0,0 0 0,-1 0 0,1 0 0,0 0 1,-4 0 70,1 1 0,-1 0 1,0 0-1,1 0 1,-1 0-1,1 1 1,-1 0-1,1-1 1,0 1-1,-1 0 1,1 0-1,0 1 1,-3 2-1,1 1 53,-1 0 0,1 0 0,1 0 0,-1 1 0,-6 13 0,-1 5 176,2 1 1,-11 44-1,21-70-309,-21 84 516,5 1 0,-11 153 0,23-106-172,15 150 1,54 292 25,-51-511-612,-13-58-278,0-8-291,2-10 434,0 0 1,-1-1-1,0 1 0,-1-1 1,-1 0-1,-1-17 1,1-7-112,19-236-1505,-10 219 1885,1 1 1,36-103 0,-32 118 291,1 1-1,3 1 1,1 0 0,27-39 0,-45 76-181,0 0 1,0-1 0,0 1 0,0 0 0,-1 0 0,1 0 0,0 0 0,0 0 0,0 0 0,0 1 0,0-1 0,-1 0 0,1 0-1,0 1 1,0-1 0,0 0 0,-1 1 0,1-1 0,0 1 0,0-1 0,0 2 0,-1-2-2,2 1-5,-1 0 0,0 0 1,1 0-1,-1 0 1,0 0-1,0 0 0,0 0 1,0 1-1,0-1 1,0 0-1,0 1 0,0-1 1,-1 1-1,1-1 1,-1 1-1,1-1 1,-1 1-1,1 0 0,-1-1 1,0 1-1,0-1 1,0 1-1,0 0 0,0-1 1,0 1-1,-1 2 1,1 3-60,-1 0 0,-1 0 0,0 0 0,-3 9 0,-2-2-830,-1 0-1,0-1 1,-1 0 0,0 0-1,-1-1 1,0 0-1,-18 14 1,5-3-3350,-6 9-4861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2.980"/>
    </inkml:context>
    <inkml:brush xml:id="br0">
      <inkml:brushProperty name="width" value="0.035" units="cm"/>
      <inkml:brushProperty name="height" value="0.035" units="cm"/>
    </inkml:brush>
  </inkml:definitions>
  <inkml:trace contextRef="#ctx0" brushRef="#br0">141 6 10977,'0'0'6509,"0"3"-5733,-2 6-323,1-4-266,-1 0 0,1 0-1,0 0 1,1 0 0,0 0 0,-1 0 0,1 1 0,1-1 0,-1 0 0,1 0 0,2 8 0,7 15 404,-9-21-411,1-1 1,1 0 0,-1 1 0,1-1 0,0-1 0,0 1 0,7 9 0,-7-11 1,1 0-1,0 0 0,-1-1 1,2 1-1,-1-1 1,0 0-1,0 0 1,1 0-1,0 0 0,0-1 1,-1 0-1,1 0 1,1 0-1,-1-1 1,0 1-1,8 0 0,-3-1-18,0-1 0,0 1 0,-1-2 0,1 1 0,0-2 0,0 1 0,-1-1 1,1 0-1,-1-1 0,1 0 0,-1-1 0,0 0 0,-1 0 0,1-1 0,12-9 0,-19 12-135,1 1 0,-1-1 0,1 0 0,-1-1 0,0 1 0,1 0 0,-1-1 0,-1 1 0,1-1 0,0 1 0,-1-1 0,1 0 0,-1 0 0,0 0 0,0 0 0,1-4 0,-1 4-47,-1 0 0,0 0 0,0 1 0,-1-1 1,1 0-1,0 0 0,-1 0 0,0 1 0,0-1 0,1 0 0,-2 1 1,1-1-1,0 1 0,0-1 0,-3-2 0,-1-1-168,1 1-1,-2-1 1,1 1-1,-1 0 1,1 0-1,-1 1 1,0 0-1,-1 0 1,1 0-1,-1 1 1,0 0-1,-13-4 1,-20-1-1683,-1 2 0,1 1 0,-60 2 0,59 2-490,-7 1-2922,7 0-3038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3.321"/>
    </inkml:context>
    <inkml:brush xml:id="br0">
      <inkml:brushProperty name="width" value="0.035" units="cm"/>
      <inkml:brushProperty name="height" value="0.035" units="cm"/>
    </inkml:brush>
  </inkml:definitions>
  <inkml:trace contextRef="#ctx0" brushRef="#br0">40 288 16269,'-12'-1'415,"-13"-2"2727,22 1-1142,14-1-188,-5 2-977,0-1 0,-1 0 0,0 0 1,1 0-1,9-6 0,13-7 619,49-14-641,1 3 1,99-19-1,-82 23-589,-18 1-199,139-27-235,-213 47-1048,-5-2-1727,-11-17-2729,2 6-986,-6-3-6241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3.791"/>
    </inkml:context>
    <inkml:brush xml:id="br0">
      <inkml:brushProperty name="width" value="0.035" units="cm"/>
      <inkml:brushProperty name="height" value="0.035" units="cm"/>
    </inkml:brush>
  </inkml:definitions>
  <inkml:trace contextRef="#ctx0" brushRef="#br0">129 1 9429,'1'0'94,"0"0"1,-1 0-1,1 0 1,-1 1-1,0-1 1,1 0-1,-1 0 1,1 1-1,-1-1 1,1 1-1,-1-1 1,0 0-1,1 1 1,-1-1-1,0 1 1,1-1-1,-1 1 1,0-1-1,1 1 1,-1-1-1,0 1 1,0-1-1,0 1 1,-7 7 2494,-8 5-1310,10-3-884,0-1 0,1 2 0,0-1-1,1 0 1,0 1 0,1 0 0,0-1-1,-1 17 1,-1 1 254,-15 78 901,3-23 488,-7 129 1,21-183-1607,1-13 27,0-1 0,1 1 0,1-1 0,0 1-1,5 22 1,-5-35-308,0 0-1,1 0 0,-1 0 1,1 0-1,0 0 1,3 3-1,-2-2 116,-2-3-173,0 0 0,0 0 1,0 0-1,1-1 0,-1 1 0,0 0 1,0-1-1,0 1 0,1-1 0,-1 1 0,0-1 1,1 0-1,-1 0 0,0 1 0,1-1 0,-1 0 1,0 0-1,1 0 0,1-1 0,-2 0-55,0 0 0,1 0 0,-1 0 0,0 0 0,0 0 0,0 0 0,0-1 0,0 1 0,0 0 0,-1-1 0,1 1 0,0 0 0,-1-1-1,1 1 1,-1-1 0,1-1 0,5-31 252,-5 26-259,0 0-100,4-27 130,2-63-1,-7 87-524,-1 1 1,0-1-1,0 0 1,-1 1-1,-1-1 1,1 1-1,-2 0 1,1 0-1,-1 0 1,-10-15-1,13 22 112,-1 1 0,1 0 0,-1 0 0,0 0 0,0 0 0,0 0-1,0 0 1,0 1 0,-1-1 0,1 1 0,-3-2 0,-20-4-8293,5 9-3182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4.137"/>
    </inkml:context>
    <inkml:brush xml:id="br0">
      <inkml:brushProperty name="width" value="0.035" units="cm"/>
      <inkml:brushProperty name="height" value="0.035" units="cm"/>
    </inkml:brush>
  </inkml:definitions>
  <inkml:trace contextRef="#ctx0" brushRef="#br0">30 90 9421,'23'-6'7379,"-22"3"-5987,4-26 857,-5 26-1061,2 1 92,10-17 1060,-12 17-62,2 1-1786,10-11 682,-30 19-1820,-30 21-2276,29-15 1834,19-13 1061,0 0 0,0 0 0,0 0 0,0 0-1,0 0 1,0 0 0,0 0 0,-1 0 0,1 0 0,0 0 0,0 0 0,0 0 0,0 0-1,0 0 1,0 0 0,0-1 0,0 1 0,0 0 0,0 0 0,0 0 0,0 0 0,0 0-1,0 0 1,0 0 0,0 0 0,0 0 0,0 0 0,0 0 0,0 0 0,-1 0 0,28-26-3553,-7 6-3982,-11 6-2009</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3:44:44.979"/>
    </inkml:context>
    <inkml:brush xml:id="br0">
      <inkml:brushProperty name="width" value="0.035" units="cm"/>
      <inkml:brushProperty name="height" value="0.035" units="cm"/>
    </inkml:brush>
  </inkml:definitions>
  <inkml:trace contextRef="#ctx0" brushRef="#br0">0 1229 10577,'2'-3'541,"0"1"1,0-1-1,0 1 1,1-1-1,-1 1 1,0 0-1,1 0 1,0 0-1,-1 1 1,1-1-1,0 1 0,0-1 1,0 1-1,3-1 1,50-14 489,-35 10-433,127-37 1389,150-39 1223,665-89-438,-353 106-2317,58-6-257,-2-23-95,535-87 85,-622 126-184,64-8-19,183-66 261,-582 88 545,20 8 205,-197 26-704,88-7 558,-151 13-580,-6 1-855,0 0 399,0 0 0,0-1 0,1 1 0,-1-1 0,0 1 0,1-1 0,-1 0 0,0 0 0,-2-1 0,-3-2-395,-14-7-1869,-23-19 0,-1-2-4219,33 23 4079,-33-24-9916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01:32.004"/>
    </inkml:context>
    <inkml:brush xml:id="br0">
      <inkml:brushProperty name="width" value="0.035" units="cm"/>
      <inkml:brushProperty name="height" value="0.035" units="cm"/>
    </inkml:brush>
  </inkml:definitions>
  <inkml:trace contextRef="#ctx0" brushRef="#br0">1382 281 4928,'-22'-24'1138,"18"19"1730,4 4-2785,1 0 0,-1 0-1,0 1 1,1-1 0,-1 0 0,0 0-1,1 0 1,0 0 0,-1 1 0,1-1 0,-1 0-1,1 0 1,0 1 0,-1-1 0,1 0-1,0 1 1,0-1 0,-1 1 0,1-1-1,1 0 1,1-1 1395,-16 2-882,2 1-405,1-1 0,-1-1-1,1 0 1,0 0 0,-1-1 0,-9-4 0,17 6-172,-1-1 0,1 1 0,0 0 0,0 0 0,0 0-1,0 0 1,0 0 0,0 1 0,0-1 0,-4 2 0,-6 1 69,-81-1 497,59-2-501,0 1 1,0 2-1,0 1 0,-39 11 1,33-3-76,0 2 0,1 2 0,1 2 0,-39 23 0,29-11-2,-70 56 1,86-59 6,1 2 1,-31 38-1,18-14-40,-46 58 95,48-55-90,20-28 20,2 0-1,1 2 1,-20 39-1,25-36-13,2 0-1,1 2 1,1-1 0,-10 64-1,20-89-1,-9 51 29,-4 103 1,13-61-6,5 0-1,22 140 0,-18-206 45,2 1 1,2-1-1,1-1 0,31 58 1,-36-78-13,1-1 0,1 0 0,0-1 1,1 0-1,0-1 0,1 0 0,0-1 0,1 0 0,17 11 1,-8-9 109,0-1 1,0 0-1,1-2 1,0-1 0,37 9-1,-25-8-24,208 46 439,-38-15-515,-157-31-86,-32-6 30,0-1-1,0 0 1,21 0 0,-20-2 1,-1 0 0,19 5 1,-20-3-39,1-1 1,-1 0 0,23-1 0,-7-2 95,-9 0-66,1 0 1,42-9 0,-31 1 43,-2-2 1,1-1 0,31-16-1,-34 14 11,-20 10-46,-1 0-1,1-1 1,-1-1 0,17-12-1,-2-1 32,-6 6-7,-1-1 0,0-1 0,15-19 0,-4-3 14,-1-2-1,-2-1 0,-2-1 0,23-56 1,56-183 462,-90 243-414,6-21 179,-2 0 1,-3-1-1,-2-1 1,-4 0-1,-1 0 1,-4-82-1,-6 97-14,-14-62 0,0 0 54,8 34-120,3 27 60,-2-68 1,8 92-147,-1 1 0,-7-32 0,4 28 1,-2-30 0,3 25-37,-1 0-1,-2 1 0,-1 0 1,-14-34-1,-12-14 61,30 68-102,0 1 0,-1 0 1,1 0-1,-2 0 0,-7-9 0,-8-11 53,14 19-49,0 0 0,-1 0 0,1 1-1,-2 1 1,1-1 0,-12-7 0,-61-33 54,55 37-41,0 0-1,0 2 0,-1 0 1,-47-7-1,52 13-25,0 1-1,-1 2 0,1 0 1,0 1-1,0 1 1,0 1-1,0 1 0,1 1 1,-25 9-1,9-1-128,1 1-1,1 2 1,0 2-1,-64 43 1,85-50-768,-29 21-2169,15-9-4603,19-15-359</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01:56.860"/>
    </inkml:context>
    <inkml:brush xml:id="br0">
      <inkml:brushProperty name="width" value="0.035" units="cm"/>
      <inkml:brushProperty name="height" value="0.035" units="cm"/>
    </inkml:brush>
  </inkml:definitions>
  <inkml:trace contextRef="#ctx0" brushRef="#br0">0 1 4168,'0'0'7724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02:03.140"/>
    </inkml:context>
    <inkml:brush xml:id="br0">
      <inkml:brushProperty name="width" value="0.035" units="cm"/>
      <inkml:brushProperty name="height" value="0.035" units="cm"/>
    </inkml:brush>
  </inkml:definitions>
  <inkml:trace contextRef="#ctx0" brushRef="#br0">1402 147 4264,'-11'-7'858,"13"4"200,18 1 480,-11 3 6748,-26-1-7840,4 4-186,11-3 447,-1-1-465,-10 0-63,0 1 0,0 1 0,1 0 0,-1 0 1,-12 5-1,21-6-155,1 0 0,0-1 0,-1 1 0,1-1 0,0 1 0,-6-1 1,-14 2-114,-89 30 406,18 3 12,-19 20-241,33-12 8,-9 2 269,42-20-69,-8 4-47,29-12-166,10-6-23,-87 50 224,20-20-252,-16 13 2,95-52-42,0 1 1,0-1-1,0 1 0,1 0 1,-1 0-1,-3 4 1,-3 3 18,-2 0 1,0 1-1,1 0 0,0 1 1,1 1-1,1-1 0,-10 17 1,8-6-21,6-13 1,-1 1-1,-11 17 1,-13 20 87,24-35-69,-1-1 1,-11 15 0,9-15-9,1 1 1,1 0-1,0 1 1,0-1-1,2 1 1,-6 19-1,11-32-3,-1 0 0,0 1 0,1-1 1,-1 1-1,0-1 0,0 0 0,0 0 0,1 1 0,-1-1 0,-1 0 0,1 0 0,0 0 0,0 0 0,-2 1 0,2-1-3,0-1 0,0 1 0,0 0 0,0 0-1,0 0 1,0 0 0,0 0 0,0 0 0,0 0 0,0 0-1,1 0 1,-1 0 0,1 0 0,-1 0 0,1 1 0,-1-1-1,1 0 1,-1 0 0,1 3 0,-10 59 48,6-42-39,1 0 0,1 1 0,0 0 0,3 33 0,5 82-10,-6-133 10,6 138-9,-2-93 22,-2-8 9,9 39-1,-9-50-41,-2-26 4,0 0 0,0-1-1,0 1 1,0 0 0,1 0-1,2 6 1,16 44 65,72 171-83,-40-122 46,-48-95-6,1-1 0,0-1 0,9 13 0,8 13 42,-16-22-52,1-1 1,0 0-1,0-1 1,0 1-1,1-1 1,0-1-1,13 11 1,4 0 5,34 21-1,-33-24-15,9 6-6,2-2 0,0-2 0,0-1 0,2-2 0,70 17 0,-91-27 50,2 1-46,35 4-1,-29-6 14,30 7 0,-36-5 30,0-1 0,37 2 0,4-3-29,55-14 23,-23-1-131,-88 12 130,-1-1-2,54-9-35,-54 9 26,0-1-21,-1 0-1,1 1 1,0-1-1,0 1 0,0-1 1,0 1-1,6-1 1,17-10 37,-23 11 14,-2 0-46,0 0 1,0 0-1,0 0 1,0 0 0,0 0-1,0 0 1,0 1-1,1-1 1,-1 0-1,0 0 1,1 1 0,-1-1-1,3 0 1,4-2 48,11-8 35,24-20-1,-34 24-53,-7 5-4,1 0-14,21-15-14,-22 16 6,0-1-2,40-35 1,-40 36 34,0-2-35,-1 0 0,1 0 0,0 0 0,0 0 0,0 0 0,1 1 0,-1-1 0,4-3 0,0 0 21,-1 0 1,1 0 0,-1 0 0,1 1 0,0-1 0,0 1-1,11-6 1,-17 11-16,1-1 0,0 1-1,0-1 1,0 1 0,-1-1-1,1 0 1,0 1 0,-1-1-1,1 0 1,-1 0 0,1 1-1,-1-1 1,1 0 0,-1 0-1,1 0 1,0-1 0,10-14 51,-5 11-47,7-6 75,21-22 0,-3-6 145,-29 37-198,-2 1-30,0 0-1,1 0 1,-1 0 0,0 0 0,1 0 0,-1 0 0,1 1 0,-1-1 0,1 0-1,-1 0 1,1 0 0,-1 0 0,1 0 0,0 1 0,0-1 0,-1 0-1,2 0 1,0 0 5,-1 0 0,1-1 0,-1 1 0,0-1 0,0 1 0,0-1 0,1 0 0,-1 1 0,1-4 0,3-12 21,-2 7-14,0 0 0,0 0 0,1 1 0,7-14 0,0-4-45,-6 12 46,14-15-18,-18 28 17,0 0 0,14-25 10,-14 25-18,1-1-22,29-47 134,-29 48-64,4-16-25,5-7-31,-7 22 3,1 0 11,1-5 3,0-1-1,0-1 1,-1 1 0,0-1 0,0 0-1,-1 0 1,-1 0 0,4-16 0,7-15-1,19-72 17,-28 98-38,-1-1 1,2-16-1,6-25 23,8-36-13,9-21-30,-9 37 105,-16 61-57,0 1 0,2-32-1,9-23 0,-14 41-42,0 11 57,4-30-1,-4 46-31,-1-1 0,0 1 0,0-1-1,-1 1 1,1 0 0,0-1 0,-1 1 0,-1-4-1,0-3 7,2 6 0,0 0 6,5-28 0,-4 28-7,-1-1-14,6-232 80,-3 208-41,-1 17-2,-1 0 0,0 0 0,-1-1 0,0 1 0,-1 0 0,0 0 0,-4-17 0,-4-7 187,2 10-208,1 18-20,5 6 18,0 1 0,1-1 0,-1 1 0,1-1 0,-1 1 1,1-1-1,0 1 0,-1-1 0,1 1 0,-1-1 0,1 1 0,0-1 1,0 0-1,-1 1 0,1-1 0,0 0 0,0 1 0,0-1 1,-1 0-1,1 0 0,-2-8 3,-1 1 1,0 0-1,0 0 0,-1 0 1,0 0-1,-1 1 0,1-1 1,-1 1-1,-9-9 0,-18-34 110,11 27-67,10 13 21,1-1 0,0-1-1,-13-19 1,17 22-24,1 0 0,-2 0 0,1 1 0,-10-9 0,7 9 67,1-2 1,-10-13-1,12 15-95,0 1 1,-1 0 0,0 0-1,-1 1 1,1 0 0,-1 0-1,0 1 1,-1 0 0,-9-4-1,9 5-9,-1 0-1,0 1 1,0 0-1,-17-2 0,-7-2 79,13 4-96,0 0-1,1 1 1,-34 1 0,47 1 4,-30 3 2,0 2-1,1 1 0,-64 19 0,61-15-10,19-4-146,0 1 0,0 1 0,0 1 0,1 1 1,0 0-1,-17 14 0,16-11-137,10-8-528,1 1 0,0 0 0,0 1 0,-13 14 0,-1 7-2129,7-7-2185,-2 2-3851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0:57.186"/>
    </inkml:context>
    <inkml:brush xml:id="br0">
      <inkml:brushProperty name="width" value="0.035" units="cm"/>
      <inkml:brushProperty name="height" value="0.035" units="cm"/>
    </inkml:brush>
  </inkml:definitions>
  <inkml:trace contextRef="#ctx0" brushRef="#br0">652 30 8117,'31'2'1611,"-25"-2"4119,0-31 291,-8 32-5860,-9 7 55,-1-2-1,-20 10 1,-20 12 33,-131 106 274,152-107-431,2 1-1,0 2 1,-38 52-1,35-37 1,3 1 0,2 2 0,2 1 0,2 0 0,3 2 0,1 1 0,3 0-1,-15 84 1,21-72 14,2-1 0,1 124 0,9-159-60,0 0 1,2-1-1,1 0 1,1 0 0,2 0-1,0-1 1,2 0-1,1 0 1,19 32 0,-22-45 1,0-1 0,1 0 0,1 0 0,0-1 0,1-1 0,0 1 0,1-2 1,24 17-1,-18-16-1,0 0 0,1-2 0,0 0 0,0-1 1,1 0-1,21 3 0,-12-5-10,0-2-1,1 0 1,-1-2 0,1-1-1,0-1 1,-1-2 0,1-1-1,-1-1 1,34-11 0,-40 10-28,-2-2 0,1-1 0,-1-1 0,0 0 1,-1-2-1,0 0 0,-1-1 0,0-1 0,-1-1 1,-1 0-1,0-2 0,-1 0 0,-1 0 0,-1-2 1,0 0-1,-2 0 0,18-35 0,-14 17 23,-2-2-1,-1 1 1,-2-2-1,-1 0 1,6-65 0,-12 53 235,-3-1 0,-2 0 0,-14-100 0,2 81 126,-2 1 0,-46-127 0,46 160-295,-1 1 1,-3 1-1,0 1 1,-2 0 0,-2 1-1,-44-50 1,52 68-155,-1 1-1,0 0 0,-28-19 1,35 28-154,1 1-1,-1 1 1,0-1 0,0 1 0,-1 1-1,1 0 1,-1 0 0,0 1-1,-19-2 1,6 3-691,-1 1-1,1 2 1,0 0-1,1 1 1,-1 2-1,-43 14 1,40-10-1458,1 2 0,1 0 0,-26 17 1,-2 6-6042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0:57.932"/>
    </inkml:context>
    <inkml:brush xml:id="br0">
      <inkml:brushProperty name="width" value="0.035" units="cm"/>
      <inkml:brushProperty name="height" value="0.035" units="cm"/>
    </inkml:brush>
  </inkml:definitions>
  <inkml:trace contextRef="#ctx0" brushRef="#br0">11 357 10573,'5'29'6993,"-6"-26"-6205,-4 27-255,0 1 0,2 0-1,1-1 1,5 61 0,-1-16-114,-1-61-130,1 1 1,4 20-1,-1-11 122,3-52-39,-1-107-137,-2-12-159,4 41-255,-9 102 146,14 16-23,5 7 33,-1 0 1,26 39-1,-30-38 9,1 0-1,1-1 0,26 24 0,-31-34 29,1 0 0,0 0 0,0-1 0,1-1-1,0 0 1,0-1 0,0 0 0,28 7 0,-35-11 45,0-1 1,0 0 0,0-1-1,0 1 1,0-1-1,0 0 1,0-1-1,0 0 1,0 1-1,0-2 1,0 1-1,0-1 1,-1 0 0,1 0-1,-1 0 1,1-1-1,-1 0 1,0 0-1,0-1 1,0 1-1,0-1 1,-1 0 0,1 0-1,3-5 1,-2 0 74,0 1 1,-1-1-1,0 0 1,0 0-1,-1 0 1,0-1-1,-1 1 1,0-1-1,0 0 1,-1 0-1,2-17 1,-2-10 525,-4-67 0,-2 75-497,-1 0 0,-1 0 0,-2 0 0,-1 1 0,-16-37 1,2 4-1054,20 54 331,-1 0-1,1 0 1,-1 0 0,-6-7-1,8 12-829,0 3-1166,0-1 1722,-1 0 0,1 1 0,0-1 0,0 1 0,-1-1 0,1 1 0,0 0 0,0 0 0,0 0-1,-4 3 1,-4 11-7919</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39.747"/>
    </inkml:context>
    <inkml:brush xml:id="br0">
      <inkml:brushProperty name="width" value="0.035" units="cm"/>
      <inkml:brushProperty name="height" value="0.035" units="cm"/>
    </inkml:brush>
  </inkml:definitions>
  <inkml:trace contextRef="#ctx0" brushRef="#br0">98 254 6269,'-3'1'1549,"-23"9"9306,23-10-10524,-26-3 319,27 3 89,-16 3-57,4 0-392,11-3 1319,6-1-1446,36-15 367,-24 10-298,0-1 1,18-3-1,92-16 387,250-18 0,134 31-537,-338 12-13,795-38 108,-647 21-168,110-8-64,-45 5 147,-330 19-17,-23 0-448,0 1 0,35 4 0,-30-4-373,-20-1-882,-1 2-3291,-30-13 443,-3 3 412,-4-1-2051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41.137"/>
    </inkml:context>
    <inkml:brush xml:id="br0">
      <inkml:brushProperty name="width" value="0.035" units="cm"/>
      <inkml:brushProperty name="height" value="0.035" units="cm"/>
    </inkml:brush>
  </inkml:definitions>
  <inkml:trace contextRef="#ctx0" brushRef="#br0">50 70 9037,'-10'5'1421,"8"-4"-306,-1-1-881,0 0 0,0 0 0,0 0-1,-1-1 1,1 1 0,0-1 0,-5-1 0,4 1 102,1 0 2922,5 0-2691,6-1-297,1 0-1,-1 1 1,1 0-1,-1 1 1,1-1 0,-1 2-1,1-1 1,-1 1-1,13 3 1,16 1 294,64-2 187,-1-4 1,102-14-1,-56 3-363,-28 2-71,98-4-56,-144 12-151,367-5 86,-143 4-101,-31-1 24,-56 0-153,114 1 56,208 3 6,-130 11-55,316 4-8,-578-14 17,134-2 215,90-4-195,30-2 105,-133 3-189,-80 3 144,222-1-72,-27 10 25,4 9 13,-137-6-68,-55-7 77,66-2-26,154 4-32,77 17-135,-154-6 44,165 5 133,-361-18-42,308 1 28,98-25-10,-310 9 71,134 16 48,-192 2-151,62 7 147,-52-3-43,-155-9-5,406 11 534,599-25 406,-437 41 363,-480-21-934,311 31 507,-41 15-658,345-6 1043,-540-59-159,-167 9-882,-20 1-260,0 1 1,0-1-1,1 1 0,-1 0 1,0 0-1,0 0 1,0 1-1,1-1 1,-1 1-1,0 0 1,0 0-1,0 0 0,0 0 1,3 2-1,-4-2-341,-2-6-866,-1-7 310,0-1 0,-2 0 0,1 0 0,-2 1 0,1-1 0,-2 1 0,-9-19 0,4 8-4195,-11-37-1,8 5-6068</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56.779"/>
    </inkml:context>
    <inkml:brush xml:id="br0">
      <inkml:brushProperty name="width" value="0.035" units="cm"/>
      <inkml:brushProperty name="height" value="0.035" units="cm"/>
    </inkml:brush>
  </inkml:definitions>
  <inkml:trace contextRef="#ctx0" brushRef="#br0">1630 69 7565,'2'-4'997,"2"-12"8838,-24 16-9406,10 2-270,1 0 1,-1 0 0,0 1-1,-14 5 1,-16 6 519,-48 4 2,0-5 0,-107 4 0,148-14-552,-40 4 9,0 3-1,-87 21 1,146-21-123,0 1 0,0 1 0,1 1 0,-25 18 0,46-28-13,-27 16 6,1 1-1,1 2 1,1 1-1,1 1 1,-32 35-1,-5 14-16,9-10 11,-63 88 0,107-129 14,0 0-1,-16 45 0,0 0 25,22-50-23,1 0 0,0 0 1,2 1-1,0 0 0,1-1 0,1 1 1,0 33-1,2-40-8,1 0 1,1 1-1,0-1 1,0 0-1,1 0 1,1-1-1,0 1 1,0-1-1,1 0 1,0 0-1,1 0 1,0 0-1,0-1 1,9 9-1,-4-6 11,0 0 0,0-1-1,2-1 1,-1 0 0,1-1 0,0 0 0,1-1-1,0 0 1,21 7 0,-4-4 3,0-2 0,0-2 0,1-1 0,0-1 0,0-1 1,56-2-1,-12-6 46,129-24 1,-129 12-48,-1-3 0,-1-3 1,0-3-1,-2-4 0,-1-2 1,120-75-1,-154 82 66,-1-2-1,-1-2 1,-2-1 0,0-1-1,-2-2 1,-2-1 0,-1-2-1,47-74 1,-66 91 45,0 0-1,-1 0 1,-1 0 0,-1-1 0,-1 0-1,0 0 1,-2 0 0,3-34 0,-6 36-54,0 1 1,-1-1 0,-1 0-1,-1 1 1,0 0 0,-2 0-1,1 0 1,-2 0-1,0 1 1,-13-24 0,9 22-84,0 0 1,-2 1-1,0 0 0,0 1 1,-2 0-1,0 1 1,0 0-1,-1 1 0,-1 1 1,0 1-1,-1 0 1,0 1-1,-1 1 0,-28-11 1,-29-7-969,-1 2-1,-122-21 1,79 27-2431,-124-2-1,72 21-3934,95 8 552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57.325"/>
    </inkml:context>
    <inkml:brush xml:id="br0">
      <inkml:brushProperty name="width" value="0.035" units="cm"/>
      <inkml:brushProperty name="height" value="0.035" units="cm"/>
    </inkml:brush>
  </inkml:definitions>
  <inkml:trace contextRef="#ctx0" brushRef="#br0">130 507 9141,'-14'24'1400,"1"0"1,1 0-1,1 1 0,-11 38 1,17-49-781,-8 28 139,1 0 0,3 1 1,2 1-1,1-1 0,1 55 1,5-97-733,0 0 1,0-1 0,0 1 0,0 0-1,1-1 1,-1 1 0,0 0 0,1-1-1,-1 1 1,1 0 0,-1-1-1,0 1 1,1-1 0,0 1 0,-1-1-1,1 1 1,-1-1 0,1 1 0,-1-1-1,1 0 1,0 1 0,-1-1 0,1 0-1,0 0 1,-1 1 0,1-1-1,0 0 1,0 0 0,-1 0 0,1 0-1,0 0 1,-1 0 0,1 0 0,1 0-1,2-6 29,-1 1 1,0-1-1,-1-1 0,0 1 0,0 0 0,3-13 0,0 0 29,62-232 654,-54 208-628,85-256 520,-84 251-585,-3 64 28,-1 3-69,11 36-1,-13-35-7,0 0 0,13 25 0,-5-16 100,-7-13-127,0 0-1,1 0 1,19 22-1,-26-35 90,0 1 0,0-1 0,1 0 0,0 0 1,0 0-1,0 0 0,0-1 0,0 1 0,0-1 0,1 0 0,-1 0 0,1-1 1,-1 1-1,1-1 0,-1 0 0,1 0 0,0-1 0,8 1 0,-5-2 89,-1 0-1,0 0 0,0 0 1,0-1-1,-1 0 1,1 0-1,0-1 0,-1 0 1,1 0-1,10-8 0,-7 4 27,0-1 0,-1 0-1,0-1 1,-1 0-1,14-18 1,-7 4 13,-1 0-1,-1-1 1,-1 0-1,-1-1 1,9-31 0,-16 40-117,1 0 1,-2 0 0,0 0 0,-1-1-1,-1 1 1,0-1 0,-1 0 0,-1 1-1,-4-23 1,4 29-271,-2 1 1,1 0-1,-1 0 0,-1 1 1,1-1-1,-2 1 0,1 0 1,-1 0-1,0 0 0,-1 0 1,0 1-1,0 0 0,0 0 1,-1 1-1,0 0 0,0 0 1,-1 0-1,-8-4 0,12 8-374,0 0 0,0 0 0,-1 0 0,1 1 0,0 0 0,0 0 0,-1 0 0,1 1 0,-1-1-1,1 1 1,0 0 0,-1 0 0,1 0 0,-8 3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57.619"/>
    </inkml:context>
    <inkml:brush xml:id="br0">
      <inkml:brushProperty name="width" value="0.035" units="cm"/>
      <inkml:brushProperty name="height" value="0.035" units="cm"/>
    </inkml:brush>
  </inkml:definitions>
  <inkml:trace contextRef="#ctx0" brushRef="#br0">1 80 15877,'0'-1'160,"0"1"0,0-1 0,0 0 0,0 0 0,0 0 0,1 0 0,-1 0 0,0 0 0,0 0 0,1 0 0,-1 1 0,1-1 0,-1 0 0,1 0 0,-1 0 0,1 1 0,-1-1 0,1 0 0,0 1 0,-1-1 0,1 0-1,0 1 1,0-1 0,-1 1 0,1-1 0,0 1 0,0 0 0,0-1 0,0 1 0,1-1 0,32-8 1872,-26 7-1317,11-2 725,0 0-1,1 2 1,36-1-1,22-2 642,103-13-736,-147 20-2916,-13-1-1172,-23-4 1329,-13-3 192,13 5 920,0 0 0,0 1 0,0-1 0,0 1 0,0-1 0,0 1 0,0 0 0,0 0 0,0 0 0,0 0 0,-1 0 0,1 0-1,0 0 1,-3 2 0,-18 8-6173,-5 3-5352</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1:58.011"/>
    </inkml:context>
    <inkml:brush xml:id="br0">
      <inkml:brushProperty name="width" value="0.035" units="cm"/>
      <inkml:brushProperty name="height" value="0.035" units="cm"/>
    </inkml:brush>
  </inkml:definitions>
  <inkml:trace contextRef="#ctx0" brushRef="#br0">52 501 13469,'0'0'5207,"1"2"-4497,13 19 3388,-16-24-3114,-3-8-672,0 1 0,1-1 0,1 0 0,0 0 0,1 0 0,0-1 0,-1-20 0,2-88 844,2 95-927,14-164 1070,-14 169-1278,8-33 1,-8 49-507,-4 8-3123,-5 10 1818,0 1 0,1 1-1,1-1 1,1 1 0,0 0-1,-5 28 1,-2 26-8292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00.208"/>
    </inkml:context>
    <inkml:brush xml:id="br0">
      <inkml:brushProperty name="width" value="0.035" units="cm"/>
      <inkml:brushProperty name="height" value="0.035" units="cm"/>
    </inkml:brush>
  </inkml:definitions>
  <inkml:trace contextRef="#ctx0" brushRef="#br0">20 224 7829,'-7'7'805,"3"-9"-588,-5-3 3991,43 5-2050,-33 0-2100,0 0 1,-1 0 0,1 0 0,0 0-1,-1 0 1,1 0 0,0-1 0,-1 1-1,1 0 1,0-1 0,-1 1 0,1 0 0,-1-1-1,1 1 1,-1-1 0,1 1 0,-1-1-1,1 1 1,-1-1 0,1 0 0,2-2 176,12-5 486,0 0 1,1 1-1,0 1 0,0 0 1,22-4-1,85-8-56,-53 9-260,-12 3-218,-1 3 1,59 4-1,-29 0-106,147 3 69,181-5 45,-89-6-130,15 0-9,54-2 2,-186 6-17,78-14-62,-156 12 147,417-10-261,-171 16 82,-201-7 64,-57 0 4,85-2 1,83-2 25,-78 1 70,-136 6-154,104 0-2,-2 9 7,32 14 29,165 5 3,-284-21 14,62-4-9,5 0 53,337 24-38,-294-17-18,224 4-14,-1-21 6,5-22 19,528-28 153,-615 36-27,-111 25-62,-50 1 34,299 2 592,-282 2-400,-63-1 0,208 9 925,-36-1 166,-137-2-570,25 0 67,-55-2-354,-78-6-1376,-59-3 820,0 0 0,0 0 0,0-1 0,0 1 0,0 0 0,0 0 0,0 0 0,0 0 0,0 0-1,0 0 1,0 0 0,0 0 0,0 0 0,0 0 0,0 0 0,0 0 0,0-1 0,0 1 0,0 0 0,0 0 0,0 0-1,0 0 1,0 0 0,0 0 0,0 0 0,0 0 0,0 0 0,0 0 0,0-1 0,0 1 0,0 0 0,0 0-1,0 0 1,0 0 0,0 0 0,0 0 0,0 0 0,0 0 0,0 0 0,0 0 0,0 0 0,0 0 0,1 0-1,-1 0 1,0 0 0,0 0 0,0-1 0,0 1 0,0 0 0,0 0 0,0 0 0,0 0 0,0 0 0,0 0 0,0 0-1,1 0 1,-1 0 0,0 0 0,-2-3-371,-1 0-1,1 0 0,-1 0 0,1 0 1,-1 0-1,0 1 0,0-1 1,0 1-1,-1 0 0,1 0 1,-1 0-1,1 0 0,-5-1 1,-8-3-2546,-30-6 0,30 8 885,-60-15-9052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01.770"/>
    </inkml:context>
    <inkml:brush xml:id="br0">
      <inkml:brushProperty name="width" value="0.035" units="cm"/>
      <inkml:brushProperty name="height" value="0.035" units="cm"/>
    </inkml:brush>
  </inkml:definitions>
  <inkml:trace contextRef="#ctx0" brushRef="#br0">21 191 8749,'-20'23'8542,"92"-29"-5678,539-17 47,-522 18-2680,219-2-16,-85 4 15,599 1-200,-357 19 11,-338-11 8,495 31 19,316-34 9,-738-7-36,832-34-146,-955 34 100,70-3 29,676-37 92,-582 29-26,228-19 736,-145 9-367,-52 6 1,220-6 534,2 24 640,-282 1-871,113 6 710,-118 3-389,-152-8-631,89 15 0,-112-11-453,-29-5 0,22 0 0,-20-2 8,0 0-148,17 1-359,-28-11-4248,5 11 4339,0 0 0,0 0 0,0 0 0,0 0 0,0 0 0,0 0 0,0 1 0,0-1 0,0 0 0,0 0 0,0 1 0,-1-1 0,1 1 0,0-1-1,0 1 1,-1 0 0,1-1 0,-2 1 0,-10-4-3631,-23-13-8574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05.046"/>
    </inkml:context>
    <inkml:brush xml:id="br0">
      <inkml:brushProperty name="width" value="0.035" units="cm"/>
      <inkml:brushProperty name="height" value="0.035" units="cm"/>
    </inkml:brush>
  </inkml:definitions>
  <inkml:trace contextRef="#ctx0" brushRef="#br0">1008 204 9009,'4'3'3372,"-9"-3"-227,-20-6 1931,-35-7-3205,-60 9-1462,-216 21 0,274-13-358,33-2-3,0 0-1,-34 9 1,55-9-41,-1 0-1,1 1 1,0 0 0,0 0-1,0 1 1,0 0 0,0 1-1,1 0 1,0 0-1,0 0 1,-10 11 0,-4 9 39,1 0 0,2 2-1,0 0 1,2 2 0,0 0 0,3 0 0,0 1 0,2 1 0,-11 47 0,18-65-20,2 0 1,-1 0 0,2 0 0,0 0-1,1 18 1,0-25-18,2 1 0,-1-1 0,0 1-1,1-1 1,0 0 0,1 0 0,0 0-1,0 0 1,0 0 0,0 0 0,1-1-1,6 8 1,-2-4 12,1 0-1,-1-1 1,2 0-1,-1 0 0,1-1 1,0 0-1,0-1 1,20 9-1,-10-8 0,0 0 0,0-1 0,1-1 0,25 3 0,25-2 21,0-2 0,0-4 0,0-2 0,0-4 0,92-19 0,-123 17-23,-1-1 0,1-2 0,-2-2-1,0-1 1,0-2 0,-2-2 0,0-1-1,-1-2 1,-1-1 0,57-50 0,-58 43 13,-3-1 1,0-2 0,36-51 0,-57 70 50,0-1 1,-2 0-1,0 0 1,-1-1-1,7-21 1,-11 27 23,0-1 0,0 0 0,-1 1 0,0-1 0,0 0 1,-1 0-1,-1 0 0,0 0 0,-3-16 0,0 11 48,0 0 0,-1 0 0,-1 0 0,0 1 0,-1 0-1,-1 0 1,-14-20 0,14 24-116,0 1 0,0 0 0,-1 1 1,-1-1-1,1 2 0,-1-1 0,0 2 0,-1-1 0,0 1 0,-14-5 0,5 4-218,0 0 0,0 2 0,0 0-1,-1 2 1,0 0 0,0 1 0,-24 1-1,-146 18-1893,161-13 1757,1 0-620,2 2 0,-1 1 0,-52 19 0,62-18-580,0 0 0,0 1 0,1 1 0,1 1 0,-1 1-1,-20 18 1,10-1-5655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06.598"/>
    </inkml:context>
    <inkml:brush xml:id="br0">
      <inkml:brushProperty name="width" value="0.035" units="cm"/>
      <inkml:brushProperty name="height" value="0.035" units="cm"/>
    </inkml:brush>
  </inkml:definitions>
  <inkml:trace contextRef="#ctx0" brushRef="#br0">1773 495 25330,'-1'19'0,"-1"0"0,-1 1 0,-2-1 0,-1 0 0,-1 0 0,-2 0 0,-1 0 0,-2-1 0,0 0 0,-2 0 0,-2-1 0,0 0 0,-2 0 0,0-1 0,-2 0 0,-1 0 0,-1-1 0,-1-1 0,-2 0 0,0 0 0,-1-1 0,-1-1 0,0 0 0,-2-1 0,0-1 0,-1 0 0,-1-1 0,0 0 0,-1-1 0,-1-1 0,1-1 0,-2 0 0,1-1 0,-1-1 0,-1-1 0,1 0 0,-1-1 0,0-1 0,1-1 0,-1 0 0,0-1 0,0-1 0,1-1 0,0 0 0,0-1 0,0-1 0,1-1 0,0 0 0,0-1 0,2-1 0,-1-1 0,2 0 0,0-1 0,0 0 0,2-1 0,0-1 0,1 0 0,1-1 0,1-1 0,1 0 0,1 0 0,1-1 0,1-1 0,1 0 0,1 0 0,1-1 0,2 0 0,1 0 0,1-1 0,1 0 0,2 0 0,1-1 0,1 0 0,1 0 0,2 0 0,1 0 0,2-1 0,1 1 0,1 0 0,2-1 0,1 1 0,1 0 0,2-1 0,1 1 0,2 0 0,1 0 0,1 1 0,1-1 0,2 1 0,1 1 0,1-1 0,1 1 0,2 0 0,1 1 0,1 0 0,1 0 0,1 1 0,1 1 0,1 0 0,1 0 0,1 2 0,1-1 0,1 1 0,0 1 0,2 1 0,0 0 0,0 1 0,2 0 0,-1 2 0,2 0 0,0 0 0,0 2 0,1 0 0,0 1 0,0 0 0,0 1 0,1 2 0,0-1 0,0 2 0,-1 0 0,1 2 0,0-1 0,-1 2 0,1 1 0,-1 0 0,-1 1 0,1 0 0,-2 2 0,1 0 0,-1 0 0,-1 2 0,0 0 0,-1 1 0,-1 0 0,0 1 0,-2 1 0,0 1 0,-1-1 0,-1 2 0,0 0 0,-2 0 0,-1 1 0,-1 1 0,-1 0 0,-2 0 0,0 1 0,-2 0 0,0 1 0,-2-1 0,-2 1 0,0 1 0,-2-1 0,-1 1 0,-2 0 0,-1 0 0,-1 1 0,-2-1 0,-1 0 0,-1 1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46.812"/>
    </inkml:context>
    <inkml:brush xml:id="br0">
      <inkml:brushProperty name="width" value="0.035" units="cm"/>
      <inkml:brushProperty name="height" value="0.035" units="cm"/>
    </inkml:brush>
  </inkml:definitions>
  <inkml:trace contextRef="#ctx0" brushRef="#br0">0 379 10785,'4'-2'508,"-1"-1"1,1 1-1,-1-1 0,0 0 1,0 0-1,0-1 1,0 1-1,-1 0 0,1-1 1,-1 0-1,0 0 0,0 1 1,1-6-1,19-26 1498,0 9-497,2 2-1,0 1 1,37-27-1,87-48 1487,-122 83-2480,0 2-1,0 1 1,52-17 0,-75 28-486,-1 0 0,1 1 0,0-1 1,-1 1-1,1 0 0,-1-1 0,1 1 0,0 0 0,0 1 0,-1-1 0,1 0 0,-1 1 0,1-1 0,0 1 1,-1 0-1,4 1 0,-5-1-18,1 0 1,-1 1 0,1-1 0,-1 0 0,0 1-1,0-1 1,1 1 0,-1-1 0,0 1 0,0-1-1,0 1 1,-1 0 0,1 0 0,0-1 0,-1 1-1,1 0 1,0 2 0,0 6-25,-1-1 0,0 0 0,0 0 0,-1 0 0,0 0 0,0 0 1,-4 13-1,-9 22-446,-2-2 0,-27 54 0,6-15-511,34-75 906,-137 307-2005,139-312 2126,0 1 0,0-1 1,1 0-1,-1 1 0,1-1 0,-1 0 1,1 1-1,0-1 0,-1 0 0,1 1 1,0-1-1,0 1 0,0-1 0,0 0 1,0 1-1,0-1 0,1 1 0,-1-1 1,1 2-1,-1-2-5,1 0-1,0 0 1,-1 0 0,1 0 0,0-1-1,0 1 1,0 0 0,0 0 0,0-1-1,0 1 1,0-1 0,0 1 0,0-1-1,0 1 1,0-1 0,0 1 0,0-1-1,1 0 1,6 2 136,-1-2 0,0 1 0,1-1 0,-1 0 0,10-2 0,-16 2-181,117-22 1635,-48 8-1131,172-27-635,-226 38-49,5 0-3642,-22 6 1103,-16 5 1,-22 6-4807,-2-3-4981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47.249"/>
    </inkml:context>
    <inkml:brush xml:id="br0">
      <inkml:brushProperty name="width" value="0.035" units="cm"/>
      <inkml:brushProperty name="height" value="0.035" units="cm"/>
    </inkml:brush>
  </inkml:definitions>
  <inkml:trace contextRef="#ctx0" brushRef="#br0">319 0 11909,'0'0'6029,"-3"1"-5153,-3 2-673,-1 1 0,1 0 1,0 0-1,0 0 0,0 1 1,0 0-1,-9 10 0,-35 48 364,26-30-319,3-8-101,-51 69 246,61-77-249,1 0 1,1 0-1,-15 37 1,11-22 154,9-25-9,0 1 0,1-1-1,0 1 1,1-1-1,0 1 1,0 0 0,0 0-1,0 11 1,2-18-219,1 1-1,-1-1 1,1 0-1,-1 1 1,1-1-1,-1 0 1,1 1-1,-1-1 1,1 0-1,0 0 1,0 0-1,0 0 1,0 0-1,0 0 1,0 0-1,0 0 1,0 0-1,0 0 1,0-1-1,0 1 1,1 0-1,-1-1 1,0 1-1,0-1 1,1 1-1,1-1 1,38 7 949,-35-6-870,46 0 797,1-2 0,-1-2 0,82-16 1,-119 16-839,215-42 132,-170 23-5813,-71 9-5779,-6 4-1234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47.528"/>
    </inkml:context>
    <inkml:brush xml:id="br0">
      <inkml:brushProperty name="width" value="0.035" units="cm"/>
      <inkml:brushProperty name="height" value="0.035" units="cm"/>
    </inkml:brush>
  </inkml:definitions>
  <inkml:trace contextRef="#ctx0" brushRef="#br0">23 0 11569,'0'29'2234,"0"-28"-1942,0 1 1,0-1-1,0 1 0,0-1 0,-1 1 0,1-1 1,-1 0-1,1 1 0,-1-1 0,1 0 0,-1 0 1,0 1-1,1-1 0,-3 2 0,-2 7 924,1 12 770,1 1 0,1 29 0,2-16-970,12 72 0,15-1-2153,-16-70-375,-11-33 898,1-1 0,0 1 0,-1 0 0,0-1 0,0 1 0,0 0 0,0-1 0,0 1 0,-1-1 0,0 1 0,0 0 0,-2 5-1,-1 4-3401,-1 10-5744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47.935"/>
    </inkml:context>
    <inkml:brush xml:id="br0">
      <inkml:brushProperty name="width" value="0.035" units="cm"/>
      <inkml:brushProperty name="height" value="0.035" units="cm"/>
    </inkml:brush>
  </inkml:definitions>
  <inkml:trace contextRef="#ctx0" brushRef="#br0">0 432 14497,'8'-4'8756,"23"-4"-6154,45-7-706,324-48 2180,-214 35-3136,628-44-940,7 67 0,-17 20 0,218 1 0,-398-17 0,-548 1 0,0-4 0,143-26 0,-209 28-27,0 0-1,0 0 1,-1-1 0,1 0-1,-1 0 1,1-2 0,-1 1-1,0-1 1,-1 0 0,13-10-1,-20 14-64,0 0 1,0 0-1,0 0 0,0 0 0,0 0 0,0-1 0,0 1 1,0 0-1,-1-1 0,1 1 0,0 0 0,-1-1 0,1 1 0,-1-1 1,0 1-1,0-1 0,1 1 0,-1-1 0,0 0 0,0 1 0,0-1 1,0 1-1,-1-1 0,1 1 0,0-1 0,-1 1 0,1-1 1,-1 1-1,1-1 0,-1 1 0,0 0 0,1-1 0,-1 1 0,0 0 1,0 0-1,0-1 0,0 1 0,0 0 0,-2-1 0,-4-5-600,-1 1 0,-1 0-1,1 0 1,-16-8-1,21 13 558,-24-13-2531,-2 2 0,0 1 0,-58-15 0,-27 0-8881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1.767"/>
    </inkml:context>
    <inkml:brush xml:id="br0">
      <inkml:brushProperty name="width" value="0.035" units="cm"/>
      <inkml:brushProperty name="height" value="0.035" units="cm"/>
    </inkml:brush>
  </inkml:definitions>
  <inkml:trace contextRef="#ctx0" brushRef="#br0">220 1 12493,'0'0'2175,"-9"6"1098,6-2-3018,-1 0 0,1 0 1,-1 0-1,1 0 0,0 0 1,1 1-1,-1 0 0,1-1 0,0 1 1,0 0-1,-1 7 0,-6 10 224,-122 383 1775,130-400-2228,-27 110 1223,25-100-913,1 1-1,1-1 0,0 1 0,1-1 0,3 24 0,-2-34-208,0 0-1,1 0 0,0 0 1,0 0-1,0 0 0,1-1 1,0 1-1,0-1 0,0 1 1,0-1-1,0 0 1,1 0-1,0 0 0,0-1 1,0 0-1,0 1 0,1-1 1,-1-1-1,1 1 0,-1-1 1,1 1-1,9 1 1,1 2 195,0-2 0,1 0 0,-1-1 0,1-1 0,0 0 0,20-1 0,38-3-101,83-14 0,-153 16-309,26-7-1464,-29 6 1387,0 1 0,-1-1 0,1 1 0,0-1 0,0 0 1,0 1-1,0-1 0,-1 0 0,1 0 0,0 1 0,-1-1 0,1 0 1,-1 0-1,1 0 0,-1 0 0,1 0 0,-1 0 0,0 0 1,1 0-1,-1 0 0,0 0 0,0 0 0,0 0 0,1 0 1,-2-2-1,-1-11-3497,2 14 3403,0 0 0,-1 0 1,1-1-1,-1 1 0,1 0 1,-1 0-1,1 0 0,0 0 1,-1 0-1,1 0 0,-1 0 1,1 0-1,-1 0 0,1 0 1,0 0-1,-1 1 0,1-1 1,-1 0-1,1 0 0,0 0 0,-1 0 1,1 1-1,-1-1 0,1 0 1,0 0-1,-1 1 0,1-1 1,0 0-1,-1 1 0,-13 10-12034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2.158"/>
    </inkml:context>
    <inkml:brush xml:id="br0">
      <inkml:brushProperty name="width" value="0.035" units="cm"/>
      <inkml:brushProperty name="height" value="0.035" units="cm"/>
    </inkml:brush>
  </inkml:definitions>
  <inkml:trace contextRef="#ctx0" brushRef="#br0">169 12 14433,'-26'-11'3745,"24"10"-2188,-6 14 651,3-6-1810,-3 11 220,0 0 0,1 1 0,1 0 0,-6 32 0,2-8-110,-13 52-106,3 1 0,5 1 0,5 0 0,1 141 0,11-211-991,1 1 0,1-1 1,9 34-1,-12-57 275,0-1 0,0 1-1,1-1 1,-1 0 0,1 1 0,0-1 0,0 0 0,3 3 0,-5-5 90,1-1 1,-1 1-1,1-1 1,0 1-1,-1-1 1,1 1 0,0-1-1,0 1 1,-1-1-1,1 1 1,0-1-1,0 0 1,0 1-1,1-1 1,-1 0-100,0 0 0,-1 0 0,1 0 0,0 0 0,-1 0 1,1-1-1,0 1 0,0 0 0,-1 0 0,1-1 0,-1 1 0,1 0 0,0-1 1,-1 1-1,1-1 0,-1 1 0,1-1 0,-1 1 0,1-1 0,0 0 0,17-22-9327</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2.424"/>
    </inkml:context>
    <inkml:brush xml:id="br0">
      <inkml:brushProperty name="width" value="0.035" units="cm"/>
      <inkml:brushProperty name="height" value="0.035" units="cm"/>
    </inkml:brush>
  </inkml:definitions>
  <inkml:trace contextRef="#ctx0" brushRef="#br0">1 103 17802,'34'-10'2065,"-13"3"1386,40-8-1,197-17 181,15-2-1263,-249 30-2652,-53 9-7132,-33 2 0,11-6-7251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2.816"/>
    </inkml:context>
    <inkml:brush xml:id="br0">
      <inkml:brushProperty name="width" value="0.035" units="cm"/>
      <inkml:brushProperty name="height" value="0.035" units="cm"/>
    </inkml:brush>
  </inkml:definitions>
  <inkml:trace contextRef="#ctx0" brushRef="#br0">120 569 14889,'-39'47'1731,"34"-41"-1358,0 1 0,1 0 0,0 0 1,0 0-1,0 0 0,1 0 1,1 1-1,-1-1 0,1 1 0,0 0 1,-1 15-1,-2 6 207,-1 1 42,5-28-98,-1-1 394,0 1-531,-1 0 1,1-1 0,0 1-1,-1-1 1,1 1 0,-1-1-1,-4 1 1,6-36 119,1 0 0,1 1 0,2-1-1,10-44 1,41-137 648,0 7-590,-51 193-618,2-10-699,-1 0-1,1-35 0,-4 59 637,-1 0 0,0-1 0,0 1 0,0 0-1,0 0 1,0 0 0,-1 0 0,1 0 0,0-1-1,0 1 1,-1 0 0,1 0 0,-1 0 0,1 0-1,-1 0 1,1 0 0,-1 0 0,0 0 0,1 0-1,-1 1 1,0-1 0,0 0 0,0 0 0,1 0 0,-1 1-1,0-1 1,0 1 0,0-1 0,0 0 0,0 1-1,0 0 1,-1-1 0,1 1 0,0 0 0,0-1-1,0 1 1,0 0 0,0 0 0,0 0 0,-1 0 0,1 0-1,0 0 1,0 0 0,0 1 0,-1-1 0,-3 1-746,0 1 1,1-1 0,-1 1 0,1 0 0,-1 0 0,1 0 0,0 0 0,0 1 0,0 0 0,-5 4 0,-20 21-10126</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3.609"/>
    </inkml:context>
    <inkml:brush xml:id="br0">
      <inkml:brushProperty name="width" value="0.035" units="cm"/>
      <inkml:brushProperty name="height" value="0.035" units="cm"/>
    </inkml:brush>
  </inkml:definitions>
  <inkml:trace contextRef="#ctx0" brushRef="#br0">825 1 10313,'-17'11'10194,"-3"-8"-9555,-2 2-473,1 1 1,0 1-1,0 1 1,0 0-1,-31 19 1,-1 3 77,1 1 0,1 3 0,2 3 0,1 1 0,3 2 0,-54 61 0,74-70-18,2 1 1,1 2 0,1 0-1,2 1 1,-25 66-1,26-50 212,3 1-1,1 1 1,-11 93-1,21-98-240,2 0-1,2 0 1,1 0-1,3 0 1,3-1-1,1 1 1,2-2-1,18 52 1,-15-63-95,1-1 0,1 0 0,2-1 0,1-1 0,2 0 0,1-2 0,2 0 0,1-1 0,0-2 0,3 0 0,29 23 0,-37-36-63,-1-1 0,2-1 0,0-1 0,0 0-1,1-2 1,0 0 0,1-1 0,0-1-1,0-2 1,0 0 0,1-1 0,0-1 0,0-1-1,36-2 1,-33-2-34,0-1 1,-1-1-1,0-2 1,0 0-1,0-2 0,-1 0 1,0-2-1,-1-1 0,0 0 1,0-2-1,-2 0 0,38-32 1,-34 23-25,0-1 1,-2-1-1,-2-2 1,0 0-1,32-53 0,-31 38-4,-1-1-1,-2-1 0,21-74 1,-19 31 7,-4 0 1,-3-1 0,-5 0-1,-1-93 1,-8 141 24,-1 0 0,-2 0 0,-2 0 0,-1 0 0,-3 1 0,0 0 0,-28-67 0,28 86-30,-1 0 0,0 1 0,-2 0-1,0 0 1,-1 1 0,-28-28 0,29 34-80,-1 1 1,0 0-1,-1 0 0,0 1 1,0 1-1,-1 1 0,0 0 1,0 1-1,-28-8 0,22 9-338,-1 2 0,1 0 0,-1 2 0,0 0 0,1 1 0,-25 4 0,12 0-879,0 2-1,0 2 1,-37 13 0,50-14-469,1 1-1,0 2 1,0-1-1,-21 16 1,-12 16-7187</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4.063"/>
    </inkml:context>
    <inkml:brush xml:id="br0">
      <inkml:brushProperty name="width" value="0.035" units="cm"/>
      <inkml:brushProperty name="height" value="0.035" units="cm"/>
    </inkml:brush>
  </inkml:definitions>
  <inkml:trace contextRef="#ctx0" brushRef="#br0">1 247 15705,'34'-40'4192,"-28"31"-3289,1 0 1,0 0 0,1 1 0,0 0-1,10-7 1,11-3 1253,42-18 0,2-1-589,-55 25-1523,2 1 0,0 2 0,0 0 0,22-7 0,-38 15-1544,-24 13-3422,-13 15-3024,-9 12-6132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4.217"/>
    </inkml:context>
    <inkml:brush xml:id="br0">
      <inkml:brushProperty name="width" value="0.035" units="cm"/>
      <inkml:brushProperty name="height" value="0.035" units="cm"/>
    </inkml:brush>
  </inkml:definitions>
  <inkml:trace contextRef="#ctx0" brushRef="#br0">1 449 22030,'109'-109'3172,"-37"63"-347,-9 8-437,-2 1-416,-4 2-1592,3 4-380,4-4 0,-10 4 0,-8-1 0,-5 9 0,-10 11 0,-13 4 0,-4 2-296,3 0-3084,-34 15-397,-21 17-3647,-5 0-7482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4.954"/>
    </inkml:context>
    <inkml:brush xml:id="br0">
      <inkml:brushProperty name="width" value="0.035" units="cm"/>
      <inkml:brushProperty name="height" value="0.035" units="cm"/>
    </inkml:brush>
  </inkml:definitions>
  <inkml:trace contextRef="#ctx0" brushRef="#br0">55 424 12333,'0'0'2067,"-2"1"-290,1 0-1572,-1-1 0,0 1 0,1 0 0,-1 0 0,1 0 0,-1 0 0,1 0 0,0 1 0,-1-1 0,1 0 0,0 1 0,-1 1 0,0 1-9,1-1 0,0 1 0,0 0 0,0-1 0,0 1 0,0 6 1,-5 57 976,6 121 0,0-164-829,-4 32 0,2-25 59,2-27-171,0 1 0,0-1 0,1 1 0,0-1 0,0 0 0,0 1 0,0-1 0,1 0 0,-1 0 0,5 7-1,-6-10-198,1 1 473,2-4-375,0 1 0,0-1 0,0 0 0,0 1 0,-1-1 0,1-1 0,2-1 1,-3-1-81,1 1 0,-1-1 0,0 1 0,-1-1 0,1 0 1,-1 1-1,0-1 0,0 0 0,0 0 0,-1-5 0,1-51 105,-5 13-272,-3 0-1,-25-94 0,24 110-44,3 17 84,1 0 0,0 0 0,1-1 0,0-15 0,3 27 1,4 5 70,0 0 1,0 0-1,-1 1 1,1-1-1,0 1 1,0 0-1,-1 0 1,1 0-1,3 4 1,3 0 34,60 37 495,-28-17 87,50 23-1,48 6 285,-104-42-615,-28-10-63,1-1 0,-1 1 1,12 0-1,7 2 631,-26-5-839,0 1 1,0-1 0,0 0 0,1 0 0,-1 1 0,0-1 0,0 0 0,0 0 0,0 0 0,1 0-1,-1 0 1,0-1 0,0 1 0,0 0 0,0-1 0,0 1 0,1 0 0,-1-1 0,0 1-1,0-1 1,0 0 0,0 1 0,0-1 0,0 0 0,-1 0 0,1 1 0,0-1 0,0 0-1,0 0 1,-1 0 0,1 0 0,-1 0 0,1 0 0,0 0 0,-1 0 0,0 0 0,1 0-1,-1-1 1,0 1 0,1 0 0,-1 0 0,0 0 0,0 0 0,0-1 0,0-1 0,0-7 22,-1 0 1,1 0 0,-2 0 0,-2-12 0,4 21-33,-9-34-2,-2 0 0,-27-60 0,21 55-35,-24-44-534,28 61-255,1-1 0,1 0-1,-14-47 1,6 9-2526,5 25-2462</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2:59.275"/>
    </inkml:context>
    <inkml:brush xml:id="br0">
      <inkml:brushProperty name="width" value="0.035" units="cm"/>
      <inkml:brushProperty name="height" value="0.035" units="cm"/>
    </inkml:brush>
  </inkml:definitions>
  <inkml:trace contextRef="#ctx0" brushRef="#br0">0 23 21233,'20417'0'0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13.882"/>
    </inkml:context>
    <inkml:brush xml:id="br0">
      <inkml:brushProperty name="width" value="0.035" units="cm"/>
      <inkml:brushProperty name="height" value="0.035" units="cm"/>
    </inkml:brush>
  </inkml:definitions>
  <inkml:trace contextRef="#ctx0" brushRef="#br0">0 28 21342,'9643'0'0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25.329"/>
    </inkml:context>
    <inkml:brush xml:id="br0">
      <inkml:brushProperty name="width" value="0.035" units="cm"/>
      <inkml:brushProperty name="height" value="0.035" units="cm"/>
    </inkml:brush>
  </inkml:definitions>
  <inkml:trace contextRef="#ctx0" brushRef="#br0">0 221 25045,'15668'-221'0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2.864"/>
    </inkml:context>
    <inkml:brush xml:id="br0">
      <inkml:brushProperty name="width" value="0.035" units="cm"/>
      <inkml:brushProperty name="height" value="0.035" units="cm"/>
    </inkml:brush>
  </inkml:definitions>
  <inkml:trace contextRef="#ctx0" brushRef="#br0">656 0 12353,'-30'4'7771,"-19"11"-7230,34-10 127,-200 74 490,80-27-867,45-27 1000,44-13 918,59-1-35,103 48-789,10 6 561,-110-55-1782,0 1-1,-1 0 0,0 1 0,0 0 1,16 21-1,-25-26-160,0 0 0,-1 1-1,0 0 1,0 0 0,-1 1 0,0-1 0,0 1 0,-1 0-1,0 0 1,-1 0 0,2 13 0,-2-8 1,-2-1 0,0 0 1,0 0-1,-1 1 0,-1-1 0,0 0 0,-6 17 1,-4 3-62,-1 1 1,-2-2-1,-1 0 1,-1 0 0,-24 29-1,19-29-1069,-1-1 0,-2 0 0,-38 34 0,45-49-459,-1-1 0,-25 17 0,28-23-584,1 0-1,-2-1 1,-26 9-1,-16-5-9405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3.814"/>
    </inkml:context>
    <inkml:brush xml:id="br0">
      <inkml:brushProperty name="width" value="0.035" units="cm"/>
      <inkml:brushProperty name="height" value="0.035" units="cm"/>
    </inkml:brush>
  </inkml:definitions>
  <inkml:trace contextRef="#ctx0" brushRef="#br0">135 233 13065,'0'0'3170,"-2"1"-1949,-3 1-1045,0 1 0,1-1-1,-1 1 1,1 0 0,0 1 0,0-1-1,0 1 1,1-1 0,-1 1 0,1 0-1,0 1 1,0-1 0,0 0-1,1 1 1,-1 0 0,-1 5 0,-5 13 230,-14 49 0,12-29 296,1 0 1,-6 66-1,16-107-655,-1 0 0,1 0 0,0 0 0,0 0 0,1 0 0,-1 0 0,0 0 0,1 0 0,-1-1 0,1 1 0,-1 0 0,1 0 0,0 0 0,0-1 1,0 1-1,0 0 0,0-1 0,0 1 0,0-1 0,2 2 0,-1-1 36,1-1 1,-1 1-1,1-1 1,-1 0-1,1 1 1,-1-1-1,1 0 1,0-1-1,0 1 1,-1 0-1,1-1 1,3 1-1,5-1 95,-1 0-1,0-1 1,0 0-1,0 0 1,0-1 0,12-4-1,-8 1-49,1-1 0,-1-1-1,-1 0 1,1 0 0,-1-1-1,-1-1 1,0-1 0,14-12 0,9-13 93,35-47 1,-66 77-199,28-38-733,39-67 1,-68 105 517,-3 3 80,0 0 0,-1 1 1,1-1-1,0 0 0,-1 1 1,0-1-1,1 1 0,-1-1 1,0 0-1,1 1 0,-1 0 1,0-1-1,0 1 0,0-1 1,-2 0-1,4 4 101,0 1 0,0 0 0,0-1-1,0 1 1,1-1 0,-1 0 0,1 1 0,0-1 0,3 4 0,-1-4 35,0 0-1,-1 0 1,2 0 0,-1 0 0,0 0 0,7 1-1,7 2 157,0-2-1,1 0 1,0 0-1,-1-2 1,23-1-1,99-10 478,-99 6-667,-19 2 114,25-3-1020,72 2 0,-59 9-355,-57-6 1073,-11 29-16,-6-25 386,4 2-53,8-4 1079,5-3-1035,25-1 9,-25 2-109,1-2-12,2 0-116,0-1 1,-1 0-1,1 0 1,0 0-1,-1-1 0,0 0 1,0 0-1,5-6 1,5-6-60,1 0 0,1 0 1,0 2-1,1 0 0,20-12 1,-36 25 129,1 0 0,-1 0 0,1 1 0,-1-1 1,1 0-1,-1 1 0,1-1 0,-1 1 1,1 0-1,0 0 0,-1 0 0,1 0 1,-1 1-1,1-1 0,2 1 0,35 14 116,-33-11-105,-1 1 1,0-1-1,0 1 0,0 1 1,9 9-1,-6-5-19,-7-8-53,15-2-160,-15-1 208,0 1 0,0-1 0,0 1 0,0-1 0,0 0 0,0 0 0,0 0 0,0 0 0,0 0 0,-1-1 0,1 1 0,0 0 0,-1-1 0,1 1 0,-1-1 0,2-2 0,21-34-52,-10 15 10,105-120 1111,-118 141-969,1 1 0,0-1 0,-1 0 0,1 0 1,0 1-1,1-1 0,-1 1 0,0-1 1,0 1-1,0 0 0,1 0 0,-1 0 0,1 0 1,4-1-1,-5 2-40,-1 0 1,1 0 0,0 0-1,-1 1 1,1-1 0,0 0-1,-1 1 1,1-1 0,0 1-1,-1 0 1,1-1 0,-1 1-1,1 0 1,-1 0-1,1 0 1,-1 0 0,2 1-1,2 5 72,1-1 0,-1 1 0,-1 0 0,1 0 0,-1 0 0,0 0 0,4 14 0,1 2 21,-2 1 0,-1 0-1,-1 0 1,3 33 0,0 102-829,-8-139 379,6 109-3625,-3-70-6824,-2-34 546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4.328"/>
    </inkml:context>
    <inkml:brush xml:id="br0">
      <inkml:brushProperty name="width" value="0.035" units="cm"/>
      <inkml:brushProperty name="height" value="0.035" units="cm"/>
    </inkml:brush>
  </inkml:definitions>
  <inkml:trace contextRef="#ctx0" brushRef="#br0">119 623 9457,'0'0'1760,"40"7"4532,-22-5-5558,-1 0 0,1-1-1,24-1 1,5-5 89,-31 4-584,-1-1 1,1 0-1,-1-1 1,20-6-1,-32 8-199,-4-3-212,0 0 61,-1 0-1,1 0 1,-1 0-1,0 0 1,0 1-1,0-1 1,0 0 0,0 1-1,-1 0 1,0-1-1,-3-2 1,0 1-193,1 1 1,-1 0 0,0 1-1,0-1 1,0 1-1,-12-3 1,2 0-396,0 2 0,-1 0 0,1 1 0,-31-2 0,-68 5-764,54 1 2590,59-1-902,-1 0-1,1 0 1,0-1-1,0 1 1,-1-1 0,1 1-1,0-1 1,-4-2 0,-1 1 473,19-15 1226,4 3-1214,0 0-1,31-20 0,4-3 361,200-158 3265,13 20-1625,-253 169-2604,-9 5-80,0-1 0,0 1 1,0 0-1,0 0 1,1 0-1,-1 0 1,0 0-1,4-1 1,-5 2-24,-1 1 0,1-1 0,0 0 0,-1 0 0,1 1 1,-1-1-1,1 0 0,-1 1 0,1-1 0,0 0 1,-1 1-1,0-1 0,1 1 0,-1-1 0,1 1 0,-1-1 1,0 1-1,1-1 0,-1 1 0,0 0 0,1-1 0,-1 1 1,0 0-1,0-1 0,0 1 0,1-1 0,-1 1 1,0 0-1,0-1 0,0 1 0,0 0 0,0-1 0,0 1 1,0 0-1,-1-1 0,1 2 0,0 71 110,-11 90 0,2-59-49,-104 892 520,41-625-581,30-168-2029,39-189 1407,-1 0-1,0 0 0,-11 26 1,-6-6-3116,17-29 1920,0-1 0,-1 0 1,1 0-1,-9 6 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4.672"/>
    </inkml:context>
    <inkml:brush xml:id="br0">
      <inkml:brushProperty name="width" value="0.035" units="cm"/>
      <inkml:brushProperty name="height" value="0.035" units="cm"/>
    </inkml:brush>
  </inkml:definitions>
  <inkml:trace contextRef="#ctx0" brushRef="#br0">424 78 7185,'-36'27'1636,"29"-23"-832,4-6-22,-42-61 5587,45 62-6279,-1 0 0,1 1 1,-1-1-1,0 0 0,0 1 0,1-1 0,-1 1 0,0-1 0,0 1 0,0 0 1,0-1-1,1 1 0,-1 0 0,0-1 0,0 1 0,0 0 0,0 0 0,0 0 0,-1 0 1,-2-1 201,-65-30 3808,68 30-4031,0 1 1,1-1-1,-1 1 1,0 0 0,1 0-1,-1-1 1,0 1-1,0 0 1,0 0-1,1 0 1,-1 0 0,0 0-1,0 0 1,1 0-1,-1 0 1,0 0-1,0 0 1,0 0 0,1 1-1,-1-1 1,0 0-1,0 1 1,1-1-1,-1 0 1,0 1 0,1-1-1,-1 1 1,0-1-1,1 1 1,-1-1-1,1 1 1,-1-1 0,1 1-1,-1 0 1,1-1-1,-1 1 1,1 0-1,0-1 1,-1 1 0,1 0-1,0 0 1,0-1-1,-1 1 1,1 0-1,0 0 1,0-1 0,0 1-1,0 0 1,0 0-1,0 0 1,0-1-1,0 1 1,1 0 0,-1 1-1,1 4 76,0 1-1,1 0 1,0 0-1,0-1 1,1 1-1,4 7 1,7 21 318,-6-7-315,-1-1-1,-1 1 1,-1 0 0,-2 1-1,-1-1 1,-1 1 0,-1-1-1,-2 1 1,-5 28 0,2-30-490,-1-1 0,-2 0 0,0 0 1,-2 0-1,-23 41 0,18-41-703,-1 0 1,-19 23-1,-7-5-2445,34-38 1708,-1 1-1,1-1 1,-16 8 0,-19 2-9179</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5.514"/>
    </inkml:context>
    <inkml:brush xml:id="br0">
      <inkml:brushProperty name="width" value="0.035" units="cm"/>
      <inkml:brushProperty name="height" value="0.035" units="cm"/>
    </inkml:brush>
  </inkml:definitions>
  <inkml:trace contextRef="#ctx0" brushRef="#br0">236 90 10465,'-1'-2'517,"-5"-3"6112,5 5-6394,0 0 1,1 1-1,-1-1 0,0 0 1,0 0-1,0 0 0,1 1 0,-1-1 1,0 0-1,1 1 0,-1-1 0,0 1 1,1-1-1,-1 1 0,0-1 0,1 1 1,-1 0-1,-6 4-86,-1 1 0,0-2 0,1 1 0,-1-1 0,-12 4 0,-28 16 232,33-13-267,-1-1 0,-16 17 0,27-23-67,0 1 0,1 0 0,-1 0 0,1 0 0,0 1 0,0-1 0,1 1 1,0 0-1,0 0 0,-3 9 0,6-14-41,-1 0 0,1 0 0,0 0 0,0 1 0,0-1 0,0 0 0,0 0 0,0 0 0,0 0 1,1 0-1,-1 1 0,0-1 0,0 0 0,1 0 0,-1 0 0,1 0 0,-1 0 0,1 0 0,0 0 0,-1 0 0,1 0 0,0 0 0,-1-1 0,1 1 1,0 0-1,0 0 0,0-1 0,0 1 0,0 0 0,0-1 0,0 1 0,0-1 0,0 1 0,0-1 0,0 0 0,0 1 0,0-1 0,2 0 1,2 2 7,1-1 1,0 0 0,0-1-1,0 1 1,0-1 0,8-1-1,-2-1-2,-1 0 0,0-1 0,0 0 0,0-1 0,-1 0 0,1-1 0,-1 0 0,0 0 0,0-1 0,13-11 0,6-7 18,46-51 1,-34 33 20,-34 35 8,0-1 0,0-1-1,-1 1 1,0-1 0,0 0 0,-1-1 0,-1 1 0,8-20 0,-11 26 186,-4 5-216,-3 4-32,0 0 1,0 0-1,1 1 1,0 0 0,0 0-1,0 0 1,1 0-1,-6 15 1,-1 8 26,-8 33 0,9-28 34,-12 45 3,4 1 1,3 1-1,-8 156 0,20-141 339,4 0 0,16 109-1,-14-188-306,1 0 0,0 0-1,8 18 1,-10-30-87,0-1 0,0-1 1,0 1-1,1 0 0,-1 0 0,1-1 0,0 0 0,1 1 1,-1-1-1,1 0 0,0-1 0,0 1 0,0-1 1,0 1-1,6 2 0,-7-5-40,0 0 0,-1 0 0,1-1 0,0 1 0,0-1 0,0 0 0,0 0 0,-1 0 0,1 0 0,0 0 0,0-1 0,0 1 0,0-1 0,-1 0 0,1 0 0,0 0 0,2-1 0,1-1-73,0 0 0,0-1 0,-1 0 0,1 0 0,-1 0 0,7-8 0,0-1-93,-2 0-1,0-1 0,0 0 1,-2-1-1,0 0 1,9-22-1,29-101-975,-40 121 1038,62-227-1521,13-42 240,-51 161 1107,-6 22 544,-23 99-41,7 21 328,-3-8-383,-1 1 0,0 0 0,-1 0 0,4 17 0,8 25 194,-4-23-131,18 37 202,-26-60-319,1 1 0,0-1 1,0 0-1,0 0 0,1-1 0,0 0 1,10 9-1,-12-11-52,0 0-1,1 0 0,-1 0 0,1 0 0,0-1 1,0 1-1,0-1 0,0 0 0,0 0 0,0-1 0,0 1 0,1-1 0,-1 0 0,1 0 0,-1 0 0,1 0 0,-1-1 0,9 0 0,-6-1-37,-1 1-1,0-1 1,1-1 0,-1 1-1,0-1 1,0 0 0,0-1-1,0 1 1,0-1 0,-1 0-1,1-1 1,-1 1 0,0-1-1,0 0 1,0-1 0,0 1-1,-1-1 1,0 0-1,0 0 1,4-7 0,3-9-120,-1 0 0,0-1 1,-2-1-1,6-25 0,13-95-218,-23 29 347,-4 90 68,0 20 52,-3 5-100,1 0 0,-1 0 0,1 1 0,0-1-1,-1 1 1,1 0 0,0 0 0,0-1 0,0 1 0,0 1 0,1-1 0,-4 5 0,3-5 22,0 1 5,0 0 0,0 1-1,0-1 1,1 0 0,-1 0 0,1 1-1,0-1 1,-1 1 0,2-1 0,-1 1-1,0 6 1,1 42 457,1-48-467,1 16 128,1-1-1,0 1 1,2-1-1,0 0 1,1-1-1,12 24 1,-14-31-209,2-1 0,-1 0 0,1 0 0,1-1 0,0 1 0,0-1 0,1-1 0,0 0 0,0 0 0,1 0 0,0-1 0,16 9 0,-19-13-258,0 0 0,1-1 0,0 0-1,-1 0 1,1 0 0,0-1 0,0 0-1,0-1 1,0 1 0,0-1 0,7-1 0,-3 0-1686,0-1 1,0 0-1,15-6 1,12-6-8192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6.093"/>
    </inkml:context>
    <inkml:brush xml:id="br0">
      <inkml:brushProperty name="width" value="0.035" units="cm"/>
      <inkml:brushProperty name="height" value="0.035" units="cm"/>
    </inkml:brush>
  </inkml:definitions>
  <inkml:trace contextRef="#ctx0" brushRef="#br0">317 0 14209,'-134'51'5562,"124"-47"-5238,1 0 0,-1 1 0,1 0 0,0 0 0,1 1 0,-1 0 0,-10 10 0,0 3 183,-24 31 1,35-40-251,-20 34 171,27-41-269,3 0 20,-1-3-163,0 2 3,0 0-1,0 0 1,1-1 0,-1 1-1,1 0 1,-1-1 0,1 0-1,0 1 1,-1-1-1,1 0 1,0 0 0,0 0-1,0 0 1,0 0 0,0 0-1,0 0 1,0-1 0,0 1-1,0-1 1,1 0-1,-1 1 1,0-1 0,0 0-1,0 0 1,4-1 0,19-4 112,0 0 1,-1-2-1,0 0 1,0-2-1,0-1 1,22-13 0,129-85 521,-110 61-673,-62 45-253,-6 1 4,1 0 238,-1 0-1,1 0 0,-1 1 0,0-1 0,1 0 1,-1 1-1,0 0 0,1 0 0,-1 0 0,0 0 1,1 0-1,-1 0 0,0 1 0,1-1 1,-1 1-1,0 0 0,1-1 0,-1 1 0,1 1 1,0-1-1,-1 0 0,1 1 0,0-1 0,0 1 1,-1-1-1,1 1 0,-2 2 0,0 1 15,-1 0 0,1 0 0,0 1 0,0-1 0,0 1 0,1 0 0,0 0 0,0 0 0,0 0 0,1 1 0,0-1 0,1 0-1,-1 1 1,0 7 0,2-10 44,-1 0-1,1-1 1,0 1-1,0 0 0,0 0 1,1 0-1,-1 0 1,1 0-1,0-1 0,0 1 1,1 0-1,-1-1 1,1 1-1,-1-1 0,1 1 1,0-1-1,0 0 1,1 0-1,-1 0 0,1 0 1,0 0-1,-1-1 1,1 1-1,6 3 0,5 2 130,0-1-1,1-1 1,0 0-1,0-1 1,1-1-1,0 0 1,-1-1-1,1-1 1,0 0-1,25-1 1,-8-3-289,0 0 0,0-3 0,-1 0 0,40-13 0,-26-2-1259,-38 16 1145,-7 3-28,1-1-124,15-12 177,-15 13 325,0 1 294,8 0-115,3 0 664,1 0 1,-1-1-1,0 0 0,22-6 0,4-3 306,-28 8-1073,-1-1 0,1 1 0,-1-2 0,0 0-1,0 0 1,-1 0 0,1-1 0,14-11 0,-22 14-401,-1 1 0,1-1 1,-1 0-1,1 1 0,-1-1 1,0 0-1,1 0 0,-1 0 1,0 0-1,0 0 1,-1 0-1,1-1 0,0 1 1,-1 0-1,1 0 0,-1 0 1,0-1-1,0-2 0,0-15-4444,-1 3-4451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36.531"/>
    </inkml:context>
    <inkml:brush xml:id="br0">
      <inkml:brushProperty name="width" value="0.035" units="cm"/>
      <inkml:brushProperty name="height" value="0.035" units="cm"/>
    </inkml:brush>
  </inkml:definitions>
  <inkml:trace contextRef="#ctx0" brushRef="#br0">462 202 10337,'-10'-10'1804,"8"8"-228,-11 2-266,0-1 1,-23-5-1,-54-20-29,44 10-910,-152-53 2134,192 67-2301,0 0-1,1-1 1,-1 1-1,1-2 1,0 1-1,-9-7 0,12 8 1144,-2 19-334,4-15-967,0-1 0,0 1 0,0-1-1,0 1 1,0-1 0,0 1 0,0-1 0,1 1 0,-1-1 0,1 1-1,-1-1 1,1 1 0,-1-1 0,1 1 0,0-1 0,-1 0 0,1 1-1,0-1 1,1 1 0,25 24 468,-14-14-273,203 175 1773,-194-170-2691,2-2 0,35 19 0,-57-33 495,0-1-1,1 1 1,-1 0 0,1-1 0,-1 1 0,0-1 0,1 0-1,-1 1 1,1-1 0,-1 0 0,1-1 0,-1 1 0,1 0-1,-1-1 1,0 1 0,1-1 0,-1 0 0,0 0 0,1 0-1,-1 0 1,0 0 0,0-1 0,0 1 0,0 0 0,2-3-1,5-4-694,-1 0 0,0 0 0,13-18-1,-18 21 612,46-62-2381,-18 23 2883,50-54 1,-70 86 190,0 1 0,1 1 0,0 0 0,0 1 0,1 0 0,1 1 0,-1 0 0,1 1 0,18-6 0,-24 11-107,1 0 0,0 0 1,-1 1-1,1 0 0,0 0 0,0 1 1,-1 0-1,1 0 0,0 1 0,0 1 1,-1-1-1,1 2 0,-1-1 0,1 1 0,10 5 1,-11-4-114,0 1 1,-1 0 0,1 0-1,-2 0 1,1 1 0,0 0-1,-1 0 1,0 1 0,-1 0-1,1 0 1,-1 0-1,-1 0 1,5 10 0,-6-11-131,0 1 0,0 0 1,-1 0-1,0 0 0,-1 0 1,0 0-1,0 0 0,0 0 1,-1 0-1,0 1 0,0-1 1,-1 0-1,0 0 0,0 0 1,-1 0-1,-3 11 0,-6 7-378,-2-2-1,0 0 1,-1 0-1,-31 37 1,41-56 26,1 0 0,-1 0 0,0-1 0,0 1 0,0-1 0,0 0 0,-1 0 0,1 0 0,-1-1 1,-6 3-1,9-4-143,-1 0 1,0 0 0,0-1 0,1 1-1,-1-1 1,0 0 0,0 0 0,-5 0-1,6-1-194,-1 1-1,1-1 0,0 1 1,0-1-1,-1 0 0,1 0 0,0 0 1,0 0-1,0-1 0,0 1 1,-3-3-1,-16-20-10937</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0.366"/>
    </inkml:context>
    <inkml:brush xml:id="br0">
      <inkml:brushProperty name="width" value="0.035" units="cm"/>
      <inkml:brushProperty name="height" value="0.035" units="cm"/>
    </inkml:brush>
  </inkml:definitions>
  <inkml:trace contextRef="#ctx0" brushRef="#br0">906 7 12385,'10'-7'5493,"-30"8"510,11-1-6391,5 0 2467,2 1-1314,-30 14-710,0 2-1,1 1 1,-30 25-1,-24 13-1188,20-17 528,-281 173-1054,302-185 1927,-48 22 0,0-7 3633,150-50-252,-1-5-3145,-5 1 11,105-11-1,-119 20-513,-24 1 0,1 1 0,-1 0 0,1 1 0,0 1 0,-1 0 0,27 5 0,-39-5 0,0 0 0,1 0 0,-1 1 0,0-1 0,0 0 0,0 1 0,0-1 0,0 1 0,0 0 0,0 0 0,0 0 0,-1-1 0,1 2 0,-1-1 0,0 0 0,1 0 0,-1 0 0,0 1 0,0-1 0,0 0 0,-1 1 0,1-1 0,-1 1 0,1-1 0,-1 1 0,0-1 0,0 1 0,0-1 0,0 1 0,-1 4 0,0 6 0,-2-1 0,1 0 0,-2 0 0,0 0 0,-5 13 0,-111 213 0,-19-10 0,122-201 0,-2 10 0,19-36 0,-1 0 0,1-1 0,-1 1 0,1 0 0,0 0 0,-1 0 0,1 0 0,0 0 0,0 0 0,-1 0 0,1-1 0,0 1 0,0 0 0,0 0 0,0 0 0,0 2 0,1-2 0,0 0 0,0 0 0,0 0 0,0 0 0,1 0 0,-1 0 0,0 0 0,0 0 0,1 0 0,-1 0 0,0-1 0,1 1 0,-1-1 0,0 1 0,1-1 0,-1 1 0,1-1 0,1 1 0,31 2 0,-8-5 0,-1-1 0,0-1 0,-1-2 0,29-9 0,-23 7 0,311-95 0,-318 96-169,46-8 0,-68 15-67,1 0 0,0 0 0,0 0 0,-1 0 0,1-1 0,0 1 0,0 0-1,-1-1 1,1 0 0,-1 1 0,1-1 0,0 0 0,-1 0 0,1 0 0,-1 0 0,0 0 0,1 0 0,-1 0 0,0-1 0,0 1 0,0 0 0,0-1 0,0 1 0,0-1-1,0 1 1,0-1 0,0-2 0,5-7-2617,-7 20-4623,-4 7-5030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0.823"/>
    </inkml:context>
    <inkml:brush xml:id="br0">
      <inkml:brushProperty name="width" value="0.035" units="cm"/>
      <inkml:brushProperty name="height" value="0.035" units="cm"/>
    </inkml:brush>
  </inkml:definitions>
  <inkml:trace contextRef="#ctx0" brushRef="#br0">350 0 15201,'0'0'2154,"-2"2"-181,-6 3-1392,0 1-1,0 1 1,0-1-1,1 1 0,0 1 1,1-1-1,-1 1 1,-7 14-1,-4 9-129,-14 34 1,28-56-239,-42 91-194,4 3 0,-28 108 0,45-113-668,3-12-975,6-31-2541,19-67-1066,0-3 2461,8-26-5532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1.044"/>
    </inkml:context>
    <inkml:brush xml:id="br0">
      <inkml:brushProperty name="width" value="0.035" units="cm"/>
      <inkml:brushProperty name="height" value="0.035" units="cm"/>
    </inkml:brush>
  </inkml:definitions>
  <inkml:trace contextRef="#ctx0" brushRef="#br0">1 1 18926,'0'0'2566,"2"1"-49,29 11-1422,-2 2-1,0 1 1,0 2 0,-2 1 0,0 0-1,-1 2 1,33 33 0,-28-19-1095,-1 1 0,-1 1 0,34 58 0,55 131 0,-87-161-1756,34 77-6560,-39-87 934,-2-17-4947</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1.353"/>
    </inkml:context>
    <inkml:brush xml:id="br0">
      <inkml:brushProperty name="width" value="0.035" units="cm"/>
      <inkml:brushProperty name="height" value="0.035" units="cm"/>
    </inkml:brush>
  </inkml:definitions>
  <inkml:trace contextRef="#ctx0" brushRef="#br0">55 1 15929,'-14'0'2249,"22"8"-269,-19 15-392,-6 23-272,8-5-236,3 7-220,1 13-196,7-4-468,1 10-400,0 2-436,0-3-524,0-15-696,-6-5-680,3-23-3249,-3-5-4892</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1.509"/>
    </inkml:context>
    <inkml:brush xml:id="br0">
      <inkml:brushProperty name="width" value="0.035" units="cm"/>
      <inkml:brushProperty name="height" value="0.035" units="cm"/>
    </inkml:brush>
  </inkml:definitions>
  <inkml:trace contextRef="#ctx0" brushRef="#br0">0 0 20938,'20'6'9401,"-28"8"-11921,-1-2-21,15 2-7940,0 4-1332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1.836"/>
    </inkml:context>
    <inkml:brush xml:id="br0">
      <inkml:brushProperty name="width" value="0.035" units="cm"/>
      <inkml:brushProperty name="height" value="0.035" units="cm"/>
    </inkml:brush>
  </inkml:definitions>
  <inkml:trace contextRef="#ctx0" brushRef="#br0">1 68 17278,'0'-2'230,"1"0"0,-1 1 1,1-1-1,-1 1 0,1-1 1,0 1-1,0-1 1,0 1-1,0 0 0,0-1 1,0 1-1,0 0 0,0 0 1,0 0-1,0 0 0,1 0 1,-1 0-1,1 0 1,2-1-1,0 1 349,0 0 0,0 0 0,0 1 0,1 0-1,-1 0 1,7 0 0,-9 0-478,63 0 1904,114-17 0,-118 9-1099,-1 3 1,63 2-1,-117 3-906,0 0 0,0 0 0,0 0 0,10-2 0,-12 1 0,18-1 0,-14 3-252,-4-1-992,-6 1-771,-11 4-2199,-7 8-3976,7-3-5678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2.195"/>
    </inkml:context>
    <inkml:brush xml:id="br0">
      <inkml:brushProperty name="width" value="0.035" units="cm"/>
      <inkml:brushProperty name="height" value="0.035" units="cm"/>
    </inkml:brush>
  </inkml:definitions>
  <inkml:trace contextRef="#ctx0" brushRef="#br0">644 0 13237,'-52'33'5099,"45"-29"-4817,1 0 0,0 1 0,0 0 0,0 1 0,0-1 0,1 1 0,-7 10 0,0-1-29,-25 31 226,2 2 0,-32 58 0,-48 109-32,64-117-315,-9 22-477,-64 185 0,97-247-1004,17-39-468,14-46-3175,7-13 596,5-6-2237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2.446"/>
    </inkml:context>
    <inkml:brush xml:id="br0">
      <inkml:brushProperty name="width" value="0.035" units="cm"/>
      <inkml:brushProperty name="height" value="0.035" units="cm"/>
    </inkml:brush>
  </inkml:definitions>
  <inkml:trace contextRef="#ctx0" brushRef="#br0">25 12 18270,'-10'-4'513,"-5"-3"2528,41 7 1610,-1 4-3752,1 1 0,-1 2 0,-1 0-1,1 1 1,-1 2 0,24 13 0,-10-3-899,0 1 0,-2 2 0,0 2 0,-2 1 0,0 1 0,-2 2 0,-2 2 0,51 63 0,-39-40-1004,89 102-7602,-107-135 1039,-8-8-5039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2.917"/>
    </inkml:context>
    <inkml:brush xml:id="br0">
      <inkml:brushProperty name="width" value="0.035" units="cm"/>
      <inkml:brushProperty name="height" value="0.035" units="cm"/>
    </inkml:brush>
  </inkml:definitions>
  <inkml:trace contextRef="#ctx0" brushRef="#br0">21 60 11745,'-1'0'180,"1"0"0,0 1 1,0-1-1,-1 1 0,1-1 0,0 0 1,0 1-1,-1-1 0,1 0 0,0 0 0,-1 1 1,1-1-1,-1 0 0,1 0 0,0 1 0,-1-1 1,1 0-1,-1 0 0,1 0 0,0 0 0,-1 0 1,1 0-1,-1 0 0,1 0 0,-1 0 0,1 0 1,0 0-1,-1 0 0,1 0 0,-1 0 1,1 0-1,-1 0 0,1 0 0,0 0 0,-1-1 1,1 1-1,-1 0 0,1 0 0,-6-4 4571,18 1-2075,19 2-630,43 3 1,17 0 427,426-33-2474,-511 31-502,0 0 0,1-1 0,-1 1 0,1-1 0,-1-1 0,0 1 0,0-1 0,0 0 0,0 0 1,0-1-1,0 0 0,0 0 0,7-5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3.246"/>
    </inkml:context>
    <inkml:brush xml:id="br0">
      <inkml:brushProperty name="width" value="0.035" units="cm"/>
      <inkml:brushProperty name="height" value="0.035" units="cm"/>
    </inkml:brush>
  </inkml:definitions>
  <inkml:trace contextRef="#ctx0" brushRef="#br0">0 1 16269,'27'10'2751,"-26"-10"-2561,0 0-1,-1 1 1,1-1 0,0 0-1,0 0 1,0 0-1,0 0 1,0 1-1,0-1 1,0 0-1,0-1 1,0 1-1,0 0 1,0 0-1,0 0 1,0 0-1,0-1 1,0 1 0,-1-1-1,3 0 1,2-1 505,-2 2-414,1 0-1,0 0 1,-1 0 0,1 0-1,0 1 1,-1 0 0,1-1-1,0 1 1,-1 1 0,0-1-1,1 0 1,-1 1-1,0 0 1,1 0 0,4 4-1,4 3 463,0 1 0,18 18 0,-12-7-490,0 0-1,-2 2 1,0 0 0,-2 1 0,17 35 0,-11-13 25,-3 0 1,15 58-1,-13-19-335,-5 0-1,-3 1 1,-3 0 0,-5 0-1,-10 122 1,-15-3-631,-53 224 0,-1-146-4883,6-105-3532,5-48-4286</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3.948"/>
    </inkml:context>
    <inkml:brush xml:id="br0">
      <inkml:brushProperty name="width" value="0.035" units="cm"/>
      <inkml:brushProperty name="height" value="0.035" units="cm"/>
    </inkml:brush>
  </inkml:definitions>
  <inkml:trace contextRef="#ctx0" brushRef="#br0">356 12 10057,'0'0'2804,"-2"-2"-1716,-1 0-963,2 2-42,0-1 0,0 0 0,-1 0 0,1 1 0,0-1 0,0 0 0,-1 1-1,1-1 1,0 1 0,-1 0 0,1-1 0,0 1 0,-1 0 0,1 0 0,-1 0-1,1 0 1,0 0 0,-1 0 0,1 0 0,-1 1 0,1-1 0,0 0 0,-1 1 0,1-1-1,0 1 1,0-1 0,-1 1 0,1 0 0,-2 1 0,-18 10 170,1 1 0,0 1 0,0 1-1,2 1 1,0 0 0,0 2 0,2 0 0,0 0 0,1 2 0,1 0 0,1 0 0,1 1 0,1 1-1,0 0 1,-13 44 0,12-18 244,1 0 0,3 1 1,2 1-1,1-1 0,5 75 0,4-62 72,3-1 1,3 0-1,2-1 0,21 62 1,-6-45-188,3-2-1,4-2 1,2-1 0,4-2 0,2-1-1,4-2 1,69 77 0,-82-107-973,2-2 1,1-1 0,76 53 0,-30-37-2989,4-11-3714,-8-14-5981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3:44.664"/>
    </inkml:context>
    <inkml:brush xml:id="br0">
      <inkml:brushProperty name="width" value="0.035" units="cm"/>
      <inkml:brushProperty name="height" value="0.035" units="cm"/>
    </inkml:brush>
  </inkml:definitions>
  <inkml:trace contextRef="#ctx0" brushRef="#br0">0 160 5040,'0'0'1937,"2"-1"-14,25-6 5787,-26 5-6482,9-6 25,-8 6-1029,1 0 0,-1 0 1,0 0-1,0 0 0,0 0 0,0 0 1,-1-1-1,3-2 0,-2 2 24,0 0 1,0 0-1,0 1 0,1-1 0,-1 1 0,1-1 0,-1 1 0,1 0 0,0 0 1,0 0-1,6-3 0,41-15 1295,-37 15-989,156-58 3528,-169 63-4075,1 0 1,-1 1-1,1-1 0,0 0 0,-1 0 0,1 0 0,-1 1 1,0-1-1,1 0 0,-1 1 0,1-1 0,-1 0 1,1 1-1,-1-1 0,0 1 0,1-1 0,-1 0 1,0 1-1,1-1 0,-1 1 0,0-1 0,0 1 1,1-1-1,-1 1 0,0-1 0,0 1 0,0 0 1,0-1-1,0 1 0,0 0 5,1 2-45,0 1 0,-1-1-1,0 1 1,0-1 0,0 0 0,0 1 0,0-1-1,-1 1 1,0-1 0,0 0 0,1 1-1,-4 4 1,-21 45-1117,7-18 193,7-10 414,2-7 127,1 0-1,1 0 1,0 0 0,1 1 0,2 0 0,0 1 0,-3 28 0,7-46 452,0 0-1,0 0 1,0 0 0,1 0 0,-1 0 0,0 0-1,1 0 1,-1 0 0,1 0 0,0 0 0,-1 0-1,1-1 1,0 1 0,3 3 0,-3-4 26,0 0 1,0 0 0,0-1-1,1 1 1,-1 0 0,0 0-1,1-1 1,-1 1-1,1-1 1,-1 1 0,1-1-1,-1 0 1,1 1 0,-1-1-1,1 0 1,-1 0 0,1 0-1,-1 0 1,1-1-1,-1 1 1,3-1 0,57-13 2030,115-45 1,-50 15-1804,-121 42-525,-1 0 0,1 1 0,0-2 0,-1 1 0,0 0 0,1-1 0,-1 0 0,5-4 0,-8 5-87,1 1 0,-1-1 1,0 1-1,0-1 0,0 1 0,0-1 1,0 0-1,0 1 0,0-1 0,0-3 1,0 4-353,-1-1-1,0 0 1,0 1 0,0-1 0,0 0-1,0 1 1,0-1 0,0 0 0,-1 1-1,1-1 1,0 0 0,-1 1 0,-1-3-1,-3-8-11722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4:33.731"/>
    </inkml:context>
    <inkml:brush xml:id="br0">
      <inkml:brushProperty name="width" value="0.035" units="cm"/>
      <inkml:brushProperty name="height" value="0.035" units="cm"/>
    </inkml:brush>
  </inkml:definitions>
  <inkml:trace contextRef="#ctx0" brushRef="#br0">49 111 6313,'0'0'58,"1"0"1,-1 0-1,0-1 0,1 1 1,-1 0-1,0 0 1,0-1-1,1 1 1,-1 0-1,0-1 1,0 1-1,0 0 1,0-1-1,1 1 1,-1 0-1,0-1 1,0 1-1,0 0 0,0-1 1,0 1-1,0 0 1,0-1-1,0 1 1,0-1-1,0 1 1,0 0-1,0-1 1,0 1-1,0 0 1,0-1-1,-1 1 1,1 0-1,0-1 0,0 1 1,0 0-1,-1-1 1,1 1-1,0-1 1,-15 2 2115,-1 0 3112,14-2-4665,-15-5 1521,27 3 1978,18 3-721,-12 1-4430,214 27 2579,-34-1-1048,-53-13-341,73 6 67,477 1-53,-595-19-190,404-8 79,-283 1-34,321-12-48,-100 3 24,478 10-58,-648 6 43,240-15 10,-195-2-9,77 3 21,276 2 14,-209 6 56,27 5-190,-247-1 165,66-4-101,185-7 112,106-32-48,-387 27 2,-50 6-45,197-5-75,-174 10 145,553 4-40,-333 5 559,-93 1-45,208-4 628,-160 5-291,-327-4-951,56 12 0,-14 6-4050,-70-19 1891,1-18-19214</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4:35.295"/>
    </inkml:context>
    <inkml:brush xml:id="br0">
      <inkml:brushProperty name="width" value="0.035" units="cm"/>
      <inkml:brushProperty name="height" value="0.035" units="cm"/>
    </inkml:brush>
  </inkml:definitions>
  <inkml:trace contextRef="#ctx0" brushRef="#br0">64 158 3260,'-29'17'1260,"28"-16"-1138,0-1 1,0 1 0,-1-1-1,1 0 1,0 1-1,-1-1 1,1 0-1,0 0 1,0 0 0,-1 0-1,1 0 1,0 0-1,-1 0 1,1-1 0,0 1-1,0 0 1,-1-1-1,1 1 1,0-1 0,-8-4 10659,9 6-10688,0 0 0,0 0 0,0 0 1,1-1-1,-1 1 0,0 0 0,1 0 0,-1 0 0,1 0 0,-1-1 0,1 1 0,-1 0 0,1 0 0,-1-1 0,1 1 0,0-1 0,-1 1 0,1 0 0,0-1 0,0 1 1,0-1-1,-1 0 0,2 1 0,19 5 761,20-4 465,69-7 0,10 0-63,277 4 1326,-150-2-1978,1112-8 323,-815 2-822,71-2 3,49 5-136,-142 4 66,-467 1-41,728-30 26,-210 9 2,-488 20-10,18 0-35,373-4 31,-93 14 133,838 1 604,-729-30 505,-463 20-1106,62 1 1157,34 2-4016,-112-5 1400,-13 3 1227,0 0 1,0-1-1,0 1 0,0 0 0,0 0 0,1-1 0,-1 1 0,0 0 0,0 0 0,0-1 0,0 1 0,0 0 0,0 0 1,0-1-1,0 1 0,0 0 0,0 0 0,0-1 0,0 1 0,0 0 0,-1 0 0,1-1 0,0 1 0,0 0 0,0 0 0,0-1 1,0 1-1,0 0 0,-1-1 0,-22-22-7560,9 12 3015,-16-19-6340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5:13.320"/>
    </inkml:context>
    <inkml:brush xml:id="br0">
      <inkml:brushProperty name="width" value="0.035" units="cm"/>
      <inkml:brushProperty name="height" value="0.035" units="cm"/>
    </inkml:brush>
  </inkml:definitions>
  <inkml:trace contextRef="#ctx0" brushRef="#br0">111 101 11781,'0'0'134,"-1"-1"0,1 1 0,-1 0 0,1-1 0,-1 1 1,0 0-1,1-1 0,-1 1 0,1 0 0,-1 0 0,0 0 0,1 0 0,-1-1 0,0 1 0,1 0 0,-1 0 0,0 0 0,1 0 0,-1 1 1,0-1-1,1 0 0,-1 0 0,1 0 0,-2 1 0,-4 15 2880,4-7-3490,-47 312 3745,26 7-2180,13-147-563,8-163-478,1-8 84,0 0 1,1 0-1,0 0 0,0 0 1,1 0-1,3 14 0,-4-23-93,1 0 0,-1 0-1,1 0 1,-1 0 0,1 0-1,-1 0 1,1-1 0,0 1-1,-1 0 1,1 0-1,0-1 1,0 1 0,-1 0-1,1-1 1,0 1 0,0-1-1,0 1 1,0-1 0,0 0-1,0 1 1,0-1-1,0 0 1,0 0 0,0 1-1,0-1 1,0 0 0,0 0-1,0 0 1,0 0 0,0 0-1,0-1 1,0 1-1,0 0 1,0 0 0,1-1-1,3-1 111,1 0-1,-1 0 1,0 0 0,0 0-1,6-5 1,190-142 1964,-74 51-1328,171-114 898,412-220 1,-637 393-1577,-13 5-325,113-45 0,-143 71-825,-17 6-3759,-15 6 1182,-10 14-3597,-9 9-4865</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5:16.200"/>
    </inkml:context>
    <inkml:brush xml:id="br0">
      <inkml:brushProperty name="width" value="0.035" units="cm"/>
      <inkml:brushProperty name="height" value="0.035" units="cm"/>
    </inkml:brush>
  </inkml:definitions>
  <inkml:trace contextRef="#ctx0" brushRef="#br0">41 118 8325,'-14'-11'7928,"12"12"-7322,0 0-500,0 1 0,1-1 0,-1 0-1,0 1 1,1 0 0,-1-1 0,1 1 0,-1 0 0,1 0 0,0 0 0,0 0 0,-1 2-1,1 1 12,0 0-1,0 0 0,0 0 0,1 0 0,0 8 0,6 426 2397,0-113-1723,13 139-34,-1-64-277,17 273 453,-33-650-550,1 0 1,11 41-1,-13-62-39,3-26 64,1 4-334,5-39 58,1-76 0,-6-70-87,-5 193-40,-4-246-27,-2 28-20,-48-898-212,25 957 109,18 121 65,3-1-1,-5-83 1,12 98 49,0 21-31,1-1 0,2-22 0,-2 35 58,1 1 0,0-1-1,-1 0 1,1 1 0,0-1-1,0 0 1,0 1 0,0-1-1,0 1 1,1 0-1,1-3 1,0 1 11,-3 3-5,0 0 0,0 0 0,0 0 0,0 0 0,0 0 0,1-1 0,-1 1 0,0 0 0,0 0 0,0 0 0,0 0 0,0 0 0,0 0 0,0 0 0,0 0 0,0 0 0,0 0 0,0 0 0,1 0 0,-1 0 0,0 0 0,0 0 0,0 0 0,0 0 0,0 0 0,0 0 0,0 0 0,0 0 0,1 0 0,-1 0 0,0 0 0,0 0 0,0 0 0,0 0 0,0 0 0,0 0 0,0 0 0,0 0 0,1 0 0,-1 0 0,0 0 0,0 0 0,0 0 0,0 0 0,0 0 0,0 0 0,0 0 0,0 1 0,0-1 0,0 0 0,0 0 0,0 0 0,1 0 0,2 3-5,0 0-1,1 0 1,-1 1 0,0-1 0,0 1 0,-1-1 0,1 1 0,-1 0 0,1 0-1,-1 0 1,-1 1 0,1-1 0,2 9 0,1 8 21,4 38-1,-6-34-2,7 44 62,17 162-61,-32 377-148,-20-304-1852,-12-2-3874,22-173 68,5-5-3283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5:19.024"/>
    </inkml:context>
    <inkml:brush xml:id="br0">
      <inkml:brushProperty name="width" value="0.035" units="cm"/>
      <inkml:brushProperty name="height" value="0.035" units="cm"/>
    </inkml:brush>
  </inkml:definitions>
  <inkml:trace contextRef="#ctx0" brushRef="#br0">32 118 9361,'-7'9'8809,"5"3"-5359,6 16-4352,0-8 1592,3 134 199,-4-29-354,42 346 873,1-138-226,-8-1 919,-34-308-1639,-2-25-297,-2-16-56,-57-660-95,21 324-356,5 84-91,3 36 134,27 221 234,-1-1 1,-6-23-1,1 60-1,4 3 42,1 1 0,1-1 1,2 1-1,5 36 0,-1-17 16,52 343 24,-44-323-34,36 147 27,-25-117-148,-17-61 26,2-1 1,15 36 0,-16-50-43,8 36-1,-9-29 24,-6-24 38,-3-36-56,-2 0 91,-1 0 0,-1 1 0,-14-39 1,-2-16 31,-34-180 42,43 219-33,9 36 53,1 0-1,0 0 0,1 0 1,-1-18-1,0-12-73,3 38 17,0 0 32,-3-26-11,3 26-78,1 6-27,10 40 101,-2 1 0,6 85 0,-8-65 9,64 644 59,-62-597 119,-8-106 110,-2-11-252,-8-70-23,4-137-1,4 92-74,-11-288-177,-4-290-511,16 670 502,-8-57-1,7 86 196,0 0 1,0 1-1,1-1 1,-1 0-1,0 0 0,0 1 1,0-1-1,0 0 1,0 1-1,0-1 0,1 1 1,-1-1-1,0 1 1,0 0-1,1-1 0,-1 1 1,-1 1-1,-2 3-191,0 0-1,0 0 0,1 1 1,-1-1-1,1 1 1,0 0-1,1 0 0,-1 0 1,-2 12-1,-1 8-1665,-2 31-1,4-27-397,-1 10-2421,7 0-2565</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5:20.677"/>
    </inkml:context>
    <inkml:brush xml:id="br0">
      <inkml:brushProperty name="width" value="0.035" units="cm"/>
      <inkml:brushProperty name="height" value="0.035" units="cm"/>
    </inkml:brush>
  </inkml:definitions>
  <inkml:trace contextRef="#ctx0" brushRef="#br0">37 9 9541,'-1'-3'418,"1"3"-143,0 0 0,0-1 1,0 1-1,3-3 3856,-3 3-3855,0-1-1,0 1 1,1 0-1,-1 0 0,0 0 1,0 0-1,1 0 1,-1 0-1,0 0 0,0 0 1,1 0-1,-1-1 1,0 1-1,0 0 0,1 0 1,-1 1-1,1-1 1,4 3 1307,-3 1-1531,0 0 0,-1 0 0,0 0 0,1 0 0,-1 0 1,-1 0-1,1 1 0,-1-1 0,1 0 0,-1 0 0,0 1 0,-1-1 0,0 5 0,0 8 53,0 154 589,14 380 304,25-109-362,-26-354-492,3 39 50,-13-108-141,1 0 1,8 28 0,-1 1 103,-9-45-59,0-8-33,4-16-135,-1-1 1,-1 1-1,-2-1 0,0-35 1,-14-97-493,3 48 281,4 21 89,-33-343-390,23 290 480,-13-73 112,9 93 279,19 113-277,0 0-1,0 0 1,0 0 0,0 0 0,-4-7 0,5 12-12,0 0 0,0-1 0,0 1 0,0 0 0,0 0 1,-1 0-1,1-1 0,0 1 0,0 0 0,0 0 0,0 0 1,0-1-1,-1 1 0,1 0 0,0 0 0,0 0 0,0 0 1,0 0-1,-1 0 0,1-1 0,0 1 0,0 0 0,0 0 1,-1 0-1,1 0 0,0 0 0,0 0 0,-1 0 0,1 0 1,0 0-1,0 0 0,-1 0 0,1 0 0,0 0 1,0 0-1,0 0 0,-1 0 0,-6 15 16,0 24 29,2-1 0,-1 77-1,13 82-79,-6-177 42,50 427-503,-25-261-1621,-18-60-3993,-7-92 1750,1-9-3717</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5:24.213"/>
    </inkml:context>
    <inkml:brush xml:id="br0">
      <inkml:brushProperty name="width" value="0.035" units="cm"/>
      <inkml:brushProperty name="height" value="0.035" units="cm"/>
    </inkml:brush>
  </inkml:definitions>
  <inkml:trace contextRef="#ctx0" brushRef="#br0">141 247 8017,'-26'-15'2839,"23"13"-1715,3-14 788,1 0 0,4-21 3442,-6 55-4885,-1-4-385,1 162 503,2-35-353,8 510 455,-6-585-610,10 117 201,-1-32 30,-12-95 176,0-51-266,-5-27 161,2-14-259,2-59 0,2 15-59,-43-530 111,21 351-198,-22-211-111,42 455 105,1 12 23,0 0-1,0 0 1,-1 0 0,1 0-1,-1 0 1,0 0-1,0 0 1,0 0-1,-1-3 1,1 4-19,-1 4 9,-1 0 15,1 1-1,-1 0 1,1 1 0,0-1 0,0 0 0,0 1 0,0-1 0,0 1 0,1-1 0,0 1 0,0 0 0,0 0 0,0 0 0,0 0 0,1-1-1,0 1 1,0 7 0,0 6-65,1-1 0,6 31-1,42 143-2181,-36-159-81,0 1-5524,-5-11-1641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22.792"/>
    </inkml:context>
    <inkml:brush xml:id="br0">
      <inkml:brushProperty name="width" value="0.035" units="cm"/>
      <inkml:brushProperty name="height" value="0.035" units="cm"/>
    </inkml:brush>
  </inkml:definitions>
  <inkml:trace contextRef="#ctx0" brushRef="#br0">202 182 5388,'2'-19'1033,"-1"15"1589,-33 6-1317,29-1-439,1 0-768,0 1-1,0-1 1,0 0 0,0 0 0,0 0 0,-1 0 0,1 0 0,0 0 0,-7 0 4919,8 2-4802,-9 21 13,9-22-33,0-2-188,1 0 1,-1 0-1,0 0 1,1 0 0,-1 0-1,0 0 1,0 0-1,1 0 1,-1 1 0,0-1-1,1 0 1,-1 0-1,0 0 1,1 1 0,-1-1-1,1 0 1,-2 2-1,-14 3 1471,-17-5-1012,29 0-272,-13 2 155,-29 7 2016,53-1-2296,-7-7-60,1-1 1,-1 1-1,0 0 0,1 0 1,-1-1-1,1 1 0,-1 0 1,1-1-1,-1 1 0,1-1 1,-1 1-1,1-1 0,0 1 1,-1-1-1,1 1 0,0-1 1,-1 1-1,1-1 0,0 0 0,0 1 1,0-1-1,-1 0 0,1 0 1,1 0-1,69 6 241,-25 0-62,-13-1-173,40 1 9,186 9 23,-111-15 44,36-3-120,-130 3 39,343-5 58,279 5-166,-106-6 131,-427 2-54,699-59 169,-224 6-281,-388 33 742,-123 13 3262,-111 6-5415,0-1 717,-27-33-3053,1 10-4084,-2 2-2950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5.899"/>
    </inkml:context>
    <inkml:brush xml:id="br0">
      <inkml:brushProperty name="width" value="0.035" units="cm"/>
      <inkml:brushProperty name="height" value="0.035" units="cm"/>
    </inkml:brush>
  </inkml:definitions>
  <inkml:trace contextRef="#ctx0" brushRef="#br0">0 199 6309,'0'0'16460,"2"2"-16214,1 0-157,1 0-1,-1-1 0,1 1 1,-1-1-1,1 1 0,-1-1 0,1 0 1,0-1-1,0 1 0,-1-1 0,6 1 1,49-4 1061,-33 1-683,639-15 1834,549 18-1967,-480 22-371,-531-12 40,-147-9-4,485 7-28,179-88 522,-297 32 195,-302 43-401,-69 4 216,91-13 0,-119 8-330,-15 3-422,0 0 0,0 1 0,1 0-1,-1 1 1,15 0 0,-23 0 186,0 0 0,1 0 0,-1 0 0,0 0 0,1 0 0,-1 0 0,1 0 0,-1 0 0,0 0 0,1 0 0,-1 0 0,1 0 0,-1 0 0,0 0 1,1 0-1,-1-1 0,0 1 0,1 0 0,-1 0 0,0 0 0,1-1 0,-1 1 0,0 0 0,1 0 0,-1-1 0,0 1 0,0 0 0,1 0 0,-1-1 0,0 1 0,0 0 0,0-1 0,0 1 0,1 0 0,-1-1 0,-3-16-1721,-17-18-3652,17 28-991,-2-12-4090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27.473"/>
    </inkml:context>
    <inkml:brush xml:id="br0">
      <inkml:brushProperty name="width" value="0.035" units="cm"/>
      <inkml:brushProperty name="height" value="0.035" units="cm"/>
    </inkml:brush>
  </inkml:definitions>
  <inkml:trace contextRef="#ctx0" brushRef="#br0">237 235 12753,'0'0'6744,"-3"1"-6036,-4 3-431,0 0 0,0 0 1,0 1-1,1-1 0,0 1 1,-10 10-1,-34 40 600,44-48-725,-9 15 232,0 0 0,2 0 1,0 2-1,-13 36 0,18-42-33,1 0 0,1 0-1,1 0 1,1 1 0,-4 31-1,7-43-218,1-1 0,0 1 0,0-1 1,1 1-1,0-1 0,0 1 0,0-1 0,1 0 0,0 1 0,0-1 0,1 0 0,-1 0 0,1-1 0,1 1 0,-1-1 0,1 1 0,0-1 0,0 0 0,1 0 0,6 5 0,-4-5-57,0 0 0,0 0 0,0-1 0,1 0-1,0-1 1,0 1 0,0-1 0,0-1 0,0 0-1,0 0 1,1-1 0,-1 1 0,1-2 0,-1 1-1,1-1 1,-1-1 0,1 0 0,-1 0 0,1 0-1,11-5 1,8-3 170,0-1-1,-2-1 1,1-1-1,40-27 1,-45 26-287,-2-1-1,0-1 1,0 0 0,-1-2 0,-1 0-1,-1-1 1,-1-1 0,0 0 0,-2-2-1,0 1 1,-1-2 0,-1 0 0,-1 0-1,-1-1 1,-1 0 0,-1-1 0,7-37-1,-9 35-660,-2-1-1,-2 0 1,0 1-1,-4-51 1,2 71 557,-1-1 1,-1 0-1,1 1 1,-1-1-1,0 1 1,0 0-1,-1-1 0,0 1 1,0 0-1,0 0 1,-1 1-1,0-1 1,0 1-1,-1 0 1,1 0-1,-1 0 1,0 1-1,0-1 1,-1 1-1,1 1 0,-1-1 1,0 1-1,0 0 1,-11-4-1,8 4 62,0 1-1,1 1 1,-1-1-1,0 1 0,0 1 1,0 0-1,0 0 1,0 1-1,0 0 1,0 0-1,0 1 0,0 1 1,1-1-1,-10 5 1,7-2 200,-1 0 1,1 0-1,0 2 1,0-1-1,1 1 0,0 1 1,0 0-1,1 0 1,-14 16-1,18-18-12,1 0-1,-1 1 1,1-1 0,0 1-1,1 0 1,0 1-1,0-1 1,0 0 0,1 1-1,0 0 1,-1 13-1,2-10 193,1 0 0,1-1-1,0 1 1,0-1-1,1 1 1,0-1 0,7 19-1,6 4 543,1 0 0,2 0-1,1-2 1,24 31 0,-17-24-614,-15-22-224,51 81 0,-55-84 0,-1 0 0,0 0 0,-1 1 0,-1 0 0,6 27 0,-7-12-1843,-1-1 0,-2 51-1,-1-64 278,0 0-1,-2 0 0,0-1 0,0 1 0,-1-1 0,-12 26 0,-6-5-11718</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27.834"/>
    </inkml:context>
    <inkml:brush xml:id="br0">
      <inkml:brushProperty name="width" value="0.035" units="cm"/>
      <inkml:brushProperty name="height" value="0.035" units="cm"/>
    </inkml:brush>
  </inkml:definitions>
  <inkml:trace contextRef="#ctx0" brushRef="#br0">254 1 14421,'-54'11'2133,"52"-11"-1944,0 1-1,0-1 0,0 1 1,0 0-1,0 0 1,1 0-1,-1 0 1,0 0-1,1 0 0,-1 0 1,0 1-1,1-1 1,0 1-1,-1-1 1,1 1-1,0-1 1,0 1-1,0 0 0,0-1 1,0 1-1,0 0 1,0 0-1,1 0 1,-2 3-1,-3 8 449,-20 42 967,3 1 1,-23 86-1,-20 229 252,64-361-2129,1 1 0,0-1 0,1 0 1,0 0-1,3 12 0,-3-14-104,16-44-6814,-2 4 966,-3-10-3932</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28.239"/>
    </inkml:context>
    <inkml:brush xml:id="br0">
      <inkml:brushProperty name="width" value="0.035" units="cm"/>
      <inkml:brushProperty name="height" value="0.035" units="cm"/>
    </inkml:brush>
  </inkml:definitions>
  <inkml:trace contextRef="#ctx0" brushRef="#br0">33 73 10465,'-32'-17'9980,"51"-6"-4059,-11 20-5339,0 1 1,0-1-1,0 1 1,0 1-1,0-1 1,11 1-1,3-2 159,20-4-404,76-1 0,-116 8-583,-1 0 0,1 0 0,0 0 1,0 0-1,-1 0 0,1 0 0,0 1 1,-1-1-1,1 1 0,0-1 0,-1 1 1,1 0-1,-1 0 0,1 0 0,-1-1 1,2 3-1,-2-3 115,-1 1 0,0-1-1,0 0 1,0 1 0,1-1 0,-1 0 0,0 1 0,0-1-1,0 1 1,0-1 0,0 0 0,0 1 0,0-1 0,0 1-1,0-1 1,0 0 0,0 1 0,0-1 0,0 1 0,0-1-1,0 1 1,0-1 0,0 0 0,-1 1 0,-11 13-2695,-17 8-4178,5 1-4583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28.394"/>
    </inkml:context>
    <inkml:brush xml:id="br0">
      <inkml:brushProperty name="width" value="0.035" units="cm"/>
      <inkml:brushProperty name="height" value="0.035" units="cm"/>
    </inkml:brush>
  </inkml:definitions>
  <inkml:trace contextRef="#ctx0" brushRef="#br0">1 84 19298,'60'-17'3308,"-20"-1"-352,4 4-543,-7 2-445,-8 4-388,8-1-440,-5 6-1036,-15 0-104,9 3 0,-3 0 0,-3 3 0,3-3-1920,-29 20-4641,-11 9-575</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0.282"/>
    </inkml:context>
    <inkml:brush xml:id="br0">
      <inkml:brushProperty name="width" value="0.035" units="cm"/>
      <inkml:brushProperty name="height" value="0.035" units="cm"/>
    </inkml:brush>
  </inkml:definitions>
  <inkml:trace contextRef="#ctx0" brushRef="#br0">0 1 5236,'0'0'4038,"1"1"-2746,12 23 13564,-13-21-13858,2 10-344,-1 0 1,1 0 0,8 24 0,1 7 237,6 38 297,7 102-1,-12-36-2072,-2-50-6238,-9-94 3479</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1.046"/>
    </inkml:context>
    <inkml:brush xml:id="br0">
      <inkml:brushProperty name="width" value="0.035" units="cm"/>
      <inkml:brushProperty name="height" value="0.035" units="cm"/>
    </inkml:brush>
  </inkml:definitions>
  <inkml:trace contextRef="#ctx0" brushRef="#br0">12 146 4496,'0'0'263,"1"1"-1,0-1 0,0 1 1,0-1-1,-1 1 0,1 0 1,0 0-1,-1-1 0,1 1 1,0 0-1,-1 0 0,1 0 1,-1-1-1,1 1 0,0 2 1,-11 2 5620,-3 0 393,34-24-4533,-4 3-709,0 1-1,2 1 1,-1 0 0,2 1 0,0 1-1,40-18 1,-45 23-563,-5 2-229,0 0-1,1 1 1,-1 0-1,1 1 1,14-3-1,-23 5-219,0 1 1,0 0-1,0 0 0,0 0 0,1 0 1,-1 0-1,0 0 0,0 1 0,0-1 1,0 1-1,0 0 0,0-1 1,0 1-1,-1 0 0,1 0 0,0 0 1,0 0-1,-1 0 0,1 1 1,0-1-1,-1 0 0,1 1 0,-1-1 1,0 1-1,1 0 0,-1-1 0,0 1 1,0 0-1,0 0 0,0 0 1,-1 0-1,1 0 0,0 0 0,0 3 1,0 3-39,0 0 0,-1 0 0,1 0 0,-1 0 0,-1-1 0,0 1-1,-3 13 1,3-11-40,-6 19-342,-1 0 0,-1-1 0,-19 42 0,5-15-281,-10 25-397,-10 26-286,28-74 1098,12-27 342,0 0 0,1 0-1,0 0 1,0 0 0,0 0 0,0 0 0,1 1 0,0-1 0,0 0 0,0 9 0,1-13 8,1 1 0,-1 0 0,1-1 0,0 1 0,-1-1 0,1 1 1,0-1-1,0 1 0,0-1 0,0 0 0,0 1 0,0-1 0,0 0 1,1 0-1,-1 0 0,0 0 0,1 0 0,-1 0 0,1 0 0,-1 0 1,1-1-1,-1 1 0,1 0 0,-1-1 0,1 1 0,0-1 1,-1 0-1,1 0 0,0 1 0,-1-1 0,3-1 0,10 2 477,0-1-1,25-2 1,-28 0-586,579-77 138,-548 70-115,-37 7 16,-6 0 20,-13-2 16,-23-1-571,23 5-1322,0 1 1,-21 3 0,2-1-5193,-20-1-9781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2.729"/>
    </inkml:context>
    <inkml:brush xml:id="br0">
      <inkml:brushProperty name="width" value="0.035" units="cm"/>
      <inkml:brushProperty name="height" value="0.035" units="cm"/>
    </inkml:brush>
  </inkml:definitions>
  <inkml:trace contextRef="#ctx0" brushRef="#br0">16 81 15457,'-14'-8'2150,"14"8"-2055,0-1 0,0 1 1,-1 0-1,1 0 0,0-1 0,0 1 0,0 0 0,0-1 0,0 1 0,0 0 0,0-1 0,0 1 0,0 0 0,0-1 0,0 1 0,0 0 0,0-1 0,0 1 1,0 0-1,0 0 0,0-1 0,0 1 0,0 0 0,1-1 0,-1 1 0,0 0 0,0 0 0,0-1 0,1 1 0,1-3 450,1 1-1,0 0 0,-1 0 1,1 0-1,0 1 1,0-1-1,0 1 1,6-2-1,6-1 590,-1 0 0,1 2 0,0 0 1,0 1-1,27 1 0,-31 0-850,408-12 35,-353 12-612,-74-4-4017,-10-4-5247,-8 0-6066</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3.102"/>
    </inkml:context>
    <inkml:brush xml:id="br0">
      <inkml:brushProperty name="width" value="0.035" units="cm"/>
      <inkml:brushProperty name="height" value="0.035" units="cm"/>
    </inkml:brush>
  </inkml:definitions>
  <inkml:trace contextRef="#ctx0" brushRef="#br0">41 2 11001,'1'4'1185,"0"-10"5358,-4 19-5238,-13 79 258,3 0 0,5 0-1,6 173 1,16-103-541,-9-134-1330,0 0 0,3 0 0,17 44 1,-6-27-2700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3.745"/>
    </inkml:context>
    <inkml:brush xml:id="br0">
      <inkml:brushProperty name="width" value="0.035" units="cm"/>
      <inkml:brushProperty name="height" value="0.035" units="cm"/>
    </inkml:brush>
  </inkml:definitions>
  <inkml:trace contextRef="#ctx0" brushRef="#br0">670 18 8597,'-4'-6'673,"0"-1"249,0 2 3832,-23 17-1927,9-4-2362,0 1 0,0 1 1,1 0-1,0 1 0,-28 25 0,12-5 223,-45 54-1,31-27-122,3 3 0,3 0-1,2 3 1,3 1-1,3 2 1,4 1 0,2 2-1,3 0 1,3 2-1,-11 75 1,26-114-397,2 0-1,2 1 1,1 0-1,1-1 1,2 1-1,2-1 1,1 1 0,1-1-1,2 0 1,12 32-1,-12-43-150,1-1 1,1 0-1,1-1 0,1 0 0,0 0 0,2-2 0,0 0 0,1 0 1,1-1-1,1-1 0,0-1 0,1 0 0,0-1 0,1-1 0,31 15 0,-36-20-482,0-2-1,1 0 0,27 7 0,-33-11 10,0-1 0,0 0-1,0 0 1,1-1-1,-1 0 1,0-1-1,0 0 1,11-2-1,65-11-4983,-43 8 641,22-9-6274</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4.213"/>
    </inkml:context>
    <inkml:brush xml:id="br0">
      <inkml:brushProperty name="width" value="0.035" units="cm"/>
      <inkml:brushProperty name="height" value="0.035" units="cm"/>
    </inkml:brush>
  </inkml:definitions>
  <inkml:trace contextRef="#ctx0" brushRef="#br0">59 5 11649,'-1'0'237,"1"-1"0,-1 1-1,1-1 1,-1 1 0,1 0 0,-1-1-1,0 1 1,1 0 0,-1-1 0,0 1 0,1 0-1,-1 0 1,0 0 0,1 0 0,-1-1-1,0 1 1,1 0 0,-1 0 0,0 0-1,0 0 1,1 1 0,-1-1 0,0 0-1,1 0 1,-1 0 0,0 0 0,1 1 0,-1-1-1,0 0 1,1 1 0,-1-1 0,1 0-1,-1 1 1,0 0 0,-2 0 191,1 0 0,-1 1 0,1-1 0,0 1 0,-1-1 0,1 1 0,0 0 0,0 0 0,0 0 0,-2 4 0,1 1-109,2 0 0,-1 0 0,1 1 0,0-1 0,1 0 0,-1 1 0,2-1 0,-1 1-1,3 11 1,-2-4-81,19 147 1482,0 14-1834,-20-168-284,0 0 0,1 0 0,0-1 0,1 1 0,0 0 0,0-1 0,0 1 0,6 11 0,-6-16-1717</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5.288"/>
    </inkml:context>
    <inkml:brush xml:id="br0">
      <inkml:brushProperty name="width" value="0.035" units="cm"/>
      <inkml:brushProperty name="height" value="0.035" units="cm"/>
    </inkml:brush>
  </inkml:definitions>
  <inkml:trace contextRef="#ctx0" brushRef="#br0">78 58 5561,'7'17'959,"-12"-18"-101,-15-3 3286,18 5-3928,-1 0 0,1 1-1,-1 0 1,1-1 0,0 1-1,-1 0 1,1 0 0,0 0-1,0 0 1,0 0 0,0 1-1,-2 4 1,2-5 110,0 1 0,0-1 0,0 0 1,-1 0-1,1 0 0,0 0 0,-5 2 0,1 0 2338,14-10-1203,27-18 654,-18 11-1253,0 2 0,1 0 0,1 1 0,0 0 0,20-6 0,-21 8-461,-14 6-282,1 0-1,-1 0 1,1 1 0,-1-1-1,1 1 1,0 0-1,5 0 1,-7 2-104,-1-1 1,1 1 0,-1 0-1,1 0 1,-1 1 0,1-1 0,-1 0-1,0 1 1,0 0 0,0-1-1,0 1 1,3 3 0,-4 0-109,-1-1 0,0 1 0,0 0-1,0 0 1,-1-1 0,1 1 0,-1 0 0,0-1 0,-3 7 0,1 6-297,-23 102-2568,-3 16-47,31-94 5018,2-41-903,16-2 92,0 0 0,0-2 0,36-10 0,17-5 572,-41 13-1562,-11 1-165,0 1-1,0 1 1,0 1-1,39 1 1,-58 1-47,0 0 0,0 0 0,0 0 0,0 0 0,0 1 0,0-1 0,0 1 0,-1-1 0,1 1 0,0 0 0,0 0 0,-1 0 0,1 0 0,0 0 0,-1 0 0,1 0 0,-1 0 0,1 0 0,-1 1 0,0-1 0,1 1 0,-1-1 0,0 1 0,0 0 0,0-1 0,0 1 0,0 0 0,-1 0 0,1-1 0,-1 1 0,1 0 0,-1 0 0,1 0 0,-1 0 0,0 0 0,0 0 0,0 0 0,0 0 0,0-1 0,-1 4 0,-1 6 0,-1-1 0,-1 1 0,1-1 0,-2 0 0,-8 15 0,-6 11-522,-2-1 0,-2-2 1,-1 0-1,-1-1 0,-32 30 0,50-56 11,0 0-1,0-1 1,0 0 0,-1 0 0,0-1-1,0 0 1,0 0 0,0-1 0,-11 4-1,13-6-604,0 0 1,0 1-1,0-2 0,0 1 0,0-1 0,0 0 0,0 0 1,-11-2-1,-15-10-10381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5.741"/>
    </inkml:context>
    <inkml:brush xml:id="br0">
      <inkml:brushProperty name="width" value="0.035" units="cm"/>
      <inkml:brushProperty name="height" value="0.035" units="cm"/>
    </inkml:brush>
  </inkml:definitions>
  <inkml:trace contextRef="#ctx0" brushRef="#br0">31 95 12813,'-12'-2'729,"-6"-4"2164,20 0-648,10-3 670,-1 3-2271,-1 1 1,0 0-1,1 0 0,0 1 0,0 1 0,13-3 0,73-8 4805,-41 8-4235,16-2-1214,85 3 0,-136 3 0,5 0 0,-20 4 0,0 1 0,-6-3-13,0-1 0,1 1 0,-1 0 0,1 0 0,-1 0 0,1 0 0,-1 0 0,1 1 0,-1-1 0,1 0 0,-1 0 0,0 0 0,1 0 0,-1 0 0,1 1 0,-1-1 0,1 0 0,-1 0 0,0 1 1,1-1-1,-1 0 0,0 0 0,1 1 0,-1-1 0,0 1 0,0-1 0,1 0 0,-1 1 0,0-1 0,0 0 0,1 1 0,-1-1 0,0 1 0,0 0 0,-8 6-1319,5-5 532,-6 8-502,-5 5-1912,3-7-4282,-6-3-7689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6.132"/>
    </inkml:context>
    <inkml:brush xml:id="br0">
      <inkml:brushProperty name="width" value="0.035" units="cm"/>
      <inkml:brushProperty name="height" value="0.035" units="cm"/>
    </inkml:brush>
  </inkml:definitions>
  <inkml:trace contextRef="#ctx0" brushRef="#br0">55 0 13149,'1'0'106,"0"0"0,-1 1-1,1-1 1,0 0 0,0 1 0,-1-1-1,1 0 1,0 1 0,-1-1-1,1 1 1,-1-1 0,1 1 0,0 0-1,-1-1 1,1 1 0,-1-1-1,1 1 1,-1 0 0,0-1 0,1 1-1,-1 0 1,0 0 0,1-1-1,-1 1 1,0 0 0,0 0 0,0-1-1,0 1 1,0 0 0,0 0-1,0 0 1,0-1 0,0 2 0,-1 1 320,-1 0 0,1 0 0,-1 0 0,0-1 0,0 1 1,0-1-1,-3 4 0,2-3-47,0 1 0,0 0 0,0 0 0,0 0 0,-2 6 0,-1 7 371,0 0 1,2 0-1,0 1 1,-2 30 0,2 80 1104,3-69-1365,1-25-1109,2-1 0,1 1 0,2-1 0,9 34 0,-6-43-3897,-7-23 4101,-1 0-1,0-1 1,0 1 0,1 0 0,-1-1-1,0 1 1,1 0 0,-1-1 0,1 1 0,-1 0-1,0-1 1,1 1 0,0-1 0,-1 1-1,1-1 1,-1 1 0,1-1 0,0 1-1,1 0 1,3-11-9210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6.631"/>
    </inkml:context>
    <inkml:brush xml:id="br0">
      <inkml:brushProperty name="width" value="0.035" units="cm"/>
      <inkml:brushProperty name="height" value="0.035" units="cm"/>
    </inkml:brush>
  </inkml:definitions>
  <inkml:trace contextRef="#ctx0" brushRef="#br0">3 99 8085,'0'-1'518,"-1"1"-1,1-1 1,0 1 0,0-1 0,0 1 0,-1-1-1,1 1 1,0-1 0,0 1 0,0-1 0,0 1 0,0-1-1,0 1 1,0-1 0,0 1 0,0-1 0,0 0-1,0 1 1,0-1 0,0 1 0,1-1 0,-1 1 0,0-1-1,0 1 1,0-1 0,1 0 0,14-12 4083,28-8-4922,-35 18 2051,55-18 977,-10 4-1067,-26 8-1413,-20 11-127,-2 0-83,-4-2-17,0 0 0,0 1 0,0-1 1,0 1-1,0-1 0,1 1 0,-1-1 0,-1 1 0,1 0 0,0-1 1,0 1-1,0 0 0,0 0 0,0 0 0,-1 0 0,1 0 0,0 0 1,-1 0-1,1 0 0,-1 0 0,1 0 0,-1 0 0,1 0 0,-1 0 1,0 0-1,0 0 0,1 0 0,-1 1 0,0 0 0,-1 39-13,0-34 4,-2 11-229,-1-1 0,-1 1-1,0-1 1,-2 1 0,1-2 0,-12 20 0,-12 32-967,-40 132-1765,45-139 3054,24-60-19,1 0 0,-1 1-1,1-1 1,-1 0 0,1 0 0,-1 0-1,1 1 1,0-1 0,-1 0 0,1 1-1,0-1 1,0 0 0,0 1 0,0-1-1,0 0 1,0 0 0,0 1 0,1-1-1,-1 0 1,0 1 0,1-1 0,-1 0-1,1 0 1,-1 0 0,1 0 0,0 1-1,0-1 1,-1 0 0,1 0 0,0 0-1,0 0 1,0-1 0,0 1 0,0 0-1,0 0 1,0 0 0,2 0 0,0 0 100,0 0-1,0 0 1,0 0 0,0-1 0,0 1 0,0-1 0,0 0-1,0 1 1,1-2 0,-1 1 0,0 0 0,0-1 0,0 1-1,4-2 1,317-100 678,-245 81-982,-91 7-4070,10 12 3592,0 1-1,0 0 1,0 0 0,0 0-1,-1 0 1,1 0-1,0 0 1,0 0 0,-1 1-1,1 0 1,-1-1-1,1 1 1,0 0-1,-1 0 1,1 0 0,-1 0-1,1 0 1,-3 1-1,3 0 167,-39 1-12802</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37.055"/>
    </inkml:context>
    <inkml:brush xml:id="br0">
      <inkml:brushProperty name="width" value="0.035" units="cm"/>
      <inkml:brushProperty name="height" value="0.035" units="cm"/>
    </inkml:brush>
  </inkml:definitions>
  <inkml:trace contextRef="#ctx0" brushRef="#br0">67 1 14773,'-23'3'732,"1"1"468,1 0 6117,24-2-6989,0 0 0,-1-1 0,1 1 0,0 0 0,-1 1 0,5 4 0,25 30 415,-1 2 0,-3 0 0,-1 2 0,-1 2 1,-3 0-1,-1 1 0,19 59 0,-20-32-614,-2 0-1,14 119 1,-22-88-70,-5 138 0,-54 241-1454,40-430-550,-2-1-1,-28 81 1,20-86-3335,-28 55 0,3-24-6712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2.166"/>
    </inkml:context>
    <inkml:brush xml:id="br0">
      <inkml:brushProperty name="width" value="0.035" units="cm"/>
      <inkml:brushProperty name="height" value="0.035" units="cm"/>
    </inkml:brush>
  </inkml:definitions>
  <inkml:trace contextRef="#ctx0" brushRef="#br0">617 1 7689,'0'0'11303,"-2"2"-10506,-10 8-383,-1 0 1,0 0-1,0-2 0,-28 14 0,22-12 0,0 1-1,-29 21 1,14-4 97,2 1 0,1 2 1,1 1-1,2 1 0,1 2 0,-41 70 1,37-45-87,3 1 0,2 1 0,4 2 0,2 0 1,-18 104-1,28-108-175,4 0 0,2 0 0,2 0-1,4 0 1,2 1 0,17 87 0,-12-110-253,2 0 0,1-1-1,2 0 1,2-1 0,1 0 0,2-1 0,1-2-1,2 0 1,1-1 0,1-1 0,2-1-1,46 42 1,-60-62-394,0-1-1,1 0 1,0 0 0,1-2-1,-1 1 1,1-2 0,27 9-1,-29-11-470,0-2 0,0 1 0,0-2-1,14 1 1,-15-2-880,0 0 0,0-1 0,0 0 1,21-6-1,-21 3-2150,-1 0-1,18-10 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2.699"/>
    </inkml:context>
    <inkml:brush xml:id="br0">
      <inkml:brushProperty name="width" value="0.035" units="cm"/>
      <inkml:brushProperty name="height" value="0.035" units="cm"/>
    </inkml:brush>
  </inkml:definitions>
  <inkml:trace contextRef="#ctx0" brushRef="#br0">270 1 5304,'0'0'4039,"-3"2"-3202,-5 5 30,-1 1-1,2 0 1,-11 12-1,14-15-459,-1 0 0,0-1 0,0 1 0,0-1 0,0-1 0,-9 6 0,8-6-25,0 1 0,0 0 0,0 0-1,1 1 1,-8 7 0,2 2 184,-1-1 0,-1 0 1,0-1-1,0-1 0,-1 0 1,-17 9-1,29-19-472,0 0-1,0 1 1,0-1-1,0 0 1,0 1-1,0-1 1,0 1-1,1 0 1,-1-1-1,1 1 1,-1 0 0,1 0-1,-1 0 1,1 0-1,0 0 1,0 0-1,0 1 1,0-1-1,0 0 1,1 1-1,-1-1 1,1 0 0,-1 1-1,1-1 1,0 0-1,0 1 1,0-1-1,0 1 1,1-1-1,-1 0 1,1 1-1,-1-1 1,1 0-1,0 1 1,0-1 0,0 0-1,0 0 1,0 0-1,0 0 1,1 0-1,-1 0 1,1 0-1,-1 0 1,1 0-1,0-1 1,-1 1-1,1-1 1,0 1 0,0-1-1,0 0 1,1 0-1,-1 0 1,3 1-1,20 7 247,1-1-1,1-2 1,-1 0-1,1-2 1,0-1-1,0-1 1,46-3-1,1-5 786,112-24 0,-171 27-1125,34-8 0,-46 10 0,-1 0 0,0 0 0,1 0 0,-1 0 0,0 0 0,1 0 0,-1-1 0,0 1 0,0-1 0,0 0 0,0 1 0,-1-1 0,1 0 0,0 0 0,1-3 0,-2 4-13,-1-1-1,0 1 1,1 0 0,-1-1-1,0 1 1,0-1-1,0 1 1,0-1 0,0 1-1,0 0 1,0-1 0,0 1-1,-1-1 1,1 1-1,0 0 1,-1-1 0,0 1-1,1 0 1,-1-1 0,0 1-1,1 0 1,-3-2-1,-23-26-786,19 22 480,-11-8-623,0 2-1,0 0 1,-1 0 0,-1 2-1,0 0 1,-35-12 0,32 14-425,-40-8 1,39 11-100,-39-15-1,-14-7-3312,74 27 2541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2.882"/>
    </inkml:context>
    <inkml:brush xml:id="br0">
      <inkml:brushProperty name="width" value="0.035" units="cm"/>
      <inkml:brushProperty name="height" value="0.035" units="cm"/>
    </inkml:brush>
  </inkml:definitions>
  <inkml:trace contextRef="#ctx0" brushRef="#br0">12 30 22274,'0'0'3172,"14"-9"-583,-2 0 2143,-30 12-13433,4 0 1625,8-20-6930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3.289"/>
    </inkml:context>
    <inkml:brush xml:id="br0">
      <inkml:brushProperty name="width" value="0.035" units="cm"/>
      <inkml:brushProperty name="height" value="0.035" units="cm"/>
    </inkml:brush>
  </inkml:definitions>
  <inkml:trace contextRef="#ctx0" brushRef="#br0">0 51 12305,'15'-1'1105,"-1"-1"3740,-14 2-4767,0-1 1,0 1-1,0 0 0,0-1 1,-1 1-1,1 0 1,0-1-1,0 1 0,0 0 1,0 0-1,0-1 1,0 1-1,0 0 0,-1-1 1,1 1-1,0 0 1,0 0-1,0-1 0,-1 1 1,1 0-1,0 0 1,0 0-1,-1-1 0,1 1 1,0 0-1,-1 0 1,1 0-1,0 0 0,0-1 1,-1 1-1,1 0 1,0 0-1,-1 0 0,1 0 1,0 0-1,-1 0 1,1 0-1,-1 0-34,1 0 0,0 0 0,0 0 0,0 0 0,-1 0 0,1 0 0,0 0-1,0 0 1,-1 0 0,1 0 0,0 0 0,0-1 0,-1 1 0,1 0 0,0 0 0,0 0 0,0 0 0,0 0 0,-1-1 0,1 1 0,0 0 0,0 0 0,0 0 0,0-1-1,-1 1 1,1 0 0,0 0 0,0 0 0,0-1 0,0 1 0,0 0 0,0 0 0,0-1 0,0 1 0,0 0 0,0 0 0,0-1 0,0 1 0,0 0 0,0 0-1,0 0 1,0-1 0,0 1 0,0 0 0,0 0 0,0-1 0,0 1 0,1 0 0,14-5 3881,28 3 1530,53-4-5455,53-2 0,-138 8-806,25 0-6989,-34-1 7049,1 1-1,-1 0 1,0 0-1,0-1 1,0 1 0,0-1-1,0 0 1,0 1-1,0-1 1,0 0-1,0 0 1,2-2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3.698"/>
    </inkml:context>
    <inkml:brush xml:id="br0">
      <inkml:brushProperty name="width" value="0.035" units="cm"/>
      <inkml:brushProperty name="height" value="0.035" units="cm"/>
    </inkml:brush>
  </inkml:definitions>
  <inkml:trace contextRef="#ctx0" brushRef="#br0">95 9 12013,'0'0'58,"0"-1"1,0 1-1,0 0 0,0 0 1,0-1-1,0 1 0,0 0 1,0 0-1,0-1 0,0 1 1,0 0-1,0 0 0,0-1 0,0 1 1,0 0-1,0 0 0,0-1 1,0 1-1,-1 0 0,1 0 1,0-1-1,0 1 0,0 0 1,0 0-1,0 0 0,-1 0 0,1-1 1,0 1-1,0 0 0,0 0 1,-1 0-1,1 0 0,0-1 1,0 1-1,0 0 0,-1 0 1,1 0-1,0 0 0,0 0 1,-1 0-1,-4 8 1507,3-2 3987,1-6-5489,-1 0 0,1 0-1,-1 1 1,1-1-1,0 1 1,-1-1 0,1 1-1,0 0 1,-1-1 0,1 1-1,0 0 1,0 0 0,0 0-1,-1 0 1,1 0 0,0 0-1,1 0 1,-1 1-1,0-1 1,-1 2 0,-15 32 257,11-22-210,-1 5 15,0 2 1,1-1 0,-6 36-1,10-46-54,3-8-32,-1-1-1,0 1 1,1 0 0,-1 0-1,1-1 1,0 1-1,-1 0 1,1-1 0,-1 1-1,1-1 1,0 1 0,-1-1-1,1 1 1,0-1-1,0 1 1,0-1 0,1 1-1,-1-1 84,4 4 78,1-1 0,0-1 0,-1 1 0,1-1 1,0 0-1,0 0 0,0-1 0,0 0 0,0 0 0,1 0 0,6-1 1,11 0 583,36-5 0,-26 1-292,54-1 1098,88 8 1,-171-3-1558,-1 0 0,1 1 1,-1-1-1,1 1 1,-1 0-1,1 1 1,-1-1-1,0 1 0,0-1 1,0 1-1,0 1 1,0-1-1,0 0 1,3 4-1,-4-4-41,-1 1 1,0-1-1,-1 1 0,1-1 0,0 1 0,-1 0 1,1 0-1,-1 0 0,0 0 0,0 0 1,0 0-1,0 0 0,-1 0 0,1 0 1,-1 0-1,0 0 0,0 1 0,0-1 0,-1 6 1,-1 4-473,0 0 0,-1 0 0,-1 0 1,0 0-1,0 0 0,-1-1 1,-1 0-1,-10 16 0,9-17-885,-1 0 0,-1-1 1,1 0-1,-21 18 0,-7 2-5690,3-5-4410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43.978"/>
    </inkml:context>
    <inkml:brush xml:id="br0">
      <inkml:brushProperty name="width" value="0.035" units="cm"/>
      <inkml:brushProperty name="height" value="0.035" units="cm"/>
    </inkml:brush>
  </inkml:definitions>
  <inkml:trace contextRef="#ctx0" brushRef="#br0">1 5 17578,'0'-1'150,"1"1"1,0-1-1,0 1 0,0-1 1,0 1-1,-1 0 1,1 0-1,0-1 1,0 1-1,0 0 1,0 0-1,0 0 1,0 0-1,0 0 1,0 0-1,0 0 1,0 0-1,0 0 1,0 1-1,-1-1 0,1 0 1,0 1-1,0-1 1,0 0-1,0 1 1,-1-1-1,1 1 1,1 0-1,25 22 1963,-15-10-1252,1-1-280,0 1 0,-1 0-1,0 1 1,-1 0 0,-1 1 0,0 0 0,-2 1 0,15 32-1,-9-9-67,-1 0-1,15 75 1,-14-13-756,-4 0 1,-5 1 0,-4-1 0,-24 202 0,11-230-2226,-43 141-1,-45 60-8468,42-144-674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9:40.367"/>
    </inkml:context>
    <inkml:brush xml:id="br0">
      <inkml:brushProperty name="width" value="0.035" units="cm"/>
      <inkml:brushProperty name="height" value="0.035" units="cm"/>
    </inkml:brush>
  </inkml:definitions>
  <inkml:trace contextRef="#ctx0" brushRef="#br0">12 136 5180,'0'0'4526,"2"-2"-4136,25-12 622,-24 13 560,25-11 1949,-26 11-2897,5-4-598,2-3 1547,-9 8-1536,-1-1 1,1 1-1,0-1 0,0 1 0,0-1 0,0 1 0,0 0 0,0-1 0,-1 1 1,1-1-1,0 1 0,0 0 0,-1-1 0,1 1 0,0 0 0,-1-1 0,1 1 0,0 0 1,-1-1-1,1 1 0,0 0 0,-1 0 0,1-1 0,-1 1 0,1 0 0,-1 0 0,-7-7 145,6 5 658,1 1-659,-14-16 213,14 15-151,0 0-786,-8-9-766,6 6-441,0 0-1,-1 0 0,0 0 1,0 1-1,-9-9 1,-1 9-4177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9:54.557"/>
    </inkml:context>
    <inkml:brush xml:id="br0">
      <inkml:brushProperty name="width" value="0.035" units="cm"/>
      <inkml:brushProperty name="height" value="0.035" units="cm"/>
    </inkml:brush>
  </inkml:definitions>
  <inkml:trace contextRef="#ctx0" brushRef="#br0">2056 53 5813,'0'0'1248,"4"-2"-190,27-17 598,-28 17 1174,-2 0-2222,21-14 8546,4 6-8379,-23 9-97,-5 1-655,1 1 0,-1-1-1,1 0 1,-1 1 0,1-1-1,-1 0 1,1 0 0,0 0 0,-1 0-1,1 0 1,-3-1 0,-5 0 30,-167 20 1688,22-1-670,-39-10-403,-29 10-503,-156 47 317,136-10 114,214-49-521,11-2-36,1 0-1,-1 0 1,-21 11 0,-16 5-50,37-14 34,0 0 0,-27 15 0,-63 32-39,74-39 64,0 2 0,1 1 0,-45 34 0,-12 6 48,76-45-92,1 0 1,0 1 0,1 1-1,-11 16 1,7-9 12,9-13-10,0 1 0,1 1 0,0-1 0,0 1 0,1-1 0,0 1 0,1 1 0,0-1 0,1 0 0,0 1 1,1-1-1,0 1 0,1 19 0,2 4 2,3-1 1,1 0-1,9 32 1,-14-63-9,4 13-5,1 0 1,1 0 0,0 0-1,1-1 1,16 23 0,-1-3 35,-16-23-23,2 0 1,-1-1 0,1 0-1,0-1 1,1 0 0,1 0 0,15 10-1,83 45 41,-108-64-49,48 22 6,2-2 1,0-2-1,82 17 1,15 5-32,-78-19 38,1-4-1,0-3 0,112 7 1,-146-19-14,372 42 9,-303-23-10,-5 0-4,172 14-1,495-6-104,-406-14 114,-233-6-11,41 2 4,-44-6-19,42-1 22,131-10-72,201-49-70,-479 53 123,104-16-21,-17-5 30,-12 3 0,-79 16 8,0 0 0,-1 0-1,0-2 1,28-12-1,58-39-15,-34 17 16,23-4 12,-18-4 4,-66 43-2,0-1 1,-1-1-1,1 0 1,-1 0-1,0 0 1,-1 0-1,0-1 1,0 0 0,6-13-1,14-36 47,-24 55-57,-1 1 0,1 0 1,0-1-1,-1 1 0,1-1 0,0 1 0,-1-1 0,0 1 0,1-1 0,-1 1 0,0-1 0,0 0 0,0 1 0,0-2 0,2-17 28,1 12-13,-2 0-1,1-1 1,-1 1-1,-1 0 1,1-1 0,-1 0-1,-3-15 1,0 2 19,-10-33 0,7 19-47,6 32 17,-1-1 0,1 1 1,-1 0-1,0 0 0,0 0 1,0 0-1,-2-4 0,1 3 23,0 0 0,1 0 0,0 1 0,0-1 0,-1-7 0,-2-11 86,-2 8-50,0 1 0,-1-1-1,-12-18 1,18 32-60,-20-34 64,-2 0 0,-1 2-1,-2 0 1,-51-50 0,52 62-40,-1 0 0,-2 1 0,-57-31 0,28 22-2,11 4-6,-55-19 1,-31-3 205,114 40-211,0 2-1,-35-8 1,-13-3 76,-64-15-57,59 16-19,-89-10-26,93 16 54,-56-2 104,76 8-123,-80-15 0,72 8-59,-97-5-1,61 8 10,-33-1-27,-129-6 244,25 1-173,-34 13-72,99 1 89,88-1 258,-6 5-142,42-3-189,-60 11 0,61-7-1,-61 2-1,-86 1 365,149-7-165,32-1-89,0-2 2,-36 0-6,1 2-1,-54 8 0,-249 41-64,307-45-524,-10 2-2984,-67 19 0,109-25 2724,1 1-1,0-1 1,0 0 0,0 0 0,-1 1 0,1 0 0,1-1 0,-1 1 0,0 0 0,0 0-1,1 0 1,-1 0 0,1 0 0,0 0 0,-3 4 0,7 13-8973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28.677"/>
    </inkml:context>
    <inkml:brush xml:id="br0">
      <inkml:brushProperty name="width" value="0.035" units="cm"/>
      <inkml:brushProperty name="height" value="0.035" units="cm"/>
    </inkml:brush>
  </inkml:definitions>
  <inkml:trace contextRef="#ctx0" brushRef="#br0">15 27 4536,'0'0'14,"-14"-18"17611,29 16-17374,114 1 280,-34 2-403,45-2 17,62-4 44,174 5-45,-252 3-142,624 20 52,-209-3-109,-478-17 55,819 34 31,-647-20 141,242 3-208,132-33 16,-239 0-48,-276 11 53,557-1 24,-418 4 78,33 2-21,-141 2 37,502 17 2885,-290-5-88,-254-17-2178,-77 1-645,-1-2-13,10 0 276,1 0-1840,-30-5-722,-30-5-992,-31-7-6788,36 4-1060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5.366"/>
    </inkml:context>
    <inkml:brush xml:id="br0">
      <inkml:brushProperty name="width" value="0.035" units="cm"/>
      <inkml:brushProperty name="height" value="0.035" units="cm"/>
    </inkml:brush>
  </inkml:definitions>
  <inkml:trace contextRef="#ctx0" brushRef="#br0">334 139 8445,'0'0'9248,"1"-2"-8825,-1 1-295,1 1 0,-1-1 0,1 0 0,0 1 0,-1-1 0,0 0 0,1 0 0,-1 0 0,1 0 0,-1 1-1,0-1 1,0 0 0,0 0 0,1 0 0,-1 0 0,0 0 0,0 0 0,0 1 0,0-1 0,0 0 0,-1 0 0,1 0 0,0-1-1,-3 1 4,0 0 0,1 1 0,-1-1 0,0 1 0,0 0 0,1-1 0,-1 1 0,0 1 0,-3-1 0,5 0-226,-9 0 116,0 1 0,0 0 0,1 0 0,-1 1 0,1 0 1,-1 1-1,1 0 0,0 0 0,0 1 0,0 0 0,0 1 0,1 0 1,-1 0-1,1 1 0,-11 10 0,9-5-12,0 0-1,0 1 1,1 0 0,0 0-1,1 1 1,1 0-1,0 1 1,1-1 0,-8 26-1,-2 16 50,2 0 0,3 1 0,2 1 0,3 0 0,2 108 0,4-122-29,3 1 0,2-1 0,1 0 0,3-1 0,16 53 0,-15-64-2,-7-20-1,0 0 0,1-1 0,1 1 0,-1-1 0,2 0 0,11 17 0,2 1 3,-17-23-19,1 0 0,0 0 0,1 0-1,-1-1 1,1 1 0,0-1 0,0 0 0,0 0 0,0-1-1,1 1 1,0-1 0,-1 0 0,1 0 0,0 0 0,1-1-1,5 3 1,3-1-13,-3-1 25,-1 0-1,1-1 1,0 0 0,0-1 0,18 1 0,5-5-29,-1 0 0,62-16 0,-72 12 3,0-2 1,-1 0-1,0-1 1,0-1-1,-1-1 1,0-1-1,20-17 1,-36 25-4,0 0 0,-1 0 0,8-11 1,8-8 6,-13 16 2,0 0 0,-1-1 0,0 0 1,0 0-1,-1 0 0,5-10 1,-7 12-3,11-19 12,-9 19-11,-1 0 1,0 0 0,-1 0 0,0-1 0,0 1-1,3-15 1,-4 11 33,1 1 1,0 0-1,6-12 0,-6 13-5,0 0 1,0 0-1,0 0 1,2-18 0,1-32 457,2-48 343,-9 92-634,-1 1 0,0-1 0,-1 1-1,-6-17 1,-1-10 94,-2-2 483,-24-61 0,19 59-249,10 28-349,-1 1-1,-11-18 0,2 6-17,2 1-33,-1 0-1,-2 1 0,-25-30 0,34 47-76,1-1 0,-2 1 0,1 1 1,-1 0-1,0 0 0,-1 1 0,0 0 0,0 1 0,0 0 0,-1 0 0,0 2 0,-14-5 0,-16-6-44,28 9-1,-13-3-4,19 11-1,1 0-2,-5 0 6,0 0-1,0 1 1,0 1 0,1 0-1,-1 0 1,1 1-1,0 1 1,0 0-1,1 0 1,-1 1-1,1 0 1,1 1-1,-16 16 1,14-12-2,0 1 0,1 0 0,0 1 1,1 0-1,1 0 0,0 1 1,1 0-1,1 1 0,-8 29 0,10-27-11,2 1-1,0 0 0,1-1 0,3 30 1,-1-3 13,7 74 50,1 10-1043,-9-117 160,1 0 0,1 0 0,0 0 1,6 19-1,-8-2-3554,-1-24 939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3.550"/>
    </inkml:context>
    <inkml:brush xml:id="br0">
      <inkml:brushProperty name="width" value="0.035" units="cm"/>
      <inkml:brushProperty name="height" value="0.035" units="cm"/>
    </inkml:brush>
  </inkml:definitions>
  <inkml:trace contextRef="#ctx0" brushRef="#br0">452 12 8625,'-14'-12'9291,"13"15"-8795,-48 119 2100,8-19-1483,9-31-576,-184 447 3112,166-350-3589,32-102-1743,17-64 557,0-5 606,0 1-1,1-1 1,-1 0 0,0 0-1,0 0 1,0 1 0,0-1-1,-1 0 1,-1-2 0,-6-8-4864,1-7-4603</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3.877"/>
    </inkml:context>
    <inkml:brush xml:id="br0">
      <inkml:brushProperty name="width" value="0.035" units="cm"/>
      <inkml:brushProperty name="height" value="0.035" units="cm"/>
    </inkml:brush>
  </inkml:definitions>
  <inkml:trace contextRef="#ctx0" brushRef="#br0">69 0 9137,'0'0'7097,"0"5"-6517,1 6-345,-2 1 1,0-1 0,0 0 0,-1 1 0,0-1 0,-6 18-1,-4 3 224,2 0 1,1 1-1,1 0 0,2 1 0,2 0 0,0 0 0,3 0 0,3 50 0,-1-78-253,0 0 0,0-1-1,0 1 1,1 0 0,-1 0-1,1 0 1,1-1 0,-1 1 0,1-1-1,0 0 1,0 0 0,1 0 0,7 9-1,-9-13-133,0 0 0,-1 0 0,1 0 0,0 0-1,0 0 1,0 0 0,0-1 0,0 1 0,0-1-1,0 1 1,0-1 0,0 0 0,0 0 0,0 0-1,0 0 1,0 0 0,0 0 0,0 0 0,0-1 0,0 1-1,0-1 1,3-1 0,1 1 35,68-18 982,-1-4 0,113-51 0,-62 22-822,-113 48-657,0-1 0,1 0 0,18-13 0,-27 17 162,-1-1 1,0 0 0,1 0-1,-1 0 1,0 0 0,0 0 0,-1-1-1,1 1 1,0-1 0,-1 1-1,0-1 1,1 1 0,-1-1 0,0 0-1,0 1 1,-1-1 0,1 0-1,0 0 1,-1 0 0,0-4 0,-1-17-3340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4.623"/>
    </inkml:context>
    <inkml:brush xml:id="br0">
      <inkml:brushProperty name="width" value="0.035" units="cm"/>
      <inkml:brushProperty name="height" value="0.035" units="cm"/>
    </inkml:brush>
  </inkml:definitions>
  <inkml:trace contextRef="#ctx0" brushRef="#br0">76 1 8529,'-11'8'8200,"6"3"-4730,5 15-3725,2-2 1094,-5 25-283,3 0 1,7 69-1,11 76 460,-12-121 673,-6-70-648,-3 16-65,2-17-858,0 1-1,1 0 1,-1-1 0,1 1 0,0-1 0,0 1 0,0-1 0,0 5 0,3 5-86,-3-10 582,0-5-480,-2-23 32,2-36 0,-1-4-64,-2 16-101,-2-1 1,-2 1-1,-2 0 1,-21-63-1,27 106-43,-6-17-308,-8-37 0,17 58-67</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08.884"/>
    </inkml:context>
    <inkml:brush xml:id="br0">
      <inkml:brushProperty name="width" value="0.035" units="cm"/>
      <inkml:brushProperty name="height" value="0.035" units="cm"/>
    </inkml:brush>
  </inkml:definitions>
  <inkml:trace contextRef="#ctx0" brushRef="#br0">252 1286 6129,'7'-7'2612,"4"-2"7002,-4 4-5809,0 0-5771,-13-11 2343,6 14-365,-1 1 0,1 0 0,-1 0 0,1 0 0,-1-1 0,1 1 0,0 0 0,-1 0 0,1-1 0,0 1 1,0 0-1,0-1 0,0 1 0,0 0 0,0-1 0,0 1 0,1 0 0,-1-1 0,1-1 0,1-1 30,12-115 237,-4 0 0,-6 0-1,-12-122 1,-23 32-71,11 92-140,16 80-74,1-42 0,0-2-8,3 31-9,1 47 35,-1-1-26,0-30 32,-14 44-67,6-3 55,0 1 0,1 1-1,0-1 1,1 1 0,-1 0-1,2 1 1,-9 17-1,-10 17 8,12-24-12,2 0-1,-13 34 1,14-32 5,0 0 0,-19 29 0,24-43 0,-1 1 1,2 0-1,-5 13 1,5-14-7,1-1 0,-1 1 1,-1 0-1,-8 13 0,11-19 34,0 14-16,1-4 127,0-12-142,1 0-1,-1 0 1,0 0 0,1 0 0,-1 0 0,1 0 0,-1-1 0,1 1 0,-1 0 0,0 0 0,1 0 0,-1-1-1,0 1 1,1 0 0,-1-1 0,0 1 0,1 0 0,-1-1 0,0 1 0,1 0 0,-1-1 0,0 1 0,0 0-1,0-1 1,1 1 0,-1-1 0,0 0 0,10-14 2,-2 0 1,1-1-1,-2 0 1,0 0-1,-1-1 0,6-28 1,8-18-18,-10 29 33,-7 22-33,0 1 0,1 0-1,0 0 1,0 1 0,9-13 0,-12 20 36,1 0 0,1 0-1,-1 1 1,0 0 0,0-1 0,1 1 0,0 0 0,-1 0 0,1 0 0,0 0 0,0 1 0,0-1 0,0 1 0,0 0 0,0 0 0,0 0 0,1 0 0,-1 0-1,0 1 1,0-1 0,1 1 0,-1 0 0,5 1 0,4 0 84,0 1 0,0 0 0,0 1 0,-1 1 0,0-1 0,1 2-1,10 5 1,76 48 652,-83-49-612,45 29 306,80 68-1,-109-77-1814,-30-27 661,-1 0 1,1 0-1,-1 0 0,1 0 1,-1 0-1,0 0 0,0 0 1,0 0-1,0-1 0,0 1 1,0 0-1,0 0 0,0 0 0,-1 0 1,1 0-1,-2 3 0,0-5-94,1 1 0,-1-1-1,1 0 1,-1 1 0,1-1-1,-1 0 1,0 0 0,1 0-1,-1 0 1,1 0 0,-3-1-1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09.214"/>
    </inkml:context>
    <inkml:brush xml:id="br0">
      <inkml:brushProperty name="width" value="0.035" units="cm"/>
      <inkml:brushProperty name="height" value="0.035" units="cm"/>
    </inkml:brush>
  </inkml:definitions>
  <inkml:trace contextRef="#ctx0" brushRef="#br0">19 12 14361,'-15'2'1944,"15"-2"-1879,-1 0 1,1-1-1,0 1 1,0 0-1,-1-1 1,1 1 0,0 0-1,0 0 1,0-1-1,-1 1 1,1 0 0,0-1-1,0 1 1,0 0-1,0-1 1,0 1 0,0-1-1,0 1 1,0 0-1,0-1 1,0 1 0,0 0-1,0-1 1,0 1-1,0 0 1,0-1 0,0 1-1,0-1 1,0 1-1,1-3 3010,4 19-262,-1-2-2250,-2 1 0,1 0 0,-2-1 0,0 28 0,0-9-9,1 33-22,6 98 518,8-54-3763,-8-73-1236,-7-34 512,25-20-12591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09.719"/>
    </inkml:context>
    <inkml:brush xml:id="br0">
      <inkml:brushProperty name="width" value="0.035" units="cm"/>
      <inkml:brushProperty name="height" value="0.035" units="cm"/>
    </inkml:brush>
  </inkml:definitions>
  <inkml:trace contextRef="#ctx0" brushRef="#br0">50 114 5973,'-19'0'1216,"15"0"1921,-19 5-823,19-2 800,16-4-1256,-4-1-1201,1-1 1,-1 0 0,0-1-1,0 0 1,-1 0 0,1-1 0,7-6-1,29-15 1581,-15 14-1348,1 1 1,0 1-1,1 2 0,62-8 1,-85 16-796,0-1 1,1 1-1,-1 0 0,0 1 1,1 0-1,8 2 1,-15-3-77,1 1 0,-1-1 0,0 1 0,1 0 0,-1 0 0,0 0 0,1 0 0,-1 0 1,0 1-1,0-1 0,0 1 0,0-1 0,0 1 0,0 0 0,-1 0 0,1 0 0,0 0 1,-1 0-1,0 0 0,1 0 0,-1 0 0,0 1 0,0-1 0,0 0 0,0 4 0,0 0-7,0 0 0,-1 0 0,0 0 0,-1 0 0,1 0 0,-1 0-1,0 0 1,-1 0 0,1-1 0,-5 11 0,-4 6-154,-19 30 1,2-3-313,11-15-317,-12 38 0,23-57 572,1 0 0,0 0 0,2 1 0,0-1 0,-1 19 0,4-33 217,-1-1 1,0 1-1,1-1 0,-1 1 0,1-1 1,-1 1-1,0-1 0,1 1 0,-1-1 1,1 1-1,-1-1 0,1 0 0,-1 1 1,1-1-1,0 0 0,-1 1 0,1-1 1,-1 0-1,1 0 0,0 0 0,-1 1 0,1-1 1,0 0-1,0 0 0,0 0 46,3 1 4,1 0 0,-1-1 0,0 1-1,1-1 1,-1 0 0,1-1 0,-1 1 0,0-1 0,1 1 0,-1-1 0,0-1 0,0 1 0,0-1 0,8-3 0,5-1 99,244-78 1766,-239 78-2287,34-5 1,-53 11 93,0-1-1178,-8 3-4539,-24 6-1376,-17 8-4952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10"/>
    </inkml:context>
    <inkml:brush xml:id="br0">
      <inkml:brushProperty name="width" value="0.035" units="cm"/>
      <inkml:brushProperty name="height" value="0.035" units="cm"/>
    </inkml:brush>
  </inkml:definitions>
  <inkml:trace contextRef="#ctx0" brushRef="#br0">170 0 10105,'-53'38'659,"19"-21"-157,32-16-506,0 0-1,0 0 1,0 0-1,0 0 1,0 0-1,0 0 1,0 0-1,0 1 1,1-1 0,-1 1-1,1-1 1,-1 1-1,-1 2 1,-15 18-324,14-18 482,0 1 0,0-1 0,0 1 0,1 0-1,-1 1 1,-3 9 0,6-12 3044,-5 29 9632,18-33-12256,1 0 1,-1 0-1,0-1 1,0-1-1,18-5 1,51-13 764,-73 19-1637,14-3-3216,-20 2 992,-14 1 3,-7 1-5312,1-1-5268</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10.457"/>
    </inkml:context>
    <inkml:brush xml:id="br0">
      <inkml:brushProperty name="width" value="0.035" units="cm"/>
      <inkml:brushProperty name="height" value="0.035" units="cm"/>
    </inkml:brush>
  </inkml:definitions>
  <inkml:trace contextRef="#ctx0" brushRef="#br0">0 113 12105,'5'-3'692,"-1"-1"-1,0 1 0,1 1 1,-1-1-1,1 1 1,0-1-1,-1 1 1,9-2-1,8-4 1460,2 0-490,0 1 0,24-4 0,11-4-46,-21 4-436,45-7 0,-36 10-2650,-43 8-184,-26 3-11474,0 0 2933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10.880"/>
    </inkml:context>
    <inkml:brush xml:id="br0">
      <inkml:brushProperty name="width" value="0.035" units="cm"/>
      <inkml:brushProperty name="height" value="0.035" units="cm"/>
    </inkml:brush>
  </inkml:definitions>
  <inkml:trace contextRef="#ctx0" brushRef="#br0">140 0 10689,'0'18'8719,"-3"-18"-8281,-5 4-322,1 0 0,-1 0 1,1 0-1,0 1 0,0 0 0,0 0 1,-11 12-1,3-1-57,0 1 0,-12 18 0,26-33-31,0 0 0,-1 0 0,1 0 1,0 0-1,0 0 0,1 0 0,-1 0 1,0 0-1,1 0 0,-1 0 0,1 0 1,-1 1-1,1-1 0,0 0 0,0 0 1,0 0-1,1 5 0,0-6 7,-1 1 0,1-1-1,-1 0 1,1 0 0,0 1-1,-1-1 1,1 0 0,0 0-1,0 0 1,0 0 0,0 0 0,0 0-1,0 0 1,0 0 0,0 0-1,1-1 1,-1 1 0,0 0-1,0-1 1,1 1 0,-1-1 0,0 1-1,1-1 1,-1 0 0,0 0-1,2 1 1,19 0 505,-1 0-1,0-2 1,22-2 0,23-1 923,-54 4-1229,47-1 978,0 4 0,61 9-1,-117-12-1170,0 1 0,0 0 0,0-1 0,0 1-1,-1 0 1,1 1 0,0-1 0,0 0 0,-1 1-1,1 0 1,2 2 0,-4-3-28,0 0 0,0 1 0,0-1 0,0 0 0,0 1 0,0-1 0,0 1 0,-1-1 0,1 1 0,-1-1 0,1 1 0,-1 0 0,1-1 0,-1 1 0,0-1 0,0 1 0,0 0 0,0-1 0,0 1 0,0 0 0,0-1 0,-1 1 0,0 2 0,-2 4-59,0 0 1,0 0 0,-1 0-1,0 0 1,0-1-1,-1 0 1,-7 9-1,-46 48-1620,52-57 1378,-18 18-1791,-35 27-1,48-44-359,0 0-1,0-1 1,-20 9-1,-6-3-9032</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8:11.328"/>
    </inkml:context>
    <inkml:brush xml:id="br0">
      <inkml:brushProperty name="width" value="0.035" units="cm"/>
      <inkml:brushProperty name="height" value="0.035" units="cm"/>
    </inkml:brush>
  </inkml:definitions>
  <inkml:trace contextRef="#ctx0" brushRef="#br0">1 558 10385,'52'-12'4002,"67"-24"-1,-7-1-35,128-24-1,-189 49-3287,690-128 2631,10 43-848,-66 28-2461,-165 19 0,-474 45 0,47-12 0,-86 15 10,-8 0 11,-17 0 9,-23 1-336,18 2-293,10 0-160,1 0 0,-1-2 0,-16-1 0,1-3-869,9 1-690,-31-2 0,42 6 747,0 0 0,1 1 0,-1 0 0,-8 2 0,-8 1-10213</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0.081"/>
    </inkml:context>
    <inkml:brush xml:id="br0">
      <inkml:brushProperty name="width" value="0.035" units="cm"/>
      <inkml:brushProperty name="height" value="0.035" units="cm"/>
    </inkml:brush>
  </inkml:definitions>
  <inkml:trace contextRef="#ctx0" brushRef="#br0">3 325 9549,'-2'14'1645,"11"-23"36,1-2 7933,16 4-8288,-6 0-764,53-1 757,0 3-1,105 5 1,-70 1-893,254 1 212,479-6-330,-372-19-284,-186 13-22,389-6 2,306 16-6,-515-9 36,1171-48 2,-231 20 809,-1367 36-811,795-13 1122,-593 8-955,502-26 527,-473 13-728,-210 18-834,-54 1 22,-7-3-296,-13-3-189,0 0-1,0 1 1,0 0-1,-1 2 1,1 0-1,-22-1 1,-23-4-3971,-59-15-7411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0.797"/>
    </inkml:context>
    <inkml:brush xml:id="br0">
      <inkml:brushProperty name="width" value="0.035" units="cm"/>
      <inkml:brushProperty name="height" value="0.035" units="cm"/>
    </inkml:brush>
  </inkml:definitions>
  <inkml:trace contextRef="#ctx0" brushRef="#br0">107 1 9017,'-23'11'10738,"21"35"-7952,-11 60 1,1-10-1341,-18 384 1742,29-406-3466,2-51-1385,-2 1-1,-3 30 0,1-30-1818,3-24 3306,0 0 0,0 0 0,0 1 0,0-1 0,0 0 0,0 0 0,0 0 0,0 1 1,0-1-1,0 0 0,0 0 0,0 0 0,0 0 0,0 1 0,0-1 0,0 0 0,0 0 0,-1 0 1,1 1-1,0-1 0,0 0 0,0 0 0,0 0 0,0 0 0,-1 1-879,1-1 879,0 0 0,-1 0 0,1 0 0,0 0 0,0 0 0,0 1 1,-1-1-1,-13 4-11191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1.736"/>
    </inkml:context>
    <inkml:brush xml:id="br0">
      <inkml:brushProperty name="width" value="0.035" units="cm"/>
      <inkml:brushProperty name="height" value="0.035" units="cm"/>
    </inkml:brush>
  </inkml:definitions>
  <inkml:trace contextRef="#ctx0" brushRef="#br0">87 253 12353,'-11'14'6807,"3"1"-3319,4-4-3518,1 1 0,-4 17 0,-1 5 557,-21 86-174,16-57-251,12-56-91,0 0 0,0 0 1,1 0-1,0 0 0,0 0 1,1 0-1,0-1 1,0 1-1,3 9 0,-2-16-5,-1-1-1,1 0 0,-1 1 0,0-1 0,1 0 1,-1 0-1,0 0 0,1-1 0,-1 1 0,0 0 0,1-2 1,15-17 24,-1 0 0,-1-1 0,-1-1 0,19-40 0,37-105 34,-42 94-15,-8 17-56,-15 39-12,1 0 0,0 1 1,1 0-1,1 1 0,11-19 0,-22 68-110,2-32 128,0 26-26,0-1-1,4 37 1,-2-58 30,-1 0 0,1 0 1,1 0-1,-1 0 0,1 0 0,0-1 1,0 1-1,0 0 0,1-1 0,0 0 1,0 1-1,0-1 0,1 0 0,0-1 1,-1 1-1,2-1 0,5 6 1,-7-8 10,1-1 1,-1 1-1,1 0 1,-1-1-1,1 0 1,0 0-1,0 0 1,-1 0-1,1 0 1,0-1-1,0 0 1,0 0 0,0 0-1,0 0 1,0-1-1,0 1 1,-1-1-1,1 0 1,0 0-1,0 0 1,-1-1-1,5-1 1,7-5 117,-1 0 0,1-2 0,22-18 0,-24 18-82,34-27 139,-2-2-1,62-68 1,-87 86-523,37-29 1,-54 48 51,12 24-388,-14-15 615,-1-1-1,0 1 1,0 0 0,-1 0 0,-2 11-1,1-10 32,1-1-1,0 0 1,1 0-1,0 0 1,0 1 0,1 7-1,1-6 30,0 0 1,0 0-1,1-1 1,0 1-1,1 0 0,0-1 1,0 0-1,8 11 1,-9-15 42,1 0 0,-1 0 0,1 0 1,0 0-1,0-1 0,1 1 0,-1-1 1,1 0-1,-1-1 0,1 1 1,0-1-1,0 0 0,0 0 0,0 0 1,11 2-1,4-2 226,-1-1 0,1 0 0,-1-1 0,29-5 0,82-17 706,-71 10-897,-46 9 11,-10 3-232,-1-1-1,1 1 1,0-1 0,0 1 0,-1 0 0,1 0-1,0 0 1,0 0 0,-1 0 0,6 2 0,-1-1 133,-1 0 1,1 0-1,0-1 1,13 0-1,7 0 106,29 2 16,-16-1-157,44 8 0,-77-8 30,27 5-504,55 4 1,-85-10 443,13-1 123,0-1 3862,-15 4-3450,2 4-236,0 0-1,1-1 1,-1 0 0,2 1-1,8 6 1,-12-11 5,-2 1-218,3 10 895,-3-3-3893,-1-9 2590,-1-1 1,1 1-1,0 0 0,0-1 1,0 1-1,0-1 0,0 0 1,0 1-1,0-1 0,0 0 1,0 1-1,0-1 0,0 0 1,0 0-1,0 0 0,1 0 1,-2-2-1,-25-26-6351,3 0-4362</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1.863"/>
    </inkml:context>
    <inkml:brush xml:id="br0">
      <inkml:brushProperty name="width" value="0.035" units="cm"/>
      <inkml:brushProperty name="height" value="0.035" units="cm"/>
    </inkml:brush>
  </inkml:definitions>
  <inkml:trace contextRef="#ctx0" brushRef="#br0">47 52 16522,'-9'-26'10000,"-3"17"-16816,-2 1 955,3-1-5000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2.346"/>
    </inkml:context>
    <inkml:brush xml:id="br0">
      <inkml:brushProperty name="width" value="0.035" units="cm"/>
      <inkml:brushProperty name="height" value="0.035" units="cm"/>
    </inkml:brush>
  </inkml:definitions>
  <inkml:trace contextRef="#ctx0" brushRef="#br0">121 0 12689,'-8'7'647,"-16"9"7752,22-15-8255,0 0 0,0 0 0,0 0 0,0 0 0,1 1 0,-1-1 0,1 1-1,-1 0 1,1-1 0,-1 1 0,1 0 0,0 0 0,0-1 0,0 1 0,0 0 0,0 0-1,1 0 1,-2 4 0,-7 47 1143,5-28-734,-33 214 1710,33-216-2618,0 0 1,2 0 0,1 0-1,1 0 1,4 37-1,-2-44-2188,0 31-1,-3-36 692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2.924"/>
    </inkml:context>
    <inkml:brush xml:id="br0">
      <inkml:brushProperty name="width" value="0.035" units="cm"/>
      <inkml:brushProperty name="height" value="0.035" units="cm"/>
    </inkml:brush>
  </inkml:definitions>
  <inkml:trace contextRef="#ctx0" brushRef="#br0">347 101 8381,'0'-1'169,"0"0"1,0 0 0,0 1 0,0-1-1,0 0 1,0 0 0,0 0 0,-1 0-1,1 0 1,0 1 0,0-1-1,-1 0 1,1 0 0,-1 0 0,1 1-1,-1-1 1,1 0 0,-1 1-1,0-1 1,1 0 0,-1 1 0,0-1-1,1 1 1,-1-1 0,0 1 0,0-1-1,1 1 1,-1 0 0,0-1-1,0 1 1,0 0 0,0 0 0,1-1-1,-1 1 1,0 0 0,0 0-1,0 0 1,0 0 0,-1 0 0,-3 0-583,2-1 1008,1 0-108,-1-2-397,-1 0 0,0 0 0,0 0 0,-1 1-1,1-1 1,-1 1 0,1 0 0,-1 1 0,1-1-1,-1 1 1,0 0 0,0 0 0,0 0 0,1 1-1,-1 0 1,0 0 0,0 0 0,0 0 0,0 1-1,-7 2 1,-4 0 124,1 1 1,-1 1-1,1 1 0,0 0 0,-14 9 0,23-11-34,0 0 0,0 1 0,0 0 0,0 0 0,1 0 0,0 1 0,0 0 0,0 0-1,1 0 1,-8 13 0,6-6 65,-1 0 0,2 1 0,0 0 0,-5 21-1,8-25-49,1 1 0,0 0-1,0 0 1,1-1 0,0 1-1,1 0 1,0 0 0,1-1-1,0 1 1,1-1 0,0 1-1,9 18 1,-5-15 127,0 0 0,1-1 1,1 0-1,0-1 0,1 0 1,0 0-1,1-1 0,16 13 1,-21-18-304,0-2 0,1 1 0,0-1 0,0 0 0,0 0 0,0 0 0,0-1 0,1-1 0,0 1 0,-1-1 0,1 0 0,0-1 0,0 0 0,0 0 0,0-1 0,0 0 0,0 0 0,0-1 1,0 0-1,0 0 0,0-1 0,0 0 0,0 0 0,-1-1 0,1 0 0,-1-1 0,0 1 0,0-1 0,0-1 0,0 1 0,-1-1 0,10-10 0,-7 4-232,0 0-1,-1 0 1,0-1 0,-1-1-1,0 1 1,-1-1-1,0 0 1,-1 0 0,-1-1-1,0 1 1,-1-1-1,-1 0 1,2-26 0,-3 22 0,-1 1-1,0-1 1,-2 0 0,0 0 0,-1 0 0,-1 1 0,0-1 0,-2 1 0,0 0 0,-13-26-1,14 34 127,-1 0 0,0 1 0,0 0 0,-1 0 0,0 0 0,0 1 0,-1 0 0,-11-8 0,15 12 89,1 1 1,0-1-1,-1 1 1,1 0-1,-1 1 1,0-1-1,0 0 1,1 1-1,-1 0 1,0 0-1,0 0 1,0 1-1,0-1 0,0 1 1,0 0-1,-1 0 1,1 0-1,0 1 1,0-1-1,0 1 1,0 0-1,0 0 1,1 1-1,-1-1 1,0 1-1,0 0 0,1 0 1,-1 0-1,1 0 1,0 1-1,0-1 1,0 1-1,-6 6 1,2-1 219,0 0 1,1 1 0,0 0-1,0 1 1,1-1 0,0 1-1,0 0 1,1 0 0,1 0-1,0 1 1,-3 15 0,5-10 101,0 0 1,1 0-1,1 0 1,0 0-1,1 0 1,1 0 0,0 0-1,2-1 1,-1 1-1,11 21 1,4 2 139,1-1 1,44 62-1,59 58-3619,-118-150 2197,0 0 1,-1 0-1,-1 0 1,1 1-1,-1-1 1,-1 1 0,1 0-1,-2 0 1,2 17-1,0-5-2183,4 20-7881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3.268"/>
    </inkml:context>
    <inkml:brush xml:id="br0">
      <inkml:brushProperty name="width" value="0.035" units="cm"/>
      <inkml:brushProperty name="height" value="0.035" units="cm"/>
    </inkml:brush>
  </inkml:definitions>
  <inkml:trace contextRef="#ctx0" brushRef="#br0">63 87 17178,'-5'3'473,"-29"19"3096,33-21-3394,-1 1-1,1-1 0,-1 1 1,1-1-1,0 1 0,-1 0 1,1-1-1,0 1 0,0 0 1,0 0-1,0 0 0,1 0 1,-1 0-1,1 0 1,-1 0-1,0 3 0,-5 195 3855,6-197-4084,1-1 0,-1 1 0,1-1 0,-1 1 0,1-1 0,0 1 0,0-1 0,0 0 0,1 3 0,1 1-183,-3-7 161,1 1 0,0-1 0,0 1 0,-1-1 0,1 1 0,0-1 0,-1 1 0,1-1 0,-1 0 0,1 1-1,-1-1 1,1 0 0,-1 1 0,1-1 0,-1 0 0,1-1 0,1-5-184,1 0-1,-1-1 0,0 1 1,-1-1-1,0 1 1,0-1-1,-1 1 1,-1-14-1,2-18-1047,10-74-3529,-3 38-1326,1 17-2302</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1.704"/>
    </inkml:context>
    <inkml:brush xml:id="br0">
      <inkml:brushProperty name="width" value="0.035" units="cm"/>
      <inkml:brushProperty name="height" value="0.035" units="cm"/>
    </inkml:brush>
  </inkml:definitions>
  <inkml:trace contextRef="#ctx0" brushRef="#br0">30 1625 5925,'0'0'165,"0"1"1,0-1-1,0 1 1,0 0-1,0-1 1,0 1 0,1-1-1,-1 1 1,0-1-1,0 1 1,1-1-1,-1 1 1,0-1-1,1 1 1,-1-1 0,0 1-1,1-1 1,-1 1-1,1-1 1,-1 0-1,1 1 1,-1-1 0,1 0-1,-1 1 1,1-1-1,-1 0 1,1 0-1,-1 1 1,1-1 0,0 0-1,-1 0 1,1 0-1,-1 0 1,1 0-1,0 0 1,-1 0-1,1 0 1,-1 0 0,1 0-1,0 0 1,-1-1-1,1 1 1,-1 0-1,1 0 1,-1 0 0,1-1-1,0 1 1,15-3 2292,-14 2-2152,0-1 0,0 1 0,0-1 0,0 0 0,0 0 0,-1 0 0,1 0 0,-1 0 0,1 0 0,-1-1 0,0 1 0,0 0 0,1-4 0,1-6-75,0 1-1,-1 0 1,-1-1 0,0 0 0,-1 1-1,-2-24 1,1 17-116,3-36 0,-1 30-58,-2-45-1,0 4-10,0-5-29,-13-83 0,4 47 56,5 70-35,-9-37 0,7 41-10,-4-53 0,-7-90 8,3 70-60,15 104 24,-2-18-9,1 0 0,1 0 0,3-25 0,-2 39 17,-1 1 0,1 0 1,-1-1-1,0 1 0,-1-8 1,-2-35 61,3 35-63,-1 9-4,1 0-1,0 1 1,0-1-1,0 1 1,0-1-1,1 1 1,-1-1-1,1 1 1,-1-1-1,2-1 1,-1 2 0,0 1 0,1 0 0,-1 0-1,0 0 1,0 0 0,1 0 0,-1 0 0,1 0 0,-1 0 0,1 0 0,-1 1 0,1-1-1,-1 0 1,1 1 0,0 0 0,-1-1 0,1 1 0,3 0 0,190-17 208,-92 11-178,471-19 184,-212 13-257,-188 3 29,738-20-6,-788 28 75,98 1-92,369 3 34,-312-5 52,-28 1-58,226 1 88,-166 3-99,-127-6-108,-52-16 96,21-4 41,-24 0 110,-92 15-80,-29 5-18,1 1 0,-1 0 0,16 0 1,-21 2 41,26-9 512,-26 8-409,1 1-116,0-1-1,0 1 1,0-1 0,0 1 0,0 0-1,0 0 1,0 1 0,5 0 0,-7 0-31,0 0 1,0 0 0,0 0-1,0 0 1,-1 0 0,1 0-1,0 1 1,-1-1-1,1 1 1,0-1 0,-1 1-1,0-1 1,1 1 0,-1 0-1,0 0 1,0-1-1,0 1 1,0 0 0,1 4-1,3 10 112,0 0-1,-1 0 0,-1 1 1,0 0-1,0 24 1,-4 90 294,-1-95-343,-2 74-135,-5 374 1298,13-361-3170,37 231 0,-36-337-1207,-5-17 2822,1 0 0,-1-1-1,1 1 1,-1 0-1,1-1 1,-1 1 0,0 0-1,1-1 1,-1 1-1,0-1 1,1 1 0,-1 0-1,0-1 1,0 1 0,0-1-1,1 1 1,-1-1-1,0 1 1,0-1 0,0 1-1,0-1 1,0 1-1,0-1 1,0 1 0,0-1-1,0 0 1,6-25-9379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2.532"/>
    </inkml:context>
    <inkml:brush xml:id="br0">
      <inkml:brushProperty name="width" value="0.035" units="cm"/>
      <inkml:brushProperty name="height" value="0.035" units="cm"/>
    </inkml:brush>
  </inkml:definitions>
  <inkml:trace contextRef="#ctx0" brushRef="#br0">1 1334 5076,'1'-3'1399,"6"-10"-65,1 0 1,1 0 0,0 1-1,1 0 1,15-13-1,-11 10-699,167-193 5075,34-38-1893,263-214 204,-344 337-3351,-68 57-491,-43 41-1329,1 1 1,51-39 0,-75 63 1110,0 0 0,0 0 0,0 0 0,0 0 0,0 0 0,0 0-1,0 0 1,-1 0 0,1 0 0,0 0 0,0 0 0,0 0 0,0 0-1,0-1 1,0 1 0,0 0 0,0 0 0,0 0 0,0 0-1,0 0 1,0 0 0,0 0 0,-1 0 0,1 0 0,0 0 0,0 0-1,0 0 1,0-1 0,0 1 0,0 0 0,0 0 0,0 0 0,0 0-1,0 0 1,0 0 0,0 0 0,0 0 0,0 0 0,0 0 0,0-1-1,0 1 1,0 0 0,0 0 0,0 0 0,0 0 0,0 0 0,0 0-1,1 0 1,-1 0 0,0 0 0,0 0 0,0 0 0,0-1 0,0 1-1,0 0 1,0 0 0,0 0 0,0 0 0,-2-1-520,-1-1 1,0 1-1,0 0 1,0 0-1,0 1 1,0-1-1,0 0 1,0 1-1,0 0 1,0 0-1,0 0 1,0 0-1,0 0 1,0 1-1,0-1 1,0 1-1,-4 1 1,0 1-2122,0 1 0,0 1 0,-12 9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2.905"/>
    </inkml:context>
    <inkml:brush xml:id="br0">
      <inkml:brushProperty name="width" value="0.035" units="cm"/>
      <inkml:brushProperty name="height" value="0.035" units="cm"/>
    </inkml:brush>
  </inkml:definitions>
  <inkml:trace contextRef="#ctx0" brushRef="#br0">0 1033 12513,'1'0'194,"-1"1"1,0 0-1,1-1 0,-1 1 1,1-1-1,-1 1 0,1-1 0,-1 1 1,1-1-1,-1 1 0,1-1 0,-1 0 1,1 1-1,0-1 0,-1 0 1,1 1-1,0-1 0,-1 0 0,1 0 1,1 1-1,7-10 3547,-5 4-4141,98-116 5836,210-215-1834,-22 26-2562,-166 164-1868,-48 48-5701,-76 94 2095,-7-2 221,-4-1-6811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3.183"/>
    </inkml:context>
    <inkml:brush xml:id="br0">
      <inkml:brushProperty name="width" value="0.035" units="cm"/>
      <inkml:brushProperty name="height" value="0.035" units="cm"/>
    </inkml:brush>
  </inkml:definitions>
  <inkml:trace contextRef="#ctx0" brushRef="#br0">1 765 16245,'180'-206'4992,"-177"202"-4871,209-210 6016,-71 78-3725,-56 61-1396,-59 54-1243,-1-1-1,23-26 1,-48 47 111,1 1 0,0-1 1,0 0-1,-1 0 0,1 0 1,0 0-1,-1-1 0,1 1 1,-1 0-1,1 0 0,-1 0 0,0 0 1,1 0-1,-1-1 0,0 1 1,0 0-1,0-2 0,0 2 1,0 0-1,0 1 1,-1-1 0,1 0-1,0 0 1,-1 1-1,1-1 1,0 0-1,-1 1 1,1-1 0,-1 0-1,1 1 1,-1-1-1,1 1 1,-1-1-1,0 1 1,1-1 0,-1 1-1,0-1 1,0 1-1,-1-1-160,0 0 1,0 0-1,-1 1 0,1-1 1,0 1-1,0 0 0,0-1 0,0 1 1,0 0-1,-1 0 0,1 1 0,0-1 1,0 0-1,0 1 0,0-1 0,0 1 1,0-1-1,-4 3 0,-28 20-6342,-5 3-4275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3.497"/>
    </inkml:context>
    <inkml:brush xml:id="br0">
      <inkml:brushProperty name="width" value="0.035" units="cm"/>
      <inkml:brushProperty name="height" value="0.035" units="cm"/>
    </inkml:brush>
  </inkml:definitions>
  <inkml:trace contextRef="#ctx0" brushRef="#br0">0 717 15893,'27'-16'1292,"-1"-1"-1,-1 0 0,29-28 0,84-70 4829,49-46-1429,-87 54-3664,-88 93-1394,-1-1-1,-1 0 0,0-1 0,-1 0 1,11-27-1,-19 40 72,0-1 0,0 1-1,-1-1 1,1 1 0,-1-1 0,0 0-1,0 1 1,0-1 0,0 1-1,-1-1 1,1 0 0,-1 1 0,0-1-1,0 1 1,0 0 0,-1-1 0,-1-3-1,0 2-393,1 1-1,-1-1 1,0 1 0,-1 0-1,-5-5 1,-9-5-5570,7 7-5711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3.795"/>
    </inkml:context>
    <inkml:brush xml:id="br0">
      <inkml:brushProperty name="width" value="0.035" units="cm"/>
      <inkml:brushProperty name="height" value="0.035" units="cm"/>
    </inkml:brush>
  </inkml:definitions>
  <inkml:trace contextRef="#ctx0" brushRef="#br0">1 443 16658,'51'-95'2660,"-10"58"-412,2-4-224,-3 7-316,-3-1-484,-5 4-179,-3 2-365,-6 0-344,-3 6-536,-3-3-885,-8 15-1107,-18-12-1432,1 3-2729,-15 11-5792</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8.937"/>
    </inkml:context>
    <inkml:brush xml:id="br0">
      <inkml:brushProperty name="width" value="0.035" units="cm"/>
      <inkml:brushProperty name="height" value="0.035" units="cm"/>
    </inkml:brush>
  </inkml:definitions>
  <inkml:trace contextRef="#ctx0" brushRef="#br0">5001 87 7189,'1'0'76,"-1"0"0,0 0 0,0 0 0,1 1 1,-1-1-1,0 0 0,0 0 0,1 1 0,-1-1 1,0 0-1,0 1 0,0-1 0,0 0 0,0 0 0,0 1 1,1-1-1,-1 0 0,0 1 0,0-1 0,0 0 1,0 1-1,0-1 0,0 0 0,0 1 0,0-1 0,0 0 1,-1 1-1,1-1 0,0 0 0,0 1 0,0-1 1,0 0-1,0 1 0,0-1 0,-1 0 0,1 0 1,0 1-1,0-1 0,-1 0 0,1 0 0,0 1 0,0-1 1,-1 0-1,1 0 0,0 0 0,0 1 0,-1-1 1,1 0-1,0 0 0,-1 0 0,1 0 0,0 0 0,-1 0 1,1 0-1,0 0 0,-1 0 0,1 0 0,0 0 1,-1 0-1,1 0 0,-1 0 0,-4 1-600,-9 4 819,11-4 504,0-1-711,-3 1 99,0 1 0,0-2 0,0 1-1,-1-1 1,-11-1 0,-190-26 3342,22-2-2183,-338-7 998,385 38-2072,-24 0-19,-133 2-34,84 2-61,-117 10 325,178-6-318,-485 73 152,319-26-303,33-10 8,11-2-57,0 2 49,-38 8-30,190-31 19,-214 72 0,315-90 7,14-4-10,0 0 0,0 0 0,1 1 0,-1 0 0,0 0 0,-6 5-1,-20 12 2,28-18 2,-1 0 0,1 0 0,0 1 0,0 0-1,0 0 1,0 0 0,0 0 0,1 1 0,-1-1-1,1 1 1,0 0 0,0 0 0,-4 8-1,6-10-1,0 1 0,0-1 0,0 1 0,0-1 0,0 1 0,1 0 0,-1 0 0,1-1 0,-1 1 0,1 0 0,0 0 0,0-1 0,1 1 0,0 4 0,0-2 0,1-1-1,0 0 1,0 1-1,0-1 1,0 0-1,1 0 1,-1-1-1,1 1 1,5 4-1,3 3-1,1-1-1,1-1 1,0 0-1,0-1 0,25 12 1,-6-4 16,72 35-24,176 60-1,-229-93 13,38 10-13,182 31-1,-201-47 0,53 5 30,190 0-1,-236-14-2,341-19 12,-239 4-24,-87 7-4,668-53-15,-481 29-11,23-2 1,-31 3-48,-24 4 60,-43 2-9,82-11 37,-188 19 2,-6 3-5,129-35 1,-172 33 202,-1-3 1,-1-1 0,0-3-1,80-47 1,-118 61-123,0 1 0,-1-2 0,0 0 0,0 0 0,8-10 0,-12 12-34,-1 0 0,1 0 0,-1 0 0,0-1 0,-1 1 0,1-1-1,-1 1 1,0-1 0,-1 0 0,2-11 0,-2 8 36,-1-1-1,0 0 1,-1 0-1,0 1 1,-1-1-1,0 0 1,0 1 0,-1 0-1,0-1 1,0 1-1,-1 0 1,-1 1 0,0-1-1,-6-9 1,-4-2 40,0 0-1,-1 1 1,-1 1 0,-29-24 0,14 16-75,-2 2 0,-1 2 1,-1 1-1,-1 1 0,0 3 1,-1 1-1,-64-18 0,23 14-33,0 3-1,-155-12 0,130 24-884,0 5-1,-181 24 1,-39 39-5676,195-34-1504,77-15 454</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49.684"/>
    </inkml:context>
    <inkml:brush xml:id="br0">
      <inkml:brushProperty name="width" value="0.035" units="cm"/>
      <inkml:brushProperty name="height" value="0.035" units="cm"/>
    </inkml:brush>
  </inkml:definitions>
  <inkml:trace contextRef="#ctx0" brushRef="#br0">3 1858 7117,'-2'3'4398,"7"-3"-1423,22-5-102,30-11-1068,-35 6-1097,0-1 1,-1-1-1,0 0 0,30-25 1,-24 17-129,290-234 3258,-16-21-2294,43-36-671,283-181-663,-395 347-532,-179 117 265,1 2 0,90-29-1,13 5-47,-93 29-134,-61 21 125,-8 0-1856,-591 46-4498,566-45 6393,2 0 200,-51 10 1,36-8 396,39-2 676,7-4-894,10-6-64,0 0 0,1 1 1,0 0-1,1 1 0,28-10 0,86-20 1288,-108 31-1232,36-8 603,89-11 0,-142 25-882,-1-1-1,1 1 1,0 0 0,0 1-1,0-1 1,-1 0 0,1 1 0,0 0-1,-1 0 1,1 0 0,-1 1 0,1-1-1,-1 1 1,1 0 0,3 2-1,-3 0 6,0 0-1,0-1 1,0 1-1,-1 0 1,0 1-1,1-1 1,-2 0-1,1 1 1,4 8-1,0 7 27,-1 0 0,-1 1 0,-1-1 0,3 30 0,-6-45-44,10 130 103,-8-77-528,18 93 0,-13-109-317,5 18-1338,-2-21-2568,-2-24-1838,4-1-4213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50.197"/>
    </inkml:context>
    <inkml:brush xml:id="br0">
      <inkml:brushProperty name="width" value="0.035" units="cm"/>
      <inkml:brushProperty name="height" value="0.035" units="cm"/>
    </inkml:brush>
  </inkml:definitions>
  <inkml:trace contextRef="#ctx0" brushRef="#br0">71 81 10017,'0'0'4380,"3"-1"-2538,17-4 1182,33-5 0,-2 0-184,21-6-865,108-22 971,-177 38-2870,-6 1-3752,-37 16 1059,-52 14-1,-47 3 1550,96-22 1814,33-9-30,0 0 1,-1 0 0,0-1 0,-15 1-1,25-3-640,0 0 0,0 0 0,0 0-1,0 1 1,0-1 0,1 0 0,-1 0 0,0 1-1,0-1 1,0 1 0,0-1 0,0 1-1,1-1 1,-1 1 0,0-1 0,1 1 0,-1 0-1,0-1 1,1 1 0,-1 0 0,0 0 0,1-1-1,-1 1 1,1 0 0,0 0 0,-1 0-1,1 0 1,0 0 0,-1-1 0,1 1 0,0 0-1,0 0 1,0 0 0,0 0 0,0 0-1,0 2 1,0 5 156,0 1 0,1-1-1,2 13 1,0-2 38,-2 12-198,-2-1 0,-1 1 0,-2-1 0,-12 54 0,10-52-1570,-2 53 1,1-12-3372,-3-103-5505,14 8 2761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50.570"/>
    </inkml:context>
    <inkml:brush xml:id="br0">
      <inkml:brushProperty name="width" value="0.035" units="cm"/>
      <inkml:brushProperty name="height" value="0.035" units="cm"/>
    </inkml:brush>
  </inkml:definitions>
  <inkml:trace contextRef="#ctx0" brushRef="#br0">78 3 9505,'-60'20'6523,"59"-19"-6394,0-1-1,0 1 1,0 0-1,0 0 1,0-1 0,1 1-1,-1 0 1,0 0-1,1 0 1,-1 0-1,0 0 1,1 0 0,-1 0-1,1 0 1,0 0-1,-1 0 1,1 2-1,-5 19 906,5-19-942,1 0-1,-1-1 0,1 1 0,-1-1 0,1 1 1,0-1-1,0 0 0,0 1 0,0-1 0,1 0 1,-1 0-1,1 0 0,-1 0 0,1 0 0,0 0 1,0 0-1,-1 0 0,5 2 0,2 4 177,-4-5-73,0 0 0,0 0 0,0 0 0,0 0 0,0-1 0,1 0 0,-1 0 0,1 0 0,-1 0 0,1-1 0,0 0 0,6 1 0,8 1 635,30 0 0,-43-3-718,119-3 1868,-24-1-815,-16-4-433,-84 6-807,0 1 1,0-1-1,0 1 1,0-1-1,0 1 1,-1-1-1,1 0 1,0 1-1,-1-1 1,0 0-1,1 0 1,-1 0-1,0 1 1,0-1-1,0-2 1,-1 2-39,-1 0 0,1 0 0,-1 0-1,0 0 1,1 1 0,-1-1 0,0 0 0,0 1 0,0-1 0,0 1 0,-1 0 0,1 0 0,0 0 0,0 0 0,-1 0 0,-2 0 0,-15-5-918,0 0-1,0 2 1,-32-3 0,-4 0-1085,35 3 1272,-67-13-3399,31 0-1501,25 3-647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50.803"/>
    </inkml:context>
    <inkml:brush xml:id="br0">
      <inkml:brushProperty name="width" value="0.035" units="cm"/>
      <inkml:brushProperty name="height" value="0.035" units="cm"/>
    </inkml:brush>
  </inkml:definitions>
  <inkml:trace contextRef="#ctx0" brushRef="#br0">885 0 14953,'-29'26'450,"-138"132"3039,96-79-1668,2 3-1,-59 96 0,64-78-1531,6 3-1,4 2 1,-60 165-1,70-135-996,-9 22-2219,42-131 1670,-8 23-1349,18-45 1643,0 0 0,0-1-1,1 1 1,0 0-1,-1 0 1,2 5 0,3 1-7319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50.977"/>
    </inkml:context>
    <inkml:brush xml:id="br0">
      <inkml:brushProperty name="width" value="0.035" units="cm"/>
      <inkml:brushProperty name="height" value="0.035" units="cm"/>
    </inkml:brush>
  </inkml:definitions>
  <inkml:trace contextRef="#ctx0" brushRef="#br0">18 81 18738,'0'-6'2352,"-17"6"2732,31-6-4072,1 3 37,10-5-1489,1 5-649,-3-17-1255,-3 5-632,3 10-3349,15-10-5752</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51.132"/>
    </inkml:context>
    <inkml:brush xml:id="br0">
      <inkml:brushProperty name="width" value="0.035" units="cm"/>
      <inkml:brushProperty name="height" value="0.035" units="cm"/>
    </inkml:brush>
  </inkml:definitions>
  <inkml:trace contextRef="#ctx0" brushRef="#br0">55 41 21738,'11'-15'6141,"-25"4"-9310,-1-4 121,-5 15-3357,3 3-5868</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4.007"/>
    </inkml:context>
    <inkml:brush xml:id="br0">
      <inkml:brushProperty name="width" value="0.035" units="cm"/>
      <inkml:brushProperty name="height" value="0.035" units="cm"/>
    </inkml:brush>
  </inkml:definitions>
  <inkml:trace contextRef="#ctx0" brushRef="#br0">1 1 10805,'0'0'6969,"1"2"-5717,-1-1-1112,2 2 0,-1-1-1,1 1 1,-1 0 0,0-1-1,0 1 1,0 0 0,-1 0-1,1 0 1,-1 0 0,1 0-1,-1 0 1,0 0 0,0 0-1,0-1 1,-1 5 0,-7 212 2662,8-194-2670,1-8-237,1 0 0,0 0 0,2 0 0,0 0 0,0-1 0,9 17 0,-4-6-1974,-8-24-685</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4.616"/>
    </inkml:context>
    <inkml:brush xml:id="br0">
      <inkml:brushProperty name="width" value="0.035" units="cm"/>
      <inkml:brushProperty name="height" value="0.035" units="cm"/>
    </inkml:brush>
  </inkml:definitions>
  <inkml:trace contextRef="#ctx0" brushRef="#br0">36 302 11957,'0'0'3736,"-1"2"-2942,-3 8-460,0 1 0,1 0 0,1-1 0,0 1 0,0 0 0,0 22 0,-4 26 277,2-37-188,1 1-1,1-1 1,1 0 0,1 1 0,4 29 0,-4-51-408,0 0 1,0-1 0,0 1 0,1 0-1,-1 0 1,0-1 0,0 1 0,0 0-1,1-1 1,-1 1 0,0 0 0,1-1 0,-1 1-1,1 0 1,-1-1 0,1 1 0,-1-1-1,1 1 1,-1-1 0,1 1 0,0-1-1,-1 1 1,1-1 0,0 0 0,-1 1-1,1-1 1,0 0 0,-1 0 0,1 1-1,0-1 1,0 0 0,-1 0 0,1 0-1,0 0 1,0 0 0,-1 0 0,1 0-1,0 0 1,-1 0 0,1 0 0,0-1-1,0 1 1,-1 0 0,1 0 0,0-1 0,-1 1-1,1 0 1,0-1 0,-1 1 0,1-1-1,0 0 1,6-5 25,0-1 0,-1-1 0,0 1 1,0-1-1,0 0 0,-1 0 0,-1-1 0,6-13 0,-3 9-2,11-31-20,-1 0 0,-2-1 0,-3 0 0,10-65 0,-10 48-88,-8 46 35,-1 0 1,-1 0-1,0-1 0,-1 1 1,-1 0-1,-1-1 1,0 1-1,-1 0 0,-7-28 1,8 45 31,-1-1 0,1 1 0,0 0 0,-1 0 0,1 0 0,0 0 1,0 0-1,0 0 0,0 0 0,-1 2 0,-1 0-3,1 1-1,1-1 1,-1 1 0,1 0-1,-1 0 1,1-1-1,0 1 1,0 0 0,1 0-1,-1 0 1,1 0 0,0 6-1,5 51 57,-3-44-36,-1-4 44,2 1 0,-1-1 0,2 0 0,-1 0 0,2 0 1,0-1-1,0 1 0,1-1 0,11 16 0,-15-25 7,0 0 1,0 0 0,1 0 0,-1 0-1,1-1 1,-1 1 0,1-1-1,0 0 1,0 1 0,0-1-1,0 0 1,1-1 0,-1 1-1,0-1 1,1 1 0,-1-1-1,1 0 1,0 0 0,-1 0-1,1-1 1,0 0 0,-1 1-1,1-1 1,6-1 0,-4 0 21,0 1 0,0-2 0,0 1 0,0-1 0,0 0 0,-1 0 0,1 0 0,-1-1 0,0 0 0,1 0 0,-1 0 0,0-1 0,-1 0 0,6-5 0,4-8 51,-2 0 0,0-1 0,-1-1 0,-1 0 0,0 0 0,10-31-1,-8 20 173,24-44-1,-39 94-290,2-8-32,-1 21-211,1 0 0,2 0 0,8 55 0,2-26-1359,20 63 0,0-35-2055,-8-33-3571,-6-20-2952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4.929"/>
    </inkml:context>
    <inkml:brush xml:id="br0">
      <inkml:brushProperty name="width" value="0.035" units="cm"/>
      <inkml:brushProperty name="height" value="0.035" units="cm"/>
    </inkml:brush>
  </inkml:definitions>
  <inkml:trace contextRef="#ctx0" brushRef="#br0">111 128 14989,'0'0'2066,"-2"-2"17,1 1-1884,1 1-1,-1-1 0,0 0 0,0 1 1,1-1-1,-1 0 0,1 0 1,-1 1-1,0-1 0,1 0 0,0 0 1,-1 0-1,1 0 0,-1 0 0,1 0 1,0 0-1,0 0 0,-1 0 0,1 0 1,0 0-1,0 0 0,0 0 0,0 0 1,0 0-1,1 0 0,-1-2 0,1 1 13,1 1 0,-1-1-1,1 0 1,-1 1-1,1-1 1,-1 1-1,1-1 1,0 1-1,0 0 1,0-1-1,0 1 1,4-2-1,60-36 2111,-63 38-2430,-4-3-245,-7-27-1014,8 31 1354,0 0-1,0 0 1,0 0 0,0 0-1,0-1 1,0 1 0,0 0-1,0 0 1,0 0 0,0 0-1,0 0 1,0 0 0,0 0-1,0-1 1,0 1 0,0 0-1,0 0 1,0 0-1,0 0 1,0 0 0,0 0-1,-1 0 1,1 0 0,0 0-1,0-1 1,0 1 0,0 0-1,0 0 1,0 0 0,0 0-1,-1 0 1,1 0 0,0 0-1,0 0 1,0 0 0,0 0-1,0 0 1,0 0 0,0 0-1,-1 0 1,1 0 0,0 0-1,0 0 1,0 0 0,0 0-1,0 0 1,0 0 0,-1 0-1,1 0 1,-6 0-214,-9 0-175,1 1 0,-1 0 0,-14 3-1,22-3 248,-4 1 39,1 1 0,0-1 1,1 2-1,-1-1 0,-15 9 0,23-11 116,1 0 0,-1 0-1,1 0 1,-1 1 0,1-1 0,0 0-1,0 1 1,-1-1 0,1 1-1,0-1 1,0 1 0,0-1-1,1 1 1,-1 0 0,-1 3 0,2-3 5,0 1 0,0-1-1,0 0 1,0 0 0,0 1 0,1-1 0,-1 0 0,1 0 0,-1 1 0,1-1 0,0 0 0,0 0 0,0 0 0,0 0 0,0 0 0,2 2 0,4 6-67,1 0-1,0 0 1,1-1 0,0-1-1,0 1 1,0-1-1,1-1 1,1 0 0,-1 0-1,21 9 1,-15-9-986,1-1 0,28 7 0,-27-9-1666,0-1 0,27 1 0,-2-4-6662</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5.334"/>
    </inkml:context>
    <inkml:brush xml:id="br0">
      <inkml:brushProperty name="width" value="0.035" units="cm"/>
      <inkml:brushProperty name="height" value="0.035" units="cm"/>
    </inkml:brush>
  </inkml:definitions>
  <inkml:trace contextRef="#ctx0" brushRef="#br0">219 550 14281,'-19'11'611,"13"-7"-311,0-1 0,0 0 0,0 0-1,-1 0 1,1-1 0,-1 0 0,-7 1-1,9-1-68,0 0-1,1 0 1,-1 0 0,0 0-1,1 1 1,-1-1 0,1 1-1,0 1 1,0-1-1,0 0 1,-5 7 0,1-1-1,1 0 1,1 1-1,-1-1 0,-4 13 1,2-6-43,2-3-12,1 0 0,0 0 0,1 0-1,-6 23 1,11-33-2,13 4 249,-12-6-407,0-1 0,0 1 0,-1 0 0,1-1 1,0 1-1,0-1 0,0 1 0,0-1 0,0 0 0,0 1 0,0-1 0,-1 0 0,1 1 0,0-1 0,2 0 0,2-1 54,0-1 0,0 0-1,-1 1 1,1-2-1,-1 1 1,0 0-1,6-5 1,-1 1 48,10-7 124,-1 0 1,-1-2-1,0 0 1,0-1 0,-2 0-1,0-2 1,-1 0 0,21-33-1,-14 14-168,-2 0 0,-2-2 0,22-71-1,-32 87-154,-2 0 0,0-1-1,-2 1 1,0-1 0,-2 0-1,-2-31 1,0 42 35,0 1 0,-2-1 0,1 1 0,-2-1-1,-7-19 1,7 25 21,1 0-1,-1 0 0,0 0 0,-1 1 1,1 0-1,-1 0 0,-1 0 1,1 0-1,-1 1 0,-6-5 1,10 8 27,0 1 1,1 0 0,-1-1-1,0 1 1,0 0 0,0 0 0,0 1-1,0-1 1,0 0 0,0 0-1,0 1 1,0 0 0,-1-1 0,1 1-1,0 0 1,0 0 0,0 0-1,-1 0 1,1 0 0,0 1 0,0-1-1,0 1 1,0-1 0,0 1-1,0 0 1,0 0 0,0 0-1,0 0 1,0 0 0,0 0 0,0 1-1,1-1 1,-1 0 0,1 1-1,-1-1 1,-1 3 0,-2 3 83,0 0 0,0 1 1,0 0-1,1-1 0,0 2 1,1-1-1,-4 11 0,-2 14 341,0-1-1,3 1 1,1 1 0,-1 36-1,5-46-206,1 1-1,2-1 0,1 0 1,0 0-1,2 0 0,11 36 1,3-6 391,41 82 0,-52-122-981,0 1 0,1-1 1,1 0-1,0-1 1,1 0-1,0 0 0,1-1 1,0-1-1,27 19 0,-35-28-144,-1 0 0,1-1-1,0 1 1,0-1 0,0 0-1,0 0 1,-1-1 0,1 1-1,0-1 1,0 0 0,0 0-1,6 0 1,-1-1-1219,-1-1 0,1 0 0,11-4 0,-17 5 416,0 0-1,0-1 1,0 0 0,0 1 0,0-1 0,0 0-1,4-4 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5.854"/>
    </inkml:context>
    <inkml:brush xml:id="br0">
      <inkml:brushProperty name="width" value="0.035" units="cm"/>
      <inkml:brushProperty name="height" value="0.035" units="cm"/>
    </inkml:brush>
  </inkml:definitions>
  <inkml:trace contextRef="#ctx0" brushRef="#br0">96 11 11729,'21'-10'2009,"-29"11"621,-10 2-630,15-3 945,-6 15-1101,4-4-1541,1 0 0,0 0 0,1 0 0,0 1 0,-3 21 1,-1 7 98,5-28-305,-41 211 755,42-210-1178,1 1 1,0-1-1,1 1 1,4 22-1,-3-19-469,11-31-2500,-5 0 455,-1-1 1,6-17-1,-1-5-6266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6.559"/>
    </inkml:context>
    <inkml:brush xml:id="br0">
      <inkml:brushProperty name="width" value="0.035" units="cm"/>
      <inkml:brushProperty name="height" value="0.035" units="cm"/>
    </inkml:brush>
  </inkml:definitions>
  <inkml:trace contextRef="#ctx0" brushRef="#br0">233 97 5809,'14'-26'11299,"-16"25"-10385,-2-4-728,3 4-105,1 1 0,-1-1 1,1 0-1,-1 1 0,0-1 1,1 0-1,-1 1 0,0-1 1,1 1-1,-1-1 0,0 1 1,0-1-1,1 1 0,-1-1 1,0 1-1,0 0 0,0 0 1,0-1-1,0 1 0,0 0 1,1 0-1,-1 0 0,0 0 1,0 0-1,0 0 1,0 0-1,0 0 0,0 1 1,0-1-1,-1 1 0,-8 2 95,1 1 0,-1 1 1,1 0-1,-1 0 0,1 1 0,1 0 0,-1 1 0,1 0 0,1 0 0,-1 1 0,1 0 1,-8 10-1,-2 7 198,0 1 1,-24 53-1,37-71-236,1 0 1,0 0-1,0 0 0,1 0 1,0 0-1,1 1 0,0-1 0,0 1 1,1-1-1,0 1 0,0-1 0,1 1 1,0-1-1,3 12 0,-2-14-70,-1-1-1,2 0 1,-1 1-1,1-1 1,-1 0-1,2 0 1,-1 0-1,0 0 1,1-1-1,0 1 1,0-1 0,0 0-1,1 0 1,-1-1-1,1 1 1,0-1-1,0 0 1,0 0-1,0-1 1,1 0-1,6 3 1,4-1 14,0-1-1,0 0 1,1-1-1,-1 0 1,1-2 0,-1 0-1,1-1 1,-1 0 0,1-1-1,-1-1 1,0-1 0,0 0-1,0-1 1,24-12-1,-24 10-226,0-1 0,-1-1-1,0 0 1,-1-1-1,0-1 1,0 0-1,-1-1 1,-1 0 0,0-1-1,0 0 1,-1-1-1,-1-1 1,14-25-1,-20 33-28,-1-1-1,0 0 0,0 0 0,-1 0 0,1-1 1,-2 1-1,1 0 0,-1-1 0,-1 1 0,0-1 1,0 1-1,0-1 0,-1 1 0,0-1 0,-1 1 0,0-1 1,0 1-1,-1 0 0,0 0 0,0 0 0,-1 1 1,0-1-1,0 1 0,-1 0 0,0 0 0,0 0 1,-1 1-1,0-1 0,0 1 0,0 1 0,-1-1 0,0 1 1,0 1-1,0-1 0,-15-6 0,9 6 123,0 0 1,-1 1-1,1 0 0,-1 1 0,1 1 0,-1 0 0,-25 1 1,32 1 138,0 1 0,-1 0 0,1 0 0,0 0 0,0 1 0,0 0 1,0 1-1,1 0 0,-1 0 0,1 0 0,-1 1 0,1 0 0,0 0 1,1 0-1,-1 1 0,-7 8 0,6-6 134,1 1 0,0 0-1,0 1 1,1 0 0,0-1 0,1 1-1,0 1 1,0-1 0,1 1 0,-4 18 0,5-13 103,1 1 1,0 0 0,0 0 0,2-1 0,0 1 0,4 20 0,6 9 409,2-1-1,2 1 1,35 70 0,-7-25-136,-9-21-996,40 113-1,-63-137-1460,-11-44 1678,0 0 1,1 1-1,-1-1 0,0 1 1,0-1-1,0 1 1,0-1-1,0 1 1,0-1-1,0 0 0,-1 1 1,1-1-1,-1 1 1,1-1-1,-1 0 0,1 1 1,-1-1-1,0 0 1,1 0-1,-1 1 0,0-1 1,0 0-1,0 0 1,0 0-1,0 0 1,0 0-1,0 0 0,-2 1 1,-5 5-1012,-22 23-5534,7-5-4379</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7.888"/>
    </inkml:context>
    <inkml:brush xml:id="br0">
      <inkml:brushProperty name="width" value="0.035" units="cm"/>
      <inkml:brushProperty name="height" value="0.035" units="cm"/>
    </inkml:brush>
  </inkml:definitions>
  <inkml:trace contextRef="#ctx0" brushRef="#br0">13 24 6161,'-4'-8'2272,"0"16"179,-1 2 1520,8-12-3600,-1 0 1,1 1-1,0-1 1,0 1-1,0 0 1,0 0-1,0 0 1,0 0-1,0 0 1,0 1-1,1-1 1,-1 1-1,0 0 1,3 0-1,28-5 1273,-22 2-548,1 1 1,0-1-1,13 1 1,8-2 244,-30 4-1206,0 0 0,0 0 0,1 0-1,-1 0 1,0 1 0,0 0 0,0 0 0,0 0 0,0 0 0,0 0 0,0 1-1,5 2 1,-8-3-137,-1 0-1,1-1 1,0 1-1,0-1 0,0 1 1,-1 0-1,1 0 1,-1 0-1,1-1 1,0 1-1,-1 0 0,1 0 1,-1 0-1,0 0 1,1 0-1,-1 0 0,0 0 1,1 0-1,-1 0 1,0 1-1,0 30-655,-10 26-852,4-40 444,-14 29 0,15-37 828,1 0 0,-1 0 1,2 0-1,-1 1 1,1 0-1,1-1 0,0 1 1,0 14-1,2-23 376,0 0 1,0-1-1,0 1 0,0 0 1,0-1-1,1 1 0,-1-1 1,1 1-1,-1 0 0,1-1 1,0 1-1,0-1 0,-1 1 0,1-1 1,0 0-1,0 1 0,0-1 1,1 0-1,-1 0 0,0 0 1,0 0-1,1 0 0,-1 0 1,0 0-1,1 0 0,2 1 0,8 2 637,-1 0 1,1-1-1,19 2 0,9 3 393,-3 2-757,43 13 467,-71-20-819,0 1 1,-1 0-1,1 0 1,-1 1 0,0 0-1,10 9 1,-17-12-60,0-1 0,0 0 0,0 1 0,0-1 0,0 1 0,0-1 0,-1 1 0,1-1 0,-1 1 0,1 0 0,-1-1 0,0 1 0,0-1 0,1 1 0,-1 0 0,0-1 0,-1 1 0,1 0 0,0-1 0,0 1 0,-1 0 0,1-1 0,-1 1 0,1-1 0,-1 1 0,0-1 0,1 1 0,-1-1 0,0 1 0,-2 1 0,-2 5 0,0 0 0,-1 0 0,-1-1 0,-9 10 0,3-5-972,0 0 0,0-2 1,-1 1-1,-1-2 0,-27 14 0,32-18 47,1-2 0,-1 0 0,1 0 0,-1 0 0,0-1-1,0-1 1,0 0 0,0 0 0,-1-1 0,1 0 0,-14-3 0,-22-7-11926</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8.434"/>
    </inkml:context>
    <inkml:brush xml:id="br0">
      <inkml:brushProperty name="width" value="0.035" units="cm"/>
      <inkml:brushProperty name="height" value="0.035" units="cm"/>
    </inkml:brush>
  </inkml:definitions>
  <inkml:trace contextRef="#ctx0" brushRef="#br0">17 0 9669,'-1'2'872,"0"-1"-1,0 0 1,0 1 0,0-1 0,0 1 0,0 0-1,0-1 1,1 1 0,-1 0 0,0-1-1,0 3 1,0 36 1632,2-11-1126,-7 86 1264,18 201 1,-7-282-4136,14 44 0,-13-53-1421,-5-21-853</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9.044"/>
    </inkml:context>
    <inkml:brush xml:id="br0">
      <inkml:brushProperty name="width" value="0.035" units="cm"/>
      <inkml:brushProperty name="height" value="0.035" units="cm"/>
    </inkml:brush>
  </inkml:definitions>
  <inkml:trace contextRef="#ctx0" brushRef="#br0">47 276 13653,'1'0'111,"-1"0"-1,1 1 0,-1-1 1,1 0-1,-1 0 0,0 0 1,1 0-1,-1 0 1,1 1-1,-1-1 0,1 0 1,-1 0-1,0 1 0,1-1 1,-1 0-1,1 1 1,-1-1-1,0 0 0,0 1 1,1-1-1,-1 0 0,0 1 1,1-1-1,-1 1 1,0-1-1,0 1 0,0-1 1,0 1-1,1-1 0,-1 1 1,0-1-1,0 0 1,0 1-1,0-1 0,0 1 1,0-1-1,0 1 0,0-1 1,0 1-1,-1-1 1,1 1-1,0-1 0,0 1 1,0-1-1,0 1 0,-1-1 1,1 0-1,0 1 1,0-1-1,-1 1 0,1-1 1,-1 1-1,-2 5-453,-1 6 718,0 0 1,1 0-1,0 0 0,1 1 0,1-1 0,0 19 0,-2 7 139,0-8 81,-1 1 0,-2-1 0,-9 31 0,14-59 1873,1-3-2443,0-1 0,0 0 0,0 1 0,0-1 0,0 0 1,0 1-1,1-1 0,-1 1 0,1-1 0,-1 0 0,2-1 0,1-8 15,55-180-809,4-18-523,-55 174 1121,-2 0-1,3-58 1,-8 90 177,-1 7-89,0 10 136,1-1 1,0 0-1,1 1 1,0-1-1,1 0 1,1 1-1,4 14 1,3 1 617,0 0 1,18 32-1,-27-59-644,0 0 1,0 0-1,0 0 0,0 0 1,1 0-1,-1-1 0,0 1 1,1 0-1,-1-1 0,1 1 1,0-1-1,0 1 0,-1-1 1,1 0-1,0 0 0,0 0 1,0 0-1,0 0 0,0 0 0,1 0 1,-1-1-1,0 1 0,0-1 1,0 0-1,1 1 0,-1-1 1,0 0-1,0 0 0,1-1 1,-1 1-1,0 0 0,0-1 1,0 1-1,0-1 0,1 0 0,-1 0 1,0 1-1,0-1 0,2-2 1,5-2 0,-1 0 1,1-1-1,-1 0 1,0-1-1,-1 0 1,0 0-1,10-12 1,109-133 1318,-124 149-1323,-1 2 5,0-1 0,0 1-1,0 0 1,0 0-1,0 0 1,0 0 0,1 0-1,-1 0 1,0 0-1,0 1 1,3-2-1,-3 2-18,-1 0 0,1 0 0,0 0 0,0 1 0,0-1 0,0 0 0,-1 1 0,1-1 0,0 0 0,0 1 0,-1-1 0,1 1 0,0-1 0,-1 1 0,1 0-1,0-1 1,-1 1 0,1 0 0,-1-1 0,1 1 0,-1 0 0,1-1 0,-1 1 0,0 0 0,1 1 0,5 8 22,-1 1 0,-1-1 1,1 1-1,4 22 0,7 54-242,-6-28-357,31 98-3252,-29-123 512,16 33 0,-5-28-3048,5-9-3830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9.403"/>
    </inkml:context>
    <inkml:brush xml:id="br0">
      <inkml:brushProperty name="width" value="0.035" units="cm"/>
      <inkml:brushProperty name="height" value="0.035" units="cm"/>
    </inkml:brush>
  </inkml:definitions>
  <inkml:trace contextRef="#ctx0" brushRef="#br0">213 4 11717,'-7'-2'380,"0"2"0,0-1 0,0 1 0,0 0 0,0 0 0,0 1 1,0 0-1,0 0 0,0 1 0,0 0 0,0 0 0,1 0 0,-1 1 0,1 0 0,0 0 0,0 1 0,0 0 0,-7 6 0,2 0 225,0 2-1,1 0 1,1 0-1,0 0 1,1 1-1,-8 15 0,16-27-572,0-1-1,-1 0 0,1 0 1,0 1-1,-1-1 0,1 0 0,0 1 1,-1-1-1,1 0 0,0 1 1,0-1-1,-1 1 0,1-1 0,0 0 1,0 1-1,0-1 0,0 1 1,0-1-1,0 1 0,0-1 0,-1 1 1,1-1-1,0 0 0,0 1 0,1-1 1,-1 1-1,0-1 0,0 1 1,0-1-1,0 1 0,0-1 0,0 0 1,1 1-1,-1-1 0,0 1 1,0-1-1,1 0 0,-1 1 0,0-1 1,0 0-1,1 1 0,-1-1 1,0 0-1,1 1 0,-1-1 0,1 0 1,-1 0-1,0 0 0,1 1 0,0-1 1,2 2-5,2 1 163,0 0 0,1-1 0,-1 1 1,0-1-1,1-1 0,-1 1 0,1-1 0,-1 0 0,1 0 0,0-1 0,10 1 0,3-2 321,35-6 0,-49 6-550,0 0 1,0-1 0,0 1 0,0-1 0,0 0-1,0 0 1,-1-1 0,1 1 0,-1-1 0,0 0-1,0 0 1,0-1 0,0 1 0,0-1 0,-1 0-1,0 0 1,1 0 0,-1 0 0,-1 0 0,1-1-1,-1 0 1,0 1 0,0-1 0,0 0 0,0 0-1,-1 0 1,0 0 0,0 0 0,0 0 0,-1-7-1,0 11 16,0 1 0,0-1 0,0 0-1,0 0 1,0 1 0,0-1-1,0 0 1,0 1 0,0-1 0,0 0-1,-1 1 1,1-1 0,0 0-1,-1 1 1,1-1 0,0 0 0,-1 1-1,1-1 1,-1 1 0,1-1-1,-1 1 1,1-1 0,-1 1 0,1-1-1,-1 1 1,1 0 0,-1-1-1,0 1 1,1 0 0,-1-1 0,0 1-1,1 0 1,-1 0 0,0-1-1,1 1 1,-2 0 0,0 0-4,0 1 0,0-1 0,0 1-1,0-1 1,0 1 0,0-1 0,1 1 0,-1 0 0,-2 1 0,3-1 20,1 0 0,-1 0 0,1 0 1,0 0-1,-1 0 0,1 0 0,0 0 0,-1-1 1,1 1-1,0 0 0,0 0 0,0 0 0,0 0 1,0 0-1,0 0 0,0 0 0,0 0 0,1 0 1,-1 1-1,0 0 1,1 12 57,0 0 0,0 0 0,1-1 1,1 1-1,0-1 0,1 1 1,1-1-1,0 0 0,1 0 0,0-1 1,0 0-1,12 15 0,-13-20-288,0 0 0,1-1 0,0 0 0,0 0 0,0 0 0,1-1 0,-1 0 0,1 0 0,0-1 0,1 0 0,-1 0 0,1 0 0,0-1 0,0-1 0,0 1 0,0-1 0,0 0 0,1-1 0,-1 0 0,0-1 0,13 0 0,2-1-2623,-1-2 0,24-5 0,0-7-6664</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9.590"/>
    </inkml:context>
    <inkml:brush xml:id="br0">
      <inkml:brushProperty name="width" value="0.035" units="cm"/>
      <inkml:brushProperty name="height" value="0.035" units="cm"/>
    </inkml:brush>
  </inkml:definitions>
  <inkml:trace contextRef="#ctx0" brushRef="#br0">294 3 16718,'-41'-2'1976,"27"7"0,-3 16-244,-9 10-400,3-2-184,3 3-284,-3-1-292,2 1-252,4-3-456,6 2-332,-1 1-176,-2-3-344,5-18-300,1 1-652,-1 2-384,-5-20-3293,-1 0-4632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6:39.749"/>
    </inkml:context>
    <inkml:brush xml:id="br0">
      <inkml:brushProperty name="width" value="0.035" units="cm"/>
      <inkml:brushProperty name="height" value="0.035" units="cm"/>
    </inkml:brush>
  </inkml:definitions>
  <inkml:trace contextRef="#ctx0" brushRef="#br0">1 0 16490,'8'14'2832,"4"27"-444,8-21-332,3 6-404,0 2-368,6 4-267,5 3-201,1 2-192,-3 3-384,2-8-712,-2-6-840,-18-12-1221,6-8-615,-3 0-3337</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8.589"/>
    </inkml:context>
    <inkml:brush xml:id="br0">
      <inkml:brushProperty name="width" value="0.035" units="cm"/>
      <inkml:brushProperty name="height" value="0.035" units="cm"/>
    </inkml:brush>
  </inkml:definitions>
  <inkml:trace contextRef="#ctx0" brushRef="#br0">93 1 10073,'-6'36'8391,"1"20"-5233,-1 7-1842,-35 334 4356,33-299-4951,-11 208 762,11-196-1310,8-96-1158,1 1 1,0-1-1,1 0 1,0 0 0,7 19-1,-22-59-11687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8.980"/>
    </inkml:context>
    <inkml:brush xml:id="br0">
      <inkml:brushProperty name="width" value="0.035" units="cm"/>
      <inkml:brushProperty name="height" value="0.035" units="cm"/>
    </inkml:brush>
  </inkml:definitions>
  <inkml:trace contextRef="#ctx0" brushRef="#br0">23 73 6109,'-23'3'9243,"25"-1"-8344,17 14 744,-17-11-885,-5 21 219,2 0-1,0 0 0,6 47 0,20 81 989,-9-68-341,-13-51-968,-3-28-465,0 0 1,1 0-1,-1-1 0,1 1 0,1 0 0,4 12 1,-6-19-170,1 1 0,0-1 0,-1 1 0,1-1 0,0 1 0,0-1 0,0 1 0,-1-1 1,1 0-1,0 1 0,0-1 0,0 0 0,0 0 0,0 0 0,0 0 0,0 0 0,-1 0 1,1 0-1,0 0 0,0 0 0,0 0 0,0 0 0,1-1 0,1 1 42,5-2-20,-1 0 0,1 0 0,0-1 0,0 0 0,-1 0 0,1-1 0,-1 0 0,0 0 0,0 0 0,-1-1 0,8-6 0,10-11 67,29-34 0,-53 56-111,53-62 36,62-92-1,-21-3-2781,-92 154 2492,-1 0 0,1 1 0,-1-1 0,0 0 1,0 0-1,0 0 0,0 0 0,0 0 0,-1 0 0,1 0 0,-1 0 0,0 0 0,0 0 0,0-3 0,-10-12-3139,-9 2-3822,7 7-2194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9.792"/>
    </inkml:context>
    <inkml:brush xml:id="br0">
      <inkml:brushProperty name="width" value="0.035" units="cm"/>
      <inkml:brushProperty name="height" value="0.035" units="cm"/>
    </inkml:brush>
  </inkml:definitions>
  <inkml:trace contextRef="#ctx0" brushRef="#br0">306 16 6201,'0'0'6241,"1"-2"-4903,7-6-590,-3 2 4332,-13 10-2810,-3 2-2084,1 0 0,-22 6 0,-15 8 0,20-6-6,0 1 0,2 0-1,0 2 1,-38 34 0,18-12 797,46-36-846,-1-1 0,1 1 0,-1-1 1,1 1-1,0-1 0,0 1 0,3 4 1,-3-4-76,1 0 1,0 0 0,0-1 0,0 1 0,0 0 0,0-1-1,1 1 1,-1-1 0,1 0 0,0 0 0,-1 0 0,1 0-1,0-1 1,0 1 0,0-1 0,0 1 0,1-1 0,4 1-1,5 1-55,0 0-1,0-1 1,17 1-1,-21-3-154,0 1 1,0-2-1,0 1 0,1-1 0,9-3 0,-15 3 69,0 0 0,0 0-1,0-1 1,0 0-1,0 0 1,-1 0 0,1 0-1,0 0 1,-1-1-1,0 0 1,0 0 0,6-6-1,0-1 32,0 0 0,-1-1 0,-1 0-1,1 0 1,-2-1 0,0 0 0,0 0-1,-1-1 1,0 0 0,3-16 0,-5 14 227,-3 13-16,1 1 1,-1-1-1,1 0 1,-1 0-1,0 0 1,0 0-1,0 0 1,0 1-1,0-1 1,0 0-1,0 0 1,-1 0-1,1 0 1,-1 0 0,1 1-1,-1-1 1,0 0-1,1 1 1,-3-4-1,-2-5 209,4 8 483,-1 4-607,-1 5-154,0 0 0,1 0 0,0 0 0,0 0 0,1 0 0,-1 1 0,2-1 1,-1 0-1,1 13 0,-2 21 85,-3 26 52,7 106 0,0-63-122,-2-84 28,1 0 0,1 0 0,10 51 0,-4-28 470,-8-46-426,1-1-59,11 22 24,-10-21 126,-4-8-3290,-12-38 225,3 8-942,3 13-2193,-6-5-7793</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8.034"/>
    </inkml:context>
    <inkml:brush xml:id="br0">
      <inkml:brushProperty name="width" value="0.035" units="cm"/>
      <inkml:brushProperty name="height" value="0.035" units="cm"/>
    </inkml:brush>
  </inkml:definitions>
  <inkml:trace contextRef="#ctx0" brushRef="#br0">64 1 14085,'0'0'5515,"-1"2"-3910,-22 60 2599,16-41-3493,1 1 0,-5 34-1,3 7 337,1 66 0,7-120-1046,0 0 0,0 0 0,1 0 1,4 14-1,-1-7-251,-3-12-271,2-4-346,-1 0 685,0 0 0,0 0 0,0 0 0,0 0 0,-1 0 0,1-1 0,0 1 0,0-1 0,0 1 1,0-1-1,0 1 0,0-1 0,-1 0 0,3-1 0,-3 0-97,0 1 0,0-1 1,0 0-1,0 1 0,0-1 0,0 1 0,-1-1 0,1 0 1,0 0-1,-1 0 0,0 1 0,1-1 0,-1 0 1,0 0-1,0 0 0,0 0 0,0-2 0,-2-15-6239,-1 4-4235</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8.706"/>
    </inkml:context>
    <inkml:brush xml:id="br0">
      <inkml:brushProperty name="width" value="0.035" units="cm"/>
      <inkml:brushProperty name="height" value="0.035" units="cm"/>
    </inkml:brush>
  </inkml:definitions>
  <inkml:trace contextRef="#ctx0" brushRef="#br0">12 202 6549,'0'0'43,"0"0"0,-1 0 0,1 0-1,0 0 1,-1 0 0,1 0 0,0 0 0,-1 0 0,1 0 0,0 0 0,-1 0 0,1 0 0,-1 0 0,1 0 0,0 0 0,-1-1 0,1 1 0,0 0 0,-1 0 0,-3-14 16993,16 0-14781,-4 9-1818,0 1 0,0-1 0,0 1 0,0 1 0,0 0 0,1 0 0,-1 0 0,15-1 0,2-2 387,61-14-177,137-11 1,-188 27-632,166-16-16,91-11 0,-29 7 0,-224 21 19,-27 6-33,-3 0-84,-6-3-604,-6 1-1101,-33 10-7152,-43 6 1,48-12-322</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9.160"/>
    </inkml:context>
    <inkml:brush xml:id="br0">
      <inkml:brushProperty name="width" value="0.035" units="cm"/>
      <inkml:brushProperty name="height" value="0.035" units="cm"/>
    </inkml:brush>
  </inkml:definitions>
  <inkml:trace contextRef="#ctx0" brushRef="#br0">124 1 8989,'-10'1'651,"-1"1"262,1-2 4681,10 17-4630,0-7-796,-2 0 1,1 0-1,-1-1 1,0 1-1,-1-1 1,0 1-1,-1-1 1,-9 16-1,-6 19 442,9-12 118,1 1 0,2-1-1,-4 37 1,9-58-472,0 2 575,1 0 0,0 0 0,1 1 0,3 24-1,-3-37-745,0 0 0,1 1 0,-1-1 1,0 0-1,1 0 0,-1 0 0,1 0 0,0 0 0,-1 0 0,1 0 0,0 0 0,0 0 0,-1 0 0,1 0 0,0 0 0,0 0 0,0-1 0,0 1 0,0 0 0,3 1 0,-1-1 144,1 0-1,0 1 1,0-1 0,0 0 0,0-1-1,7 2 1,1-2 203,-1 0-1,1-1 1,-1 0 0,18-5 0,68-13 10,-49 10-332,52-16 1,-90 22-454,0 1 0,1 0 0,-1 0-1,0 2 1,1-1 0,10 1 0,-7 1-356,-11-3-579,-1 1 1,0 0-1,-1-1 0,1 0 1,0 1-1,0-1 0,-1 0 1,1 0-1,-1 0 0,2-2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9.484"/>
    </inkml:context>
    <inkml:brush xml:id="br0">
      <inkml:brushProperty name="width" value="0.035" units="cm"/>
      <inkml:brushProperty name="height" value="0.035" units="cm"/>
    </inkml:brush>
  </inkml:definitions>
  <inkml:trace contextRef="#ctx0" brushRef="#br0">81 12 13537,'4'-8'1831,"-7"5"103,-14 6 1027,9-1-2539,8-2-399,0 0 0,0 0 0,0 0 0,0 0 1,-1 0-1,1 0 0,0 0 0,0 0 0,0 0 1,0 0-1,0 0 0,-1 0 0,1 0 1,0 1-1,0-1 0,0 0 0,0 0 0,0 0 1,0 0-1,0 0 0,0 0 0,-1 0 0,1 1 1,0-1-1,0 0 0,0 0 0,0 0 0,0 0 1,0 0-1,0 1 0,0-1 0,0 0 1,0 0-1,0 0 0,0 0 0,0 0 0,0 1 1,0-1-1,0 0 0,0 0 0,0 0 0,0 0 1,-14 67 1452,8-44-942,-4 37 1,2 13 249,-8 157 902,16-213-1669,5 144-3095,-4-157 1301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39.910"/>
    </inkml:context>
    <inkml:brush xml:id="br0">
      <inkml:brushProperty name="width" value="0.035" units="cm"/>
      <inkml:brushProperty name="height" value="0.035" units="cm"/>
    </inkml:brush>
  </inkml:definitions>
  <inkml:trace contextRef="#ctx0" brushRef="#br0">391 0 9201,'-17'0'8013,"15"2"-7179,-9 12-424,2-1 0,-1 1 0,2 1 0,0 0 0,-8 21 0,-7 12 121,-30 51 563,5 3 0,-37 111-1,59-126-571,3 1-1,5 1 0,3 0 1,4 2-1,4-1 1,7 137-1,5-166-316,3 0-1,3 0 1,2-1-1,25 71 1,-20-84-106,1-2 0,3 0-1,1-1 1,2-1 0,54 69 0,-59-89-276,0-1 0,1-1 0,1-1 0,1-1 0,1-1 0,49 28 0,-49-33-721,1-2 0,0 0 0,1-1 0,37 8 0,94 15-9178,-76-25-721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0.329"/>
    </inkml:context>
    <inkml:brush xml:id="br0">
      <inkml:brushProperty name="width" value="0.035" units="cm"/>
      <inkml:brushProperty name="height" value="0.035" units="cm"/>
    </inkml:brush>
  </inkml:definitions>
  <inkml:trace contextRef="#ctx0" brushRef="#br0">0 0 11161,'16'23'8838,"8"4"-4969,-15-19-3355,-2 0 0,14 17 0,5 18 745,-1 1 0,-1 1 0,26 77 0,33 153 863,-56-158-2027,-6 1 0,-4 1 0,1 215 0,-23-139-1121,-48 302-1,38-412-1596,-28 92 0,25-121-2667,-25 54 0,8-30-6795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41.299"/>
    </inkml:context>
    <inkml:brush xml:id="br0">
      <inkml:brushProperty name="width" value="0.035" units="cm"/>
      <inkml:brushProperty name="height" value="0.035" units="cm"/>
    </inkml:brush>
  </inkml:definitions>
  <inkml:trace contextRef="#ctx0" brushRef="#br0">534 25 5364,'4'4'639,"4"6"-28,-6-4 3168,13-12-1185,-7 3 6832,-25 0-9399,0 0 1,1 2-1,-34 1 0,-3-1-42,-53-4 55,30 2 243,58 2-124,10 1 116,0-1-1,0 0 1,0 0-1,0-1 0,0 1 1,-14-7-1,21 8-159,-1-1 0,0 0-1,0 0 1,0 1 0,0-1 0,0 1-1,1 0 1,-1-1 0,0 1 0,0 0-1,0 0 1,0 0 0,0 0-1,0 1 1,-3 0 0,4-1-64,0 1 1,0-1-1,0 1 1,0 0-1,0-1 1,0 1-1,0 0 1,0 0-1,0 0 1,1 0-1,-1 0 1,0 0-1,1 0 1,-1 0-1,0 0 1,1 0-1,-1 0 1,0 2-1,0 5 59,-1 0-1,1-1 1,1 1-1,-1 0 1,1 0-1,2 8 1,-2-2 87,-9 371 1871,-23-1-1316,-3 52-356,15 60-135,33 1-101,-9-444-126,1 29 102,4 0 0,28 121 0,-32-188-136,0 0 0,0 0 0,1-1 0,1 1 0,1-2 0,12 19 0,-14-23 0,2-1 0,-1 1 0,1-2 0,1 1 0,-1-1 0,1 0 0,0-1 0,1 0 0,15 7 0,11 2 0,0-2 0,1-2 0,49 9 0,-71-17 0,-2 0-43,-4-1-347,-1 0 0,1 0 0,12 0 0,-20-2 289,-1 0 0,1 0 0,-1 0 0,0 0 0,1 0 0,-1 0 0,1 0 0,-1 0 0,1 0 0,-1 0 0,0 0 0,1 0 0,-1 0 0,1 0 0,-1 0 0,0 0 0,1-1 0,-1 1 0,0 0 0,1 0 0,-1 0 0,0-1 0,1 1 0,-1 0 0,0 0 0,1-1 0,-1 1 0,0 0 0,1-1 0,-8-9-2974,-24-11-5592,-3 4-4741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0.623"/>
    </inkml:context>
    <inkml:brush xml:id="br0">
      <inkml:brushProperty name="width" value="0.035" units="cm"/>
      <inkml:brushProperty name="height" value="0.035" units="cm"/>
    </inkml:brush>
  </inkml:definitions>
  <inkml:trace contextRef="#ctx0" brushRef="#br0">31 0 13469,'0'0'4688,"-2"2"-2592,0 0-1810,-1-1 1,1 1 0,0 1-1,0-1 1,0 0 0,1 0-1,-1 1 1,0-1 0,1 1-1,-1-1 1,1 1 0,0 0-1,0-1 1,0 1 0,0 0-1,1 0 1,-1 0 0,1 0-1,0 3 1,-1 9 377,0 0 0,3 22 0,0-22-439,2 49 856,21 212 982,-19-236-2271,-4-16-1632,2-1 0,7 26-1,-10-48 1094,0 1-1,0 0 1,0-1-1,0 1 1,0-1-1,0 0 1,0 1 0,0-1-1,0 0 1,1 0-1,2 2 1,0 0-3326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0.906"/>
    </inkml:context>
    <inkml:brush xml:id="br0">
      <inkml:brushProperty name="width" value="0.035" units="cm"/>
      <inkml:brushProperty name="height" value="0.035" units="cm"/>
    </inkml:brush>
  </inkml:definitions>
  <inkml:trace contextRef="#ctx0" brushRef="#br0">0 64 11953,'1'-2'1037,"0"0"1,0 0-1,0 1 0,1-1 0,-1 1 1,0-1-1,1 1 0,-1 0 0,1-1 1,-1 1-1,3-1 0,22-8 3903,-14 9-4284,1-1 0,20 2 0,-22 0 514,224-8-880,-229 8-291,75-3 1,-41 5-521,-55-13-6328,-2 3-1440,-12 4-5835</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1.264"/>
    </inkml:context>
    <inkml:brush xml:id="br0">
      <inkml:brushProperty name="width" value="0.035" units="cm"/>
      <inkml:brushProperty name="height" value="0.035" units="cm"/>
    </inkml:brush>
  </inkml:definitions>
  <inkml:trace contextRef="#ctx0" brushRef="#br0">46 11 14657,'0'-1'65,"0"1"-1,0 0 1,0-1-1,0 1 1,0-1 0,0 1-1,0 0 1,0-1-1,0 1 1,0 0-1,0-1 1,-1 1-1,1-1 1,0 1-1,0 0 1,0-1-1,-1 1 1,1 0-1,0 0 1,0-1 0,-1 1-1,1 0 1,0-1-1,-1 1 1,1 0-1,0 0 1,0 0-1,-1-1 1,1 1-1,-1 0 1,1 0-1,0 0 1,-1 0 0,1 0-1,0 0 1,-1 0-1,1 0 1,-1-1-1,1 1 1,-1 1-1,-12 7 1802,10-5-1625,0-1 776,-5 148 2684,3-105-2961,2 0 1,3 0-1,5 49 1,-1-50-364,-4-32-300,0-1 1,1 1-1,1-1 0,-1 0 1,2 1-1,0-1 1,0 0-1,1-1 0,0 1 1,10 16-1,-10-22-342,0 1-1,1-1 1,0 0 0,9 7 0,13 4-3866,-16-26-4793,-2-2-2029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1.825"/>
    </inkml:context>
    <inkml:brush xml:id="br0">
      <inkml:brushProperty name="width" value="0.035" units="cm"/>
      <inkml:brushProperty name="height" value="0.035" units="cm"/>
    </inkml:brush>
  </inkml:definitions>
  <inkml:trace contextRef="#ctx0" brushRef="#br0">394 0 12073,'-18'5'-299,"8"-3"1491,1 1 1,-1 0-1,1 0 0,0 1 1,0 0-1,-12 8 1,-22 22 28,-48 51 0,11-10-178,5 4 1079,74-77-2057,0-1 0,0 1 1,0 0-1,0-1 1,1 1-1,-1 0 0,0 0 1,1 0-1,-1-1 1,1 1-1,0 0 0,-1 2 1,1-1 56,20 0 256,-10-3-317,1 0 0,0-1-1,-1 0 1,1 0 0,-1-1 0,14-5 0,61-25-166,-59 20-170,-18 9 122,-1 0 0,0-1-1,0 0 1,0 0 0,-1-1-1,1 0 1,-1 0-1,0 0 1,-1-1 0,1 0-1,4-7 1,-3 2 420,-1 1 0,-1 0 1,1-1-1,-2 0 0,0-1 1,5-18-1,-8 28 1045,-1-1-720,2-29 401,-2 30-226,0 5-347,0 107 123,0 107 442,-3-144-1337,1-55 97,1-1 1,1 1 0,0-1-1,1 1 1,1-1 0,4 18-1,9 28-5256,-13-54 4266,-1-3-2766</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7:52.266"/>
    </inkml:context>
    <inkml:brush xml:id="br0">
      <inkml:brushProperty name="width" value="0.035" units="cm"/>
      <inkml:brushProperty name="height" value="0.035" units="cm"/>
    </inkml:brush>
  </inkml:definitions>
  <inkml:trace contextRef="#ctx0" brushRef="#br0">0 136 13417,'0'0'9778,"3"-2"-8361,5-4-915,1 0 0,0 1 0,0 0-1,0 1 1,1 0 0,-1 1 0,12-3 0,77-14 1368,-69 15-1440,97-20 286,-45 8-154,87-7 0,-138 21-562,1 2 0,-1 1 0,35 5 0,-55-4 0,0 1 0,0 0 0,-1 1 0,1 0 0,-1 0 0,0 1 0,0 1 0,0-1 0,0 1 0,-1 1 0,0 0 0,0 0 0,11 11 0,-9-5 0,1 1 0,-2 1 0,1 0 0,-2 0 0,0 0 0,-1 1 0,6 16 0,30 114 0,-38-128 0,28 122 0,-6 2 0,-6 1 0,5 256 0,-35-44 0,-32-3 0,36-323 0,-23 109 0,21-108 0,-2-1 0,-20 46 0,25-65 0,-2 0 0,1 0 0,-2-1 0,1 1 0,-1-1 0,0-1 0,0 1 0,-1-1 0,0-1 0,-1 0 0,1 0 0,-1 0 0,0-1 0,-1 0 0,1-1 0,-1 0 0,-16 4 0,21-7-242,-1 0 1,0 0-1,1-1 1,-1 0-1,1 0 1,-1-1-1,0 1 1,1-1-1,-1 0 1,1-1-1,-10-3 1,0-1-1619,0-1 0,-24-16 1,4-3-6029,-2-2-5530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29:57.908"/>
    </inkml:context>
    <inkml:brush xml:id="br0">
      <inkml:brushProperty name="width" value="0.035" units="cm"/>
      <inkml:brushProperty name="height" value="0.035" units="cm"/>
    </inkml:brush>
  </inkml:definitions>
  <inkml:trace contextRef="#ctx0" brushRef="#br0">787 136 8881,'8'-2'-594,"4"-1"6072,-12 4-5377,0-1 0,0 0 1,0 0-1,0 1 0,0-1 0,0 0 0,0 0 1,0 1-1,0-1 0,0 0 0,0 0 1,0 1-1,0-1 0,0 0 0,-1 0 0,1 1 1,0-1-1,0 0 0,0 0 0,0 0 1,0 1-1,0-1 0,-1 0 0,1 0 0,0 0 1,0 1-1,0-1 0,0 0 0,-1 0 1,1 0-1,0 0 0,0 0 0,-1 0 0,1 1 1,0-1-1,0 0 0,-1 0 0,1 0 1,0 0-1,-1 0 0,-13 7 6647,-9-6-5406,-1 0-925,-159 48 617,-10 5-381,182-50-623,1-1 0,0 1-1,0 1 1,0 0 0,0 0-1,-10 8 1,-51 44-11,53-41-33,4-4 31,2 0-1,-1 1 1,2 1 0,0 0 0,0 1-1,2 0 1,-1 0 0,-8 23 0,3 0 32,1 1 1,-12 60-1,1 2-1,24-94-48,-1 0-1,1 0 1,1 0-1,-1 0 1,1 0-1,0 0 1,2 11-1,0 14 37,1 6-35,8 44-1,-8-66 5,1 0 1,0 0-1,2-1 1,-1 0-1,2 0 1,0 0-1,11 17 1,3-1 66,48 52 1,-53-64-33,1-1 0,1 0 1,0-2-1,2 0 1,0-1-1,31 18 0,238 102-4,-275-129-33,25 9 30,49 13 1,-2-8-25,0-3 1,2-4-1,132 3 1,341-39 24,89-26-47,-64 6-35,-220 22 43,735-10 59,-716 18-104,-112-21 60,17-5 23,-251 35-62,310-45 81,-322 43-32,1-2 1,43-17-1,-57 18-19,0 0 0,-1-1 0,1 0 0,-2 0 0,1-2 0,15-14 0,10-12-9,-27 27 38,-1 0 0,0-1 0,0 0 0,-1-1 0,0 0 0,0-1 0,12-24 0,-19 31-13,0 0 1,-1-1-1,1 1 1,-1-1-1,-1 0 1,1 1-1,-1-1 1,0 0-1,0 1 1,0-1-1,-1 0 1,0 1-1,0-1 1,0 0 0,-1 1-1,0 0 1,0-1-1,-1 1 1,1 0-1,-4-5 1,-8-13-2,-2 1 1,0 1 0,-21-22-1,6 8 2,-79-112 583,95 129-531,-1 2 1,-1 0-1,0 0 1,-35-23-1,-85-40 75,85 56 10,-1 1 0,-60-14 0,33 10 9,-55-14 46,-169-29 0,173 43-77,-145-23 247,64 19-380,-76-6 0,77 14 0,-31-21 0,215 38 0,-34 0 0,-2-1 0,-54-8 0,-77-11 0,136 18 0,0 2 0,-86 4 0,77 2 0,-205 10 0,98-2 0,-93 6 0,-370 44 0,490-36 0,-212 35 0,32 3 0,325-61 0,0 1 0,0 0 0,0-1 0,0 1 0,-1-1 0,1 0 0,0 0 0,0 0 0,0 0 0,0 0 0,0 0 0,-3-1 0,3 0 0,-1 1 0,1 0 0,-1 0 0,1 0 0,-1 0 0,1 0 0,0 1 0,-1-1 0,1 1 0,-1-1 0,-3 3 0,-267 60 0,250-56-113,19-3-327,2-1-242,0-1-413,-4 3 987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0.140"/>
    </inkml:context>
    <inkml:brush xml:id="br0">
      <inkml:brushProperty name="width" value="0.035" units="cm"/>
      <inkml:brushProperty name="height" value="0.035" units="cm"/>
    </inkml:brush>
  </inkml:definitions>
  <inkml:trace contextRef="#ctx0" brushRef="#br0">32 164 6533,'0'0'10383,"-3"-1"-8997,-23-13 1095,23 12 226,3 1-2526,0-1 0,1 1 0,-1 0 0,0-1 0,1 1 0,-1 0-1,1-1 1,-1 1 0,1 0 0,0-1 0,0 1 0,-1 0 0,1 0 0,0 0 0,0 0 0,0 0 0,0 0-1,0 0 1,0 0 0,1 0 0,-1 0 0,0 1 0,0-1 0,0 0 0,3 0 0,38-10 1050,-30 9-724,159-32 911,245-15-1,-306 42-1417,62-7 0,-161 14 0,-12 6 0,-11 5 0,12-11 0,-15 11-36,-1-1 0,0-1 0,0 0 1,-1-1-1,0-1 0,-21 6 0,-112 24-421,124-32 386,-50 9 227,0-3 0,-133 1 0,151-19 155,34 6-311,13-2 0,17-2 0,17-4 0,-4 4 0,1 0 0,0 1 0,0 1 0,29 0 0,80 6 0,-80 6-1058,-43-7 686,0-1 0,0 1 0,0-1 0,0 0 0,0 0 0,0-1 0,0 0 0,0 0 0,0 0 0,11-3 0,5-4-3639,-5 3-3753,0 0-5094</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0.860"/>
    </inkml:context>
    <inkml:brush xml:id="br0">
      <inkml:brushProperty name="width" value="0.035" units="cm"/>
      <inkml:brushProperty name="height" value="0.035" units="cm"/>
    </inkml:brush>
  </inkml:definitions>
  <inkml:trace contextRef="#ctx0" brushRef="#br0">47 48 7913,'-18'-26'12622,"5"5"-7431,11 24-5026,0 0 0,0 1-1,1-1 1,-1 0 0,1 1 0,0 0 0,0-1 0,0 1 0,0 0 0,0 0 0,1-1 0,0 5 0,4 48 489,0-27-279,6 183 1353,6 68-785,-3 110-1086,-13-355-1216,0 1 0,3-1 0,10 58-1,-13-89 529,1-1-1,-1 1 0,1-1 1,-1 1-1,0 0 1,-1-1-1,1 1 0,-1-1 1,1 1-1,-1 0 0,-1 3 1,0-2-1735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1.206"/>
    </inkml:context>
    <inkml:brush xml:id="br0">
      <inkml:brushProperty name="width" value="0.035" units="cm"/>
      <inkml:brushProperty name="height" value="0.035" units="cm"/>
    </inkml:brush>
  </inkml:definitions>
  <inkml:trace contextRef="#ctx0" brushRef="#br0">3 208 5961,'-1'1'219,"1"-1"1,0 1-1,-1 0 1,1 0 0,0 0-1,0 0 1,0-1 0,0 1-1,-1 0 1,1 0 0,0 0-1,1 0 1,-1 0-1,0-1 1,0 1 0,0 0-1,0 0 1,1 0 0,-1 0-1,0-1 1,1 1 0,-1 0-1,1 0 1,-1-1-1,1 1 1,-1 0 0,1-1-1,-1 1 1,2 0 0,24 12 1618,-11-6-317,-14-6-1414,0 0 1,0 0 0,0 0-1,-1 0 1,1 0 0,0 0-1,0 0 1,-1 0 0,1 0-1,-1 0 1,1 0 0,-1 0-1,0 0 1,1 0 0,-1 1-1,0 1 1,2 4 227,1 1-151,4 9 555,-1 1-1,5 23 1,27 111 1256,-33-133-1792,1-1-1,1 1 0,1-1 0,0 0 0,1-1 1,1 0-1,1 0 0,0-1 0,18 20 1,-21-27 185,0-1 1,1 0-1,13 9 1,-20-16-293,1 1 1,0 0 0,0-1-1,0 1 1,0-1 0,0 0-1,0 0 1,1 0-1,-1 0 1,0-1 0,0 1-1,1-1 1,-1 0 0,0 0-1,1 0 1,-1 0 0,4-1-1,7-4 45,0 1 0,-1-2 0,1 0 0,-1-1-1,0 0 1,0 0 0,-1-2 0,0 0 0,-1 0 0,0-1 0,0 0-1,-1-1 1,-1 0 0,13-19 0,0-3-31,-2 0 0,-2-2 0,-1 0 0,17-53 0,-21 48-492,15-68 0,-25 91-121,-1 0-1,0 0 0,-1 1 0,-1-1 0,0 0 0,-6-33 0,4 44 82,1 1 0,-1-1 0,0 0 0,0 1 0,-1 0 0,1-1 1,-1 1-1,-1 0 0,1 0 0,-6-5 0,6 7-550,0-1 0,-1 1 0,0 0 0,0 1 0,0-1 0,0 1 0,-8-4 1,-19-4-9786</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1.939"/>
    </inkml:context>
    <inkml:brush xml:id="br0">
      <inkml:brushProperty name="width" value="0.035" units="cm"/>
      <inkml:brushProperty name="height" value="0.035" units="cm"/>
    </inkml:brush>
  </inkml:definitions>
  <inkml:trace contextRef="#ctx0" brushRef="#br0">61 449 7901,'-19'32'5642,"-2"23"-2858,16-42-2025,1 1-351,0-1 1,1 0-1,1 1 0,0-1 0,1 1 0,1 27 0,0-24 76,1-1-237,0 0 0,1-1 0,0 0-1,1 1 1,9 25 0,-11-39-223,-1 0 1,1 0-1,0 0 1,0 0-1,0-1 1,0 1-1,0 0 1,1-1-1,-1 1 1,0-1-1,1 1 1,-1-1-1,1 0 1,0 0-1,-1 1 0,1-1 1,0 0-1,0-1 1,-1 1-1,1 0 1,0 0-1,0-1 1,0 1-1,0-1 1,0 0-1,0 1 1,0-1-1,0 0 1,0 0-1,0 0 1,0-1-1,0 1 0,0 0 1,0-1-1,0 1 1,0-1-1,0 0 1,0 1-1,0-1 1,-1 0-1,1 0 1,3-3-1,7-6-5,0 0 1,-1-2-1,0 1 1,0-1-1,-1-1 0,-1 0 1,0 0-1,-1-1 0,-1 0 1,11-26-1,-1-6-9,-3 0-1,12-62 1,-17 57-23,-2 0-1,1-80 1,-8 127 11,0 8-49,2 8 65,7 36 73,-8-45-52,0 0 0,0 0 1,0 0-1,1 0 1,-1 0-1,1 0 1,0 0-1,0-1 1,0 1-1,0-1 1,0 1-1,1-1 1,2 2-1,-2-1 23,1-1-1,-1 0 0,1 0 1,-1-1-1,1 1 0,0-1 1,-1 1-1,1-1 1,0 0-1,0-1 0,0 1 1,0-1-1,0 0 0,0 0 1,6 0-1,-4-1-21,0-1 0,-1 1 1,1-1-1,-1 0 0,1-1 0,-1 1 0,0-1 1,0 0-1,8-6 0,-1-1 2,-1-1-1,-1 0 1,0 0 0,0-1 0,-1 0-1,0-1 1,9-18 0,-4 3 253,17-48 1,-28 66-93,0 0 0,0 0 0,-1-1 0,0 1 0,-1 0 0,0-1 0,-1 1 0,-1-17 1,16 145 136,10 52-260,19-22-1377,-19-72-328,7 9-1953,-7-30-4218,-5-17-2979</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2.264"/>
    </inkml:context>
    <inkml:brush xml:id="br0">
      <inkml:brushProperty name="width" value="0.035" units="cm"/>
      <inkml:brushProperty name="height" value="0.035" units="cm"/>
    </inkml:brush>
  </inkml:definitions>
  <inkml:trace contextRef="#ctx0" brushRef="#br0">142 97 14225,'0'0'3265,"3"-1"-1926,60-15 3150,-59 15-4008,1 0-1,-1-1 1,0 0-1,1 0 1,-1 0 0,0 0-1,0-1 1,6-4-1,-2 1-132,-5 5 92,-2-2-90,8-21 110,-9 24-460,0-1 0,-1 0 0,1 0 0,-1 0 0,1 0 0,-1 1 0,1-1 0,-1 0 0,1 1 0,-1-1 0,0 0 0,0 1 0,1-1 0,-1 1 0,0-1 0,0 1 0,0-1 0,-1 0 0,2 1-6,-3-2-26,1 1 0,-1 0-1,0 0 1,1-1 0,-1 1-1,0 1 1,0-1-1,0 0 1,0 1 0,0 0-1,0-1 1,0 1 0,0 0-1,1 0 1,-1 1 0,0-1-1,-5 2 1,-2 1-108,0 0 1,0 1-1,-17 9 1,24-11 122,-21 10-197,-30 21 0,48-28 191,0-1 0,0 1 0,1-1 0,0 2 0,-1-1 0,2 0 0,-1 1 0,1 0 0,-1 0 0,-5 12 0,10-16 21,-1 1 1,0-1 0,1 0 0,-1 0 0,1 1 0,0-1-1,-1 0 1,1 1 0,0-1 0,0 0 0,1 0 0,-1 1-1,0-1 1,1 0 0,0 0 0,-1 1 0,1-1 0,1 3-1,0-2 9,1 1-1,-1-1 1,1 0-1,0 0 1,-1 0 0,1 0-1,1 0 1,-1-1-1,6 4 1,1 0-51,1 0 1,0-1 0,0-1 0,0 0 0,1 0 0,17 2 0,-5-2-574,1-1 0,0-2 1,-1-1-1,1 0 0,0-2 1,29-6-1,-21 1-3113,1-1 0,32-14-1,-20 4-4915</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2.839"/>
    </inkml:context>
    <inkml:brush xml:id="br0">
      <inkml:brushProperty name="width" value="0.035" units="cm"/>
      <inkml:brushProperty name="height" value="0.035" units="cm"/>
    </inkml:brush>
  </inkml:definitions>
  <inkml:trace contextRef="#ctx0" brushRef="#br0">234 694 11933,'-15'5'492,"-55"20"2794,63-21-2951,-1 0 1,1 0-1,0 0 0,0 1 1,0 0-1,-11 12 0,8-8-164,0 1 0,1 1 1,0 0-1,1 0 0,1 1 0,-1-1 0,2 2 0,0-1 0,-6 16 0,12-26-153,-1-1 1,1 0-1,0 1 0,-1-1 0,1 1 1,0-1-1,0 0 0,0 1 0,0-1 1,0 1-1,0-1 0,0 0 0,1 1 1,-1-1-1,0 0 0,1 1 0,-1-1 0,1 0 1,0 1-1,-1-1 0,1 0 0,0 0 1,0 0-1,-1 1 0,1-1 0,0 0 1,0 0-1,0-1 0,1 1 0,-1 0 1,0 0-1,0 0 0,0-1 0,1 1 1,-1 0-1,0-1 0,0 1 0,1-1 0,-1 0 1,1 1-1,-1-1 0,0 0 0,1 0 1,-1 0-1,1 0 0,-1 0 0,0 0 1,1 0-1,-1-1 0,0 1 0,1 0 1,2-2-1,16-4 102,1-2 1,-1 0-1,0-1 0,-1-1 1,0-1-1,0-1 0,25-21 1,-23 14 8,0-1 0,-1 0 0,-1-2 0,-2 0 0,20-32 0,-15 18-25,-3-2-1,-1 0 1,-2-1 0,-1-1-1,-2 0 1,-2-1-1,11-81 1,-20 102-62,-1 0 1,0 0-1,-2 0 0,-4-32 0,3 39-43,-1 0 0,-1 1 0,1 0 0,-2 0 0,0 0 0,0 0 0,-1 1 0,-8-11-1,13 19 5,-1 0 0,0 1 0,0-1-1,0 1 1,0 0 0,0 0 0,0-1-1,0 1 1,-1 1 0,1-1 0,-1 0-1,1 1 1,-1-1 0,0 1 0,1 0-1,-1-1 1,0 2 0,0-1 0,0 0-1,0 0 1,0 1 0,0 0 0,0-1-1,0 1 1,0 1 0,0-1-1,0 0 1,0 1 0,0-1 0,0 1-1,0 0 1,0 0 0,0 0 0,0 0-1,-4 3 1,-1 1 63,2 0-1,-1 0 1,0 0-1,1 1 0,0 0 1,1 0-1,-1 1 1,1-1-1,0 1 1,1 0-1,-7 14 1,3 1 247,1 1 1,1 0 0,1 0-1,1 0 1,1 0-1,1 43 1,2-34-71,2 0 0,2 0 0,1 0 0,1-1 0,1 0 0,19 48-1,-19-61-186,1 0-1,1-1 0,0 0 0,2 0 0,-1-1 0,2 0 0,0-1 0,1 0 1,1-1-1,0-1 0,1 0 0,16 11 0,-26-20-199,0-1 0,0 0 0,0-1 0,1 1 0,-1-1 0,1 0 0,-1 0 0,1-1-1,0 0 1,0 0 0,-1 0 0,1 0 0,0-1 0,0 0 0,0-1 0,0 1 0,-1-1 0,1 0 0,0 0 0,0-1 0,-1 0 0,1 0 0,-1 0 0,0-1-1,1 1 1,-1-1 0,0 0 0,8-8 0,6-9-935,-1 0-1,-1-1 1,-1-1-1,26-47 1,8-11 672,-47 76 1339,-1 8-365,2 2-376,-1 1 1,0-1-1,0 1 1,0 0-1,0 0 1,-1 0-1,-1 0 1,1 0 0,0 13-1,0 10 284,0 13 9,9 50 1,-11-87-786,1 1 0,-1 0 0,0 0 1,0 0-1,0-1 0,-1 1 1,0 0-1,-3 9 0,-11-23-7949,0-2-1685</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3.584"/>
    </inkml:context>
    <inkml:brush xml:id="br0">
      <inkml:brushProperty name="width" value="0.035" units="cm"/>
      <inkml:brushProperty name="height" value="0.035" units="cm"/>
    </inkml:brush>
  </inkml:definitions>
  <inkml:trace contextRef="#ctx0" brushRef="#br0">247 397 11109,'-97'11'3649,"90"-9"-3560,-1 0 0,1 1-1,0 0 1,0 0 0,0 1 0,0 0 0,1 0-1,-1 1 1,1-1 0,0 1 0,1 1 0,-1-1 0,1 1-1,-5 6 1,1 1 425,0 0 1,1 1-1,1 0 0,-8 18 1,14-30 127,13 10 481,-10-11-1077,-1 0 0,0 0 0,1 0 1,0 0-1,-1 0 0,1 0 0,0 0 1,-1-1-1,1 1 0,0 0 1,0-1-1,-1 0 0,1 1 0,0-1 1,0 0-1,0 0 0,0 0 0,-1 0 1,5-1-1,39-12 425,-26 6-311,7-2-20,-1-2 0,0 0 0,-1-2 0,41-28-1,80-74 209,-137 108-337,-6 5-8,1-1 0,-1 1 0,0-1 0,0 0 0,0 0 0,-1 0-1,1 0 1,-1 0 0,1 0 0,-1 0 0,0 0 0,0-1 0,-1 1 0,1-1-1,-1 1 1,1 0 0,-1-1 0,0 1 0,0-1 0,-1 1 0,1 0-1,-1-1 1,-1-4 0,1 7-11,-1-1-1,0 1 0,1 0 1,-1 0-1,0 0 1,1 0-1,-1 0 1,0 0-1,0 0 0,0 0 1,-2 0-1,3 1-3,-2-1 7,0 1-1,0-1 1,0 1-1,0-1 0,0 1 1,0 0-1,0 1 1,0-1-1,0 0 0,0 1 1,-4 0-1,2 0-7,-32 8-22,33-8 149,7 1-75,-1 1-19,-1-1 0,1-1 1,0 1-1,0 0 0,0 0 1,0-1-1,0 1 0,0-1 0,1 1 1,-1-1-1,0 0 0,1 0 1,-1 0-1,1 0 0,-1 0 0,1-1 1,-1 1-1,1-1 0,-1 0 1,1 0-1,0 0 0,4 0 0,41-7 10,-1-2 0,0-1 0,52-20 0,-77 23-123,52-20-462,-73 27 562,0 0 0,0 0 0,0-1 0,0 1 0,0 0 0,0-1 0,0 1 0,-1 0 1,1-1-1,0 0 0,0 1 0,0-1 0,0 1 0,-1-1 0,1 0 0,0 0 0,-1 1 0,1-1 0,0 0 1,-1 0-1,1 0 0,-1 0 0,1 1 0,-1-1 0,0 0 0,1 0 0,-1 0 0,0 0 0,0 0 0,1 0 0,-1 0 1,0 0-1,0 0 0,0 0 0,0 0 0,-1 0 0,1-1 0,0 1 0,0 1 0,0-1 0,-1 0 0,1 0 1,-1 0-1,1 0 0,-1-1 0,-1-4 176,2 4 81,5-12 406,0 6-485,1-1 0,0 1 0,0 0 0,1 0 0,0 1 0,0 0 0,14-11 0,-8 6-29,66-57 240,-78 67-404,2 2 25,0 0 0,-1 1 0,1-1-1,-1 0 1,1 1 0,-1-1 0,1 1-1,-1 0 1,1 0 0,-1 0 0,0 0-1,1 0 1,-1 0 0,0 1 0,0-1-1,0 1 1,0 0 0,0-1 0,2 3-1,0 2 43,0 1-1,0-1 1,0 1-1,-1 0 1,3 8-1,7 15 128,-1-6-123,-2-2-171,1 0 0,1 0 0,1-1 0,1-1 0,21 25-1,-32-43-183,0 1 1,0-1-1,0 0 0,0 0 0,0 0 0,0 0 0,1 0 0,4 1 0,11-1-2823,-18-2 2622,0 0 1,0-1-1,0 1 1,0 0-1,0-1 1,0 1-1,0-1 1,0 1-1,0-1 0,0 0 1,0 1-1,0-1 1,-1 0-1,2-1 1,16-21-10118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04.500"/>
    </inkml:context>
    <inkml:brush xml:id="br0">
      <inkml:brushProperty name="width" value="0.035" units="cm"/>
      <inkml:brushProperty name="height" value="0.035" units="cm"/>
    </inkml:brush>
  </inkml:definitions>
  <inkml:trace contextRef="#ctx0" brushRef="#br0">5077 58 6821,'-2'-1'161,"-1"0"1,1 0 0,-1 0 0,1 0-1,-1 0 1,1 1 0,-1-1 0,0 1 0,1-1-1,-1 1 1,0 0 0,1 0 0,-1 1-1,0-1 1,1 0 0,-1 1 0,1 0-1,-4 0 1,4 0 2622,-19-1 382,-37 5 0,15-1-1699,-111 3-54,-241-20 0,96-4-1215,72 5-73,-543-16 576,585 38-524,1 8 0,-275 64 0,350-54-187,-132 53 0,-99 60 67,268-109-70,-945 473 112,963-472-122,1 1 0,-53 46 0,77-55 20,1 1 0,2 2 1,0 0-1,-37 55 0,55-70-1,0 0 0,0 0 1,2 1-1,-1 0 0,2 0 0,0 0 0,1 1 0,0 0 0,1 0 0,0 0 0,2 0 0,0 0 0,0 1 0,2-1 0,0 0 1,0 0-1,1 0 0,1 0 0,1 0 0,0 0 0,1-1 0,0 1 0,2-1 0,10 19 0,-2-11 7,0-1 0,1-1-1,1 0 1,35 30 0,88 61-3,-86-75 0,2-2 0,1-3-1,91 37 1,-54-33-3,156 36 1,-145-50 16,2-5 1,113 3 0,219-15-12,-422-4-7,973-55 38,-12-111-188,-584 66 113,622-245 0,-877 286 208,-2-6 0,139-89 0,-251 138 4,-1-2 0,0 0 0,-1-1 0,-1-2 0,19-23 1,-32 33-84,0 0 0,-1-1 1,-1 0-1,0 0 0,0-1 1,-2 0-1,1 0 0,-1 0 1,-1-1-1,-1 0 0,0 0 1,2-21-1,-4 16-3,-1 1 0,-1-1 1,-1 0-1,0 0 0,-1 0 0,-2 1 0,-10-31 0,6 25-25,-2 1-1,-1 0 1,0 0-1,-2 2 1,-18-23-1,1 7-25,-3 1 0,-1 2-1,-1 2 1,-1 1 0,-67-41-1,50 39-349,-3 3-1,0 3 1,-2 1 0,0 4-1,-2 2 1,0 3-1,-82-13 1,58 18-1533,-127-2 1,-83 29-7165,157 2-1327</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38.579"/>
    </inkml:context>
    <inkml:brush xml:id="br0">
      <inkml:brushProperty name="width" value="0.035" units="cm"/>
      <inkml:brushProperty name="height" value="0.035" units="cm"/>
    </inkml:brush>
  </inkml:definitions>
  <inkml:trace contextRef="#ctx0" brushRef="#br0">29 35 5408,'0'-1'133,"1"1"-1,-1 0 0,0-1 0,0 1 0,0-1 1,0 1-1,0 0 0,0-1 0,0 1 0,0 0 1,-1-1-1,1 1 0,0 0 0,0-1 0,0 1 0,0 0 1,0 0-1,0-1 0,-1 1 0,1 0 0,0-1 1,0 1-1,-1 0 0,1 0 0,0-1 0,0 1 1,-1 0-1,1 0 0,0 0 0,0-1 0,-1 1 0,1 0 1,0 0-1,-1 0 0,1 0 0,0 0 0,-1 0 1,1 0-1,0 0 0,-1-1 0,-14 6 4307,9-2 2254,24-6-5784,4 1-427,0 1 0,1 1-1,29 4 1,25 1 593,1403 57 3687,-377-42-3459,-894-34-946,39-2 102,-19 3-444,-203 10-15,-21 1 0,21 0 0,8 6-11,-31-3-121,9-29-11994,-15 7 5491,-1-2-4244</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0:59.475"/>
    </inkml:context>
    <inkml:brush xml:id="br0">
      <inkml:brushProperty name="width" value="0.035" units="cm"/>
      <inkml:brushProperty name="height" value="0.035" units="cm"/>
    </inkml:brush>
  </inkml:definitions>
  <inkml:trace contextRef="#ctx0" brushRef="#br0">0 6 6457,'11'-4'10876,"-1"2"-4753,2 2-3410,6 3-3936,16 0 1293,209 9 1130,-19 0-412,101-1-158,102 0-236,-22-2 512,-341-7-529,175-7 1650,-63-1-1073,-138 12-928,-35-6 102,14 3 8,-12-3-113,3 1 78,-44 6-40,-39-1-1278,73-6 225,-13-2-2005,10 0 2249,-1 1-328</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00.492"/>
    </inkml:context>
    <inkml:brush xml:id="br0">
      <inkml:brushProperty name="width" value="0.035" units="cm"/>
      <inkml:brushProperty name="height" value="0.035" units="cm"/>
    </inkml:brush>
  </inkml:definitions>
  <inkml:trace contextRef="#ctx0" brushRef="#br0">208 86 5893,'8'8'8764,"-18"-15"-3489,3 0-5993,5 8 805,0 0-1,0 0 1,0 0 0,0 0-1,0-1 1,-1 1-1,1-1 1,-3 1-1,0 0 97,3 0 77,-1-1-17,-7 3 25,0 0 0,0 1 0,0 0 0,1 0 0,-1 1 0,-12 9 0,11-7-179,6-5 60,0 0 0,1 0 0,-1 0 0,0-1 0,0 0 1,0 0-1,0 0 0,-7-1 0,-8 3-1,17-2 1129,20-3-402,-5-1-679,367-33 2648,117-3-1570,-414 34-1174,161-14 534,-158 14 544,-72 1-941,-9 2-219,-4 2-18,1 0 1,-1 0-1,0 0 0,1 0 0,-1 0 1,0 0-1,1 0 0,-1 0 0,0 0 1,0 0-1,1 0 0,-1-1 0,0 1 1,1 0-1,-1 0 0,0 0 0,1 0 1,-1 0-1,0-1 0,0 1 0,1 0 1,-1 0-1,0-1 0,0 1 1,0 0-1,1 0 0,-1-1 0,0 1 1,0 0-1,0-1 0,0 1 0,0 0 1,1 0-1,-1-1 0,0 1 0,0 0 1,0-1-1,0 1 0,0 0 0,0-1 1,-22-8-55,-20 3-2096,35 6 814,1 0 1,0-1-1,-1 0 1,1 0-1,0-1 1,-11-4-1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02.817"/>
    </inkml:context>
    <inkml:brush xml:id="br0">
      <inkml:brushProperty name="width" value="0.035" units="cm"/>
      <inkml:brushProperty name="height" value="0.035" units="cm"/>
    </inkml:brush>
  </inkml:definitions>
  <inkml:trace contextRef="#ctx0" brushRef="#br0">160 154 18772,'-158'-68'0,"307"-18"0,-298 172 0,1432-158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04.742"/>
    </inkml:context>
    <inkml:brush xml:id="br0">
      <inkml:brushProperty name="width" value="0.035" units="cm"/>
      <inkml:brushProperty name="height" value="0.035" units="cm"/>
    </inkml:brush>
  </inkml:definitions>
  <inkml:trace contextRef="#ctx0" brushRef="#br0">32 93 6197,'0'1'116,"0"0"1,0 0-1,0 0 1,-1 0-1,1 0 1,0 0 0,-1 1-1,1-1 1,-1 0-1,1 0 1,-1 0 0,1 0-1,-1-1 1,0 1-1,1 0 1,-1 0-1,0 0 1,0 0 0,0-1-1,1 1 1,-1 0-1,0-1 1,0 1-1,0-1 1,0 1 0,0-1-1,0 1 1,-1-1-1,1 0 1,0 0 0,0 1-1,0-1 1,-7 1 9778,11-2-8865,153-22 5393,-91 9-5341,112-18 866,2 4 153,-199 37-1952,1 2-54,-10-2-102,1-2 0,-32 4 0,24-5-3,-39 12-1,14-7 34,44-6-4,14-5-19,10-4 0,16-4 0,100-21 0,-109 25 0,-8 2 0,-1 0 0,1 0 0,0 1 0,0-1 0,12 1 0,4-2 0,-44 9 0,-26 2 0,0-6 0,-1 3 0,-51 11 0,73-10 0,-3-3 0,12 0 0,18-3 0,0 0 0,0 0 0,0 0 0,0 0 0,0 0 0,0 0 0,0 0 0,0 0 0,0 0 0,0 0 0,0 0 0,0 0 0,0 0 0,0 0 0,0 0 0,0 1 0,0-1 0,0 0 0,0 0 0,0 0 0,0 0 0,0 0 0,0 0 0,0 0 0,0 0 0,0 0 0,0 0 0,0 0 0,0 0 0,0 0 0,0 0 0,0 0 0,14 2 0,20 0 0,20-2 0,-47 2 0,-5-2 0,1 0 0,0 1 0,-1-1 0,1 0 0,0 0 0,0 0 0,-1-1 0,1 1 0,0 0 0,4-3 0,30-2 0,-33 5 40,13-6-262,-13 5 139,-4 0-64,1 0 1,-1 1-1,0-1 1,1 0-1,-1 1 1,0-1-1,0 0 1,0 0 0,1 0-1,-1 1 1,0-1-1,0 0 1,0 0-1,0 0 1,0 1-1,0-1 1,-1 0-1,1 0 1,0 1 0,0-1-1,-1 0 1,1-1-1,-1 1-254,-6-19-1957,1 2-1710,1 1-3582,2 2-4022</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26.203"/>
    </inkml:context>
    <inkml:brush xml:id="br0">
      <inkml:brushProperty name="width" value="0.035" units="cm"/>
      <inkml:brushProperty name="height" value="0.035" units="cm"/>
    </inkml:brush>
  </inkml:definitions>
  <inkml:trace contextRef="#ctx0" brushRef="#br0">2429 446 9181,'-5'3'388,"-1"-1"1,1 1-1,0 0 0,0 1 1,-7 5-1,10-7 351,-1-1-26,-21 9 621,22-9-210,-1 0-671,-26 8 354,26-8-470,-14 4 374,-9 0 49,-42 3 0,34-5-472,-525 74 2394,277-34-2206,-194 44-78,376-60-318,-97 39 0,164-53-78,0 1 0,1 2 0,1 2-1,0 1 1,2 1 0,-37 31 0,32-20 1,1 2 0,1 1 0,3 1 0,-38 57 0,50-64-2,2 1 0,0 1 1,2 0-1,1 1 0,2 1 1,1-1-1,1 1 0,2 1 1,1 0-1,2-1 0,1 1 1,1 0-1,5 34 0,-1-44 12,1 0 0,2-1 0,0 0 0,1 0 0,1 0 0,1-1 0,1 0 0,1-1 0,1 0 0,1 0 0,1-2 0,0 0 0,26 26 0,-17-23 8,0 0 1,2-2-1,0-1 1,1-1-1,1-1 1,0-1-1,1-1 1,1-2 0,49 14-1,-31-14 38,1-3-1,0-2 0,91 2 1,148-22 41,-61-8-40,337-76 0,-448 69-80,136-54 0,-197 61 20,-1-3 0,-1-3-1,-2-1 1,73-54-1,-90 56 29,-2-1-1,-1-1 1,-1-1-1,48-66 1,-62 73 24,-1 0-1,-1-1 1,-2-1-1,0-1 1,-1 1 0,-1-1-1,-2-1 1,8-45-1,-7 10 87,-3-1-1,-2 0 1,-4 0-1,-2 0 0,-3 0 1,-18-82-1,6 66 119,-3 1 0,-45-107 0,51 148-130,-2 2 1,-2-1 0,-1 2-1,-1 1 1,-2 0 0,-2 2-1,-32-32 1,40 45-88,-2 2 0,0 1 1,-1 0-1,0 1 0,-1 1 0,-1 1 0,0 1 0,-36-11 0,25 12 8,-1 1 0,0 2 0,0 1 0,0 2-1,-48 1 1,22 5-49,0 3-1,-79 18 0,-105 42-511,130-25-1747,-149 75-1,161-58-3347,72-40 1821,-25 13-6872</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27.781"/>
    </inkml:context>
    <inkml:brush xml:id="br0">
      <inkml:brushProperty name="width" value="0.035" units="cm"/>
      <inkml:brushProperty name="height" value="0.035" units="cm"/>
    </inkml:brush>
  </inkml:definitions>
  <inkml:trace contextRef="#ctx0" brushRef="#br0">2755 72 12157,'0'0'2460,"-3"0"-1397,-24-3 860,25 3 985,-15 4-2155,7-3-538,0 0 1,0 0-1,0-1 0,0-1 1,0 1-1,0-1 0,-15-4 0,3 1-76,-155-23 808,-17 8-349,123 15-456,-503-10 1538,181 43-868,299-16-577,2 3 0,-157 50 0,191-45-109,1 3 1,1 3 0,-60 38 0,-141 122 382,239-172-478,1 1 0,0 0 1,1 1-1,1 1 1,1 0-1,1 1 0,0 1 1,1 0-1,1 0 0,1 2 1,1-1-1,1 1 1,1 0-1,1 0 0,-6 44 1,10-39-10,2-1 0,0 1-1,2-1 1,0 1 0,2-1 0,1 0 0,1 0 0,20 50 0,-12-45-5,1 1-1,2-2 1,1 0 0,2-2 0,0 0-1,31 32 1,-13-21-3,3-1 1,0-2-1,64 41 1,-40-36-6,123 58 0,-132-76-32,2-2-1,0-2 0,118 20 0,186-6-24,-212-30-14,293-34 1,-320 13 20,224-66 1,-271 58 32,-1-2-1,-1-4 1,135-82-1,-43-4 47,-141 97-30,-1-2 0,-2 0 0,0-1 0,24-35 1,-30 35 31,-1-1 0,-1 0 0,-1-2 0,-1 1 0,17-57 0,-25 66-12,0-1 0,-2 1 1,0-1-1,0 0 0,-2 0 1,0 0-1,-1 0 0,-1 1 1,-1-1-1,0 0 0,-6-17 1,-3 4 28,-1 0 1,-1 1 0,-2 1-1,-31-45 1,-89-100 423,99 134-97,-54-46 0,77 74-299,3 3-47,-1 0 0,0 1 0,-1 0 0,0 1 0,0 1 1,-1 0-1,0 1 0,0 0 0,0 1 0,-1 0 0,1 1 0,-25-1 0,-15 2-146,1 2 0,-62 7 0,80-4-96,-49 4-361,-222 9-4956,220-18 2807,-40-1-5363,22-4-3846</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5.768"/>
    </inkml:context>
    <inkml:brush xml:id="br0">
      <inkml:brushProperty name="width" value="0.035" units="cm"/>
      <inkml:brushProperty name="height" value="0.035" units="cm"/>
    </inkml:brush>
  </inkml:definitions>
  <inkml:trace contextRef="#ctx0" brushRef="#br0">29 366 4776,'-2'-31'951,"1"20"-298,0 0 1,0 0-1,-3-12 1,1 10-398,1 1 1,0-1-1,1 0 1,1 0-1,0 0 1,3-19-1,-3-22 926,0 42-421,0-1-1,0 1 1,3-15-1,-2 20-94,-1 1 1,1-1-1,-1 0 1,0 0-1,-2-10 3655,1 19-4272,-3 9-12,1 0 0,0 0 0,1 1-1,0-1 1,0 16 0,3 63 102,0-64-92,3 889 1249,-3-165-17,6-342-456,10 1354 867,-33-1147-1447,1 224-1426,26-410-2426,-11-371 761,0-54 364,-12-30-12208</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7"/>
    </inkml:context>
    <inkml:brush xml:id="br0">
      <inkml:brushProperty name="width" value="0.035" units="cm"/>
      <inkml:brushProperty name="height" value="0.035" units="cm"/>
    </inkml:brush>
  </inkml:definitions>
  <inkml:trace contextRef="#ctx0" brushRef="#br0">1 385 11373,'4'-4'478,"-1"-1"1,1 1-1,1 0 1,-1 0-1,0 0 1,1 1-1,0 0 0,0 0 1,0 0-1,0 0 1,0 1-1,1 0 0,-1 0 1,1 0-1,10-1 1,77-22 1722,163-33 514,310-2-366,6 36-1696,-301 15-457,137-7-78,1099-31 591,-1136 51-599,-80 1-41,-75-6-75,1020 18 125,-811-10-8,-152-5 164,-57-10 134,-29-1-128,48-6 57,-56 1 418,189 14 1213,-289 1-1740,-52-2-162,40 4-1,-31 0-112,-25-6 301,3 0-3185,0 13 565,-2-1 1272,-9-7 159,-1-2-937,6 1 1912,8 2-375,-5-2 3791,0-27-5151,-12 25 1484,1-1 0,-1 0 0,0 1 1,0-1-1,0 0 0,0 1 1,0-1-1,0 1 0,-1 0 0,1-1 1,0 1-1,-1 0 0,-1-1 1,-24-18-2990,23 17 2610,-35-20-5393,6 7-3576</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7.282"/>
    </inkml:context>
    <inkml:brush xml:id="br0">
      <inkml:brushProperty name="width" value="0.035" units="cm"/>
      <inkml:brushProperty name="height" value="0.035" units="cm"/>
    </inkml:brush>
  </inkml:definitions>
  <inkml:trace contextRef="#ctx0" brushRef="#br0">0 0 14561,'0'0'7559,"2"2"-6342,4 3-730,0 0-1,0 0 1,1-1 0,0 0 0,0 0 0,0 0 0,14 4 0,60 14 845,-54-15-720,25 9 449,0 2 0,69 36-1,-92-40-1011,-1 0 0,0 2-1,-2 0 1,1 2 0,-2 1-1,23 23 1,-40-35-46,-1 1 0,0 0 0,-1 1 1,0-1-1,0 1 0,0 0 0,-1 0 0,-1 1 0,0 0 0,0 0 0,-1 0 0,0 0 0,0 0 0,-1 1 0,-1-1 0,0 1 1,0-1-1,-1 1 0,-1-1 0,1 1 0,-4 15 0,-3 2-41,-2-1-1,0 0 1,-2 0-1,0-1 1,-19 29 0,-83 117-914,112-171 943,-14 21-895,-1-2 0,-2 0 1,0-1-1,0-1 1,-2 0-1,-24 16 1,24-21-1878,0-1 0,-1-1 1,-43 17-1,14-14-8363</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7.795"/>
    </inkml:context>
    <inkml:brush xml:id="br0">
      <inkml:brushProperty name="width" value="0.035" units="cm"/>
      <inkml:brushProperty name="height" value="0.035" units="cm"/>
    </inkml:brush>
  </inkml:definitions>
  <inkml:trace contextRef="#ctx0" brushRef="#br0">4 125 7309,'-3'-1'10223,"3"1"-10073,6-8 2685,20-10-602,28-4 271,0 3 1,2 2-1,105-18 0,-153 34-2504,-2 0 0,0 0 0,0 0 0,0 1 0,12 0 0,-17 0 0,1 1 0,0-1 0,-1 0 0,1 1 0,-1-1 0,1 1 0,-1 0 0,1-1 0,-1 1 0,1 0 0,-1 0 0,0 0 0,1 0 0,-1 0 0,0 0 0,0 0 0,0 1 0,0-1 0,0 0 0,0 0 0,0 1 0,0-1 0,1 4 0,1 4-10,-1 0 1,0 0-1,0 1 0,0-1 1,-1 1-1,-1-1 0,0 1 1,0 0-1,-1-1 0,-3 17 1,-4 11-132,-20 52-1,4-12-106,9-28-301,9-33 394,1 0-1,1 0 1,0 1 0,1-1 0,1 1-1,-1 22 1,3-37 170,1-1-1,-1 1 1,0 0-1,1 0 0,-1-1 1,1 1-1,0-1 1,-1 1-1,1 0 1,0-1-1,0 1 1,0-1-1,0 0 1,0 1-1,0-1 1,1 0-1,-1 0 0,0 0 1,1 0-1,-1 0 1,1 0-1,-1 0 1,1 0-1,-1 0 1,1-1-1,0 1 1,-1-1-1,1 1 1,0-1-1,-1 1 0,1-1 1,0 0-1,0 0 1,2 0-1,7 0 58,1-1 0,-1 0-1,0 0 1,13-4 0,-17 3-29,187-36 328,-67 15-3076,-126 23 2501,1-1-1,0 1 1,-1 0 0,1-1-1,0 0 1,-1 1 0,1-1-1,0 0 1,-1 0 0,1 0-1,-1 0 1,0 0 0,1 0-1,-1 0 1,0 0 0,0-1-1,1 1 1,-1 0 0,0-1-1,0 1 1,0-1 0,-1 1 0,1-1-1,0 1 1,-1-1 0,1 0-1,-1 0 1,1 1 0,-1-4-1,4-8-2210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8.169"/>
    </inkml:context>
    <inkml:brush xml:id="br0">
      <inkml:brushProperty name="width" value="0.035" units="cm"/>
      <inkml:brushProperty name="height" value="0.035" units="cm"/>
    </inkml:brush>
  </inkml:definitions>
  <inkml:trace contextRef="#ctx0" brushRef="#br0">12 45 17642,'-11'-14'1688,"11"14"-1644,0 0 1,0 0-1,0 0 1,0 0-1,0-1 0,0 1 1,0 0-1,0 0 1,0 0-1,0 0 0,0 0 1,0-1-1,0 1 1,0 0-1,0 0 1,0 0-1,0 0 0,0 0 1,0-1-1,0 1 1,0 0-1,0 0 0,0 0 1,0 0-1,0 0 1,0-1-1,0 1 0,1 0 1,-1 0-1,0 0 1,0 0-1,0 0 0,0 0 1,0 0-1,0-1 1,0 1-1,1 0 0,-1 0 1,0 0-1,0 0 1,0 0-1,0 0 1,0 0-1,1 0 0,26 4 3786,-26-4-3623,0 0 1,0 1 0,1-1 0,-1 0 0,0 0 0,0 0-1,0 0 1,1 0 0,-1 0 0,0 0 0,0-1-1,0 1 1,0 0 0,0-1 0,2 0 0,4-1 400,180-14 2339,-89 8-2218,-95 8-800,0-1-1,1 1 1,-1-1-1,1 1 1,-1 0-1,1 0 1,-1 1-1,1-1 1,-1 1 0,0-1-1,5 2 1,-2 1-634,-3-2-1577,-7-2-827,-3 0 1372,-24-2-7981,13 5-1657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8.419"/>
    </inkml:context>
    <inkml:brush xml:id="br0">
      <inkml:brushProperty name="width" value="0.035" units="cm"/>
      <inkml:brushProperty name="height" value="0.035" units="cm"/>
    </inkml:brush>
  </inkml:definitions>
  <inkml:trace contextRef="#ctx0" brushRef="#br0">212 7 11997,'0'0'1,"-3"-2"193,0 1 0,0 0 0,0 0 0,0 1 0,-1-1 0,1 1 0,0-1 1,-1 1-1,1 0 0,0 1 0,-1-1 0,1 0 0,0 1 0,-1 0 0,1-1 0,0 1 0,0 1 0,0-1 0,0 0 0,-5 4 0,-4 3 74,1 0 0,0 1 0,0 0 0,1 0 0,1 1 0,-1 1 0,2 0 0,0 0 0,0 0 0,1 1 0,0 1 0,1-1 0,-7 20 0,11-29-165,1 1 1,0-1-1,-1 1 0,2-1 0,-1 1 0,0 0 1,1-1-1,-1 1 0,1 0 0,0 0 1,0-1-1,1 1 0,-1 0 0,1-1 1,0 1-1,0 0 0,0-1 0,0 1 0,1-1 1,-1 0-1,1 1 0,0-1 0,0 0 1,0 0-1,0 0 0,5 4 0,0 0 216,1-1 0,-1-1 0,1 1 0,0-1 0,1-1 0,-1 0 0,1 0 0,-1 0 0,15 3 0,165 38 3660,-139-32-3300,26 8 816,-67-18-1379,0 0 0,-1 1 0,1 0 0,-1 0 0,0 0 0,12 10 0,-17-12-165,-1 0 0,0 0 0,0 0-1,0 1 1,0-1 0,0 0 0,0 0 0,0 1 0,-1-1-1,1 0 1,-1 1 0,1-1 0,-1 0 0,0 1 0,0-1-1,0 1 1,-1-1 0,1 0 0,0 1 0,-1-1 0,0 0-1,1 1 1,-1-1 0,-1 3 0,-2 5-427,0-1 0,-1 1 0,0-1 1,-9 13-1,9-14-203,-30 38-4464,27-37 2235,0-1 0,-15 14 0,-16 1-8721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8.719"/>
    </inkml:context>
    <inkml:brush xml:id="br0">
      <inkml:brushProperty name="width" value="0.035" units="cm"/>
      <inkml:brushProperty name="height" value="0.035" units="cm"/>
    </inkml:brush>
  </inkml:definitions>
  <inkml:trace contextRef="#ctx0" brushRef="#br0">290 1 16494,'0'0'127,"0"1"1,0-1 0,-1 1-1,1 0 1,-1-1 0,1 1 0,0-1-1,-1 1 1,1-1 0,-1 0 0,1 1-1,-1-1 1,1 1 0,-1-1 0,0 0-1,1 0 1,-1 1 0,1-1 0,-1 0-1,0 0 1,1 0 0,-1 1 0,0-1-1,1 0 1,-1 0 0,0 0 0,1 0-1,-1 0 1,0 0 0,1-1 0,-1 1-1,1 0 1,-1 0 0,0 0 0,1 0-1,-2-1 1,1 0 63,1 1-158,0 0 0,0 0 0,0 0 0,-1 0 0,1 0 0,0 0 0,0 0 0,0 0 0,0 0 0,0 0 1,0 0-1,-1 0 0,1 0 0,0 0 0,0 0 0,0 0 0,0 0 0,0 0 0,-1 0 0,1 0 0,0 0 0,0 0 0,0 0 1,0 0-1,0 0 0,0 0 0,0 0 0,-1 0 0,1 1 0,0-1 0,0 0 0,0 0 0,0 0 0,0 0 0,0 0 1,0 0-1,0 0 0,0 0 0,0 1 0,0-1 0,-1 0 0,1 0 0,0 0 0,0 0 0,0 0 0,0 0 0,0 1 1,0-1-1,0 0 0,0 0 0,0 0 0,0 0 0,0 0 0,0 0 0,0 1 0,0-1 0,0 0 0,0 0 0,1 0 0,-29 209 5785,10-57-4082,-3-9-1234,-58 452 814,13 32-4805,62-592 1154,-13 51 0,-6-13-7146,15-48-2662</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8.876"/>
    </inkml:context>
    <inkml:brush xml:id="br0">
      <inkml:brushProperty name="width" value="0.035" units="cm"/>
      <inkml:brushProperty name="height" value="0.035" units="cm"/>
    </inkml:brush>
  </inkml:definitions>
  <inkml:trace contextRef="#ctx0" brushRef="#br0">0 12 23114,'9'-8'2972,"3"5"3709,2 6-6681,0 5 0,-8 4 0,3-1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49.034"/>
    </inkml:context>
    <inkml:brush xml:id="br0">
      <inkml:brushProperty name="width" value="0.035" units="cm"/>
      <inkml:brushProperty name="height" value="0.035" units="cm"/>
    </inkml:brush>
  </inkml:definitions>
  <inkml:trace contextRef="#ctx0" brushRef="#br0">47 72 23534,'-26'-2'5569,"37"-10"-6745,-11-22-1605,-14 11-455,5 31-3241,1 4-5972</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0.376"/>
    </inkml:context>
    <inkml:brush xml:id="br0">
      <inkml:brushProperty name="width" value="0.035" units="cm"/>
      <inkml:brushProperty name="height" value="0.035" units="cm"/>
    </inkml:brush>
  </inkml:definitions>
  <inkml:trace contextRef="#ctx0" brushRef="#br0">38 383 9141,'0'0'1263,"-3"0"-308,-31-3 6224,37 1-6820,1 1 0,-1 0 0,1 0 0,0 0-1,7-1 1,344-32 5330,-299 30-5361,253-9 535,-111 6-603,150 1-73,-86 3-69,880-43-22,-721 25-90,93-6 21,-190 11-45,-68 5 46,736-40-128,-864 45 24,995-6-1825,-713 7 1332,-192-1 408,152-6-345,79 5-232,-42 13 508,-80 1 196,372-1-52,-475-5 93,201-2 64,-272-1-119,132-5 267,15 0-382,82-6 549,-358 11-231,98-10 1846,-119 12-1635,31-5 419,-31 4-295,-1 1-384,3-1 865,11-5-4042,-16 5 2754,0 0 0,0 0 0,1 1 0,-1-1 0,0 0 0,0 0 0,0 0 0,0 0-1,0 0 1,0 0 0,0 0 0,-1 1 0,1-1 0,0 0 0,0 0 0,-1 0 0,1 0 0,0 0 0,-1 0 0,-9-16-6063,-13 4-4064</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0.752"/>
    </inkml:context>
    <inkml:brush xml:id="br0">
      <inkml:brushProperty name="width" value="0.035" units="cm"/>
      <inkml:brushProperty name="height" value="0.035" units="cm"/>
    </inkml:brush>
  </inkml:definitions>
  <inkml:trace contextRef="#ctx0" brushRef="#br0">0 0 6357,'0'0'12762,"4"1"-11806,65 12 1457,0 3-1,97 36 1,38 33-696,-166-65-1445,-1 1-1,0 3 0,36 30 0,-62-46-180,-1 1-1,-1 0 0,0 1 0,0 0 0,-1 1 0,0-1 0,-1 2 0,10 18 1,-14-23-61,-1 0 1,1 1-1,-1-1 1,-1 0-1,1 1 1,-1-1-1,0 1 1,-1 0-1,0-1 0,0 1 1,-1-1-1,0 1 1,0-1-1,0 1 1,-1-1-1,-4 11 1,0-5-71,0-1-1,-1 0 1,0 0 0,-1-1-1,0 0 1,-9 10 0,-63 57-1141,49-50 379,9-7-545,-2-1 0,-1-1 0,-34 20 0,40-28-2266,-1-1 0,-40 13 0,22-13-6356</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1.276"/>
    </inkml:context>
    <inkml:brush xml:id="br0">
      <inkml:brushProperty name="width" value="0.035" units="cm"/>
      <inkml:brushProperty name="height" value="0.035" units="cm"/>
    </inkml:brush>
  </inkml:definitions>
  <inkml:trace contextRef="#ctx0" brushRef="#br0">14 77 11385,'0'0'172,"-1"0"0,1 0 0,-1 0 0,1 0 0,-1 0 0,1 0 0,-1 0 0,1 0 0,-1 0 0,0 0 0,1 0 0,-1 0 0,1 0 0,0-1 0,-1 1 0,1 0 0,-1 0 0,1 0 0,-1-1 0,1 1 0,-1 0 0,1-1 0,0 1 0,-1 0 0,1-1 0,0 1 0,-1-1 0,1 1 0,0 0 0,-1-1 0,15-7 2974,35-4 655,370-36 5302,-395 46-10089,-1 2 0,34 3 0,-65-3-234,1-1 0,0 1 0,-1 0 1,1 0-1,-1 1 0,-6 2 0,-14 3-4794,-11 3-6258</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1.658"/>
    </inkml:context>
    <inkml:brush xml:id="br0">
      <inkml:brushProperty name="width" value="0.035" units="cm"/>
      <inkml:brushProperty name="height" value="0.035" units="cm"/>
    </inkml:brush>
  </inkml:definitions>
  <inkml:trace contextRef="#ctx0" brushRef="#br0">139 1 17238,'17'3'974,"15"2"11184,-34 9-12108,0-1 0,0 0 0,-2 0 0,1 0-1,-2 0 1,0-1 0,0 1 0,-13 19 0,-10 29-325,8-11-46,-21 94 0,40-139 350,0 0 0,0 0 0,1 1 0,-1-1 0,1 0-1,1 0 1,-1 1 0,1-1 0,0 0 0,0 0 0,0 0 0,1 0 0,0 0 0,0 0 0,0-1-1,0 1 1,1-1 0,0 1 0,0-1 0,0 0 0,0 0 0,6 5 0,-1-2-45,0 1 0,-1 0 0,0 1 0,7 9 0,-13-17-43,0 0-28,-1 0 0,1 0 1,-1 0-1,1 0 0,-1 0 0,1 1 0,-1-1 0,0 0 1,0 0-1,1 0 0,-1 0 0,0 0 0,0 0 0,0 1 0,0-1 1,-1 0-1,1 0 0,0 0 0,0 0 0,-1 0 0,1 0 1,-1 0-1,1 0 0,-1 1 0,1-2 0,-1 1 0,1 0 1,-1 0-1,0 0 0,0 0 0,1 0 0,-1 0 0,0-1 1,0 1-1,-1 1 0,-3 1-610,1 0-1,-1 1 1,0-2 0,0 1-1,0 0 1,-8 2 0,-24 8-6583,-8 5-4877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2.111"/>
    </inkml:context>
    <inkml:brush xml:id="br0">
      <inkml:brushProperty name="width" value="0.035" units="cm"/>
      <inkml:brushProperty name="height" value="0.035" units="cm"/>
    </inkml:brush>
  </inkml:definitions>
  <inkml:trace contextRef="#ctx0" brushRef="#br0">109 1 8501,'-64'36'4902,"61"-35"-2995,-5 16 439,-11 9 1033,11-16-2094,6-7-995,1-1 0,0 1 0,1 0 0,-1 0 0,0 0 0,1-1 0,0 1-1,-1 0 1,1 0 0,0 0 0,1 0 0,0 4 0,0-3-122,1-1 0,0 0 0,0 1-1,0-1 1,0 0 0,0 0 0,1 0 0,0-1 0,-1 1-1,6 3 1,-4-2 0,5 3 23,0 0 0,1-1 0,-1 0-1,1 0 1,1-1 0,-1 0 0,1-1 0,18 5-1,7-1 926,50 5-1,-1 0-399,-67-10-716,0 0 0,19-1 0,-12 0 0,-25-2-6,1 0 0,-1 0 0,0 0 0,1 0 1,-1 0-1,0 0 0,1 0 0,-1 0 0,1 0 0,-1 0 0,0 0 0,1 0 0,-1 0 1,0 0-1,1 0 0,-1 0 0,0 0 0,1 0 0,-1 0 0,1-1 0,-1 1 0,0 0 0,0 0 1,1 0-1,-1-1 0,0 1 0,1-1 0,-6-6-445,-15-7-1043,-6 1-1035,-1 1 0,-29-9 0,-14-5-7059,37 9-910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2.317"/>
    </inkml:context>
    <inkml:brush xml:id="br0">
      <inkml:brushProperty name="width" value="0.035" units="cm"/>
      <inkml:brushProperty name="height" value="0.035" units="cm"/>
    </inkml:brush>
  </inkml:definitions>
  <inkml:trace contextRef="#ctx0" brushRef="#br0">736 0 14293,'-7'6'690,"-1"0"0,1 1 0,0-1 0,1 1 1,-1 1-1,2-1 0,-1 1 0,1 0 0,0 1 0,-4 9 0,1-3-94,-115 195 4847,-60 112-1732,134-225-3156,-52 144 0,-8 115-2485,36-113-4640,60-198 3371,9-18-3854</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2.489"/>
    </inkml:context>
    <inkml:brush xml:id="br0">
      <inkml:brushProperty name="width" value="0.035" units="cm"/>
      <inkml:brushProperty name="height" value="0.035" units="cm"/>
    </inkml:brush>
  </inkml:definitions>
  <inkml:trace contextRef="#ctx0" brushRef="#br0">41 47 22642,'-40'-9'7973,"57"1"-9537,-2 5-605,5-9-8392,0-2-2776</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2.628"/>
    </inkml:context>
    <inkml:brush xml:id="br0">
      <inkml:brushProperty name="width" value="0.035" units="cm"/>
      <inkml:brushProperty name="height" value="0.035" units="cm"/>
    </inkml:brush>
  </inkml:definitions>
  <inkml:trace contextRef="#ctx0" brushRef="#br0">78 93 23938,'-34'-21'6669,"28"7"-7701,0 3-1417,-2-7-923,-1 1-3612,-5 6-6802</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6.362"/>
    </inkml:context>
    <inkml:brush xml:id="br0">
      <inkml:brushProperty name="width" value="0.035" units="cm"/>
      <inkml:brushProperty name="height" value="0.035" units="cm"/>
    </inkml:brush>
  </inkml:definitions>
  <inkml:trace contextRef="#ctx0" brushRef="#br0">1 611 11609,'0'0'5915,"1"-2"-5101,1 0-709,0 0 0,0 1 0,0-1 0,0 0 0,1 1 0,-1 0 0,0-1 0,1 1 0,-1 0 0,0 0 0,1 0 0,0 1 0,-1-1 0,1 1 0,-1-1 0,1 1 0,0 0 1,-1 0-1,5 0 0,2 0 53,216-24 2024,-30 2-1161,512-11 717,2 22-1155,-600 10-574,975-3 131,-61 1-122,24-14 84,-3-43-125,-258-3 0,-281 29 32,-148 10-2,947-42-281,-684 40-268,-294 7 231,104-4 12,-203 14 207,285-6-60,388-3-302,-357-6 381,-318 11 42,-66 5 26,326-13-18,-55 10 70,-18-5-12,-114 3-11,-191 10-11,423-6 201,452 65 2354,-735-39-1840,74 9 175,-51-12 242,-144-11-554,-86-1-473,61 4 298,-92-6-345,1 0 1,-1 0-1,13-2 1,-14 1-25,0 0-1,0 1 1,0 0 0,13 2 0,2 0 227,35 1 0,-4 0-90,-50-3-119,16-1-72,-20 1-11,0 0 1,0 0 0,0 0-1,0 0 1,0 0 0,0 0-1,0 0 1,1 0-1,-1 0 1,0 0 0,0 0-1,0 0 1,0 0-1,0 0 1,0 0 0,0 0-1,0 0 1,0 0-1,1 0 1,-1 0 0,0 0-1,0 0 1,0 0 0,0 0-1,0 0 1,0 0-1,0-1 1,0 1 0,0 0-1,0 0 1,0 0-1,1 0 1,-1 0 0,0 0-1,0 0 1,0 0-1,0 0 1,0 0 0,0 0-1,0-1 1,0 1 0,0 0-1,0 0 1,0 0-1,0 0 1,0 0 0,0 0-1,0 0 1,0 0-1,0 0 1,0-1 0,0 1-1,0 0 1,0 0-1,0 0 1,0 0 0,0 0-1,0 0 1,0 0 0,0-1-1,-25-8-3453,-2 0 1374,15 3-431,0 0-1,0-1 1,-16-14-1,21 16 538,-20-13-8507</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6.611"/>
    </inkml:context>
    <inkml:brush xml:id="br0">
      <inkml:brushProperty name="width" value="0.035" units="cm"/>
      <inkml:brushProperty name="height" value="0.035" units="cm"/>
    </inkml:brush>
  </inkml:definitions>
  <inkml:trace contextRef="#ctx0" brushRef="#br0">61 15 10205,'-4'-3'610,"0"1"-1,-1 1 1,1-1-1,-1 0 1,1 1-1,-1 0 1,-5 0 0,-9-1 5191,22 3-5596,0-1 0,-1 1 0,1 0 0,0 0 0,0 0 0,-1 0 0,5 4-1,2-1 177,76 39 1596,-2 3 1,121 88 0,-178-114-1752,-1 1 0,-1 1 0,-1 1 0,21 27 0,-32-35-122,-1 0 0,-1 0 0,-1 1 1,0 1-1,-1-1 0,0 2 0,-2-1 0,7 27 1,-11-36-86,0 1 0,-1 0 0,-1-1 1,0 1-1,0 0 0,0 0 0,-1-1 1,0 1-1,-1 0 0,0-1 0,-1 1 1,1-1-1,-6 10 0,3-8-137,-1 1-1,-1-1 1,0 0 0,-1 0-1,0-1 1,0 0-1,-1 0 1,-15 12-1,2-6-940,-1 0-1,-1-1 1,0-2-1,-1 0 0,0-2 1,-1 0-1,-50 10 1,-13-6-6001,2-12-4527</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7.200"/>
    </inkml:context>
    <inkml:brush xml:id="br0">
      <inkml:brushProperty name="width" value="0.035" units="cm"/>
      <inkml:brushProperty name="height" value="0.035" units="cm"/>
    </inkml:brush>
  </inkml:definitions>
  <inkml:trace contextRef="#ctx0" brushRef="#br0">1 5 8589,'0'0'2016,"2"1"-225,24 6 1623,-23-6-1890,1-1-181,25 4 887,0-2 0,39-2 0,179-17 3011,-238 16-5173,-2 0 18,0 1 1,0 0 0,0 0-1,0 0 1,-1 1 0,8 1-1,-12-1-78,0 0 1,0-1-1,0 1 0,0 0 0,-1 0 0,1 0 0,0 0 0,-1 1 0,1-1 0,-1 0 0,1 1 0,-1-1 0,0 1 0,1 0 0,-1-1 0,0 1 0,0 0 0,0-1 0,0 1 0,-1 0 0,1 0 0,0 0 0,-1 0 0,0 0 1,1 3-1,2 21-3,-1 1 1,-2 0-1,0 0 1,-7 39-1,1 21-84,-8 99-697,14-178 494,1-1-1,0 1 1,0-1-1,1 1 0,0-1 1,0 0-1,1 0 1,0 1-1,0-2 1,6 10-1,-3-4-815,-5-9-1028,2-4-1256,11-4-3382,1-1-4438</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7.466"/>
    </inkml:context>
    <inkml:brush xml:id="br0">
      <inkml:brushProperty name="width" value="0.035" units="cm"/>
      <inkml:brushProperty name="height" value="0.035" units="cm"/>
    </inkml:brush>
  </inkml:definitions>
  <inkml:trace contextRef="#ctx0" brushRef="#br0">1 1 10445,'20'14'3619,"-2"-17"-263,1 2-2001,0 0 0,1 2 0,-1 0 1,26 5-1,-9-1-497,182 1 3293,-95-6-2577,55-3-389,-168 3-1613,-1 0 1,0-1 0,0 0 0,0-1 0,10-3-1,15-10-6615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7.901"/>
    </inkml:context>
    <inkml:brush xml:id="br0">
      <inkml:brushProperty name="width" value="0.035" units="cm"/>
      <inkml:brushProperty name="height" value="0.035" units="cm"/>
    </inkml:brush>
  </inkml:definitions>
  <inkml:trace contextRef="#ctx0" brushRef="#br0">1 17 7329,'0'0'7896,"3"0"-6518,68-11 4931,-68 10-5047,174 6 4650,-89-2-6146,1-2-4156,-108-15-5304</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8.181"/>
    </inkml:context>
    <inkml:brush xml:id="br0">
      <inkml:brushProperty name="width" value="0.035" units="cm"/>
      <inkml:brushProperty name="height" value="0.035" units="cm"/>
    </inkml:brush>
  </inkml:definitions>
  <inkml:trace contextRef="#ctx0" brushRef="#br0">81 6 10569,'-19'-4'1526,"15"3"860,-13 4-835,15-2-1497,0 0-1,0 0 1,0 0 0,0 1-1,0-1 1,0 1 0,0-1-1,0 1 1,1-1 0,-1 1-1,0 0 1,1 0 0,0 0-1,-1 0 1,1 0 0,-1 4-1,0-3 173,1 0 135,-6 28 1106,7-31-1451,0 0 0,0 0-1,0 0 1,0 1-1,0-1 1,0 0 0,0 0-1,0 0 1,-1 0-1,1 0 1,0 0 0,0 1-1,0-1 1,0 0-1,0 0 1,1 0 0,-1 0-1,0 0 1,0 0 0,0 1-1,0-1 1,0 0-1,0 0 1,0 0 0,0 0-1,0 0 1,0 0-1,0 0 1,0 0 0,0 1-1,0-1 1,0 0-1,1 0 1,-1 0 0,0 0-1,0 0 1,0 0-1,0 0 1,0 0 0,0 0-1,0 0 1,1 0-1,-1 0 1,0 0 0,0 0-1,0 0 1,0 0-1,0 0 1,0 0 0,1 0-1,-1 0 1,23 8 804,-1 0 1,0 1-1,-1 2 0,1 0 1,-2 1-1,0 1 1,0 1-1,-2 0 0,24 24 1,-30-26-482,-5-6-161,-1 0 0,0 0 0,-1 1 0,9 13 0,-12-18-176,-1 1-1,0 0 1,0 0-1,0 0 1,0 1-1,0-1 1,-1 0-1,1 0 1,-1 0-1,0 1 1,0-1-1,0 0 1,0 0-1,-1 0 1,1 1-1,-3 4 1,2-1-309,-2-1 1,1 1-1,-1 0 1,0-1-1,0 0 1,-1 0-1,1 0 1,-1 0-1,-1 0 1,1-1-1,-1 0 1,0 0 0,0 0-1,-10 6 1,-53 34-10302,36-26-472</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8.493"/>
    </inkml:context>
    <inkml:brush xml:id="br0">
      <inkml:brushProperty name="width" value="0.035" units="cm"/>
      <inkml:brushProperty name="height" value="0.035" units="cm"/>
    </inkml:brush>
  </inkml:definitions>
  <inkml:trace contextRef="#ctx0" brushRef="#br0">777 0 17526,'-72'67'2548,"37"-21"-436,-2 11-324,-9 3-384,3 4-328,-3 5-199,-6 11-141,0 9-124,-2 9-172,-1 0-232,6-3-248,3-6-560,9-3-436,5-8-221,-2-9-707,2-12-872,0-16-3553,9-10-5832</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8.666"/>
    </inkml:context>
    <inkml:brush xml:id="br0">
      <inkml:brushProperty name="width" value="0.035" units="cm"/>
      <inkml:brushProperty name="height" value="0.035" units="cm"/>
    </inkml:brush>
  </inkml:definitions>
  <inkml:trace contextRef="#ctx0" brushRef="#br0">9 15 20586,'-9'11'8941,"27"-16"-12446,-4 2-395,-8-15-15238</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1:58.823"/>
    </inkml:context>
    <inkml:brush xml:id="br0">
      <inkml:brushProperty name="width" value="0.035" units="cm"/>
      <inkml:brushProperty name="height" value="0.035" units="cm"/>
    </inkml:brush>
  </inkml:definitions>
  <inkml:trace contextRef="#ctx0" brushRef="#br0">27 95 21402,'-15'6'2252,"41"-3"112,-26-23-3040,-11-24-1836,-4 21-208,4 6-14406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2.271"/>
    </inkml:context>
    <inkml:brush xml:id="br0">
      <inkml:brushProperty name="width" value="0.035" units="cm"/>
      <inkml:brushProperty name="height" value="0.035" units="cm"/>
    </inkml:brush>
  </inkml:definitions>
  <inkml:trace contextRef="#ctx0" brushRef="#br0">3145 175 6297,'0'0'10649,"3"0"-10133,23 5 594,-23-4-81,-21-3-205,-6-2-148,0 0 0,-36-12 1,29 7-464,-40-6 0,-139-29-114,111 29-62,-296-36-46,-319 31 1,347 48 14,-70 56 12,387-71-6,1 2 0,0 2 0,1 3 0,1 1 0,1 3 0,1 1 0,-75 57 0,110-74-22,-94 76-47,86-67 43,0 0 1,1 1 0,-18 25-1,28-33 11,-6 8-2,-15 28-1,24-38 9,1 0 0,0 1-1,0-1 1,0 1 0,1 0-1,-1 12 1,2-1-8,0-1 1,2 0-1,0 1 1,1-1 0,6 28-1,34 93-2,-35-118 14,1-1-1,1 1 0,1-2 0,1 1 1,1-1-1,1-1 0,0 0 0,1-1 1,1 0-1,1-1 0,1-1 0,0-1 1,38 27-1,-10-16-5,1-3 0,1-1 0,0-3 0,2-1 0,83 18 0,-37-9-37,23 6-22,-32-15-6,-32-5-41,103 10 0,317-17-147,-92-11-56,-270 2 72,23 1-27,152-22-1,-37-30 273,-202 40 118,0-3 0,89-45 0,101-57 758,-230 115-825,-1 0 0,1-1 1,-1 0-1,0 0 0,-1-1 1,1 0-1,-1 0 0,-1-1 1,1 0-1,-1 0 0,0 0 1,0 0-1,-1-1 0,0 0 1,0 0-1,4-14 0,-1-5 94,-2 0 0,0 0-1,2-47 1,-6 39 155,-5-44 0,0 23 176,3 29-114,-2-1 0,-1 1-1,-1 0 1,-1 0-1,-10-25 1,-18-13 757,-11-21 363,37 74-1413,0 1 0,0 0-1,-1 1 1,-1 0-1,1 0 1,-2 1-1,1 0 1,-15-8 0,-18-17-60,14 8-101,-1 2 0,-64-38-1,72 50-1178,-2 0-1,1 2 0,-1 1 1,-1 0-1,-33-5 0,-32-1-8731,46 7-152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2.926"/>
    </inkml:context>
    <inkml:brush xml:id="br0">
      <inkml:brushProperty name="width" value="0.035" units="cm"/>
      <inkml:brushProperty name="height" value="0.035" units="cm"/>
    </inkml:brush>
  </inkml:definitions>
  <inkml:trace contextRef="#ctx0" brushRef="#br0">6 129 6369,'2'-4'597,"3"-5"51,-7 10 78,-2 3 1930,-3 0 3285,44-20-3565,-21 11-1390,-1-2 0,20-11 0,-10 4-29,0 2-1,1 0 1,0 2-1,1 1 1,0 1-1,36-6 1,-62 14-940,0 0 0,-1 1 0,1-1 0,0 0 0,0 0 0,0 0 0,0 0 0,0 1 0,0-1 0,0 0 0,-1 1 0,1-1 0,0 1 0,0-1 0,0 1 0,-1-1 0,1 1 0,0 0 0,0 1 0,2 0 30,-2-1-49,0 0 1,0-1-1,0 1 0,0 0 1,0 0-1,0 0 0,-1 0 0,1 0 1,0 0-1,-1 0 0,1 1 1,0-1-1,-1 0 0,1 0 1,-1 0-1,0 1 0,1-1 0,-1 0 1,0 0-1,0 1 0,0-1 1,0 0-1,0 1 0,0-1 1,0 0-1,0 1 0,-1-1 1,1 0-1,0 0 0,-1 1 0,0 0 1,-1 7-76,-49 244-3682,26-142 2485,12-17 420,11-79 952,2-14-19,0 1 1,-1 0-1,1-1 0,0 1 0,0 0 0,0 0 0,0-1 1,0 1-1,1 0 0,-1 0 0,1-1 0,-1 1 1,1 0-1,-1-1 0,1 1 0,0-1 0,0 1 1,0 0-1,0-1 0,0 0 0,0 1 0,0-1 1,0 0-1,0 1 0,1-1 0,-1 0 0,0 0 1,1 0-1,-1 0 0,1-1 0,0 1 0,2 1 0,3 0 130,-1-1-1,0 0 0,1-1 0,-1 1 0,1-1 0,10-1 0,369-45 5053,-192 18-7176,-275 33-9279,59-5 6324,-18-2-6932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3.379"/>
    </inkml:context>
    <inkml:brush xml:id="br0">
      <inkml:brushProperty name="width" value="0.035" units="cm"/>
      <inkml:brushProperty name="height" value="0.035" units="cm"/>
    </inkml:brush>
  </inkml:definitions>
  <inkml:trace contextRef="#ctx0" brushRef="#br0">1 135 14897,'5'-4'766,"0"1"0,0-1 0,0 1-1,1 0 1,0 0 0,-1 1-1,1-1 1,10-2 0,15-6 1269,12-4 21,0 1 1,49-9-1,23-7-206,-103 27-1951,-1 0-1,1 1 1,21-1 0,9 2-5919,-41 1 5780,-7 0-1134,-23 1-8197,7 1-1678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3.799"/>
    </inkml:context>
    <inkml:brush xml:id="br0">
      <inkml:brushProperty name="width" value="0.035" units="cm"/>
      <inkml:brushProperty name="height" value="0.035" units="cm"/>
    </inkml:brush>
  </inkml:definitions>
  <inkml:trace contextRef="#ctx0" brushRef="#br0">207 0 9873,'0'0'4798,"-1"4"-4205,-2 5-511,0 0 0,-1 0 0,0 0 0,0 0 0,-1-1 0,0 1 0,-11 12 0,-54 53-528,49-54 406,2 1-1,-21 28 0,38-48 128,1 1 0,0-1 0,0 1 0,0-1 0,0 1 0,0 0 0,1 0 0,-1-1 0,0 1 0,1 0 0,-1 0 0,1 0 0,0 0 0,0-1 0,-1 1 0,1 0 0,0 0 0,1 0 0,-1 0 0,0 0 0,0 0 0,1 0-1,-1-1 1,1 1 0,0 0 0,0 0 0,-1-1 0,1 1 0,0 0 0,0-1 0,1 1 0,-1-1 0,0 1 0,0-1 0,1 0 0,-1 1 0,1-1 0,-1 0 0,1 0 0,3 1 0,3 3 191,1-1-1,0 0 1,0 0 0,0-1 0,0 0-1,19 2 1,48 6 1195,117 23 2437,-173-29-3559,-6-2-88,0 0 0,0 1 0,-1 1 0,18 9 0,-28-13-229,0 1 0,0 0 0,0 0 0,-1 0 0,1 0 0,-1 0 0,1 1 0,-1-1 0,0 1 0,0-1 0,0 1 0,0 0 0,0 0 0,-1 0 0,1 0 0,-1 0 0,0 0 0,0 0 0,0 0 0,-1 1 0,1-1 0,-1 0 0,1 7 0,-2 5-268,-1 1-1,0 0 0,-1 0 1,-1-1-1,0 0 1,-1 0-1,-1 0 0,-1 0 1,0-1-1,-13 21 1,10-20-1810,-21 24 0,21-28-541,0-1 1,-17 12-1,-7 0-8736</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4.125"/>
    </inkml:context>
    <inkml:brush xml:id="br0">
      <inkml:brushProperty name="width" value="0.035" units="cm"/>
      <inkml:brushProperty name="height" value="0.035" units="cm"/>
    </inkml:brush>
  </inkml:definitions>
  <inkml:trace contextRef="#ctx0" brushRef="#br0">567 0 15949,'-24'47'2317,"2"0"0,-23 75 0,-17 106 354,24-83-1784,-14 37-200,-124 510-599,159-596-1017,-34 177-302,19-139-2743,-8-5-5215,32-104 263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4.313"/>
    </inkml:context>
    <inkml:brush xml:id="br0">
      <inkml:brushProperty name="width" value="0.035" units="cm"/>
      <inkml:brushProperty name="height" value="0.035" units="cm"/>
    </inkml:brush>
  </inkml:definitions>
  <inkml:trace contextRef="#ctx0" brushRef="#br0">0 26 21138,'0'0'10073,"12"6"-11385,-1-3-488,-11-20-10846,-2-1 177</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4.468"/>
    </inkml:context>
    <inkml:brush xml:id="br0">
      <inkml:brushProperty name="width" value="0.035" units="cm"/>
      <inkml:brushProperty name="height" value="0.035" units="cm"/>
    </inkml:brush>
  </inkml:definitions>
  <inkml:trace contextRef="#ctx0" brushRef="#br0">1 21 22162,'0'0'6593,"14"-3"-7817,0-3-1425,-22-5-6988</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6.651"/>
    </inkml:context>
    <inkml:brush xml:id="br0">
      <inkml:brushProperty name="width" value="0.035" units="cm"/>
      <inkml:brushProperty name="height" value="0.035" units="cm"/>
    </inkml:brush>
  </inkml:definitions>
  <inkml:trace contextRef="#ctx0" brushRef="#br0">4998 142 7613,'0'0'14536,"-3"0"-14283,-322-21 646,111 4-839,-246-9-1,-178 1 66,-3 21 25,536 5-145,-188 4 78,-388 58 1,440-31 62,-241 43-254,107 25 61,357-93 50,0 1 0,0 1 0,0 0-1,2 1 1,-21 17 0,-68 66 18,77-67-21,2 2 16,-44 57 1,46-53-22,9-14 10,2 0 1,0 2-1,1-1 1,1 1-1,-12 29 1,8-12 45,2 2 0,2-1 0,1 1 0,2 1 0,-4 55 1,11-78 2,-2 28-35,2 0-1,7 80 1,-1-98-36,2 0 1,16 46-1,-17-59 26,0-1-1,0 0 1,2 0 0,-1 0-1,2-1 1,0 0-1,0-1 1,20 20-1,-13-18 4,1 0-1,0 0 1,0-2-1,1 0 0,30 12 1,11-1-1,2-2 0,0-4 0,71 11 0,-98-20-19,389 48 111,-331-45-166,270 7 32,-262-14-62,245-1-61,-17 0-148,746-31-313,-640-5 356,-29-26-378,204-45 176,-592 103 448,126-19-30,175-32-72,-267 41 125,-1-2 1,-1-2-1,-1-3 0,54-27 0,-51 20 99,34-19 227,-74 38-259,-1 0 0,0 0 0,-1-1 0,0-1 0,14-15 0,-20 20-52,0 0-1,0 0 1,0-1-1,0 1 1,-1-1-1,0 1 1,0-1-1,0 0 1,-1 0 0,1 0-1,-1 0 1,0 0-1,-1 0 1,1 0-1,-1 0 1,0 0-1,0 0 1,-1 0-1,0 0 1,-1-9-1,-5-5 32,0-1-1,-1 1 0,-16-27 1,2 3-15,-56-99 136,24 46 127,-39-57 1152,25 69-171,13 16-301,29 37-673,-1 0 1,-1 2 0,-2 1-1,0 1 1,-48-31 0,49 40-270,0 1 0,-1 2 0,-45-17 1,-100-24-304,80 27-238,-268-57-4993,293 72 3247,-80-10-7046,88 16 259</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7.265"/>
    </inkml:context>
    <inkml:brush xml:id="br0">
      <inkml:brushProperty name="width" value="0.035" units="cm"/>
      <inkml:brushProperty name="height" value="0.035" units="cm"/>
    </inkml:brush>
  </inkml:definitions>
  <inkml:trace contextRef="#ctx0" brushRef="#br0">2 170 5985,'0'0'308,"-1"-1"0,1 1 1,0-1-1,0 1 1,0-1-1,-1 1 1,1 0-1,0-1 0,0 1 1,0-1-1,0 1 1,0-1-1,0 1 1,0-1-1,0 1 1,0-1-1,0 1 0,1-1 1,-1 1-1,0-1 1,0 1-1,0-1 1,0 1-1,1 0 1,-1-1-1,1 0 0,13-11 3363,32-9-2881,-25 12 383,21-12 579,0 2 0,1 1 0,58-15 0,-80 27-1357,-6 1-99,0 1 0,0 1 0,16-1 0,-29 3-270,0 1 0,0 0 0,0-1 0,1 1 0,-1 0 0,0 1 0,0-1 0,0 0 0,0 1 0,1-1 0,-1 1 0,0-1-1,0 1 1,0 0 0,0 0 0,0 0 0,0 0 0,-1 0 0,1 1 0,0-1 0,0 1 0,-1-1 0,1 1 0,-1-1 0,1 1 0,-1 0 0,2 3 0,0 5-139,0 0 1,0 0-1,-1 0 0,-1 0 0,0 0 1,0 0-1,-1 1 0,0-1 0,-1 0 1,-3 13-1,-4 17-924,-16 50 0,7-32 365,-5 18-132,12-48 651,2 0 1,1 1-1,1 0 1,-4 58-1,10-84 241,1-1-1,-1 1 1,1-1 0,-1 0-1,1 1 1,0-1 0,0 0 0,0 0-1,0 1 1,0-1 0,0 0 0,0 0-1,1 0 1,-1 0 0,1-1-1,0 1 1,0 0 0,-1-1 0,1 1-1,0-1 1,0 1 0,0-1 0,1 0-1,-1 0 1,0 0 0,0 0-1,1 0 1,3 0 0,5 2 233,0 0-1,1-2 1,-1 1-1,22-1 1,155-17 1909,-45 1-1715,-139 15-810,0-1 0,0 1 0,1-1 0,-1 0 0,0-1 0,0 1 0,6-3 1,-10 4 174,0 0 0,0 0 0,1 0 0,-1 0 1,0-1-1,1 1 0,-1 0 0,0 0 1,0 0-1,0-1 0,1 1 0,-1 0 1,0 0-1,0 0 0,0-1 0,1 1 1,-1 0-1,0 0 0,0-1 0,0 1 0,0 0 1,0-1-1,0 1 0,0 0 0,0 0 1,1-1-1,-1 1 0,0 0 0,0-1 1,0 1-1,0 0 0,-1 0 0,1-1 1,0 1-1,0 0 0,0-1 0,0 1 0,-1-2-646,-1 1 0,1 0 0,0 0 0,-1 0 0,1 0 0,-1 0 0,0 0 0,1 1 0,-1-1 0,1 1-1,-4-2 1,-26-4-10745</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7.624"/>
    </inkml:context>
    <inkml:brush xml:id="br0">
      <inkml:brushProperty name="width" value="0.035" units="cm"/>
      <inkml:brushProperty name="height" value="0.035" units="cm"/>
    </inkml:brush>
  </inkml:definitions>
  <inkml:trace contextRef="#ctx0" brushRef="#br0">7 109 14337,'-6'12'6154,"17"-24"-2539,11-3-2446,-17 12-637,6-3 147,1 0 0,0 1 0,1 1 1,-1 0-1,1 0 0,22-2 0,11-4 561,118-27-274,-126 35-4815,-6 0-3090,-29 1 3220,-15-2 338,-6 2-8514</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8.017"/>
    </inkml:context>
    <inkml:brush xml:id="br0">
      <inkml:brushProperty name="width" value="0.035" units="cm"/>
      <inkml:brushProperty name="height" value="0.035" units="cm"/>
    </inkml:brush>
  </inkml:definitions>
  <inkml:trace contextRef="#ctx0" brushRef="#br0">1 0 12717,'0'0'6936,"1"3"-6246,2 2-549,0 1-1,0 0 0,-1 0 1,0 0-1,0 0 0,0 0 1,-1 1-1,0-1 0,0 1 1,-1-1-1,1 0 0,-2 1 1,0 11-1,-2 14 115,0-5-192,1 1 0,2 0-1,4 38 1,-4-59 30,2 0 0,-1 0-1,1 0 1,0 0 0,0 0 0,1 0-1,0 0 1,0-1 0,1 1 0,0-1-1,0 0 1,0 0 0,1 0 0,0-1-1,0 0 1,0 0 0,1 0-1,6 4 1,9 3 551,0-1 0,36 12 0,-38-16-374,-1 0-1,-1 1 1,1 1 0,-1 1 0,20 14 0,-35-22-294,0-1 0,0 1 0,0 0 0,0 0 0,-1 0 0,1 0 1,-1 0-1,1 1 0,-1-1 0,0 0 0,0 1 0,0-1 0,0 1 0,0-1 1,-1 1-1,1-1 0,-1 1 0,1 2 0,-1 0-121,-1-1 0,1 0-1,-1 0 1,0 0 0,0 1-1,0-1 1,-1 0 0,1 0-1,-1-1 1,-3 6 0,-2 2-803,0-1 0,-1 0 0,0 0 0,-1-1 0,0 0 0,-16 12 0,-17 10-5379,-2-4-3801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8.299"/>
    </inkml:context>
    <inkml:brush xml:id="br0">
      <inkml:brushProperty name="width" value="0.035" units="cm"/>
      <inkml:brushProperty name="height" value="0.035" units="cm"/>
    </inkml:brush>
  </inkml:definitions>
  <inkml:trace contextRef="#ctx0" brushRef="#br0">515 1 14501,'-14'22'420,"-6"6"426,2 1-1,1 1 1,2 1 0,-14 36-1,-92 329 5804,-27 205-4068,98-320-4068,-4 17-6115,40-248 1378,-1-17-3858</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8.470"/>
    </inkml:context>
    <inkml:brush xml:id="br0">
      <inkml:brushProperty name="width" value="0.035" units="cm"/>
      <inkml:brushProperty name="height" value="0.035" units="cm"/>
    </inkml:brush>
  </inkml:definitions>
  <inkml:trace contextRef="#ctx0" brushRef="#br0">1 35 19026,'37'-15'9045,"-19"15"-17230,2-2 2276,-15-16-5084</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08.626"/>
    </inkml:context>
    <inkml:brush xml:id="br0">
      <inkml:brushProperty name="width" value="0.035" units="cm"/>
      <inkml:brushProperty name="height" value="0.035" units="cm"/>
    </inkml:brush>
  </inkml:definitions>
  <inkml:trace contextRef="#ctx0" brushRef="#br0">23 99 22658,'-23'-6'5693,"35"12"-5485,2-4-1364,-20-42-1709,1 3-155,2 14-15514</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44.056"/>
    </inkml:context>
    <inkml:brush xml:id="br0">
      <inkml:brushProperty name="width" value="0.035" units="cm"/>
      <inkml:brushProperty name="height" value="0.035" units="cm"/>
    </inkml:brush>
  </inkml:definitions>
  <inkml:trace contextRef="#ctx0" brushRef="#br0">4651 158 8621,'-26'24'1289,"20"-19"3176,4-5-3725,-19 10 606,18-9-823,2-1-367,0-1-1,-1 1 1,1 0-1,-1 0 1,1 0-1,-1-1 1,1 1-1,-1 1 1,1-1-1,0 0 1,-1 0-1,1 0 1,-1 1-1,1-1 0,-1 1 1,1-1-1,0 1 1,-1 0-1,1-1 1,0 1-1,-1 1 1,0-1-36,0 0 0,0 0 0,0 0 0,0 0 0,0-1-1,0 1 1,0 0 0,0-1 0,0 1 0,0-1 0,0 0 0,-3 0 0,-175-38 904,58 10-735,-531-66-3,-5 56-180,524 33-70,-63-1 66,-67 3 65,-321 8 122,435 5-284,1 6 0,-262 65 0,265-42 1,-166 69 1,264-87-22,1 1-1,0 3 0,2 1 1,1 2-1,2 3 0,1 1 1,-45 45-1,66-56 10,0 2 0,2 0 0,1 2 0,1 0 0,-26 53 0,35-62 10,1 0 1,0 0-1,1 1 0,1 0 1,0 0-1,2 0 0,-1 1 1,2-1-1,1 1 1,0-1-1,4 27 0,3-13-10,2 0-1,0 0 0,2-2 1,2 1-1,0-1 0,2-1 1,1-1-1,33 44 0,16 8 35,101 95 0,-134-143-7,71 69-27,132 100-1,-169-151-7,3-3 0,2-3 0,109 49 0,-104-60 65,155 43 0,-24-22-89,103 25 8,-206-57 29,107 8 0,-174-26-10,341 24-100,0-28 15,160-42-15,-95 0-131,-187 23 196,-127 8-9,-50 5 83,90-18 0,-53 0-71,139-34 47,-213 47-31,34-8 36,81-35 0,-68 20-44,-47 20 23,62-33 1,-65 26 90,-2-1 0,-1-3 0,-1 0 0,-2-2 0,37-39 0,-9-7 698,-58 71-628,-1-1 0,0 1 0,0 0 1,0-1-1,-1 1 0,0-1 0,1 0 0,-1 1 0,0-1 1,-1 0-1,1 0 0,-1 0 0,1-6 0,-2-2 156,0-1-1,-6-22 0,1 3-94,4 22-128,-1 0-1,1 0 1,-5-9 0,-8-31 109,7 18-55,-1 0 1,-1 0-1,-20-41 1,-12-7 292,-2 1 0,-88-115 0,108 162-309,-17-21 125,-45-79 0,31 41 112,33 57-219,-1 0 0,-37-40 0,45 56-92,10 12-41,1 0-1,-1 1 1,0-1 0,-1 1-1,-5-4 1,-17-10 11,0 2 1,-1 1 0,0 1 0,-2 2 0,1 1 0,-2 1-1,-39-8 1,-38-4-37,-127-9-1,-114 9-65,155 12-89,130 9 31,-29-1-1666,83 2 1035,1 0 0,0-1 1,0 0-1,0-1 0,0 0 0,-10-5 0,18 7 170,0 0-1,1 0 1,-1 0-1,1 0 1,-1 0-1,1 0 1,-1-1-1,1 1 1,0 0-1,0-1 1,-2-1-1,0-2-2793,-6-4-7114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2:46.671"/>
    </inkml:context>
    <inkml:brush xml:id="br0">
      <inkml:brushProperty name="width" value="0.035" units="cm"/>
      <inkml:brushProperty name="height" value="0.035" units="cm"/>
    </inkml:brush>
  </inkml:definitions>
  <inkml:trace contextRef="#ctx0" brushRef="#br0">1261 46 5989,'0'0'2004,"1"-2"-1281,0 0-590,0 1 1,0 0-1,0-1 0,0 1 0,1 0 1,-1-1-1,0 1 0,1 0 0,-1 0 0,1 0 1,-1 0-1,1 0 0,0 0 0,-1 1 1,1-1-1,0 1 0,0-1 0,-1 1 1,1-1-1,0 1 0,0 0 0,0 0 0,-1 0 1,1 0-1,2 1 0,28-6 1142,-21 3-1712,21-8 5045,-31 10-4553,-1 0 1,0 0-1,0 0 1,0 0-1,0 0 1,1 0-1,-1 0 1,0 0-1,0 0 1,0 0-1,0 0 1,1 0-1,-1 0 1,0 0-1,0-1 1,0 1-1,0 0 1,0 0-1,0 0 1,1 0-1,-1 0 1,0 0-1,0 0 1,0 0-1,0-1 1,0 1-1,0 0 1,0 0-1,0 0 1,0 0-1,0 0 1,1-1-1,-1 1 0,0 0 1,0 0-1,0 0 1,0 0-1,0-1 1,0 1-1,0 0 1,0 0-1,0 0 1,0-1-1,-16-2 413,-12 3-137,0 1 0,0 2 0,-31 6 0,11-2-131,-403 82 1624,419-80-1784,1 1 1,0 2-1,0 0 1,1 3-1,0 0 1,2 2-1,0 1 1,1 1-1,-36 32 1,49-38-21,-270 250 878,274-253-829,1 0-1,0 1 0,1 0 1,0 0-1,0 1 1,2 0-1,-1 0 0,1 1 1,1 0-1,1 0 0,0 0 1,0 0-1,1 1 1,1-1-1,0 1 0,1 0 1,1 16-1,3 0-4,1-1 0,2 0 0,0 0 0,2-1 0,2 1 0,0-2 0,2 0 0,16 27 0,-5-10-45,2-1-1,1-2 1,37 43 0,-44-63-20,0 0 0,1-2 1,1 0-1,1-2 1,0 0-1,2-2 1,26 14-1,-1-4-27,1-2 0,2-2 0,0-3 0,1-2 0,0-2 0,2-3 0,-1-2 0,1-2 0,0-3 0,0-3 0,69-5-1,221-28-131,162 7-78,-500 25 236,133-1-61,74-4-33,28-3-16,-99 4-12,-82 3 48,56-4-42,143-20-100,-85 10 70,3 2-103,26-2 60,23-21 27,-190 27 159,0-1 0,-1-2 0,0-2 0,33-18 0,68-28-41,-72 32 30,-28 14 15,57-15 1,-41 14-11,110-29 36,-107 32-48,-37 9 41,0-1 1,22-8 0,-18 4 73,-15 5-34,0 0 1,0 0 0,0 0-1,0-1 1,-1 0-1,0-1 1,0 1 0,0-1-1,7-8 1,30-21 141,-34 27-111,0-1 0,0 0-1,11-13 1,54-65 1086,-74 84-1159,0 1 0,0-1-1,0 0 1,0 1 0,-1-1 0,1 0 0,-1 0 0,1 1 0,-1-1 0,0 0 0,1 0-1,-1 0 1,0-2 0,1-10 220,1-14 14,-2 25-192,0-2 13,-2-13 44,-1 0-1,-1 0 0,0 0 1,-1 0-1,-8-19 0,-2 4 171,-26-42 0,34 64-259,0 1 1,-1 0-1,0 0 0,-1 1 0,0 0 0,0 0 0,-17-11 0,-21-11-10,-2 2 0,-77-34-1,-60-14 0,-215-57-1,314 112-21,-1 4 1,-1 4-1,0 3 0,-138 3 1,-34 19-16,-179 1 34,324-8 10,68-1-50,-123 7 64,8-2 19,86-5-31,38-1 18,-46-4 0,-24-1 145,-292-14 535,267 17-596,-9-1 54,-248-26 522,272 28-314,114-1-368,-7-1 9,0 0-1,0 1 1,0 1 0,-20 3-1,-31 2-358,55-3-721,-1 1 0,2-1 1,-1 1-1,-8 6 0,1 1-3721,0 2-3610,6-3-2044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EADEE-0B67-4CD7-BB44-914E98418FDE}" type="datetimeFigureOut">
              <a:rPr lang="en-IN" smtClean="0"/>
              <a:t>01-05-2026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843C3-1C1E-4758-8274-985DAAAB7D09}" type="slidenum">
              <a:rPr lang="en-IN" smtClean="0"/>
              <a:t>‹#›</a:t>
            </a:fld>
            <a:endParaRPr lang="en-IN"/>
          </a:p>
        </p:txBody>
      </p:sp>
    </p:spTree>
    <p:extLst>
      <p:ext uri="{BB962C8B-B14F-4D97-AF65-F5344CB8AC3E}">
        <p14:creationId xmlns:p14="http://schemas.microsoft.com/office/powerpoint/2010/main" val="16843104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08681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A843C3-1C1E-4758-8274-985DAAAB7D09}" type="slidenum">
              <a:rPr lang="en-IN" smtClean="0"/>
              <a:t>2</a:t>
            </a:fld>
            <a:endParaRPr lang="en-IN"/>
          </a:p>
        </p:txBody>
      </p:sp>
    </p:spTree>
    <p:extLst>
      <p:ext uri="{BB962C8B-B14F-4D97-AF65-F5344CB8AC3E}">
        <p14:creationId xmlns:p14="http://schemas.microsoft.com/office/powerpoint/2010/main" val="1618372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A843C3-1C1E-4758-8274-985DAAAB7D09}" type="slidenum">
              <a:rPr lang="en-IN" smtClean="0"/>
              <a:t>29</a:t>
            </a:fld>
            <a:endParaRPr lang="en-IN"/>
          </a:p>
        </p:txBody>
      </p:sp>
    </p:spTree>
    <p:extLst>
      <p:ext uri="{BB962C8B-B14F-4D97-AF65-F5344CB8AC3E}">
        <p14:creationId xmlns:p14="http://schemas.microsoft.com/office/powerpoint/2010/main" val="2474036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8968E39D-891C-45A7-9F3B-2299478CF56F}" type="slidenum">
              <a:rPr lang="en-IN" sz="1400" b="0" strike="noStrike" spc="-1" smtClean="0">
                <a:latin typeface="Times New Roman"/>
              </a:rPr>
              <a:t>31</a:t>
            </a:fld>
            <a:endParaRPr lang="en-IN" sz="1400" b="0" strike="noStrike" spc="-1">
              <a:latin typeface="Times New Roman"/>
            </a:endParaRPr>
          </a:p>
        </p:txBody>
      </p:sp>
    </p:spTree>
    <p:extLst>
      <p:ext uri="{BB962C8B-B14F-4D97-AF65-F5344CB8AC3E}">
        <p14:creationId xmlns:p14="http://schemas.microsoft.com/office/powerpoint/2010/main" val="762137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074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043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endParaRPr lang="en-IN"/>
          </a:p>
        </p:txBody>
      </p:sp>
      <p:sp>
        <p:nvSpPr>
          <p:cNvPr id="3" name="Table Placeholder 2"/>
          <p:cNvSpPr>
            <a:spLocks noGrp="1"/>
          </p:cNvSpPr>
          <p:nvPr>
            <p:ph type="tbl" idx="1"/>
          </p:nvPr>
        </p:nvSpPr>
        <p:spPr>
          <a:xfrm>
            <a:off x="548218" y="1143000"/>
            <a:ext cx="11091333" cy="5181600"/>
          </a:xfrm>
        </p:spPr>
        <p:txBody>
          <a:bodyPr/>
          <a:lstStyle/>
          <a:p>
            <a:endParaRPr lang="en-IN"/>
          </a:p>
        </p:txBody>
      </p:sp>
    </p:spTree>
    <p:extLst>
      <p:ext uri="{BB962C8B-B14F-4D97-AF65-F5344CB8AC3E}">
        <p14:creationId xmlns:p14="http://schemas.microsoft.com/office/powerpoint/2010/main" val="306840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E282C26C-34AE-4987-8D1C-1765EF9FF698}" type="datetime1">
              <a:rPr lang="en-US" smtClean="0"/>
              <a:t>5/1/2026</a:t>
            </a:fld>
            <a:endParaRPr lang="en-US"/>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69002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pPr>
              <a:defRPr/>
            </a:pPr>
            <a:fld id="{ED8A5F7A-5197-4C90-BCF7-BEFEDDE69262}" type="datetime1">
              <a:rPr lang="en-US" smtClean="0"/>
              <a:t>5/1/2026</a:t>
            </a:fld>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pPr>
              <a:defRPr/>
            </a:pPr>
            <a:endParaRPr lang="en-US"/>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92065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37408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6488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4" name="Rectangle 3"/>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5" name="Rectangle 4"/>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8" name="TextBox 7"/>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350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7" name="TextBox 16"/>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784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4" name="Rectangle 3"/>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8839201" y="0"/>
            <a:ext cx="2925233" cy="692150"/>
          </a:xfrm>
          <a:prstGeom prst="rect">
            <a:avLst/>
          </a:prstGeom>
          <a:noFill/>
          <a:ln w="9525">
            <a:noFill/>
            <a:miter lim="800000"/>
            <a:headEnd/>
            <a:tailEnd/>
          </a:ln>
        </p:spPr>
      </p:pic>
      <p:sp>
        <p:nvSpPr>
          <p:cNvPr id="6" name="Rectangle 5"/>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TextBox 8"/>
          <p:cNvSpPr txBox="1"/>
          <p:nvPr/>
        </p:nvSpPr>
        <p:spPr>
          <a:xfrm>
            <a:off x="9144000" y="7620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9448800" y="11715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5345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4882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6" name="Group 19"/>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2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14" name="TextBox 1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3297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93472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2" name="Group 15"/>
          <p:cNvGrpSpPr>
            <a:grpSpLocks/>
          </p:cNvGrpSpPr>
          <p:nvPr/>
        </p:nvGrpSpPr>
        <p:grpSpPr bwMode="auto">
          <a:xfrm>
            <a:off x="2844800" y="6553200"/>
            <a:ext cx="93472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7" name="TextBox 16"/>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0762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415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93472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3"/>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587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0"/>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71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93472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24"/>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98214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7538509" y="2560109"/>
            <a:ext cx="5181600" cy="61383"/>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10583" y="381001"/>
            <a:ext cx="922868" cy="2193925"/>
          </a:xfrm>
          <a:prstGeom prst="rect">
            <a:avLst/>
          </a:prstGeom>
          <a:noFill/>
          <a:ln w="9525">
            <a:noFill/>
            <a:miter lim="800000"/>
            <a:headEnd/>
            <a:tailEnd/>
          </a:ln>
        </p:spPr>
      </p:pic>
      <p:sp>
        <p:nvSpPr>
          <p:cNvPr id="10" name="TextBox 9"/>
          <p:cNvSpPr txBox="1"/>
          <p:nvPr/>
        </p:nvSpPr>
        <p:spPr>
          <a:xfrm rot="5400000">
            <a:off x="-2748491" y="3808884"/>
            <a:ext cx="5867400" cy="230832"/>
          </a:xfrm>
          <a:prstGeom prst="rect">
            <a:avLst/>
          </a:prstGeom>
          <a:noFill/>
        </p:spPr>
        <p:txBody>
          <a:bodyPr>
            <a:spAutoFit/>
          </a:bodyPr>
          <a:lstStyle/>
          <a:p>
            <a:pPr algn="r" fontAlgn="base">
              <a:spcBef>
                <a:spcPct val="0"/>
              </a:spcBef>
              <a:spcAft>
                <a:spcPct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60943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9397105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0BE6937E-7555-425F-9449-7DDB9CF05679}" type="datetime1">
              <a:rPr lang="en-US" altLang="en-US" smtClean="0">
                <a:solidFill>
                  <a:prstClr val="black">
                    <a:tint val="75000"/>
                  </a:prstClr>
                </a:solidFill>
              </a:rPr>
              <a:t>5/1/2026</a:t>
            </a:fld>
            <a:endParaRPr lang="en-GB" alt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806B9ED5-FE15-42F3-930B-10DA3EF67082}"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462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0"/>
          </a:xfrm>
        </p:spPr>
        <p:txBody>
          <a:bodyPr/>
          <a:lstStyle>
            <a:lvl1pPr>
              <a:defRPr/>
            </a:lvl1pPr>
          </a:lstStyle>
          <a:p>
            <a:fld id="{94E26872-CC0B-4EE5-8351-D09922470225}" type="datetime1">
              <a:rPr lang="en-US" altLang="en-US" smtClean="0">
                <a:solidFill>
                  <a:prstClr val="black">
                    <a:tint val="75000"/>
                  </a:prstClr>
                </a:solidFill>
              </a:rPr>
              <a:t>5/1/2026</a:t>
            </a:fld>
            <a:endParaRPr lang="en-GB" altLang="en-US">
              <a:solidFill>
                <a:prstClr val="black">
                  <a:tint val="75000"/>
                </a:prstClr>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GB" altLang="en-US">
              <a:solidFill>
                <a:prstClr val="black">
                  <a:tint val="75000"/>
                </a:prstClr>
              </a:solidFill>
            </a:endParaRPr>
          </a:p>
        </p:txBody>
      </p:sp>
      <p:sp>
        <p:nvSpPr>
          <p:cNvPr id="8" name="Slide Number Placeholder 7"/>
          <p:cNvSpPr>
            <a:spLocks noGrp="1"/>
          </p:cNvSpPr>
          <p:nvPr>
            <p:ph type="sldNum" sz="quarter" idx="12"/>
          </p:nvPr>
        </p:nvSpPr>
        <p:spPr>
          <a:xfrm>
            <a:off x="8737600" y="6245225"/>
            <a:ext cx="2844800" cy="476250"/>
          </a:xfrm>
        </p:spPr>
        <p:txBody>
          <a:bodyPr/>
          <a:lstStyle>
            <a:lvl1pPr>
              <a:defRPr/>
            </a:lvl1pPr>
          </a:lstStyle>
          <a:p>
            <a:fld id="{0350E79D-DD4C-459D-9982-43B0D01A4CF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15601793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0429707C-6022-4672-9637-B5FCBE3114EC}" type="datetime1">
              <a:rPr lang="en-US" altLang="en-US" smtClean="0">
                <a:solidFill>
                  <a:prstClr val="black">
                    <a:tint val="75000"/>
                  </a:prstClr>
                </a:solidFill>
              </a:rPr>
              <a:t>5/1/2026</a:t>
            </a:fld>
            <a:endParaRPr lang="en-GB" altLang="en-US">
              <a:solidFill>
                <a:prstClr val="black">
                  <a:tint val="75000"/>
                </a:prstClr>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vl1pPr>
          </a:lstStyle>
          <a:p>
            <a:fld id="{ACCAFE9A-1B00-41A9-8570-E4D414A76A5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2739469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4" name="TextBox 3"/>
          <p:cNvSpPr txBox="1"/>
          <p:nvPr/>
        </p:nvSpPr>
        <p:spPr>
          <a:xfrm>
            <a:off x="10871200" y="6550025"/>
            <a:ext cx="1320800" cy="261610"/>
          </a:xfrm>
          <a:prstGeom prst="rect">
            <a:avLst/>
          </a:prstGeom>
          <a:noFill/>
        </p:spPr>
        <p:txBody>
          <a:bodyPr wrap="square">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err="1">
                <a:solidFill>
                  <a:srgbClr val="101141"/>
                </a:solidFill>
                <a:latin typeface="Arial"/>
                <a:cs typeface="Arial"/>
              </a:rPr>
              <a:t>Pilani</a:t>
            </a:r>
            <a:endParaRPr lang="en-US" sz="1100" dirty="0">
              <a:solidFill>
                <a:srgbClr val="101141"/>
              </a:solidFill>
              <a:latin typeface="Arial"/>
              <a:cs typeface="Arial"/>
            </a:endParaRP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Tree>
    <p:extLst>
      <p:ext uri="{BB962C8B-B14F-4D97-AF65-F5344CB8AC3E}">
        <p14:creationId xmlns:p14="http://schemas.microsoft.com/office/powerpoint/2010/main" val="34804276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a:defRPr/>
            </a:pPr>
            <a:fld id="{ED89CB39-955E-495B-9298-F6AAB4A6A39A}" type="datetime1">
              <a:rPr lang="en-US" smtClean="0">
                <a:solidFill>
                  <a:prstClr val="black">
                    <a:tint val="75000"/>
                  </a:prstClr>
                </a:solidFill>
              </a:rPr>
              <a:t>5/1/2026</a:t>
            </a:fld>
            <a:endParaRPr lang="en-US">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0544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51"/>
            <a:ext cx="2844800" cy="365125"/>
          </a:xfrm>
          <a:prstGeom prst="rect">
            <a:avLst/>
          </a:prstGeom>
        </p:spPr>
        <p:txBody>
          <a:bodyPr/>
          <a:lstStyle/>
          <a:p>
            <a:pPr>
              <a:defRPr/>
            </a:pPr>
            <a:fld id="{CCC6B477-4182-4E13-A560-7129C9837FE3}" type="datetime1">
              <a:rPr lang="en-US" smtClean="0">
                <a:solidFill>
                  <a:prstClr val="black">
                    <a:tint val="75000"/>
                  </a:prstClr>
                </a:solidFill>
              </a:rPr>
              <a:t>5/1/2026</a:t>
            </a:fld>
            <a:endParaRPr lang="en-US">
              <a:solidFill>
                <a:prstClr val="black">
                  <a:tint val="75000"/>
                </a:prstClr>
              </a:solidFill>
            </a:endParaRPr>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7858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fontAlgn="base" hangingPunct="1">
              <a:spcBef>
                <a:spcPct val="0"/>
              </a:spcBef>
              <a:spcAft>
                <a:spcPct val="0"/>
              </a:spcAft>
              <a:defRPr/>
            </a:pPr>
            <a:r>
              <a:rPr lang="en-US" sz="1100">
                <a:solidFill>
                  <a:srgbClr val="101141"/>
                </a:solidFill>
                <a:cs typeface="Arial" pitchFamily="34" charset="0"/>
              </a:rPr>
              <a:t>BITS Pilani, Hyderabad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883457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28830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0714978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5369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700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20768674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7910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986531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13839377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26991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955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2688263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endParaRPr lang="en-IN" sz="140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endParaRPr lang="en-IN" sz="1400" b="0" strike="noStrike" spc="-1">
              <a:solidFill>
                <a:srgbClr val="000000"/>
              </a:solidFill>
              <a:latin typeface="Arial"/>
            </a:endParaRPr>
          </a:p>
        </p:txBody>
      </p:sp>
    </p:spTree>
    <p:extLst>
      <p:ext uri="{BB962C8B-B14F-4D97-AF65-F5344CB8AC3E}">
        <p14:creationId xmlns:p14="http://schemas.microsoft.com/office/powerpoint/2010/main" val="3887574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40" r:id="rId2"/>
    <p:sldLayoutId id="2147483742" r:id="rId3"/>
    <p:sldLayoutId id="2147483745" r:id="rId4"/>
    <p:sldLayoutId id="2147483746" r:id="rId5"/>
    <p:sldLayoutId id="2147483749" r:id="rId6"/>
    <p:sldLayoutId id="2147483752" r:id="rId7"/>
    <p:sldLayoutId id="2147483774" r:id="rId8"/>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0DE5BCA5-45B5-4510-BB65-9884CFB8A1E3}" type="datetime1">
              <a:rPr lang="en-US" smtClean="0">
                <a:solidFill>
                  <a:prstClr val="black">
                    <a:tint val="75000"/>
                  </a:prstClr>
                </a:solidFill>
              </a:rPr>
              <a:t>5/1/2026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60DB935C-A2BB-404C-A6C5-67E9068028E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69584189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Lst>
  <p:hf hdr="0" ft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4531818"/>
      </p:ext>
    </p:extLst>
  </p:cSld>
  <p:clrMap bg1="lt1" tx1="dk1" bg2="lt2" tx2="dk2" accent1="accent1" accent2="accent2" accent3="accent3" accent4="accent4" accent5="accent5" accent6="accent6" hlink="hlink" folHlink="folHlink"/>
  <p:sldLayoutIdLst>
    <p:sldLayoutId id="2147483776" r:id="rId1"/>
    <p:sldLayoutId id="2147483778" r:id="rId2"/>
    <p:sldLayoutId id="2147483779" r:id="rId3"/>
    <p:sldLayoutId id="2147483780" r:id="rId4"/>
    <p:sldLayoutId id="2147483781" r:id="rId5"/>
    <p:sldLayoutId id="2147483782" r:id="rId6"/>
    <p:sldLayoutId id="2147483784" r:id="rId7"/>
    <p:sldLayoutId id="2147483810" r:id="rId8"/>
    <p:sldLayoutId id="2147483811" r:id="rId9"/>
    <p:sldLayoutId id="2147483881" r:id="rId10"/>
    <p:sldLayoutId id="2147483992" r:id="rId11"/>
    <p:sldLayoutId id="2147483996"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38.xml"/><Relationship Id="rId6" Type="http://schemas.openxmlformats.org/officeDocument/2006/relationships/customXml" Target="../ink/ink3.xml"/><Relationship Id="rId5" Type="http://schemas.openxmlformats.org/officeDocument/2006/relationships/image" Target="../media/image18.png"/><Relationship Id="rId4" Type="http://schemas.openxmlformats.org/officeDocument/2006/relationships/customXml" Target="../ink/ink2.xml"/></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38.xml"/><Relationship Id="rId5" Type="http://schemas.openxmlformats.org/officeDocument/2006/relationships/image" Target="../media/image18.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4.xml"/><Relationship Id="rId1" Type="http://schemas.openxmlformats.org/officeDocument/2006/relationships/slideLayout" Target="../slideLayouts/slideLayout38.xml"/><Relationship Id="rId5" Type="http://schemas.openxmlformats.org/officeDocument/2006/relationships/image" Target="../media/image26.png"/><Relationship Id="rId4" Type="http://schemas.openxmlformats.org/officeDocument/2006/relationships/customXml" Target="../ink/ink5.xml"/></Relationships>
</file>

<file path=ppt/slides/_rels/slide18.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customXml" Target="../ink/ink11.xml"/><Relationship Id="rId2" Type="http://schemas.openxmlformats.org/officeDocument/2006/relationships/customXml" Target="../ink/ink6.xml"/><Relationship Id="rId1" Type="http://schemas.openxmlformats.org/officeDocument/2006/relationships/slideLayout" Target="../slideLayouts/slideLayout38.xml"/><Relationship Id="rId6" Type="http://schemas.openxmlformats.org/officeDocument/2006/relationships/customXml" Target="../ink/ink8.xml"/><Relationship Id="rId11" Type="http://schemas.openxmlformats.org/officeDocument/2006/relationships/image" Target="../media/image31.png"/><Relationship Id="rId5" Type="http://schemas.openxmlformats.org/officeDocument/2006/relationships/image" Target="../media/image28.png"/><Relationship Id="rId15" Type="http://schemas.openxmlformats.org/officeDocument/2006/relationships/image" Target="../media/image33.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30.png"/><Relationship Id="rId14" Type="http://schemas.openxmlformats.org/officeDocument/2006/relationships/customXml" Target="../ink/ink12.xml"/></Relationships>
</file>

<file path=ppt/slides/_rels/slide19.xml.rels><?xml version="1.0" encoding="UTF-8" standalone="yes"?>
<Relationships xmlns="http://schemas.openxmlformats.org/package/2006/relationships"><Relationship Id="rId8" Type="http://schemas.openxmlformats.org/officeDocument/2006/relationships/customXml" Target="../ink/ink16.xml"/><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customXml" Target="../ink/ink13.xml"/><Relationship Id="rId1" Type="http://schemas.openxmlformats.org/officeDocument/2006/relationships/slideLayout" Target="../slideLayouts/slideLayout38.xml"/><Relationship Id="rId6" Type="http://schemas.openxmlformats.org/officeDocument/2006/relationships/customXml" Target="../ink/ink15.xml"/><Relationship Id="rId5" Type="http://schemas.openxmlformats.org/officeDocument/2006/relationships/image" Target="../media/image35.png"/><Relationship Id="rId4" Type="http://schemas.openxmlformats.org/officeDocument/2006/relationships/customXml" Target="../ink/ink14.xml"/><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26" Type="http://schemas.openxmlformats.org/officeDocument/2006/relationships/customXml" Target="../ink/ink29.xml"/><Relationship Id="rId21" Type="http://schemas.openxmlformats.org/officeDocument/2006/relationships/image" Target="../media/image47.png"/><Relationship Id="rId42" Type="http://schemas.openxmlformats.org/officeDocument/2006/relationships/customXml" Target="../ink/ink37.xml"/><Relationship Id="rId47" Type="http://schemas.openxmlformats.org/officeDocument/2006/relationships/image" Target="../media/image60.png"/><Relationship Id="rId63" Type="http://schemas.openxmlformats.org/officeDocument/2006/relationships/image" Target="../media/image68.png"/><Relationship Id="rId68" Type="http://schemas.openxmlformats.org/officeDocument/2006/relationships/customXml" Target="../ink/ink50.xml"/><Relationship Id="rId16" Type="http://schemas.openxmlformats.org/officeDocument/2006/relationships/customXml" Target="../ink/ink24.xml"/><Relationship Id="rId11" Type="http://schemas.openxmlformats.org/officeDocument/2006/relationships/image" Target="../media/image42.png"/><Relationship Id="rId24" Type="http://schemas.openxmlformats.org/officeDocument/2006/relationships/customXml" Target="../ink/ink28.xml"/><Relationship Id="rId32" Type="http://schemas.openxmlformats.org/officeDocument/2006/relationships/customXml" Target="../ink/ink32.xml"/><Relationship Id="rId37" Type="http://schemas.openxmlformats.org/officeDocument/2006/relationships/image" Target="../media/image55.png"/><Relationship Id="rId40" Type="http://schemas.openxmlformats.org/officeDocument/2006/relationships/customXml" Target="../ink/ink36.xml"/><Relationship Id="rId45" Type="http://schemas.openxmlformats.org/officeDocument/2006/relationships/image" Target="../media/image59.png"/><Relationship Id="rId53" Type="http://schemas.openxmlformats.org/officeDocument/2006/relationships/image" Target="../media/image63.png"/><Relationship Id="rId58" Type="http://schemas.openxmlformats.org/officeDocument/2006/relationships/customXml" Target="../ink/ink45.xml"/><Relationship Id="rId66" Type="http://schemas.openxmlformats.org/officeDocument/2006/relationships/customXml" Target="../ink/ink49.xml"/><Relationship Id="rId74" Type="http://schemas.openxmlformats.org/officeDocument/2006/relationships/customXml" Target="../ink/ink53.xml"/><Relationship Id="rId5" Type="http://schemas.openxmlformats.org/officeDocument/2006/relationships/image" Target="../media/image39.png"/><Relationship Id="rId61" Type="http://schemas.openxmlformats.org/officeDocument/2006/relationships/image" Target="../media/image67.png"/><Relationship Id="rId19" Type="http://schemas.openxmlformats.org/officeDocument/2006/relationships/image" Target="../media/image46.png"/><Relationship Id="rId14" Type="http://schemas.openxmlformats.org/officeDocument/2006/relationships/customXml" Target="../ink/ink23.xml"/><Relationship Id="rId22" Type="http://schemas.openxmlformats.org/officeDocument/2006/relationships/customXml" Target="../ink/ink27.xml"/><Relationship Id="rId27" Type="http://schemas.openxmlformats.org/officeDocument/2006/relationships/image" Target="../media/image50.png"/><Relationship Id="rId30" Type="http://schemas.openxmlformats.org/officeDocument/2006/relationships/customXml" Target="../ink/ink31.xml"/><Relationship Id="rId35" Type="http://schemas.openxmlformats.org/officeDocument/2006/relationships/image" Target="../media/image54.png"/><Relationship Id="rId43" Type="http://schemas.openxmlformats.org/officeDocument/2006/relationships/image" Target="../media/image58.png"/><Relationship Id="rId48" Type="http://schemas.openxmlformats.org/officeDocument/2006/relationships/customXml" Target="../ink/ink40.xml"/><Relationship Id="rId56" Type="http://schemas.openxmlformats.org/officeDocument/2006/relationships/customXml" Target="../ink/ink44.xml"/><Relationship Id="rId64" Type="http://schemas.openxmlformats.org/officeDocument/2006/relationships/customXml" Target="../ink/ink48.xml"/><Relationship Id="rId69" Type="http://schemas.openxmlformats.org/officeDocument/2006/relationships/image" Target="../media/image71.png"/><Relationship Id="rId77" Type="http://schemas.openxmlformats.org/officeDocument/2006/relationships/image" Target="../media/image75.png"/><Relationship Id="rId8" Type="http://schemas.openxmlformats.org/officeDocument/2006/relationships/customXml" Target="../ink/ink20.xml"/><Relationship Id="rId51" Type="http://schemas.openxmlformats.org/officeDocument/2006/relationships/image" Target="../media/image62.png"/><Relationship Id="rId72" Type="http://schemas.openxmlformats.org/officeDocument/2006/relationships/customXml" Target="../ink/ink52.xml"/><Relationship Id="rId3" Type="http://schemas.openxmlformats.org/officeDocument/2006/relationships/image" Target="../media/image38.png"/><Relationship Id="rId12" Type="http://schemas.openxmlformats.org/officeDocument/2006/relationships/customXml" Target="../ink/ink22.xml"/><Relationship Id="rId17" Type="http://schemas.openxmlformats.org/officeDocument/2006/relationships/image" Target="../media/image45.png"/><Relationship Id="rId25" Type="http://schemas.openxmlformats.org/officeDocument/2006/relationships/image" Target="../media/image49.png"/><Relationship Id="rId33" Type="http://schemas.openxmlformats.org/officeDocument/2006/relationships/image" Target="../media/image53.png"/><Relationship Id="rId38" Type="http://schemas.openxmlformats.org/officeDocument/2006/relationships/customXml" Target="../ink/ink35.xml"/><Relationship Id="rId46" Type="http://schemas.openxmlformats.org/officeDocument/2006/relationships/customXml" Target="../ink/ink39.xml"/><Relationship Id="rId59" Type="http://schemas.openxmlformats.org/officeDocument/2006/relationships/image" Target="../media/image66.png"/><Relationship Id="rId67" Type="http://schemas.openxmlformats.org/officeDocument/2006/relationships/image" Target="../media/image70.png"/><Relationship Id="rId20" Type="http://schemas.openxmlformats.org/officeDocument/2006/relationships/customXml" Target="../ink/ink26.xml"/><Relationship Id="rId41" Type="http://schemas.openxmlformats.org/officeDocument/2006/relationships/image" Target="../media/image57.png"/><Relationship Id="rId54" Type="http://schemas.openxmlformats.org/officeDocument/2006/relationships/customXml" Target="../ink/ink43.xml"/><Relationship Id="rId62" Type="http://schemas.openxmlformats.org/officeDocument/2006/relationships/customXml" Target="../ink/ink47.xml"/><Relationship Id="rId70" Type="http://schemas.openxmlformats.org/officeDocument/2006/relationships/customXml" Target="../ink/ink51.xml"/><Relationship Id="rId75" Type="http://schemas.openxmlformats.org/officeDocument/2006/relationships/image" Target="../media/image74.png"/><Relationship Id="rId1" Type="http://schemas.openxmlformats.org/officeDocument/2006/relationships/slideLayout" Target="../slideLayouts/slideLayout38.xml"/><Relationship Id="rId6" Type="http://schemas.openxmlformats.org/officeDocument/2006/relationships/customXml" Target="../ink/ink19.xml"/><Relationship Id="rId15" Type="http://schemas.openxmlformats.org/officeDocument/2006/relationships/image" Target="../media/image44.png"/><Relationship Id="rId23" Type="http://schemas.openxmlformats.org/officeDocument/2006/relationships/image" Target="../media/image48.png"/><Relationship Id="rId28" Type="http://schemas.openxmlformats.org/officeDocument/2006/relationships/customXml" Target="../ink/ink30.xml"/><Relationship Id="rId36" Type="http://schemas.openxmlformats.org/officeDocument/2006/relationships/customXml" Target="../ink/ink34.xml"/><Relationship Id="rId49" Type="http://schemas.openxmlformats.org/officeDocument/2006/relationships/image" Target="../media/image61.png"/><Relationship Id="rId57" Type="http://schemas.openxmlformats.org/officeDocument/2006/relationships/image" Target="../media/image65.png"/><Relationship Id="rId10" Type="http://schemas.openxmlformats.org/officeDocument/2006/relationships/customXml" Target="../ink/ink21.xml"/><Relationship Id="rId31" Type="http://schemas.openxmlformats.org/officeDocument/2006/relationships/image" Target="../media/image52.png"/><Relationship Id="rId44" Type="http://schemas.openxmlformats.org/officeDocument/2006/relationships/customXml" Target="../ink/ink38.xml"/><Relationship Id="rId52" Type="http://schemas.openxmlformats.org/officeDocument/2006/relationships/customXml" Target="../ink/ink42.xml"/><Relationship Id="rId60" Type="http://schemas.openxmlformats.org/officeDocument/2006/relationships/customXml" Target="../ink/ink46.xml"/><Relationship Id="rId65" Type="http://schemas.openxmlformats.org/officeDocument/2006/relationships/image" Target="../media/image69.png"/><Relationship Id="rId73" Type="http://schemas.openxmlformats.org/officeDocument/2006/relationships/image" Target="../media/image73.png"/><Relationship Id="rId4" Type="http://schemas.openxmlformats.org/officeDocument/2006/relationships/customXml" Target="../ink/ink18.xml"/><Relationship Id="rId9" Type="http://schemas.openxmlformats.org/officeDocument/2006/relationships/image" Target="../media/image41.png"/><Relationship Id="rId13" Type="http://schemas.openxmlformats.org/officeDocument/2006/relationships/image" Target="../media/image43.png"/><Relationship Id="rId18" Type="http://schemas.openxmlformats.org/officeDocument/2006/relationships/customXml" Target="../ink/ink25.xml"/><Relationship Id="rId39" Type="http://schemas.openxmlformats.org/officeDocument/2006/relationships/image" Target="../media/image56.png"/><Relationship Id="rId34" Type="http://schemas.openxmlformats.org/officeDocument/2006/relationships/customXml" Target="../ink/ink33.xml"/><Relationship Id="rId50" Type="http://schemas.openxmlformats.org/officeDocument/2006/relationships/customXml" Target="../ink/ink41.xml"/><Relationship Id="rId55" Type="http://schemas.openxmlformats.org/officeDocument/2006/relationships/image" Target="../media/image64.png"/><Relationship Id="rId76" Type="http://schemas.openxmlformats.org/officeDocument/2006/relationships/customXml" Target="../ink/ink54.xml"/><Relationship Id="rId7" Type="http://schemas.openxmlformats.org/officeDocument/2006/relationships/image" Target="../media/image40.png"/><Relationship Id="rId71" Type="http://schemas.openxmlformats.org/officeDocument/2006/relationships/image" Target="../media/image72.png"/><Relationship Id="rId2" Type="http://schemas.openxmlformats.org/officeDocument/2006/relationships/customXml" Target="../ink/ink17.xml"/><Relationship Id="rId29" Type="http://schemas.openxmlformats.org/officeDocument/2006/relationships/image" Target="../media/image51.png"/></Relationships>
</file>

<file path=ppt/slides/_rels/slide21.xml.rels><?xml version="1.0" encoding="UTF-8" standalone="yes"?>
<Relationships xmlns="http://schemas.openxmlformats.org/package/2006/relationships"><Relationship Id="rId13" Type="http://schemas.openxmlformats.org/officeDocument/2006/relationships/image" Target="../media/image81.png"/><Relationship Id="rId18" Type="http://schemas.openxmlformats.org/officeDocument/2006/relationships/customXml" Target="../ink/ink63.xml"/><Relationship Id="rId26" Type="http://schemas.openxmlformats.org/officeDocument/2006/relationships/customXml" Target="../ink/ink67.xml"/><Relationship Id="rId39" Type="http://schemas.openxmlformats.org/officeDocument/2006/relationships/image" Target="../media/image94.png"/><Relationship Id="rId21" Type="http://schemas.openxmlformats.org/officeDocument/2006/relationships/image" Target="../media/image85.png"/><Relationship Id="rId34" Type="http://schemas.openxmlformats.org/officeDocument/2006/relationships/customXml" Target="../ink/ink71.xml"/><Relationship Id="rId7" Type="http://schemas.openxmlformats.org/officeDocument/2006/relationships/image" Target="../media/image78.png"/><Relationship Id="rId12" Type="http://schemas.openxmlformats.org/officeDocument/2006/relationships/customXml" Target="../ink/ink60.xml"/><Relationship Id="rId17" Type="http://schemas.openxmlformats.org/officeDocument/2006/relationships/image" Target="../media/image83.png"/><Relationship Id="rId25" Type="http://schemas.openxmlformats.org/officeDocument/2006/relationships/image" Target="../media/image87.png"/><Relationship Id="rId33" Type="http://schemas.openxmlformats.org/officeDocument/2006/relationships/image" Target="../media/image91.png"/><Relationship Id="rId38" Type="http://schemas.openxmlformats.org/officeDocument/2006/relationships/customXml" Target="../ink/ink73.xml"/><Relationship Id="rId2" Type="http://schemas.openxmlformats.org/officeDocument/2006/relationships/customXml" Target="../ink/ink55.xml"/><Relationship Id="rId16" Type="http://schemas.openxmlformats.org/officeDocument/2006/relationships/customXml" Target="../ink/ink62.xml"/><Relationship Id="rId20" Type="http://schemas.openxmlformats.org/officeDocument/2006/relationships/customXml" Target="../ink/ink64.xml"/><Relationship Id="rId29" Type="http://schemas.openxmlformats.org/officeDocument/2006/relationships/image" Target="../media/image89.png"/><Relationship Id="rId1" Type="http://schemas.openxmlformats.org/officeDocument/2006/relationships/slideLayout" Target="../slideLayouts/slideLayout38.xml"/><Relationship Id="rId6" Type="http://schemas.openxmlformats.org/officeDocument/2006/relationships/customXml" Target="../ink/ink57.xml"/><Relationship Id="rId11" Type="http://schemas.openxmlformats.org/officeDocument/2006/relationships/image" Target="../media/image80.png"/><Relationship Id="rId24" Type="http://schemas.openxmlformats.org/officeDocument/2006/relationships/customXml" Target="../ink/ink66.xml"/><Relationship Id="rId32" Type="http://schemas.openxmlformats.org/officeDocument/2006/relationships/customXml" Target="../ink/ink70.xml"/><Relationship Id="rId37" Type="http://schemas.openxmlformats.org/officeDocument/2006/relationships/image" Target="../media/image93.png"/><Relationship Id="rId5" Type="http://schemas.openxmlformats.org/officeDocument/2006/relationships/image" Target="../media/image77.png"/><Relationship Id="rId15" Type="http://schemas.openxmlformats.org/officeDocument/2006/relationships/image" Target="../media/image82.png"/><Relationship Id="rId23" Type="http://schemas.openxmlformats.org/officeDocument/2006/relationships/image" Target="../media/image86.png"/><Relationship Id="rId28" Type="http://schemas.openxmlformats.org/officeDocument/2006/relationships/customXml" Target="../ink/ink68.xml"/><Relationship Id="rId36" Type="http://schemas.openxmlformats.org/officeDocument/2006/relationships/customXml" Target="../ink/ink72.xml"/><Relationship Id="rId10" Type="http://schemas.openxmlformats.org/officeDocument/2006/relationships/customXml" Target="../ink/ink59.xml"/><Relationship Id="rId19" Type="http://schemas.openxmlformats.org/officeDocument/2006/relationships/image" Target="../media/image84.png"/><Relationship Id="rId31" Type="http://schemas.openxmlformats.org/officeDocument/2006/relationships/image" Target="../media/image90.png"/><Relationship Id="rId4" Type="http://schemas.openxmlformats.org/officeDocument/2006/relationships/customXml" Target="../ink/ink56.xml"/><Relationship Id="rId9" Type="http://schemas.openxmlformats.org/officeDocument/2006/relationships/image" Target="../media/image79.png"/><Relationship Id="rId14" Type="http://schemas.openxmlformats.org/officeDocument/2006/relationships/customXml" Target="../ink/ink61.xml"/><Relationship Id="rId22" Type="http://schemas.openxmlformats.org/officeDocument/2006/relationships/customXml" Target="../ink/ink65.xml"/><Relationship Id="rId27" Type="http://schemas.openxmlformats.org/officeDocument/2006/relationships/image" Target="../media/image88.png"/><Relationship Id="rId30" Type="http://schemas.openxmlformats.org/officeDocument/2006/relationships/customXml" Target="../ink/ink69.xml"/><Relationship Id="rId35" Type="http://schemas.openxmlformats.org/officeDocument/2006/relationships/image" Target="../media/image92.png"/><Relationship Id="rId8" Type="http://schemas.openxmlformats.org/officeDocument/2006/relationships/customXml" Target="../ink/ink58.xml"/><Relationship Id="rId3" Type="http://schemas.openxmlformats.org/officeDocument/2006/relationships/image" Target="../media/image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3" Type="http://schemas.openxmlformats.org/officeDocument/2006/relationships/customXml" Target="../ink/ink79.xml"/><Relationship Id="rId18" Type="http://schemas.openxmlformats.org/officeDocument/2006/relationships/image" Target="../media/image103.png"/><Relationship Id="rId26" Type="http://schemas.openxmlformats.org/officeDocument/2006/relationships/image" Target="../media/image107.png"/><Relationship Id="rId39" Type="http://schemas.openxmlformats.org/officeDocument/2006/relationships/customXml" Target="../ink/ink92.xml"/><Relationship Id="rId21" Type="http://schemas.openxmlformats.org/officeDocument/2006/relationships/customXml" Target="../ink/ink83.xml"/><Relationship Id="rId34" Type="http://schemas.openxmlformats.org/officeDocument/2006/relationships/image" Target="../media/image111.png"/><Relationship Id="rId42" Type="http://schemas.openxmlformats.org/officeDocument/2006/relationships/image" Target="../media/image115.png"/><Relationship Id="rId7" Type="http://schemas.openxmlformats.org/officeDocument/2006/relationships/customXml" Target="../ink/ink76.xml"/><Relationship Id="rId2" Type="http://schemas.openxmlformats.org/officeDocument/2006/relationships/image" Target="../media/image23.png"/><Relationship Id="rId16" Type="http://schemas.openxmlformats.org/officeDocument/2006/relationships/image" Target="../media/image102.png"/><Relationship Id="rId29" Type="http://schemas.openxmlformats.org/officeDocument/2006/relationships/customXml" Target="../ink/ink87.xml"/><Relationship Id="rId1" Type="http://schemas.openxmlformats.org/officeDocument/2006/relationships/slideLayout" Target="../slideLayouts/slideLayout38.xml"/><Relationship Id="rId6" Type="http://schemas.openxmlformats.org/officeDocument/2006/relationships/image" Target="../media/image97.png"/><Relationship Id="rId11" Type="http://schemas.openxmlformats.org/officeDocument/2006/relationships/customXml" Target="../ink/ink78.xml"/><Relationship Id="rId24" Type="http://schemas.openxmlformats.org/officeDocument/2006/relationships/image" Target="../media/image106.png"/><Relationship Id="rId32" Type="http://schemas.openxmlformats.org/officeDocument/2006/relationships/image" Target="../media/image110.png"/><Relationship Id="rId37" Type="http://schemas.openxmlformats.org/officeDocument/2006/relationships/customXml" Target="../ink/ink91.xml"/><Relationship Id="rId40" Type="http://schemas.openxmlformats.org/officeDocument/2006/relationships/image" Target="../media/image114.png"/><Relationship Id="rId45" Type="http://schemas.openxmlformats.org/officeDocument/2006/relationships/customXml" Target="../ink/ink95.xml"/><Relationship Id="rId5" Type="http://schemas.openxmlformats.org/officeDocument/2006/relationships/customXml" Target="../ink/ink75.xml"/><Relationship Id="rId15" Type="http://schemas.openxmlformats.org/officeDocument/2006/relationships/customXml" Target="../ink/ink80.xml"/><Relationship Id="rId23" Type="http://schemas.openxmlformats.org/officeDocument/2006/relationships/customXml" Target="../ink/ink84.xml"/><Relationship Id="rId28" Type="http://schemas.openxmlformats.org/officeDocument/2006/relationships/image" Target="../media/image108.png"/><Relationship Id="rId36" Type="http://schemas.openxmlformats.org/officeDocument/2006/relationships/image" Target="../media/image112.png"/><Relationship Id="rId10" Type="http://schemas.openxmlformats.org/officeDocument/2006/relationships/image" Target="../media/image99.png"/><Relationship Id="rId19" Type="http://schemas.openxmlformats.org/officeDocument/2006/relationships/customXml" Target="../ink/ink82.xml"/><Relationship Id="rId31" Type="http://schemas.openxmlformats.org/officeDocument/2006/relationships/customXml" Target="../ink/ink88.xml"/><Relationship Id="rId44" Type="http://schemas.openxmlformats.org/officeDocument/2006/relationships/image" Target="../media/image116.png"/><Relationship Id="rId4" Type="http://schemas.openxmlformats.org/officeDocument/2006/relationships/image" Target="../media/image96.png"/><Relationship Id="rId9" Type="http://schemas.openxmlformats.org/officeDocument/2006/relationships/customXml" Target="../ink/ink77.xml"/><Relationship Id="rId14" Type="http://schemas.openxmlformats.org/officeDocument/2006/relationships/image" Target="../media/image101.png"/><Relationship Id="rId22" Type="http://schemas.openxmlformats.org/officeDocument/2006/relationships/image" Target="../media/image105.png"/><Relationship Id="rId27" Type="http://schemas.openxmlformats.org/officeDocument/2006/relationships/customXml" Target="../ink/ink86.xml"/><Relationship Id="rId30" Type="http://schemas.openxmlformats.org/officeDocument/2006/relationships/image" Target="../media/image109.png"/><Relationship Id="rId35" Type="http://schemas.openxmlformats.org/officeDocument/2006/relationships/customXml" Target="../ink/ink90.xml"/><Relationship Id="rId43" Type="http://schemas.openxmlformats.org/officeDocument/2006/relationships/customXml" Target="../ink/ink94.xml"/><Relationship Id="rId8" Type="http://schemas.openxmlformats.org/officeDocument/2006/relationships/image" Target="../media/image98.png"/><Relationship Id="rId3" Type="http://schemas.openxmlformats.org/officeDocument/2006/relationships/customXml" Target="../ink/ink74.xml"/><Relationship Id="rId12" Type="http://schemas.openxmlformats.org/officeDocument/2006/relationships/image" Target="../media/image100.png"/><Relationship Id="rId17" Type="http://schemas.openxmlformats.org/officeDocument/2006/relationships/customXml" Target="../ink/ink81.xml"/><Relationship Id="rId25" Type="http://schemas.openxmlformats.org/officeDocument/2006/relationships/customXml" Target="../ink/ink85.xml"/><Relationship Id="rId33" Type="http://schemas.openxmlformats.org/officeDocument/2006/relationships/customXml" Target="../ink/ink89.xml"/><Relationship Id="rId38" Type="http://schemas.openxmlformats.org/officeDocument/2006/relationships/image" Target="../media/image113.png"/><Relationship Id="rId46" Type="http://schemas.openxmlformats.org/officeDocument/2006/relationships/image" Target="../media/image117.png"/><Relationship Id="rId20" Type="http://schemas.openxmlformats.org/officeDocument/2006/relationships/image" Target="../media/image104.png"/><Relationship Id="rId41" Type="http://schemas.openxmlformats.org/officeDocument/2006/relationships/customXml" Target="../ink/ink9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13" Type="http://schemas.openxmlformats.org/officeDocument/2006/relationships/image" Target="../media/image122.png"/><Relationship Id="rId18" Type="http://schemas.openxmlformats.org/officeDocument/2006/relationships/customXml" Target="../ink/ink103.xml"/><Relationship Id="rId26" Type="http://schemas.openxmlformats.org/officeDocument/2006/relationships/customXml" Target="../ink/ink107.xml"/><Relationship Id="rId39" Type="http://schemas.openxmlformats.org/officeDocument/2006/relationships/image" Target="../media/image135.png"/><Relationship Id="rId21" Type="http://schemas.openxmlformats.org/officeDocument/2006/relationships/image" Target="../media/image126.png"/><Relationship Id="rId34" Type="http://schemas.openxmlformats.org/officeDocument/2006/relationships/customXml" Target="../ink/ink111.xml"/><Relationship Id="rId42" Type="http://schemas.openxmlformats.org/officeDocument/2006/relationships/customXml" Target="../ink/ink115.xml"/><Relationship Id="rId47" Type="http://schemas.openxmlformats.org/officeDocument/2006/relationships/image" Target="../media/image139.png"/><Relationship Id="rId50" Type="http://schemas.openxmlformats.org/officeDocument/2006/relationships/customXml" Target="../ink/ink119.xml"/><Relationship Id="rId7" Type="http://schemas.openxmlformats.org/officeDocument/2006/relationships/image" Target="../media/image119.png"/><Relationship Id="rId2" Type="http://schemas.openxmlformats.org/officeDocument/2006/relationships/image" Target="../media/image24.png"/><Relationship Id="rId16" Type="http://schemas.openxmlformats.org/officeDocument/2006/relationships/customXml" Target="../ink/ink102.xml"/><Relationship Id="rId29" Type="http://schemas.openxmlformats.org/officeDocument/2006/relationships/image" Target="../media/image130.png"/><Relationship Id="rId11" Type="http://schemas.openxmlformats.org/officeDocument/2006/relationships/image" Target="../media/image121.png"/><Relationship Id="rId24" Type="http://schemas.openxmlformats.org/officeDocument/2006/relationships/customXml" Target="../ink/ink106.xml"/><Relationship Id="rId32" Type="http://schemas.openxmlformats.org/officeDocument/2006/relationships/customXml" Target="../ink/ink110.xml"/><Relationship Id="rId37" Type="http://schemas.openxmlformats.org/officeDocument/2006/relationships/image" Target="../media/image134.png"/><Relationship Id="rId40" Type="http://schemas.openxmlformats.org/officeDocument/2006/relationships/customXml" Target="../ink/ink114.xml"/><Relationship Id="rId45" Type="http://schemas.openxmlformats.org/officeDocument/2006/relationships/image" Target="../media/image138.png"/><Relationship Id="rId53" Type="http://schemas.openxmlformats.org/officeDocument/2006/relationships/image" Target="../media/image142.png"/><Relationship Id="rId5" Type="http://schemas.openxmlformats.org/officeDocument/2006/relationships/image" Target="../media/image118.png"/><Relationship Id="rId10" Type="http://schemas.openxmlformats.org/officeDocument/2006/relationships/customXml" Target="../ink/ink99.xml"/><Relationship Id="rId19" Type="http://schemas.openxmlformats.org/officeDocument/2006/relationships/image" Target="../media/image125.png"/><Relationship Id="rId31" Type="http://schemas.openxmlformats.org/officeDocument/2006/relationships/image" Target="../media/image131.png"/><Relationship Id="rId44" Type="http://schemas.openxmlformats.org/officeDocument/2006/relationships/customXml" Target="../ink/ink116.xml"/><Relationship Id="rId52" Type="http://schemas.openxmlformats.org/officeDocument/2006/relationships/customXml" Target="../ink/ink120.xml"/><Relationship Id="rId4" Type="http://schemas.openxmlformats.org/officeDocument/2006/relationships/customXml" Target="../ink/ink96.xml"/><Relationship Id="rId9" Type="http://schemas.openxmlformats.org/officeDocument/2006/relationships/image" Target="../media/image120.png"/><Relationship Id="rId14" Type="http://schemas.openxmlformats.org/officeDocument/2006/relationships/customXml" Target="../ink/ink101.xml"/><Relationship Id="rId22" Type="http://schemas.openxmlformats.org/officeDocument/2006/relationships/customXml" Target="../ink/ink105.xml"/><Relationship Id="rId27" Type="http://schemas.openxmlformats.org/officeDocument/2006/relationships/image" Target="../media/image129.png"/><Relationship Id="rId30" Type="http://schemas.openxmlformats.org/officeDocument/2006/relationships/customXml" Target="../ink/ink109.xml"/><Relationship Id="rId35" Type="http://schemas.openxmlformats.org/officeDocument/2006/relationships/image" Target="../media/image133.png"/><Relationship Id="rId43" Type="http://schemas.openxmlformats.org/officeDocument/2006/relationships/image" Target="../media/image137.png"/><Relationship Id="rId48" Type="http://schemas.openxmlformats.org/officeDocument/2006/relationships/customXml" Target="../ink/ink118.xml"/><Relationship Id="rId8" Type="http://schemas.openxmlformats.org/officeDocument/2006/relationships/customXml" Target="../ink/ink98.xml"/><Relationship Id="rId51" Type="http://schemas.openxmlformats.org/officeDocument/2006/relationships/image" Target="../media/image141.png"/><Relationship Id="rId3" Type="http://schemas.openxmlformats.org/officeDocument/2006/relationships/image" Target="../media/image95.png"/><Relationship Id="rId12" Type="http://schemas.openxmlformats.org/officeDocument/2006/relationships/customXml" Target="../ink/ink100.xml"/><Relationship Id="rId17" Type="http://schemas.openxmlformats.org/officeDocument/2006/relationships/image" Target="../media/image124.png"/><Relationship Id="rId25" Type="http://schemas.openxmlformats.org/officeDocument/2006/relationships/image" Target="../media/image128.png"/><Relationship Id="rId33" Type="http://schemas.openxmlformats.org/officeDocument/2006/relationships/image" Target="../media/image132.png"/><Relationship Id="rId38" Type="http://schemas.openxmlformats.org/officeDocument/2006/relationships/customXml" Target="../ink/ink113.xml"/><Relationship Id="rId46" Type="http://schemas.openxmlformats.org/officeDocument/2006/relationships/customXml" Target="../ink/ink117.xml"/><Relationship Id="rId20" Type="http://schemas.openxmlformats.org/officeDocument/2006/relationships/customXml" Target="../ink/ink104.xml"/><Relationship Id="rId41" Type="http://schemas.openxmlformats.org/officeDocument/2006/relationships/image" Target="../media/image136.png"/><Relationship Id="rId1" Type="http://schemas.openxmlformats.org/officeDocument/2006/relationships/slideLayout" Target="../slideLayouts/slideLayout38.xml"/><Relationship Id="rId6" Type="http://schemas.openxmlformats.org/officeDocument/2006/relationships/customXml" Target="../ink/ink97.xml"/><Relationship Id="rId15" Type="http://schemas.openxmlformats.org/officeDocument/2006/relationships/image" Target="../media/image123.png"/><Relationship Id="rId23" Type="http://schemas.openxmlformats.org/officeDocument/2006/relationships/image" Target="../media/image127.png"/><Relationship Id="rId28" Type="http://schemas.openxmlformats.org/officeDocument/2006/relationships/customXml" Target="../ink/ink108.xml"/><Relationship Id="rId36" Type="http://schemas.openxmlformats.org/officeDocument/2006/relationships/customXml" Target="../ink/ink112.xml"/><Relationship Id="rId49" Type="http://schemas.openxmlformats.org/officeDocument/2006/relationships/image" Target="../media/image1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8" Type="http://schemas.openxmlformats.org/officeDocument/2006/relationships/customXml" Target="../ink/ink124.xml"/><Relationship Id="rId13" Type="http://schemas.openxmlformats.org/officeDocument/2006/relationships/image" Target="../media/image148.png"/><Relationship Id="rId3" Type="http://schemas.openxmlformats.org/officeDocument/2006/relationships/image" Target="../media/image143.png"/><Relationship Id="rId7" Type="http://schemas.openxmlformats.org/officeDocument/2006/relationships/image" Target="../media/image145.png"/><Relationship Id="rId12" Type="http://schemas.openxmlformats.org/officeDocument/2006/relationships/customXml" Target="../ink/ink126.xml"/><Relationship Id="rId2" Type="http://schemas.openxmlformats.org/officeDocument/2006/relationships/customXml" Target="../ink/ink121.xml"/><Relationship Id="rId1" Type="http://schemas.openxmlformats.org/officeDocument/2006/relationships/slideLayout" Target="../slideLayouts/slideLayout38.xml"/><Relationship Id="rId6" Type="http://schemas.openxmlformats.org/officeDocument/2006/relationships/customXml" Target="../ink/ink123.xml"/><Relationship Id="rId11" Type="http://schemas.openxmlformats.org/officeDocument/2006/relationships/image" Target="../media/image147.png"/><Relationship Id="rId5" Type="http://schemas.openxmlformats.org/officeDocument/2006/relationships/image" Target="../media/image144.png"/><Relationship Id="rId10" Type="http://schemas.openxmlformats.org/officeDocument/2006/relationships/customXml" Target="../ink/ink125.xml"/><Relationship Id="rId4" Type="http://schemas.openxmlformats.org/officeDocument/2006/relationships/customXml" Target="../ink/ink122.xml"/><Relationship Id="rId9" Type="http://schemas.openxmlformats.org/officeDocument/2006/relationships/image" Target="../media/image146.png"/></Relationships>
</file>

<file path=ppt/slides/_rels/slide3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xml"/><Relationship Id="rId1" Type="http://schemas.openxmlformats.org/officeDocument/2006/relationships/slideLayout" Target="../slideLayouts/slideLayout39.xml"/><Relationship Id="rId4" Type="http://schemas.openxmlformats.org/officeDocument/2006/relationships/image" Target="../media/image150.png"/></Relationships>
</file>

<file path=ppt/slides/_rels/slide32.xml.rels><?xml version="1.0" encoding="UTF-8" standalone="yes"?>
<Relationships xmlns="http://schemas.openxmlformats.org/package/2006/relationships"><Relationship Id="rId3" Type="http://schemas.openxmlformats.org/officeDocument/2006/relationships/customXml" Target="../ink/ink127.xml"/><Relationship Id="rId2" Type="http://schemas.openxmlformats.org/officeDocument/2006/relationships/image" Target="../media/image151.jpeg"/><Relationship Id="rId1" Type="http://schemas.openxmlformats.org/officeDocument/2006/relationships/slideLayout" Target="../slideLayouts/slideLayout38.xml"/><Relationship Id="rId6" Type="http://schemas.openxmlformats.org/officeDocument/2006/relationships/image" Target="../media/image153.png"/><Relationship Id="rId5" Type="http://schemas.openxmlformats.org/officeDocument/2006/relationships/customXml" Target="../ink/ink128.xml"/><Relationship Id="rId4" Type="http://schemas.openxmlformats.org/officeDocument/2006/relationships/image" Target="../media/image152.png"/></Relationships>
</file>

<file path=ppt/slides/_rels/slide33.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customXml" Target="../ink/ink129.xml"/><Relationship Id="rId7" Type="http://schemas.openxmlformats.org/officeDocument/2006/relationships/customXml" Target="../ink/ink131.xml"/><Relationship Id="rId12" Type="http://schemas.openxmlformats.org/officeDocument/2006/relationships/image" Target="../media/image159.png"/><Relationship Id="rId2" Type="http://schemas.openxmlformats.org/officeDocument/2006/relationships/image" Target="../media/image154.png"/><Relationship Id="rId1" Type="http://schemas.openxmlformats.org/officeDocument/2006/relationships/slideLayout" Target="../slideLayouts/slideLayout38.xml"/><Relationship Id="rId6" Type="http://schemas.openxmlformats.org/officeDocument/2006/relationships/image" Target="../media/image156.png"/><Relationship Id="rId11" Type="http://schemas.openxmlformats.org/officeDocument/2006/relationships/customXml" Target="../ink/ink133.xml"/><Relationship Id="rId5" Type="http://schemas.openxmlformats.org/officeDocument/2006/relationships/customXml" Target="../ink/ink130.xml"/><Relationship Id="rId10" Type="http://schemas.openxmlformats.org/officeDocument/2006/relationships/image" Target="../media/image158.png"/><Relationship Id="rId4" Type="http://schemas.openxmlformats.org/officeDocument/2006/relationships/image" Target="../media/image155.png"/><Relationship Id="rId9" Type="http://schemas.openxmlformats.org/officeDocument/2006/relationships/customXml" Target="../ink/ink132.xml"/></Relationships>
</file>

<file path=ppt/slides/_rels/slide34.xml.rels><?xml version="1.0" encoding="UTF-8" standalone="yes"?>
<Relationships xmlns="http://schemas.openxmlformats.org/package/2006/relationships"><Relationship Id="rId13" Type="http://schemas.openxmlformats.org/officeDocument/2006/relationships/image" Target="../media/image166.png"/><Relationship Id="rId18" Type="http://schemas.openxmlformats.org/officeDocument/2006/relationships/customXml" Target="../ink/ink141.xml"/><Relationship Id="rId26" Type="http://schemas.openxmlformats.org/officeDocument/2006/relationships/customXml" Target="../ink/ink145.xml"/><Relationship Id="rId39" Type="http://schemas.openxmlformats.org/officeDocument/2006/relationships/image" Target="../media/image179.png"/><Relationship Id="rId21" Type="http://schemas.openxmlformats.org/officeDocument/2006/relationships/image" Target="../media/image170.png"/><Relationship Id="rId34" Type="http://schemas.openxmlformats.org/officeDocument/2006/relationships/customXml" Target="../ink/ink149.xml"/><Relationship Id="rId42" Type="http://schemas.openxmlformats.org/officeDocument/2006/relationships/customXml" Target="../ink/ink153.xml"/><Relationship Id="rId47" Type="http://schemas.openxmlformats.org/officeDocument/2006/relationships/image" Target="../media/image183.png"/><Relationship Id="rId7" Type="http://schemas.openxmlformats.org/officeDocument/2006/relationships/image" Target="../media/image163.png"/><Relationship Id="rId2" Type="http://schemas.openxmlformats.org/officeDocument/2006/relationships/image" Target="../media/image160.png"/><Relationship Id="rId16" Type="http://schemas.openxmlformats.org/officeDocument/2006/relationships/customXml" Target="../ink/ink140.xml"/><Relationship Id="rId29" Type="http://schemas.openxmlformats.org/officeDocument/2006/relationships/image" Target="../media/image174.png"/><Relationship Id="rId1" Type="http://schemas.openxmlformats.org/officeDocument/2006/relationships/slideLayout" Target="../slideLayouts/slideLayout38.xml"/><Relationship Id="rId6" Type="http://schemas.openxmlformats.org/officeDocument/2006/relationships/customXml" Target="../ink/ink135.xml"/><Relationship Id="rId11" Type="http://schemas.openxmlformats.org/officeDocument/2006/relationships/image" Target="../media/image165.png"/><Relationship Id="rId24" Type="http://schemas.openxmlformats.org/officeDocument/2006/relationships/customXml" Target="../ink/ink144.xml"/><Relationship Id="rId32" Type="http://schemas.openxmlformats.org/officeDocument/2006/relationships/customXml" Target="../ink/ink148.xml"/><Relationship Id="rId37" Type="http://schemas.openxmlformats.org/officeDocument/2006/relationships/image" Target="../media/image178.png"/><Relationship Id="rId40" Type="http://schemas.openxmlformats.org/officeDocument/2006/relationships/customXml" Target="../ink/ink152.xml"/><Relationship Id="rId45" Type="http://schemas.openxmlformats.org/officeDocument/2006/relationships/image" Target="../media/image182.png"/><Relationship Id="rId5" Type="http://schemas.openxmlformats.org/officeDocument/2006/relationships/image" Target="../media/image162.png"/><Relationship Id="rId15" Type="http://schemas.openxmlformats.org/officeDocument/2006/relationships/image" Target="../media/image167.png"/><Relationship Id="rId23" Type="http://schemas.openxmlformats.org/officeDocument/2006/relationships/image" Target="../media/image171.png"/><Relationship Id="rId28" Type="http://schemas.openxmlformats.org/officeDocument/2006/relationships/customXml" Target="../ink/ink146.xml"/><Relationship Id="rId36" Type="http://schemas.openxmlformats.org/officeDocument/2006/relationships/customXml" Target="../ink/ink150.xml"/><Relationship Id="rId10" Type="http://schemas.openxmlformats.org/officeDocument/2006/relationships/customXml" Target="../ink/ink137.xml"/><Relationship Id="rId19" Type="http://schemas.openxmlformats.org/officeDocument/2006/relationships/image" Target="../media/image169.png"/><Relationship Id="rId31" Type="http://schemas.openxmlformats.org/officeDocument/2006/relationships/image" Target="../media/image175.png"/><Relationship Id="rId44" Type="http://schemas.openxmlformats.org/officeDocument/2006/relationships/customXml" Target="../ink/ink154.xml"/><Relationship Id="rId4" Type="http://schemas.openxmlformats.org/officeDocument/2006/relationships/customXml" Target="../ink/ink134.xml"/><Relationship Id="rId9" Type="http://schemas.openxmlformats.org/officeDocument/2006/relationships/image" Target="../media/image164.png"/><Relationship Id="rId14" Type="http://schemas.openxmlformats.org/officeDocument/2006/relationships/customXml" Target="../ink/ink139.xml"/><Relationship Id="rId22" Type="http://schemas.openxmlformats.org/officeDocument/2006/relationships/customXml" Target="../ink/ink143.xml"/><Relationship Id="rId27" Type="http://schemas.openxmlformats.org/officeDocument/2006/relationships/image" Target="../media/image173.png"/><Relationship Id="rId30" Type="http://schemas.openxmlformats.org/officeDocument/2006/relationships/customXml" Target="../ink/ink147.xml"/><Relationship Id="rId35" Type="http://schemas.openxmlformats.org/officeDocument/2006/relationships/image" Target="../media/image177.png"/><Relationship Id="rId43" Type="http://schemas.openxmlformats.org/officeDocument/2006/relationships/image" Target="../media/image181.png"/><Relationship Id="rId8" Type="http://schemas.openxmlformats.org/officeDocument/2006/relationships/customXml" Target="../ink/ink136.xml"/><Relationship Id="rId3" Type="http://schemas.openxmlformats.org/officeDocument/2006/relationships/image" Target="../media/image161.png"/><Relationship Id="rId12" Type="http://schemas.openxmlformats.org/officeDocument/2006/relationships/customXml" Target="../ink/ink138.xml"/><Relationship Id="rId17" Type="http://schemas.openxmlformats.org/officeDocument/2006/relationships/image" Target="../media/image168.png"/><Relationship Id="rId25" Type="http://schemas.openxmlformats.org/officeDocument/2006/relationships/image" Target="../media/image172.png"/><Relationship Id="rId33" Type="http://schemas.openxmlformats.org/officeDocument/2006/relationships/image" Target="../media/image176.png"/><Relationship Id="rId38" Type="http://schemas.openxmlformats.org/officeDocument/2006/relationships/customXml" Target="../ink/ink151.xml"/><Relationship Id="rId46" Type="http://schemas.openxmlformats.org/officeDocument/2006/relationships/customXml" Target="../ink/ink155.xml"/><Relationship Id="rId20" Type="http://schemas.openxmlformats.org/officeDocument/2006/relationships/customXml" Target="../ink/ink142.xml"/><Relationship Id="rId41" Type="http://schemas.openxmlformats.org/officeDocument/2006/relationships/image" Target="../media/image180.png"/></Relationships>
</file>

<file path=ppt/slides/_rels/slide35.xml.rels><?xml version="1.0" encoding="UTF-8" standalone="yes"?>
<Relationships xmlns="http://schemas.openxmlformats.org/package/2006/relationships"><Relationship Id="rId8" Type="http://schemas.openxmlformats.org/officeDocument/2006/relationships/customXml" Target="../ink/ink159.xml"/><Relationship Id="rId3" Type="http://schemas.openxmlformats.org/officeDocument/2006/relationships/image" Target="../media/image184.png"/><Relationship Id="rId7" Type="http://schemas.openxmlformats.org/officeDocument/2006/relationships/image" Target="../media/image186.png"/><Relationship Id="rId2" Type="http://schemas.openxmlformats.org/officeDocument/2006/relationships/customXml" Target="../ink/ink156.xml"/><Relationship Id="rId1" Type="http://schemas.openxmlformats.org/officeDocument/2006/relationships/slideLayout" Target="../slideLayouts/slideLayout38.xml"/><Relationship Id="rId6" Type="http://schemas.openxmlformats.org/officeDocument/2006/relationships/customXml" Target="../ink/ink158.xml"/><Relationship Id="rId5" Type="http://schemas.openxmlformats.org/officeDocument/2006/relationships/image" Target="../media/image185.png"/><Relationship Id="rId4" Type="http://schemas.openxmlformats.org/officeDocument/2006/relationships/customXml" Target="../ink/ink157.xml"/><Relationship Id="rId9" Type="http://schemas.openxmlformats.org/officeDocument/2006/relationships/image" Target="../media/image187.png"/></Relationships>
</file>

<file path=ppt/slides/_rels/slide36.xml.rels><?xml version="1.0" encoding="UTF-8" standalone="yes"?>
<Relationships xmlns="http://schemas.openxmlformats.org/package/2006/relationships"><Relationship Id="rId13" Type="http://schemas.openxmlformats.org/officeDocument/2006/relationships/customXml" Target="../ink/ink163.xml"/><Relationship Id="rId18" Type="http://schemas.openxmlformats.org/officeDocument/2006/relationships/image" Target="../media/image195.png"/><Relationship Id="rId26" Type="http://schemas.openxmlformats.org/officeDocument/2006/relationships/image" Target="../media/image199.png"/><Relationship Id="rId3" Type="http://schemas.openxmlformats.org/officeDocument/2006/relationships/image" Target="../media/image188.wmf"/><Relationship Id="rId21" Type="http://schemas.openxmlformats.org/officeDocument/2006/relationships/customXml" Target="../ink/ink167.xml"/><Relationship Id="rId34" Type="http://schemas.openxmlformats.org/officeDocument/2006/relationships/image" Target="../media/image203.png"/><Relationship Id="rId7" Type="http://schemas.openxmlformats.org/officeDocument/2006/relationships/customXml" Target="../ink/ink160.xml"/><Relationship Id="rId12" Type="http://schemas.openxmlformats.org/officeDocument/2006/relationships/image" Target="../media/image192.png"/><Relationship Id="rId17" Type="http://schemas.openxmlformats.org/officeDocument/2006/relationships/customXml" Target="../ink/ink165.xml"/><Relationship Id="rId25" Type="http://schemas.openxmlformats.org/officeDocument/2006/relationships/customXml" Target="../ink/ink169.xml"/><Relationship Id="rId33" Type="http://schemas.openxmlformats.org/officeDocument/2006/relationships/customXml" Target="../ink/ink173.xml"/><Relationship Id="rId2" Type="http://schemas.openxmlformats.org/officeDocument/2006/relationships/oleObject" Target="../embeddings/oleObject3.bin"/><Relationship Id="rId16" Type="http://schemas.openxmlformats.org/officeDocument/2006/relationships/image" Target="../media/image194.png"/><Relationship Id="rId20" Type="http://schemas.openxmlformats.org/officeDocument/2006/relationships/image" Target="../media/image196.png"/><Relationship Id="rId29" Type="http://schemas.openxmlformats.org/officeDocument/2006/relationships/customXml" Target="../ink/ink171.xml"/><Relationship Id="rId1" Type="http://schemas.openxmlformats.org/officeDocument/2006/relationships/slideLayout" Target="../slideLayouts/slideLayout38.xml"/><Relationship Id="rId6" Type="http://schemas.openxmlformats.org/officeDocument/2006/relationships/image" Target="../media/image350.png"/><Relationship Id="rId11" Type="http://schemas.openxmlformats.org/officeDocument/2006/relationships/customXml" Target="../ink/ink162.xml"/><Relationship Id="rId24" Type="http://schemas.openxmlformats.org/officeDocument/2006/relationships/image" Target="../media/image198.png"/><Relationship Id="rId32" Type="http://schemas.openxmlformats.org/officeDocument/2006/relationships/image" Target="../media/image202.png"/><Relationship Id="rId15" Type="http://schemas.openxmlformats.org/officeDocument/2006/relationships/customXml" Target="../ink/ink164.xml"/><Relationship Id="rId23" Type="http://schemas.openxmlformats.org/officeDocument/2006/relationships/customXml" Target="../ink/ink168.xml"/><Relationship Id="rId28" Type="http://schemas.openxmlformats.org/officeDocument/2006/relationships/image" Target="../media/image200.png"/><Relationship Id="rId36" Type="http://schemas.openxmlformats.org/officeDocument/2006/relationships/image" Target="../media/image204.png"/><Relationship Id="rId10" Type="http://schemas.openxmlformats.org/officeDocument/2006/relationships/image" Target="../media/image191.png"/><Relationship Id="rId19" Type="http://schemas.openxmlformats.org/officeDocument/2006/relationships/customXml" Target="../ink/ink166.xml"/><Relationship Id="rId31" Type="http://schemas.openxmlformats.org/officeDocument/2006/relationships/customXml" Target="../ink/ink172.xml"/><Relationship Id="rId4" Type="http://schemas.openxmlformats.org/officeDocument/2006/relationships/image" Target="../media/image189.png"/><Relationship Id="rId9" Type="http://schemas.openxmlformats.org/officeDocument/2006/relationships/customXml" Target="../ink/ink161.xml"/><Relationship Id="rId14" Type="http://schemas.openxmlformats.org/officeDocument/2006/relationships/image" Target="../media/image193.png"/><Relationship Id="rId22" Type="http://schemas.openxmlformats.org/officeDocument/2006/relationships/image" Target="../media/image197.png"/><Relationship Id="rId27" Type="http://schemas.openxmlformats.org/officeDocument/2006/relationships/customXml" Target="../ink/ink170.xml"/><Relationship Id="rId30" Type="http://schemas.openxmlformats.org/officeDocument/2006/relationships/image" Target="../media/image201.png"/><Relationship Id="rId35" Type="http://schemas.openxmlformats.org/officeDocument/2006/relationships/customXml" Target="../ink/ink174.xml"/><Relationship Id="rId8" Type="http://schemas.openxmlformats.org/officeDocument/2006/relationships/image" Target="../media/image190.png"/></Relationships>
</file>

<file path=ppt/slides/_rels/slide37.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customXml" Target="../ink/ink178.xml"/><Relationship Id="rId3" Type="http://schemas.openxmlformats.org/officeDocument/2006/relationships/image" Target="../media/image205.wmf"/><Relationship Id="rId7" Type="http://schemas.openxmlformats.org/officeDocument/2006/relationships/customXml" Target="../ink/ink175.xml"/><Relationship Id="rId12" Type="http://schemas.openxmlformats.org/officeDocument/2006/relationships/image" Target="../media/image208.png"/><Relationship Id="rId2" Type="http://schemas.openxmlformats.org/officeDocument/2006/relationships/oleObject" Target="../embeddings/oleObject4.bin"/><Relationship Id="rId16" Type="http://schemas.openxmlformats.org/officeDocument/2006/relationships/image" Target="../media/image210.png"/><Relationship Id="rId1" Type="http://schemas.openxmlformats.org/officeDocument/2006/relationships/slideLayout" Target="../slideLayouts/slideLayout38.xml"/><Relationship Id="rId6" Type="http://schemas.openxmlformats.org/officeDocument/2006/relationships/image" Target="../media/image360.png"/><Relationship Id="rId11" Type="http://schemas.openxmlformats.org/officeDocument/2006/relationships/customXml" Target="../ink/ink177.xml"/><Relationship Id="rId15" Type="http://schemas.openxmlformats.org/officeDocument/2006/relationships/customXml" Target="../ink/ink179.xml"/><Relationship Id="rId10" Type="http://schemas.openxmlformats.org/officeDocument/2006/relationships/image" Target="../media/image207.png"/><Relationship Id="rId4" Type="http://schemas.openxmlformats.org/officeDocument/2006/relationships/image" Target="../media/image189.png"/><Relationship Id="rId9" Type="http://schemas.openxmlformats.org/officeDocument/2006/relationships/customXml" Target="../ink/ink176.xml"/><Relationship Id="rId14" Type="http://schemas.openxmlformats.org/officeDocument/2006/relationships/image" Target="../media/image209.png"/></Relationships>
</file>

<file path=ppt/slides/_rels/slide38.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customXml" Target="../ink/ink180.xml"/><Relationship Id="rId1" Type="http://schemas.openxmlformats.org/officeDocument/2006/relationships/slideLayout" Target="../slideLayouts/slideLayout38.xml"/><Relationship Id="rId5" Type="http://schemas.openxmlformats.org/officeDocument/2006/relationships/image" Target="../media/image212.png"/><Relationship Id="rId4" Type="http://schemas.openxmlformats.org/officeDocument/2006/relationships/customXml" Target="../ink/ink181.xml"/></Relationships>
</file>

<file path=ppt/slides/_rels/slide39.xml.rels><?xml version="1.0" encoding="UTF-8" standalone="yes"?>
<Relationships xmlns="http://schemas.openxmlformats.org/package/2006/relationships"><Relationship Id="rId8" Type="http://schemas.openxmlformats.org/officeDocument/2006/relationships/customXml" Target="../ink/ink184.xml"/><Relationship Id="rId13" Type="http://schemas.openxmlformats.org/officeDocument/2006/relationships/image" Target="../media/image219.png"/><Relationship Id="rId18" Type="http://schemas.openxmlformats.org/officeDocument/2006/relationships/customXml" Target="../ink/ink189.xml"/><Relationship Id="rId3" Type="http://schemas.openxmlformats.org/officeDocument/2006/relationships/image" Target="../media/image214.png"/><Relationship Id="rId7" Type="http://schemas.openxmlformats.org/officeDocument/2006/relationships/image" Target="../media/image216.png"/><Relationship Id="rId12" Type="http://schemas.openxmlformats.org/officeDocument/2006/relationships/customXml" Target="../ink/ink186.xml"/><Relationship Id="rId17" Type="http://schemas.openxmlformats.org/officeDocument/2006/relationships/image" Target="../media/image221.png"/><Relationship Id="rId2" Type="http://schemas.openxmlformats.org/officeDocument/2006/relationships/image" Target="../media/image213.png"/><Relationship Id="rId16" Type="http://schemas.openxmlformats.org/officeDocument/2006/relationships/customXml" Target="../ink/ink188.xml"/><Relationship Id="rId1" Type="http://schemas.openxmlformats.org/officeDocument/2006/relationships/slideLayout" Target="../slideLayouts/slideLayout38.xml"/><Relationship Id="rId6" Type="http://schemas.openxmlformats.org/officeDocument/2006/relationships/customXml" Target="../ink/ink183.xml"/><Relationship Id="rId11" Type="http://schemas.openxmlformats.org/officeDocument/2006/relationships/image" Target="../media/image218.png"/><Relationship Id="rId5" Type="http://schemas.openxmlformats.org/officeDocument/2006/relationships/image" Target="../media/image215.png"/><Relationship Id="rId15" Type="http://schemas.openxmlformats.org/officeDocument/2006/relationships/image" Target="../media/image220.png"/><Relationship Id="rId10" Type="http://schemas.openxmlformats.org/officeDocument/2006/relationships/customXml" Target="../ink/ink185.xml"/><Relationship Id="rId19" Type="http://schemas.openxmlformats.org/officeDocument/2006/relationships/image" Target="../media/image222.png"/><Relationship Id="rId4" Type="http://schemas.openxmlformats.org/officeDocument/2006/relationships/customXml" Target="../ink/ink182.xml"/><Relationship Id="rId9" Type="http://schemas.openxmlformats.org/officeDocument/2006/relationships/image" Target="../media/image217.png"/><Relationship Id="rId14" Type="http://schemas.openxmlformats.org/officeDocument/2006/relationships/customXml" Target="../ink/ink18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6" Type="http://schemas.openxmlformats.org/officeDocument/2006/relationships/customXml" Target="../ink/ink202.xml"/><Relationship Id="rId21" Type="http://schemas.openxmlformats.org/officeDocument/2006/relationships/image" Target="../media/image232.png"/><Relationship Id="rId42" Type="http://schemas.openxmlformats.org/officeDocument/2006/relationships/customXml" Target="../ink/ink210.xml"/><Relationship Id="rId47" Type="http://schemas.openxmlformats.org/officeDocument/2006/relationships/image" Target="../media/image245.png"/><Relationship Id="rId63" Type="http://schemas.openxmlformats.org/officeDocument/2006/relationships/image" Target="../media/image253.png"/><Relationship Id="rId68" Type="http://schemas.openxmlformats.org/officeDocument/2006/relationships/customXml" Target="../ink/ink223.xml"/><Relationship Id="rId7" Type="http://schemas.openxmlformats.org/officeDocument/2006/relationships/image" Target="../media/image225.png"/><Relationship Id="rId2" Type="http://schemas.openxmlformats.org/officeDocument/2006/relationships/customXml" Target="../ink/ink190.xml"/><Relationship Id="rId16" Type="http://schemas.openxmlformats.org/officeDocument/2006/relationships/customXml" Target="../ink/ink197.xml"/><Relationship Id="rId29" Type="http://schemas.openxmlformats.org/officeDocument/2006/relationships/image" Target="../media/image236.png"/><Relationship Id="rId11" Type="http://schemas.openxmlformats.org/officeDocument/2006/relationships/image" Target="../media/image227.png"/><Relationship Id="rId24" Type="http://schemas.openxmlformats.org/officeDocument/2006/relationships/customXml" Target="../ink/ink201.xml"/><Relationship Id="rId32" Type="http://schemas.openxmlformats.org/officeDocument/2006/relationships/customXml" Target="../ink/ink205.xml"/><Relationship Id="rId37" Type="http://schemas.openxmlformats.org/officeDocument/2006/relationships/image" Target="../media/image240.png"/><Relationship Id="rId40" Type="http://schemas.openxmlformats.org/officeDocument/2006/relationships/customXml" Target="../ink/ink209.xml"/><Relationship Id="rId45" Type="http://schemas.openxmlformats.org/officeDocument/2006/relationships/image" Target="../media/image244.png"/><Relationship Id="rId53" Type="http://schemas.openxmlformats.org/officeDocument/2006/relationships/image" Target="../media/image248.png"/><Relationship Id="rId58" Type="http://schemas.openxmlformats.org/officeDocument/2006/relationships/customXml" Target="../ink/ink218.xml"/><Relationship Id="rId66" Type="http://schemas.openxmlformats.org/officeDocument/2006/relationships/customXml" Target="../ink/ink222.xml"/><Relationship Id="rId5" Type="http://schemas.openxmlformats.org/officeDocument/2006/relationships/image" Target="../media/image224.png"/><Relationship Id="rId61" Type="http://schemas.openxmlformats.org/officeDocument/2006/relationships/image" Target="../media/image252.png"/><Relationship Id="rId19" Type="http://schemas.openxmlformats.org/officeDocument/2006/relationships/image" Target="../media/image231.png"/><Relationship Id="rId14" Type="http://schemas.openxmlformats.org/officeDocument/2006/relationships/customXml" Target="../ink/ink196.xml"/><Relationship Id="rId22" Type="http://schemas.openxmlformats.org/officeDocument/2006/relationships/customXml" Target="../ink/ink200.xml"/><Relationship Id="rId27" Type="http://schemas.openxmlformats.org/officeDocument/2006/relationships/image" Target="../media/image235.png"/><Relationship Id="rId30" Type="http://schemas.openxmlformats.org/officeDocument/2006/relationships/customXml" Target="../ink/ink204.xml"/><Relationship Id="rId35" Type="http://schemas.openxmlformats.org/officeDocument/2006/relationships/image" Target="../media/image239.png"/><Relationship Id="rId43" Type="http://schemas.openxmlformats.org/officeDocument/2006/relationships/image" Target="../media/image243.png"/><Relationship Id="rId48" Type="http://schemas.openxmlformats.org/officeDocument/2006/relationships/customXml" Target="../ink/ink213.xml"/><Relationship Id="rId56" Type="http://schemas.openxmlformats.org/officeDocument/2006/relationships/customXml" Target="../ink/ink217.xml"/><Relationship Id="rId64" Type="http://schemas.openxmlformats.org/officeDocument/2006/relationships/customXml" Target="../ink/ink221.xml"/><Relationship Id="rId69" Type="http://schemas.openxmlformats.org/officeDocument/2006/relationships/image" Target="../media/image256.png"/><Relationship Id="rId8" Type="http://schemas.openxmlformats.org/officeDocument/2006/relationships/customXml" Target="../ink/ink193.xml"/><Relationship Id="rId51" Type="http://schemas.openxmlformats.org/officeDocument/2006/relationships/image" Target="../media/image247.png"/><Relationship Id="rId3" Type="http://schemas.openxmlformats.org/officeDocument/2006/relationships/image" Target="../media/image223.png"/><Relationship Id="rId12" Type="http://schemas.openxmlformats.org/officeDocument/2006/relationships/customXml" Target="../ink/ink195.xml"/><Relationship Id="rId17" Type="http://schemas.openxmlformats.org/officeDocument/2006/relationships/image" Target="../media/image230.png"/><Relationship Id="rId25" Type="http://schemas.openxmlformats.org/officeDocument/2006/relationships/image" Target="../media/image234.png"/><Relationship Id="rId33" Type="http://schemas.openxmlformats.org/officeDocument/2006/relationships/image" Target="../media/image238.png"/><Relationship Id="rId38" Type="http://schemas.openxmlformats.org/officeDocument/2006/relationships/customXml" Target="../ink/ink208.xml"/><Relationship Id="rId46" Type="http://schemas.openxmlformats.org/officeDocument/2006/relationships/customXml" Target="../ink/ink212.xml"/><Relationship Id="rId59" Type="http://schemas.openxmlformats.org/officeDocument/2006/relationships/image" Target="../media/image251.png"/><Relationship Id="rId67" Type="http://schemas.openxmlformats.org/officeDocument/2006/relationships/image" Target="../media/image255.png"/><Relationship Id="rId20" Type="http://schemas.openxmlformats.org/officeDocument/2006/relationships/customXml" Target="../ink/ink199.xml"/><Relationship Id="rId41" Type="http://schemas.openxmlformats.org/officeDocument/2006/relationships/image" Target="../media/image242.png"/><Relationship Id="rId54" Type="http://schemas.openxmlformats.org/officeDocument/2006/relationships/customXml" Target="../ink/ink216.xml"/><Relationship Id="rId62" Type="http://schemas.openxmlformats.org/officeDocument/2006/relationships/customXml" Target="../ink/ink220.xml"/><Relationship Id="rId1" Type="http://schemas.openxmlformats.org/officeDocument/2006/relationships/slideLayout" Target="../slideLayouts/slideLayout38.xml"/><Relationship Id="rId6" Type="http://schemas.openxmlformats.org/officeDocument/2006/relationships/customXml" Target="../ink/ink192.xml"/><Relationship Id="rId15" Type="http://schemas.openxmlformats.org/officeDocument/2006/relationships/image" Target="../media/image229.png"/><Relationship Id="rId23" Type="http://schemas.openxmlformats.org/officeDocument/2006/relationships/image" Target="../media/image233.png"/><Relationship Id="rId28" Type="http://schemas.openxmlformats.org/officeDocument/2006/relationships/customXml" Target="../ink/ink203.xml"/><Relationship Id="rId36" Type="http://schemas.openxmlformats.org/officeDocument/2006/relationships/customXml" Target="../ink/ink207.xml"/><Relationship Id="rId49" Type="http://schemas.openxmlformats.org/officeDocument/2006/relationships/image" Target="../media/image246.png"/><Relationship Id="rId57" Type="http://schemas.openxmlformats.org/officeDocument/2006/relationships/image" Target="../media/image250.png"/><Relationship Id="rId10" Type="http://schemas.openxmlformats.org/officeDocument/2006/relationships/customXml" Target="../ink/ink194.xml"/><Relationship Id="rId31" Type="http://schemas.openxmlformats.org/officeDocument/2006/relationships/image" Target="../media/image237.png"/><Relationship Id="rId44" Type="http://schemas.openxmlformats.org/officeDocument/2006/relationships/customXml" Target="../ink/ink211.xml"/><Relationship Id="rId52" Type="http://schemas.openxmlformats.org/officeDocument/2006/relationships/customXml" Target="../ink/ink215.xml"/><Relationship Id="rId60" Type="http://schemas.openxmlformats.org/officeDocument/2006/relationships/customXml" Target="../ink/ink219.xml"/><Relationship Id="rId65" Type="http://schemas.openxmlformats.org/officeDocument/2006/relationships/image" Target="../media/image254.png"/><Relationship Id="rId4" Type="http://schemas.openxmlformats.org/officeDocument/2006/relationships/customXml" Target="../ink/ink191.xml"/><Relationship Id="rId9" Type="http://schemas.openxmlformats.org/officeDocument/2006/relationships/image" Target="../media/image226.png"/><Relationship Id="rId13" Type="http://schemas.openxmlformats.org/officeDocument/2006/relationships/image" Target="../media/image228.png"/><Relationship Id="rId18" Type="http://schemas.openxmlformats.org/officeDocument/2006/relationships/customXml" Target="../ink/ink198.xml"/><Relationship Id="rId39" Type="http://schemas.openxmlformats.org/officeDocument/2006/relationships/image" Target="../media/image241.png"/><Relationship Id="rId34" Type="http://schemas.openxmlformats.org/officeDocument/2006/relationships/customXml" Target="../ink/ink206.xml"/><Relationship Id="rId50" Type="http://schemas.openxmlformats.org/officeDocument/2006/relationships/customXml" Target="../ink/ink214.xml"/><Relationship Id="rId55" Type="http://schemas.openxmlformats.org/officeDocument/2006/relationships/image" Target="../media/image249.png"/></Relationships>
</file>

<file path=ppt/slides/_rels/slide42.xml.rels><?xml version="1.0" encoding="UTF-8" standalone="yes"?>
<Relationships xmlns="http://schemas.openxmlformats.org/package/2006/relationships"><Relationship Id="rId3" Type="http://schemas.openxmlformats.org/officeDocument/2006/relationships/customXml" Target="../ink/ink224.xml"/><Relationship Id="rId2" Type="http://schemas.openxmlformats.org/officeDocument/2006/relationships/image" Target="../media/image257.png"/><Relationship Id="rId1" Type="http://schemas.openxmlformats.org/officeDocument/2006/relationships/slideLayout" Target="../slideLayouts/slideLayout38.xml"/><Relationship Id="rId6" Type="http://schemas.openxmlformats.org/officeDocument/2006/relationships/image" Target="../media/image259.png"/><Relationship Id="rId5" Type="http://schemas.openxmlformats.org/officeDocument/2006/relationships/customXml" Target="../ink/ink225.xml"/><Relationship Id="rId4" Type="http://schemas.openxmlformats.org/officeDocument/2006/relationships/image" Target="../media/image258.png"/></Relationships>
</file>

<file path=ppt/slides/_rels/slide43.xml.rels><?xml version="1.0" encoding="UTF-8" standalone="yes"?>
<Relationships xmlns="http://schemas.openxmlformats.org/package/2006/relationships"><Relationship Id="rId8" Type="http://schemas.openxmlformats.org/officeDocument/2006/relationships/customXml" Target="../ink/ink229.xml"/><Relationship Id="rId3" Type="http://schemas.openxmlformats.org/officeDocument/2006/relationships/image" Target="../media/image260.png"/><Relationship Id="rId7" Type="http://schemas.openxmlformats.org/officeDocument/2006/relationships/image" Target="../media/image262.png"/><Relationship Id="rId2" Type="http://schemas.openxmlformats.org/officeDocument/2006/relationships/customXml" Target="../ink/ink226.xml"/><Relationship Id="rId1" Type="http://schemas.openxmlformats.org/officeDocument/2006/relationships/slideLayout" Target="../slideLayouts/slideLayout38.xml"/><Relationship Id="rId6" Type="http://schemas.openxmlformats.org/officeDocument/2006/relationships/customXml" Target="../ink/ink228.xml"/><Relationship Id="rId11" Type="http://schemas.openxmlformats.org/officeDocument/2006/relationships/image" Target="../media/image264.png"/><Relationship Id="rId5" Type="http://schemas.openxmlformats.org/officeDocument/2006/relationships/image" Target="../media/image261.png"/><Relationship Id="rId10" Type="http://schemas.openxmlformats.org/officeDocument/2006/relationships/customXml" Target="../ink/ink230.xml"/><Relationship Id="rId4" Type="http://schemas.openxmlformats.org/officeDocument/2006/relationships/customXml" Target="../ink/ink227.xml"/><Relationship Id="rId9" Type="http://schemas.openxmlformats.org/officeDocument/2006/relationships/image" Target="../media/image263.png"/></Relationships>
</file>

<file path=ppt/slides/_rels/slide44.xml.rels><?xml version="1.0" encoding="UTF-8" standalone="yes"?>
<Relationships xmlns="http://schemas.openxmlformats.org/package/2006/relationships"><Relationship Id="rId117" Type="http://schemas.openxmlformats.org/officeDocument/2006/relationships/image" Target="../media/image321.png"/><Relationship Id="rId21" Type="http://schemas.openxmlformats.org/officeDocument/2006/relationships/image" Target="../media/image274.png"/><Relationship Id="rId42" Type="http://schemas.openxmlformats.org/officeDocument/2006/relationships/customXml" Target="../ink/ink251.xml"/><Relationship Id="rId63" Type="http://schemas.openxmlformats.org/officeDocument/2006/relationships/image" Target="../media/image294.png"/><Relationship Id="rId84" Type="http://schemas.openxmlformats.org/officeDocument/2006/relationships/customXml" Target="../ink/ink272.xml"/><Relationship Id="rId138" Type="http://schemas.openxmlformats.org/officeDocument/2006/relationships/customXml" Target="../ink/ink299.xml"/><Relationship Id="rId159" Type="http://schemas.openxmlformats.org/officeDocument/2006/relationships/image" Target="../media/image342.png"/><Relationship Id="rId170" Type="http://schemas.openxmlformats.org/officeDocument/2006/relationships/customXml" Target="../ink/ink315.xml"/><Relationship Id="rId191" Type="http://schemas.openxmlformats.org/officeDocument/2006/relationships/image" Target="../media/image359.png"/><Relationship Id="rId107" Type="http://schemas.openxmlformats.org/officeDocument/2006/relationships/image" Target="../media/image316.png"/><Relationship Id="rId11" Type="http://schemas.openxmlformats.org/officeDocument/2006/relationships/image" Target="../media/image269.png"/><Relationship Id="rId32" Type="http://schemas.openxmlformats.org/officeDocument/2006/relationships/customXml" Target="../ink/ink246.xml"/><Relationship Id="rId53" Type="http://schemas.openxmlformats.org/officeDocument/2006/relationships/image" Target="../media/image289.png"/><Relationship Id="rId74" Type="http://schemas.openxmlformats.org/officeDocument/2006/relationships/customXml" Target="../ink/ink267.xml"/><Relationship Id="rId128" Type="http://schemas.openxmlformats.org/officeDocument/2006/relationships/customXml" Target="../ink/ink294.xml"/><Relationship Id="rId149" Type="http://schemas.openxmlformats.org/officeDocument/2006/relationships/image" Target="../media/image337.png"/><Relationship Id="rId5" Type="http://schemas.openxmlformats.org/officeDocument/2006/relationships/image" Target="../media/image266.png"/><Relationship Id="rId95" Type="http://schemas.openxmlformats.org/officeDocument/2006/relationships/image" Target="../media/image310.png"/><Relationship Id="rId160" Type="http://schemas.openxmlformats.org/officeDocument/2006/relationships/customXml" Target="../ink/ink310.xml"/><Relationship Id="rId181" Type="http://schemas.openxmlformats.org/officeDocument/2006/relationships/image" Target="../media/image354.png"/><Relationship Id="rId22" Type="http://schemas.openxmlformats.org/officeDocument/2006/relationships/customXml" Target="../ink/ink241.xml"/><Relationship Id="rId43" Type="http://schemas.openxmlformats.org/officeDocument/2006/relationships/image" Target="../media/image284.png"/><Relationship Id="rId64" Type="http://schemas.openxmlformats.org/officeDocument/2006/relationships/customXml" Target="../ink/ink262.xml"/><Relationship Id="rId118" Type="http://schemas.openxmlformats.org/officeDocument/2006/relationships/customXml" Target="../ink/ink289.xml"/><Relationship Id="rId139" Type="http://schemas.openxmlformats.org/officeDocument/2006/relationships/image" Target="../media/image332.png"/><Relationship Id="rId85" Type="http://schemas.openxmlformats.org/officeDocument/2006/relationships/image" Target="../media/image305.png"/><Relationship Id="rId150" Type="http://schemas.openxmlformats.org/officeDocument/2006/relationships/customXml" Target="../ink/ink305.xml"/><Relationship Id="rId171" Type="http://schemas.openxmlformats.org/officeDocument/2006/relationships/image" Target="../media/image348.png"/><Relationship Id="rId192" Type="http://schemas.openxmlformats.org/officeDocument/2006/relationships/customXml" Target="../ink/ink326.xml"/><Relationship Id="rId12" Type="http://schemas.openxmlformats.org/officeDocument/2006/relationships/customXml" Target="../ink/ink236.xml"/><Relationship Id="rId33" Type="http://schemas.openxmlformats.org/officeDocument/2006/relationships/image" Target="../media/image280.png"/><Relationship Id="rId108" Type="http://schemas.openxmlformats.org/officeDocument/2006/relationships/customXml" Target="../ink/ink284.xml"/><Relationship Id="rId129" Type="http://schemas.openxmlformats.org/officeDocument/2006/relationships/image" Target="../media/image327.png"/><Relationship Id="rId54" Type="http://schemas.openxmlformats.org/officeDocument/2006/relationships/customXml" Target="../ink/ink257.xml"/><Relationship Id="rId75" Type="http://schemas.openxmlformats.org/officeDocument/2006/relationships/image" Target="../media/image300.png"/><Relationship Id="rId96" Type="http://schemas.openxmlformats.org/officeDocument/2006/relationships/customXml" Target="../ink/ink278.xml"/><Relationship Id="rId140" Type="http://schemas.openxmlformats.org/officeDocument/2006/relationships/customXml" Target="../ink/ink300.xml"/><Relationship Id="rId161" Type="http://schemas.openxmlformats.org/officeDocument/2006/relationships/image" Target="../media/image343.png"/><Relationship Id="rId182" Type="http://schemas.openxmlformats.org/officeDocument/2006/relationships/customXml" Target="../ink/ink321.xml"/><Relationship Id="rId6" Type="http://schemas.openxmlformats.org/officeDocument/2006/relationships/customXml" Target="../ink/ink233.xml"/><Relationship Id="rId23" Type="http://schemas.openxmlformats.org/officeDocument/2006/relationships/image" Target="../media/image275.png"/><Relationship Id="rId119" Type="http://schemas.openxmlformats.org/officeDocument/2006/relationships/image" Target="../media/image322.png"/><Relationship Id="rId44" Type="http://schemas.openxmlformats.org/officeDocument/2006/relationships/customXml" Target="../ink/ink252.xml"/><Relationship Id="rId65" Type="http://schemas.openxmlformats.org/officeDocument/2006/relationships/image" Target="../media/image295.png"/><Relationship Id="rId86" Type="http://schemas.openxmlformats.org/officeDocument/2006/relationships/customXml" Target="../ink/ink273.xml"/><Relationship Id="rId130" Type="http://schemas.openxmlformats.org/officeDocument/2006/relationships/customXml" Target="../ink/ink295.xml"/><Relationship Id="rId151" Type="http://schemas.openxmlformats.org/officeDocument/2006/relationships/image" Target="../media/image338.png"/><Relationship Id="rId172" Type="http://schemas.openxmlformats.org/officeDocument/2006/relationships/customXml" Target="../ink/ink316.xml"/><Relationship Id="rId193" Type="http://schemas.openxmlformats.org/officeDocument/2006/relationships/image" Target="../media/image361.png"/><Relationship Id="rId13" Type="http://schemas.openxmlformats.org/officeDocument/2006/relationships/image" Target="../media/image270.png"/><Relationship Id="rId109" Type="http://schemas.openxmlformats.org/officeDocument/2006/relationships/image" Target="../media/image317.png"/><Relationship Id="rId34" Type="http://schemas.openxmlformats.org/officeDocument/2006/relationships/customXml" Target="../ink/ink247.xml"/><Relationship Id="rId55" Type="http://schemas.openxmlformats.org/officeDocument/2006/relationships/image" Target="../media/image290.png"/><Relationship Id="rId76" Type="http://schemas.openxmlformats.org/officeDocument/2006/relationships/customXml" Target="../ink/ink268.xml"/><Relationship Id="rId97" Type="http://schemas.openxmlformats.org/officeDocument/2006/relationships/image" Target="../media/image311.png"/><Relationship Id="rId120" Type="http://schemas.openxmlformats.org/officeDocument/2006/relationships/customXml" Target="../ink/ink290.xml"/><Relationship Id="rId141" Type="http://schemas.openxmlformats.org/officeDocument/2006/relationships/image" Target="../media/image333.png"/><Relationship Id="rId7" Type="http://schemas.openxmlformats.org/officeDocument/2006/relationships/image" Target="../media/image267.png"/><Relationship Id="rId71" Type="http://schemas.openxmlformats.org/officeDocument/2006/relationships/image" Target="../media/image298.png"/><Relationship Id="rId92" Type="http://schemas.openxmlformats.org/officeDocument/2006/relationships/customXml" Target="../ink/ink276.xml"/><Relationship Id="rId162" Type="http://schemas.openxmlformats.org/officeDocument/2006/relationships/customXml" Target="../ink/ink311.xml"/><Relationship Id="rId183" Type="http://schemas.openxmlformats.org/officeDocument/2006/relationships/image" Target="../media/image355.png"/><Relationship Id="rId2" Type="http://schemas.openxmlformats.org/officeDocument/2006/relationships/customXml" Target="../ink/ink231.xml"/><Relationship Id="rId29" Type="http://schemas.openxmlformats.org/officeDocument/2006/relationships/image" Target="../media/image278.png"/><Relationship Id="rId24" Type="http://schemas.openxmlformats.org/officeDocument/2006/relationships/customXml" Target="../ink/ink242.xml"/><Relationship Id="rId40" Type="http://schemas.openxmlformats.org/officeDocument/2006/relationships/customXml" Target="../ink/ink250.xml"/><Relationship Id="rId45" Type="http://schemas.openxmlformats.org/officeDocument/2006/relationships/image" Target="../media/image285.png"/><Relationship Id="rId66" Type="http://schemas.openxmlformats.org/officeDocument/2006/relationships/customXml" Target="../ink/ink263.xml"/><Relationship Id="rId87" Type="http://schemas.openxmlformats.org/officeDocument/2006/relationships/image" Target="../media/image306.png"/><Relationship Id="rId110" Type="http://schemas.openxmlformats.org/officeDocument/2006/relationships/customXml" Target="../ink/ink285.xml"/><Relationship Id="rId115" Type="http://schemas.openxmlformats.org/officeDocument/2006/relationships/image" Target="../media/image320.png"/><Relationship Id="rId131" Type="http://schemas.openxmlformats.org/officeDocument/2006/relationships/image" Target="../media/image328.png"/><Relationship Id="rId136" Type="http://schemas.openxmlformats.org/officeDocument/2006/relationships/customXml" Target="../ink/ink298.xml"/><Relationship Id="rId157" Type="http://schemas.openxmlformats.org/officeDocument/2006/relationships/image" Target="../media/image341.png"/><Relationship Id="rId178" Type="http://schemas.openxmlformats.org/officeDocument/2006/relationships/customXml" Target="../ink/ink319.xml"/><Relationship Id="rId61" Type="http://schemas.openxmlformats.org/officeDocument/2006/relationships/image" Target="../media/image293.png"/><Relationship Id="rId82" Type="http://schemas.openxmlformats.org/officeDocument/2006/relationships/customXml" Target="../ink/ink271.xml"/><Relationship Id="rId152" Type="http://schemas.openxmlformats.org/officeDocument/2006/relationships/customXml" Target="../ink/ink306.xml"/><Relationship Id="rId173" Type="http://schemas.openxmlformats.org/officeDocument/2006/relationships/image" Target="../media/image349.png"/><Relationship Id="rId194" Type="http://schemas.openxmlformats.org/officeDocument/2006/relationships/customXml" Target="../ink/ink327.xml"/><Relationship Id="rId19" Type="http://schemas.openxmlformats.org/officeDocument/2006/relationships/image" Target="../media/image273.png"/><Relationship Id="rId14" Type="http://schemas.openxmlformats.org/officeDocument/2006/relationships/customXml" Target="../ink/ink237.xml"/><Relationship Id="rId30" Type="http://schemas.openxmlformats.org/officeDocument/2006/relationships/customXml" Target="../ink/ink245.xml"/><Relationship Id="rId35" Type="http://schemas.openxmlformats.org/officeDocument/2006/relationships/image" Target="../media/image281.png"/><Relationship Id="rId56" Type="http://schemas.openxmlformats.org/officeDocument/2006/relationships/customXml" Target="../ink/ink258.xml"/><Relationship Id="rId77" Type="http://schemas.openxmlformats.org/officeDocument/2006/relationships/image" Target="../media/image301.png"/><Relationship Id="rId100" Type="http://schemas.openxmlformats.org/officeDocument/2006/relationships/customXml" Target="../ink/ink280.xml"/><Relationship Id="rId105" Type="http://schemas.openxmlformats.org/officeDocument/2006/relationships/image" Target="../media/image315.png"/><Relationship Id="rId126" Type="http://schemas.openxmlformats.org/officeDocument/2006/relationships/customXml" Target="../ink/ink293.xml"/><Relationship Id="rId147" Type="http://schemas.openxmlformats.org/officeDocument/2006/relationships/image" Target="../media/image336.png"/><Relationship Id="rId168" Type="http://schemas.openxmlformats.org/officeDocument/2006/relationships/customXml" Target="../ink/ink314.xml"/><Relationship Id="rId8" Type="http://schemas.openxmlformats.org/officeDocument/2006/relationships/customXml" Target="../ink/ink234.xml"/><Relationship Id="rId51" Type="http://schemas.openxmlformats.org/officeDocument/2006/relationships/image" Target="../media/image288.png"/><Relationship Id="rId72" Type="http://schemas.openxmlformats.org/officeDocument/2006/relationships/customXml" Target="../ink/ink266.xml"/><Relationship Id="rId93" Type="http://schemas.openxmlformats.org/officeDocument/2006/relationships/image" Target="../media/image309.png"/><Relationship Id="rId98" Type="http://schemas.openxmlformats.org/officeDocument/2006/relationships/customXml" Target="../ink/ink279.xml"/><Relationship Id="rId121" Type="http://schemas.openxmlformats.org/officeDocument/2006/relationships/image" Target="../media/image323.png"/><Relationship Id="rId142" Type="http://schemas.openxmlformats.org/officeDocument/2006/relationships/customXml" Target="../ink/ink301.xml"/><Relationship Id="rId163" Type="http://schemas.openxmlformats.org/officeDocument/2006/relationships/image" Target="../media/image344.png"/><Relationship Id="rId184" Type="http://schemas.openxmlformats.org/officeDocument/2006/relationships/customXml" Target="../ink/ink322.xml"/><Relationship Id="rId189" Type="http://schemas.openxmlformats.org/officeDocument/2006/relationships/image" Target="../media/image358.png"/><Relationship Id="rId3" Type="http://schemas.openxmlformats.org/officeDocument/2006/relationships/image" Target="../media/image265.png"/><Relationship Id="rId25" Type="http://schemas.openxmlformats.org/officeDocument/2006/relationships/image" Target="../media/image276.png"/><Relationship Id="rId46" Type="http://schemas.openxmlformats.org/officeDocument/2006/relationships/customXml" Target="../ink/ink253.xml"/><Relationship Id="rId67" Type="http://schemas.openxmlformats.org/officeDocument/2006/relationships/image" Target="../media/image296.png"/><Relationship Id="rId116" Type="http://schemas.openxmlformats.org/officeDocument/2006/relationships/customXml" Target="../ink/ink288.xml"/><Relationship Id="rId137" Type="http://schemas.openxmlformats.org/officeDocument/2006/relationships/image" Target="../media/image331.png"/><Relationship Id="rId158" Type="http://schemas.openxmlformats.org/officeDocument/2006/relationships/customXml" Target="../ink/ink309.xml"/><Relationship Id="rId20" Type="http://schemas.openxmlformats.org/officeDocument/2006/relationships/customXml" Target="../ink/ink240.xml"/><Relationship Id="rId41" Type="http://schemas.openxmlformats.org/officeDocument/2006/relationships/image" Target="../media/image127.png"/><Relationship Id="rId62" Type="http://schemas.openxmlformats.org/officeDocument/2006/relationships/customXml" Target="../ink/ink261.xml"/><Relationship Id="rId83" Type="http://schemas.openxmlformats.org/officeDocument/2006/relationships/image" Target="../media/image304.png"/><Relationship Id="rId88" Type="http://schemas.openxmlformats.org/officeDocument/2006/relationships/customXml" Target="../ink/ink274.xml"/><Relationship Id="rId111" Type="http://schemas.openxmlformats.org/officeDocument/2006/relationships/image" Target="../media/image318.png"/><Relationship Id="rId132" Type="http://schemas.openxmlformats.org/officeDocument/2006/relationships/customXml" Target="../ink/ink296.xml"/><Relationship Id="rId153" Type="http://schemas.openxmlformats.org/officeDocument/2006/relationships/image" Target="../media/image339.png"/><Relationship Id="rId174" Type="http://schemas.openxmlformats.org/officeDocument/2006/relationships/customXml" Target="../ink/ink317.xml"/><Relationship Id="rId179" Type="http://schemas.openxmlformats.org/officeDocument/2006/relationships/image" Target="../media/image353.png"/><Relationship Id="rId195" Type="http://schemas.openxmlformats.org/officeDocument/2006/relationships/image" Target="../media/image362.png"/><Relationship Id="rId190" Type="http://schemas.openxmlformats.org/officeDocument/2006/relationships/customXml" Target="../ink/ink325.xml"/><Relationship Id="rId15" Type="http://schemas.openxmlformats.org/officeDocument/2006/relationships/image" Target="../media/image271.png"/><Relationship Id="rId36" Type="http://schemas.openxmlformats.org/officeDocument/2006/relationships/customXml" Target="../ink/ink248.xml"/><Relationship Id="rId57" Type="http://schemas.openxmlformats.org/officeDocument/2006/relationships/image" Target="../media/image291.png"/><Relationship Id="rId106" Type="http://schemas.openxmlformats.org/officeDocument/2006/relationships/customXml" Target="../ink/ink283.xml"/><Relationship Id="rId127" Type="http://schemas.openxmlformats.org/officeDocument/2006/relationships/image" Target="../media/image326.png"/><Relationship Id="rId10" Type="http://schemas.openxmlformats.org/officeDocument/2006/relationships/customXml" Target="../ink/ink235.xml"/><Relationship Id="rId31" Type="http://schemas.openxmlformats.org/officeDocument/2006/relationships/image" Target="../media/image279.png"/><Relationship Id="rId52" Type="http://schemas.openxmlformats.org/officeDocument/2006/relationships/customXml" Target="../ink/ink256.xml"/><Relationship Id="rId73" Type="http://schemas.openxmlformats.org/officeDocument/2006/relationships/image" Target="../media/image299.png"/><Relationship Id="rId78" Type="http://schemas.openxmlformats.org/officeDocument/2006/relationships/customXml" Target="../ink/ink269.xml"/><Relationship Id="rId94" Type="http://schemas.openxmlformats.org/officeDocument/2006/relationships/customXml" Target="../ink/ink277.xml"/><Relationship Id="rId99" Type="http://schemas.openxmlformats.org/officeDocument/2006/relationships/image" Target="../media/image312.png"/><Relationship Id="rId101" Type="http://schemas.openxmlformats.org/officeDocument/2006/relationships/image" Target="../media/image313.png"/><Relationship Id="rId122" Type="http://schemas.openxmlformats.org/officeDocument/2006/relationships/customXml" Target="../ink/ink291.xml"/><Relationship Id="rId143" Type="http://schemas.openxmlformats.org/officeDocument/2006/relationships/image" Target="../media/image334.png"/><Relationship Id="rId148" Type="http://schemas.openxmlformats.org/officeDocument/2006/relationships/customXml" Target="../ink/ink304.xml"/><Relationship Id="rId164" Type="http://schemas.openxmlformats.org/officeDocument/2006/relationships/customXml" Target="../ink/ink312.xml"/><Relationship Id="rId169" Type="http://schemas.openxmlformats.org/officeDocument/2006/relationships/image" Target="../media/image347.png"/><Relationship Id="rId185" Type="http://schemas.openxmlformats.org/officeDocument/2006/relationships/image" Target="../media/image356.png"/><Relationship Id="rId4" Type="http://schemas.openxmlformats.org/officeDocument/2006/relationships/customXml" Target="../ink/ink232.xml"/><Relationship Id="rId9" Type="http://schemas.openxmlformats.org/officeDocument/2006/relationships/image" Target="../media/image268.png"/><Relationship Id="rId180" Type="http://schemas.openxmlformats.org/officeDocument/2006/relationships/customXml" Target="../ink/ink320.xml"/><Relationship Id="rId26" Type="http://schemas.openxmlformats.org/officeDocument/2006/relationships/customXml" Target="../ink/ink243.xml"/><Relationship Id="rId47" Type="http://schemas.openxmlformats.org/officeDocument/2006/relationships/image" Target="../media/image286.png"/><Relationship Id="rId68" Type="http://schemas.openxmlformats.org/officeDocument/2006/relationships/customXml" Target="../ink/ink264.xml"/><Relationship Id="rId89" Type="http://schemas.openxmlformats.org/officeDocument/2006/relationships/image" Target="../media/image307.png"/><Relationship Id="rId112" Type="http://schemas.openxmlformats.org/officeDocument/2006/relationships/customXml" Target="../ink/ink286.xml"/><Relationship Id="rId133" Type="http://schemas.openxmlformats.org/officeDocument/2006/relationships/image" Target="../media/image329.png"/><Relationship Id="rId154" Type="http://schemas.openxmlformats.org/officeDocument/2006/relationships/customXml" Target="../ink/ink307.xml"/><Relationship Id="rId175" Type="http://schemas.openxmlformats.org/officeDocument/2006/relationships/image" Target="../media/image351.png"/><Relationship Id="rId196" Type="http://schemas.openxmlformats.org/officeDocument/2006/relationships/customXml" Target="../ink/ink328.xml"/><Relationship Id="rId16" Type="http://schemas.openxmlformats.org/officeDocument/2006/relationships/customXml" Target="../ink/ink238.xml"/><Relationship Id="rId37" Type="http://schemas.openxmlformats.org/officeDocument/2006/relationships/image" Target="../media/image282.png"/><Relationship Id="rId58" Type="http://schemas.openxmlformats.org/officeDocument/2006/relationships/customXml" Target="../ink/ink259.xml"/><Relationship Id="rId79" Type="http://schemas.openxmlformats.org/officeDocument/2006/relationships/image" Target="../media/image302.png"/><Relationship Id="rId102" Type="http://schemas.openxmlformats.org/officeDocument/2006/relationships/customXml" Target="../ink/ink281.xml"/><Relationship Id="rId123" Type="http://schemas.openxmlformats.org/officeDocument/2006/relationships/image" Target="../media/image324.png"/><Relationship Id="rId144" Type="http://schemas.openxmlformats.org/officeDocument/2006/relationships/customXml" Target="../ink/ink302.xml"/><Relationship Id="rId90" Type="http://schemas.openxmlformats.org/officeDocument/2006/relationships/customXml" Target="../ink/ink275.xml"/><Relationship Id="rId165" Type="http://schemas.openxmlformats.org/officeDocument/2006/relationships/image" Target="../media/image345.png"/><Relationship Id="rId186" Type="http://schemas.openxmlformats.org/officeDocument/2006/relationships/customXml" Target="../ink/ink323.xml"/><Relationship Id="rId27" Type="http://schemas.openxmlformats.org/officeDocument/2006/relationships/image" Target="../media/image277.png"/><Relationship Id="rId48" Type="http://schemas.openxmlformats.org/officeDocument/2006/relationships/customXml" Target="../ink/ink254.xml"/><Relationship Id="rId69" Type="http://schemas.openxmlformats.org/officeDocument/2006/relationships/image" Target="../media/image297.png"/><Relationship Id="rId113" Type="http://schemas.openxmlformats.org/officeDocument/2006/relationships/image" Target="../media/image319.png"/><Relationship Id="rId134" Type="http://schemas.openxmlformats.org/officeDocument/2006/relationships/customXml" Target="../ink/ink297.xml"/><Relationship Id="rId80" Type="http://schemas.openxmlformats.org/officeDocument/2006/relationships/customXml" Target="../ink/ink270.xml"/><Relationship Id="rId155" Type="http://schemas.openxmlformats.org/officeDocument/2006/relationships/image" Target="../media/image340.png"/><Relationship Id="rId176" Type="http://schemas.openxmlformats.org/officeDocument/2006/relationships/customXml" Target="../ink/ink318.xml"/><Relationship Id="rId197" Type="http://schemas.openxmlformats.org/officeDocument/2006/relationships/image" Target="../media/image363.png"/><Relationship Id="rId17" Type="http://schemas.openxmlformats.org/officeDocument/2006/relationships/image" Target="../media/image272.png"/><Relationship Id="rId38" Type="http://schemas.openxmlformats.org/officeDocument/2006/relationships/customXml" Target="../ink/ink249.xml"/><Relationship Id="rId59" Type="http://schemas.openxmlformats.org/officeDocument/2006/relationships/image" Target="../media/image292.png"/><Relationship Id="rId103" Type="http://schemas.openxmlformats.org/officeDocument/2006/relationships/image" Target="../media/image314.png"/><Relationship Id="rId124" Type="http://schemas.openxmlformats.org/officeDocument/2006/relationships/customXml" Target="../ink/ink292.xml"/><Relationship Id="rId70" Type="http://schemas.openxmlformats.org/officeDocument/2006/relationships/customXml" Target="../ink/ink265.xml"/><Relationship Id="rId91" Type="http://schemas.openxmlformats.org/officeDocument/2006/relationships/image" Target="../media/image308.png"/><Relationship Id="rId145" Type="http://schemas.openxmlformats.org/officeDocument/2006/relationships/image" Target="../media/image335.png"/><Relationship Id="rId166" Type="http://schemas.openxmlformats.org/officeDocument/2006/relationships/customXml" Target="../ink/ink313.xml"/><Relationship Id="rId187" Type="http://schemas.openxmlformats.org/officeDocument/2006/relationships/image" Target="../media/image357.png"/><Relationship Id="rId1" Type="http://schemas.openxmlformats.org/officeDocument/2006/relationships/slideLayout" Target="../slideLayouts/slideLayout38.xml"/><Relationship Id="rId28" Type="http://schemas.openxmlformats.org/officeDocument/2006/relationships/customXml" Target="../ink/ink244.xml"/><Relationship Id="rId49" Type="http://schemas.openxmlformats.org/officeDocument/2006/relationships/image" Target="../media/image287.png"/><Relationship Id="rId114" Type="http://schemas.openxmlformats.org/officeDocument/2006/relationships/customXml" Target="../ink/ink287.xml"/><Relationship Id="rId60" Type="http://schemas.openxmlformats.org/officeDocument/2006/relationships/customXml" Target="../ink/ink260.xml"/><Relationship Id="rId81" Type="http://schemas.openxmlformats.org/officeDocument/2006/relationships/image" Target="../media/image303.png"/><Relationship Id="rId135" Type="http://schemas.openxmlformats.org/officeDocument/2006/relationships/image" Target="../media/image330.png"/><Relationship Id="rId156" Type="http://schemas.openxmlformats.org/officeDocument/2006/relationships/customXml" Target="../ink/ink308.xml"/><Relationship Id="rId177" Type="http://schemas.openxmlformats.org/officeDocument/2006/relationships/image" Target="../media/image352.png"/><Relationship Id="rId18" Type="http://schemas.openxmlformats.org/officeDocument/2006/relationships/customXml" Target="../ink/ink239.xml"/><Relationship Id="rId39" Type="http://schemas.openxmlformats.org/officeDocument/2006/relationships/image" Target="../media/image283.png"/><Relationship Id="rId50" Type="http://schemas.openxmlformats.org/officeDocument/2006/relationships/customXml" Target="../ink/ink255.xml"/><Relationship Id="rId104" Type="http://schemas.openxmlformats.org/officeDocument/2006/relationships/customXml" Target="../ink/ink282.xml"/><Relationship Id="rId125" Type="http://schemas.openxmlformats.org/officeDocument/2006/relationships/image" Target="../media/image325.png"/><Relationship Id="rId146" Type="http://schemas.openxmlformats.org/officeDocument/2006/relationships/customXml" Target="../ink/ink303.xml"/><Relationship Id="rId167" Type="http://schemas.openxmlformats.org/officeDocument/2006/relationships/image" Target="../media/image346.png"/><Relationship Id="rId188" Type="http://schemas.openxmlformats.org/officeDocument/2006/relationships/customXml" Target="../ink/ink324.xml"/></Relationships>
</file>

<file path=ppt/slides/_rels/slide45.xml.rels><?xml version="1.0" encoding="UTF-8" standalone="yes"?>
<Relationships xmlns="http://schemas.openxmlformats.org/package/2006/relationships"><Relationship Id="rId26" Type="http://schemas.openxmlformats.org/officeDocument/2006/relationships/customXml" Target="../ink/ink341.xml"/><Relationship Id="rId21" Type="http://schemas.openxmlformats.org/officeDocument/2006/relationships/image" Target="../media/image373.png"/><Relationship Id="rId42" Type="http://schemas.openxmlformats.org/officeDocument/2006/relationships/customXml" Target="../ink/ink349.xml"/><Relationship Id="rId47" Type="http://schemas.openxmlformats.org/officeDocument/2006/relationships/image" Target="../media/image386.png"/><Relationship Id="rId63" Type="http://schemas.openxmlformats.org/officeDocument/2006/relationships/image" Target="../media/image394.png"/><Relationship Id="rId68" Type="http://schemas.openxmlformats.org/officeDocument/2006/relationships/customXml" Target="../ink/ink362.xml"/><Relationship Id="rId84" Type="http://schemas.openxmlformats.org/officeDocument/2006/relationships/customXml" Target="../ink/ink370.xml"/><Relationship Id="rId89" Type="http://schemas.openxmlformats.org/officeDocument/2006/relationships/image" Target="../media/image407.png"/><Relationship Id="rId16" Type="http://schemas.openxmlformats.org/officeDocument/2006/relationships/customXml" Target="../ink/ink336.xml"/><Relationship Id="rId11" Type="http://schemas.openxmlformats.org/officeDocument/2006/relationships/image" Target="../media/image368.png"/><Relationship Id="rId32" Type="http://schemas.openxmlformats.org/officeDocument/2006/relationships/customXml" Target="../ink/ink344.xml"/><Relationship Id="rId37" Type="http://schemas.openxmlformats.org/officeDocument/2006/relationships/image" Target="../media/image381.png"/><Relationship Id="rId53" Type="http://schemas.openxmlformats.org/officeDocument/2006/relationships/image" Target="../media/image389.png"/><Relationship Id="rId58" Type="http://schemas.openxmlformats.org/officeDocument/2006/relationships/customXml" Target="../ink/ink357.xml"/><Relationship Id="rId74" Type="http://schemas.openxmlformats.org/officeDocument/2006/relationships/customXml" Target="../ink/ink365.xml"/><Relationship Id="rId79" Type="http://schemas.openxmlformats.org/officeDocument/2006/relationships/image" Target="../media/image402.png"/><Relationship Id="rId5" Type="http://schemas.openxmlformats.org/officeDocument/2006/relationships/image" Target="../media/image365.png"/><Relationship Id="rId14" Type="http://schemas.openxmlformats.org/officeDocument/2006/relationships/customXml" Target="../ink/ink335.xml"/><Relationship Id="rId22" Type="http://schemas.openxmlformats.org/officeDocument/2006/relationships/customXml" Target="../ink/ink339.xml"/><Relationship Id="rId27" Type="http://schemas.openxmlformats.org/officeDocument/2006/relationships/image" Target="../media/image376.png"/><Relationship Id="rId30" Type="http://schemas.openxmlformats.org/officeDocument/2006/relationships/customXml" Target="../ink/ink343.xml"/><Relationship Id="rId35" Type="http://schemas.openxmlformats.org/officeDocument/2006/relationships/image" Target="../media/image380.png"/><Relationship Id="rId43" Type="http://schemas.openxmlformats.org/officeDocument/2006/relationships/image" Target="../media/image384.png"/><Relationship Id="rId48" Type="http://schemas.openxmlformats.org/officeDocument/2006/relationships/customXml" Target="../ink/ink352.xml"/><Relationship Id="rId56" Type="http://schemas.openxmlformats.org/officeDocument/2006/relationships/customXml" Target="../ink/ink356.xml"/><Relationship Id="rId64" Type="http://schemas.openxmlformats.org/officeDocument/2006/relationships/customXml" Target="../ink/ink360.xml"/><Relationship Id="rId69" Type="http://schemas.openxmlformats.org/officeDocument/2006/relationships/image" Target="../media/image397.png"/><Relationship Id="rId77" Type="http://schemas.openxmlformats.org/officeDocument/2006/relationships/image" Target="../media/image401.png"/><Relationship Id="rId8" Type="http://schemas.openxmlformats.org/officeDocument/2006/relationships/customXml" Target="../ink/ink332.xml"/><Relationship Id="rId51" Type="http://schemas.openxmlformats.org/officeDocument/2006/relationships/image" Target="../media/image388.png"/><Relationship Id="rId72" Type="http://schemas.openxmlformats.org/officeDocument/2006/relationships/customXml" Target="../ink/ink364.xml"/><Relationship Id="rId80" Type="http://schemas.openxmlformats.org/officeDocument/2006/relationships/customXml" Target="../ink/ink368.xml"/><Relationship Id="rId85" Type="http://schemas.openxmlformats.org/officeDocument/2006/relationships/image" Target="../media/image405.png"/><Relationship Id="rId3" Type="http://schemas.openxmlformats.org/officeDocument/2006/relationships/image" Target="../media/image364.png"/><Relationship Id="rId12" Type="http://schemas.openxmlformats.org/officeDocument/2006/relationships/customXml" Target="../ink/ink334.xml"/><Relationship Id="rId17" Type="http://schemas.openxmlformats.org/officeDocument/2006/relationships/image" Target="../media/image371.png"/><Relationship Id="rId25" Type="http://schemas.openxmlformats.org/officeDocument/2006/relationships/image" Target="../media/image375.png"/><Relationship Id="rId33" Type="http://schemas.openxmlformats.org/officeDocument/2006/relationships/image" Target="../media/image379.png"/><Relationship Id="rId38" Type="http://schemas.openxmlformats.org/officeDocument/2006/relationships/customXml" Target="../ink/ink347.xml"/><Relationship Id="rId46" Type="http://schemas.openxmlformats.org/officeDocument/2006/relationships/customXml" Target="../ink/ink351.xml"/><Relationship Id="rId59" Type="http://schemas.openxmlformats.org/officeDocument/2006/relationships/image" Target="../media/image392.png"/><Relationship Id="rId67" Type="http://schemas.openxmlformats.org/officeDocument/2006/relationships/image" Target="../media/image396.png"/><Relationship Id="rId20" Type="http://schemas.openxmlformats.org/officeDocument/2006/relationships/customXml" Target="../ink/ink338.xml"/><Relationship Id="rId41" Type="http://schemas.openxmlformats.org/officeDocument/2006/relationships/image" Target="../media/image383.png"/><Relationship Id="rId54" Type="http://schemas.openxmlformats.org/officeDocument/2006/relationships/customXml" Target="../ink/ink355.xml"/><Relationship Id="rId62" Type="http://schemas.openxmlformats.org/officeDocument/2006/relationships/customXml" Target="../ink/ink359.xml"/><Relationship Id="rId70" Type="http://schemas.openxmlformats.org/officeDocument/2006/relationships/customXml" Target="../ink/ink363.xml"/><Relationship Id="rId75" Type="http://schemas.openxmlformats.org/officeDocument/2006/relationships/image" Target="../media/image400.png"/><Relationship Id="rId83" Type="http://schemas.openxmlformats.org/officeDocument/2006/relationships/image" Target="../media/image404.png"/><Relationship Id="rId88" Type="http://schemas.openxmlformats.org/officeDocument/2006/relationships/customXml" Target="../ink/ink372.xml"/><Relationship Id="rId1" Type="http://schemas.openxmlformats.org/officeDocument/2006/relationships/slideLayout" Target="../slideLayouts/slideLayout38.xml"/><Relationship Id="rId6" Type="http://schemas.openxmlformats.org/officeDocument/2006/relationships/customXml" Target="../ink/ink331.xml"/><Relationship Id="rId15" Type="http://schemas.openxmlformats.org/officeDocument/2006/relationships/image" Target="../media/image370.png"/><Relationship Id="rId23" Type="http://schemas.openxmlformats.org/officeDocument/2006/relationships/image" Target="../media/image374.png"/><Relationship Id="rId28" Type="http://schemas.openxmlformats.org/officeDocument/2006/relationships/customXml" Target="../ink/ink342.xml"/><Relationship Id="rId36" Type="http://schemas.openxmlformats.org/officeDocument/2006/relationships/customXml" Target="../ink/ink346.xml"/><Relationship Id="rId49" Type="http://schemas.openxmlformats.org/officeDocument/2006/relationships/image" Target="../media/image387.png"/><Relationship Id="rId57" Type="http://schemas.openxmlformats.org/officeDocument/2006/relationships/image" Target="../media/image391.png"/><Relationship Id="rId10" Type="http://schemas.openxmlformats.org/officeDocument/2006/relationships/customXml" Target="../ink/ink333.xml"/><Relationship Id="rId31" Type="http://schemas.openxmlformats.org/officeDocument/2006/relationships/image" Target="../media/image378.png"/><Relationship Id="rId44" Type="http://schemas.openxmlformats.org/officeDocument/2006/relationships/customXml" Target="../ink/ink350.xml"/><Relationship Id="rId52" Type="http://schemas.openxmlformats.org/officeDocument/2006/relationships/customXml" Target="../ink/ink354.xml"/><Relationship Id="rId60" Type="http://schemas.openxmlformats.org/officeDocument/2006/relationships/customXml" Target="../ink/ink358.xml"/><Relationship Id="rId65" Type="http://schemas.openxmlformats.org/officeDocument/2006/relationships/image" Target="../media/image395.png"/><Relationship Id="rId73" Type="http://schemas.openxmlformats.org/officeDocument/2006/relationships/image" Target="../media/image399.png"/><Relationship Id="rId78" Type="http://schemas.openxmlformats.org/officeDocument/2006/relationships/customXml" Target="../ink/ink367.xml"/><Relationship Id="rId81" Type="http://schemas.openxmlformats.org/officeDocument/2006/relationships/image" Target="../media/image403.png"/><Relationship Id="rId86" Type="http://schemas.openxmlformats.org/officeDocument/2006/relationships/customXml" Target="../ink/ink371.xml"/><Relationship Id="rId4" Type="http://schemas.openxmlformats.org/officeDocument/2006/relationships/customXml" Target="../ink/ink330.xml"/><Relationship Id="rId9" Type="http://schemas.openxmlformats.org/officeDocument/2006/relationships/image" Target="../media/image367.png"/><Relationship Id="rId13" Type="http://schemas.openxmlformats.org/officeDocument/2006/relationships/image" Target="../media/image369.png"/><Relationship Id="rId18" Type="http://schemas.openxmlformats.org/officeDocument/2006/relationships/customXml" Target="../ink/ink337.xml"/><Relationship Id="rId39" Type="http://schemas.openxmlformats.org/officeDocument/2006/relationships/image" Target="../media/image382.png"/><Relationship Id="rId34" Type="http://schemas.openxmlformats.org/officeDocument/2006/relationships/customXml" Target="../ink/ink345.xml"/><Relationship Id="rId50" Type="http://schemas.openxmlformats.org/officeDocument/2006/relationships/customXml" Target="../ink/ink353.xml"/><Relationship Id="rId55" Type="http://schemas.openxmlformats.org/officeDocument/2006/relationships/image" Target="../media/image390.png"/><Relationship Id="rId76" Type="http://schemas.openxmlformats.org/officeDocument/2006/relationships/customXml" Target="../ink/ink366.xml"/><Relationship Id="rId7" Type="http://schemas.openxmlformats.org/officeDocument/2006/relationships/image" Target="../media/image366.png"/><Relationship Id="rId71" Type="http://schemas.openxmlformats.org/officeDocument/2006/relationships/image" Target="../media/image398.png"/><Relationship Id="rId2" Type="http://schemas.openxmlformats.org/officeDocument/2006/relationships/customXml" Target="../ink/ink329.xml"/><Relationship Id="rId29" Type="http://schemas.openxmlformats.org/officeDocument/2006/relationships/image" Target="../media/image377.png"/><Relationship Id="rId24" Type="http://schemas.openxmlformats.org/officeDocument/2006/relationships/customXml" Target="../ink/ink340.xml"/><Relationship Id="rId40" Type="http://schemas.openxmlformats.org/officeDocument/2006/relationships/customXml" Target="../ink/ink348.xml"/><Relationship Id="rId45" Type="http://schemas.openxmlformats.org/officeDocument/2006/relationships/image" Target="../media/image385.png"/><Relationship Id="rId66" Type="http://schemas.openxmlformats.org/officeDocument/2006/relationships/customXml" Target="../ink/ink361.xml"/><Relationship Id="rId87" Type="http://schemas.openxmlformats.org/officeDocument/2006/relationships/image" Target="../media/image406.png"/><Relationship Id="rId61" Type="http://schemas.openxmlformats.org/officeDocument/2006/relationships/image" Target="../media/image393.png"/><Relationship Id="rId82" Type="http://schemas.openxmlformats.org/officeDocument/2006/relationships/customXml" Target="../ink/ink369.xml"/><Relationship Id="rId19" Type="http://schemas.openxmlformats.org/officeDocument/2006/relationships/image" Target="../media/image37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2" Type="http://schemas.openxmlformats.org/officeDocument/2006/relationships/image" Target="../media/image408.png"/><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409.png"/><Relationship Id="rId1" Type="http://schemas.openxmlformats.org/officeDocument/2006/relationships/slideLayout" Target="../slideLayouts/slideLayout38.xml"/><Relationship Id="rId4" Type="http://schemas.openxmlformats.org/officeDocument/2006/relationships/image" Target="../media/image4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4191000" y="2770188"/>
            <a:ext cx="7315199" cy="1344612"/>
          </a:xfrm>
        </p:spPr>
        <p:txBody>
          <a:bodyPr spcFirstLastPara="1" vert="horz" lIns="68569" tIns="34275" rIns="68569" bIns="34275" rtlCol="0" anchor="ctr">
            <a:noAutofit/>
          </a:bodyPr>
          <a:lstStyle/>
          <a:p>
            <a:pPr algn="ctr">
              <a:spcBef>
                <a:spcPct val="0"/>
              </a:spcBef>
              <a:spcAft>
                <a:spcPct val="0"/>
              </a:spcAft>
              <a:buClr>
                <a:srgbClr val="FFFFFF"/>
              </a:buClr>
            </a:pPr>
            <a:r>
              <a:rPr lang="en-US" altLang="x-none" sz="4400" dirty="0">
                <a:solidFill>
                  <a:srgbClr val="FFFFFF"/>
                </a:solidFill>
                <a:latin typeface="+mn-lt"/>
              </a:rPr>
              <a:t>Introduction to Statistical Methods(ISM)</a:t>
            </a:r>
            <a:endParaRPr lang="x-none" altLang="x-none" sz="4400" dirty="0">
              <a:solidFill>
                <a:srgbClr val="FF0000"/>
              </a:solidFill>
              <a:latin typeface="+mn-lt"/>
            </a:endParaRPr>
          </a:p>
        </p:txBody>
      </p:sp>
    </p:spTree>
    <p:extLst>
      <p:ext uri="{BB962C8B-B14F-4D97-AF65-F5344CB8AC3E}">
        <p14:creationId xmlns:p14="http://schemas.microsoft.com/office/powerpoint/2010/main" val="246288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831850" y="3505200"/>
            <a:ext cx="10515600" cy="838200"/>
          </a:xfrm>
        </p:spPr>
        <p:txBody>
          <a:bodyPr>
            <a:normAutofit fontScale="77500" lnSpcReduction="20000"/>
          </a:bodyPr>
          <a:lstStyle/>
          <a:p>
            <a:pPr algn="ctr">
              <a:lnSpc>
                <a:spcPct val="100000"/>
              </a:lnSpc>
              <a:spcBef>
                <a:spcPct val="0"/>
              </a:spcBef>
              <a:defRPr/>
            </a:pPr>
            <a:r>
              <a:rPr lang="en-US" sz="3600" b="1" dirty="0">
                <a:solidFill>
                  <a:schemeClr val="tx1"/>
                </a:solidFill>
                <a:latin typeface="Arial" charset="0"/>
                <a:cs typeface="Arial" charset="0"/>
              </a:rPr>
              <a:t>Session 1</a:t>
            </a:r>
          </a:p>
          <a:p>
            <a:pPr algn="ctr">
              <a:lnSpc>
                <a:spcPct val="100000"/>
              </a:lnSpc>
              <a:spcBef>
                <a:spcPct val="0"/>
              </a:spcBef>
              <a:defRPr/>
            </a:pPr>
            <a:r>
              <a:rPr lang="en-US" sz="3600" b="1" dirty="0">
                <a:solidFill>
                  <a:schemeClr val="tx1"/>
                </a:solidFill>
                <a:latin typeface="Arial" charset="0"/>
                <a:cs typeface="Arial" charset="0"/>
              </a:rPr>
              <a:t>(</a:t>
            </a:r>
            <a:r>
              <a:rPr lang="en-US" sz="3600" b="1" dirty="0">
                <a:solidFill>
                  <a:schemeClr val="tx1"/>
                </a:solidFill>
                <a:latin typeface="+mn-lt"/>
                <a:cs typeface="Arial" charset="0"/>
              </a:rPr>
              <a:t>25</a:t>
            </a:r>
            <a:r>
              <a:rPr lang="en-US" b="1" dirty="0">
                <a:solidFill>
                  <a:schemeClr val="tx1"/>
                </a:solidFill>
                <a:latin typeface="+mn-lt"/>
                <a:cs typeface="Arial" charset="0"/>
              </a:rPr>
              <a:t>/ </a:t>
            </a:r>
            <a:r>
              <a:rPr lang="en-US" sz="3600" b="1" dirty="0">
                <a:solidFill>
                  <a:schemeClr val="tx1"/>
                </a:solidFill>
                <a:latin typeface="+mn-lt"/>
                <a:cs typeface="Arial" charset="0"/>
              </a:rPr>
              <a:t>26</a:t>
            </a:r>
            <a:r>
              <a:rPr lang="en-US" sz="3600" b="1" baseline="30000" dirty="0">
                <a:solidFill>
                  <a:schemeClr val="tx1"/>
                </a:solidFill>
                <a:latin typeface="+mn-lt"/>
                <a:cs typeface="Arial" charset="0"/>
              </a:rPr>
              <a:t>th</a:t>
            </a:r>
            <a:r>
              <a:rPr lang="en-US" sz="3600" b="1" dirty="0">
                <a:solidFill>
                  <a:schemeClr val="tx1"/>
                </a:solidFill>
                <a:latin typeface="+mn-lt"/>
                <a:cs typeface="Arial" charset="0"/>
              </a:rPr>
              <a:t> April 2026</a:t>
            </a:r>
            <a:r>
              <a:rPr lang="en-US" b="1" dirty="0">
                <a:solidFill>
                  <a:schemeClr val="tx1"/>
                </a:solidFill>
                <a:latin typeface="+mn-lt"/>
                <a:cs typeface="Arial" charset="0"/>
              </a:rPr>
              <a:t>)</a:t>
            </a:r>
          </a:p>
          <a:p>
            <a:endParaRPr lang="en-IN" dirty="0"/>
          </a:p>
        </p:txBody>
      </p:sp>
      <p:sp>
        <p:nvSpPr>
          <p:cNvPr id="2" name="Rectangle 1"/>
          <p:cNvSpPr/>
          <p:nvPr/>
        </p:nvSpPr>
        <p:spPr>
          <a:xfrm>
            <a:off x="3581400" y="4334470"/>
            <a:ext cx="6858000" cy="523220"/>
          </a:xfrm>
          <a:prstGeom prst="rect">
            <a:avLst/>
          </a:prstGeom>
        </p:spPr>
        <p:txBody>
          <a:bodyPr wrap="square">
            <a:spAutoFit/>
          </a:bodyPr>
          <a:lstStyle/>
          <a:p>
            <a:pPr algn="ctr">
              <a:defRPr/>
            </a:pPr>
            <a:r>
              <a:rPr lang="en-US" sz="2800" b="1" dirty="0">
                <a:cs typeface="Times New Roman" panose="02020603050405020304" pitchFamily="18" charset="0"/>
              </a:rPr>
              <a:t>Overview of the course &amp; </a:t>
            </a:r>
            <a:r>
              <a:rPr lang="en-IN" sz="2800" b="1" dirty="0">
                <a:cs typeface="Times New Roman" panose="02020603050405020304" pitchFamily="18" charset="0"/>
              </a:rPr>
              <a:t>Basic of Statistics </a:t>
            </a:r>
          </a:p>
        </p:txBody>
      </p:sp>
    </p:spTree>
    <p:extLst>
      <p:ext uri="{BB962C8B-B14F-4D97-AF65-F5344CB8AC3E}">
        <p14:creationId xmlns:p14="http://schemas.microsoft.com/office/powerpoint/2010/main" val="3554037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IN" spc="-1" dirty="0">
                <a:latin typeface="Calibri"/>
                <a:ea typeface="Calibri"/>
              </a:rPr>
            </a:br>
            <a:r>
              <a:rPr lang="en-IN" spc="-1" dirty="0">
                <a:latin typeface="Calibri"/>
                <a:ea typeface="Calibri"/>
              </a:rPr>
              <a:t>Overview of the course</a:t>
            </a:r>
            <a:br>
              <a:rPr lang="en-IN" spc="-1" dirty="0">
                <a:solidFill>
                  <a:srgbClr val="000000"/>
                </a:solidFill>
                <a:latin typeface="Arial"/>
              </a:rPr>
            </a:br>
            <a:endParaRPr lang="en-IN" dirty="0"/>
          </a:p>
        </p:txBody>
      </p:sp>
      <p:sp>
        <p:nvSpPr>
          <p:cNvPr id="3" name="Text Placeholder 2"/>
          <p:cNvSpPr>
            <a:spLocks noGrp="1"/>
          </p:cNvSpPr>
          <p:nvPr>
            <p:ph type="body" sz="quarter" idx="13"/>
          </p:nvPr>
        </p:nvSpPr>
        <p:spPr>
          <a:xfrm>
            <a:off x="857738" y="1066800"/>
            <a:ext cx="10877061" cy="5181599"/>
          </a:xfrm>
        </p:spPr>
        <p:txBody>
          <a:bodyPr>
            <a:normAutofit/>
          </a:bodyPr>
          <a:lstStyle/>
          <a:p>
            <a:pPr>
              <a:spcBef>
                <a:spcPts val="561"/>
              </a:spcBef>
              <a:buFont typeface="Wingdings" panose="05000000000000000000" pitchFamily="2" charset="2"/>
              <a:buChar char="Ø"/>
            </a:pPr>
            <a:r>
              <a:rPr lang="en-IN" sz="2300" b="1" dirty="0">
                <a:latin typeface="+mn-lt"/>
              </a:rPr>
              <a:t>Module 1</a:t>
            </a:r>
            <a:r>
              <a:rPr lang="en-IN" sz="2300" dirty="0">
                <a:latin typeface="+mn-lt"/>
              </a:rPr>
              <a:t> : Basic Probability &amp; Statistics </a:t>
            </a:r>
          </a:p>
          <a:p>
            <a:pPr>
              <a:spcBef>
                <a:spcPts val="561"/>
              </a:spcBef>
              <a:buFont typeface="Wingdings" panose="05000000000000000000" pitchFamily="2" charset="2"/>
              <a:buChar char="Ø"/>
            </a:pPr>
            <a:endParaRPr lang="en-US" sz="2300" dirty="0">
              <a:latin typeface="+mn-lt"/>
            </a:endParaRPr>
          </a:p>
          <a:p>
            <a:pPr>
              <a:spcBef>
                <a:spcPts val="561"/>
              </a:spcBef>
              <a:buFont typeface="Wingdings" panose="05000000000000000000" pitchFamily="2" charset="2"/>
              <a:buChar char="Ø"/>
            </a:pPr>
            <a:r>
              <a:rPr lang="en-IN" sz="2300" b="1" dirty="0">
                <a:latin typeface="+mn-lt"/>
              </a:rPr>
              <a:t>Module 2</a:t>
            </a:r>
            <a:r>
              <a:rPr lang="en-IN" sz="2300" dirty="0">
                <a:latin typeface="+mn-lt"/>
              </a:rPr>
              <a:t> : Conditional Probability &amp; Bayes’ theorem</a:t>
            </a:r>
          </a:p>
          <a:p>
            <a:pPr>
              <a:spcBef>
                <a:spcPts val="561"/>
              </a:spcBef>
              <a:buFont typeface="Wingdings" panose="05000000000000000000" pitchFamily="2" charset="2"/>
              <a:buChar char="Ø"/>
            </a:pPr>
            <a:endParaRPr lang="en-US" sz="2300" dirty="0">
              <a:latin typeface="+mn-lt"/>
            </a:endParaRPr>
          </a:p>
          <a:p>
            <a:pPr>
              <a:spcBef>
                <a:spcPts val="561"/>
              </a:spcBef>
              <a:buFont typeface="Wingdings" panose="05000000000000000000" pitchFamily="2" charset="2"/>
              <a:buChar char="Ø"/>
            </a:pPr>
            <a:r>
              <a:rPr lang="en-IN" sz="2300" b="1" dirty="0">
                <a:latin typeface="+mn-lt"/>
              </a:rPr>
              <a:t>Module 3 </a:t>
            </a:r>
            <a:r>
              <a:rPr lang="en-IN" sz="2300" dirty="0">
                <a:latin typeface="+mn-lt"/>
              </a:rPr>
              <a:t>: Probability Distributions</a:t>
            </a:r>
            <a:endParaRPr lang="en-US" sz="2300" dirty="0">
              <a:latin typeface="+mn-lt"/>
            </a:endParaRPr>
          </a:p>
          <a:p>
            <a:pPr>
              <a:spcBef>
                <a:spcPts val="561"/>
              </a:spcBef>
              <a:buFont typeface="Wingdings" panose="05000000000000000000" pitchFamily="2" charset="2"/>
              <a:buChar char="Ø"/>
            </a:pPr>
            <a:endParaRPr lang="en-US" sz="2300" dirty="0">
              <a:latin typeface="+mn-lt"/>
            </a:endParaRPr>
          </a:p>
          <a:p>
            <a:pPr>
              <a:spcBef>
                <a:spcPts val="561"/>
              </a:spcBef>
              <a:buFont typeface="Wingdings" panose="05000000000000000000" pitchFamily="2" charset="2"/>
              <a:buChar char="Ø"/>
            </a:pPr>
            <a:r>
              <a:rPr lang="en-IN" sz="2300" b="1" dirty="0">
                <a:latin typeface="+mn-lt"/>
              </a:rPr>
              <a:t>Module 4 </a:t>
            </a:r>
            <a:r>
              <a:rPr lang="en-IN" sz="2300" dirty="0">
                <a:latin typeface="+mn-lt"/>
              </a:rPr>
              <a:t>: Hypothesis Testing </a:t>
            </a:r>
          </a:p>
          <a:p>
            <a:pPr>
              <a:spcBef>
                <a:spcPts val="561"/>
              </a:spcBef>
              <a:buFont typeface="Wingdings" panose="05000000000000000000" pitchFamily="2" charset="2"/>
              <a:buChar char="Ø"/>
            </a:pPr>
            <a:endParaRPr lang="en-IN" sz="2300" dirty="0">
              <a:latin typeface="+mn-lt"/>
            </a:endParaRPr>
          </a:p>
          <a:p>
            <a:pPr>
              <a:spcBef>
                <a:spcPts val="561"/>
              </a:spcBef>
              <a:buFont typeface="Wingdings" panose="05000000000000000000" pitchFamily="2" charset="2"/>
              <a:buChar char="Ø"/>
            </a:pPr>
            <a:r>
              <a:rPr lang="en-IN" sz="2300" b="1" dirty="0">
                <a:latin typeface="+mn-lt"/>
              </a:rPr>
              <a:t>Module 5 </a:t>
            </a:r>
            <a:r>
              <a:rPr lang="en-IN" sz="2300" dirty="0">
                <a:latin typeface="+mn-lt"/>
              </a:rPr>
              <a:t>: Prediction &amp; Forecasting </a:t>
            </a:r>
          </a:p>
          <a:p>
            <a:pPr>
              <a:spcBef>
                <a:spcPts val="561"/>
              </a:spcBef>
              <a:buFont typeface="Wingdings" panose="05000000000000000000" pitchFamily="2" charset="2"/>
              <a:buChar char="Ø"/>
            </a:pPr>
            <a:endParaRPr lang="en-IN" sz="2300" spc="-1" dirty="0">
              <a:solidFill>
                <a:srgbClr val="000000"/>
              </a:solidFill>
              <a:latin typeface="+mn-lt"/>
              <a:cs typeface="Calibri" pitchFamily="34" charset="0"/>
            </a:endParaRPr>
          </a:p>
          <a:p>
            <a:pPr>
              <a:spcBef>
                <a:spcPts val="561"/>
              </a:spcBef>
              <a:buFont typeface="Wingdings" panose="05000000000000000000" pitchFamily="2" charset="2"/>
              <a:buChar char="Ø"/>
            </a:pPr>
            <a:r>
              <a:rPr lang="en-IN" sz="2300" b="1" dirty="0">
                <a:latin typeface="+mn-lt"/>
              </a:rPr>
              <a:t>Module 6</a:t>
            </a:r>
            <a:r>
              <a:rPr lang="en-IN" sz="2300" dirty="0">
                <a:latin typeface="+mn-lt"/>
              </a:rPr>
              <a:t> : </a:t>
            </a:r>
            <a:r>
              <a:rPr lang="en-IN" dirty="0">
                <a:latin typeface="+mn-lt"/>
              </a:rPr>
              <a:t>Prediction &amp; Forecasting; Gaussian Mixture model &amp;Expectation Maximization</a:t>
            </a:r>
            <a:endParaRPr lang="en-US" dirty="0">
              <a:latin typeface="+mn-lt"/>
            </a:endParaRPr>
          </a:p>
          <a:p>
            <a:endParaRPr lang="en-IN" dirty="0"/>
          </a:p>
        </p:txBody>
      </p:sp>
    </p:spTree>
    <p:extLst>
      <p:ext uri="{BB962C8B-B14F-4D97-AF65-F5344CB8AC3E}">
        <p14:creationId xmlns:p14="http://schemas.microsoft.com/office/powerpoint/2010/main" val="235611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pPr algn="ctr"/>
            <a:br>
              <a:rPr lang="en-IN" kern="50" dirty="0">
                <a:latin typeface="Times New Roman" panose="02020603050405020304" pitchFamily="18" charset="0"/>
                <a:ea typeface="WenQuanYi Micro Hei"/>
                <a:cs typeface="Lohit Hindi"/>
              </a:rPr>
            </a:br>
            <a:r>
              <a:rPr lang="en-IN" kern="50" dirty="0">
                <a:latin typeface="+mn-lt"/>
                <a:ea typeface="WenQuanYi Micro Hei"/>
                <a:cs typeface="Lohit Hindi"/>
              </a:rPr>
              <a:t>TEXT BOOKS</a:t>
            </a:r>
            <a:br>
              <a:rPr lang="en-IN" kern="50" dirty="0">
                <a:latin typeface="+mn-lt"/>
                <a:ea typeface="WenQuanYi Micro Hei"/>
                <a:cs typeface="Lohit Hindi"/>
              </a:rPr>
            </a:br>
            <a:endParaRPr lang="en-IN" dirty="0">
              <a:latin typeface="+mn-lt"/>
            </a:endParaRPr>
          </a:p>
        </p:txBody>
      </p:sp>
      <p:sp>
        <p:nvSpPr>
          <p:cNvPr id="3" name="Text Placeholder 2"/>
          <p:cNvSpPr>
            <a:spLocks noGrp="1"/>
          </p:cNvSpPr>
          <p:nvPr>
            <p:ph type="body" sz="quarter" idx="13"/>
          </p:nvPr>
        </p:nvSpPr>
        <p:spPr>
          <a:xfrm>
            <a:off x="857738" y="1600201"/>
            <a:ext cx="10877062" cy="2728913"/>
          </a:xfrm>
        </p:spPr>
        <p:txBody>
          <a:bodyPr/>
          <a:lstStyle/>
          <a:p>
            <a:pPr>
              <a:lnSpc>
                <a:spcPct val="150000"/>
              </a:lnSpc>
              <a:spcBef>
                <a:spcPts val="0"/>
              </a:spcBef>
              <a:buFont typeface="Wingdings" panose="05000000000000000000" pitchFamily="2" charset="2"/>
              <a:buChar char="Ø"/>
            </a:pPr>
            <a:r>
              <a:rPr lang="en-IN" dirty="0">
                <a:latin typeface="+mn-lt"/>
                <a:cs typeface="Times New Roman" panose="02020603050405020304" pitchFamily="18" charset="0"/>
              </a:rPr>
              <a:t>T1 : Statistics for Data Scientists, An introduction to Probability, Statistics and Data Analysis, </a:t>
            </a:r>
            <a:r>
              <a:rPr lang="en-IN" dirty="0" err="1">
                <a:latin typeface="+mn-lt"/>
                <a:cs typeface="Times New Roman" panose="02020603050405020304" pitchFamily="18" charset="0"/>
              </a:rPr>
              <a:t>Maurits</a:t>
            </a:r>
            <a:r>
              <a:rPr lang="en-IN" dirty="0">
                <a:latin typeface="+mn-lt"/>
                <a:cs typeface="Times New Roman" panose="02020603050405020304" pitchFamily="18" charset="0"/>
              </a:rPr>
              <a:t> </a:t>
            </a:r>
            <a:r>
              <a:rPr lang="en-IN" dirty="0" err="1">
                <a:latin typeface="+mn-lt"/>
                <a:cs typeface="Times New Roman" panose="02020603050405020304" pitchFamily="18" charset="0"/>
              </a:rPr>
              <a:t>Kaptein</a:t>
            </a:r>
            <a:r>
              <a:rPr lang="en-IN" dirty="0">
                <a:latin typeface="+mn-lt"/>
                <a:cs typeface="Times New Roman" panose="02020603050405020304" pitchFamily="18" charset="0"/>
              </a:rPr>
              <a:t> et al, Springer 2022</a:t>
            </a:r>
            <a:endParaRPr lang="en-IN" kern="50" dirty="0">
              <a:latin typeface="+mn-lt"/>
              <a:ea typeface="WenQuanYi Micro Hei"/>
              <a:cs typeface="Times New Roman" panose="02020603050405020304" pitchFamily="18" charset="0"/>
            </a:endParaRPr>
          </a:p>
          <a:p>
            <a:pPr>
              <a:lnSpc>
                <a:spcPct val="150000"/>
              </a:lnSpc>
              <a:spcBef>
                <a:spcPts val="0"/>
              </a:spcBef>
              <a:buFont typeface="Wingdings" panose="05000000000000000000" pitchFamily="2" charset="2"/>
              <a:buChar char="Ø"/>
            </a:pPr>
            <a:r>
              <a:rPr lang="en-IN" kern="50" dirty="0">
                <a:latin typeface="+mn-lt"/>
                <a:ea typeface="WenQuanYi Micro Hei"/>
                <a:cs typeface="Times New Roman" panose="02020603050405020304" pitchFamily="18" charset="0"/>
              </a:rPr>
              <a:t>T2 : Probability and Statistics for Engineering and Sciences,8</a:t>
            </a:r>
            <a:r>
              <a:rPr lang="en-IN" kern="50" baseline="30000" dirty="0">
                <a:latin typeface="+mn-lt"/>
                <a:ea typeface="WenQuanYi Micro Hei"/>
                <a:cs typeface="Times New Roman" panose="02020603050405020304" pitchFamily="18" charset="0"/>
              </a:rPr>
              <a:t>th</a:t>
            </a:r>
            <a:r>
              <a:rPr lang="en-IN" kern="50" dirty="0">
                <a:latin typeface="+mn-lt"/>
                <a:ea typeface="WenQuanYi Micro Hei"/>
                <a:cs typeface="Times New Roman" panose="02020603050405020304" pitchFamily="18" charset="0"/>
              </a:rPr>
              <a:t> Edition, Jay L Devore, Cengage Learning</a:t>
            </a:r>
          </a:p>
          <a:p>
            <a:pPr lvl="0">
              <a:lnSpc>
                <a:spcPct val="150000"/>
              </a:lnSpc>
              <a:spcBef>
                <a:spcPts val="0"/>
              </a:spcBef>
              <a:buFont typeface="Wingdings" panose="05000000000000000000" pitchFamily="2" charset="2"/>
              <a:buChar char="Ø"/>
            </a:pPr>
            <a:r>
              <a:rPr lang="en-IN" kern="50" spc="-1" dirty="0">
                <a:solidFill>
                  <a:srgbClr val="000000"/>
                </a:solidFill>
                <a:latin typeface="+mn-lt"/>
                <a:cs typeface="Times New Roman" panose="02020603050405020304" pitchFamily="18" charset="0"/>
              </a:rPr>
              <a:t>T3 : </a:t>
            </a:r>
            <a:r>
              <a:rPr lang="en-IN" dirty="0">
                <a:latin typeface="+mn-lt"/>
              </a:rPr>
              <a:t>Introduction to Time Series and Forecasting, Second Edition , Peter J </a:t>
            </a:r>
            <a:r>
              <a:rPr lang="en-IN" dirty="0" err="1">
                <a:latin typeface="+mn-lt"/>
              </a:rPr>
              <a:t>Brockwell</a:t>
            </a:r>
            <a:r>
              <a:rPr lang="en-IN" dirty="0">
                <a:latin typeface="+mn-lt"/>
              </a:rPr>
              <a:t>, Richard A Davis, Springer.</a:t>
            </a:r>
            <a:endParaRPr lang="en-IN" spc="-1" dirty="0">
              <a:solidFill>
                <a:srgbClr val="000000"/>
              </a:solidFill>
              <a:latin typeface="+mn-lt"/>
              <a:cs typeface="Times New Roman" panose="02020603050405020304" pitchFamily="18" charset="0"/>
            </a:endParaRPr>
          </a:p>
          <a:p>
            <a:endParaRPr lang="en-IN" dirty="0"/>
          </a:p>
        </p:txBody>
      </p:sp>
    </p:spTree>
    <p:extLst>
      <p:ext uri="{BB962C8B-B14F-4D97-AF65-F5344CB8AC3E}">
        <p14:creationId xmlns:p14="http://schemas.microsoft.com/office/powerpoint/2010/main" val="717655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latin typeface="Calibri" panose="020F0502020204030204" pitchFamily="34" charset="0"/>
                <a:cs typeface="Calibri" panose="020F0502020204030204" pitchFamily="34" charset="0"/>
              </a:rPr>
              <a:t>Evaluation Components </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625593914"/>
              </p:ext>
            </p:extLst>
          </p:nvPr>
        </p:nvGraphicFramePr>
        <p:xfrm>
          <a:off x="1142999" y="1752600"/>
          <a:ext cx="10058400" cy="3559995"/>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837618798"/>
                    </a:ext>
                  </a:extLst>
                </a:gridCol>
                <a:gridCol w="3771900">
                  <a:extLst>
                    <a:ext uri="{9D8B030D-6E8A-4147-A177-3AD203B41FA5}">
                      <a16:colId xmlns:a16="http://schemas.microsoft.com/office/drawing/2014/main" val="2693963826"/>
                    </a:ext>
                  </a:extLst>
                </a:gridCol>
                <a:gridCol w="2514600">
                  <a:extLst>
                    <a:ext uri="{9D8B030D-6E8A-4147-A177-3AD203B41FA5}">
                      <a16:colId xmlns:a16="http://schemas.microsoft.com/office/drawing/2014/main" val="1948230863"/>
                    </a:ext>
                  </a:extLst>
                </a:gridCol>
                <a:gridCol w="2514600">
                  <a:extLst>
                    <a:ext uri="{9D8B030D-6E8A-4147-A177-3AD203B41FA5}">
                      <a16:colId xmlns:a16="http://schemas.microsoft.com/office/drawing/2014/main" val="3173528345"/>
                    </a:ext>
                  </a:extLst>
                </a:gridCol>
              </a:tblGrid>
              <a:tr h="651175">
                <a:tc>
                  <a:txBody>
                    <a:bodyPr/>
                    <a:lstStyle/>
                    <a:p>
                      <a:endParaRPr lang="en-IN" dirty="0"/>
                    </a:p>
                  </a:txBody>
                  <a:tcPr/>
                </a:tc>
                <a:tc>
                  <a:txBody>
                    <a:bodyPr/>
                    <a:lstStyle/>
                    <a:p>
                      <a:r>
                        <a:rPr lang="en-US" dirty="0"/>
                        <a:t>Name</a:t>
                      </a:r>
                      <a:endParaRPr lang="en-IN" dirty="0"/>
                    </a:p>
                  </a:txBody>
                  <a:tcPr/>
                </a:tc>
                <a:tc>
                  <a:txBody>
                    <a:bodyPr/>
                    <a:lstStyle/>
                    <a:p>
                      <a:r>
                        <a:rPr lang="en-US" dirty="0"/>
                        <a:t>Type</a:t>
                      </a:r>
                      <a:endParaRPr lang="en-IN" dirty="0"/>
                    </a:p>
                  </a:txBody>
                  <a:tcPr/>
                </a:tc>
                <a:tc>
                  <a:txBody>
                    <a:bodyPr/>
                    <a:lstStyle/>
                    <a:p>
                      <a:r>
                        <a:rPr lang="en-US" dirty="0"/>
                        <a:t>Weightage</a:t>
                      </a:r>
                      <a:endParaRPr lang="en-IN" dirty="0"/>
                    </a:p>
                  </a:txBody>
                  <a:tcPr/>
                </a:tc>
                <a:extLst>
                  <a:ext uri="{0D108BD9-81ED-4DB2-BD59-A6C34878D82A}">
                    <a16:rowId xmlns:a16="http://schemas.microsoft.com/office/drawing/2014/main" val="3547815499"/>
                  </a:ext>
                </a:extLst>
              </a:tr>
              <a:tr h="651175">
                <a:tc rowSpan="2">
                  <a:txBody>
                    <a:bodyPr/>
                    <a:lstStyle/>
                    <a:p>
                      <a:endParaRPr lang="en-US" dirty="0"/>
                    </a:p>
                    <a:p>
                      <a:endParaRPr lang="en-US" dirty="0"/>
                    </a:p>
                    <a:p>
                      <a:r>
                        <a:rPr lang="en-US" dirty="0"/>
                        <a:t>EC</a:t>
                      </a:r>
                      <a:r>
                        <a:rPr lang="en-US" baseline="0" dirty="0"/>
                        <a:t> 1</a:t>
                      </a:r>
                      <a:endParaRPr lang="en-IN" dirty="0"/>
                    </a:p>
                  </a:txBody>
                  <a:tcPr/>
                </a:tc>
                <a:tc>
                  <a:txBody>
                    <a:bodyPr/>
                    <a:lstStyle/>
                    <a:p>
                      <a:r>
                        <a:rPr lang="en-US" dirty="0"/>
                        <a:t>Quiz 1 &amp; Quiz 2</a:t>
                      </a:r>
                      <a:endParaRPr lang="en-IN" dirty="0"/>
                    </a:p>
                  </a:txBody>
                  <a:tcPr/>
                </a:tc>
                <a:tc>
                  <a:txBody>
                    <a:bodyPr/>
                    <a:lstStyle/>
                    <a:p>
                      <a:r>
                        <a:rPr lang="en-US" dirty="0"/>
                        <a:t>Online</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3203640773"/>
                  </a:ext>
                </a:extLst>
              </a:tr>
              <a:tr h="955295">
                <a:tc vMerge="1">
                  <a:txBody>
                    <a:bodyPr/>
                    <a:lstStyle/>
                    <a:p>
                      <a:endParaRPr lang="en-IN" dirty="0"/>
                    </a:p>
                  </a:txBody>
                  <a:tcPr/>
                </a:tc>
                <a:tc>
                  <a:txBody>
                    <a:bodyPr/>
                    <a:lstStyle/>
                    <a:p>
                      <a:r>
                        <a:rPr lang="en-US" dirty="0"/>
                        <a:t>Assignment 1 </a:t>
                      </a:r>
                    </a:p>
                    <a:p>
                      <a:r>
                        <a:rPr lang="en-US" dirty="0"/>
                        <a:t>Situated Learning</a:t>
                      </a:r>
                      <a:endParaRPr lang="en-IN" dirty="0"/>
                    </a:p>
                  </a:txBody>
                  <a:tcPr/>
                </a:tc>
                <a:tc>
                  <a:txBody>
                    <a:bodyPr/>
                    <a:lstStyle/>
                    <a:p>
                      <a:r>
                        <a:rPr lang="en-US" dirty="0"/>
                        <a:t>Online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Online</a:t>
                      </a:r>
                      <a:endParaRPr lang="en-IN" dirty="0"/>
                    </a:p>
                    <a:p>
                      <a:endParaRPr lang="en-IN" dirty="0"/>
                    </a:p>
                  </a:txBody>
                  <a:tcPr/>
                </a:tc>
                <a:tc>
                  <a:txBody>
                    <a:bodyPr/>
                    <a:lstStyle/>
                    <a:p>
                      <a:r>
                        <a:rPr lang="en-US" dirty="0"/>
                        <a:t>10%</a:t>
                      </a:r>
                    </a:p>
                    <a:p>
                      <a:r>
                        <a:rPr lang="en-US" dirty="0"/>
                        <a:t>10%</a:t>
                      </a:r>
                      <a:endParaRPr lang="en-IN" dirty="0"/>
                    </a:p>
                  </a:txBody>
                  <a:tcPr/>
                </a:tc>
                <a:extLst>
                  <a:ext uri="{0D108BD9-81ED-4DB2-BD59-A6C34878D82A}">
                    <a16:rowId xmlns:a16="http://schemas.microsoft.com/office/drawing/2014/main" val="594660860"/>
                  </a:ext>
                </a:extLst>
              </a:tr>
              <a:tr h="651175">
                <a:tc>
                  <a:txBody>
                    <a:bodyPr/>
                    <a:lstStyle/>
                    <a:p>
                      <a:r>
                        <a:rPr lang="en-US" dirty="0"/>
                        <a:t>EC 2</a:t>
                      </a:r>
                      <a:endParaRPr lang="en-IN" dirty="0"/>
                    </a:p>
                  </a:txBody>
                  <a:tcPr/>
                </a:tc>
                <a:tc>
                  <a:txBody>
                    <a:bodyPr/>
                    <a:lstStyle/>
                    <a:p>
                      <a:r>
                        <a:rPr lang="en-US" dirty="0"/>
                        <a:t>Mid semester Exam</a:t>
                      </a:r>
                      <a:endParaRPr lang="en-IN" dirty="0"/>
                    </a:p>
                  </a:txBody>
                  <a:tcPr/>
                </a:tc>
                <a:tc>
                  <a:txBody>
                    <a:bodyPr/>
                    <a:lstStyle/>
                    <a:p>
                      <a:r>
                        <a:rPr lang="en-US" dirty="0"/>
                        <a:t>Closed Book</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val="882340119"/>
                  </a:ext>
                </a:extLst>
              </a:tr>
              <a:tr h="651175">
                <a:tc>
                  <a:txBody>
                    <a:bodyPr/>
                    <a:lstStyle/>
                    <a:p>
                      <a:r>
                        <a:rPr lang="en-US" dirty="0"/>
                        <a:t>EC 3</a:t>
                      </a:r>
                      <a:endParaRPr lang="en-IN" dirty="0"/>
                    </a:p>
                  </a:txBody>
                  <a:tcPr/>
                </a:tc>
                <a:tc>
                  <a:txBody>
                    <a:bodyPr/>
                    <a:lstStyle/>
                    <a:p>
                      <a:r>
                        <a:rPr lang="en-US" dirty="0"/>
                        <a:t>Comprehensive Exam</a:t>
                      </a:r>
                      <a:endParaRPr lang="en-IN" dirty="0"/>
                    </a:p>
                  </a:txBody>
                  <a:tcPr/>
                </a:tc>
                <a:tc>
                  <a:txBody>
                    <a:bodyPr/>
                    <a:lstStyle/>
                    <a:p>
                      <a:r>
                        <a:rPr lang="en-US" dirty="0"/>
                        <a:t>Open Book</a:t>
                      </a:r>
                      <a:endParaRPr lang="en-IN" dirty="0"/>
                    </a:p>
                  </a:txBody>
                  <a:tcPr/>
                </a:tc>
                <a:tc>
                  <a:txBody>
                    <a:bodyPr/>
                    <a:lstStyle/>
                    <a:p>
                      <a:r>
                        <a:rPr lang="en-US" dirty="0"/>
                        <a:t>40%</a:t>
                      </a:r>
                      <a:endParaRPr lang="en-IN" dirty="0"/>
                    </a:p>
                  </a:txBody>
                  <a:tcPr/>
                </a:tc>
                <a:extLst>
                  <a:ext uri="{0D108BD9-81ED-4DB2-BD59-A6C34878D82A}">
                    <a16:rowId xmlns:a16="http://schemas.microsoft.com/office/drawing/2014/main" val="4105110715"/>
                  </a:ext>
                </a:extLst>
              </a:tr>
            </a:tbl>
          </a:graphicData>
        </a:graphic>
      </p:graphicFrame>
    </p:spTree>
    <p:extLst>
      <p:ext uri="{BB962C8B-B14F-4D97-AF65-F5344CB8AC3E}">
        <p14:creationId xmlns:p14="http://schemas.microsoft.com/office/powerpoint/2010/main" val="2846494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IN" kern="50" dirty="0">
                <a:latin typeface="+mn-lt"/>
                <a:ea typeface="WenQuanYi Micro Hei"/>
                <a:cs typeface="Times New Roman" panose="02020603050405020304" pitchFamily="18" charset="0"/>
              </a:rPr>
            </a:br>
            <a:r>
              <a:rPr lang="en-IN" kern="50" dirty="0">
                <a:latin typeface="+mn-lt"/>
                <a:ea typeface="WenQuanYi Micro Hei"/>
                <a:cs typeface="Times New Roman" panose="02020603050405020304" pitchFamily="18" charset="0"/>
              </a:rPr>
              <a:t>Module 1</a:t>
            </a:r>
            <a:r>
              <a:rPr lang="en-IN" kern="50" dirty="0">
                <a:latin typeface="+mn-lt"/>
                <a:ea typeface="Ubuntu"/>
                <a:cs typeface="Times New Roman" panose="02020603050405020304" pitchFamily="18" charset="0"/>
              </a:rPr>
              <a:t>: (Basic Probability &amp; Statistics)</a:t>
            </a:r>
            <a:br>
              <a:rPr lang="en-US" kern="50" dirty="0">
                <a:latin typeface="+mn-lt"/>
                <a:ea typeface="WenQuanYi Micro Hei"/>
                <a:cs typeface="Lohit Hindi"/>
              </a:rPr>
            </a:br>
            <a:endParaRPr lang="en-IN" dirty="0">
              <a:latin typeface="+mn-lt"/>
            </a:endParaRPr>
          </a:p>
        </p:txBody>
      </p:sp>
      <p:graphicFrame>
        <p:nvGraphicFramePr>
          <p:cNvPr id="5" name="Table 4">
            <a:extLst>
              <a:ext uri="{FF2B5EF4-FFF2-40B4-BE49-F238E27FC236}">
                <a16:creationId xmlns:a16="http://schemas.microsoft.com/office/drawing/2014/main" id="{048DDAB4-A1E9-483E-A39A-A450BEC0EF6C}"/>
              </a:ext>
            </a:extLst>
          </p:cNvPr>
          <p:cNvGraphicFramePr>
            <a:graphicFrameLocks noGrp="1"/>
          </p:cNvGraphicFramePr>
          <p:nvPr>
            <p:extLst>
              <p:ext uri="{D42A27DB-BD31-4B8C-83A1-F6EECF244321}">
                <p14:modId xmlns:p14="http://schemas.microsoft.com/office/powerpoint/2010/main" val="46756717"/>
              </p:ext>
            </p:extLst>
          </p:nvPr>
        </p:nvGraphicFramePr>
        <p:xfrm>
          <a:off x="990601" y="1600200"/>
          <a:ext cx="9753600" cy="2778346"/>
        </p:xfrm>
        <a:graphic>
          <a:graphicData uri="http://schemas.openxmlformats.org/drawingml/2006/table">
            <a:tbl>
              <a:tblPr firstRow="1" firstCol="1" bandRow="1">
                <a:tableStyleId>{5C22544A-7EE6-4342-B048-85BDC9FD1C3A}</a:tableStyleId>
              </a:tblPr>
              <a:tblGrid>
                <a:gridCol w="2116347">
                  <a:extLst>
                    <a:ext uri="{9D8B030D-6E8A-4147-A177-3AD203B41FA5}">
                      <a16:colId xmlns:a16="http://schemas.microsoft.com/office/drawing/2014/main" val="710079991"/>
                    </a:ext>
                  </a:extLst>
                </a:gridCol>
                <a:gridCol w="5244860">
                  <a:extLst>
                    <a:ext uri="{9D8B030D-6E8A-4147-A177-3AD203B41FA5}">
                      <a16:colId xmlns:a16="http://schemas.microsoft.com/office/drawing/2014/main" val="2813958507"/>
                    </a:ext>
                  </a:extLst>
                </a:gridCol>
                <a:gridCol w="2392393">
                  <a:extLst>
                    <a:ext uri="{9D8B030D-6E8A-4147-A177-3AD203B41FA5}">
                      <a16:colId xmlns:a16="http://schemas.microsoft.com/office/drawing/2014/main" val="3198555395"/>
                    </a:ext>
                  </a:extLst>
                </a:gridCol>
              </a:tblGrid>
              <a:tr h="492920">
                <a:tc>
                  <a:txBody>
                    <a:bodyPr/>
                    <a:lstStyle/>
                    <a:p>
                      <a:pPr marR="496570" algn="ctr">
                        <a:lnSpc>
                          <a:spcPct val="115000"/>
                        </a:lnSpc>
                        <a:spcAft>
                          <a:spcPts val="1000"/>
                        </a:spcAft>
                      </a:pPr>
                      <a:r>
                        <a:rPr lang="en-IN" sz="2000" dirty="0">
                          <a:solidFill>
                            <a:srgbClr val="FF0000"/>
                          </a:solidFill>
                          <a:effectLst/>
                          <a:latin typeface="Calibri" panose="020F0502020204030204" pitchFamily="34" charset="0"/>
                          <a:cs typeface="Calibri" panose="020F0502020204030204" pitchFamily="34" charset="0"/>
                        </a:rPr>
                        <a:t>Contact Session</a:t>
                      </a:r>
                      <a:endParaRPr lang="x-non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R="496570" algn="ctr">
                        <a:lnSpc>
                          <a:spcPct val="115000"/>
                        </a:lnSpc>
                        <a:spcAft>
                          <a:spcPts val="1000"/>
                        </a:spcAft>
                      </a:pPr>
                      <a:r>
                        <a:rPr lang="en-IN" sz="2000" dirty="0">
                          <a:solidFill>
                            <a:srgbClr val="FF0000"/>
                          </a:solidFill>
                          <a:effectLst/>
                          <a:latin typeface="Calibri" panose="020F0502020204030204" pitchFamily="34" charset="0"/>
                          <a:cs typeface="Calibri" panose="020F0502020204030204" pitchFamily="34" charset="0"/>
                        </a:rPr>
                        <a:t>List of Topic Title</a:t>
                      </a:r>
                      <a:endParaRPr lang="x-non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R="495935" algn="ctr">
                        <a:lnSpc>
                          <a:spcPct val="115000"/>
                        </a:lnSpc>
                        <a:spcAft>
                          <a:spcPts val="1000"/>
                        </a:spcAft>
                      </a:pPr>
                      <a:r>
                        <a:rPr lang="en-IN" sz="2000" dirty="0">
                          <a:solidFill>
                            <a:srgbClr val="FF0000"/>
                          </a:solidFill>
                          <a:effectLst/>
                          <a:latin typeface="Calibri" panose="020F0502020204030204" pitchFamily="34" charset="0"/>
                          <a:cs typeface="Calibri" panose="020F0502020204030204" pitchFamily="34" charset="0"/>
                        </a:rPr>
                        <a:t>Reference</a:t>
                      </a:r>
                      <a:endParaRPr lang="x-non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4015352407"/>
                  </a:ext>
                </a:extLst>
              </a:tr>
              <a:tr h="2097880">
                <a:tc>
                  <a:txBody>
                    <a:bodyPr/>
                    <a:lstStyle/>
                    <a:p>
                      <a:pPr marR="495935">
                        <a:lnSpc>
                          <a:spcPct val="115000"/>
                        </a:lnSpc>
                        <a:spcAft>
                          <a:spcPts val="1000"/>
                        </a:spcAft>
                      </a:pPr>
                      <a:endParaRPr lang="en-IN" sz="2000" dirty="0">
                        <a:effectLst/>
                      </a:endParaRPr>
                    </a:p>
                    <a:p>
                      <a:pPr marR="495935">
                        <a:lnSpc>
                          <a:spcPct val="115000"/>
                        </a:lnSpc>
                        <a:spcAft>
                          <a:spcPts val="1000"/>
                        </a:spcAft>
                      </a:pPr>
                      <a:endParaRPr lang="en-IN" sz="2000" dirty="0">
                        <a:effectLst/>
                      </a:endParaRPr>
                    </a:p>
                    <a:p>
                      <a:pPr marR="495935" algn="ctr">
                        <a:lnSpc>
                          <a:spcPct val="115000"/>
                        </a:lnSpc>
                        <a:spcAft>
                          <a:spcPts val="1000"/>
                        </a:spcAft>
                      </a:pPr>
                      <a:r>
                        <a:rPr lang="en-IN" sz="2000" dirty="0">
                          <a:effectLst/>
                        </a:rPr>
                        <a:t>CS - 1</a:t>
                      </a:r>
                      <a:endParaRPr lang="x-none" sz="2000" dirty="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R="495935" algn="l">
                        <a:lnSpc>
                          <a:spcPct val="136000"/>
                        </a:lnSpc>
                      </a:pPr>
                      <a:r>
                        <a:rPr lang="en-IN" sz="2000" kern="50" dirty="0">
                          <a:effectLst/>
                          <a:latin typeface="Calibri" panose="020F0502020204030204" pitchFamily="34" charset="0"/>
                          <a:cs typeface="Calibri" panose="020F0502020204030204" pitchFamily="34" charset="0"/>
                        </a:rPr>
                        <a:t> </a:t>
                      </a:r>
                      <a:r>
                        <a:rPr lang="en-IN" sz="2000" dirty="0">
                          <a:solidFill>
                            <a:schemeClr val="dk1"/>
                          </a:solidFill>
                          <a:effectLst/>
                          <a:latin typeface="+mn-lt"/>
                          <a:ea typeface="+mn-ea"/>
                          <a:cs typeface="+mn-cs"/>
                        </a:rPr>
                        <a:t>Measures of Central Tendency &amp;  Measures of Variability, </a:t>
                      </a:r>
                    </a:p>
                    <a:p>
                      <a:pPr marR="495935" algn="l">
                        <a:lnSpc>
                          <a:spcPct val="136000"/>
                        </a:lnSpc>
                      </a:pPr>
                      <a:r>
                        <a:rPr lang="en-IN" sz="2000" dirty="0">
                          <a:solidFill>
                            <a:schemeClr val="dk1"/>
                          </a:solidFill>
                          <a:effectLst/>
                          <a:latin typeface="+mn-lt"/>
                          <a:ea typeface="+mn-ea"/>
                          <a:cs typeface="+mn-cs"/>
                        </a:rPr>
                        <a:t>Data – Symmetric &amp; Asymmetric, outlier detection, 5 point summary</a:t>
                      </a:r>
                    </a:p>
                  </a:txBody>
                  <a:tcPr marL="68580" marR="68580" marT="0" marB="0"/>
                </a:tc>
                <a:tc>
                  <a:txBody>
                    <a:bodyPr/>
                    <a:lstStyle/>
                    <a:p>
                      <a:pPr marR="495935">
                        <a:lnSpc>
                          <a:spcPct val="115000"/>
                        </a:lnSpc>
                        <a:spcAft>
                          <a:spcPts val="1000"/>
                        </a:spcAft>
                      </a:pPr>
                      <a:r>
                        <a:rPr lang="en-IN" sz="2000" dirty="0">
                          <a:effectLst/>
                          <a:latin typeface="Calibri" panose="020F0502020204030204" pitchFamily="34" charset="0"/>
                          <a:cs typeface="Calibri" panose="020F0502020204030204" pitchFamily="34" charset="0"/>
                        </a:rPr>
                        <a:t>       T1 </a:t>
                      </a:r>
                      <a:r>
                        <a:rPr lang="en-IN" sz="2000" baseline="0" dirty="0">
                          <a:effectLst/>
                          <a:latin typeface="Calibri" panose="020F0502020204030204" pitchFamily="34" charset="0"/>
                          <a:cs typeface="Calibri" panose="020F0502020204030204" pitchFamily="34" charset="0"/>
                        </a:rPr>
                        <a:t> &amp; </a:t>
                      </a:r>
                      <a:r>
                        <a:rPr lang="en-IN" sz="2000" dirty="0">
                          <a:effectLst/>
                          <a:latin typeface="Calibri" panose="020F0502020204030204" pitchFamily="34" charset="0"/>
                          <a:cs typeface="Calibri" panose="020F0502020204030204" pitchFamily="34" charset="0"/>
                        </a:rPr>
                        <a:t>T2</a:t>
                      </a:r>
                      <a:endParaRPr lang="x-none"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357496666"/>
                  </a:ext>
                </a:extLst>
              </a:tr>
            </a:tbl>
          </a:graphicData>
        </a:graphic>
      </p:graphicFrame>
    </p:spTree>
    <p:extLst>
      <p:ext uri="{BB962C8B-B14F-4D97-AF65-F5344CB8AC3E}">
        <p14:creationId xmlns:p14="http://schemas.microsoft.com/office/powerpoint/2010/main" val="155818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363E2-A1C5-C396-79BB-814D5F0E3949}"/>
              </a:ext>
            </a:extLst>
          </p:cNvPr>
          <p:cNvSpPr>
            <a:spLocks noGrp="1"/>
          </p:cNvSpPr>
          <p:nvPr>
            <p:ph type="title"/>
          </p:nvPr>
        </p:nvSpPr>
        <p:spPr/>
        <p:txBody>
          <a:bodyPr/>
          <a:lstStyle/>
          <a:p>
            <a:r>
              <a:rPr lang="en-US" dirty="0"/>
              <a:t>Statistics</a:t>
            </a:r>
            <a:endParaRPr lang="en-IN" dirty="0"/>
          </a:p>
        </p:txBody>
      </p:sp>
      <p:sp>
        <p:nvSpPr>
          <p:cNvPr id="3" name="Text Placeholder 2">
            <a:extLst>
              <a:ext uri="{FF2B5EF4-FFF2-40B4-BE49-F238E27FC236}">
                <a16:creationId xmlns:a16="http://schemas.microsoft.com/office/drawing/2014/main" id="{EC53AD56-4788-DF27-DB65-730B0AB0071D}"/>
              </a:ext>
            </a:extLst>
          </p:cNvPr>
          <p:cNvSpPr>
            <a:spLocks noGrp="1"/>
          </p:cNvSpPr>
          <p:nvPr>
            <p:ph type="body" sz="quarter" idx="13"/>
          </p:nvPr>
        </p:nvSpPr>
        <p:spPr>
          <a:xfrm>
            <a:off x="1219200" y="2667000"/>
            <a:ext cx="10160000" cy="2728913"/>
          </a:xfrm>
        </p:spPr>
        <p:txBody>
          <a:bodyPr>
            <a:normAutofit/>
          </a:bodyPr>
          <a:lstStyle/>
          <a:p>
            <a:pPr algn="just"/>
            <a:r>
              <a:rPr lang="en-US" sz="2400" dirty="0">
                <a:latin typeface="+mn-lt"/>
              </a:rPr>
              <a:t>Statistics is a branch of Applied Mathematics</a:t>
            </a:r>
          </a:p>
          <a:p>
            <a:pPr algn="just"/>
            <a:endParaRPr lang="en-US" sz="2400" dirty="0">
              <a:latin typeface="+mn-lt"/>
            </a:endParaRPr>
          </a:p>
          <a:p>
            <a:pPr algn="just"/>
            <a:r>
              <a:rPr lang="en-US" sz="2400" dirty="0">
                <a:latin typeface="+mn-lt"/>
              </a:rPr>
              <a:t>Statistics is the back-bone of Data Science, AI &amp; ML and all Information Technologies</a:t>
            </a:r>
            <a:endParaRPr lang="en-IN" sz="2400" dirty="0">
              <a:latin typeface="+mn-lt"/>
            </a:endParaRPr>
          </a:p>
        </p:txBody>
      </p:sp>
    </p:spTree>
    <p:extLst>
      <p:ext uri="{BB962C8B-B14F-4D97-AF65-F5344CB8AC3E}">
        <p14:creationId xmlns:p14="http://schemas.microsoft.com/office/powerpoint/2010/main" val="1506623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US" dirty="0"/>
            </a:br>
            <a:r>
              <a:rPr lang="en-US" dirty="0"/>
              <a:t>Statistics</a:t>
            </a:r>
            <a:br>
              <a:rPr lang="en-US" dirty="0"/>
            </a:br>
            <a:endParaRPr lang="en-IN" dirty="0"/>
          </a:p>
        </p:txBody>
      </p:sp>
      <p:sp>
        <p:nvSpPr>
          <p:cNvPr id="3" name="Text Placeholder 2"/>
          <p:cNvSpPr>
            <a:spLocks noGrp="1"/>
          </p:cNvSpPr>
          <p:nvPr>
            <p:ph type="body" sz="quarter" idx="13"/>
          </p:nvPr>
        </p:nvSpPr>
        <p:spPr>
          <a:xfrm>
            <a:off x="857739" y="1143001"/>
            <a:ext cx="10160000" cy="4724399"/>
          </a:xfrm>
        </p:spPr>
        <p:txBody>
          <a:bodyPr>
            <a:normAutofit/>
          </a:bodyPr>
          <a:lstStyle/>
          <a:p>
            <a:pPr>
              <a:buFont typeface="Wingdings" panose="05000000000000000000" pitchFamily="2" charset="2"/>
              <a:buChar char="Ø"/>
            </a:pPr>
            <a:r>
              <a:rPr lang="en-IN" sz="2400" b="1" dirty="0">
                <a:latin typeface="+mn-lt"/>
                <a:ea typeface="Calibri" panose="020F0502020204030204" pitchFamily="34" charset="0"/>
                <a:cs typeface="Times New Roman" panose="02020603050405020304" pitchFamily="18" charset="0"/>
              </a:rPr>
              <a:t>Statistics may be defined as science that is employed to</a:t>
            </a:r>
          </a:p>
          <a:p>
            <a:pPr algn="just">
              <a:buFont typeface="Courier New" panose="02070309020205020404" pitchFamily="49" charset="0"/>
              <a:buChar char="o"/>
            </a:pPr>
            <a:r>
              <a:rPr lang="en-IN" sz="2000" dirty="0">
                <a:latin typeface="+mn-lt"/>
                <a:ea typeface="Calibri" panose="020F0502020204030204" pitchFamily="34" charset="0"/>
                <a:cs typeface="Times New Roman" panose="02020603050405020304" pitchFamily="18" charset="0"/>
              </a:rPr>
              <a:t>Collect the data </a:t>
            </a:r>
          </a:p>
          <a:p>
            <a:pPr algn="just">
              <a:buFont typeface="Courier New" panose="02070309020205020404" pitchFamily="49" charset="0"/>
              <a:buChar char="o"/>
            </a:pPr>
            <a:r>
              <a:rPr lang="en-IN" sz="2000" dirty="0">
                <a:latin typeface="+mn-lt"/>
                <a:ea typeface="Calibri" panose="020F0502020204030204" pitchFamily="34" charset="0"/>
                <a:cs typeface="Times New Roman" panose="02020603050405020304" pitchFamily="18" charset="0"/>
              </a:rPr>
              <a:t>Present and organize the data in a systematic manner </a:t>
            </a:r>
          </a:p>
          <a:p>
            <a:pPr algn="just">
              <a:buFont typeface="Courier New" panose="02070309020205020404" pitchFamily="49" charset="0"/>
              <a:buChar char="o"/>
            </a:pPr>
            <a:r>
              <a:rPr lang="en-IN" sz="2000" dirty="0">
                <a:latin typeface="+mn-lt"/>
                <a:ea typeface="Calibri" panose="020F0502020204030204" pitchFamily="34" charset="0"/>
                <a:cs typeface="Times New Roman" panose="02020603050405020304" pitchFamily="18" charset="0"/>
              </a:rPr>
              <a:t>Analyse the data</a:t>
            </a:r>
          </a:p>
          <a:p>
            <a:pPr algn="just">
              <a:buFont typeface="Courier New" panose="02070309020205020404" pitchFamily="49" charset="0"/>
              <a:buChar char="o"/>
            </a:pPr>
            <a:r>
              <a:rPr lang="en-IN" sz="2000" dirty="0">
                <a:latin typeface="+mn-lt"/>
                <a:ea typeface="Calibri" panose="020F0502020204030204" pitchFamily="34" charset="0"/>
                <a:cs typeface="Times New Roman" panose="02020603050405020304" pitchFamily="18" charset="0"/>
              </a:rPr>
              <a:t>Infer about the data </a:t>
            </a:r>
          </a:p>
          <a:p>
            <a:pPr algn="just">
              <a:buFont typeface="Courier New" panose="02070309020205020404" pitchFamily="49" charset="0"/>
              <a:buChar char="o"/>
            </a:pPr>
            <a:r>
              <a:rPr lang="en-IN" sz="2000" dirty="0">
                <a:latin typeface="+mn-lt"/>
                <a:ea typeface="Calibri" panose="020F0502020204030204" pitchFamily="34" charset="0"/>
                <a:cs typeface="Times New Roman" panose="02020603050405020304" pitchFamily="18" charset="0"/>
              </a:rPr>
              <a:t>Take decision from the data.</a:t>
            </a:r>
          </a:p>
          <a:p>
            <a:pPr algn="just">
              <a:buFont typeface="Courier New" panose="02070309020205020404" pitchFamily="49" charset="0"/>
              <a:buChar char="o"/>
            </a:pPr>
            <a:endParaRPr lang="en-IN" sz="2000" dirty="0">
              <a:latin typeface="+mn-lt"/>
              <a:ea typeface="Calibri" panose="020F0502020204030204" pitchFamily="34" charset="0"/>
              <a:cs typeface="Times New Roman" panose="02020603050405020304" pitchFamily="18" charset="0"/>
            </a:endParaRPr>
          </a:p>
          <a:p>
            <a:pPr marL="0" indent="0" algn="just">
              <a:buNone/>
            </a:pPr>
            <a:r>
              <a:rPr lang="en-IN" sz="2000" dirty="0">
                <a:latin typeface="+mn-lt"/>
                <a:ea typeface="Calibri" panose="020F0502020204030204" pitchFamily="34" charset="0"/>
                <a:cs typeface="Times New Roman" panose="02020603050405020304" pitchFamily="18" charset="0"/>
              </a:rPr>
              <a:t>Statistics is a Data(Information) driven decision making Science.</a:t>
            </a:r>
          </a:p>
          <a:p>
            <a:endParaRPr lang="en-IN" b="1" dirty="0">
              <a:latin typeface="+mn-lt"/>
              <a:cs typeface="Times New Roman" panose="02020603050405020304" pitchFamily="18" charset="0"/>
            </a:endParaRPr>
          </a:p>
        </p:txBody>
      </p:sp>
    </p:spTree>
    <p:extLst>
      <p:ext uri="{BB962C8B-B14F-4D97-AF65-F5344CB8AC3E}">
        <p14:creationId xmlns:p14="http://schemas.microsoft.com/office/powerpoint/2010/main" val="2034302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 Types</a:t>
            </a:r>
            <a:endParaRPr lang="en-IN" dirty="0"/>
          </a:p>
        </p:txBody>
      </p:sp>
      <p:grpSp>
        <p:nvGrpSpPr>
          <p:cNvPr id="5" name="Group 4"/>
          <p:cNvGrpSpPr>
            <a:grpSpLocks/>
          </p:cNvGrpSpPr>
          <p:nvPr/>
        </p:nvGrpSpPr>
        <p:grpSpPr>
          <a:xfrm>
            <a:off x="1752600" y="1143001"/>
            <a:ext cx="8627158" cy="3200399"/>
            <a:chOff x="-296202" y="12701"/>
            <a:chExt cx="4996155" cy="2252440"/>
          </a:xfrm>
        </p:grpSpPr>
        <p:sp>
          <p:nvSpPr>
            <p:cNvPr id="6" name="Graphic 151"/>
            <p:cNvSpPr/>
            <p:nvPr/>
          </p:nvSpPr>
          <p:spPr>
            <a:xfrm>
              <a:off x="740386" y="592851"/>
              <a:ext cx="3261995" cy="1386840"/>
            </a:xfrm>
            <a:custGeom>
              <a:avLst/>
              <a:gdLst/>
              <a:ahLst/>
              <a:cxnLst/>
              <a:rect l="l" t="t" r="r" b="b"/>
              <a:pathLst>
                <a:path w="3261995" h="1386840">
                  <a:moveTo>
                    <a:pt x="3261994" y="1386332"/>
                  </a:moveTo>
                  <a:lnTo>
                    <a:pt x="3261994" y="1300734"/>
                  </a:lnTo>
                  <a:lnTo>
                    <a:pt x="2397125" y="1300734"/>
                  </a:lnTo>
                  <a:lnTo>
                    <a:pt x="2397125" y="1114171"/>
                  </a:lnTo>
                </a:path>
                <a:path w="3261995" h="1386840">
                  <a:moveTo>
                    <a:pt x="1425066" y="1385189"/>
                  </a:moveTo>
                  <a:lnTo>
                    <a:pt x="1425066" y="1299591"/>
                  </a:lnTo>
                  <a:lnTo>
                    <a:pt x="2397125" y="1299591"/>
                  </a:lnTo>
                  <a:lnTo>
                    <a:pt x="2397125" y="1114171"/>
                  </a:lnTo>
                </a:path>
                <a:path w="3261995" h="1386840">
                  <a:moveTo>
                    <a:pt x="2396490" y="462661"/>
                  </a:moveTo>
                  <a:lnTo>
                    <a:pt x="2396490" y="348361"/>
                  </a:lnTo>
                  <a:lnTo>
                    <a:pt x="1241552" y="348361"/>
                  </a:lnTo>
                  <a:lnTo>
                    <a:pt x="1241552" y="0"/>
                  </a:lnTo>
                </a:path>
                <a:path w="3261995" h="1386840">
                  <a:moveTo>
                    <a:pt x="0" y="490981"/>
                  </a:moveTo>
                  <a:lnTo>
                    <a:pt x="86613" y="490981"/>
                  </a:lnTo>
                  <a:lnTo>
                    <a:pt x="86613" y="353822"/>
                  </a:lnTo>
                  <a:lnTo>
                    <a:pt x="1270380" y="353822"/>
                  </a:lnTo>
                </a:path>
              </a:pathLst>
            </a:custGeom>
            <a:ln w="25400">
              <a:solidFill>
                <a:srgbClr val="C0504D"/>
              </a:solidFill>
              <a:prstDash val="solid"/>
            </a:ln>
          </p:spPr>
          <p:txBody>
            <a:bodyPr wrap="square" lIns="0" tIns="0" rIns="0" bIns="0" rtlCol="0">
              <a:prstTxWarp prst="textNoShape">
                <a:avLst/>
              </a:prstTxWarp>
              <a:noAutofit/>
            </a:bodyPr>
            <a:lstStyle/>
            <a:p>
              <a:endParaRPr lang="en-IN"/>
            </a:p>
          </p:txBody>
        </p:sp>
        <p:sp>
          <p:nvSpPr>
            <p:cNvPr id="7" name="Textbox 152"/>
            <p:cNvSpPr txBox="1"/>
            <p:nvPr/>
          </p:nvSpPr>
          <p:spPr>
            <a:xfrm>
              <a:off x="3371533" y="1983479"/>
              <a:ext cx="1328420" cy="281661"/>
            </a:xfrm>
            <a:prstGeom prst="rect">
              <a:avLst/>
            </a:prstGeom>
            <a:solidFill>
              <a:srgbClr val="FFFFFF"/>
            </a:solidFill>
            <a:ln w="25400">
              <a:solidFill>
                <a:srgbClr val="C0504D"/>
              </a:solidFill>
              <a:prstDash val="solid"/>
            </a:ln>
          </p:spPr>
          <p:txBody>
            <a:bodyPr wrap="square" lIns="0" tIns="0" rIns="0" bIns="0" rtlCol="0">
              <a:noAutofit/>
            </a:bodyPr>
            <a:lstStyle/>
            <a:p>
              <a:pPr marL="110490">
                <a:spcBef>
                  <a:spcPts val="510"/>
                </a:spcBef>
              </a:pPr>
              <a:r>
                <a:rPr lang="en-US" b="1" spc="-10" dirty="0">
                  <a:solidFill>
                    <a:srgbClr val="FF0000"/>
                  </a:solidFill>
                  <a:latin typeface="Calibri" panose="020F0502020204030204" pitchFamily="34" charset="0"/>
                  <a:ea typeface="Calibri" panose="020F0502020204030204" pitchFamily="34" charset="0"/>
                </a:rPr>
                <a:t>      Continuous</a:t>
              </a:r>
              <a:endParaRPr lang="en-IN" sz="1100" dirty="0">
                <a:latin typeface="Calibri" panose="020F0502020204030204" pitchFamily="34" charset="0"/>
                <a:ea typeface="Calibri" panose="020F0502020204030204" pitchFamily="34" charset="0"/>
              </a:endParaRPr>
            </a:p>
          </p:txBody>
        </p:sp>
        <p:sp>
          <p:nvSpPr>
            <p:cNvPr id="8" name="Textbox 153"/>
            <p:cNvSpPr txBox="1"/>
            <p:nvPr/>
          </p:nvSpPr>
          <p:spPr>
            <a:xfrm>
              <a:off x="1606112" y="1991055"/>
              <a:ext cx="1146175" cy="274086"/>
            </a:xfrm>
            <a:prstGeom prst="rect">
              <a:avLst/>
            </a:prstGeom>
            <a:solidFill>
              <a:srgbClr val="FFFFFF"/>
            </a:solidFill>
            <a:ln w="25400">
              <a:solidFill>
                <a:srgbClr val="C0504D"/>
              </a:solidFill>
              <a:prstDash val="solid"/>
            </a:ln>
          </p:spPr>
          <p:txBody>
            <a:bodyPr wrap="square" lIns="0" tIns="0" rIns="0" bIns="0" rtlCol="0">
              <a:noAutofit/>
            </a:bodyPr>
            <a:lstStyle/>
            <a:p>
              <a:pPr marL="186055" algn="ctr">
                <a:spcBef>
                  <a:spcPts val="500"/>
                </a:spcBef>
              </a:pPr>
              <a:r>
                <a:rPr lang="en-US" sz="2000" b="1" spc="-10" dirty="0">
                  <a:solidFill>
                    <a:srgbClr val="FF0000"/>
                  </a:solidFill>
                  <a:latin typeface="Calibri" panose="020F0502020204030204" pitchFamily="34" charset="0"/>
                  <a:ea typeface="Calibri" panose="020F0502020204030204" pitchFamily="34" charset="0"/>
                </a:rPr>
                <a:t>Discrete</a:t>
              </a:r>
              <a:endParaRPr lang="en-IN" sz="2000" dirty="0">
                <a:latin typeface="Calibri" panose="020F0502020204030204" pitchFamily="34" charset="0"/>
                <a:ea typeface="Calibri" panose="020F0502020204030204" pitchFamily="34" charset="0"/>
              </a:endParaRPr>
            </a:p>
          </p:txBody>
        </p:sp>
        <p:sp>
          <p:nvSpPr>
            <p:cNvPr id="9" name="Textbox 154"/>
            <p:cNvSpPr txBox="1"/>
            <p:nvPr/>
          </p:nvSpPr>
          <p:spPr>
            <a:xfrm>
              <a:off x="2371383" y="1138921"/>
              <a:ext cx="2054207" cy="316082"/>
            </a:xfrm>
            <a:prstGeom prst="rect">
              <a:avLst/>
            </a:prstGeom>
            <a:solidFill>
              <a:srgbClr val="FFFFFF"/>
            </a:solidFill>
            <a:ln w="25400">
              <a:solidFill>
                <a:srgbClr val="C0504D"/>
              </a:solidFill>
              <a:prstDash val="solid"/>
            </a:ln>
          </p:spPr>
          <p:txBody>
            <a:bodyPr wrap="square" lIns="0" tIns="0" rIns="0" bIns="0" rtlCol="0">
              <a:noAutofit/>
            </a:bodyPr>
            <a:lstStyle/>
            <a:p>
              <a:pPr marL="260985" algn="ctr">
                <a:spcBef>
                  <a:spcPts val="1355"/>
                </a:spcBef>
              </a:pPr>
              <a:r>
                <a:rPr lang="en-US" sz="2400" b="1" spc="-10" dirty="0">
                  <a:solidFill>
                    <a:srgbClr val="000000"/>
                  </a:solidFill>
                  <a:latin typeface="Calibri" panose="020F0502020204030204" pitchFamily="34" charset="0"/>
                  <a:ea typeface="Calibri" panose="020F0502020204030204" pitchFamily="34" charset="0"/>
                </a:rPr>
                <a:t>Numerical(Quantitative)</a:t>
              </a:r>
              <a:endParaRPr lang="en-IN" sz="2400" dirty="0">
                <a:latin typeface="Calibri" panose="020F0502020204030204" pitchFamily="34" charset="0"/>
                <a:ea typeface="Calibri" panose="020F0502020204030204" pitchFamily="34" charset="0"/>
              </a:endParaRPr>
            </a:p>
          </p:txBody>
        </p:sp>
        <p:sp>
          <p:nvSpPr>
            <p:cNvPr id="10" name="Textbox 155"/>
            <p:cNvSpPr txBox="1"/>
            <p:nvPr/>
          </p:nvSpPr>
          <p:spPr>
            <a:xfrm>
              <a:off x="-296202" y="1078840"/>
              <a:ext cx="1873256" cy="314078"/>
            </a:xfrm>
            <a:prstGeom prst="rect">
              <a:avLst/>
            </a:prstGeom>
            <a:solidFill>
              <a:srgbClr val="FFFFFF"/>
            </a:solidFill>
            <a:ln w="25400">
              <a:solidFill>
                <a:srgbClr val="C0504D"/>
              </a:solidFill>
              <a:prstDash val="solid"/>
            </a:ln>
          </p:spPr>
          <p:txBody>
            <a:bodyPr wrap="square" lIns="0" tIns="0" rIns="0" bIns="0" rtlCol="0">
              <a:noAutofit/>
            </a:bodyPr>
            <a:lstStyle/>
            <a:p>
              <a:pPr marL="220980" algn="ctr">
                <a:spcBef>
                  <a:spcPts val="1085"/>
                </a:spcBef>
              </a:pPr>
              <a:r>
                <a:rPr lang="en-US" sz="2400" b="1" spc="-10" dirty="0">
                  <a:solidFill>
                    <a:srgbClr val="000000"/>
                  </a:solidFill>
                  <a:latin typeface="Calibri" panose="020F0502020204030204" pitchFamily="34" charset="0"/>
                  <a:ea typeface="Calibri" panose="020F0502020204030204" pitchFamily="34" charset="0"/>
                </a:rPr>
                <a:t>Categorical(Qualitative)</a:t>
              </a:r>
              <a:endParaRPr lang="en-IN" sz="2400" dirty="0">
                <a:latin typeface="Calibri" panose="020F0502020204030204" pitchFamily="34" charset="0"/>
                <a:ea typeface="Calibri" panose="020F0502020204030204" pitchFamily="34" charset="0"/>
              </a:endParaRPr>
            </a:p>
          </p:txBody>
        </p:sp>
        <p:sp>
          <p:nvSpPr>
            <p:cNvPr id="11" name="Textbox 156"/>
            <p:cNvSpPr txBox="1"/>
            <p:nvPr/>
          </p:nvSpPr>
          <p:spPr>
            <a:xfrm>
              <a:off x="1283208" y="12701"/>
              <a:ext cx="1467485" cy="583938"/>
            </a:xfrm>
            <a:prstGeom prst="rect">
              <a:avLst/>
            </a:prstGeom>
            <a:solidFill>
              <a:srgbClr val="FFFFFF"/>
            </a:solidFill>
            <a:ln w="25400">
              <a:solidFill>
                <a:srgbClr val="C0504D"/>
              </a:solidFill>
              <a:prstDash val="solid"/>
            </a:ln>
          </p:spPr>
          <p:txBody>
            <a:bodyPr wrap="square" lIns="0" tIns="0" rIns="0" bIns="0" rtlCol="0">
              <a:noAutofit/>
            </a:bodyPr>
            <a:lstStyle/>
            <a:p>
              <a:pPr marR="20320" algn="ctr">
                <a:spcBef>
                  <a:spcPts val="1475"/>
                </a:spcBef>
              </a:pPr>
              <a:r>
                <a:rPr lang="en-US" sz="5400" b="1" spc="-20" dirty="0">
                  <a:solidFill>
                    <a:srgbClr val="000000"/>
                  </a:solidFill>
                  <a:latin typeface="Calibri" panose="020F0502020204030204" pitchFamily="34" charset="0"/>
                  <a:ea typeface="Calibri" panose="020F0502020204030204" pitchFamily="34" charset="0"/>
                </a:rPr>
                <a:t>Data</a:t>
              </a:r>
              <a:endParaRPr lang="en-IN" sz="5400" dirty="0">
                <a:latin typeface="Calibri" panose="020F0502020204030204" pitchFamily="34" charset="0"/>
                <a:ea typeface="Calibri" panose="020F0502020204030204" pitchFamily="34" charset="0"/>
              </a:endParaRPr>
            </a:p>
          </p:txBody>
        </p:sp>
      </p:grpSp>
      <p:sp>
        <p:nvSpPr>
          <p:cNvPr id="12" name="Rectangle 11"/>
          <p:cNvSpPr/>
          <p:nvPr/>
        </p:nvSpPr>
        <p:spPr>
          <a:xfrm>
            <a:off x="4876800" y="4343400"/>
            <a:ext cx="2743200" cy="1341649"/>
          </a:xfrm>
          <a:prstGeom prst="rect">
            <a:avLst/>
          </a:prstGeom>
        </p:spPr>
        <p:txBody>
          <a:bodyPr wrap="square">
            <a:spAutoFit/>
          </a:bodyPr>
          <a:lstStyle/>
          <a:p>
            <a:pPr marL="635635"/>
            <a:r>
              <a:rPr lang="en-US" b="1" spc="-10" dirty="0">
                <a:latin typeface="Calibri" panose="020F0502020204030204" pitchFamily="34" charset="0"/>
                <a:ea typeface="Calibri" panose="020F0502020204030204" pitchFamily="34" charset="0"/>
              </a:rPr>
              <a:t>Examples:</a:t>
            </a:r>
            <a:endParaRPr lang="en-IN" sz="2000" dirty="0">
              <a:latin typeface="Calibri" panose="020F0502020204030204" pitchFamily="34" charset="0"/>
              <a:ea typeface="Calibri" panose="020F0502020204030204" pitchFamily="34" charset="0"/>
            </a:endParaRPr>
          </a:p>
          <a:p>
            <a:pPr marL="342900" indent="-342900">
              <a:spcBef>
                <a:spcPts val="605"/>
              </a:spcBef>
              <a:buSzPts val="600"/>
              <a:buFont typeface="Courier New" panose="02070309020205020404" pitchFamily="49" charset="0"/>
              <a:buChar char="o"/>
              <a:tabLst>
                <a:tab pos="892810" algn="l"/>
              </a:tabLst>
            </a:pPr>
            <a:r>
              <a:rPr lang="en-US" dirty="0">
                <a:latin typeface="Calibri" panose="020F0502020204030204" pitchFamily="34" charset="0"/>
                <a:ea typeface="Wingdings" panose="05000000000000000000" pitchFamily="2" charset="2"/>
                <a:cs typeface="Wingdings" panose="05000000000000000000" pitchFamily="2" charset="2"/>
              </a:rPr>
              <a:t>Number</a:t>
            </a:r>
            <a:r>
              <a:rPr lang="en-US" spc="-40" dirty="0">
                <a:latin typeface="Calibri" panose="020F0502020204030204" pitchFamily="34" charset="0"/>
                <a:ea typeface="Wingdings" panose="05000000000000000000" pitchFamily="2" charset="2"/>
                <a:cs typeface="Wingdings" panose="05000000000000000000" pitchFamily="2" charset="2"/>
              </a:rPr>
              <a:t> </a:t>
            </a:r>
            <a:r>
              <a:rPr lang="en-US" dirty="0">
                <a:latin typeface="Calibri" panose="020F0502020204030204" pitchFamily="34" charset="0"/>
                <a:ea typeface="Wingdings" panose="05000000000000000000" pitchFamily="2" charset="2"/>
                <a:cs typeface="Wingdings" panose="05000000000000000000" pitchFamily="2" charset="2"/>
              </a:rPr>
              <a:t>of</a:t>
            </a:r>
            <a:r>
              <a:rPr lang="en-US" spc="-25" dirty="0">
                <a:latin typeface="Calibri" panose="020F0502020204030204" pitchFamily="34" charset="0"/>
                <a:ea typeface="Wingdings" panose="05000000000000000000" pitchFamily="2" charset="2"/>
                <a:cs typeface="Wingdings" panose="05000000000000000000" pitchFamily="2" charset="2"/>
              </a:rPr>
              <a:t> </a:t>
            </a:r>
            <a:r>
              <a:rPr lang="en-US" spc="-10" dirty="0">
                <a:latin typeface="Calibri" panose="020F0502020204030204" pitchFamily="34" charset="0"/>
                <a:ea typeface="Wingdings" panose="05000000000000000000" pitchFamily="2" charset="2"/>
                <a:cs typeface="Wingdings" panose="05000000000000000000" pitchFamily="2" charset="2"/>
              </a:rPr>
              <a:t>Children</a:t>
            </a:r>
            <a:endParaRPr lang="en-IN" sz="2000" dirty="0">
              <a:latin typeface="Calibri" panose="020F0502020204030204" pitchFamily="34" charset="0"/>
              <a:ea typeface="Wingdings" panose="05000000000000000000" pitchFamily="2" charset="2"/>
              <a:cs typeface="Wingdings" panose="05000000000000000000" pitchFamily="2" charset="2"/>
            </a:endParaRPr>
          </a:p>
          <a:p>
            <a:pPr marL="342900" marR="167640" indent="-342900">
              <a:lnSpc>
                <a:spcPct val="107000"/>
              </a:lnSpc>
              <a:spcBef>
                <a:spcPts val="110"/>
              </a:spcBef>
              <a:buSzPts val="600"/>
              <a:buFont typeface="Courier New" panose="02070309020205020404" pitchFamily="49" charset="0"/>
              <a:buChar char="o"/>
              <a:tabLst>
                <a:tab pos="816610" algn="l"/>
                <a:tab pos="892810" algn="l"/>
              </a:tabLst>
            </a:pPr>
            <a:r>
              <a:rPr lang="en-US" dirty="0">
                <a:latin typeface="Calibri" panose="020F0502020204030204" pitchFamily="34" charset="0"/>
                <a:ea typeface="Wingdings" panose="05000000000000000000" pitchFamily="2" charset="2"/>
                <a:cs typeface="Wingdings" panose="05000000000000000000" pitchFamily="2" charset="2"/>
              </a:rPr>
              <a:t>Defects</a:t>
            </a:r>
            <a:r>
              <a:rPr lang="en-US" spc="-60" dirty="0">
                <a:latin typeface="Calibri" panose="020F0502020204030204" pitchFamily="34" charset="0"/>
                <a:ea typeface="Wingdings" panose="05000000000000000000" pitchFamily="2" charset="2"/>
                <a:cs typeface="Wingdings" panose="05000000000000000000" pitchFamily="2" charset="2"/>
              </a:rPr>
              <a:t> </a:t>
            </a:r>
            <a:r>
              <a:rPr lang="en-US" dirty="0">
                <a:latin typeface="Calibri" panose="020F0502020204030204" pitchFamily="34" charset="0"/>
                <a:ea typeface="Wingdings" panose="05000000000000000000" pitchFamily="2" charset="2"/>
                <a:cs typeface="Wingdings" panose="05000000000000000000" pitchFamily="2" charset="2"/>
              </a:rPr>
              <a:t>per</a:t>
            </a:r>
            <a:r>
              <a:rPr lang="en-US" spc="-60" dirty="0">
                <a:latin typeface="Calibri" panose="020F0502020204030204" pitchFamily="34" charset="0"/>
                <a:ea typeface="Wingdings" panose="05000000000000000000" pitchFamily="2" charset="2"/>
                <a:cs typeface="Wingdings" panose="05000000000000000000" pitchFamily="2" charset="2"/>
              </a:rPr>
              <a:t> </a:t>
            </a:r>
            <a:r>
              <a:rPr lang="en-US" dirty="0">
                <a:latin typeface="Calibri" panose="020F0502020204030204" pitchFamily="34" charset="0"/>
                <a:ea typeface="Wingdings" panose="05000000000000000000" pitchFamily="2" charset="2"/>
                <a:cs typeface="Wingdings" panose="05000000000000000000" pitchFamily="2" charset="2"/>
              </a:rPr>
              <a:t>hour </a:t>
            </a:r>
          </a:p>
          <a:p>
            <a:pPr marL="285750" marR="167640" indent="-285750">
              <a:lnSpc>
                <a:spcPct val="107000"/>
              </a:lnSpc>
              <a:spcBef>
                <a:spcPts val="110"/>
              </a:spcBef>
              <a:buSzPts val="600"/>
              <a:buFont typeface="Courier New" panose="02070309020205020404" pitchFamily="49" charset="0"/>
              <a:buChar char="o"/>
              <a:tabLst>
                <a:tab pos="816610" algn="l"/>
                <a:tab pos="892810" algn="l"/>
              </a:tabLst>
            </a:pPr>
            <a:r>
              <a:rPr lang="en-US" dirty="0">
                <a:solidFill>
                  <a:srgbClr val="FF0000"/>
                </a:solidFill>
                <a:latin typeface="Calibri" panose="020F0502020204030204" pitchFamily="34" charset="0"/>
                <a:ea typeface="Wingdings" panose="05000000000000000000" pitchFamily="2" charset="2"/>
                <a:cs typeface="Wingdings" panose="05000000000000000000" pitchFamily="2" charset="2"/>
              </a:rPr>
              <a:t>      (Counted</a:t>
            </a:r>
            <a:r>
              <a:rPr lang="en-US" spc="-45" dirty="0">
                <a:solidFill>
                  <a:srgbClr val="FF0000"/>
                </a:solidFill>
                <a:latin typeface="Calibri" panose="020F0502020204030204" pitchFamily="34" charset="0"/>
                <a:ea typeface="Wingdings" panose="05000000000000000000" pitchFamily="2" charset="2"/>
                <a:cs typeface="Wingdings" panose="05000000000000000000" pitchFamily="2" charset="2"/>
              </a:rPr>
              <a:t> </a:t>
            </a:r>
            <a:r>
              <a:rPr lang="en-US" dirty="0">
                <a:solidFill>
                  <a:srgbClr val="FF0000"/>
                </a:solidFill>
                <a:latin typeface="Calibri" panose="020F0502020204030204" pitchFamily="34" charset="0"/>
                <a:ea typeface="Wingdings" panose="05000000000000000000" pitchFamily="2" charset="2"/>
                <a:cs typeface="Wingdings" panose="05000000000000000000" pitchFamily="2" charset="2"/>
              </a:rPr>
              <a:t>items)</a:t>
            </a:r>
            <a:endParaRPr lang="en-IN" sz="2000" dirty="0">
              <a:latin typeface="Calibri" panose="020F0502020204030204" pitchFamily="34" charset="0"/>
              <a:ea typeface="Wingdings" panose="05000000000000000000" pitchFamily="2" charset="2"/>
              <a:cs typeface="Wingdings" panose="05000000000000000000" pitchFamily="2" charset="2"/>
            </a:endParaRPr>
          </a:p>
        </p:txBody>
      </p:sp>
      <p:sp>
        <p:nvSpPr>
          <p:cNvPr id="13" name="Rectangle 12"/>
          <p:cNvSpPr/>
          <p:nvPr/>
        </p:nvSpPr>
        <p:spPr>
          <a:xfrm>
            <a:off x="7975350" y="4343400"/>
            <a:ext cx="2997450" cy="1290097"/>
          </a:xfrm>
          <a:prstGeom prst="rect">
            <a:avLst/>
          </a:prstGeom>
        </p:spPr>
        <p:txBody>
          <a:bodyPr wrap="square">
            <a:spAutoFit/>
          </a:bodyPr>
          <a:lstStyle/>
          <a:p>
            <a:pPr marL="369570"/>
            <a:r>
              <a:rPr lang="en-US" b="1" spc="-10" dirty="0">
                <a:latin typeface="Calibri" panose="020F0502020204030204" pitchFamily="34" charset="0"/>
                <a:ea typeface="Calibri" panose="020F0502020204030204" pitchFamily="34" charset="0"/>
              </a:rPr>
              <a:t>Examples:</a:t>
            </a:r>
            <a:endParaRPr lang="en-IN" sz="2000" dirty="0">
              <a:latin typeface="Calibri" panose="020F0502020204030204" pitchFamily="34" charset="0"/>
              <a:ea typeface="Calibri" panose="020F0502020204030204" pitchFamily="34" charset="0"/>
            </a:endParaRPr>
          </a:p>
          <a:p>
            <a:pPr marL="342900" indent="-342900">
              <a:spcBef>
                <a:spcPts val="605"/>
              </a:spcBef>
              <a:buSzPts val="600"/>
              <a:buFont typeface="Wingdings" panose="05000000000000000000" pitchFamily="2" charset="2"/>
              <a:buChar char=""/>
              <a:tabLst>
                <a:tab pos="627380" algn="l"/>
              </a:tabLst>
            </a:pPr>
            <a:r>
              <a:rPr lang="en-US" spc="-10" dirty="0">
                <a:latin typeface="Calibri" panose="020F0502020204030204" pitchFamily="34" charset="0"/>
                <a:ea typeface="Wingdings" panose="05000000000000000000" pitchFamily="2" charset="2"/>
                <a:cs typeface="Wingdings" panose="05000000000000000000" pitchFamily="2" charset="2"/>
              </a:rPr>
              <a:t>Weight</a:t>
            </a:r>
            <a:endParaRPr lang="en-IN" sz="2000" dirty="0">
              <a:latin typeface="Calibri" panose="020F0502020204030204" pitchFamily="34" charset="0"/>
              <a:ea typeface="Wingdings" panose="05000000000000000000" pitchFamily="2" charset="2"/>
              <a:cs typeface="Wingdings" panose="05000000000000000000" pitchFamily="2" charset="2"/>
            </a:endParaRPr>
          </a:p>
          <a:p>
            <a:pPr marL="342900" indent="-342900">
              <a:spcBef>
                <a:spcPts val="110"/>
              </a:spcBef>
              <a:buSzPts val="600"/>
              <a:buFont typeface="Wingdings" panose="05000000000000000000" pitchFamily="2" charset="2"/>
              <a:buChar char=""/>
              <a:tabLst>
                <a:tab pos="627380" algn="l"/>
              </a:tabLst>
            </a:pPr>
            <a:r>
              <a:rPr lang="en-US" spc="-10" dirty="0">
                <a:latin typeface="Calibri" panose="020F0502020204030204" pitchFamily="34" charset="0"/>
                <a:ea typeface="Wingdings" panose="05000000000000000000" pitchFamily="2" charset="2"/>
                <a:cs typeface="Wingdings" panose="05000000000000000000" pitchFamily="2" charset="2"/>
              </a:rPr>
              <a:t>Voltage</a:t>
            </a:r>
            <a:endParaRPr lang="en-IN" sz="2000" dirty="0">
              <a:latin typeface="Calibri" panose="020F0502020204030204" pitchFamily="34" charset="0"/>
              <a:ea typeface="Wingdings" panose="05000000000000000000" pitchFamily="2" charset="2"/>
              <a:cs typeface="Wingdings" panose="05000000000000000000" pitchFamily="2" charset="2"/>
            </a:endParaRPr>
          </a:p>
          <a:p>
            <a:r>
              <a:rPr lang="en-US" dirty="0">
                <a:solidFill>
                  <a:srgbClr val="FF0000"/>
                </a:solidFill>
                <a:latin typeface="Calibri" panose="020F0502020204030204" pitchFamily="34" charset="0"/>
                <a:ea typeface="Calibri" panose="020F0502020204030204" pitchFamily="34" charset="0"/>
              </a:rPr>
              <a:t>(Measured</a:t>
            </a:r>
            <a:r>
              <a:rPr lang="en-US" spc="-50" dirty="0">
                <a:solidFill>
                  <a:srgbClr val="FF0000"/>
                </a:solidFill>
                <a:latin typeface="Calibri" panose="020F0502020204030204" pitchFamily="34" charset="0"/>
                <a:ea typeface="Calibri" panose="020F0502020204030204" pitchFamily="34" charset="0"/>
              </a:rPr>
              <a:t> </a:t>
            </a:r>
            <a:r>
              <a:rPr lang="en-US" spc="-10" dirty="0">
                <a:solidFill>
                  <a:srgbClr val="FF0000"/>
                </a:solidFill>
                <a:latin typeface="Calibri" panose="020F0502020204030204" pitchFamily="34" charset="0"/>
                <a:ea typeface="Calibri" panose="020F0502020204030204" pitchFamily="34" charset="0"/>
              </a:rPr>
              <a:t>characteristics)</a:t>
            </a:r>
            <a:endParaRPr lang="en-IN" dirty="0"/>
          </a:p>
        </p:txBody>
      </p:sp>
      <p:sp>
        <p:nvSpPr>
          <p:cNvPr id="14" name="Rectangle 13"/>
          <p:cNvSpPr/>
          <p:nvPr/>
        </p:nvSpPr>
        <p:spPr>
          <a:xfrm>
            <a:off x="2362200" y="3124200"/>
            <a:ext cx="2241589" cy="1323439"/>
          </a:xfrm>
          <a:prstGeom prst="rect">
            <a:avLst/>
          </a:prstGeom>
        </p:spPr>
        <p:txBody>
          <a:bodyPr wrap="square">
            <a:spAutoFit/>
          </a:bodyPr>
          <a:lstStyle/>
          <a:p>
            <a:r>
              <a:rPr lang="en-US" sz="1600" b="1" dirty="0"/>
              <a:t>Examples:</a:t>
            </a:r>
            <a:endParaRPr lang="en-IN" sz="1600" dirty="0"/>
          </a:p>
          <a:p>
            <a:pPr marL="742950" lvl="1" indent="-285750">
              <a:buFont typeface="Courier New" panose="02070309020205020404" pitchFamily="49" charset="0"/>
              <a:buChar char="o"/>
            </a:pPr>
            <a:r>
              <a:rPr lang="en-US" sz="1600" dirty="0"/>
              <a:t>Marital Status</a:t>
            </a:r>
            <a:endParaRPr lang="en-IN" sz="1600" dirty="0"/>
          </a:p>
          <a:p>
            <a:pPr marL="742950" lvl="1" indent="-285750">
              <a:buFont typeface="Courier New" panose="02070309020205020404" pitchFamily="49" charset="0"/>
              <a:buChar char="o"/>
            </a:pPr>
            <a:r>
              <a:rPr lang="en-US" sz="1600" dirty="0"/>
              <a:t>Political Party</a:t>
            </a:r>
            <a:endParaRPr lang="en-IN" sz="1600" dirty="0"/>
          </a:p>
          <a:p>
            <a:pPr marL="742950" lvl="1" indent="-285750">
              <a:buFont typeface="Courier New" panose="02070309020205020404" pitchFamily="49" charset="0"/>
              <a:buChar char="o"/>
            </a:pPr>
            <a:r>
              <a:rPr lang="en-US" sz="1600" dirty="0"/>
              <a:t>Eye Color</a:t>
            </a:r>
            <a:endParaRPr lang="en-IN" sz="1600" dirty="0"/>
          </a:p>
          <a:p>
            <a:pPr marL="285750" indent="-285750">
              <a:buFont typeface="Courier New" panose="02070309020205020404" pitchFamily="49" charset="0"/>
              <a:buChar char="o"/>
            </a:pPr>
            <a:r>
              <a:rPr lang="en-US" sz="1600" dirty="0">
                <a:solidFill>
                  <a:srgbClr val="FF0000"/>
                </a:solidFill>
              </a:rPr>
              <a:t>(Defined categories)</a:t>
            </a:r>
            <a:endParaRPr lang="en-IN" sz="1600" dirty="0">
              <a:solidFill>
                <a:srgbClr val="FF0000"/>
              </a:solidFill>
            </a:endParaRPr>
          </a:p>
        </p:txBody>
      </p:sp>
    </p:spTree>
    <p:extLst>
      <p:ext uri="{BB962C8B-B14F-4D97-AF65-F5344CB8AC3E}">
        <p14:creationId xmlns:p14="http://schemas.microsoft.com/office/powerpoint/2010/main" val="156315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Levels of Data Measurement</a:t>
            </a:r>
            <a:endParaRPr lang="en-IN" dirty="0"/>
          </a:p>
        </p:txBody>
      </p:sp>
      <p:sp>
        <p:nvSpPr>
          <p:cNvPr id="3" name="Text Placeholder 2"/>
          <p:cNvSpPr>
            <a:spLocks noGrp="1"/>
          </p:cNvSpPr>
          <p:nvPr>
            <p:ph type="body" sz="quarter" idx="13"/>
          </p:nvPr>
        </p:nvSpPr>
        <p:spPr>
          <a:xfrm>
            <a:off x="857739" y="924933"/>
            <a:ext cx="10160000" cy="1624671"/>
          </a:xfrm>
        </p:spPr>
        <p:txBody>
          <a:bodyPr>
            <a:normAutofit fontScale="92500" lnSpcReduction="20000"/>
          </a:bodyPr>
          <a:lstStyle/>
          <a:p>
            <a:pPr>
              <a:lnSpc>
                <a:spcPct val="150000"/>
              </a:lnSpc>
              <a:spcBef>
                <a:spcPts val="0"/>
              </a:spcBef>
              <a:buFont typeface="Wingdings" panose="05000000000000000000" pitchFamily="2" charset="2"/>
              <a:buChar char="Ø"/>
            </a:pPr>
            <a:r>
              <a:rPr lang="en-US" sz="2000" dirty="0">
                <a:latin typeface="+mn-lt"/>
              </a:rPr>
              <a:t>Nominal — Lowest level of measurement</a:t>
            </a:r>
          </a:p>
          <a:p>
            <a:pPr>
              <a:lnSpc>
                <a:spcPct val="150000"/>
              </a:lnSpc>
              <a:spcBef>
                <a:spcPts val="0"/>
              </a:spcBef>
              <a:buFont typeface="Wingdings" panose="05000000000000000000" pitchFamily="2" charset="2"/>
              <a:buChar char="Ø"/>
            </a:pPr>
            <a:r>
              <a:rPr lang="en-US" sz="2000" dirty="0">
                <a:latin typeface="+mn-lt"/>
              </a:rPr>
              <a:t>Ordinal</a:t>
            </a:r>
            <a:endParaRPr lang="en-IN" sz="2000" dirty="0">
              <a:latin typeface="+mn-lt"/>
            </a:endParaRPr>
          </a:p>
          <a:p>
            <a:pPr>
              <a:lnSpc>
                <a:spcPct val="150000"/>
              </a:lnSpc>
              <a:spcBef>
                <a:spcPts val="0"/>
              </a:spcBef>
              <a:buFont typeface="Wingdings" panose="05000000000000000000" pitchFamily="2" charset="2"/>
              <a:buChar char="Ø"/>
            </a:pPr>
            <a:r>
              <a:rPr lang="en-US" sz="2000" dirty="0">
                <a:latin typeface="+mn-lt"/>
              </a:rPr>
              <a:t>Interval</a:t>
            </a:r>
            <a:endParaRPr lang="en-IN" sz="2000" dirty="0">
              <a:latin typeface="+mn-lt"/>
            </a:endParaRPr>
          </a:p>
          <a:p>
            <a:pPr>
              <a:lnSpc>
                <a:spcPct val="150000"/>
              </a:lnSpc>
              <a:spcBef>
                <a:spcPts val="0"/>
              </a:spcBef>
              <a:buFont typeface="Wingdings" panose="05000000000000000000" pitchFamily="2" charset="2"/>
              <a:buChar char="Ø"/>
            </a:pPr>
            <a:r>
              <a:rPr lang="en-US" sz="2000" dirty="0">
                <a:latin typeface="+mn-lt"/>
              </a:rPr>
              <a:t>Ratio — Highest level of measurement</a:t>
            </a:r>
            <a:endParaRPr lang="en-IN" sz="2000" dirty="0">
              <a:latin typeface="+mn-lt"/>
            </a:endParaRPr>
          </a:p>
        </p:txBody>
      </p:sp>
      <p:sp>
        <p:nvSpPr>
          <p:cNvPr id="5" name="Rectangle 4"/>
          <p:cNvSpPr/>
          <p:nvPr/>
        </p:nvSpPr>
        <p:spPr>
          <a:xfrm>
            <a:off x="762000" y="2514600"/>
            <a:ext cx="1285929" cy="369332"/>
          </a:xfrm>
          <a:prstGeom prst="rect">
            <a:avLst/>
          </a:prstGeom>
        </p:spPr>
        <p:txBody>
          <a:bodyPr wrap="none">
            <a:spAutoFit/>
          </a:bodyPr>
          <a:lstStyle/>
          <a:p>
            <a:pPr marL="285750" indent="-285750">
              <a:buFont typeface="Wingdings" panose="05000000000000000000" pitchFamily="2" charset="2"/>
              <a:buChar char="q"/>
            </a:pPr>
            <a:r>
              <a:rPr lang="en-US" b="1" dirty="0"/>
              <a:t>Nominal</a:t>
            </a:r>
            <a:endParaRPr lang="en-IN" b="1" dirty="0"/>
          </a:p>
        </p:txBody>
      </p:sp>
      <p:sp>
        <p:nvSpPr>
          <p:cNvPr id="6" name="Rectangle 5"/>
          <p:cNvSpPr/>
          <p:nvPr/>
        </p:nvSpPr>
        <p:spPr>
          <a:xfrm>
            <a:off x="1981200" y="2438400"/>
            <a:ext cx="9210132" cy="646331"/>
          </a:xfrm>
          <a:prstGeom prst="rect">
            <a:avLst/>
          </a:prstGeom>
        </p:spPr>
        <p:txBody>
          <a:bodyPr wrap="square">
            <a:spAutoFit/>
          </a:bodyPr>
          <a:lstStyle/>
          <a:p>
            <a:pPr marL="57150" indent="-342900">
              <a:buFont typeface="Courier New" panose="02070309020205020404" pitchFamily="49" charset="0"/>
              <a:buChar char="o"/>
            </a:pPr>
            <a:r>
              <a:rPr lang="en-US" dirty="0"/>
              <a:t>A </a:t>
            </a:r>
            <a:r>
              <a:rPr lang="en-US" b="1" dirty="0"/>
              <a:t>nominal scale </a:t>
            </a:r>
            <a:r>
              <a:rPr lang="en-US" dirty="0"/>
              <a:t>classifies data into distinct categories in which no ranking is implied</a:t>
            </a:r>
            <a:endParaRPr lang="en-IN" dirty="0"/>
          </a:p>
          <a:p>
            <a:pPr marL="57150" indent="-342900">
              <a:buFont typeface="Courier New" panose="02070309020205020404" pitchFamily="49" charset="0"/>
              <a:buChar char="o"/>
            </a:pPr>
            <a:r>
              <a:rPr lang="en-US" dirty="0">
                <a:solidFill>
                  <a:srgbClr val="FF0000"/>
                </a:solidFill>
              </a:rPr>
              <a:t>Example </a:t>
            </a:r>
            <a:r>
              <a:rPr lang="en-US" dirty="0"/>
              <a:t>: Gender, Marital Status, voting to different party</a:t>
            </a:r>
            <a:endParaRPr lang="en-IN" dirty="0"/>
          </a:p>
        </p:txBody>
      </p:sp>
      <p:sp>
        <p:nvSpPr>
          <p:cNvPr id="7" name="Rectangle 6"/>
          <p:cNvSpPr/>
          <p:nvPr/>
        </p:nvSpPr>
        <p:spPr>
          <a:xfrm>
            <a:off x="685800" y="3124200"/>
            <a:ext cx="1704954" cy="369332"/>
          </a:xfrm>
          <a:prstGeom prst="rect">
            <a:avLst/>
          </a:prstGeom>
        </p:spPr>
        <p:txBody>
          <a:bodyPr wrap="none">
            <a:spAutoFit/>
          </a:bodyPr>
          <a:lstStyle/>
          <a:p>
            <a:pPr marL="285750" indent="-285750">
              <a:buFont typeface="Wingdings" panose="05000000000000000000" pitchFamily="2" charset="2"/>
              <a:buChar char="q"/>
            </a:pPr>
            <a:r>
              <a:rPr lang="en-US" b="1" dirty="0"/>
              <a:t>Ordinal scale</a:t>
            </a:r>
            <a:endParaRPr lang="en-IN" b="1" dirty="0"/>
          </a:p>
        </p:txBody>
      </p:sp>
      <p:sp>
        <p:nvSpPr>
          <p:cNvPr id="8" name="Rectangle 7"/>
          <p:cNvSpPr/>
          <p:nvPr/>
        </p:nvSpPr>
        <p:spPr>
          <a:xfrm>
            <a:off x="2286000" y="3048000"/>
            <a:ext cx="8963046" cy="1384995"/>
          </a:xfrm>
          <a:prstGeom prst="rect">
            <a:avLst/>
          </a:prstGeom>
        </p:spPr>
        <p:txBody>
          <a:bodyPr wrap="square">
            <a:spAutoFit/>
          </a:bodyPr>
          <a:lstStyle/>
          <a:p>
            <a:pPr marL="285750" indent="-285750">
              <a:buFont typeface="Courier New" panose="02070309020205020404" pitchFamily="49" charset="0"/>
              <a:buChar char="o"/>
            </a:pPr>
            <a:r>
              <a:rPr lang="en-US" dirty="0"/>
              <a:t>An </a:t>
            </a:r>
            <a:r>
              <a:rPr lang="en-US" b="1" dirty="0"/>
              <a:t>ordinal scale </a:t>
            </a:r>
            <a:r>
              <a:rPr lang="en-US" dirty="0"/>
              <a:t>classifies data into distinct categories in which ranking is implied</a:t>
            </a:r>
            <a:endParaRPr lang="en-IN" dirty="0"/>
          </a:p>
          <a:p>
            <a:pPr marL="285750" indent="-285750">
              <a:buFont typeface="Courier New" panose="02070309020205020404" pitchFamily="49" charset="0"/>
              <a:buChar char="o"/>
            </a:pPr>
            <a:r>
              <a:rPr lang="en-US" sz="1600" dirty="0">
                <a:solidFill>
                  <a:srgbClr val="FF0000"/>
                </a:solidFill>
              </a:rPr>
              <a:t>Example:</a:t>
            </a:r>
            <a:endParaRPr lang="en-IN" sz="1600" dirty="0">
              <a:solidFill>
                <a:srgbClr val="FF0000"/>
              </a:solidFill>
            </a:endParaRPr>
          </a:p>
          <a:p>
            <a:pPr marL="342900" indent="-342900">
              <a:buFont typeface="+mj-lt"/>
              <a:buAutoNum type="arabicPeriod"/>
            </a:pPr>
            <a:r>
              <a:rPr lang="en-US" sz="1200" dirty="0"/>
              <a:t>Product satisfaction:  Satisfied, Neutral, Unsatisfied</a:t>
            </a:r>
            <a:endParaRPr lang="en-IN" sz="1200" dirty="0"/>
          </a:p>
          <a:p>
            <a:pPr marL="342900" indent="-342900">
              <a:buFont typeface="+mj-lt"/>
              <a:buAutoNum type="arabicPeriod"/>
            </a:pPr>
            <a:r>
              <a:rPr lang="en-US" sz="1200" dirty="0"/>
              <a:t>Faculty rank:  Professor, Associate Professor, Assistant Professor</a:t>
            </a:r>
            <a:endParaRPr lang="en-IN" sz="1200" dirty="0"/>
          </a:p>
          <a:p>
            <a:pPr marL="342900" indent="-342900">
              <a:buFont typeface="+mj-lt"/>
              <a:buAutoNum type="arabicPeriod"/>
            </a:pPr>
            <a:r>
              <a:rPr lang="en-US" sz="1200" dirty="0"/>
              <a:t>Student Grades:  A, B, C, D, F</a:t>
            </a:r>
          </a:p>
          <a:p>
            <a:pPr marL="342900" indent="-342900">
              <a:buFont typeface="+mj-lt"/>
              <a:buAutoNum type="arabicPeriod"/>
            </a:pPr>
            <a:r>
              <a:rPr lang="en-US" sz="1200" dirty="0"/>
              <a:t>Medals won: Gold, Silver, Bronze</a:t>
            </a:r>
            <a:endParaRPr lang="en-IN" sz="1200" dirty="0"/>
          </a:p>
        </p:txBody>
      </p:sp>
      <p:sp>
        <p:nvSpPr>
          <p:cNvPr id="9" name="Rectangle 8"/>
          <p:cNvSpPr/>
          <p:nvPr/>
        </p:nvSpPr>
        <p:spPr>
          <a:xfrm>
            <a:off x="685800" y="4343400"/>
            <a:ext cx="1731949" cy="369332"/>
          </a:xfrm>
          <a:prstGeom prst="rect">
            <a:avLst/>
          </a:prstGeom>
        </p:spPr>
        <p:txBody>
          <a:bodyPr wrap="none">
            <a:spAutoFit/>
          </a:bodyPr>
          <a:lstStyle/>
          <a:p>
            <a:pPr marL="285750" indent="-285750">
              <a:buFont typeface="Wingdings" panose="05000000000000000000" pitchFamily="2" charset="2"/>
              <a:buChar char="q"/>
            </a:pPr>
            <a:r>
              <a:rPr lang="en-US" b="1" dirty="0"/>
              <a:t>Interval scale</a:t>
            </a:r>
            <a:endParaRPr lang="en-IN" b="1" dirty="0"/>
          </a:p>
        </p:txBody>
      </p:sp>
      <p:sp>
        <p:nvSpPr>
          <p:cNvPr id="10" name="Rectangle 9"/>
          <p:cNvSpPr/>
          <p:nvPr/>
        </p:nvSpPr>
        <p:spPr>
          <a:xfrm>
            <a:off x="2362200" y="4362271"/>
            <a:ext cx="9191646" cy="1077218"/>
          </a:xfrm>
          <a:prstGeom prst="rect">
            <a:avLst/>
          </a:prstGeom>
        </p:spPr>
        <p:txBody>
          <a:bodyPr wrap="square">
            <a:spAutoFit/>
          </a:bodyPr>
          <a:lstStyle/>
          <a:p>
            <a:pPr marL="171450" indent="-171450">
              <a:buFont typeface="Courier New" panose="02070309020205020404" pitchFamily="49" charset="0"/>
              <a:buChar char="o"/>
            </a:pPr>
            <a:r>
              <a:rPr lang="en-US" sz="1400" dirty="0"/>
              <a:t>An </a:t>
            </a:r>
            <a:r>
              <a:rPr lang="en-US" sz="1400" b="1" dirty="0"/>
              <a:t>interval scale </a:t>
            </a:r>
            <a:r>
              <a:rPr lang="en-US" sz="1400" dirty="0"/>
              <a:t>is an ordered scale in which the difference between measurements is a meaningful quantity but the measurements do not have a true zero point</a:t>
            </a:r>
            <a:r>
              <a:rPr lang="en-US" sz="1200" dirty="0"/>
              <a:t>.</a:t>
            </a:r>
            <a:endParaRPr lang="en-IN" sz="1200" dirty="0"/>
          </a:p>
          <a:p>
            <a:pPr marL="171450" indent="-171450">
              <a:buFont typeface="Courier New" panose="02070309020205020404" pitchFamily="49" charset="0"/>
              <a:buChar char="o"/>
            </a:pPr>
            <a:r>
              <a:rPr lang="en-US" sz="1200" b="1" dirty="0">
                <a:solidFill>
                  <a:srgbClr val="FF0000"/>
                </a:solidFill>
              </a:rPr>
              <a:t>Example</a:t>
            </a:r>
            <a:endParaRPr lang="en-IN" sz="1200" b="1" dirty="0">
              <a:solidFill>
                <a:srgbClr val="FF0000"/>
              </a:solidFill>
            </a:endParaRPr>
          </a:p>
          <a:p>
            <a:pPr marL="342900" indent="-342900">
              <a:buFont typeface="+mj-lt"/>
              <a:buAutoNum type="arabicPeriod"/>
            </a:pPr>
            <a:r>
              <a:rPr lang="en-US" sz="1200" dirty="0"/>
              <a:t>Temperature in Fahrenheit and Celsius</a:t>
            </a:r>
            <a:endParaRPr lang="en-IN" sz="1200" dirty="0"/>
          </a:p>
          <a:p>
            <a:pPr marL="342900" indent="-342900">
              <a:buFont typeface="+mj-lt"/>
              <a:buAutoNum type="arabicPeriod"/>
            </a:pPr>
            <a:r>
              <a:rPr lang="en-US" sz="1200" dirty="0"/>
              <a:t>Months of the Year: there’s no month called zero and we can’t say January is twice as much as June.</a:t>
            </a:r>
          </a:p>
        </p:txBody>
      </p:sp>
      <p:sp>
        <p:nvSpPr>
          <p:cNvPr id="12" name="Rectangle 11"/>
          <p:cNvSpPr/>
          <p:nvPr/>
        </p:nvSpPr>
        <p:spPr>
          <a:xfrm>
            <a:off x="762000" y="5421868"/>
            <a:ext cx="1516505" cy="369332"/>
          </a:xfrm>
          <a:prstGeom prst="rect">
            <a:avLst/>
          </a:prstGeom>
        </p:spPr>
        <p:txBody>
          <a:bodyPr wrap="none">
            <a:spAutoFit/>
          </a:bodyPr>
          <a:lstStyle/>
          <a:p>
            <a:pPr marL="285750" indent="-285750">
              <a:buFont typeface="Wingdings" panose="05000000000000000000" pitchFamily="2" charset="2"/>
              <a:buChar char="q"/>
            </a:pPr>
            <a:r>
              <a:rPr lang="en-US" b="1" dirty="0"/>
              <a:t>Ratio Scale</a:t>
            </a:r>
            <a:endParaRPr lang="en-IN" b="1" dirty="0"/>
          </a:p>
        </p:txBody>
      </p:sp>
      <p:sp>
        <p:nvSpPr>
          <p:cNvPr id="13" name="Rectangle 12"/>
          <p:cNvSpPr/>
          <p:nvPr/>
        </p:nvSpPr>
        <p:spPr>
          <a:xfrm>
            <a:off x="2286000" y="5410200"/>
            <a:ext cx="9296400" cy="954107"/>
          </a:xfrm>
          <a:prstGeom prst="rect">
            <a:avLst/>
          </a:prstGeom>
        </p:spPr>
        <p:txBody>
          <a:bodyPr wrap="square">
            <a:spAutoFit/>
          </a:bodyPr>
          <a:lstStyle/>
          <a:p>
            <a:pPr marL="171450" indent="-171450">
              <a:buFont typeface="Courier New" panose="02070309020205020404" pitchFamily="49" charset="0"/>
              <a:buChar char="o"/>
            </a:pPr>
            <a:r>
              <a:rPr lang="en-US" sz="1600" dirty="0"/>
              <a:t>A </a:t>
            </a:r>
            <a:r>
              <a:rPr lang="en-US" sz="1600" b="1" dirty="0"/>
              <a:t>ratio scale </a:t>
            </a:r>
            <a:r>
              <a:rPr lang="en-US" sz="1600" dirty="0"/>
              <a:t>is an ordered scale in which the difference between the measurements is a meaningful quantity and the measurements have a true zero point.</a:t>
            </a:r>
            <a:endParaRPr lang="en-IN" sz="1600" dirty="0"/>
          </a:p>
          <a:p>
            <a:pPr marL="171450" indent="-171450">
              <a:buFont typeface="Courier New" panose="02070309020205020404" pitchFamily="49" charset="0"/>
              <a:buChar char="o"/>
            </a:pPr>
            <a:r>
              <a:rPr lang="en-US" sz="1200" dirty="0">
                <a:solidFill>
                  <a:srgbClr val="FF0000"/>
                </a:solidFill>
              </a:rPr>
              <a:t>Examples</a:t>
            </a:r>
          </a:p>
          <a:p>
            <a:r>
              <a:rPr lang="en-US" sz="1200" dirty="0"/>
              <a:t>      Weight , Age , Salary</a:t>
            </a:r>
            <a:endParaRPr lang="en-IN" sz="1200" dirty="0"/>
          </a:p>
        </p:txBody>
      </p:sp>
    </p:spTree>
    <p:extLst>
      <p:ext uri="{BB962C8B-B14F-4D97-AF65-F5344CB8AC3E}">
        <p14:creationId xmlns:p14="http://schemas.microsoft.com/office/powerpoint/2010/main" val="1058711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endParaRPr lang="en-IN" dirty="0"/>
          </a:p>
        </p:txBody>
      </p:sp>
      <p:grpSp>
        <p:nvGrpSpPr>
          <p:cNvPr id="5" name="Group 4"/>
          <p:cNvGrpSpPr/>
          <p:nvPr/>
        </p:nvGrpSpPr>
        <p:grpSpPr>
          <a:xfrm>
            <a:off x="762000" y="990600"/>
            <a:ext cx="10668000" cy="5486400"/>
            <a:chOff x="125729" y="304800"/>
            <a:chExt cx="8887643" cy="5943600"/>
          </a:xfrm>
        </p:grpSpPr>
        <p:sp>
          <p:nvSpPr>
            <p:cNvPr id="6" name="Rectangle: Rounded Corners 4">
              <a:extLst>
                <a:ext uri="{FF2B5EF4-FFF2-40B4-BE49-F238E27FC236}">
                  <a16:creationId xmlns:a16="http://schemas.microsoft.com/office/drawing/2014/main" id="{7B72136D-2DC0-4F68-9082-89C6B662ACFA}"/>
                </a:ext>
              </a:extLst>
            </p:cNvPr>
            <p:cNvSpPr/>
            <p:nvPr/>
          </p:nvSpPr>
          <p:spPr>
            <a:xfrm>
              <a:off x="2399212" y="304800"/>
              <a:ext cx="3468188" cy="57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700" dirty="0">
                  <a:solidFill>
                    <a:schemeClr val="tx1"/>
                  </a:solidFill>
                </a:rPr>
                <a:t>Types of Variable</a:t>
              </a:r>
            </a:p>
          </p:txBody>
        </p:sp>
        <p:sp>
          <p:nvSpPr>
            <p:cNvPr id="7" name="Rectangle: Diagonal Corners Snipped 5">
              <a:extLst>
                <a:ext uri="{FF2B5EF4-FFF2-40B4-BE49-F238E27FC236}">
                  <a16:creationId xmlns:a16="http://schemas.microsoft.com/office/drawing/2014/main" id="{A166A01D-0093-4ECA-B9A9-D0AD905A1F67}"/>
                </a:ext>
              </a:extLst>
            </p:cNvPr>
            <p:cNvSpPr/>
            <p:nvPr/>
          </p:nvSpPr>
          <p:spPr>
            <a:xfrm>
              <a:off x="4882242" y="3090996"/>
              <a:ext cx="2072456" cy="1596933"/>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IN" sz="1350" b="1" dirty="0">
                  <a:solidFill>
                    <a:schemeClr val="tx1"/>
                  </a:solidFill>
                </a:rPr>
                <a:t>Discrete: </a:t>
              </a:r>
              <a:r>
                <a:rPr lang="en-US" sz="1600" b="1" dirty="0"/>
                <a:t>countable</a:t>
              </a:r>
              <a:r>
                <a:rPr lang="en-US" sz="1600" dirty="0"/>
                <a:t> and have a </a:t>
              </a:r>
              <a:r>
                <a:rPr lang="en-US" sz="1600" b="1" dirty="0"/>
                <a:t>finite number of possibilities such as </a:t>
              </a:r>
              <a:r>
                <a:rPr lang="en-US" sz="1600" dirty="0"/>
                <a:t>number of people</a:t>
              </a:r>
              <a:endParaRPr lang="en-IN" sz="1600" dirty="0">
                <a:solidFill>
                  <a:schemeClr val="tx1"/>
                </a:solidFill>
              </a:endParaRPr>
            </a:p>
          </p:txBody>
        </p:sp>
        <p:sp>
          <p:nvSpPr>
            <p:cNvPr id="8" name="Rectangle: Diagonal Corners Snipped 6">
              <a:extLst>
                <a:ext uri="{FF2B5EF4-FFF2-40B4-BE49-F238E27FC236}">
                  <a16:creationId xmlns:a16="http://schemas.microsoft.com/office/drawing/2014/main" id="{82F354C6-DBFC-4D3A-B420-1CC95D308454}"/>
                </a:ext>
              </a:extLst>
            </p:cNvPr>
            <p:cNvSpPr/>
            <p:nvPr/>
          </p:nvSpPr>
          <p:spPr>
            <a:xfrm>
              <a:off x="4882243" y="1447800"/>
              <a:ext cx="3860075" cy="999308"/>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Quantitative(Numerical): </a:t>
              </a:r>
              <a:r>
                <a:rPr lang="en-US" dirty="0"/>
                <a:t>measured in terms of numbers such as height, weight, number of people. </a:t>
              </a:r>
              <a:endParaRPr lang="en-IN" dirty="0">
                <a:solidFill>
                  <a:schemeClr val="tx1"/>
                </a:solidFill>
              </a:endParaRPr>
            </a:p>
          </p:txBody>
        </p:sp>
        <p:sp>
          <p:nvSpPr>
            <p:cNvPr id="9" name="Rectangle 8">
              <a:extLst>
                <a:ext uri="{FF2B5EF4-FFF2-40B4-BE49-F238E27FC236}">
                  <a16:creationId xmlns:a16="http://schemas.microsoft.com/office/drawing/2014/main" id="{BB88A2AC-F338-4130-8064-9C843A02B3D2}"/>
                </a:ext>
              </a:extLst>
            </p:cNvPr>
            <p:cNvSpPr/>
            <p:nvPr/>
          </p:nvSpPr>
          <p:spPr>
            <a:xfrm>
              <a:off x="125729" y="3124200"/>
              <a:ext cx="1882686" cy="156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350" b="1" dirty="0">
                  <a:solidFill>
                    <a:schemeClr val="tx1"/>
                  </a:solidFill>
                </a:rPr>
                <a:t>Nominal:</a:t>
              </a:r>
            </a:p>
            <a:p>
              <a:pPr algn="just"/>
              <a:r>
                <a:rPr lang="en-US" sz="1600" b="1" dirty="0"/>
                <a:t>No ordering</a:t>
              </a:r>
              <a:r>
                <a:rPr lang="en-US" sz="1600" dirty="0"/>
                <a:t> is possible such as hair color, eye color, religion</a:t>
              </a:r>
              <a:r>
                <a:rPr lang="en-US" sz="1350" dirty="0"/>
                <a:t>.</a:t>
              </a:r>
              <a:endParaRPr lang="en-IN" sz="1350" dirty="0">
                <a:solidFill>
                  <a:schemeClr val="tx1"/>
                </a:solidFill>
              </a:endParaRPr>
            </a:p>
          </p:txBody>
        </p:sp>
        <p:sp>
          <p:nvSpPr>
            <p:cNvPr id="10" name="Rectangle 9">
              <a:extLst>
                <a:ext uri="{FF2B5EF4-FFF2-40B4-BE49-F238E27FC236}">
                  <a16:creationId xmlns:a16="http://schemas.microsoft.com/office/drawing/2014/main" id="{BE98C2DD-F9AF-468A-AE04-539A4A1AD905}"/>
                </a:ext>
              </a:extLst>
            </p:cNvPr>
            <p:cNvSpPr/>
            <p:nvPr/>
          </p:nvSpPr>
          <p:spPr>
            <a:xfrm>
              <a:off x="2121085" y="3124200"/>
              <a:ext cx="1891390" cy="156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350" b="1" dirty="0">
                  <a:solidFill>
                    <a:schemeClr val="tx1"/>
                  </a:solidFill>
                </a:rPr>
                <a:t>Ordinal: </a:t>
              </a:r>
              <a:r>
                <a:rPr lang="en-US" sz="1350" b="1" dirty="0"/>
                <a:t> </a:t>
              </a:r>
            </a:p>
            <a:p>
              <a:pPr algn="just"/>
              <a:r>
                <a:rPr lang="en-US" sz="1400" b="1" dirty="0"/>
                <a:t>Ordering</a:t>
              </a:r>
              <a:r>
                <a:rPr lang="en-US" sz="1400" dirty="0"/>
                <a:t> is possible such as  health, which can take values such as poor, reasonable, good, or excellent</a:t>
              </a:r>
              <a:r>
                <a:rPr lang="en-US" sz="1350" dirty="0"/>
                <a:t>. </a:t>
              </a:r>
              <a:endParaRPr lang="en-IN" sz="1350" dirty="0">
                <a:solidFill>
                  <a:schemeClr val="tx1"/>
                </a:solidFill>
              </a:endParaRPr>
            </a:p>
          </p:txBody>
        </p:sp>
        <p:sp>
          <p:nvSpPr>
            <p:cNvPr id="11" name="Rectangle 10">
              <a:extLst>
                <a:ext uri="{FF2B5EF4-FFF2-40B4-BE49-F238E27FC236}">
                  <a16:creationId xmlns:a16="http://schemas.microsoft.com/office/drawing/2014/main" id="{25543CC7-F036-4F8C-919A-E6437EBE5750}"/>
                </a:ext>
              </a:extLst>
            </p:cNvPr>
            <p:cNvSpPr/>
            <p:nvPr/>
          </p:nvSpPr>
          <p:spPr>
            <a:xfrm>
              <a:off x="152400" y="1439092"/>
              <a:ext cx="3860075" cy="9993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Qualitative (Categorical): </a:t>
              </a:r>
              <a:r>
                <a:rPr lang="en-US" dirty="0"/>
                <a:t>express a qualitative attribute such as hair color, eye color, religion.</a:t>
              </a:r>
              <a:endParaRPr lang="en-IN" dirty="0"/>
            </a:p>
          </p:txBody>
        </p:sp>
        <p:sp>
          <p:nvSpPr>
            <p:cNvPr id="12" name="Rectangle: Diagonal Corners Snipped 11">
              <a:extLst>
                <a:ext uri="{FF2B5EF4-FFF2-40B4-BE49-F238E27FC236}">
                  <a16:creationId xmlns:a16="http://schemas.microsoft.com/office/drawing/2014/main" id="{426185E9-E683-4901-BB61-036EF0EF748B}"/>
                </a:ext>
              </a:extLst>
            </p:cNvPr>
            <p:cNvSpPr/>
            <p:nvPr/>
          </p:nvSpPr>
          <p:spPr>
            <a:xfrm>
              <a:off x="7130686" y="3124200"/>
              <a:ext cx="1882686" cy="1563730"/>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IN" sz="1350" b="1" dirty="0">
                  <a:solidFill>
                    <a:schemeClr val="tx1"/>
                  </a:solidFill>
                </a:rPr>
                <a:t>Continuous:</a:t>
              </a:r>
              <a:r>
                <a:rPr lang="en-US" sz="1600" b="1" dirty="0"/>
                <a:t>not countable</a:t>
              </a:r>
              <a:r>
                <a:rPr lang="en-US" sz="1600" dirty="0"/>
                <a:t> and have an </a:t>
              </a:r>
              <a:r>
                <a:rPr lang="en-US" sz="1600" b="1" dirty="0"/>
                <a:t>infinite number of possibilities </a:t>
              </a:r>
              <a:r>
                <a:rPr lang="en-US" sz="1600" dirty="0"/>
                <a:t>such as height</a:t>
              </a:r>
              <a:endParaRPr lang="en-IN" sz="1600" dirty="0">
                <a:solidFill>
                  <a:schemeClr val="tx1"/>
                </a:solidFill>
              </a:endParaRPr>
            </a:p>
          </p:txBody>
        </p:sp>
        <p:sp>
          <p:nvSpPr>
            <p:cNvPr id="13" name="Rectangle: Diagonal Corners Snipped 12">
              <a:extLst>
                <a:ext uri="{FF2B5EF4-FFF2-40B4-BE49-F238E27FC236}">
                  <a16:creationId xmlns:a16="http://schemas.microsoft.com/office/drawing/2014/main" id="{F00B455A-0D6B-44D9-ABD4-08F3BA0B3D17}"/>
                </a:ext>
              </a:extLst>
            </p:cNvPr>
            <p:cNvSpPr/>
            <p:nvPr/>
          </p:nvSpPr>
          <p:spPr>
            <a:xfrm>
              <a:off x="1524000" y="5105400"/>
              <a:ext cx="3190745" cy="1143000"/>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350" b="1" dirty="0">
                  <a:solidFill>
                    <a:schemeClr val="tx1"/>
                  </a:solidFill>
                </a:rPr>
                <a:t>INTERVAL: </a:t>
              </a:r>
              <a:r>
                <a:rPr lang="en-US" sz="1600" dirty="0"/>
                <a:t>ratio of values of variable do not have any meaning and it does not have an inherently defined zero value such as temperature</a:t>
              </a:r>
              <a:endParaRPr lang="en-IN" sz="1600" dirty="0">
                <a:solidFill>
                  <a:schemeClr val="tx1"/>
                </a:solidFill>
              </a:endParaRPr>
            </a:p>
          </p:txBody>
        </p:sp>
        <p:sp>
          <p:nvSpPr>
            <p:cNvPr id="14" name="Rectangle: Diagonal Corners Snipped 13">
              <a:extLst>
                <a:ext uri="{FF2B5EF4-FFF2-40B4-BE49-F238E27FC236}">
                  <a16:creationId xmlns:a16="http://schemas.microsoft.com/office/drawing/2014/main" id="{1EC7167C-A09A-40E7-95E3-8C70F95F0995}"/>
                </a:ext>
              </a:extLst>
            </p:cNvPr>
            <p:cNvSpPr/>
            <p:nvPr/>
          </p:nvSpPr>
          <p:spPr>
            <a:xfrm>
              <a:off x="5410200" y="5116687"/>
              <a:ext cx="3086100" cy="1131713"/>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350" b="1" dirty="0">
                  <a:solidFill>
                    <a:schemeClr val="tx1"/>
                  </a:solidFill>
                </a:rPr>
                <a:t>RATIO: </a:t>
              </a:r>
              <a:r>
                <a:rPr lang="en-US" sz="1600" dirty="0"/>
                <a:t>ratio of values of variable have  meaning and it have an inherently defined zero value such as length</a:t>
              </a:r>
              <a:endParaRPr lang="en-IN" sz="1600" dirty="0"/>
            </a:p>
          </p:txBody>
        </p:sp>
        <p:cxnSp>
          <p:nvCxnSpPr>
            <p:cNvPr id="15" name="Elbow Connector 14"/>
            <p:cNvCxnSpPr/>
            <p:nvPr/>
          </p:nvCxnSpPr>
          <p:spPr>
            <a:xfrm rot="5400000">
              <a:off x="2839363" y="122728"/>
              <a:ext cx="556260" cy="205086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rot="16200000" flipH="1">
              <a:off x="5388428" y="-174172"/>
              <a:ext cx="564968" cy="2678975"/>
            </a:xfrm>
            <a:prstGeom prst="bentConnector3">
              <a:avLst>
                <a:gd name="adj1" fmla="val 450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90600" y="2447108"/>
              <a:ext cx="0" cy="677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895600" y="2447108"/>
              <a:ext cx="0" cy="6438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7" idx="3"/>
            </p:cNvCxnSpPr>
            <p:nvPr/>
          </p:nvCxnSpPr>
          <p:spPr>
            <a:xfrm flipH="1">
              <a:off x="5918470" y="2447108"/>
              <a:ext cx="8802" cy="6438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924800" y="2447108"/>
              <a:ext cx="0" cy="677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12" idx="1"/>
              <a:endCxn id="13" idx="3"/>
            </p:cNvCxnSpPr>
            <p:nvPr/>
          </p:nvCxnSpPr>
          <p:spPr>
            <a:xfrm rot="5400000">
              <a:off x="5386966" y="2420337"/>
              <a:ext cx="417470" cy="4952656"/>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rot="5400000">
              <a:off x="8015221" y="4826108"/>
              <a:ext cx="428758" cy="152400"/>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9124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Example</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731725464"/>
              </p:ext>
            </p:extLst>
          </p:nvPr>
        </p:nvGraphicFramePr>
        <p:xfrm>
          <a:off x="685800" y="1295401"/>
          <a:ext cx="10744200" cy="4438907"/>
        </p:xfrm>
        <a:graphic>
          <a:graphicData uri="http://schemas.openxmlformats.org/drawingml/2006/table">
            <a:tbl>
              <a:tblPr firstRow="1" bandRow="1">
                <a:tableStyleId>{5C22544A-7EE6-4342-B048-85BDC9FD1C3A}</a:tableStyleId>
              </a:tblPr>
              <a:tblGrid>
                <a:gridCol w="7060475">
                  <a:extLst>
                    <a:ext uri="{9D8B030D-6E8A-4147-A177-3AD203B41FA5}">
                      <a16:colId xmlns:a16="http://schemas.microsoft.com/office/drawing/2014/main" val="1346687737"/>
                    </a:ext>
                  </a:extLst>
                </a:gridCol>
                <a:gridCol w="3683725">
                  <a:extLst>
                    <a:ext uri="{9D8B030D-6E8A-4147-A177-3AD203B41FA5}">
                      <a16:colId xmlns:a16="http://schemas.microsoft.com/office/drawing/2014/main" val="4062396562"/>
                    </a:ext>
                  </a:extLst>
                </a:gridCol>
              </a:tblGrid>
              <a:tr h="550829">
                <a:tc>
                  <a:txBody>
                    <a:bodyPr/>
                    <a:lstStyle/>
                    <a:p>
                      <a:r>
                        <a:rPr lang="en-US" dirty="0"/>
                        <a:t>Question</a:t>
                      </a:r>
                    </a:p>
                  </a:txBody>
                  <a:tcPr/>
                </a:tc>
                <a:tc>
                  <a:txBody>
                    <a:bodyPr/>
                    <a:lstStyle/>
                    <a:p>
                      <a:r>
                        <a:rPr lang="en-US" dirty="0"/>
                        <a:t>Type of Variable</a:t>
                      </a:r>
                    </a:p>
                  </a:txBody>
                  <a:tcPr/>
                </a:tc>
                <a:extLst>
                  <a:ext uri="{0D108BD9-81ED-4DB2-BD59-A6C34878D82A}">
                    <a16:rowId xmlns:a16="http://schemas.microsoft.com/office/drawing/2014/main" val="3211952846"/>
                  </a:ext>
                </a:extLst>
              </a:tr>
              <a:tr h="816524">
                <a:tc>
                  <a:txBody>
                    <a:bodyPr/>
                    <a:lstStyle/>
                    <a:p>
                      <a:r>
                        <a:rPr lang="en-US" sz="2400" dirty="0"/>
                        <a:t>Types of vehicle</a:t>
                      </a:r>
                      <a:r>
                        <a:rPr lang="en-US" sz="2400" baseline="0" dirty="0"/>
                        <a:t> owned</a:t>
                      </a:r>
                    </a:p>
                    <a:p>
                      <a:r>
                        <a:rPr lang="en-US" sz="2400" baseline="0" dirty="0"/>
                        <a:t>Two wheeler, four wheeler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Categorical : Nominal</a:t>
                      </a:r>
                    </a:p>
                  </a:txBody>
                  <a:tcPr/>
                </a:tc>
                <a:extLst>
                  <a:ext uri="{0D108BD9-81ED-4DB2-BD59-A6C34878D82A}">
                    <a16:rowId xmlns:a16="http://schemas.microsoft.com/office/drawing/2014/main" val="1188874003"/>
                  </a:ext>
                </a:extLst>
              </a:tr>
              <a:tr h="816524">
                <a:tc>
                  <a:txBody>
                    <a:bodyPr/>
                    <a:lstStyle/>
                    <a:p>
                      <a:r>
                        <a:rPr lang="en-US" sz="2400" dirty="0"/>
                        <a:t>Product satisfaction</a:t>
                      </a:r>
                    </a:p>
                    <a:p>
                      <a:r>
                        <a:rPr lang="en-US" sz="2400" dirty="0"/>
                        <a:t>Unsatisfied, neutral, fairly satisfied, satisfied</a:t>
                      </a:r>
                    </a:p>
                  </a:txBody>
                  <a:tcPr/>
                </a:tc>
                <a:tc>
                  <a:txBody>
                    <a:bodyPr/>
                    <a:lstStyle/>
                    <a:p>
                      <a:r>
                        <a:rPr lang="en-US" sz="2000" dirty="0"/>
                        <a:t>Categorical : Ordinal</a:t>
                      </a:r>
                    </a:p>
                  </a:txBody>
                  <a:tcPr/>
                </a:tc>
                <a:extLst>
                  <a:ext uri="{0D108BD9-81ED-4DB2-BD59-A6C34878D82A}">
                    <a16:rowId xmlns:a16="http://schemas.microsoft.com/office/drawing/2014/main" val="1134942301"/>
                  </a:ext>
                </a:extLst>
              </a:tr>
              <a:tr h="816524">
                <a:tc>
                  <a:txBody>
                    <a:bodyPr/>
                    <a:lstStyle/>
                    <a:p>
                      <a:r>
                        <a:rPr lang="en-US" sz="2400" dirty="0"/>
                        <a:t>To how many magazines</a:t>
                      </a:r>
                      <a:r>
                        <a:rPr lang="en-US" sz="2400" baseline="0" dirty="0"/>
                        <a:t> do you currently subscribed</a:t>
                      </a:r>
                    </a:p>
                    <a:p>
                      <a:r>
                        <a:rPr lang="en-US" sz="2400" baseline="0" dirty="0"/>
                        <a:t>Zero, One, Two, Three, Four</a:t>
                      </a:r>
                      <a:endParaRPr lang="en-US" sz="2400" dirty="0"/>
                    </a:p>
                  </a:txBody>
                  <a:tcPr/>
                </a:tc>
                <a:tc>
                  <a:txBody>
                    <a:bodyPr/>
                    <a:lstStyle/>
                    <a:p>
                      <a:r>
                        <a:rPr lang="en-US" sz="2000" dirty="0"/>
                        <a:t>Discrete</a:t>
                      </a:r>
                    </a:p>
                  </a:txBody>
                  <a:tcPr/>
                </a:tc>
                <a:extLst>
                  <a:ext uri="{0D108BD9-81ED-4DB2-BD59-A6C34878D82A}">
                    <a16:rowId xmlns:a16="http://schemas.microsoft.com/office/drawing/2014/main" val="1588076628"/>
                  </a:ext>
                </a:extLst>
              </a:tr>
              <a:tr h="473066">
                <a:tc>
                  <a:txBody>
                    <a:bodyPr/>
                    <a:lstStyle/>
                    <a:p>
                      <a:r>
                        <a:rPr lang="en-US" sz="2400" dirty="0"/>
                        <a:t>How tall are you (in inches)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Continuous: Ratio</a:t>
                      </a:r>
                    </a:p>
                  </a:txBody>
                  <a:tcPr/>
                </a:tc>
                <a:extLst>
                  <a:ext uri="{0D108BD9-81ED-4DB2-BD59-A6C34878D82A}">
                    <a16:rowId xmlns:a16="http://schemas.microsoft.com/office/drawing/2014/main" val="1383949700"/>
                  </a:ext>
                </a:extLst>
              </a:tr>
              <a:tr h="473066">
                <a:tc>
                  <a:txBody>
                    <a:bodyPr/>
                    <a:lstStyle/>
                    <a:p>
                      <a:r>
                        <a:rPr lang="en-US" sz="2400" dirty="0"/>
                        <a:t>Weight (in Kilograms)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Continuous: Ratio</a:t>
                      </a:r>
                    </a:p>
                  </a:txBody>
                  <a:tcPr/>
                </a:tc>
                <a:extLst>
                  <a:ext uri="{0D108BD9-81ED-4DB2-BD59-A6C34878D82A}">
                    <a16:rowId xmlns:a16="http://schemas.microsoft.com/office/drawing/2014/main" val="2692821943"/>
                  </a:ext>
                </a:extLst>
              </a:tr>
              <a:tr h="473066">
                <a:tc>
                  <a:txBody>
                    <a:bodyPr/>
                    <a:lstStyle/>
                    <a:p>
                      <a:r>
                        <a:rPr lang="en-US" sz="2400" dirty="0"/>
                        <a:t>Temperature (in degrees Celsius or degrees Fahrenheit)</a:t>
                      </a:r>
                    </a:p>
                  </a:txBody>
                  <a:tcPr/>
                </a:tc>
                <a:tc>
                  <a:txBody>
                    <a:bodyPr/>
                    <a:lstStyle/>
                    <a:p>
                      <a:r>
                        <a:rPr lang="en-US" sz="2000" dirty="0"/>
                        <a:t>Continuous: Interval</a:t>
                      </a:r>
                    </a:p>
                  </a:txBody>
                  <a:tcPr/>
                </a:tc>
                <a:extLst>
                  <a:ext uri="{0D108BD9-81ED-4DB2-BD59-A6C34878D82A}">
                    <a16:rowId xmlns:a16="http://schemas.microsoft.com/office/drawing/2014/main" val="2491578583"/>
                  </a:ext>
                </a:extLst>
              </a:tr>
            </a:tbl>
          </a:graphicData>
        </a:graphic>
      </p:graphicFrame>
    </p:spTree>
    <p:extLst>
      <p:ext uri="{BB962C8B-B14F-4D97-AF65-F5344CB8AC3E}">
        <p14:creationId xmlns:p14="http://schemas.microsoft.com/office/powerpoint/2010/main" val="2925633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Measures of Central Tendency</a:t>
            </a:r>
            <a:endParaRPr lang="en-IN" dirty="0"/>
          </a:p>
        </p:txBody>
      </p:sp>
      <p:sp>
        <p:nvSpPr>
          <p:cNvPr id="3" name="Text Placeholder 2"/>
          <p:cNvSpPr>
            <a:spLocks noGrp="1"/>
          </p:cNvSpPr>
          <p:nvPr>
            <p:ph type="body" sz="quarter" idx="13"/>
          </p:nvPr>
        </p:nvSpPr>
        <p:spPr>
          <a:xfrm>
            <a:off x="857739" y="1066800"/>
            <a:ext cx="10160000" cy="5181599"/>
          </a:xfrm>
        </p:spPr>
        <p:txBody>
          <a:bodyPr>
            <a:normAutofit/>
          </a:bodyPr>
          <a:lstStyle/>
          <a:p>
            <a:pPr algn="just">
              <a:spcBef>
                <a:spcPct val="5000"/>
              </a:spcBef>
              <a:buFont typeface="Wingdings" panose="05000000000000000000" pitchFamily="2" charset="2"/>
              <a:buChar char="Ø"/>
            </a:pPr>
            <a:r>
              <a:rPr lang="en-US" sz="2800" dirty="0">
                <a:latin typeface="+mn-lt"/>
              </a:rPr>
              <a:t>Measure of central tendency provides a very convenient way of representing (reducing/summarizing) a data set with a </a:t>
            </a:r>
            <a:r>
              <a:rPr lang="en-US" sz="2800" u="sng" dirty="0">
                <a:latin typeface="+mn-lt"/>
              </a:rPr>
              <a:t>single number </a:t>
            </a:r>
            <a:r>
              <a:rPr lang="en-US" sz="2800" dirty="0">
                <a:latin typeface="+mn-lt"/>
              </a:rPr>
              <a:t>that describes the </a:t>
            </a:r>
            <a:r>
              <a:rPr lang="en-US" sz="2800" b="1" dirty="0">
                <a:solidFill>
                  <a:srgbClr val="C00000"/>
                </a:solidFill>
                <a:latin typeface="+mn-lt"/>
              </a:rPr>
              <a:t>significance</a:t>
            </a:r>
            <a:r>
              <a:rPr lang="en-US" sz="2800" dirty="0">
                <a:latin typeface="+mn-lt"/>
              </a:rPr>
              <a:t> of the whole data set. </a:t>
            </a:r>
          </a:p>
          <a:p>
            <a:pPr marL="342900" indent="-342900" algn="just">
              <a:spcBef>
                <a:spcPct val="5000"/>
              </a:spcBef>
            </a:pPr>
            <a:endParaRPr lang="en-US" sz="2800" b="1" dirty="0">
              <a:solidFill>
                <a:schemeClr val="hlink"/>
              </a:solidFill>
              <a:latin typeface="+mn-lt"/>
              <a:cs typeface="Calibri" pitchFamily="34" charset="0"/>
            </a:endParaRPr>
          </a:p>
          <a:p>
            <a:pPr marL="457200" lvl="1" indent="-457200" algn="just">
              <a:spcBef>
                <a:spcPct val="5000"/>
              </a:spcBef>
              <a:buFont typeface="Wingdings" panose="05000000000000000000" pitchFamily="2" charset="2"/>
              <a:buChar char="Ø"/>
            </a:pPr>
            <a:r>
              <a:rPr lang="en-US" sz="2800" dirty="0">
                <a:latin typeface="+mn-lt"/>
              </a:rPr>
              <a:t>Also defined as a single value that is used to describe the “</a:t>
            </a:r>
            <a:r>
              <a:rPr lang="en-US" sz="2800" b="1" dirty="0">
                <a:solidFill>
                  <a:srgbClr val="C00000"/>
                </a:solidFill>
                <a:latin typeface="+mn-lt"/>
              </a:rPr>
              <a:t>center</a:t>
            </a:r>
            <a:r>
              <a:rPr lang="en-US" sz="2800" dirty="0">
                <a:latin typeface="+mn-lt"/>
              </a:rPr>
              <a:t>” of the data.</a:t>
            </a:r>
          </a:p>
          <a:p>
            <a:pPr marL="342900" lvl="1" indent="-342900" algn="just">
              <a:spcBef>
                <a:spcPct val="5000"/>
              </a:spcBef>
            </a:pPr>
            <a:endParaRPr lang="en-US" sz="2800" dirty="0">
              <a:latin typeface="+mn-lt"/>
            </a:endParaRPr>
          </a:p>
          <a:p>
            <a:pPr marL="457200" lvl="1" indent="-457200" algn="just">
              <a:spcBef>
                <a:spcPct val="5000"/>
              </a:spcBef>
              <a:buFont typeface="Wingdings" panose="05000000000000000000" pitchFamily="2" charset="2"/>
              <a:buChar char="Ø"/>
            </a:pPr>
            <a:r>
              <a:rPr lang="en-US" sz="2800" dirty="0">
                <a:latin typeface="+mn-lt"/>
              </a:rPr>
              <a:t>Three </a:t>
            </a:r>
            <a:r>
              <a:rPr lang="en-US" sz="2800" dirty="0">
                <a:latin typeface="+mn-lt"/>
                <a:cs typeface="Calibri" pitchFamily="34" charset="0"/>
              </a:rPr>
              <a:t>commonly</a:t>
            </a:r>
            <a:r>
              <a:rPr lang="en-US" sz="2800" dirty="0">
                <a:latin typeface="+mn-lt"/>
              </a:rPr>
              <a:t> used measures of central tendency: </a:t>
            </a:r>
          </a:p>
          <a:p>
            <a:pPr marL="914400" lvl="2" indent="-450850" algn="just">
              <a:spcBef>
                <a:spcPct val="5000"/>
              </a:spcBef>
              <a:buFont typeface="+mj-lt"/>
              <a:buAutoNum type="arabicPeriod"/>
            </a:pPr>
            <a:r>
              <a:rPr lang="en-US" sz="2800" dirty="0">
                <a:latin typeface="+mn-lt"/>
              </a:rPr>
              <a:t>Mean </a:t>
            </a:r>
          </a:p>
          <a:p>
            <a:pPr marL="920750" lvl="2" indent="-457200" algn="just">
              <a:spcBef>
                <a:spcPct val="5000"/>
              </a:spcBef>
              <a:buFont typeface="+mj-lt"/>
              <a:buAutoNum type="arabicPeriod"/>
            </a:pPr>
            <a:r>
              <a:rPr lang="en-US" sz="2800" dirty="0">
                <a:latin typeface="+mn-lt"/>
              </a:rPr>
              <a:t>Median </a:t>
            </a:r>
          </a:p>
          <a:p>
            <a:pPr marL="920750" lvl="2" indent="-457200" algn="just">
              <a:spcBef>
                <a:spcPct val="5000"/>
              </a:spcBef>
              <a:buFont typeface="+mj-lt"/>
              <a:buAutoNum type="arabicPeriod"/>
            </a:pPr>
            <a:r>
              <a:rPr lang="en-US" sz="2800" dirty="0">
                <a:latin typeface="+mn-lt"/>
              </a:rPr>
              <a:t>Mode</a:t>
            </a:r>
            <a:endParaRPr lang="en-US" sz="2800" b="1" dirty="0">
              <a:solidFill>
                <a:schemeClr val="hlink"/>
              </a:solidFill>
              <a:latin typeface="+mn-lt"/>
              <a:cs typeface="Calibri" pitchFamily="34" charset="0"/>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8D18F12-34A5-69A8-FB08-6D477FE574C0}"/>
                  </a:ext>
                </a:extLst>
              </p14:cNvPr>
              <p14:cNvContentPartPr/>
              <p14:nvPr/>
            </p14:nvContentPartPr>
            <p14:xfrm>
              <a:off x="1828915" y="4667230"/>
              <a:ext cx="760320" cy="32040"/>
            </p14:xfrm>
          </p:contentPart>
        </mc:Choice>
        <mc:Fallback xmlns="">
          <p:pic>
            <p:nvPicPr>
              <p:cNvPr id="4" name="Ink 3">
                <a:extLst>
                  <a:ext uri="{FF2B5EF4-FFF2-40B4-BE49-F238E27FC236}">
                    <a16:creationId xmlns:a16="http://schemas.microsoft.com/office/drawing/2014/main" id="{38D18F12-34A5-69A8-FB08-6D477FE574C0}"/>
                  </a:ext>
                </a:extLst>
              </p:cNvPr>
              <p:cNvPicPr/>
              <p:nvPr/>
            </p:nvPicPr>
            <p:blipFill>
              <a:blip r:embed="rId3"/>
              <a:stretch>
                <a:fillRect/>
              </a:stretch>
            </p:blipFill>
            <p:spPr>
              <a:xfrm>
                <a:off x="1784275" y="4622230"/>
                <a:ext cx="8499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7D0EE2A-2550-F3C2-5868-B5507266DD48}"/>
                  </a:ext>
                </a:extLst>
              </p14:cNvPr>
              <p14:cNvContentPartPr/>
              <p14:nvPr/>
            </p14:nvContentPartPr>
            <p14:xfrm>
              <a:off x="1942675" y="5011750"/>
              <a:ext cx="1238400" cy="46800"/>
            </p14:xfrm>
          </p:contentPart>
        </mc:Choice>
        <mc:Fallback xmlns="">
          <p:pic>
            <p:nvPicPr>
              <p:cNvPr id="5" name="Ink 4">
                <a:extLst>
                  <a:ext uri="{FF2B5EF4-FFF2-40B4-BE49-F238E27FC236}">
                    <a16:creationId xmlns:a16="http://schemas.microsoft.com/office/drawing/2014/main" id="{47D0EE2A-2550-F3C2-5868-B5507266DD48}"/>
                  </a:ext>
                </a:extLst>
              </p:cNvPr>
              <p:cNvPicPr/>
              <p:nvPr/>
            </p:nvPicPr>
            <p:blipFill>
              <a:blip r:embed="rId5"/>
              <a:stretch>
                <a:fillRect/>
              </a:stretch>
            </p:blipFill>
            <p:spPr>
              <a:xfrm>
                <a:off x="1936555" y="5005630"/>
                <a:ext cx="12506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7ABF176-3A0F-358E-7A82-272EEE1592BA}"/>
                  </a:ext>
                </a:extLst>
              </p14:cNvPr>
              <p14:cNvContentPartPr/>
              <p14:nvPr/>
            </p14:nvContentPartPr>
            <p14:xfrm>
              <a:off x="1782475" y="5427910"/>
              <a:ext cx="1177560" cy="94320"/>
            </p14:xfrm>
          </p:contentPart>
        </mc:Choice>
        <mc:Fallback xmlns="">
          <p:pic>
            <p:nvPicPr>
              <p:cNvPr id="6" name="Ink 5">
                <a:extLst>
                  <a:ext uri="{FF2B5EF4-FFF2-40B4-BE49-F238E27FC236}">
                    <a16:creationId xmlns:a16="http://schemas.microsoft.com/office/drawing/2014/main" id="{37ABF176-3A0F-358E-7A82-272EEE1592BA}"/>
                  </a:ext>
                </a:extLst>
              </p:cNvPr>
              <p:cNvPicPr/>
              <p:nvPr/>
            </p:nvPicPr>
            <p:blipFill>
              <a:blip r:embed="rId7"/>
              <a:stretch>
                <a:fillRect/>
              </a:stretch>
            </p:blipFill>
            <p:spPr>
              <a:xfrm>
                <a:off x="1776355" y="5421790"/>
                <a:ext cx="1189800" cy="106560"/>
              </a:xfrm>
              <a:prstGeom prst="rect">
                <a:avLst/>
              </a:prstGeom>
            </p:spPr>
          </p:pic>
        </mc:Fallback>
      </mc:AlternateContent>
    </p:spTree>
    <p:extLst>
      <p:ext uri="{BB962C8B-B14F-4D97-AF65-F5344CB8AC3E}">
        <p14:creationId xmlns:p14="http://schemas.microsoft.com/office/powerpoint/2010/main" val="3174484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      Mean</a:t>
            </a:r>
            <a:endParaRPr lang="en-IN" dirty="0"/>
          </a:p>
        </p:txBody>
      </p:sp>
      <p:sp>
        <p:nvSpPr>
          <p:cNvPr id="3" name="Text Placeholder 2"/>
          <p:cNvSpPr>
            <a:spLocks noGrp="1"/>
          </p:cNvSpPr>
          <p:nvPr>
            <p:ph type="body" sz="quarter" idx="13"/>
          </p:nvPr>
        </p:nvSpPr>
        <p:spPr>
          <a:xfrm>
            <a:off x="857739" y="1143001"/>
            <a:ext cx="10160000" cy="4953000"/>
          </a:xfrm>
        </p:spPr>
        <p:txBody>
          <a:bodyPr>
            <a:normAutofit/>
          </a:bodyPr>
          <a:lstStyle/>
          <a:p>
            <a:pPr algn="just">
              <a:spcAft>
                <a:spcPts val="1200"/>
              </a:spcAft>
              <a:buFont typeface="Wingdings" panose="05000000000000000000" pitchFamily="2" charset="2"/>
              <a:buChar char="Ø"/>
            </a:pPr>
            <a:r>
              <a:rPr lang="en-US" sz="2400" dirty="0">
                <a:latin typeface="Calibri" pitchFamily="34" charset="0"/>
                <a:cs typeface="Calibri" pitchFamily="34" charset="0"/>
              </a:rPr>
              <a:t>Also referred as the “</a:t>
            </a:r>
            <a:r>
              <a:rPr lang="en-US" sz="2400" b="1" dirty="0">
                <a:solidFill>
                  <a:srgbClr val="C00000"/>
                </a:solidFill>
                <a:latin typeface="Calibri" pitchFamily="34" charset="0"/>
                <a:cs typeface="Calibri" pitchFamily="34" charset="0"/>
              </a:rPr>
              <a:t>arithmetic average</a:t>
            </a:r>
            <a:r>
              <a:rPr lang="en-US" sz="2400" dirty="0">
                <a:latin typeface="Calibri" pitchFamily="34" charset="0"/>
                <a:cs typeface="Calibri" pitchFamily="34" charset="0"/>
              </a:rPr>
              <a:t>” </a:t>
            </a:r>
          </a:p>
          <a:p>
            <a:pPr algn="just">
              <a:spcAft>
                <a:spcPts val="1200"/>
              </a:spcAft>
              <a:buFont typeface="Wingdings" panose="05000000000000000000" pitchFamily="2" charset="2"/>
              <a:buChar char="Ø"/>
            </a:pPr>
            <a:r>
              <a:rPr lang="en-US" sz="2400" dirty="0">
                <a:latin typeface="Calibri" pitchFamily="34" charset="0"/>
                <a:cs typeface="Calibri" pitchFamily="34" charset="0"/>
              </a:rPr>
              <a:t>The most commonly used measure of the center of data </a:t>
            </a:r>
          </a:p>
          <a:p>
            <a:pPr algn="just">
              <a:spcAft>
                <a:spcPts val="1200"/>
              </a:spcAft>
              <a:buFont typeface="Wingdings" panose="05000000000000000000" pitchFamily="2" charset="2"/>
              <a:buChar char="Ø"/>
            </a:pPr>
            <a:r>
              <a:rPr lang="en-US" sz="2400" dirty="0">
                <a:latin typeface="Calibri" pitchFamily="34" charset="0"/>
                <a:cs typeface="Calibri" pitchFamily="34" charset="0"/>
              </a:rPr>
              <a:t>Numbers that describe what is average or typical of the distribution</a:t>
            </a:r>
          </a:p>
          <a:p>
            <a:pPr algn="just">
              <a:spcAft>
                <a:spcPts val="1200"/>
              </a:spcAft>
              <a:buFont typeface="Wingdings" panose="05000000000000000000" pitchFamily="2" charset="2"/>
              <a:buChar char="Ø"/>
            </a:pPr>
            <a:r>
              <a:rPr lang="en-US" sz="2400" dirty="0">
                <a:latin typeface="Calibri" pitchFamily="34" charset="0"/>
                <a:cs typeface="Calibri" pitchFamily="34" charset="0"/>
              </a:rPr>
              <a:t>Computation of Sample Mean:  </a:t>
            </a:r>
          </a:p>
          <a:p>
            <a:pPr lvl="1" algn="just">
              <a:spcAft>
                <a:spcPts val="1200"/>
              </a:spcAft>
              <a:buFont typeface="Wingdings" panose="05000000000000000000" pitchFamily="2" charset="2"/>
              <a:buChar char="Ø"/>
            </a:pPr>
            <a:r>
              <a:rPr lang="en-US" sz="2400" dirty="0">
                <a:latin typeface="Calibri" pitchFamily="34" charset="0"/>
                <a:cs typeface="Calibri" pitchFamily="34" charset="0"/>
              </a:rPr>
              <a:t>              </a:t>
            </a:r>
          </a:p>
          <a:p>
            <a:pPr algn="just">
              <a:spcAft>
                <a:spcPts val="1200"/>
              </a:spcAft>
              <a:buFont typeface="Wingdings" panose="05000000000000000000" pitchFamily="2" charset="2"/>
              <a:buChar char="Ø"/>
            </a:pPr>
            <a:r>
              <a:rPr lang="en-US" sz="2400" dirty="0">
                <a:latin typeface="Calibri" pitchFamily="34" charset="0"/>
                <a:cs typeface="Calibri" pitchFamily="34" charset="0"/>
              </a:rPr>
              <a:t>Computation of the Mean for grouped Data </a:t>
            </a:r>
          </a:p>
          <a:p>
            <a:pPr algn="just">
              <a:spcAft>
                <a:spcPts val="1200"/>
              </a:spcAft>
              <a:buFont typeface="Wingdings" panose="05000000000000000000" pitchFamily="2" charset="2"/>
              <a:buChar char="Ø"/>
            </a:pPr>
            <a:r>
              <a:rPr lang="en-US" sz="2400" dirty="0">
                <a:latin typeface="Calibri" pitchFamily="34" charset="0"/>
                <a:cs typeface="Calibri" pitchFamily="34" charset="0"/>
              </a:rPr>
              <a:t>                                    where f Y  = a score multiplied by its frequency</a:t>
            </a:r>
          </a:p>
          <a:p>
            <a:endParaRPr lang="en-IN" dirty="0"/>
          </a:p>
        </p:txBody>
      </p:sp>
      <p:graphicFrame>
        <p:nvGraphicFramePr>
          <p:cNvPr id="5" name="Object 4">
            <a:hlinkClick r:id="" action="ppaction://ole?verb=0"/>
          </p:cNvPr>
          <p:cNvGraphicFramePr>
            <a:graphicFrameLocks/>
          </p:cNvGraphicFramePr>
          <p:nvPr>
            <p:extLst>
              <p:ext uri="{D42A27DB-BD31-4B8C-83A1-F6EECF244321}">
                <p14:modId xmlns:p14="http://schemas.microsoft.com/office/powerpoint/2010/main" val="2876160518"/>
              </p:ext>
            </p:extLst>
          </p:nvPr>
        </p:nvGraphicFramePr>
        <p:xfrm>
          <a:off x="5497513" y="2767013"/>
          <a:ext cx="1044575" cy="1169987"/>
        </p:xfrm>
        <a:graphic>
          <a:graphicData uri="http://schemas.openxmlformats.org/presentationml/2006/ole">
            <mc:AlternateContent xmlns:mc="http://schemas.openxmlformats.org/markup-compatibility/2006">
              <mc:Choice xmlns:v="urn:schemas-microsoft-com:vml" Requires="v">
                <p:oleObj name="Equation" r:id="rId2" imgW="622080" imgH="609480" progId="Equation.DSMT4">
                  <p:embed/>
                </p:oleObj>
              </mc:Choice>
              <mc:Fallback>
                <p:oleObj name="Equation" r:id="rId2" imgW="622080" imgH="609480" progId="Equation.DSMT4">
                  <p:embed/>
                  <p:pic>
                    <p:nvPicPr>
                      <p:cNvPr id="5" name="Object 4">
                        <a:hlinkClick r:id="" action="ppaction://ole?verb=0"/>
                      </p:cNvPr>
                      <p:cNvPicPr>
                        <a:picLocks noChangeArrowheads="1"/>
                      </p:cNvPicPr>
                      <p:nvPr/>
                    </p:nvPicPr>
                    <p:blipFill>
                      <a:blip r:embed="rId3"/>
                      <a:srcRect/>
                      <a:stretch>
                        <a:fillRect/>
                      </a:stretch>
                    </p:blipFill>
                    <p:spPr bwMode="auto">
                      <a:xfrm>
                        <a:off x="5497513" y="2767013"/>
                        <a:ext cx="1044575" cy="1169987"/>
                      </a:xfrm>
                      <a:prstGeom prst="rect">
                        <a:avLst/>
                      </a:prstGeom>
                      <a:noFill/>
                      <a:ln>
                        <a:noFill/>
                      </a:ln>
                      <a:effectLst/>
                    </p:spPr>
                  </p:pic>
                </p:oleObj>
              </mc:Fallback>
            </mc:AlternateContent>
          </a:graphicData>
        </a:graphic>
      </p:graphicFrame>
      <p:graphicFrame>
        <p:nvGraphicFramePr>
          <p:cNvPr id="6" name="Object 5">
            <a:hlinkClick r:id="" action="ppaction://ole?verb=0"/>
          </p:cNvPr>
          <p:cNvGraphicFramePr>
            <a:graphicFrameLocks/>
          </p:cNvGraphicFramePr>
          <p:nvPr>
            <p:extLst>
              <p:ext uri="{D42A27DB-BD31-4B8C-83A1-F6EECF244321}">
                <p14:modId xmlns:p14="http://schemas.microsoft.com/office/powerpoint/2010/main" val="1223875500"/>
              </p:ext>
            </p:extLst>
          </p:nvPr>
        </p:nvGraphicFramePr>
        <p:xfrm>
          <a:off x="1828800" y="4495800"/>
          <a:ext cx="1663700" cy="790575"/>
        </p:xfrm>
        <a:graphic>
          <a:graphicData uri="http://schemas.openxmlformats.org/presentationml/2006/ole">
            <mc:AlternateContent xmlns:mc="http://schemas.openxmlformats.org/markup-compatibility/2006">
              <mc:Choice xmlns:v="urn:schemas-microsoft-com:vml" Requires="v">
                <p:oleObj name="Equation" r:id="rId4" imgW="761669" imgH="634725" progId="Equation.3">
                  <p:embed/>
                </p:oleObj>
              </mc:Choice>
              <mc:Fallback>
                <p:oleObj name="Equation" r:id="rId4" imgW="761669" imgH="634725" progId="Equation.3">
                  <p:embed/>
                  <p:pic>
                    <p:nvPicPr>
                      <p:cNvPr id="6" name="Object 5">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4495800"/>
                        <a:ext cx="1663700" cy="7905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2233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Mean: Ungrouped Data</a:t>
            </a:r>
            <a:endParaRPr lang="en-IN" dirty="0"/>
          </a:p>
        </p:txBody>
      </p:sp>
      <p:sp>
        <p:nvSpPr>
          <p:cNvPr id="3" name="Text Placeholder 2"/>
          <p:cNvSpPr>
            <a:spLocks noGrp="1"/>
          </p:cNvSpPr>
          <p:nvPr>
            <p:ph type="body" sz="quarter" idx="13"/>
          </p:nvPr>
        </p:nvSpPr>
        <p:spPr/>
        <p:txBody>
          <a:bodyPr/>
          <a:lstStyle/>
          <a:p>
            <a:pPr algn="just">
              <a:buFont typeface="Wingdings" panose="05000000000000000000" pitchFamily="2" charset="2"/>
              <a:buChar char="Ø"/>
            </a:pPr>
            <a:r>
              <a:rPr lang="en-US" sz="2000" dirty="0">
                <a:latin typeface="+mn-lt"/>
              </a:rPr>
              <a:t>Suppose you define the time to get ready as the time (rounded to the nearest minute) from when you get out of bed to when you leave your home. You collect the times shown below for 10 consecutive work days:</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502091687"/>
              </p:ext>
            </p:extLst>
          </p:nvPr>
        </p:nvGraphicFramePr>
        <p:xfrm>
          <a:off x="1904998" y="2763520"/>
          <a:ext cx="8153398" cy="1005840"/>
        </p:xfrm>
        <a:graphic>
          <a:graphicData uri="http://schemas.openxmlformats.org/drawingml/2006/table">
            <a:tbl>
              <a:tblPr firstRow="1" bandRow="1">
                <a:tableStyleId>{5C22544A-7EE6-4342-B048-85BDC9FD1C3A}</a:tableStyleId>
              </a:tblPr>
              <a:tblGrid>
                <a:gridCol w="741218">
                  <a:extLst>
                    <a:ext uri="{9D8B030D-6E8A-4147-A177-3AD203B41FA5}">
                      <a16:colId xmlns:a16="http://schemas.microsoft.com/office/drawing/2014/main" val="2295195401"/>
                    </a:ext>
                  </a:extLst>
                </a:gridCol>
                <a:gridCol w="741218">
                  <a:extLst>
                    <a:ext uri="{9D8B030D-6E8A-4147-A177-3AD203B41FA5}">
                      <a16:colId xmlns:a16="http://schemas.microsoft.com/office/drawing/2014/main" val="2408280749"/>
                    </a:ext>
                  </a:extLst>
                </a:gridCol>
                <a:gridCol w="741218">
                  <a:extLst>
                    <a:ext uri="{9D8B030D-6E8A-4147-A177-3AD203B41FA5}">
                      <a16:colId xmlns:a16="http://schemas.microsoft.com/office/drawing/2014/main" val="3861680707"/>
                    </a:ext>
                  </a:extLst>
                </a:gridCol>
                <a:gridCol w="741218">
                  <a:extLst>
                    <a:ext uri="{9D8B030D-6E8A-4147-A177-3AD203B41FA5}">
                      <a16:colId xmlns:a16="http://schemas.microsoft.com/office/drawing/2014/main" val="2759746080"/>
                    </a:ext>
                  </a:extLst>
                </a:gridCol>
                <a:gridCol w="741218">
                  <a:extLst>
                    <a:ext uri="{9D8B030D-6E8A-4147-A177-3AD203B41FA5}">
                      <a16:colId xmlns:a16="http://schemas.microsoft.com/office/drawing/2014/main" val="3629075748"/>
                    </a:ext>
                  </a:extLst>
                </a:gridCol>
                <a:gridCol w="741218">
                  <a:extLst>
                    <a:ext uri="{9D8B030D-6E8A-4147-A177-3AD203B41FA5}">
                      <a16:colId xmlns:a16="http://schemas.microsoft.com/office/drawing/2014/main" val="3778133911"/>
                    </a:ext>
                  </a:extLst>
                </a:gridCol>
                <a:gridCol w="741218">
                  <a:extLst>
                    <a:ext uri="{9D8B030D-6E8A-4147-A177-3AD203B41FA5}">
                      <a16:colId xmlns:a16="http://schemas.microsoft.com/office/drawing/2014/main" val="2476622935"/>
                    </a:ext>
                  </a:extLst>
                </a:gridCol>
                <a:gridCol w="741218">
                  <a:extLst>
                    <a:ext uri="{9D8B030D-6E8A-4147-A177-3AD203B41FA5}">
                      <a16:colId xmlns:a16="http://schemas.microsoft.com/office/drawing/2014/main" val="54939176"/>
                    </a:ext>
                  </a:extLst>
                </a:gridCol>
                <a:gridCol w="741218">
                  <a:extLst>
                    <a:ext uri="{9D8B030D-6E8A-4147-A177-3AD203B41FA5}">
                      <a16:colId xmlns:a16="http://schemas.microsoft.com/office/drawing/2014/main" val="2218522841"/>
                    </a:ext>
                  </a:extLst>
                </a:gridCol>
                <a:gridCol w="741218">
                  <a:extLst>
                    <a:ext uri="{9D8B030D-6E8A-4147-A177-3AD203B41FA5}">
                      <a16:colId xmlns:a16="http://schemas.microsoft.com/office/drawing/2014/main" val="2161161150"/>
                    </a:ext>
                  </a:extLst>
                </a:gridCol>
                <a:gridCol w="741218">
                  <a:extLst>
                    <a:ext uri="{9D8B030D-6E8A-4147-A177-3AD203B41FA5}">
                      <a16:colId xmlns:a16="http://schemas.microsoft.com/office/drawing/2014/main" val="2624587810"/>
                    </a:ext>
                  </a:extLst>
                </a:gridCol>
              </a:tblGrid>
              <a:tr h="284480">
                <a:tc>
                  <a:txBody>
                    <a:bodyPr/>
                    <a:lstStyle/>
                    <a:p>
                      <a:r>
                        <a:rPr lang="en-US" dirty="0"/>
                        <a:t>Day</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2921505956"/>
                  </a:ext>
                </a:extLst>
              </a:tr>
              <a:tr h="370840">
                <a:tc>
                  <a:txBody>
                    <a:bodyPr/>
                    <a:lstStyle/>
                    <a:p>
                      <a:r>
                        <a:rPr lang="en-US" dirty="0"/>
                        <a:t>Time (min)</a:t>
                      </a:r>
                    </a:p>
                  </a:txBody>
                  <a:tcPr/>
                </a:tc>
                <a:tc>
                  <a:txBody>
                    <a:bodyPr/>
                    <a:lstStyle/>
                    <a:p>
                      <a:r>
                        <a:rPr lang="en-US" dirty="0"/>
                        <a:t>39</a:t>
                      </a:r>
                    </a:p>
                  </a:txBody>
                  <a:tcPr/>
                </a:tc>
                <a:tc>
                  <a:txBody>
                    <a:bodyPr/>
                    <a:lstStyle/>
                    <a:p>
                      <a:r>
                        <a:rPr lang="en-US" dirty="0"/>
                        <a:t>29</a:t>
                      </a:r>
                    </a:p>
                  </a:txBody>
                  <a:tcPr/>
                </a:tc>
                <a:tc>
                  <a:txBody>
                    <a:bodyPr/>
                    <a:lstStyle/>
                    <a:p>
                      <a:r>
                        <a:rPr lang="en-US" dirty="0"/>
                        <a:t>43</a:t>
                      </a:r>
                    </a:p>
                  </a:txBody>
                  <a:tcPr/>
                </a:tc>
                <a:tc>
                  <a:txBody>
                    <a:bodyPr/>
                    <a:lstStyle/>
                    <a:p>
                      <a:r>
                        <a:rPr lang="en-US" dirty="0"/>
                        <a:t>52</a:t>
                      </a:r>
                    </a:p>
                  </a:txBody>
                  <a:tcPr/>
                </a:tc>
                <a:tc>
                  <a:txBody>
                    <a:bodyPr/>
                    <a:lstStyle/>
                    <a:p>
                      <a:r>
                        <a:rPr lang="en-US" dirty="0"/>
                        <a:t>39</a:t>
                      </a:r>
                    </a:p>
                  </a:txBody>
                  <a:tcPr/>
                </a:tc>
                <a:tc>
                  <a:txBody>
                    <a:bodyPr/>
                    <a:lstStyle/>
                    <a:p>
                      <a:r>
                        <a:rPr lang="en-US" dirty="0"/>
                        <a:t>44</a:t>
                      </a:r>
                    </a:p>
                  </a:txBody>
                  <a:tcPr/>
                </a:tc>
                <a:tc>
                  <a:txBody>
                    <a:bodyPr/>
                    <a:lstStyle/>
                    <a:p>
                      <a:r>
                        <a:rPr lang="en-US" dirty="0"/>
                        <a:t>40</a:t>
                      </a:r>
                    </a:p>
                  </a:txBody>
                  <a:tcPr/>
                </a:tc>
                <a:tc>
                  <a:txBody>
                    <a:bodyPr/>
                    <a:lstStyle/>
                    <a:p>
                      <a:r>
                        <a:rPr lang="en-US" dirty="0"/>
                        <a:t>31</a:t>
                      </a:r>
                    </a:p>
                  </a:txBody>
                  <a:tcPr/>
                </a:tc>
                <a:tc>
                  <a:txBody>
                    <a:bodyPr/>
                    <a:lstStyle/>
                    <a:p>
                      <a:r>
                        <a:rPr lang="en-US" dirty="0"/>
                        <a:t>44</a:t>
                      </a:r>
                    </a:p>
                  </a:txBody>
                  <a:tcPr/>
                </a:tc>
                <a:tc>
                  <a:txBody>
                    <a:bodyPr/>
                    <a:lstStyle/>
                    <a:p>
                      <a:r>
                        <a:rPr lang="en-US" dirty="0"/>
                        <a:t>35</a:t>
                      </a:r>
                    </a:p>
                  </a:txBody>
                  <a:tcPr/>
                </a:tc>
                <a:extLst>
                  <a:ext uri="{0D108BD9-81ED-4DB2-BD59-A6C34878D82A}">
                    <a16:rowId xmlns:a16="http://schemas.microsoft.com/office/drawing/2014/main" val="2292161714"/>
                  </a:ext>
                </a:extLst>
              </a:tr>
            </a:tbl>
          </a:graphicData>
        </a:graphic>
      </p:graphicFrame>
      <p:pic>
        <p:nvPicPr>
          <p:cNvPr id="6" name="Picture 5"/>
          <p:cNvPicPr>
            <a:picLocks noChangeAspect="1"/>
          </p:cNvPicPr>
          <p:nvPr/>
        </p:nvPicPr>
        <p:blipFill>
          <a:blip r:embed="rId2"/>
          <a:stretch>
            <a:fillRect/>
          </a:stretch>
        </p:blipFill>
        <p:spPr>
          <a:xfrm>
            <a:off x="2133600" y="3975175"/>
            <a:ext cx="4133449" cy="2501825"/>
          </a:xfrm>
          <a:prstGeom prst="rect">
            <a:avLst/>
          </a:prstGeom>
        </p:spPr>
      </p:pic>
    </p:spTree>
    <p:extLst>
      <p:ext uri="{BB962C8B-B14F-4D97-AF65-F5344CB8AC3E}">
        <p14:creationId xmlns:p14="http://schemas.microsoft.com/office/powerpoint/2010/main" val="2594683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Frequency distribution</a:t>
            </a:r>
            <a:endParaRPr lang="en-IN" dirty="0"/>
          </a:p>
        </p:txBody>
      </p:sp>
      <p:sp>
        <p:nvSpPr>
          <p:cNvPr id="5" name="TextBox 4"/>
          <p:cNvSpPr txBox="1"/>
          <p:nvPr/>
        </p:nvSpPr>
        <p:spPr>
          <a:xfrm>
            <a:off x="1143000" y="1078468"/>
            <a:ext cx="4876800" cy="369332"/>
          </a:xfrm>
          <a:prstGeom prst="rect">
            <a:avLst/>
          </a:prstGeom>
          <a:noFill/>
        </p:spPr>
        <p:txBody>
          <a:bodyPr wrap="square" rtlCol="0">
            <a:spAutoFit/>
          </a:bodyPr>
          <a:lstStyle/>
          <a:p>
            <a:r>
              <a:rPr lang="en-US" b="1" dirty="0"/>
              <a:t>Data of Children watching TV in Bengaluru</a:t>
            </a:r>
          </a:p>
        </p:txBody>
      </p:sp>
      <p:pic>
        <p:nvPicPr>
          <p:cNvPr id="6" name="Picture 5"/>
          <p:cNvPicPr>
            <a:picLocks noChangeAspect="1"/>
          </p:cNvPicPr>
          <p:nvPr/>
        </p:nvPicPr>
        <p:blipFill>
          <a:blip r:embed="rId2"/>
          <a:stretch>
            <a:fillRect/>
          </a:stretch>
        </p:blipFill>
        <p:spPr>
          <a:xfrm>
            <a:off x="990600" y="1600200"/>
            <a:ext cx="4658375" cy="2476846"/>
          </a:xfrm>
          <a:prstGeom prst="rect">
            <a:avLst/>
          </a:prstGeom>
        </p:spPr>
      </p:pic>
      <p:pic>
        <p:nvPicPr>
          <p:cNvPr id="7"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23004" t="11453" r="21182" b="5482"/>
          <a:stretch/>
        </p:blipFill>
        <p:spPr bwMode="auto">
          <a:xfrm>
            <a:off x="6705600" y="1981200"/>
            <a:ext cx="3657601" cy="304220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310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normAutofit fontScale="90000"/>
          </a:bodyPr>
          <a:lstStyle/>
          <a:p>
            <a:br>
              <a:rPr lang="en-US" dirty="0"/>
            </a:br>
            <a:r>
              <a:rPr lang="en-US" dirty="0"/>
              <a:t>Mean</a:t>
            </a:r>
            <a:endParaRPr lang="en-IN" dirty="0"/>
          </a:p>
        </p:txBody>
      </p:sp>
      <p:sp>
        <p:nvSpPr>
          <p:cNvPr id="3" name="Text Placeholder 2"/>
          <p:cNvSpPr>
            <a:spLocks noGrp="1"/>
          </p:cNvSpPr>
          <p:nvPr>
            <p:ph type="body" sz="quarter" idx="13"/>
          </p:nvPr>
        </p:nvSpPr>
        <p:spPr>
          <a:xfrm>
            <a:off x="609600" y="990600"/>
            <a:ext cx="11049000" cy="5638800"/>
          </a:xfrm>
        </p:spPr>
        <p:txBody>
          <a:bodyPr>
            <a:normAutofit fontScale="25000" lnSpcReduction="20000"/>
          </a:bodyPr>
          <a:lstStyle/>
          <a:p>
            <a:pPr>
              <a:buFont typeface="Wingdings" panose="05000000000000000000" pitchFamily="2" charset="2"/>
              <a:buChar char="Ø"/>
            </a:pPr>
            <a:r>
              <a:rPr lang="en-US" sz="8000" b="1" dirty="0">
                <a:latin typeface="Calibri" pitchFamily="34" charset="0"/>
                <a:cs typeface="Calibri" pitchFamily="34" charset="0"/>
              </a:rPr>
              <a:t>PROPERTIES</a:t>
            </a:r>
          </a:p>
          <a:p>
            <a:pPr algn="just">
              <a:spcAft>
                <a:spcPts val="1200"/>
              </a:spcAft>
              <a:buFont typeface="Courier New" panose="02070309020205020404" pitchFamily="49" charset="0"/>
              <a:buChar char="o"/>
            </a:pPr>
            <a:r>
              <a:rPr lang="en-US" sz="7200" dirty="0">
                <a:latin typeface="+mn-lt"/>
                <a:cs typeface="Calibri" pitchFamily="34" charset="0"/>
              </a:rPr>
              <a:t>Mean is the most stable among other measures of central tendency because every score contributes to the value of the mean. </a:t>
            </a:r>
          </a:p>
          <a:p>
            <a:pPr algn="just">
              <a:spcAft>
                <a:spcPts val="1200"/>
              </a:spcAft>
              <a:buFont typeface="Courier New" panose="02070309020205020404" pitchFamily="49" charset="0"/>
              <a:buChar char="o"/>
            </a:pPr>
            <a:r>
              <a:rPr lang="en-US" sz="7200" dirty="0">
                <a:latin typeface="+mn-lt"/>
                <a:cs typeface="Calibri" pitchFamily="34" charset="0"/>
              </a:rPr>
              <a:t>It may easily be affected by the extreme scores. </a:t>
            </a:r>
          </a:p>
          <a:p>
            <a:pPr algn="just">
              <a:spcAft>
                <a:spcPts val="1200"/>
              </a:spcAft>
              <a:buFont typeface="Courier New" panose="02070309020205020404" pitchFamily="49" charset="0"/>
              <a:buChar char="o"/>
            </a:pPr>
            <a:r>
              <a:rPr lang="en-US" sz="7200" dirty="0">
                <a:latin typeface="+mn-lt"/>
                <a:cs typeface="Calibri" pitchFamily="34" charset="0"/>
              </a:rPr>
              <a:t>The sum of each score’s distance from the mean is zero.</a:t>
            </a:r>
          </a:p>
          <a:p>
            <a:pPr algn="just">
              <a:spcAft>
                <a:spcPts val="1200"/>
              </a:spcAft>
              <a:buFont typeface="Courier New" panose="02070309020205020404" pitchFamily="49" charset="0"/>
              <a:buChar char="o"/>
            </a:pPr>
            <a:r>
              <a:rPr lang="en-US" sz="7200" dirty="0">
                <a:latin typeface="+mn-lt"/>
                <a:cs typeface="Calibri" pitchFamily="34" charset="0"/>
              </a:rPr>
              <a:t>It may not be an actual score in the distribution</a:t>
            </a:r>
          </a:p>
          <a:p>
            <a:pPr algn="just">
              <a:spcAft>
                <a:spcPts val="1200"/>
              </a:spcAft>
              <a:buFont typeface="Courier New" panose="02070309020205020404" pitchFamily="49" charset="0"/>
              <a:buChar char="o"/>
            </a:pPr>
            <a:r>
              <a:rPr lang="en-US" sz="7200" dirty="0">
                <a:latin typeface="+mn-lt"/>
                <a:cs typeface="Calibri" pitchFamily="34" charset="0"/>
              </a:rPr>
              <a:t>It is very easy to compute. </a:t>
            </a:r>
          </a:p>
          <a:p>
            <a:pPr algn="just">
              <a:spcAft>
                <a:spcPts val="1200"/>
              </a:spcAft>
              <a:buFont typeface="Wingdings" panose="05000000000000000000" pitchFamily="2" charset="2"/>
              <a:buChar char="Ø"/>
            </a:pPr>
            <a:r>
              <a:rPr lang="en-US" sz="8000" b="1" dirty="0">
                <a:latin typeface="+mn-lt"/>
                <a:cs typeface="Calibri" pitchFamily="34" charset="0"/>
              </a:rPr>
              <a:t>When to Use the Mean</a:t>
            </a:r>
          </a:p>
          <a:p>
            <a:pPr algn="just">
              <a:spcAft>
                <a:spcPts val="1200"/>
              </a:spcAft>
              <a:buFont typeface="Courier New" panose="02070309020205020404" pitchFamily="49" charset="0"/>
              <a:buChar char="o"/>
            </a:pPr>
            <a:r>
              <a:rPr lang="en-US" sz="7200" dirty="0">
                <a:latin typeface="+mn-lt"/>
              </a:rPr>
              <a:t>Data is quantitative in nature without extreme/outlier observations.</a:t>
            </a:r>
          </a:p>
          <a:p>
            <a:pPr algn="just">
              <a:spcAft>
                <a:spcPts val="1200"/>
              </a:spcAft>
              <a:buFont typeface="Courier New" panose="02070309020205020404" pitchFamily="49" charset="0"/>
              <a:buChar char="o"/>
            </a:pPr>
            <a:r>
              <a:rPr lang="en-US" sz="7200" dirty="0">
                <a:latin typeface="+mn-lt"/>
                <a:cs typeface="Calibri" pitchFamily="34" charset="0"/>
              </a:rPr>
              <a:t>It can be applied to interval and ratio levels of measurements</a:t>
            </a:r>
            <a:endParaRPr lang="en-US" sz="7200" dirty="0">
              <a:latin typeface="+mn-lt"/>
            </a:endParaRPr>
          </a:p>
          <a:p>
            <a:pPr algn="just">
              <a:spcAft>
                <a:spcPts val="1200"/>
              </a:spcAft>
              <a:buFont typeface="Courier New" panose="02070309020205020404" pitchFamily="49" charset="0"/>
              <a:buChar char="o"/>
            </a:pPr>
            <a:r>
              <a:rPr lang="en-US" sz="7200" dirty="0">
                <a:latin typeface="+mn-lt"/>
              </a:rPr>
              <a:t>Sampling stability is desired. </a:t>
            </a:r>
          </a:p>
          <a:p>
            <a:pPr algn="just">
              <a:spcAft>
                <a:spcPts val="1200"/>
              </a:spcAft>
              <a:buFont typeface="Courier New" panose="02070309020205020404" pitchFamily="49" charset="0"/>
              <a:buChar char="o"/>
            </a:pPr>
            <a:r>
              <a:rPr lang="en-US" sz="7200" dirty="0">
                <a:latin typeface="+mn-lt"/>
              </a:rPr>
              <a:t>Other measures are to be computed such as standard deviation, coefficient of variation and skewness</a:t>
            </a:r>
          </a:p>
          <a:p>
            <a:pPr algn="just">
              <a:spcAft>
                <a:spcPts val="1200"/>
              </a:spcAft>
              <a:buFont typeface="Courier New" panose="02070309020205020404" pitchFamily="49" charset="0"/>
              <a:buChar char="o"/>
            </a:pPr>
            <a:endParaRPr lang="en-US" sz="9600" dirty="0">
              <a:latin typeface="+mn-lt"/>
            </a:endParaRPr>
          </a:p>
          <a:p>
            <a:pPr algn="just">
              <a:spcAft>
                <a:spcPts val="1200"/>
              </a:spcAft>
              <a:buFont typeface="Courier New" panose="02070309020205020404" pitchFamily="49" charset="0"/>
              <a:buChar char="o"/>
            </a:pPr>
            <a:endParaRPr lang="en-US" sz="9600" dirty="0">
              <a:latin typeface="Calibri" pitchFamily="34" charset="0"/>
              <a:cs typeface="Calibri" pitchFamily="34" charset="0"/>
            </a:endParaRPr>
          </a:p>
          <a:p>
            <a:pPr algn="just">
              <a:buFont typeface="Courier New" panose="02070309020205020404" pitchFamily="49" charset="0"/>
              <a:buChar char="o"/>
            </a:pPr>
            <a:endParaRPr lang="en-IN" sz="20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75BBF31-7474-D809-F94D-23B3A0BB797A}"/>
                  </a:ext>
                </a:extLst>
              </p14:cNvPr>
              <p14:cNvContentPartPr/>
              <p14:nvPr/>
            </p14:nvContentPartPr>
            <p14:xfrm>
              <a:off x="875635" y="5505670"/>
              <a:ext cx="2913480" cy="155520"/>
            </p14:xfrm>
          </p:contentPart>
        </mc:Choice>
        <mc:Fallback xmlns="">
          <p:pic>
            <p:nvPicPr>
              <p:cNvPr id="4" name="Ink 3">
                <a:extLst>
                  <a:ext uri="{FF2B5EF4-FFF2-40B4-BE49-F238E27FC236}">
                    <a16:creationId xmlns:a16="http://schemas.microsoft.com/office/drawing/2014/main" id="{375BBF31-7474-D809-F94D-23B3A0BB797A}"/>
                  </a:ext>
                </a:extLst>
              </p:cNvPr>
              <p:cNvPicPr/>
              <p:nvPr/>
            </p:nvPicPr>
            <p:blipFill>
              <a:blip r:embed="rId3"/>
              <a:stretch>
                <a:fillRect/>
              </a:stretch>
            </p:blipFill>
            <p:spPr>
              <a:xfrm>
                <a:off x="869515" y="5499550"/>
                <a:ext cx="29257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17DDFDB-22C5-C9C0-DA90-F56AFED78F08}"/>
                  </a:ext>
                </a:extLst>
              </p14:cNvPr>
              <p14:cNvContentPartPr/>
              <p14:nvPr/>
            </p14:nvContentPartPr>
            <p14:xfrm>
              <a:off x="4962715" y="6085270"/>
              <a:ext cx="5539680" cy="135720"/>
            </p14:xfrm>
          </p:contentPart>
        </mc:Choice>
        <mc:Fallback xmlns="">
          <p:pic>
            <p:nvPicPr>
              <p:cNvPr id="5" name="Ink 4">
                <a:extLst>
                  <a:ext uri="{FF2B5EF4-FFF2-40B4-BE49-F238E27FC236}">
                    <a16:creationId xmlns:a16="http://schemas.microsoft.com/office/drawing/2014/main" id="{E17DDFDB-22C5-C9C0-DA90-F56AFED78F08}"/>
                  </a:ext>
                </a:extLst>
              </p:cNvPr>
              <p:cNvPicPr/>
              <p:nvPr/>
            </p:nvPicPr>
            <p:blipFill>
              <a:blip r:embed="rId5"/>
              <a:stretch>
                <a:fillRect/>
              </a:stretch>
            </p:blipFill>
            <p:spPr>
              <a:xfrm>
                <a:off x="4956595" y="6079150"/>
                <a:ext cx="5551920" cy="147960"/>
              </a:xfrm>
              <a:prstGeom prst="rect">
                <a:avLst/>
              </a:prstGeom>
            </p:spPr>
          </p:pic>
        </mc:Fallback>
      </mc:AlternateContent>
    </p:spTree>
    <p:extLst>
      <p:ext uri="{BB962C8B-B14F-4D97-AF65-F5344CB8AC3E}">
        <p14:creationId xmlns:p14="http://schemas.microsoft.com/office/powerpoint/2010/main" val="2243572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a:t>
            </a:r>
            <a:endParaRPr lang="en-IN" dirty="0"/>
          </a:p>
        </p:txBody>
      </p:sp>
      <p:sp>
        <p:nvSpPr>
          <p:cNvPr id="3" name="Text Placeholder 2"/>
          <p:cNvSpPr>
            <a:spLocks noGrp="1"/>
          </p:cNvSpPr>
          <p:nvPr>
            <p:ph type="body" sz="quarter" idx="13"/>
          </p:nvPr>
        </p:nvSpPr>
        <p:spPr>
          <a:xfrm>
            <a:off x="857739" y="1066801"/>
            <a:ext cx="10160000" cy="3262314"/>
          </a:xfrm>
        </p:spPr>
        <p:txBody>
          <a:bodyPr/>
          <a:lstStyle/>
          <a:p>
            <a:pPr algn="just">
              <a:spcAft>
                <a:spcPts val="600"/>
              </a:spcAft>
              <a:buFont typeface="Wingdings" panose="05000000000000000000" pitchFamily="2" charset="2"/>
              <a:buChar char="Ø"/>
            </a:pPr>
            <a:r>
              <a:rPr lang="en-US" sz="2000" dirty="0">
                <a:latin typeface="Calibri" pitchFamily="34" charset="0"/>
                <a:cs typeface="Calibri" pitchFamily="34" charset="0"/>
              </a:rPr>
              <a:t>The category or score with the largest frequency (or percentage) in the distribution.</a:t>
            </a:r>
          </a:p>
          <a:p>
            <a:pPr algn="just">
              <a:spcAft>
                <a:spcPts val="600"/>
              </a:spcAft>
              <a:buFont typeface="Wingdings" panose="05000000000000000000" pitchFamily="2" charset="2"/>
              <a:buChar char="Ø"/>
            </a:pPr>
            <a:r>
              <a:rPr lang="en-US" sz="2000" dirty="0">
                <a:latin typeface="Calibri" pitchFamily="34" charset="0"/>
                <a:cs typeface="Calibri" pitchFamily="34" charset="0"/>
              </a:rPr>
              <a:t>The mode can be calculated for variables with levels of measurement that are: nominal, ordinal, or interval-ratio.</a:t>
            </a:r>
          </a:p>
          <a:p>
            <a:endParaRPr lang="en-IN" dirty="0"/>
          </a:p>
        </p:txBody>
      </p:sp>
      <p:sp>
        <p:nvSpPr>
          <p:cNvPr id="5" name="Rectangle 3"/>
          <p:cNvSpPr>
            <a:spLocks noGrp="1" noChangeArrowheads="1"/>
          </p:cNvSpPr>
          <p:nvPr>
            <p:ph type="body" idx="4294967295"/>
          </p:nvPr>
        </p:nvSpPr>
        <p:spPr>
          <a:xfrm>
            <a:off x="857739" y="2438400"/>
            <a:ext cx="10419861" cy="2667000"/>
          </a:xfrm>
          <a:prstGeom prst="rect">
            <a:avLst/>
          </a:prstGeom>
          <a:solidFill>
            <a:schemeClr val="bg1">
              <a:lumMod val="95000"/>
            </a:schemeClr>
          </a:solidFill>
          <a:ln>
            <a:solidFill>
              <a:schemeClr val="tx1">
                <a:lumMod val="95000"/>
                <a:lumOff val="5000"/>
              </a:schemeClr>
            </a:solidFill>
          </a:ln>
          <a:effectLst/>
        </p:spPr>
        <p:txBody>
          <a:bodyPr vert="horz" lIns="90488" tIns="44450" rIns="90488" bIns="44450" rtlCol="0">
            <a:normAutofit/>
          </a:bodyPr>
          <a:lstStyle/>
          <a:p>
            <a:pPr marL="0" indent="0" algn="just" rtl="0">
              <a:buNone/>
            </a:pPr>
            <a:r>
              <a:rPr lang="en-US" sz="2400" i="1" dirty="0">
                <a:latin typeface="Calibri" pitchFamily="34" charset="0"/>
                <a:cs typeface="Calibri" pitchFamily="34" charset="0"/>
              </a:rPr>
              <a:t>Example</a:t>
            </a:r>
            <a:r>
              <a:rPr lang="en-US" sz="2400" dirty="0">
                <a:latin typeface="Calibri" pitchFamily="34" charset="0"/>
                <a:cs typeface="Calibri" pitchFamily="34" charset="0"/>
              </a:rPr>
              <a:t>: </a:t>
            </a:r>
          </a:p>
          <a:p>
            <a:pPr algn="just" rtl="0">
              <a:buFont typeface="Wingdings" panose="05000000000000000000" pitchFamily="2" charset="2"/>
              <a:buChar char="Ø"/>
            </a:pPr>
            <a:r>
              <a:rPr lang="en-US" sz="1800" dirty="0"/>
              <a:t>A systems manager in charge of a company s network keeps track of the number of server failures that occur in a day. Compute the mode for the following data, which represents the number of server failures in a day for the past two weeks:</a:t>
            </a:r>
            <a:r>
              <a:rPr lang="en-US" sz="1800" kern="1200" dirty="0">
                <a:solidFill>
                  <a:schemeClr val="tx1"/>
                </a:solidFill>
                <a:cs typeface="Calibri" pitchFamily="34" charset="0"/>
              </a:rPr>
              <a:t>.</a:t>
            </a:r>
          </a:p>
          <a:p>
            <a:pPr marL="0" indent="0" algn="l" rtl="0">
              <a:lnSpc>
                <a:spcPct val="150000"/>
              </a:lnSpc>
              <a:buNone/>
            </a:pPr>
            <a:r>
              <a:rPr lang="en-US" sz="1800" dirty="0"/>
              <a:t>1      3 	0 	3 	26	2 	7 	4	 2 	3 	3 	6 	3</a:t>
            </a:r>
          </a:p>
          <a:p>
            <a:pPr algn="just">
              <a:buFont typeface="Wingdings" panose="05000000000000000000" pitchFamily="2" charset="2"/>
              <a:buChar char="Ø"/>
            </a:pPr>
            <a:r>
              <a:rPr lang="en-US" sz="1800" dirty="0"/>
              <a:t>Because 3 appears five times, more times than any other value, the mode is 3. Thus, the systems manager can say that the most common occurrence is having three server failures in a day.</a:t>
            </a:r>
            <a:endParaRPr lang="en-US" sz="1800" dirty="0">
              <a:cs typeface="Calibri" pitchFamily="34" charset="0"/>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08F264A-E453-A73C-CDCD-54CA4717096A}"/>
                  </a:ext>
                </a:extLst>
              </p14:cNvPr>
              <p14:cNvContentPartPr/>
              <p14:nvPr/>
            </p14:nvContentPartPr>
            <p14:xfrm>
              <a:off x="9734515" y="1927990"/>
              <a:ext cx="1544040" cy="80280"/>
            </p14:xfrm>
          </p:contentPart>
        </mc:Choice>
        <mc:Fallback xmlns="">
          <p:pic>
            <p:nvPicPr>
              <p:cNvPr id="4" name="Ink 3">
                <a:extLst>
                  <a:ext uri="{FF2B5EF4-FFF2-40B4-BE49-F238E27FC236}">
                    <a16:creationId xmlns:a16="http://schemas.microsoft.com/office/drawing/2014/main" id="{908F264A-E453-A73C-CDCD-54CA4717096A}"/>
                  </a:ext>
                </a:extLst>
              </p:cNvPr>
              <p:cNvPicPr/>
              <p:nvPr/>
            </p:nvPicPr>
            <p:blipFill>
              <a:blip r:embed="rId3"/>
              <a:stretch>
                <a:fillRect/>
              </a:stretch>
            </p:blipFill>
            <p:spPr>
              <a:xfrm>
                <a:off x="9728395" y="1921870"/>
                <a:ext cx="15562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DF9E52-9A59-2D6E-E1C2-D7311EC1CE4C}"/>
                  </a:ext>
                </a:extLst>
              </p14:cNvPr>
              <p14:cNvContentPartPr/>
              <p14:nvPr/>
            </p14:nvContentPartPr>
            <p14:xfrm>
              <a:off x="925675" y="2015830"/>
              <a:ext cx="2881800" cy="222840"/>
            </p14:xfrm>
          </p:contentPart>
        </mc:Choice>
        <mc:Fallback xmlns="">
          <p:pic>
            <p:nvPicPr>
              <p:cNvPr id="6" name="Ink 5">
                <a:extLst>
                  <a:ext uri="{FF2B5EF4-FFF2-40B4-BE49-F238E27FC236}">
                    <a16:creationId xmlns:a16="http://schemas.microsoft.com/office/drawing/2014/main" id="{FFDF9E52-9A59-2D6E-E1C2-D7311EC1CE4C}"/>
                  </a:ext>
                </a:extLst>
              </p:cNvPr>
              <p:cNvPicPr/>
              <p:nvPr/>
            </p:nvPicPr>
            <p:blipFill>
              <a:blip r:embed="rId5"/>
              <a:stretch>
                <a:fillRect/>
              </a:stretch>
            </p:blipFill>
            <p:spPr>
              <a:xfrm>
                <a:off x="919555" y="2009710"/>
                <a:ext cx="289404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F8DC4F9-382C-B9B1-6B3C-150D410BA02F}"/>
                  </a:ext>
                </a:extLst>
              </p14:cNvPr>
              <p14:cNvContentPartPr/>
              <p14:nvPr/>
            </p14:nvContentPartPr>
            <p14:xfrm>
              <a:off x="1287475" y="4149550"/>
              <a:ext cx="232200" cy="101880"/>
            </p14:xfrm>
          </p:contentPart>
        </mc:Choice>
        <mc:Fallback xmlns="">
          <p:pic>
            <p:nvPicPr>
              <p:cNvPr id="7" name="Ink 6">
                <a:extLst>
                  <a:ext uri="{FF2B5EF4-FFF2-40B4-BE49-F238E27FC236}">
                    <a16:creationId xmlns:a16="http://schemas.microsoft.com/office/drawing/2014/main" id="{BF8DC4F9-382C-B9B1-6B3C-150D410BA02F}"/>
                  </a:ext>
                </a:extLst>
              </p:cNvPr>
              <p:cNvPicPr/>
              <p:nvPr/>
            </p:nvPicPr>
            <p:blipFill>
              <a:blip r:embed="rId7"/>
              <a:stretch>
                <a:fillRect/>
              </a:stretch>
            </p:blipFill>
            <p:spPr>
              <a:xfrm>
                <a:off x="1281355" y="4143430"/>
                <a:ext cx="244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15CB8295-58B3-BE3D-18B6-59A8F1DF8DB4}"/>
                  </a:ext>
                </a:extLst>
              </p14:cNvPr>
              <p14:cNvContentPartPr/>
              <p14:nvPr/>
            </p14:nvContentPartPr>
            <p14:xfrm>
              <a:off x="2779315" y="4186990"/>
              <a:ext cx="169920" cy="52920"/>
            </p14:xfrm>
          </p:contentPart>
        </mc:Choice>
        <mc:Fallback xmlns="">
          <p:pic>
            <p:nvPicPr>
              <p:cNvPr id="8" name="Ink 7">
                <a:extLst>
                  <a:ext uri="{FF2B5EF4-FFF2-40B4-BE49-F238E27FC236}">
                    <a16:creationId xmlns:a16="http://schemas.microsoft.com/office/drawing/2014/main" id="{15CB8295-58B3-BE3D-18B6-59A8F1DF8DB4}"/>
                  </a:ext>
                </a:extLst>
              </p:cNvPr>
              <p:cNvPicPr/>
              <p:nvPr/>
            </p:nvPicPr>
            <p:blipFill>
              <a:blip r:embed="rId9"/>
              <a:stretch>
                <a:fillRect/>
              </a:stretch>
            </p:blipFill>
            <p:spPr>
              <a:xfrm>
                <a:off x="2773195" y="4180870"/>
                <a:ext cx="1821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CC56B30-2AF7-C756-804D-00AF4EACA365}"/>
                  </a:ext>
                </a:extLst>
              </p14:cNvPr>
              <p14:cNvContentPartPr/>
              <p14:nvPr/>
            </p14:nvContentPartPr>
            <p14:xfrm>
              <a:off x="8239795" y="4147390"/>
              <a:ext cx="140040" cy="32400"/>
            </p14:xfrm>
          </p:contentPart>
        </mc:Choice>
        <mc:Fallback xmlns="">
          <p:pic>
            <p:nvPicPr>
              <p:cNvPr id="9" name="Ink 8">
                <a:extLst>
                  <a:ext uri="{FF2B5EF4-FFF2-40B4-BE49-F238E27FC236}">
                    <a16:creationId xmlns:a16="http://schemas.microsoft.com/office/drawing/2014/main" id="{0CC56B30-2AF7-C756-804D-00AF4EACA365}"/>
                  </a:ext>
                </a:extLst>
              </p:cNvPr>
              <p:cNvPicPr/>
              <p:nvPr/>
            </p:nvPicPr>
            <p:blipFill>
              <a:blip r:embed="rId11"/>
              <a:stretch>
                <a:fillRect/>
              </a:stretch>
            </p:blipFill>
            <p:spPr>
              <a:xfrm>
                <a:off x="8233675" y="4141270"/>
                <a:ext cx="152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BFA36001-67B4-5AB5-612B-0C09808EDE4F}"/>
                  </a:ext>
                </a:extLst>
              </p14:cNvPr>
              <p14:cNvContentPartPr/>
              <p14:nvPr/>
            </p14:nvContentPartPr>
            <p14:xfrm>
              <a:off x="9155995" y="4220830"/>
              <a:ext cx="190440" cy="30240"/>
            </p14:xfrm>
          </p:contentPart>
        </mc:Choice>
        <mc:Fallback xmlns="">
          <p:pic>
            <p:nvPicPr>
              <p:cNvPr id="10" name="Ink 9">
                <a:extLst>
                  <a:ext uri="{FF2B5EF4-FFF2-40B4-BE49-F238E27FC236}">
                    <a16:creationId xmlns:a16="http://schemas.microsoft.com/office/drawing/2014/main" id="{BFA36001-67B4-5AB5-612B-0C09808EDE4F}"/>
                  </a:ext>
                </a:extLst>
              </p:cNvPr>
              <p:cNvPicPr/>
              <p:nvPr/>
            </p:nvPicPr>
            <p:blipFill>
              <a:blip r:embed="rId13"/>
              <a:stretch>
                <a:fillRect/>
              </a:stretch>
            </p:blipFill>
            <p:spPr>
              <a:xfrm>
                <a:off x="9149875" y="4214710"/>
                <a:ext cx="2026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F1F9045E-BD14-93F7-8555-07C32370C6C8}"/>
                  </a:ext>
                </a:extLst>
              </p14:cNvPr>
              <p14:cNvContentPartPr/>
              <p14:nvPr/>
            </p14:nvContentPartPr>
            <p14:xfrm>
              <a:off x="10921435" y="4211470"/>
              <a:ext cx="193320" cy="51480"/>
            </p14:xfrm>
          </p:contentPart>
        </mc:Choice>
        <mc:Fallback xmlns="">
          <p:pic>
            <p:nvPicPr>
              <p:cNvPr id="11" name="Ink 10">
                <a:extLst>
                  <a:ext uri="{FF2B5EF4-FFF2-40B4-BE49-F238E27FC236}">
                    <a16:creationId xmlns:a16="http://schemas.microsoft.com/office/drawing/2014/main" id="{F1F9045E-BD14-93F7-8555-07C32370C6C8}"/>
                  </a:ext>
                </a:extLst>
              </p:cNvPr>
              <p:cNvPicPr/>
              <p:nvPr/>
            </p:nvPicPr>
            <p:blipFill>
              <a:blip r:embed="rId15"/>
              <a:stretch>
                <a:fillRect/>
              </a:stretch>
            </p:blipFill>
            <p:spPr>
              <a:xfrm>
                <a:off x="10915315" y="4205350"/>
                <a:ext cx="205560" cy="63720"/>
              </a:xfrm>
              <a:prstGeom prst="rect">
                <a:avLst/>
              </a:prstGeom>
            </p:spPr>
          </p:pic>
        </mc:Fallback>
      </mc:AlternateContent>
    </p:spTree>
    <p:extLst>
      <p:ext uri="{BB962C8B-B14F-4D97-AF65-F5344CB8AC3E}">
        <p14:creationId xmlns:p14="http://schemas.microsoft.com/office/powerpoint/2010/main" val="635685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Mode</a:t>
            </a:r>
            <a:endParaRPr lang="en-IN" dirty="0"/>
          </a:p>
        </p:txBody>
      </p:sp>
      <p:sp>
        <p:nvSpPr>
          <p:cNvPr id="3" name="Text Placeholder 2"/>
          <p:cNvSpPr>
            <a:spLocks noGrp="1"/>
          </p:cNvSpPr>
          <p:nvPr>
            <p:ph type="body" sz="quarter" idx="13"/>
          </p:nvPr>
        </p:nvSpPr>
        <p:spPr>
          <a:xfrm>
            <a:off x="857739" y="990600"/>
            <a:ext cx="10160000" cy="4648199"/>
          </a:xfrm>
        </p:spPr>
        <p:txBody>
          <a:bodyPr>
            <a:normAutofit/>
          </a:bodyPr>
          <a:lstStyle/>
          <a:p>
            <a:pPr marL="0" indent="0">
              <a:buNone/>
            </a:pPr>
            <a:r>
              <a:rPr lang="en-US" sz="2400" b="1" dirty="0">
                <a:latin typeface="Calibri" pitchFamily="34" charset="0"/>
                <a:cs typeface="Calibri" pitchFamily="34" charset="0"/>
              </a:rPr>
              <a:t>Properties</a:t>
            </a:r>
          </a:p>
          <a:p>
            <a:pPr>
              <a:spcAft>
                <a:spcPts val="1200"/>
              </a:spcAft>
              <a:buFont typeface="Courier New" panose="02070309020205020404" pitchFamily="49" charset="0"/>
              <a:buChar char="o"/>
            </a:pPr>
            <a:r>
              <a:rPr lang="en-US" sz="2400" dirty="0">
                <a:latin typeface="Calibri" pitchFamily="34" charset="0"/>
                <a:cs typeface="Calibri" pitchFamily="34" charset="0"/>
              </a:rPr>
              <a:t>It can be used when the data are qualitative as well as quantitative.</a:t>
            </a:r>
          </a:p>
          <a:p>
            <a:pPr>
              <a:spcAft>
                <a:spcPts val="1200"/>
              </a:spcAft>
              <a:buFont typeface="Courier New" panose="02070309020205020404" pitchFamily="49" charset="0"/>
              <a:buChar char="o"/>
            </a:pPr>
            <a:r>
              <a:rPr lang="en-US" sz="2400" dirty="0">
                <a:latin typeface="Calibri" pitchFamily="34" charset="0"/>
                <a:cs typeface="Calibri" pitchFamily="34" charset="0"/>
              </a:rPr>
              <a:t>It may not be unique. </a:t>
            </a:r>
          </a:p>
          <a:p>
            <a:pPr>
              <a:spcAft>
                <a:spcPts val="1200"/>
              </a:spcAft>
              <a:buFont typeface="Courier New" panose="02070309020205020404" pitchFamily="49" charset="0"/>
              <a:buChar char="o"/>
            </a:pPr>
            <a:r>
              <a:rPr lang="en-US" sz="2400" dirty="0">
                <a:latin typeface="Calibri" pitchFamily="34" charset="0"/>
                <a:cs typeface="Calibri" pitchFamily="34" charset="0"/>
              </a:rPr>
              <a:t>It is not affected by extreme values.</a:t>
            </a:r>
          </a:p>
          <a:p>
            <a:pPr marL="0" indent="0">
              <a:buNone/>
            </a:pPr>
            <a:r>
              <a:rPr lang="en-US" sz="2400" b="1" dirty="0">
                <a:latin typeface="Calibri" pitchFamily="34" charset="0"/>
                <a:cs typeface="Calibri" pitchFamily="34" charset="0"/>
              </a:rPr>
              <a:t>When to Use the </a:t>
            </a:r>
            <a:r>
              <a:rPr lang="en-US" sz="2400" dirty="0">
                <a:solidFill>
                  <a:srgbClr val="FF0000"/>
                </a:solidFill>
                <a:latin typeface="Calibri" pitchFamily="34" charset="0"/>
                <a:cs typeface="Calibri" pitchFamily="34" charset="0"/>
              </a:rPr>
              <a:t> </a:t>
            </a:r>
            <a:r>
              <a:rPr lang="en-US" sz="2400" b="1" dirty="0">
                <a:latin typeface="Calibri" pitchFamily="34" charset="0"/>
                <a:cs typeface="Calibri" pitchFamily="34" charset="0"/>
              </a:rPr>
              <a:t>Mode</a:t>
            </a:r>
          </a:p>
          <a:p>
            <a:pPr marL="1033463" lvl="2" indent="-463550">
              <a:spcAft>
                <a:spcPts val="1200"/>
              </a:spcAft>
              <a:buFont typeface="Courier New" pitchFamily="49" charset="0"/>
              <a:buChar char="o"/>
            </a:pPr>
            <a:r>
              <a:rPr lang="en-US" sz="2400" dirty="0">
                <a:latin typeface="Calibri" pitchFamily="34" charset="0"/>
                <a:cs typeface="Calibri" pitchFamily="34" charset="0"/>
              </a:rPr>
              <a:t>When the data set is measured on a nominal scale</a:t>
            </a:r>
          </a:p>
          <a:p>
            <a:pPr marL="1033463" lvl="2" indent="-463550">
              <a:spcAft>
                <a:spcPts val="1200"/>
              </a:spcAft>
              <a:buFont typeface="Courier New" pitchFamily="49" charset="0"/>
              <a:buChar char="o"/>
            </a:pPr>
            <a:r>
              <a:rPr lang="en-US" sz="2400" dirty="0">
                <a:latin typeface="Calibri" pitchFamily="34" charset="0"/>
                <a:cs typeface="Calibri" pitchFamily="34" charset="0"/>
              </a:rPr>
              <a:t>A decision is desirably taken on the basis maximum frequent occurrences.</a:t>
            </a:r>
          </a:p>
          <a:p>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DD04A7D-68D0-005D-16BF-F97448A7682E}"/>
                  </a:ext>
                </a:extLst>
              </p14:cNvPr>
              <p14:cNvContentPartPr/>
              <p14:nvPr/>
            </p14:nvContentPartPr>
            <p14:xfrm>
              <a:off x="4789555" y="1783990"/>
              <a:ext cx="4825440" cy="120600"/>
            </p14:xfrm>
          </p:contentPart>
        </mc:Choice>
        <mc:Fallback xmlns="">
          <p:pic>
            <p:nvPicPr>
              <p:cNvPr id="5" name="Ink 4">
                <a:extLst>
                  <a:ext uri="{FF2B5EF4-FFF2-40B4-BE49-F238E27FC236}">
                    <a16:creationId xmlns:a16="http://schemas.microsoft.com/office/drawing/2014/main" id="{BDD04A7D-68D0-005D-16BF-F97448A7682E}"/>
                  </a:ext>
                </a:extLst>
              </p:cNvPr>
              <p:cNvPicPr/>
              <p:nvPr/>
            </p:nvPicPr>
            <p:blipFill>
              <a:blip r:embed="rId3"/>
              <a:stretch>
                <a:fillRect/>
              </a:stretch>
            </p:blipFill>
            <p:spPr>
              <a:xfrm>
                <a:off x="4783435" y="1777870"/>
                <a:ext cx="48376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C2E359F-3AAD-1AC2-DB43-C57A650C0DDE}"/>
                  </a:ext>
                </a:extLst>
              </p14:cNvPr>
              <p14:cNvContentPartPr/>
              <p14:nvPr/>
            </p14:nvContentPartPr>
            <p14:xfrm>
              <a:off x="5754355" y="4084390"/>
              <a:ext cx="2802960" cy="128520"/>
            </p14:xfrm>
          </p:contentPart>
        </mc:Choice>
        <mc:Fallback xmlns="">
          <p:pic>
            <p:nvPicPr>
              <p:cNvPr id="6" name="Ink 5">
                <a:extLst>
                  <a:ext uri="{FF2B5EF4-FFF2-40B4-BE49-F238E27FC236}">
                    <a16:creationId xmlns:a16="http://schemas.microsoft.com/office/drawing/2014/main" id="{2C2E359F-3AAD-1AC2-DB43-C57A650C0DDE}"/>
                  </a:ext>
                </a:extLst>
              </p:cNvPr>
              <p:cNvPicPr/>
              <p:nvPr/>
            </p:nvPicPr>
            <p:blipFill>
              <a:blip r:embed="rId5"/>
              <a:stretch>
                <a:fillRect/>
              </a:stretch>
            </p:blipFill>
            <p:spPr>
              <a:xfrm>
                <a:off x="5748235" y="4078270"/>
                <a:ext cx="2815200" cy="140760"/>
              </a:xfrm>
              <a:prstGeom prst="rect">
                <a:avLst/>
              </a:prstGeom>
            </p:spPr>
          </p:pic>
        </mc:Fallback>
      </mc:AlternateContent>
      <p:grpSp>
        <p:nvGrpSpPr>
          <p:cNvPr id="9" name="Group 8">
            <a:extLst>
              <a:ext uri="{FF2B5EF4-FFF2-40B4-BE49-F238E27FC236}">
                <a16:creationId xmlns:a16="http://schemas.microsoft.com/office/drawing/2014/main" id="{50956FFC-1A5A-C779-2C3B-91A8BFCD24B6}"/>
              </a:ext>
            </a:extLst>
          </p:cNvPr>
          <p:cNvGrpSpPr/>
          <p:nvPr/>
        </p:nvGrpSpPr>
        <p:grpSpPr>
          <a:xfrm>
            <a:off x="1824955" y="4601710"/>
            <a:ext cx="7841520" cy="472320"/>
            <a:chOff x="1824955" y="4601710"/>
            <a:chExt cx="7841520" cy="47232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DFD2F26-CEDD-2C4B-5CE8-7CC4743B68E9}"/>
                    </a:ext>
                  </a:extLst>
                </p14:cNvPr>
                <p14:cNvContentPartPr/>
                <p14:nvPr/>
              </p14:nvContentPartPr>
              <p14:xfrm>
                <a:off x="3851035" y="4601710"/>
                <a:ext cx="5815440" cy="180720"/>
              </p14:xfrm>
            </p:contentPart>
          </mc:Choice>
          <mc:Fallback xmlns="">
            <p:pic>
              <p:nvPicPr>
                <p:cNvPr id="7" name="Ink 6">
                  <a:extLst>
                    <a:ext uri="{FF2B5EF4-FFF2-40B4-BE49-F238E27FC236}">
                      <a16:creationId xmlns:a16="http://schemas.microsoft.com/office/drawing/2014/main" id="{ADFD2F26-CEDD-2C4B-5CE8-7CC4743B68E9}"/>
                    </a:ext>
                  </a:extLst>
                </p:cNvPr>
                <p:cNvPicPr/>
                <p:nvPr/>
              </p:nvPicPr>
              <p:blipFill>
                <a:blip r:embed="rId7"/>
                <a:stretch>
                  <a:fillRect/>
                </a:stretch>
              </p:blipFill>
              <p:spPr>
                <a:xfrm>
                  <a:off x="3844915" y="4595590"/>
                  <a:ext cx="5827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C92095F-FF3A-0E67-6733-4CC28C1B7D8B}"/>
                    </a:ext>
                  </a:extLst>
                </p14:cNvPr>
                <p14:cNvContentPartPr/>
                <p14:nvPr/>
              </p14:nvContentPartPr>
              <p14:xfrm>
                <a:off x="1824955" y="4878190"/>
                <a:ext cx="2073960" cy="195840"/>
              </p14:xfrm>
            </p:contentPart>
          </mc:Choice>
          <mc:Fallback xmlns="">
            <p:pic>
              <p:nvPicPr>
                <p:cNvPr id="8" name="Ink 7">
                  <a:extLst>
                    <a:ext uri="{FF2B5EF4-FFF2-40B4-BE49-F238E27FC236}">
                      <a16:creationId xmlns:a16="http://schemas.microsoft.com/office/drawing/2014/main" id="{4C92095F-FF3A-0E67-6733-4CC28C1B7D8B}"/>
                    </a:ext>
                  </a:extLst>
                </p:cNvPr>
                <p:cNvPicPr/>
                <p:nvPr/>
              </p:nvPicPr>
              <p:blipFill>
                <a:blip r:embed="rId9"/>
                <a:stretch>
                  <a:fillRect/>
                </a:stretch>
              </p:blipFill>
              <p:spPr>
                <a:xfrm>
                  <a:off x="1818835" y="4872070"/>
                  <a:ext cx="2086200" cy="208080"/>
                </a:xfrm>
                <a:prstGeom prst="rect">
                  <a:avLst/>
                </a:prstGeom>
              </p:spPr>
            </p:pic>
          </mc:Fallback>
        </mc:AlternateContent>
      </p:grpSp>
    </p:spTree>
    <p:extLst>
      <p:ext uri="{BB962C8B-B14F-4D97-AF65-F5344CB8AC3E}">
        <p14:creationId xmlns:p14="http://schemas.microsoft.com/office/powerpoint/2010/main" val="353954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Median</a:t>
            </a:r>
            <a:endParaRPr lang="en-IN" dirty="0"/>
          </a:p>
        </p:txBody>
      </p:sp>
      <p:sp>
        <p:nvSpPr>
          <p:cNvPr id="3" name="Text Placeholder 2"/>
          <p:cNvSpPr>
            <a:spLocks noGrp="1"/>
          </p:cNvSpPr>
          <p:nvPr>
            <p:ph type="body" sz="quarter" idx="13"/>
          </p:nvPr>
        </p:nvSpPr>
        <p:spPr>
          <a:xfrm>
            <a:off x="857738" y="1066800"/>
            <a:ext cx="10267461" cy="5029199"/>
          </a:xfrm>
        </p:spPr>
        <p:txBody>
          <a:bodyPr>
            <a:normAutofit/>
          </a:bodyPr>
          <a:lstStyle/>
          <a:p>
            <a:pPr algn="just">
              <a:lnSpc>
                <a:spcPct val="150000"/>
              </a:lnSpc>
              <a:spcBef>
                <a:spcPts val="0"/>
              </a:spcBef>
              <a:buFont typeface="Wingdings" panose="05000000000000000000" pitchFamily="2" charset="2"/>
              <a:buChar char="Ø"/>
            </a:pPr>
            <a:r>
              <a:rPr lang="en-US" sz="2400" dirty="0">
                <a:latin typeface="+mn-lt"/>
                <a:cs typeface="Calibri" pitchFamily="34" charset="0"/>
              </a:rPr>
              <a:t>The score that </a:t>
            </a:r>
            <a:r>
              <a:rPr lang="en-US" sz="2400" dirty="0">
                <a:solidFill>
                  <a:srgbClr val="C00000"/>
                </a:solidFill>
                <a:latin typeface="+mn-lt"/>
                <a:cs typeface="Calibri" pitchFamily="34" charset="0"/>
              </a:rPr>
              <a:t>divides the distribution into two equal parts</a:t>
            </a:r>
            <a:r>
              <a:rPr lang="en-US" sz="2400" dirty="0">
                <a:latin typeface="+mn-lt"/>
                <a:cs typeface="Calibri" pitchFamily="34" charset="0"/>
              </a:rPr>
              <a:t>, so that half the cases are above it and half below it.</a:t>
            </a:r>
          </a:p>
          <a:p>
            <a:pPr algn="just">
              <a:lnSpc>
                <a:spcPct val="150000"/>
              </a:lnSpc>
              <a:spcBef>
                <a:spcPts val="0"/>
              </a:spcBef>
              <a:buFont typeface="Wingdings" panose="05000000000000000000" pitchFamily="2" charset="2"/>
              <a:buChar char="Ø"/>
            </a:pPr>
            <a:r>
              <a:rPr lang="en-US" sz="2400" dirty="0">
                <a:latin typeface="+mn-lt"/>
                <a:cs typeface="Calibri" pitchFamily="34" charset="0"/>
              </a:rPr>
              <a:t>You compute the median value by following one of two rules</a:t>
            </a:r>
            <a:r>
              <a:rPr lang="en-US" sz="2400" dirty="0">
                <a:latin typeface="+mn-lt"/>
              </a:rPr>
              <a:t>:</a:t>
            </a:r>
          </a:p>
          <a:p>
            <a:pPr algn="just">
              <a:lnSpc>
                <a:spcPct val="150000"/>
              </a:lnSpc>
              <a:spcBef>
                <a:spcPts val="0"/>
              </a:spcBef>
              <a:buFont typeface="Courier New" panose="02070309020205020404" pitchFamily="49" charset="0"/>
              <a:buChar char="o"/>
            </a:pPr>
            <a:r>
              <a:rPr lang="en-US" sz="2400" b="1" i="1" dirty="0">
                <a:latin typeface="+mn-lt"/>
              </a:rPr>
              <a:t>Rule 1 </a:t>
            </a:r>
            <a:r>
              <a:rPr lang="en-US" sz="2400" dirty="0">
                <a:latin typeface="+mn-lt"/>
              </a:rPr>
              <a:t>If there are an </a:t>
            </a:r>
            <a:r>
              <a:rPr lang="en-US" sz="2400" i="1" dirty="0">
                <a:latin typeface="+mn-lt"/>
              </a:rPr>
              <a:t>odd </a:t>
            </a:r>
            <a:r>
              <a:rPr lang="en-US" sz="2400" dirty="0">
                <a:latin typeface="+mn-lt"/>
              </a:rPr>
              <a:t>number of values in the data set, the median is the middle-ranked value.</a:t>
            </a:r>
          </a:p>
          <a:p>
            <a:pPr algn="just">
              <a:lnSpc>
                <a:spcPct val="150000"/>
              </a:lnSpc>
              <a:spcBef>
                <a:spcPts val="0"/>
              </a:spcBef>
              <a:buFont typeface="Courier New" panose="02070309020205020404" pitchFamily="49" charset="0"/>
              <a:buChar char="o"/>
            </a:pPr>
            <a:r>
              <a:rPr lang="en-US" sz="2400" b="1" i="1" dirty="0">
                <a:latin typeface="+mn-lt"/>
              </a:rPr>
              <a:t>Rule 2 </a:t>
            </a:r>
            <a:r>
              <a:rPr lang="en-US" sz="2400" dirty="0">
                <a:latin typeface="+mn-lt"/>
              </a:rPr>
              <a:t>If there are an </a:t>
            </a:r>
            <a:r>
              <a:rPr lang="en-US" sz="2400" i="1" dirty="0">
                <a:latin typeface="+mn-lt"/>
              </a:rPr>
              <a:t>even </a:t>
            </a:r>
            <a:r>
              <a:rPr lang="en-US" sz="2400" dirty="0">
                <a:latin typeface="+mn-lt"/>
              </a:rPr>
              <a:t>number of values in the data set, then the median is the </a:t>
            </a:r>
            <a:r>
              <a:rPr lang="en-US" sz="2400" i="1" dirty="0">
                <a:latin typeface="+mn-lt"/>
              </a:rPr>
              <a:t>average </a:t>
            </a:r>
            <a:r>
              <a:rPr lang="en-US" sz="2400" dirty="0">
                <a:latin typeface="+mn-lt"/>
              </a:rPr>
              <a:t>of the two middle ranked values.</a:t>
            </a:r>
            <a:endParaRPr lang="en-US" sz="2400" dirty="0">
              <a:latin typeface="+mn-lt"/>
              <a:cs typeface="Calibri" pitchFamily="34" charset="0"/>
            </a:endParaRPr>
          </a:p>
          <a:p>
            <a:endParaRPr lang="en-IN" sz="2400" dirty="0">
              <a:latin typeface="+mn-l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C7E6D1B-90CC-8CF9-C663-6CC835EF0BBE}"/>
                  </a:ext>
                </a:extLst>
              </p14:cNvPr>
              <p14:cNvContentPartPr/>
              <p14:nvPr/>
            </p14:nvContentPartPr>
            <p14:xfrm>
              <a:off x="8655955" y="3357910"/>
              <a:ext cx="2084040" cy="37440"/>
            </p14:xfrm>
          </p:contentPart>
        </mc:Choice>
        <mc:Fallback xmlns="">
          <p:pic>
            <p:nvPicPr>
              <p:cNvPr id="4" name="Ink 3">
                <a:extLst>
                  <a:ext uri="{FF2B5EF4-FFF2-40B4-BE49-F238E27FC236}">
                    <a16:creationId xmlns:a16="http://schemas.microsoft.com/office/drawing/2014/main" id="{BC7E6D1B-90CC-8CF9-C663-6CC835EF0BBE}"/>
                  </a:ext>
                </a:extLst>
              </p:cNvPr>
              <p:cNvPicPr/>
              <p:nvPr/>
            </p:nvPicPr>
            <p:blipFill>
              <a:blip r:embed="rId3"/>
              <a:stretch>
                <a:fillRect/>
              </a:stretch>
            </p:blipFill>
            <p:spPr>
              <a:xfrm>
                <a:off x="8649835" y="3351790"/>
                <a:ext cx="2096280" cy="49680"/>
              </a:xfrm>
              <a:prstGeom prst="rect">
                <a:avLst/>
              </a:prstGeom>
            </p:spPr>
          </p:pic>
        </mc:Fallback>
      </mc:AlternateContent>
      <p:grpSp>
        <p:nvGrpSpPr>
          <p:cNvPr id="30" name="Group 29">
            <a:extLst>
              <a:ext uri="{FF2B5EF4-FFF2-40B4-BE49-F238E27FC236}">
                <a16:creationId xmlns:a16="http://schemas.microsoft.com/office/drawing/2014/main" id="{701B954B-3EB7-04D9-DCB5-C90D31DF6344}"/>
              </a:ext>
            </a:extLst>
          </p:cNvPr>
          <p:cNvGrpSpPr/>
          <p:nvPr/>
        </p:nvGrpSpPr>
        <p:grpSpPr>
          <a:xfrm>
            <a:off x="1624795" y="5106070"/>
            <a:ext cx="5483880" cy="1494000"/>
            <a:chOff x="1624795" y="5106070"/>
            <a:chExt cx="5483880" cy="149400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193495E-E057-1FEF-1673-485465B8E503}"/>
                    </a:ext>
                  </a:extLst>
                </p14:cNvPr>
                <p14:cNvContentPartPr/>
                <p14:nvPr/>
              </p14:nvContentPartPr>
              <p14:xfrm>
                <a:off x="2000995" y="5452750"/>
                <a:ext cx="18720" cy="236520"/>
              </p14:xfrm>
            </p:contentPart>
          </mc:Choice>
          <mc:Fallback xmlns="">
            <p:pic>
              <p:nvPicPr>
                <p:cNvPr id="5" name="Ink 4">
                  <a:extLst>
                    <a:ext uri="{FF2B5EF4-FFF2-40B4-BE49-F238E27FC236}">
                      <a16:creationId xmlns:a16="http://schemas.microsoft.com/office/drawing/2014/main" id="{6193495E-E057-1FEF-1673-485465B8E503}"/>
                    </a:ext>
                  </a:extLst>
                </p:cNvPr>
                <p:cNvPicPr/>
                <p:nvPr/>
              </p:nvPicPr>
              <p:blipFill>
                <a:blip r:embed="rId5"/>
                <a:stretch>
                  <a:fillRect/>
                </a:stretch>
              </p:blipFill>
              <p:spPr>
                <a:xfrm>
                  <a:off x="1994875" y="5446630"/>
                  <a:ext cx="309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FB5A0DD-6CDF-1898-5194-E6B7A9F40328}"/>
                    </a:ext>
                  </a:extLst>
                </p14:cNvPr>
                <p14:cNvContentPartPr/>
                <p14:nvPr/>
              </p14:nvContentPartPr>
              <p14:xfrm>
                <a:off x="2728555" y="5350150"/>
                <a:ext cx="232200" cy="334080"/>
              </p14:xfrm>
            </p:contentPart>
          </mc:Choice>
          <mc:Fallback xmlns="">
            <p:pic>
              <p:nvPicPr>
                <p:cNvPr id="6" name="Ink 5">
                  <a:extLst>
                    <a:ext uri="{FF2B5EF4-FFF2-40B4-BE49-F238E27FC236}">
                      <a16:creationId xmlns:a16="http://schemas.microsoft.com/office/drawing/2014/main" id="{5FB5A0DD-6CDF-1898-5194-E6B7A9F40328}"/>
                    </a:ext>
                  </a:extLst>
                </p:cNvPr>
                <p:cNvPicPr/>
                <p:nvPr/>
              </p:nvPicPr>
              <p:blipFill>
                <a:blip r:embed="rId7"/>
                <a:stretch>
                  <a:fillRect/>
                </a:stretch>
              </p:blipFill>
              <p:spPr>
                <a:xfrm>
                  <a:off x="2722435" y="5344030"/>
                  <a:ext cx="24444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5B55074-B677-1B71-FB9C-A65E2CAD3B5A}"/>
                    </a:ext>
                  </a:extLst>
                </p14:cNvPr>
                <p14:cNvContentPartPr/>
                <p14:nvPr/>
              </p14:nvContentPartPr>
              <p14:xfrm>
                <a:off x="3603355" y="5320990"/>
                <a:ext cx="316080" cy="342360"/>
              </p14:xfrm>
            </p:contentPart>
          </mc:Choice>
          <mc:Fallback xmlns="">
            <p:pic>
              <p:nvPicPr>
                <p:cNvPr id="7" name="Ink 6">
                  <a:extLst>
                    <a:ext uri="{FF2B5EF4-FFF2-40B4-BE49-F238E27FC236}">
                      <a16:creationId xmlns:a16="http://schemas.microsoft.com/office/drawing/2014/main" id="{05B55074-B677-1B71-FB9C-A65E2CAD3B5A}"/>
                    </a:ext>
                  </a:extLst>
                </p:cNvPr>
                <p:cNvPicPr/>
                <p:nvPr/>
              </p:nvPicPr>
              <p:blipFill>
                <a:blip r:embed="rId9"/>
                <a:stretch>
                  <a:fillRect/>
                </a:stretch>
              </p:blipFill>
              <p:spPr>
                <a:xfrm>
                  <a:off x="3597235" y="5314870"/>
                  <a:ext cx="32832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00B2448D-58A8-EF2A-E8CB-5D1D87E83C65}"/>
                    </a:ext>
                  </a:extLst>
                </p14:cNvPr>
                <p14:cNvContentPartPr/>
                <p14:nvPr/>
              </p14:nvContentPartPr>
              <p14:xfrm>
                <a:off x="4618195" y="5279950"/>
                <a:ext cx="250560" cy="303480"/>
              </p14:xfrm>
            </p:contentPart>
          </mc:Choice>
          <mc:Fallback xmlns="">
            <p:pic>
              <p:nvPicPr>
                <p:cNvPr id="8" name="Ink 7">
                  <a:extLst>
                    <a:ext uri="{FF2B5EF4-FFF2-40B4-BE49-F238E27FC236}">
                      <a16:creationId xmlns:a16="http://schemas.microsoft.com/office/drawing/2014/main" id="{00B2448D-58A8-EF2A-E8CB-5D1D87E83C65}"/>
                    </a:ext>
                  </a:extLst>
                </p:cNvPr>
                <p:cNvPicPr/>
                <p:nvPr/>
              </p:nvPicPr>
              <p:blipFill>
                <a:blip r:embed="rId11"/>
                <a:stretch>
                  <a:fillRect/>
                </a:stretch>
              </p:blipFill>
              <p:spPr>
                <a:xfrm>
                  <a:off x="4612075" y="5273830"/>
                  <a:ext cx="2628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61EB500-3C87-BF45-C9E4-FDFF582FFC85}"/>
                    </a:ext>
                  </a:extLst>
                </p14:cNvPr>
                <p14:cNvContentPartPr/>
                <p14:nvPr/>
              </p14:nvContentPartPr>
              <p14:xfrm>
                <a:off x="4677235" y="5410270"/>
                <a:ext cx="48240" cy="365760"/>
              </p14:xfrm>
            </p:contentPart>
          </mc:Choice>
          <mc:Fallback xmlns="">
            <p:pic>
              <p:nvPicPr>
                <p:cNvPr id="9" name="Ink 8">
                  <a:extLst>
                    <a:ext uri="{FF2B5EF4-FFF2-40B4-BE49-F238E27FC236}">
                      <a16:creationId xmlns:a16="http://schemas.microsoft.com/office/drawing/2014/main" id="{561EB500-3C87-BF45-C9E4-FDFF582FFC85}"/>
                    </a:ext>
                  </a:extLst>
                </p:cNvPr>
                <p:cNvPicPr/>
                <p:nvPr/>
              </p:nvPicPr>
              <p:blipFill>
                <a:blip r:embed="rId13"/>
                <a:stretch>
                  <a:fillRect/>
                </a:stretch>
              </p:blipFill>
              <p:spPr>
                <a:xfrm>
                  <a:off x="4671115" y="5404150"/>
                  <a:ext cx="6048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27EE01FB-139A-EF1F-FAF6-101E765EADD7}"/>
                    </a:ext>
                  </a:extLst>
                </p14:cNvPr>
                <p14:cNvContentPartPr/>
                <p14:nvPr/>
              </p14:nvContentPartPr>
              <p14:xfrm>
                <a:off x="6050275" y="5204350"/>
                <a:ext cx="251640" cy="308520"/>
              </p14:xfrm>
            </p:contentPart>
          </mc:Choice>
          <mc:Fallback xmlns="">
            <p:pic>
              <p:nvPicPr>
                <p:cNvPr id="13" name="Ink 12">
                  <a:extLst>
                    <a:ext uri="{FF2B5EF4-FFF2-40B4-BE49-F238E27FC236}">
                      <a16:creationId xmlns:a16="http://schemas.microsoft.com/office/drawing/2014/main" id="{27EE01FB-139A-EF1F-FAF6-101E765EADD7}"/>
                    </a:ext>
                  </a:extLst>
                </p:cNvPr>
                <p:cNvPicPr/>
                <p:nvPr/>
              </p:nvPicPr>
              <p:blipFill>
                <a:blip r:embed="rId15"/>
                <a:stretch>
                  <a:fillRect/>
                </a:stretch>
              </p:blipFill>
              <p:spPr>
                <a:xfrm>
                  <a:off x="6044155" y="5198230"/>
                  <a:ext cx="2638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C923D6BB-7A91-0C53-DAEC-C55AFD55ACE0}"/>
                    </a:ext>
                  </a:extLst>
                </p14:cNvPr>
                <p14:cNvContentPartPr/>
                <p14:nvPr/>
              </p14:nvContentPartPr>
              <p14:xfrm>
                <a:off x="6777835" y="5196790"/>
                <a:ext cx="298800" cy="334080"/>
              </p14:xfrm>
            </p:contentPart>
          </mc:Choice>
          <mc:Fallback xmlns="">
            <p:pic>
              <p:nvPicPr>
                <p:cNvPr id="14" name="Ink 13">
                  <a:extLst>
                    <a:ext uri="{FF2B5EF4-FFF2-40B4-BE49-F238E27FC236}">
                      <a16:creationId xmlns:a16="http://schemas.microsoft.com/office/drawing/2014/main" id="{C923D6BB-7A91-0C53-DAEC-C55AFD55ACE0}"/>
                    </a:ext>
                  </a:extLst>
                </p:cNvPr>
                <p:cNvPicPr/>
                <p:nvPr/>
              </p:nvPicPr>
              <p:blipFill>
                <a:blip r:embed="rId17"/>
                <a:stretch>
                  <a:fillRect/>
                </a:stretch>
              </p:blipFill>
              <p:spPr>
                <a:xfrm>
                  <a:off x="6771715" y="5190670"/>
                  <a:ext cx="31104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AEFBF05B-AE27-8EAF-9295-D798DAF53943}"/>
                    </a:ext>
                  </a:extLst>
                </p14:cNvPr>
                <p14:cNvContentPartPr/>
                <p14:nvPr/>
              </p14:nvContentPartPr>
              <p14:xfrm>
                <a:off x="6879715" y="5326390"/>
                <a:ext cx="228960" cy="55080"/>
              </p14:xfrm>
            </p:contentPart>
          </mc:Choice>
          <mc:Fallback xmlns="">
            <p:pic>
              <p:nvPicPr>
                <p:cNvPr id="15" name="Ink 14">
                  <a:extLst>
                    <a:ext uri="{FF2B5EF4-FFF2-40B4-BE49-F238E27FC236}">
                      <a16:creationId xmlns:a16="http://schemas.microsoft.com/office/drawing/2014/main" id="{AEFBF05B-AE27-8EAF-9295-D798DAF53943}"/>
                    </a:ext>
                  </a:extLst>
                </p:cNvPr>
                <p:cNvPicPr/>
                <p:nvPr/>
              </p:nvPicPr>
              <p:blipFill>
                <a:blip r:embed="rId19"/>
                <a:stretch>
                  <a:fillRect/>
                </a:stretch>
              </p:blipFill>
              <p:spPr>
                <a:xfrm>
                  <a:off x="6873595" y="5320270"/>
                  <a:ext cx="2412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8B64BA32-873E-0971-5A98-43D7CD510990}"/>
                    </a:ext>
                  </a:extLst>
                </p14:cNvPr>
                <p14:cNvContentPartPr/>
                <p14:nvPr/>
              </p14:nvContentPartPr>
              <p14:xfrm>
                <a:off x="5334595" y="5264470"/>
                <a:ext cx="190080" cy="30240"/>
              </p14:xfrm>
            </p:contentPart>
          </mc:Choice>
          <mc:Fallback xmlns="">
            <p:pic>
              <p:nvPicPr>
                <p:cNvPr id="10" name="Ink 9">
                  <a:extLst>
                    <a:ext uri="{FF2B5EF4-FFF2-40B4-BE49-F238E27FC236}">
                      <a16:creationId xmlns:a16="http://schemas.microsoft.com/office/drawing/2014/main" id="{8B64BA32-873E-0971-5A98-43D7CD510990}"/>
                    </a:ext>
                  </a:extLst>
                </p:cNvPr>
                <p:cNvPicPr/>
                <p:nvPr/>
              </p:nvPicPr>
              <p:blipFill>
                <a:blip r:embed="rId21"/>
                <a:stretch>
                  <a:fillRect/>
                </a:stretch>
              </p:blipFill>
              <p:spPr>
                <a:xfrm>
                  <a:off x="5328475" y="5258350"/>
                  <a:ext cx="202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C9DFFAB1-AAFB-6E87-E716-35E729663E62}"/>
                    </a:ext>
                  </a:extLst>
                </p14:cNvPr>
                <p14:cNvContentPartPr/>
                <p14:nvPr/>
              </p14:nvContentPartPr>
              <p14:xfrm>
                <a:off x="5305075" y="5259070"/>
                <a:ext cx="40680" cy="29520"/>
              </p14:xfrm>
            </p:contentPart>
          </mc:Choice>
          <mc:Fallback xmlns="">
            <p:pic>
              <p:nvPicPr>
                <p:cNvPr id="11" name="Ink 10">
                  <a:extLst>
                    <a:ext uri="{FF2B5EF4-FFF2-40B4-BE49-F238E27FC236}">
                      <a16:creationId xmlns:a16="http://schemas.microsoft.com/office/drawing/2014/main" id="{C9DFFAB1-AAFB-6E87-E716-35E729663E62}"/>
                    </a:ext>
                  </a:extLst>
                </p:cNvPr>
                <p:cNvPicPr/>
                <p:nvPr/>
              </p:nvPicPr>
              <p:blipFill>
                <a:blip r:embed="rId23"/>
                <a:stretch>
                  <a:fillRect/>
                </a:stretch>
              </p:blipFill>
              <p:spPr>
                <a:xfrm>
                  <a:off x="5298955" y="5252950"/>
                  <a:ext cx="529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4D64347C-6B0C-B81A-4EEE-0B99615D588D}"/>
                    </a:ext>
                  </a:extLst>
                </p14:cNvPr>
                <p14:cNvContentPartPr/>
                <p14:nvPr/>
              </p14:nvContentPartPr>
              <p14:xfrm>
                <a:off x="5260435" y="5369950"/>
                <a:ext cx="169920" cy="215640"/>
              </p14:xfrm>
            </p:contentPart>
          </mc:Choice>
          <mc:Fallback xmlns="">
            <p:pic>
              <p:nvPicPr>
                <p:cNvPr id="12" name="Ink 11">
                  <a:extLst>
                    <a:ext uri="{FF2B5EF4-FFF2-40B4-BE49-F238E27FC236}">
                      <a16:creationId xmlns:a16="http://schemas.microsoft.com/office/drawing/2014/main" id="{4D64347C-6B0C-B81A-4EEE-0B99615D588D}"/>
                    </a:ext>
                  </a:extLst>
                </p:cNvPr>
                <p:cNvPicPr/>
                <p:nvPr/>
              </p:nvPicPr>
              <p:blipFill>
                <a:blip r:embed="rId25"/>
                <a:stretch>
                  <a:fillRect/>
                </a:stretch>
              </p:blipFill>
              <p:spPr>
                <a:xfrm>
                  <a:off x="5254315" y="5363830"/>
                  <a:ext cx="1821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560198C6-B5FD-2836-2F93-E88D026A0C95}"/>
                    </a:ext>
                  </a:extLst>
                </p14:cNvPr>
                <p14:cNvContentPartPr/>
                <p14:nvPr/>
              </p14:nvContentPartPr>
              <p14:xfrm>
                <a:off x="5252155" y="5260150"/>
                <a:ext cx="125640" cy="91440"/>
              </p14:xfrm>
            </p:contentPart>
          </mc:Choice>
          <mc:Fallback xmlns="">
            <p:pic>
              <p:nvPicPr>
                <p:cNvPr id="19" name="Ink 18">
                  <a:extLst>
                    <a:ext uri="{FF2B5EF4-FFF2-40B4-BE49-F238E27FC236}">
                      <a16:creationId xmlns:a16="http://schemas.microsoft.com/office/drawing/2014/main" id="{560198C6-B5FD-2836-2F93-E88D026A0C95}"/>
                    </a:ext>
                  </a:extLst>
                </p:cNvPr>
                <p:cNvPicPr/>
                <p:nvPr/>
              </p:nvPicPr>
              <p:blipFill>
                <a:blip r:embed="rId27"/>
                <a:stretch>
                  <a:fillRect/>
                </a:stretch>
              </p:blipFill>
              <p:spPr>
                <a:xfrm>
                  <a:off x="5246035" y="5254030"/>
                  <a:ext cx="1378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46D00A23-4E3C-3256-5D4A-4B5271138D64}"/>
                    </a:ext>
                  </a:extLst>
                </p14:cNvPr>
                <p14:cNvContentPartPr/>
                <p14:nvPr/>
              </p14:nvContentPartPr>
              <p14:xfrm>
                <a:off x="1624795" y="5702230"/>
                <a:ext cx="5202000" cy="377640"/>
              </p14:xfrm>
            </p:contentPart>
          </mc:Choice>
          <mc:Fallback xmlns="">
            <p:pic>
              <p:nvPicPr>
                <p:cNvPr id="21" name="Ink 20">
                  <a:extLst>
                    <a:ext uri="{FF2B5EF4-FFF2-40B4-BE49-F238E27FC236}">
                      <a16:creationId xmlns:a16="http://schemas.microsoft.com/office/drawing/2014/main" id="{46D00A23-4E3C-3256-5D4A-4B5271138D64}"/>
                    </a:ext>
                  </a:extLst>
                </p:cNvPr>
                <p:cNvPicPr/>
                <p:nvPr/>
              </p:nvPicPr>
              <p:blipFill>
                <a:blip r:embed="rId29"/>
                <a:stretch>
                  <a:fillRect/>
                </a:stretch>
              </p:blipFill>
              <p:spPr>
                <a:xfrm>
                  <a:off x="1618675" y="5696110"/>
                  <a:ext cx="521424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8A3BF015-E032-8318-DDED-108F42572039}"/>
                    </a:ext>
                  </a:extLst>
                </p14:cNvPr>
                <p14:cNvContentPartPr/>
                <p14:nvPr/>
              </p14:nvContentPartPr>
              <p14:xfrm>
                <a:off x="3766795" y="6227830"/>
                <a:ext cx="313560" cy="372240"/>
              </p14:xfrm>
            </p:contentPart>
          </mc:Choice>
          <mc:Fallback xmlns="">
            <p:pic>
              <p:nvPicPr>
                <p:cNvPr id="22" name="Ink 21">
                  <a:extLst>
                    <a:ext uri="{FF2B5EF4-FFF2-40B4-BE49-F238E27FC236}">
                      <a16:creationId xmlns:a16="http://schemas.microsoft.com/office/drawing/2014/main" id="{8A3BF015-E032-8318-DDED-108F42572039}"/>
                    </a:ext>
                  </a:extLst>
                </p:cNvPr>
                <p:cNvPicPr/>
                <p:nvPr/>
              </p:nvPicPr>
              <p:blipFill>
                <a:blip r:embed="rId31"/>
                <a:stretch>
                  <a:fillRect/>
                </a:stretch>
              </p:blipFill>
              <p:spPr>
                <a:xfrm>
                  <a:off x="3760675" y="6221710"/>
                  <a:ext cx="32580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7E1CE37A-9A38-B642-95A6-D5714E7CD558}"/>
                    </a:ext>
                  </a:extLst>
                </p14:cNvPr>
                <p14:cNvContentPartPr/>
                <p14:nvPr/>
              </p14:nvContentPartPr>
              <p14:xfrm>
                <a:off x="3912595" y="6388390"/>
                <a:ext cx="244800" cy="90360"/>
              </p14:xfrm>
            </p:contentPart>
          </mc:Choice>
          <mc:Fallback xmlns="">
            <p:pic>
              <p:nvPicPr>
                <p:cNvPr id="23" name="Ink 22">
                  <a:extLst>
                    <a:ext uri="{FF2B5EF4-FFF2-40B4-BE49-F238E27FC236}">
                      <a16:creationId xmlns:a16="http://schemas.microsoft.com/office/drawing/2014/main" id="{7E1CE37A-9A38-B642-95A6-D5714E7CD558}"/>
                    </a:ext>
                  </a:extLst>
                </p:cNvPr>
                <p:cNvPicPr/>
                <p:nvPr/>
              </p:nvPicPr>
              <p:blipFill>
                <a:blip r:embed="rId33"/>
                <a:stretch>
                  <a:fillRect/>
                </a:stretch>
              </p:blipFill>
              <p:spPr>
                <a:xfrm>
                  <a:off x="3906475" y="6382270"/>
                  <a:ext cx="2570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1107D9AD-AF02-2636-40B4-E5473B3A6D80}"/>
                    </a:ext>
                  </a:extLst>
                </p14:cNvPr>
                <p14:cNvContentPartPr/>
                <p14:nvPr/>
              </p14:nvContentPartPr>
              <p14:xfrm>
                <a:off x="4243795" y="6416470"/>
                <a:ext cx="105120" cy="137880"/>
              </p14:xfrm>
            </p:contentPart>
          </mc:Choice>
          <mc:Fallback xmlns="">
            <p:pic>
              <p:nvPicPr>
                <p:cNvPr id="24" name="Ink 23">
                  <a:extLst>
                    <a:ext uri="{FF2B5EF4-FFF2-40B4-BE49-F238E27FC236}">
                      <a16:creationId xmlns:a16="http://schemas.microsoft.com/office/drawing/2014/main" id="{1107D9AD-AF02-2636-40B4-E5473B3A6D80}"/>
                    </a:ext>
                  </a:extLst>
                </p:cNvPr>
                <p:cNvPicPr/>
                <p:nvPr/>
              </p:nvPicPr>
              <p:blipFill>
                <a:blip r:embed="rId35"/>
                <a:stretch>
                  <a:fillRect/>
                </a:stretch>
              </p:blipFill>
              <p:spPr>
                <a:xfrm>
                  <a:off x="4237675" y="6410350"/>
                  <a:ext cx="1173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EBAD52B4-FB4B-7DDE-0D53-318BFA4F6D69}"/>
                    </a:ext>
                  </a:extLst>
                </p14:cNvPr>
                <p14:cNvContentPartPr/>
                <p14:nvPr/>
              </p14:nvContentPartPr>
              <p14:xfrm>
                <a:off x="4484635" y="6112270"/>
                <a:ext cx="1299960" cy="426960"/>
              </p14:xfrm>
            </p:contentPart>
          </mc:Choice>
          <mc:Fallback xmlns="">
            <p:pic>
              <p:nvPicPr>
                <p:cNvPr id="27" name="Ink 26">
                  <a:extLst>
                    <a:ext uri="{FF2B5EF4-FFF2-40B4-BE49-F238E27FC236}">
                      <a16:creationId xmlns:a16="http://schemas.microsoft.com/office/drawing/2014/main" id="{EBAD52B4-FB4B-7DDE-0D53-318BFA4F6D69}"/>
                    </a:ext>
                  </a:extLst>
                </p:cNvPr>
                <p:cNvPicPr/>
                <p:nvPr/>
              </p:nvPicPr>
              <p:blipFill>
                <a:blip r:embed="rId37"/>
                <a:stretch>
                  <a:fillRect/>
                </a:stretch>
              </p:blipFill>
              <p:spPr>
                <a:xfrm>
                  <a:off x="4478515" y="6106150"/>
                  <a:ext cx="131220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B6D64724-226F-F25E-7E9E-BAE4CFF421F1}"/>
                    </a:ext>
                  </a:extLst>
                </p14:cNvPr>
                <p14:cNvContentPartPr/>
                <p14:nvPr/>
              </p14:nvContentPartPr>
              <p14:xfrm>
                <a:off x="4329475" y="5106070"/>
                <a:ext cx="742680" cy="739440"/>
              </p14:xfrm>
            </p:contentPart>
          </mc:Choice>
          <mc:Fallback xmlns="">
            <p:pic>
              <p:nvPicPr>
                <p:cNvPr id="29" name="Ink 28">
                  <a:extLst>
                    <a:ext uri="{FF2B5EF4-FFF2-40B4-BE49-F238E27FC236}">
                      <a16:creationId xmlns:a16="http://schemas.microsoft.com/office/drawing/2014/main" id="{B6D64724-226F-F25E-7E9E-BAE4CFF421F1}"/>
                    </a:ext>
                  </a:extLst>
                </p:cNvPr>
                <p:cNvPicPr/>
                <p:nvPr/>
              </p:nvPicPr>
              <p:blipFill>
                <a:blip r:embed="rId39"/>
                <a:stretch>
                  <a:fillRect/>
                </a:stretch>
              </p:blipFill>
              <p:spPr>
                <a:xfrm>
                  <a:off x="4323355" y="5099950"/>
                  <a:ext cx="754920" cy="751680"/>
                </a:xfrm>
                <a:prstGeom prst="rect">
                  <a:avLst/>
                </a:prstGeom>
              </p:spPr>
            </p:pic>
          </mc:Fallback>
        </mc:AlternateContent>
      </p:grpSp>
      <p:grpSp>
        <p:nvGrpSpPr>
          <p:cNvPr id="52" name="Group 51">
            <a:extLst>
              <a:ext uri="{FF2B5EF4-FFF2-40B4-BE49-F238E27FC236}">
                <a16:creationId xmlns:a16="http://schemas.microsoft.com/office/drawing/2014/main" id="{63E2168E-7AB7-D216-2AD6-B074BA465256}"/>
              </a:ext>
            </a:extLst>
          </p:cNvPr>
          <p:cNvGrpSpPr/>
          <p:nvPr/>
        </p:nvGrpSpPr>
        <p:grpSpPr>
          <a:xfrm>
            <a:off x="8826595" y="4522870"/>
            <a:ext cx="3185640" cy="2013480"/>
            <a:chOff x="8826595" y="4522870"/>
            <a:chExt cx="3185640" cy="2013480"/>
          </a:xfrm>
        </p:grpSpPr>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7A74F4C9-DF7F-1782-1DB6-D3BCC2DB20A2}"/>
                    </a:ext>
                  </a:extLst>
                </p14:cNvPr>
                <p14:cNvContentPartPr/>
                <p14:nvPr/>
              </p14:nvContentPartPr>
              <p14:xfrm>
                <a:off x="8826595" y="4831750"/>
                <a:ext cx="35640" cy="255960"/>
              </p14:xfrm>
            </p:contentPart>
          </mc:Choice>
          <mc:Fallback xmlns="">
            <p:pic>
              <p:nvPicPr>
                <p:cNvPr id="31" name="Ink 30">
                  <a:extLst>
                    <a:ext uri="{FF2B5EF4-FFF2-40B4-BE49-F238E27FC236}">
                      <a16:creationId xmlns:a16="http://schemas.microsoft.com/office/drawing/2014/main" id="{7A74F4C9-DF7F-1782-1DB6-D3BCC2DB20A2}"/>
                    </a:ext>
                  </a:extLst>
                </p:cNvPr>
                <p:cNvPicPr/>
                <p:nvPr/>
              </p:nvPicPr>
              <p:blipFill>
                <a:blip r:embed="rId41"/>
                <a:stretch>
                  <a:fillRect/>
                </a:stretch>
              </p:blipFill>
              <p:spPr>
                <a:xfrm>
                  <a:off x="8820475" y="4825630"/>
                  <a:ext cx="478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Ink 31">
                  <a:extLst>
                    <a:ext uri="{FF2B5EF4-FFF2-40B4-BE49-F238E27FC236}">
                      <a16:creationId xmlns:a16="http://schemas.microsoft.com/office/drawing/2014/main" id="{519CF9DB-D17E-B1DA-780C-A088E3F9BDD5}"/>
                    </a:ext>
                  </a:extLst>
                </p14:cNvPr>
                <p14:cNvContentPartPr/>
                <p14:nvPr/>
              </p14:nvContentPartPr>
              <p14:xfrm>
                <a:off x="9123955" y="4789990"/>
                <a:ext cx="314280" cy="241560"/>
              </p14:xfrm>
            </p:contentPart>
          </mc:Choice>
          <mc:Fallback xmlns="">
            <p:pic>
              <p:nvPicPr>
                <p:cNvPr id="32" name="Ink 31">
                  <a:extLst>
                    <a:ext uri="{FF2B5EF4-FFF2-40B4-BE49-F238E27FC236}">
                      <a16:creationId xmlns:a16="http://schemas.microsoft.com/office/drawing/2014/main" id="{519CF9DB-D17E-B1DA-780C-A088E3F9BDD5}"/>
                    </a:ext>
                  </a:extLst>
                </p:cNvPr>
                <p:cNvPicPr/>
                <p:nvPr/>
              </p:nvPicPr>
              <p:blipFill>
                <a:blip r:embed="rId43"/>
                <a:stretch>
                  <a:fillRect/>
                </a:stretch>
              </p:blipFill>
              <p:spPr>
                <a:xfrm>
                  <a:off x="9117835" y="4783870"/>
                  <a:ext cx="3265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4C5E6BC7-99F5-8541-34F3-C462BCA5DCCD}"/>
                    </a:ext>
                  </a:extLst>
                </p14:cNvPr>
                <p14:cNvContentPartPr/>
                <p14:nvPr/>
              </p14:nvContentPartPr>
              <p14:xfrm>
                <a:off x="9757195" y="4703230"/>
                <a:ext cx="223560" cy="371160"/>
              </p14:xfrm>
            </p:contentPart>
          </mc:Choice>
          <mc:Fallback xmlns="">
            <p:pic>
              <p:nvPicPr>
                <p:cNvPr id="33" name="Ink 32">
                  <a:extLst>
                    <a:ext uri="{FF2B5EF4-FFF2-40B4-BE49-F238E27FC236}">
                      <a16:creationId xmlns:a16="http://schemas.microsoft.com/office/drawing/2014/main" id="{4C5E6BC7-99F5-8541-34F3-C462BCA5DCCD}"/>
                    </a:ext>
                  </a:extLst>
                </p:cNvPr>
                <p:cNvPicPr/>
                <p:nvPr/>
              </p:nvPicPr>
              <p:blipFill>
                <a:blip r:embed="rId45"/>
                <a:stretch>
                  <a:fillRect/>
                </a:stretch>
              </p:blipFill>
              <p:spPr>
                <a:xfrm>
                  <a:off x="9751075" y="4697110"/>
                  <a:ext cx="2358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k 33">
                  <a:extLst>
                    <a:ext uri="{FF2B5EF4-FFF2-40B4-BE49-F238E27FC236}">
                      <a16:creationId xmlns:a16="http://schemas.microsoft.com/office/drawing/2014/main" id="{788EDD11-FD9D-BDD2-4C25-C7D1A1195229}"/>
                    </a:ext>
                  </a:extLst>
                </p14:cNvPr>
                <p14:cNvContentPartPr/>
                <p14:nvPr/>
              </p14:nvContentPartPr>
              <p14:xfrm>
                <a:off x="10279195" y="4670110"/>
                <a:ext cx="233640" cy="269280"/>
              </p14:xfrm>
            </p:contentPart>
          </mc:Choice>
          <mc:Fallback xmlns="">
            <p:pic>
              <p:nvPicPr>
                <p:cNvPr id="34" name="Ink 33">
                  <a:extLst>
                    <a:ext uri="{FF2B5EF4-FFF2-40B4-BE49-F238E27FC236}">
                      <a16:creationId xmlns:a16="http://schemas.microsoft.com/office/drawing/2014/main" id="{788EDD11-FD9D-BDD2-4C25-C7D1A1195229}"/>
                    </a:ext>
                  </a:extLst>
                </p:cNvPr>
                <p:cNvPicPr/>
                <p:nvPr/>
              </p:nvPicPr>
              <p:blipFill>
                <a:blip r:embed="rId47"/>
                <a:stretch>
                  <a:fillRect/>
                </a:stretch>
              </p:blipFill>
              <p:spPr>
                <a:xfrm>
                  <a:off x="10273075" y="4663990"/>
                  <a:ext cx="24588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0B36F031-574F-ECC5-FC89-700E6F583754}"/>
                    </a:ext>
                  </a:extLst>
                </p14:cNvPr>
                <p14:cNvContentPartPr/>
                <p14:nvPr/>
              </p14:nvContentPartPr>
              <p14:xfrm>
                <a:off x="10423195" y="4809790"/>
                <a:ext cx="27720" cy="322200"/>
              </p14:xfrm>
            </p:contentPart>
          </mc:Choice>
          <mc:Fallback xmlns="">
            <p:pic>
              <p:nvPicPr>
                <p:cNvPr id="35" name="Ink 34">
                  <a:extLst>
                    <a:ext uri="{FF2B5EF4-FFF2-40B4-BE49-F238E27FC236}">
                      <a16:creationId xmlns:a16="http://schemas.microsoft.com/office/drawing/2014/main" id="{0B36F031-574F-ECC5-FC89-700E6F583754}"/>
                    </a:ext>
                  </a:extLst>
                </p:cNvPr>
                <p:cNvPicPr/>
                <p:nvPr/>
              </p:nvPicPr>
              <p:blipFill>
                <a:blip r:embed="rId49"/>
                <a:stretch>
                  <a:fillRect/>
                </a:stretch>
              </p:blipFill>
              <p:spPr>
                <a:xfrm>
                  <a:off x="10417075" y="4803670"/>
                  <a:ext cx="3996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20FFC320-FF6B-07B8-85EF-5B7638496CB8}"/>
                    </a:ext>
                  </a:extLst>
                </p14:cNvPr>
                <p14:cNvContentPartPr/>
                <p14:nvPr/>
              </p14:nvContentPartPr>
              <p14:xfrm>
                <a:off x="10898395" y="4631950"/>
                <a:ext cx="130320" cy="11520"/>
              </p14:xfrm>
            </p:contentPart>
          </mc:Choice>
          <mc:Fallback xmlns="">
            <p:pic>
              <p:nvPicPr>
                <p:cNvPr id="36" name="Ink 35">
                  <a:extLst>
                    <a:ext uri="{FF2B5EF4-FFF2-40B4-BE49-F238E27FC236}">
                      <a16:creationId xmlns:a16="http://schemas.microsoft.com/office/drawing/2014/main" id="{20FFC320-FF6B-07B8-85EF-5B7638496CB8}"/>
                    </a:ext>
                  </a:extLst>
                </p:cNvPr>
                <p:cNvPicPr/>
                <p:nvPr/>
              </p:nvPicPr>
              <p:blipFill>
                <a:blip r:embed="rId51"/>
                <a:stretch>
                  <a:fillRect/>
                </a:stretch>
              </p:blipFill>
              <p:spPr>
                <a:xfrm>
                  <a:off x="10892275" y="4625830"/>
                  <a:ext cx="1425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DCF6CAD5-3C77-DC4F-B6AA-FC7184EE8740}"/>
                    </a:ext>
                  </a:extLst>
                </p14:cNvPr>
                <p14:cNvContentPartPr/>
                <p14:nvPr/>
              </p14:nvContentPartPr>
              <p14:xfrm>
                <a:off x="10836835" y="4628710"/>
                <a:ext cx="103320" cy="318960"/>
              </p14:xfrm>
            </p:contentPart>
          </mc:Choice>
          <mc:Fallback xmlns="">
            <p:pic>
              <p:nvPicPr>
                <p:cNvPr id="37" name="Ink 36">
                  <a:extLst>
                    <a:ext uri="{FF2B5EF4-FFF2-40B4-BE49-F238E27FC236}">
                      <a16:creationId xmlns:a16="http://schemas.microsoft.com/office/drawing/2014/main" id="{DCF6CAD5-3C77-DC4F-B6AA-FC7184EE8740}"/>
                    </a:ext>
                  </a:extLst>
                </p:cNvPr>
                <p:cNvPicPr/>
                <p:nvPr/>
              </p:nvPicPr>
              <p:blipFill>
                <a:blip r:embed="rId53"/>
                <a:stretch>
                  <a:fillRect/>
                </a:stretch>
              </p:blipFill>
              <p:spPr>
                <a:xfrm>
                  <a:off x="10830715" y="4622590"/>
                  <a:ext cx="11556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D2A4C8D7-39B0-1698-3AC6-1BC856B77FB1}"/>
                    </a:ext>
                  </a:extLst>
                </p14:cNvPr>
                <p14:cNvContentPartPr/>
                <p14:nvPr/>
              </p14:nvContentPartPr>
              <p14:xfrm>
                <a:off x="11367115" y="4563550"/>
                <a:ext cx="236880" cy="337680"/>
              </p14:xfrm>
            </p:contentPart>
          </mc:Choice>
          <mc:Fallback xmlns="">
            <p:pic>
              <p:nvPicPr>
                <p:cNvPr id="38" name="Ink 37">
                  <a:extLst>
                    <a:ext uri="{FF2B5EF4-FFF2-40B4-BE49-F238E27FC236}">
                      <a16:creationId xmlns:a16="http://schemas.microsoft.com/office/drawing/2014/main" id="{D2A4C8D7-39B0-1698-3AC6-1BC856B77FB1}"/>
                    </a:ext>
                  </a:extLst>
                </p:cNvPr>
                <p:cNvPicPr/>
                <p:nvPr/>
              </p:nvPicPr>
              <p:blipFill>
                <a:blip r:embed="rId55"/>
                <a:stretch>
                  <a:fillRect/>
                </a:stretch>
              </p:blipFill>
              <p:spPr>
                <a:xfrm>
                  <a:off x="11360995" y="4557430"/>
                  <a:ext cx="24912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0" name="Ink 39">
                  <a:extLst>
                    <a:ext uri="{FF2B5EF4-FFF2-40B4-BE49-F238E27FC236}">
                      <a16:creationId xmlns:a16="http://schemas.microsoft.com/office/drawing/2014/main" id="{F1CB515E-AB29-E39D-5229-593C4406CC80}"/>
                    </a:ext>
                  </a:extLst>
                </p14:cNvPr>
                <p14:cNvContentPartPr/>
                <p14:nvPr/>
              </p14:nvContentPartPr>
              <p14:xfrm>
                <a:off x="9585835" y="4522870"/>
                <a:ext cx="955800" cy="713520"/>
              </p14:xfrm>
            </p:contentPart>
          </mc:Choice>
          <mc:Fallback xmlns="">
            <p:pic>
              <p:nvPicPr>
                <p:cNvPr id="40" name="Ink 39">
                  <a:extLst>
                    <a:ext uri="{FF2B5EF4-FFF2-40B4-BE49-F238E27FC236}">
                      <a16:creationId xmlns:a16="http://schemas.microsoft.com/office/drawing/2014/main" id="{F1CB515E-AB29-E39D-5229-593C4406CC80}"/>
                    </a:ext>
                  </a:extLst>
                </p:cNvPr>
                <p:cNvPicPr/>
                <p:nvPr/>
              </p:nvPicPr>
              <p:blipFill>
                <a:blip r:embed="rId57"/>
                <a:stretch>
                  <a:fillRect/>
                </a:stretch>
              </p:blipFill>
              <p:spPr>
                <a:xfrm>
                  <a:off x="9579715" y="4516750"/>
                  <a:ext cx="968040" cy="725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2" name="Ink 41">
                  <a:extLst>
                    <a:ext uri="{FF2B5EF4-FFF2-40B4-BE49-F238E27FC236}">
                      <a16:creationId xmlns:a16="http://schemas.microsoft.com/office/drawing/2014/main" id="{71B9873B-9E97-802C-7B04-341B65DA03F9}"/>
                    </a:ext>
                  </a:extLst>
                </p14:cNvPr>
                <p14:cNvContentPartPr/>
                <p14:nvPr/>
              </p14:nvContentPartPr>
              <p14:xfrm>
                <a:off x="9997315" y="5324230"/>
                <a:ext cx="120600" cy="693000"/>
              </p14:xfrm>
            </p:contentPart>
          </mc:Choice>
          <mc:Fallback xmlns="">
            <p:pic>
              <p:nvPicPr>
                <p:cNvPr id="42" name="Ink 41">
                  <a:extLst>
                    <a:ext uri="{FF2B5EF4-FFF2-40B4-BE49-F238E27FC236}">
                      <a16:creationId xmlns:a16="http://schemas.microsoft.com/office/drawing/2014/main" id="{71B9873B-9E97-802C-7B04-341B65DA03F9}"/>
                    </a:ext>
                  </a:extLst>
                </p:cNvPr>
                <p:cNvPicPr/>
                <p:nvPr/>
              </p:nvPicPr>
              <p:blipFill>
                <a:blip r:embed="rId59"/>
                <a:stretch>
                  <a:fillRect/>
                </a:stretch>
              </p:blipFill>
              <p:spPr>
                <a:xfrm>
                  <a:off x="9991195" y="5318110"/>
                  <a:ext cx="132840" cy="705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3" name="Ink 42">
                  <a:extLst>
                    <a:ext uri="{FF2B5EF4-FFF2-40B4-BE49-F238E27FC236}">
                      <a16:creationId xmlns:a16="http://schemas.microsoft.com/office/drawing/2014/main" id="{A7B047F4-BB56-8B91-B3D3-B8A83F525E48}"/>
                    </a:ext>
                  </a:extLst>
                </p14:cNvPr>
                <p14:cNvContentPartPr/>
                <p14:nvPr/>
              </p14:nvContentPartPr>
              <p14:xfrm>
                <a:off x="9912715" y="5266990"/>
                <a:ext cx="383040" cy="332280"/>
              </p14:xfrm>
            </p:contentPart>
          </mc:Choice>
          <mc:Fallback xmlns="">
            <p:pic>
              <p:nvPicPr>
                <p:cNvPr id="43" name="Ink 42">
                  <a:extLst>
                    <a:ext uri="{FF2B5EF4-FFF2-40B4-BE49-F238E27FC236}">
                      <a16:creationId xmlns:a16="http://schemas.microsoft.com/office/drawing/2014/main" id="{A7B047F4-BB56-8B91-B3D3-B8A83F525E48}"/>
                    </a:ext>
                  </a:extLst>
                </p:cNvPr>
                <p:cNvPicPr/>
                <p:nvPr/>
              </p:nvPicPr>
              <p:blipFill>
                <a:blip r:embed="rId61"/>
                <a:stretch>
                  <a:fillRect/>
                </a:stretch>
              </p:blipFill>
              <p:spPr>
                <a:xfrm>
                  <a:off x="9906595" y="5260870"/>
                  <a:ext cx="3952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 name="Ink 43">
                  <a:extLst>
                    <a:ext uri="{FF2B5EF4-FFF2-40B4-BE49-F238E27FC236}">
                      <a16:creationId xmlns:a16="http://schemas.microsoft.com/office/drawing/2014/main" id="{BDB100F6-0702-3448-8346-8F077B1000D7}"/>
                    </a:ext>
                  </a:extLst>
                </p14:cNvPr>
                <p14:cNvContentPartPr/>
                <p14:nvPr/>
              </p14:nvContentPartPr>
              <p14:xfrm>
                <a:off x="9265075" y="6059350"/>
                <a:ext cx="487800" cy="271800"/>
              </p14:xfrm>
            </p:contentPart>
          </mc:Choice>
          <mc:Fallback xmlns="">
            <p:pic>
              <p:nvPicPr>
                <p:cNvPr id="44" name="Ink 43">
                  <a:extLst>
                    <a:ext uri="{FF2B5EF4-FFF2-40B4-BE49-F238E27FC236}">
                      <a16:creationId xmlns:a16="http://schemas.microsoft.com/office/drawing/2014/main" id="{BDB100F6-0702-3448-8346-8F077B1000D7}"/>
                    </a:ext>
                  </a:extLst>
                </p:cNvPr>
                <p:cNvPicPr/>
                <p:nvPr/>
              </p:nvPicPr>
              <p:blipFill>
                <a:blip r:embed="rId63"/>
                <a:stretch>
                  <a:fillRect/>
                </a:stretch>
              </p:blipFill>
              <p:spPr>
                <a:xfrm>
                  <a:off x="9258955" y="6053230"/>
                  <a:ext cx="50004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5" name="Ink 44">
                  <a:extLst>
                    <a:ext uri="{FF2B5EF4-FFF2-40B4-BE49-F238E27FC236}">
                      <a16:creationId xmlns:a16="http://schemas.microsoft.com/office/drawing/2014/main" id="{AAB75799-4B34-5684-CF24-0A94DEC29AF5}"/>
                    </a:ext>
                  </a:extLst>
                </p14:cNvPr>
                <p14:cNvContentPartPr/>
                <p14:nvPr/>
              </p14:nvContentPartPr>
              <p14:xfrm>
                <a:off x="9873115" y="6020470"/>
                <a:ext cx="435240" cy="191160"/>
              </p14:xfrm>
            </p:contentPart>
          </mc:Choice>
          <mc:Fallback xmlns="">
            <p:pic>
              <p:nvPicPr>
                <p:cNvPr id="45" name="Ink 44">
                  <a:extLst>
                    <a:ext uri="{FF2B5EF4-FFF2-40B4-BE49-F238E27FC236}">
                      <a16:creationId xmlns:a16="http://schemas.microsoft.com/office/drawing/2014/main" id="{AAB75799-4B34-5684-CF24-0A94DEC29AF5}"/>
                    </a:ext>
                  </a:extLst>
                </p:cNvPr>
                <p:cNvPicPr/>
                <p:nvPr/>
              </p:nvPicPr>
              <p:blipFill>
                <a:blip r:embed="rId65"/>
                <a:stretch>
                  <a:fillRect/>
                </a:stretch>
              </p:blipFill>
              <p:spPr>
                <a:xfrm>
                  <a:off x="9866995" y="6014350"/>
                  <a:ext cx="4474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CC9988D2-5D88-19A4-7D2D-6051E3CE976F}"/>
                    </a:ext>
                  </a:extLst>
                </p14:cNvPr>
                <p14:cNvContentPartPr/>
                <p14:nvPr/>
              </p14:nvContentPartPr>
              <p14:xfrm>
                <a:off x="10348315" y="6085630"/>
                <a:ext cx="443520" cy="450720"/>
              </p14:xfrm>
            </p:contentPart>
          </mc:Choice>
          <mc:Fallback xmlns="">
            <p:pic>
              <p:nvPicPr>
                <p:cNvPr id="46" name="Ink 45">
                  <a:extLst>
                    <a:ext uri="{FF2B5EF4-FFF2-40B4-BE49-F238E27FC236}">
                      <a16:creationId xmlns:a16="http://schemas.microsoft.com/office/drawing/2014/main" id="{CC9988D2-5D88-19A4-7D2D-6051E3CE976F}"/>
                    </a:ext>
                  </a:extLst>
                </p:cNvPr>
                <p:cNvPicPr/>
                <p:nvPr/>
              </p:nvPicPr>
              <p:blipFill>
                <a:blip r:embed="rId67"/>
                <a:stretch>
                  <a:fillRect/>
                </a:stretch>
              </p:blipFill>
              <p:spPr>
                <a:xfrm>
                  <a:off x="10342195" y="6079510"/>
                  <a:ext cx="455760" cy="462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44B5FE69-B17B-6B31-31A1-E3E6B5C0B915}"/>
                    </a:ext>
                  </a:extLst>
                </p14:cNvPr>
                <p14:cNvContentPartPr/>
                <p14:nvPr/>
              </p14:nvContentPartPr>
              <p14:xfrm>
                <a:off x="10967875" y="5884390"/>
                <a:ext cx="196920" cy="496080"/>
              </p14:xfrm>
            </p:contentPart>
          </mc:Choice>
          <mc:Fallback xmlns="">
            <p:pic>
              <p:nvPicPr>
                <p:cNvPr id="47" name="Ink 46">
                  <a:extLst>
                    <a:ext uri="{FF2B5EF4-FFF2-40B4-BE49-F238E27FC236}">
                      <a16:creationId xmlns:a16="http://schemas.microsoft.com/office/drawing/2014/main" id="{44B5FE69-B17B-6B31-31A1-E3E6B5C0B915}"/>
                    </a:ext>
                  </a:extLst>
                </p:cNvPr>
                <p:cNvPicPr/>
                <p:nvPr/>
              </p:nvPicPr>
              <p:blipFill>
                <a:blip r:embed="rId69"/>
                <a:stretch>
                  <a:fillRect/>
                </a:stretch>
              </p:blipFill>
              <p:spPr>
                <a:xfrm>
                  <a:off x="10961755" y="5878270"/>
                  <a:ext cx="20916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A6B33FAB-54C3-E45B-2DC4-1C2AB94AB45C}"/>
                    </a:ext>
                  </a:extLst>
                </p14:cNvPr>
                <p14:cNvContentPartPr/>
                <p14:nvPr/>
              </p14:nvContentPartPr>
              <p14:xfrm>
                <a:off x="11398075" y="5839750"/>
                <a:ext cx="162720" cy="253080"/>
              </p14:xfrm>
            </p:contentPart>
          </mc:Choice>
          <mc:Fallback xmlns="">
            <p:pic>
              <p:nvPicPr>
                <p:cNvPr id="48" name="Ink 47">
                  <a:extLst>
                    <a:ext uri="{FF2B5EF4-FFF2-40B4-BE49-F238E27FC236}">
                      <a16:creationId xmlns:a16="http://schemas.microsoft.com/office/drawing/2014/main" id="{A6B33FAB-54C3-E45B-2DC4-1C2AB94AB45C}"/>
                    </a:ext>
                  </a:extLst>
                </p:cNvPr>
                <p:cNvPicPr/>
                <p:nvPr/>
              </p:nvPicPr>
              <p:blipFill>
                <a:blip r:embed="rId71"/>
                <a:stretch>
                  <a:fillRect/>
                </a:stretch>
              </p:blipFill>
              <p:spPr>
                <a:xfrm>
                  <a:off x="11391955" y="5833630"/>
                  <a:ext cx="1749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B795D3CD-67E1-44EC-D9F4-EFFB45208415}"/>
                    </a:ext>
                  </a:extLst>
                </p14:cNvPr>
                <p14:cNvContentPartPr/>
                <p14:nvPr/>
              </p14:nvContentPartPr>
              <p14:xfrm>
                <a:off x="11573395" y="5903110"/>
                <a:ext cx="203040" cy="275760"/>
              </p14:xfrm>
            </p:contentPart>
          </mc:Choice>
          <mc:Fallback xmlns="">
            <p:pic>
              <p:nvPicPr>
                <p:cNvPr id="49" name="Ink 48">
                  <a:extLst>
                    <a:ext uri="{FF2B5EF4-FFF2-40B4-BE49-F238E27FC236}">
                      <a16:creationId xmlns:a16="http://schemas.microsoft.com/office/drawing/2014/main" id="{B795D3CD-67E1-44EC-D9F4-EFFB45208415}"/>
                    </a:ext>
                  </a:extLst>
                </p:cNvPr>
                <p:cNvPicPr/>
                <p:nvPr/>
              </p:nvPicPr>
              <p:blipFill>
                <a:blip r:embed="rId73"/>
                <a:stretch>
                  <a:fillRect/>
                </a:stretch>
              </p:blipFill>
              <p:spPr>
                <a:xfrm>
                  <a:off x="11567275" y="5896990"/>
                  <a:ext cx="21528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677129FD-F295-FF39-1563-2440FE0F1ACD}"/>
                    </a:ext>
                  </a:extLst>
                </p14:cNvPr>
                <p14:cNvContentPartPr/>
                <p14:nvPr/>
              </p14:nvContentPartPr>
              <p14:xfrm>
                <a:off x="11847355" y="5889430"/>
                <a:ext cx="164880" cy="183240"/>
              </p14:xfrm>
            </p:contentPart>
          </mc:Choice>
          <mc:Fallback xmlns="">
            <p:pic>
              <p:nvPicPr>
                <p:cNvPr id="50" name="Ink 49">
                  <a:extLst>
                    <a:ext uri="{FF2B5EF4-FFF2-40B4-BE49-F238E27FC236}">
                      <a16:creationId xmlns:a16="http://schemas.microsoft.com/office/drawing/2014/main" id="{677129FD-F295-FF39-1563-2440FE0F1ACD}"/>
                    </a:ext>
                  </a:extLst>
                </p:cNvPr>
                <p:cNvPicPr/>
                <p:nvPr/>
              </p:nvPicPr>
              <p:blipFill>
                <a:blip r:embed="rId75"/>
                <a:stretch>
                  <a:fillRect/>
                </a:stretch>
              </p:blipFill>
              <p:spPr>
                <a:xfrm>
                  <a:off x="11841235" y="5883310"/>
                  <a:ext cx="17712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F004C913-1EFB-6851-35E8-EE1D0C1939D9}"/>
                    </a:ext>
                  </a:extLst>
                </p14:cNvPr>
                <p14:cNvContentPartPr/>
                <p14:nvPr/>
              </p14:nvContentPartPr>
              <p14:xfrm>
                <a:off x="11854555" y="5907070"/>
                <a:ext cx="110160" cy="429840"/>
              </p14:xfrm>
            </p:contentPart>
          </mc:Choice>
          <mc:Fallback xmlns="">
            <p:pic>
              <p:nvPicPr>
                <p:cNvPr id="51" name="Ink 50">
                  <a:extLst>
                    <a:ext uri="{FF2B5EF4-FFF2-40B4-BE49-F238E27FC236}">
                      <a16:creationId xmlns:a16="http://schemas.microsoft.com/office/drawing/2014/main" id="{F004C913-1EFB-6851-35E8-EE1D0C1939D9}"/>
                    </a:ext>
                  </a:extLst>
                </p:cNvPr>
                <p:cNvPicPr/>
                <p:nvPr/>
              </p:nvPicPr>
              <p:blipFill>
                <a:blip r:embed="rId77"/>
                <a:stretch>
                  <a:fillRect/>
                </a:stretch>
              </p:blipFill>
              <p:spPr>
                <a:xfrm>
                  <a:off x="11848435" y="5900950"/>
                  <a:ext cx="122400" cy="442080"/>
                </a:xfrm>
                <a:prstGeom prst="rect">
                  <a:avLst/>
                </a:prstGeom>
              </p:spPr>
            </p:pic>
          </mc:Fallback>
        </mc:AlternateContent>
      </p:grpSp>
    </p:spTree>
    <p:extLst>
      <p:ext uri="{BB962C8B-B14F-4D97-AF65-F5344CB8AC3E}">
        <p14:creationId xmlns:p14="http://schemas.microsoft.com/office/powerpoint/2010/main" val="3704515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4C54-1971-5E6B-E448-2B0C3DD305B2}"/>
              </a:ext>
            </a:extLst>
          </p:cNvPr>
          <p:cNvSpPr>
            <a:spLocks noGrp="1"/>
          </p:cNvSpPr>
          <p:nvPr>
            <p:ph type="title"/>
          </p:nvPr>
        </p:nvSpPr>
        <p:spPr/>
        <p:txBody>
          <a:bodyPr/>
          <a:lstStyle/>
          <a:p>
            <a:r>
              <a:rPr lang="en-US" dirty="0"/>
              <a:t>Median</a:t>
            </a:r>
            <a:endParaRPr lang="en-IN" dirty="0"/>
          </a:p>
        </p:txBody>
      </p:sp>
      <p:sp>
        <p:nvSpPr>
          <p:cNvPr id="3" name="Text Placeholder 2">
            <a:extLst>
              <a:ext uri="{FF2B5EF4-FFF2-40B4-BE49-F238E27FC236}">
                <a16:creationId xmlns:a16="http://schemas.microsoft.com/office/drawing/2014/main" id="{E434132B-D7A7-AA81-8E0D-7FAB922FD687}"/>
              </a:ext>
            </a:extLst>
          </p:cNvPr>
          <p:cNvSpPr>
            <a:spLocks noGrp="1"/>
          </p:cNvSpPr>
          <p:nvPr>
            <p:ph type="body" sz="quarter" idx="13"/>
          </p:nvPr>
        </p:nvSpPr>
        <p:spPr>
          <a:xfrm>
            <a:off x="914400" y="1143000"/>
            <a:ext cx="10160000" cy="4724400"/>
          </a:xfrm>
        </p:spPr>
        <p:txBody>
          <a:bodyPr>
            <a:normAutofit fontScale="85000" lnSpcReduction="10000"/>
          </a:bodyPr>
          <a:lstStyle/>
          <a:p>
            <a:pPr marL="0" indent="0" algn="just">
              <a:buNone/>
            </a:pPr>
            <a:r>
              <a:rPr lang="en-US" sz="3100" b="1" dirty="0">
                <a:latin typeface="+mn-lt"/>
              </a:rPr>
              <a:t>Properties</a:t>
            </a:r>
          </a:p>
          <a:p>
            <a:pPr algn="just">
              <a:lnSpc>
                <a:spcPct val="150000"/>
              </a:lnSpc>
              <a:spcBef>
                <a:spcPts val="0"/>
              </a:spcBef>
              <a:buFont typeface="Wingdings" panose="05000000000000000000" pitchFamily="2" charset="2"/>
              <a:buChar char="Ø"/>
            </a:pPr>
            <a:r>
              <a:rPr lang="en-US" sz="2400" dirty="0">
                <a:latin typeface="+mn-lt"/>
                <a:cs typeface="Calibri" pitchFamily="34" charset="0"/>
              </a:rPr>
              <a:t>The median is the </a:t>
            </a:r>
            <a:r>
              <a:rPr lang="en-US" sz="2400" dirty="0">
                <a:solidFill>
                  <a:srgbClr val="C00000"/>
                </a:solidFill>
                <a:latin typeface="+mn-lt"/>
                <a:cs typeface="Calibri" pitchFamily="34" charset="0"/>
              </a:rPr>
              <a:t>middle positional score</a:t>
            </a:r>
            <a:r>
              <a:rPr lang="en-US" sz="2400" dirty="0">
                <a:latin typeface="+mn-lt"/>
                <a:cs typeface="Calibri" pitchFamily="34" charset="0"/>
              </a:rPr>
              <a:t>, or average of middle scores in a distribution.</a:t>
            </a:r>
          </a:p>
          <a:p>
            <a:pPr marL="914400" lvl="2" indent="-396875" algn="just">
              <a:lnSpc>
                <a:spcPct val="150000"/>
              </a:lnSpc>
              <a:spcBef>
                <a:spcPts val="0"/>
              </a:spcBef>
              <a:buFont typeface="Courier New" pitchFamily="49" charset="0"/>
              <a:buChar char="o"/>
            </a:pPr>
            <a:r>
              <a:rPr lang="en-US" sz="2400" dirty="0">
                <a:latin typeface="+mn-lt"/>
                <a:cs typeface="Calibri" pitchFamily="34" charset="0"/>
              </a:rPr>
              <a:t>Fifty percent (50%) lies below the median value and 50% lies above the median value.</a:t>
            </a:r>
          </a:p>
          <a:p>
            <a:pPr marL="914400" lvl="2" indent="-396875" algn="just">
              <a:lnSpc>
                <a:spcPct val="150000"/>
              </a:lnSpc>
              <a:spcBef>
                <a:spcPts val="0"/>
              </a:spcBef>
              <a:buFont typeface="Courier New" pitchFamily="49" charset="0"/>
              <a:buChar char="o"/>
            </a:pPr>
            <a:r>
              <a:rPr lang="en-US" sz="2400" dirty="0">
                <a:latin typeface="+mn-lt"/>
                <a:cs typeface="Calibri" pitchFamily="34" charset="0"/>
              </a:rPr>
              <a:t>It is also known as the middle score or the 50th percentile/middle quartile.</a:t>
            </a:r>
          </a:p>
          <a:p>
            <a:pPr marL="914400" lvl="2" indent="-396875" algn="just">
              <a:lnSpc>
                <a:spcPct val="150000"/>
              </a:lnSpc>
              <a:spcBef>
                <a:spcPts val="0"/>
              </a:spcBef>
              <a:buFont typeface="Courier New" pitchFamily="49" charset="0"/>
              <a:buChar char="o"/>
            </a:pPr>
            <a:r>
              <a:rPr lang="en-US" sz="2400" dirty="0">
                <a:latin typeface="+mn-lt"/>
                <a:cs typeface="Calibri" pitchFamily="34" charset="0"/>
              </a:rPr>
              <a:t>Median is never affected by extreme observations/Outliers</a:t>
            </a:r>
          </a:p>
          <a:p>
            <a:pPr marL="0" lvl="2" indent="0" algn="just">
              <a:spcBef>
                <a:spcPts val="1000"/>
              </a:spcBef>
              <a:buNone/>
            </a:pPr>
            <a:r>
              <a:rPr lang="en-US" sz="3100" b="1" dirty="0">
                <a:latin typeface="+mn-lt"/>
              </a:rPr>
              <a:t>Uses</a:t>
            </a:r>
          </a:p>
          <a:p>
            <a:pPr marL="914400" lvl="2" indent="-396875" algn="just">
              <a:lnSpc>
                <a:spcPct val="150000"/>
              </a:lnSpc>
              <a:spcBef>
                <a:spcPts val="0"/>
              </a:spcBef>
              <a:buFont typeface="Courier New" pitchFamily="49" charset="0"/>
              <a:buChar char="o"/>
            </a:pPr>
            <a:r>
              <a:rPr lang="en-US" sz="2400" dirty="0">
                <a:latin typeface="+mn-lt"/>
                <a:cs typeface="Calibri" pitchFamily="34" charset="0"/>
              </a:rPr>
              <a:t>Even though it is applicable for all types of measurement scales, it is more useful for ordinal measurement scales.</a:t>
            </a:r>
          </a:p>
          <a:p>
            <a:pPr marL="914400" lvl="2" indent="-396875" algn="just">
              <a:lnSpc>
                <a:spcPct val="150000"/>
              </a:lnSpc>
              <a:spcBef>
                <a:spcPts val="0"/>
              </a:spcBef>
              <a:buFont typeface="Courier New" pitchFamily="49" charset="0"/>
              <a:buChar char="o"/>
            </a:pPr>
            <a:r>
              <a:rPr lang="en-US" sz="2400" dirty="0">
                <a:latin typeface="+mn-lt"/>
                <a:cs typeface="Calibri" pitchFamily="34" charset="0"/>
              </a:rPr>
              <a:t>It is a best measure where the influences of extreme observations/Outliers are not required.</a:t>
            </a:r>
          </a:p>
          <a:p>
            <a:pPr marL="914400" lvl="2" indent="-396875" algn="just">
              <a:lnSpc>
                <a:spcPct val="150000"/>
              </a:lnSpc>
              <a:spcBef>
                <a:spcPts val="0"/>
              </a:spcBef>
              <a:buFont typeface="Courier New" pitchFamily="49" charset="0"/>
              <a:buChar char="o"/>
            </a:pPr>
            <a:endParaRPr lang="en-US" sz="2400" dirty="0">
              <a:latin typeface="+mn-lt"/>
              <a:cs typeface="Calibri" pitchFamily="34" charset="0"/>
            </a:endParaRPr>
          </a:p>
          <a:p>
            <a:pPr algn="just"/>
            <a:endParaRPr lang="en-IN" dirty="0">
              <a:latin typeface="+mn-lt"/>
            </a:endParaRPr>
          </a:p>
        </p:txBody>
      </p:sp>
      <p:grpSp>
        <p:nvGrpSpPr>
          <p:cNvPr id="24" name="Group 23">
            <a:extLst>
              <a:ext uri="{FF2B5EF4-FFF2-40B4-BE49-F238E27FC236}">
                <a16:creationId xmlns:a16="http://schemas.microsoft.com/office/drawing/2014/main" id="{F3798C62-85F6-DEF2-F802-073A8BB92E47}"/>
              </a:ext>
            </a:extLst>
          </p:cNvPr>
          <p:cNvGrpSpPr/>
          <p:nvPr/>
        </p:nvGrpSpPr>
        <p:grpSpPr>
          <a:xfrm>
            <a:off x="1802995" y="3907990"/>
            <a:ext cx="9366120" cy="909000"/>
            <a:chOff x="1802995" y="3907990"/>
            <a:chExt cx="9366120" cy="90900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EA7109F-4133-2663-9C2A-A3BC158E68C1}"/>
                    </a:ext>
                  </a:extLst>
                </p14:cNvPr>
                <p14:cNvContentPartPr/>
                <p14:nvPr/>
              </p14:nvContentPartPr>
              <p14:xfrm>
                <a:off x="5102035" y="3967390"/>
                <a:ext cx="6067080" cy="182520"/>
              </p14:xfrm>
            </p:contentPart>
          </mc:Choice>
          <mc:Fallback xmlns="">
            <p:pic>
              <p:nvPicPr>
                <p:cNvPr id="4" name="Ink 3">
                  <a:extLst>
                    <a:ext uri="{FF2B5EF4-FFF2-40B4-BE49-F238E27FC236}">
                      <a16:creationId xmlns:a16="http://schemas.microsoft.com/office/drawing/2014/main" id="{7EA7109F-4133-2663-9C2A-A3BC158E68C1}"/>
                    </a:ext>
                  </a:extLst>
                </p:cNvPr>
                <p:cNvPicPr/>
                <p:nvPr/>
              </p:nvPicPr>
              <p:blipFill>
                <a:blip r:embed="rId3"/>
                <a:stretch>
                  <a:fillRect/>
                </a:stretch>
              </p:blipFill>
              <p:spPr>
                <a:xfrm>
                  <a:off x="5095915" y="3961270"/>
                  <a:ext cx="6079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1E11F49-5191-CD92-FA21-13ADE1664512}"/>
                    </a:ext>
                  </a:extLst>
                </p14:cNvPr>
                <p14:cNvContentPartPr/>
                <p14:nvPr/>
              </p14:nvContentPartPr>
              <p14:xfrm>
                <a:off x="1802995" y="4469230"/>
                <a:ext cx="3129120" cy="94680"/>
              </p14:xfrm>
            </p:contentPart>
          </mc:Choice>
          <mc:Fallback xmlns="">
            <p:pic>
              <p:nvPicPr>
                <p:cNvPr id="5" name="Ink 4">
                  <a:extLst>
                    <a:ext uri="{FF2B5EF4-FFF2-40B4-BE49-F238E27FC236}">
                      <a16:creationId xmlns:a16="http://schemas.microsoft.com/office/drawing/2014/main" id="{01E11F49-5191-CD92-FA21-13ADE1664512}"/>
                    </a:ext>
                  </a:extLst>
                </p:cNvPr>
                <p:cNvPicPr/>
                <p:nvPr/>
              </p:nvPicPr>
              <p:blipFill>
                <a:blip r:embed="rId5"/>
                <a:stretch>
                  <a:fillRect/>
                </a:stretch>
              </p:blipFill>
              <p:spPr>
                <a:xfrm>
                  <a:off x="1796875" y="4463110"/>
                  <a:ext cx="3141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47461CA-21D8-7AB0-45EF-DD9E71EA2795}"/>
                    </a:ext>
                  </a:extLst>
                </p14:cNvPr>
                <p14:cNvContentPartPr/>
                <p14:nvPr/>
              </p14:nvContentPartPr>
              <p14:xfrm>
                <a:off x="5111035" y="4142350"/>
                <a:ext cx="246240" cy="674640"/>
              </p14:xfrm>
            </p:contentPart>
          </mc:Choice>
          <mc:Fallback xmlns="">
            <p:pic>
              <p:nvPicPr>
                <p:cNvPr id="6" name="Ink 5">
                  <a:extLst>
                    <a:ext uri="{FF2B5EF4-FFF2-40B4-BE49-F238E27FC236}">
                      <a16:creationId xmlns:a16="http://schemas.microsoft.com/office/drawing/2014/main" id="{347461CA-21D8-7AB0-45EF-DD9E71EA2795}"/>
                    </a:ext>
                  </a:extLst>
                </p:cNvPr>
                <p:cNvPicPr/>
                <p:nvPr/>
              </p:nvPicPr>
              <p:blipFill>
                <a:blip r:embed="rId7"/>
                <a:stretch>
                  <a:fillRect/>
                </a:stretch>
              </p:blipFill>
              <p:spPr>
                <a:xfrm>
                  <a:off x="5104915" y="4136230"/>
                  <a:ext cx="258480" cy="686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90EAAD7-71AA-CEEA-5E7B-35236B6843B9}"/>
                    </a:ext>
                  </a:extLst>
                </p14:cNvPr>
                <p14:cNvContentPartPr/>
                <p14:nvPr/>
              </p14:nvContentPartPr>
              <p14:xfrm>
                <a:off x="5357995" y="4173310"/>
                <a:ext cx="1297440" cy="313920"/>
              </p14:xfrm>
            </p:contentPart>
          </mc:Choice>
          <mc:Fallback xmlns="">
            <p:pic>
              <p:nvPicPr>
                <p:cNvPr id="7" name="Ink 6">
                  <a:extLst>
                    <a:ext uri="{FF2B5EF4-FFF2-40B4-BE49-F238E27FC236}">
                      <a16:creationId xmlns:a16="http://schemas.microsoft.com/office/drawing/2014/main" id="{E90EAAD7-71AA-CEEA-5E7B-35236B6843B9}"/>
                    </a:ext>
                  </a:extLst>
                </p:cNvPr>
                <p:cNvPicPr/>
                <p:nvPr/>
              </p:nvPicPr>
              <p:blipFill>
                <a:blip r:embed="rId9"/>
                <a:stretch>
                  <a:fillRect/>
                </a:stretch>
              </p:blipFill>
              <p:spPr>
                <a:xfrm>
                  <a:off x="5351875" y="4167190"/>
                  <a:ext cx="13096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7EE46FAA-DA57-92AA-BDE9-A4BA3B1F3E71}"/>
                    </a:ext>
                  </a:extLst>
                </p14:cNvPr>
                <p14:cNvContentPartPr/>
                <p14:nvPr/>
              </p14:nvContentPartPr>
              <p14:xfrm>
                <a:off x="6901315" y="4264390"/>
                <a:ext cx="190800" cy="200160"/>
              </p14:xfrm>
            </p:contentPart>
          </mc:Choice>
          <mc:Fallback xmlns="">
            <p:pic>
              <p:nvPicPr>
                <p:cNvPr id="8" name="Ink 7">
                  <a:extLst>
                    <a:ext uri="{FF2B5EF4-FFF2-40B4-BE49-F238E27FC236}">
                      <a16:creationId xmlns:a16="http://schemas.microsoft.com/office/drawing/2014/main" id="{7EE46FAA-DA57-92AA-BDE9-A4BA3B1F3E71}"/>
                    </a:ext>
                  </a:extLst>
                </p:cNvPr>
                <p:cNvPicPr/>
                <p:nvPr/>
              </p:nvPicPr>
              <p:blipFill>
                <a:blip r:embed="rId11"/>
                <a:stretch>
                  <a:fillRect/>
                </a:stretch>
              </p:blipFill>
              <p:spPr>
                <a:xfrm>
                  <a:off x="6895195" y="4258270"/>
                  <a:ext cx="2030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24497389-C1D2-6C88-19E1-8E68F4F84897}"/>
                    </a:ext>
                  </a:extLst>
                </p14:cNvPr>
                <p14:cNvContentPartPr/>
                <p14:nvPr/>
              </p14:nvContentPartPr>
              <p14:xfrm>
                <a:off x="7181395" y="4042630"/>
                <a:ext cx="689400" cy="446040"/>
              </p14:xfrm>
            </p:contentPart>
          </mc:Choice>
          <mc:Fallback xmlns="">
            <p:pic>
              <p:nvPicPr>
                <p:cNvPr id="9" name="Ink 8">
                  <a:extLst>
                    <a:ext uri="{FF2B5EF4-FFF2-40B4-BE49-F238E27FC236}">
                      <a16:creationId xmlns:a16="http://schemas.microsoft.com/office/drawing/2014/main" id="{24497389-C1D2-6C88-19E1-8E68F4F84897}"/>
                    </a:ext>
                  </a:extLst>
                </p:cNvPr>
                <p:cNvPicPr/>
                <p:nvPr/>
              </p:nvPicPr>
              <p:blipFill>
                <a:blip r:embed="rId13"/>
                <a:stretch>
                  <a:fillRect/>
                </a:stretch>
              </p:blipFill>
              <p:spPr>
                <a:xfrm>
                  <a:off x="7175275" y="4036510"/>
                  <a:ext cx="70164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E285E61E-277A-7896-F489-1B68AC425B59}"/>
                    </a:ext>
                  </a:extLst>
                </p14:cNvPr>
                <p14:cNvContentPartPr/>
                <p14:nvPr/>
              </p14:nvContentPartPr>
              <p14:xfrm>
                <a:off x="7809235" y="4226230"/>
                <a:ext cx="358560" cy="165240"/>
              </p14:xfrm>
            </p:contentPart>
          </mc:Choice>
          <mc:Fallback xmlns="">
            <p:pic>
              <p:nvPicPr>
                <p:cNvPr id="10" name="Ink 9">
                  <a:extLst>
                    <a:ext uri="{FF2B5EF4-FFF2-40B4-BE49-F238E27FC236}">
                      <a16:creationId xmlns:a16="http://schemas.microsoft.com/office/drawing/2014/main" id="{E285E61E-277A-7896-F489-1B68AC425B59}"/>
                    </a:ext>
                  </a:extLst>
                </p:cNvPr>
                <p:cNvPicPr/>
                <p:nvPr/>
              </p:nvPicPr>
              <p:blipFill>
                <a:blip r:embed="rId15"/>
                <a:stretch>
                  <a:fillRect/>
                </a:stretch>
              </p:blipFill>
              <p:spPr>
                <a:xfrm>
                  <a:off x="7803115" y="4220110"/>
                  <a:ext cx="37080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A33C78F-7E19-AC28-CFB6-5F38BF5A4B17}"/>
                    </a:ext>
                  </a:extLst>
                </p14:cNvPr>
                <p14:cNvContentPartPr/>
                <p14:nvPr/>
              </p14:nvContentPartPr>
              <p14:xfrm>
                <a:off x="8171395" y="4126870"/>
                <a:ext cx="5400" cy="8640"/>
              </p14:xfrm>
            </p:contentPart>
          </mc:Choice>
          <mc:Fallback xmlns="">
            <p:pic>
              <p:nvPicPr>
                <p:cNvPr id="11" name="Ink 10">
                  <a:extLst>
                    <a:ext uri="{FF2B5EF4-FFF2-40B4-BE49-F238E27FC236}">
                      <a16:creationId xmlns:a16="http://schemas.microsoft.com/office/drawing/2014/main" id="{3A33C78F-7E19-AC28-CFB6-5F38BF5A4B17}"/>
                    </a:ext>
                  </a:extLst>
                </p:cNvPr>
                <p:cNvPicPr/>
                <p:nvPr/>
              </p:nvPicPr>
              <p:blipFill>
                <a:blip r:embed="rId17"/>
                <a:stretch>
                  <a:fillRect/>
                </a:stretch>
              </p:blipFill>
              <p:spPr>
                <a:xfrm>
                  <a:off x="8165275" y="4120750"/>
                  <a:ext cx="176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F1EBD4B9-D69A-0E3F-8BA3-A32194812B42}"/>
                    </a:ext>
                  </a:extLst>
                </p14:cNvPr>
                <p14:cNvContentPartPr/>
                <p14:nvPr/>
              </p14:nvContentPartPr>
              <p14:xfrm>
                <a:off x="8316475" y="4299670"/>
                <a:ext cx="272160" cy="401400"/>
              </p14:xfrm>
            </p:contentPart>
          </mc:Choice>
          <mc:Fallback xmlns="">
            <p:pic>
              <p:nvPicPr>
                <p:cNvPr id="12" name="Ink 11">
                  <a:extLst>
                    <a:ext uri="{FF2B5EF4-FFF2-40B4-BE49-F238E27FC236}">
                      <a16:creationId xmlns:a16="http://schemas.microsoft.com/office/drawing/2014/main" id="{F1EBD4B9-D69A-0E3F-8BA3-A32194812B42}"/>
                    </a:ext>
                  </a:extLst>
                </p:cNvPr>
                <p:cNvPicPr/>
                <p:nvPr/>
              </p:nvPicPr>
              <p:blipFill>
                <a:blip r:embed="rId19"/>
                <a:stretch>
                  <a:fillRect/>
                </a:stretch>
              </p:blipFill>
              <p:spPr>
                <a:xfrm>
                  <a:off x="8310355" y="4293550"/>
                  <a:ext cx="28440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63ECCE7-6F82-B83C-D110-EB500C35EB52}"/>
                    </a:ext>
                  </a:extLst>
                </p14:cNvPr>
                <p14:cNvContentPartPr/>
                <p14:nvPr/>
              </p14:nvContentPartPr>
              <p14:xfrm>
                <a:off x="9089755" y="4206070"/>
                <a:ext cx="202320" cy="201240"/>
              </p14:xfrm>
            </p:contentPart>
          </mc:Choice>
          <mc:Fallback xmlns="">
            <p:pic>
              <p:nvPicPr>
                <p:cNvPr id="13" name="Ink 12">
                  <a:extLst>
                    <a:ext uri="{FF2B5EF4-FFF2-40B4-BE49-F238E27FC236}">
                      <a16:creationId xmlns:a16="http://schemas.microsoft.com/office/drawing/2014/main" id="{C63ECCE7-6F82-B83C-D110-EB500C35EB52}"/>
                    </a:ext>
                  </a:extLst>
                </p:cNvPr>
                <p:cNvPicPr/>
                <p:nvPr/>
              </p:nvPicPr>
              <p:blipFill>
                <a:blip r:embed="rId21"/>
                <a:stretch>
                  <a:fillRect/>
                </a:stretch>
              </p:blipFill>
              <p:spPr>
                <a:xfrm>
                  <a:off x="9083635" y="4199950"/>
                  <a:ext cx="2145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963E367C-2534-4D6F-BEDB-2D3CC13F35EF}"/>
                    </a:ext>
                  </a:extLst>
                </p14:cNvPr>
                <p14:cNvContentPartPr/>
                <p14:nvPr/>
              </p14:nvContentPartPr>
              <p14:xfrm>
                <a:off x="9147715" y="4017070"/>
                <a:ext cx="13680" cy="20160"/>
              </p14:xfrm>
            </p:contentPart>
          </mc:Choice>
          <mc:Fallback xmlns="">
            <p:pic>
              <p:nvPicPr>
                <p:cNvPr id="14" name="Ink 13">
                  <a:extLst>
                    <a:ext uri="{FF2B5EF4-FFF2-40B4-BE49-F238E27FC236}">
                      <a16:creationId xmlns:a16="http://schemas.microsoft.com/office/drawing/2014/main" id="{963E367C-2534-4D6F-BEDB-2D3CC13F35EF}"/>
                    </a:ext>
                  </a:extLst>
                </p:cNvPr>
                <p:cNvPicPr/>
                <p:nvPr/>
              </p:nvPicPr>
              <p:blipFill>
                <a:blip r:embed="rId23"/>
                <a:stretch>
                  <a:fillRect/>
                </a:stretch>
              </p:blipFill>
              <p:spPr>
                <a:xfrm>
                  <a:off x="9141595" y="4010950"/>
                  <a:ext cx="259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216B2B6A-08D0-74FE-8DF9-6233A3EE2337}"/>
                    </a:ext>
                  </a:extLst>
                </p14:cNvPr>
                <p14:cNvContentPartPr/>
                <p14:nvPr/>
              </p14:nvContentPartPr>
              <p14:xfrm>
                <a:off x="9654955" y="4295350"/>
                <a:ext cx="24120" cy="150480"/>
              </p14:xfrm>
            </p:contentPart>
          </mc:Choice>
          <mc:Fallback xmlns="">
            <p:pic>
              <p:nvPicPr>
                <p:cNvPr id="15" name="Ink 14">
                  <a:extLst>
                    <a:ext uri="{FF2B5EF4-FFF2-40B4-BE49-F238E27FC236}">
                      <a16:creationId xmlns:a16="http://schemas.microsoft.com/office/drawing/2014/main" id="{216B2B6A-08D0-74FE-8DF9-6233A3EE2337}"/>
                    </a:ext>
                  </a:extLst>
                </p:cNvPr>
                <p:cNvPicPr/>
                <p:nvPr/>
              </p:nvPicPr>
              <p:blipFill>
                <a:blip r:embed="rId25"/>
                <a:stretch>
                  <a:fillRect/>
                </a:stretch>
              </p:blipFill>
              <p:spPr>
                <a:xfrm>
                  <a:off x="9648835" y="4289230"/>
                  <a:ext cx="363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75776F11-5589-85A4-E70B-242F7B618895}"/>
                    </a:ext>
                  </a:extLst>
                </p14:cNvPr>
                <p14:cNvContentPartPr/>
                <p14:nvPr/>
              </p14:nvContentPartPr>
              <p14:xfrm>
                <a:off x="9714715" y="4068550"/>
                <a:ext cx="14760" cy="24120"/>
              </p14:xfrm>
            </p:contentPart>
          </mc:Choice>
          <mc:Fallback xmlns="">
            <p:pic>
              <p:nvPicPr>
                <p:cNvPr id="16" name="Ink 15">
                  <a:extLst>
                    <a:ext uri="{FF2B5EF4-FFF2-40B4-BE49-F238E27FC236}">
                      <a16:creationId xmlns:a16="http://schemas.microsoft.com/office/drawing/2014/main" id="{75776F11-5589-85A4-E70B-242F7B618895}"/>
                    </a:ext>
                  </a:extLst>
                </p:cNvPr>
                <p:cNvPicPr/>
                <p:nvPr/>
              </p:nvPicPr>
              <p:blipFill>
                <a:blip r:embed="rId27"/>
                <a:stretch>
                  <a:fillRect/>
                </a:stretch>
              </p:blipFill>
              <p:spPr>
                <a:xfrm>
                  <a:off x="9708595" y="4062430"/>
                  <a:ext cx="270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DCF14CD6-509E-E62E-EABF-1A077DA99CDE}"/>
                    </a:ext>
                  </a:extLst>
                </p14:cNvPr>
                <p14:cNvContentPartPr/>
                <p14:nvPr/>
              </p14:nvContentPartPr>
              <p14:xfrm>
                <a:off x="9771955" y="4014550"/>
                <a:ext cx="491760" cy="612720"/>
              </p14:xfrm>
            </p:contentPart>
          </mc:Choice>
          <mc:Fallback xmlns="">
            <p:pic>
              <p:nvPicPr>
                <p:cNvPr id="17" name="Ink 16">
                  <a:extLst>
                    <a:ext uri="{FF2B5EF4-FFF2-40B4-BE49-F238E27FC236}">
                      <a16:creationId xmlns:a16="http://schemas.microsoft.com/office/drawing/2014/main" id="{DCF14CD6-509E-E62E-EABF-1A077DA99CDE}"/>
                    </a:ext>
                  </a:extLst>
                </p:cNvPr>
                <p:cNvPicPr/>
                <p:nvPr/>
              </p:nvPicPr>
              <p:blipFill>
                <a:blip r:embed="rId29"/>
                <a:stretch>
                  <a:fillRect/>
                </a:stretch>
              </p:blipFill>
              <p:spPr>
                <a:xfrm>
                  <a:off x="9765835" y="4008430"/>
                  <a:ext cx="50400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23E4912C-022C-9088-7A39-9815191FD1DE}"/>
                    </a:ext>
                  </a:extLst>
                </p14:cNvPr>
                <p14:cNvContentPartPr/>
                <p14:nvPr/>
              </p14:nvContentPartPr>
              <p14:xfrm>
                <a:off x="10293595" y="4093750"/>
                <a:ext cx="127800" cy="313560"/>
              </p14:xfrm>
            </p:contentPart>
          </mc:Choice>
          <mc:Fallback xmlns="">
            <p:pic>
              <p:nvPicPr>
                <p:cNvPr id="18" name="Ink 17">
                  <a:extLst>
                    <a:ext uri="{FF2B5EF4-FFF2-40B4-BE49-F238E27FC236}">
                      <a16:creationId xmlns:a16="http://schemas.microsoft.com/office/drawing/2014/main" id="{23E4912C-022C-9088-7A39-9815191FD1DE}"/>
                    </a:ext>
                  </a:extLst>
                </p:cNvPr>
                <p:cNvPicPr/>
                <p:nvPr/>
              </p:nvPicPr>
              <p:blipFill>
                <a:blip r:embed="rId31"/>
                <a:stretch>
                  <a:fillRect/>
                </a:stretch>
              </p:blipFill>
              <p:spPr>
                <a:xfrm>
                  <a:off x="10287475" y="4087630"/>
                  <a:ext cx="14004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3A88943B-75DD-9571-D02D-DD2D4C6074D1}"/>
                    </a:ext>
                  </a:extLst>
                </p14:cNvPr>
                <p14:cNvContentPartPr/>
                <p14:nvPr/>
              </p14:nvContentPartPr>
              <p14:xfrm>
                <a:off x="10410595" y="4098790"/>
                <a:ext cx="59400" cy="13680"/>
              </p14:xfrm>
            </p:contentPart>
          </mc:Choice>
          <mc:Fallback xmlns="">
            <p:pic>
              <p:nvPicPr>
                <p:cNvPr id="19" name="Ink 18">
                  <a:extLst>
                    <a:ext uri="{FF2B5EF4-FFF2-40B4-BE49-F238E27FC236}">
                      <a16:creationId xmlns:a16="http://schemas.microsoft.com/office/drawing/2014/main" id="{3A88943B-75DD-9571-D02D-DD2D4C6074D1}"/>
                    </a:ext>
                  </a:extLst>
                </p:cNvPr>
                <p:cNvPicPr/>
                <p:nvPr/>
              </p:nvPicPr>
              <p:blipFill>
                <a:blip r:embed="rId33"/>
                <a:stretch>
                  <a:fillRect/>
                </a:stretch>
              </p:blipFill>
              <p:spPr>
                <a:xfrm>
                  <a:off x="10404475" y="4092670"/>
                  <a:ext cx="716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9B32F9C-4F3F-BC23-1719-95224230F5B8}"/>
                    </a:ext>
                  </a:extLst>
                </p14:cNvPr>
                <p14:cNvContentPartPr/>
                <p14:nvPr/>
              </p14:nvContentPartPr>
              <p14:xfrm>
                <a:off x="10508515" y="4275910"/>
                <a:ext cx="91800" cy="99720"/>
              </p14:xfrm>
            </p:contentPart>
          </mc:Choice>
          <mc:Fallback xmlns="">
            <p:pic>
              <p:nvPicPr>
                <p:cNvPr id="20" name="Ink 19">
                  <a:extLst>
                    <a:ext uri="{FF2B5EF4-FFF2-40B4-BE49-F238E27FC236}">
                      <a16:creationId xmlns:a16="http://schemas.microsoft.com/office/drawing/2014/main" id="{79B32F9C-4F3F-BC23-1719-95224230F5B8}"/>
                    </a:ext>
                  </a:extLst>
                </p:cNvPr>
                <p:cNvPicPr/>
                <p:nvPr/>
              </p:nvPicPr>
              <p:blipFill>
                <a:blip r:embed="rId35"/>
                <a:stretch>
                  <a:fillRect/>
                </a:stretch>
              </p:blipFill>
              <p:spPr>
                <a:xfrm>
                  <a:off x="10502395" y="4269790"/>
                  <a:ext cx="1040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4137A5AB-23D1-9220-3528-621FEFD71217}"/>
                    </a:ext>
                  </a:extLst>
                </p14:cNvPr>
                <p14:cNvContentPartPr/>
                <p14:nvPr/>
              </p14:nvContentPartPr>
              <p14:xfrm>
                <a:off x="10691035" y="4067110"/>
                <a:ext cx="320400" cy="401760"/>
              </p14:xfrm>
            </p:contentPart>
          </mc:Choice>
          <mc:Fallback xmlns="">
            <p:pic>
              <p:nvPicPr>
                <p:cNvPr id="21" name="Ink 20">
                  <a:extLst>
                    <a:ext uri="{FF2B5EF4-FFF2-40B4-BE49-F238E27FC236}">
                      <a16:creationId xmlns:a16="http://schemas.microsoft.com/office/drawing/2014/main" id="{4137A5AB-23D1-9220-3528-621FEFD71217}"/>
                    </a:ext>
                  </a:extLst>
                </p:cNvPr>
                <p:cNvPicPr/>
                <p:nvPr/>
              </p:nvPicPr>
              <p:blipFill>
                <a:blip r:embed="rId37"/>
                <a:stretch>
                  <a:fillRect/>
                </a:stretch>
              </p:blipFill>
              <p:spPr>
                <a:xfrm>
                  <a:off x="10684915" y="4060990"/>
                  <a:ext cx="33264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382FC686-6920-957B-CADE-9EEB47CDB42B}"/>
                    </a:ext>
                  </a:extLst>
                </p14:cNvPr>
                <p14:cNvContentPartPr/>
                <p14:nvPr/>
              </p14:nvContentPartPr>
              <p14:xfrm>
                <a:off x="10889755" y="3907990"/>
                <a:ext cx="172800" cy="843120"/>
              </p14:xfrm>
            </p:contentPart>
          </mc:Choice>
          <mc:Fallback xmlns="">
            <p:pic>
              <p:nvPicPr>
                <p:cNvPr id="22" name="Ink 21">
                  <a:extLst>
                    <a:ext uri="{FF2B5EF4-FFF2-40B4-BE49-F238E27FC236}">
                      <a16:creationId xmlns:a16="http://schemas.microsoft.com/office/drawing/2014/main" id="{382FC686-6920-957B-CADE-9EEB47CDB42B}"/>
                    </a:ext>
                  </a:extLst>
                </p:cNvPr>
                <p:cNvPicPr/>
                <p:nvPr/>
              </p:nvPicPr>
              <p:blipFill>
                <a:blip r:embed="rId39"/>
                <a:stretch>
                  <a:fillRect/>
                </a:stretch>
              </p:blipFill>
              <p:spPr>
                <a:xfrm>
                  <a:off x="10883635" y="3901870"/>
                  <a:ext cx="185040" cy="855360"/>
                </a:xfrm>
                <a:prstGeom prst="rect">
                  <a:avLst/>
                </a:prstGeom>
              </p:spPr>
            </p:pic>
          </mc:Fallback>
        </mc:AlternateContent>
      </p:grpSp>
    </p:spTree>
    <p:extLst>
      <p:ext uri="{BB962C8B-B14F-4D97-AF65-F5344CB8AC3E}">
        <p14:creationId xmlns:p14="http://schemas.microsoft.com/office/powerpoint/2010/main" val="1696097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2895600" cy="764364"/>
          </a:xfrm>
        </p:spPr>
        <p:txBody>
          <a:bodyPr/>
          <a:lstStyle/>
          <a:p>
            <a:r>
              <a:rPr lang="en-US" dirty="0"/>
              <a:t>The Median</a:t>
            </a:r>
            <a:endParaRPr lang="en-IN" dirty="0"/>
          </a:p>
        </p:txBody>
      </p:sp>
      <p:sp>
        <p:nvSpPr>
          <p:cNvPr id="3" name="Text Placeholder 2"/>
          <p:cNvSpPr>
            <a:spLocks noGrp="1"/>
          </p:cNvSpPr>
          <p:nvPr>
            <p:ph type="body" sz="quarter" idx="13"/>
          </p:nvPr>
        </p:nvSpPr>
        <p:spPr>
          <a:xfrm>
            <a:off x="857738" y="1066800"/>
            <a:ext cx="10496061" cy="4952999"/>
          </a:xfrm>
        </p:spPr>
        <p:txBody>
          <a:bodyPr>
            <a:normAutofit/>
          </a:bodyPr>
          <a:lstStyle/>
          <a:p>
            <a:pPr algn="just">
              <a:lnSpc>
                <a:spcPct val="150000"/>
              </a:lnSpc>
              <a:spcBef>
                <a:spcPts val="0"/>
              </a:spcBef>
              <a:buFont typeface="Wingdings" panose="05000000000000000000" pitchFamily="2" charset="2"/>
              <a:buChar char="Ø"/>
            </a:pPr>
            <a:r>
              <a:rPr lang="en-US" sz="2400" b="1" dirty="0">
                <a:latin typeface="+mn-lt"/>
              </a:rPr>
              <a:t>Example-1</a:t>
            </a:r>
            <a:r>
              <a:rPr lang="en-US" sz="2400" dirty="0">
                <a:latin typeface="+mn-lt"/>
              </a:rPr>
              <a:t>: The three-year annualized returns for the seven small-cap growth funds with low risk are ranked from the smallest to the largest:</a:t>
            </a:r>
          </a:p>
          <a:p>
            <a:pPr marL="0" indent="0" algn="just">
              <a:lnSpc>
                <a:spcPct val="150000"/>
              </a:lnSpc>
              <a:spcBef>
                <a:spcPts val="0"/>
              </a:spcBef>
              <a:buNone/>
            </a:pPr>
            <a:r>
              <a:rPr lang="en-US" sz="2400" dirty="0">
                <a:latin typeface="+mn-lt"/>
              </a:rPr>
              <a:t>       </a:t>
            </a:r>
            <a:r>
              <a:rPr lang="en-US" sz="2400" dirty="0">
                <a:solidFill>
                  <a:srgbClr val="FF0000"/>
                </a:solidFill>
                <a:latin typeface="+mn-lt"/>
              </a:rPr>
              <a:t>The Median is the 4</a:t>
            </a:r>
            <a:r>
              <a:rPr lang="en-US" sz="2400" baseline="30000" dirty="0">
                <a:solidFill>
                  <a:srgbClr val="FF0000"/>
                </a:solidFill>
                <a:latin typeface="+mn-lt"/>
              </a:rPr>
              <a:t>th</a:t>
            </a:r>
            <a:r>
              <a:rPr lang="en-US" sz="2400" dirty="0">
                <a:solidFill>
                  <a:srgbClr val="FF0000"/>
                </a:solidFill>
                <a:latin typeface="+mn-lt"/>
              </a:rPr>
              <a:t> position value i.e. 22.4.</a:t>
            </a:r>
          </a:p>
          <a:p>
            <a:pPr algn="just">
              <a:lnSpc>
                <a:spcPct val="150000"/>
              </a:lnSpc>
              <a:spcBef>
                <a:spcPts val="0"/>
              </a:spcBef>
              <a:buFont typeface="Wingdings" panose="05000000000000000000" pitchFamily="2" charset="2"/>
              <a:buChar char="Ø"/>
            </a:pPr>
            <a:r>
              <a:rPr lang="en-US" sz="2400" b="1" dirty="0">
                <a:latin typeface="+mn-lt"/>
              </a:rPr>
              <a:t>Example-2</a:t>
            </a:r>
            <a:r>
              <a:rPr lang="en-US" sz="2400" dirty="0">
                <a:latin typeface="+mn-lt"/>
              </a:rPr>
              <a:t>: Consider the time taken for reaching office from home in minutes arranged from lowest to highest</a:t>
            </a:r>
          </a:p>
          <a:p>
            <a:pPr marL="0" indent="0" algn="just">
              <a:lnSpc>
                <a:spcPct val="150000"/>
              </a:lnSpc>
              <a:spcBef>
                <a:spcPts val="0"/>
              </a:spcBef>
              <a:buNone/>
            </a:pPr>
            <a:r>
              <a:rPr lang="en-US" sz="2400" dirty="0">
                <a:latin typeface="+mn-lt"/>
              </a:rPr>
              <a:t>29	 31 	35 	39 	39 	40 	43 	44 	44 	52</a:t>
            </a:r>
          </a:p>
          <a:p>
            <a:pPr algn="just">
              <a:lnSpc>
                <a:spcPct val="150000"/>
              </a:lnSpc>
              <a:spcBef>
                <a:spcPts val="0"/>
              </a:spcBef>
              <a:buFont typeface="Wingdings" panose="05000000000000000000" pitchFamily="2" charset="2"/>
              <a:buChar char="Ø"/>
            </a:pPr>
            <a:r>
              <a:rPr lang="en-US" sz="2400" dirty="0">
                <a:latin typeface="+mn-lt"/>
              </a:rPr>
              <a:t>The number of observations are 10. Hence the median is the average of values at the 5</a:t>
            </a:r>
            <a:r>
              <a:rPr lang="en-US" sz="2400" baseline="30000" dirty="0">
                <a:latin typeface="+mn-lt"/>
              </a:rPr>
              <a:t>th</a:t>
            </a:r>
            <a:r>
              <a:rPr lang="en-US" sz="2400" dirty="0">
                <a:latin typeface="+mn-lt"/>
              </a:rPr>
              <a:t> and 6</a:t>
            </a:r>
            <a:r>
              <a:rPr lang="en-US" sz="2400" baseline="30000" dirty="0">
                <a:latin typeface="+mn-lt"/>
              </a:rPr>
              <a:t>th</a:t>
            </a:r>
            <a:r>
              <a:rPr lang="en-US" sz="2400" dirty="0">
                <a:latin typeface="+mn-lt"/>
              </a:rPr>
              <a:t> Position, i.e. average of 39 and 40 = </a:t>
            </a:r>
            <a:r>
              <a:rPr lang="en-US" sz="2400" b="1" dirty="0">
                <a:latin typeface="+mn-lt"/>
              </a:rPr>
              <a:t>39.5</a:t>
            </a:r>
          </a:p>
          <a:p>
            <a:endParaRPr lang="en-IN" dirty="0"/>
          </a:p>
        </p:txBody>
      </p:sp>
    </p:spTree>
    <p:extLst>
      <p:ext uri="{BB962C8B-B14F-4D97-AF65-F5344CB8AC3E}">
        <p14:creationId xmlns:p14="http://schemas.microsoft.com/office/powerpoint/2010/main" val="1104761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Data distribution-Skew (Asymmetry) &amp; Symmetry</a:t>
            </a:r>
            <a:endParaRPr lang="en-IN" dirty="0"/>
          </a:p>
        </p:txBody>
      </p:sp>
      <p:sp>
        <p:nvSpPr>
          <p:cNvPr id="3" name="Text Placeholder 2"/>
          <p:cNvSpPr>
            <a:spLocks noGrp="1"/>
          </p:cNvSpPr>
          <p:nvPr>
            <p:ph type="body" sz="quarter" idx="13"/>
          </p:nvPr>
        </p:nvSpPr>
        <p:spPr>
          <a:xfrm>
            <a:off x="857739" y="990600"/>
            <a:ext cx="5085861" cy="5410199"/>
          </a:xfrm>
        </p:spPr>
        <p:txBody>
          <a:bodyPr>
            <a:normAutofit/>
          </a:bodyPr>
          <a:lstStyle/>
          <a:p>
            <a:pPr marL="342900" indent="-342900">
              <a:spcAft>
                <a:spcPts val="1200"/>
              </a:spcAft>
              <a:buFont typeface="Wingdings" panose="05000000000000000000" pitchFamily="2" charset="2"/>
              <a:buChar char="Ø"/>
            </a:pPr>
            <a:r>
              <a:rPr lang="en-US" sz="2400" dirty="0">
                <a:solidFill>
                  <a:srgbClr val="002060"/>
                </a:solidFill>
                <a:latin typeface="+mn-lt"/>
                <a:cs typeface="Calibri" pitchFamily="34" charset="0"/>
              </a:rPr>
              <a:t>Skewed</a:t>
            </a:r>
          </a:p>
          <a:p>
            <a:pPr>
              <a:spcAft>
                <a:spcPts val="1200"/>
              </a:spcAft>
              <a:buFont typeface="Courier New" panose="02070309020205020404" pitchFamily="49" charset="0"/>
              <a:buChar char="o"/>
            </a:pPr>
            <a:r>
              <a:rPr lang="en-US" sz="2000" dirty="0">
                <a:latin typeface="+mn-lt"/>
                <a:cs typeface="Calibri" pitchFamily="34" charset="0"/>
              </a:rPr>
              <a:t>Negatively (Left):mean &lt; median&lt;Mode</a:t>
            </a:r>
          </a:p>
          <a:p>
            <a:pPr lvl="1"/>
            <a:r>
              <a:rPr lang="en-US" sz="1800" dirty="0">
                <a:latin typeface="+mn-lt"/>
              </a:rPr>
              <a:t>Distributions with a left skew have long left 	tails; </a:t>
            </a:r>
          </a:p>
          <a:p>
            <a:pPr marL="457200" lvl="5" indent="-457200">
              <a:buFont typeface="Courier New" panose="02070309020205020404" pitchFamily="49" charset="0"/>
              <a:buChar char="o"/>
            </a:pPr>
            <a:r>
              <a:rPr lang="en-US" sz="2000" dirty="0">
                <a:cs typeface="Calibri" pitchFamily="34" charset="0"/>
              </a:rPr>
              <a:t>Positively (Right)  :  mean &gt; median&gt;Mode</a:t>
            </a:r>
          </a:p>
          <a:p>
            <a:pPr marL="622300" lvl="4" algn="just">
              <a:spcAft>
                <a:spcPts val="1200"/>
              </a:spcAft>
            </a:pPr>
            <a:r>
              <a:rPr lang="en-US" sz="1800" dirty="0">
                <a:latin typeface="+mn-lt"/>
              </a:rPr>
              <a:t>Distributions with a right skew have long 	right tails.</a:t>
            </a:r>
          </a:p>
          <a:p>
            <a:pPr marL="342900" lvl="4" indent="-342900">
              <a:spcBef>
                <a:spcPts val="1000"/>
              </a:spcBef>
              <a:spcAft>
                <a:spcPts val="1200"/>
              </a:spcAft>
              <a:buFont typeface="Wingdings" panose="05000000000000000000" pitchFamily="2" charset="2"/>
              <a:buChar char="Ø"/>
            </a:pPr>
            <a:r>
              <a:rPr lang="en-US" sz="2400" dirty="0">
                <a:solidFill>
                  <a:srgbClr val="002060"/>
                </a:solidFill>
                <a:latin typeface="+mn-lt"/>
                <a:cs typeface="Calibri" pitchFamily="34" charset="0"/>
              </a:rPr>
              <a:t>Symmetry: Mean=Median=Mode</a:t>
            </a:r>
            <a:endParaRPr lang="en-US" sz="1800" dirty="0">
              <a:latin typeface="+mn-lt"/>
              <a:cs typeface="Calibri" pitchFamily="34" charset="0"/>
            </a:endParaRPr>
          </a:p>
          <a:p>
            <a:pPr marL="342900" indent="-342900" algn="just">
              <a:spcAft>
                <a:spcPts val="1200"/>
              </a:spcAft>
              <a:buFont typeface="Wingdings" panose="05000000000000000000" pitchFamily="2" charset="2"/>
              <a:buChar char="Ø"/>
            </a:pPr>
            <a:r>
              <a:rPr lang="en-US" sz="2000" dirty="0">
                <a:solidFill>
                  <a:srgbClr val="002060"/>
                </a:solidFill>
                <a:latin typeface="+mn-lt"/>
                <a:cs typeface="Calibri" pitchFamily="34" charset="0"/>
              </a:rPr>
              <a:t>Bimodal </a:t>
            </a:r>
            <a:r>
              <a:rPr lang="en-US" sz="2000" dirty="0">
                <a:latin typeface="+mn-lt"/>
                <a:cs typeface="Calibri" pitchFamily="34" charset="0"/>
              </a:rPr>
              <a:t> :  has two distinct modes</a:t>
            </a:r>
          </a:p>
          <a:p>
            <a:pPr marL="342900" indent="-342900" algn="just">
              <a:spcAft>
                <a:spcPts val="1200"/>
              </a:spcAft>
              <a:buFont typeface="Wingdings" panose="05000000000000000000" pitchFamily="2" charset="2"/>
              <a:buChar char="Ø"/>
            </a:pPr>
            <a:r>
              <a:rPr lang="en-US" sz="2000" dirty="0">
                <a:solidFill>
                  <a:srgbClr val="002060"/>
                </a:solidFill>
                <a:latin typeface="+mn-lt"/>
                <a:cs typeface="Calibri" pitchFamily="34" charset="0"/>
              </a:rPr>
              <a:t>Multi-modal : </a:t>
            </a:r>
            <a:r>
              <a:rPr lang="en-US" sz="2000" dirty="0">
                <a:latin typeface="+mn-lt"/>
                <a:cs typeface="Calibri" pitchFamily="34" charset="0"/>
              </a:rPr>
              <a:t>has</a:t>
            </a:r>
            <a:r>
              <a:rPr lang="en-US" sz="2000" dirty="0">
                <a:solidFill>
                  <a:srgbClr val="002060"/>
                </a:solidFill>
                <a:latin typeface="+mn-lt"/>
                <a:cs typeface="Calibri" pitchFamily="34" charset="0"/>
              </a:rPr>
              <a:t> </a:t>
            </a:r>
            <a:r>
              <a:rPr lang="en-US" sz="2000" dirty="0">
                <a:latin typeface="+mn-lt"/>
                <a:cs typeface="Calibri" pitchFamily="34" charset="0"/>
              </a:rPr>
              <a:t>more than 2 distinct modes</a:t>
            </a:r>
          </a:p>
          <a:p>
            <a:endParaRPr lang="en-IN" dirty="0"/>
          </a:p>
        </p:txBody>
      </p:sp>
      <p:pic>
        <p:nvPicPr>
          <p:cNvPr id="5" name="Picture 4">
            <a:extLst>
              <a:ext uri="{FF2B5EF4-FFF2-40B4-BE49-F238E27FC236}">
                <a16:creationId xmlns:a16="http://schemas.microsoft.com/office/drawing/2014/main" id="{4EAAAED4-A71C-40B7-9061-915FC42171D8}"/>
              </a:ext>
            </a:extLst>
          </p:cNvPr>
          <p:cNvPicPr>
            <a:picLocks noChangeAspect="1"/>
          </p:cNvPicPr>
          <p:nvPr/>
        </p:nvPicPr>
        <p:blipFill>
          <a:blip r:embed="rId2"/>
          <a:stretch>
            <a:fillRect/>
          </a:stretch>
        </p:blipFill>
        <p:spPr>
          <a:xfrm>
            <a:off x="6553200" y="1905000"/>
            <a:ext cx="5486400" cy="3733800"/>
          </a:xfrm>
          <a:prstGeom prst="rect">
            <a:avLst/>
          </a:prstGeom>
        </p:spPr>
      </p:pic>
      <p:sp>
        <p:nvSpPr>
          <p:cNvPr id="6" name="TextBox 5">
            <a:extLst>
              <a:ext uri="{FF2B5EF4-FFF2-40B4-BE49-F238E27FC236}">
                <a16:creationId xmlns:a16="http://schemas.microsoft.com/office/drawing/2014/main" id="{0385DF41-68DE-AAE4-2D41-01EC7D1E92BF}"/>
              </a:ext>
            </a:extLst>
          </p:cNvPr>
          <p:cNvSpPr txBox="1"/>
          <p:nvPr/>
        </p:nvSpPr>
        <p:spPr>
          <a:xfrm>
            <a:off x="685800" y="5497102"/>
            <a:ext cx="10515600" cy="1200329"/>
          </a:xfrm>
          <a:prstGeom prst="rect">
            <a:avLst/>
          </a:prstGeom>
          <a:noFill/>
        </p:spPr>
        <p:txBody>
          <a:bodyPr wrap="square">
            <a:spAutoFit/>
          </a:bodyPr>
          <a:lstStyle/>
          <a:p>
            <a:pPr algn="just"/>
            <a:r>
              <a:rPr lang="en-US" dirty="0"/>
              <a:t>Note: In science, an empirical relationship  is a relationship that is supported by experiment and observation but not necessarily supported by theory. For moderately skewed/</a:t>
            </a:r>
            <a:r>
              <a:rPr lang="en-US" dirty="0" err="1"/>
              <a:t>unskew</a:t>
            </a:r>
            <a:r>
              <a:rPr lang="en-US" dirty="0"/>
              <a:t> data, an empirical relationship is  observed as Mode = 3Median-2Mean. Further Mean is applied for </a:t>
            </a:r>
            <a:r>
              <a:rPr lang="en-US" dirty="0" err="1"/>
              <a:t>unskew</a:t>
            </a:r>
            <a:r>
              <a:rPr lang="en-US" dirty="0"/>
              <a:t>/moderately skewed data whereas median is a preferred measure for heavily skewed data.</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7ABF613-F092-F008-AFF0-B8D60DCD9C8B}"/>
                  </a:ext>
                </a:extLst>
              </p14:cNvPr>
              <p14:cNvContentPartPr/>
              <p14:nvPr/>
            </p14:nvContentPartPr>
            <p14:xfrm>
              <a:off x="6867475" y="4806910"/>
              <a:ext cx="1195920" cy="751680"/>
            </p14:xfrm>
          </p:contentPart>
        </mc:Choice>
        <mc:Fallback xmlns="">
          <p:pic>
            <p:nvPicPr>
              <p:cNvPr id="4" name="Ink 3">
                <a:extLst>
                  <a:ext uri="{FF2B5EF4-FFF2-40B4-BE49-F238E27FC236}">
                    <a16:creationId xmlns:a16="http://schemas.microsoft.com/office/drawing/2014/main" id="{F7ABF613-F092-F008-AFF0-B8D60DCD9C8B}"/>
                  </a:ext>
                </a:extLst>
              </p:cNvPr>
              <p:cNvPicPr/>
              <p:nvPr/>
            </p:nvPicPr>
            <p:blipFill>
              <a:blip r:embed="rId4"/>
              <a:stretch>
                <a:fillRect/>
              </a:stretch>
            </p:blipFill>
            <p:spPr>
              <a:xfrm>
                <a:off x="6861355" y="4800790"/>
                <a:ext cx="1208160" cy="763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BADC1A05-DAA6-2F32-9C8D-FADAF17A4A67}"/>
                  </a:ext>
                </a:extLst>
              </p14:cNvPr>
              <p14:cNvContentPartPr/>
              <p14:nvPr/>
            </p14:nvContentPartPr>
            <p14:xfrm>
              <a:off x="6669475" y="4310830"/>
              <a:ext cx="62280" cy="737640"/>
            </p14:xfrm>
          </p:contentPart>
        </mc:Choice>
        <mc:Fallback xmlns="">
          <p:pic>
            <p:nvPicPr>
              <p:cNvPr id="10" name="Ink 9">
                <a:extLst>
                  <a:ext uri="{FF2B5EF4-FFF2-40B4-BE49-F238E27FC236}">
                    <a16:creationId xmlns:a16="http://schemas.microsoft.com/office/drawing/2014/main" id="{BADC1A05-DAA6-2F32-9C8D-FADAF17A4A67}"/>
                  </a:ext>
                </a:extLst>
              </p:cNvPr>
              <p:cNvPicPr/>
              <p:nvPr/>
            </p:nvPicPr>
            <p:blipFill>
              <a:blip r:embed="rId6"/>
              <a:stretch>
                <a:fillRect/>
              </a:stretch>
            </p:blipFill>
            <p:spPr>
              <a:xfrm>
                <a:off x="6663355" y="4304710"/>
                <a:ext cx="74520" cy="749880"/>
              </a:xfrm>
              <a:prstGeom prst="rect">
                <a:avLst/>
              </a:prstGeom>
            </p:spPr>
          </p:pic>
        </mc:Fallback>
      </mc:AlternateContent>
      <p:grpSp>
        <p:nvGrpSpPr>
          <p:cNvPr id="17" name="Group 16">
            <a:extLst>
              <a:ext uri="{FF2B5EF4-FFF2-40B4-BE49-F238E27FC236}">
                <a16:creationId xmlns:a16="http://schemas.microsoft.com/office/drawing/2014/main" id="{A0CA1B02-170B-F884-26DC-2BD650A0C5AE}"/>
              </a:ext>
            </a:extLst>
          </p:cNvPr>
          <p:cNvGrpSpPr/>
          <p:nvPr/>
        </p:nvGrpSpPr>
        <p:grpSpPr>
          <a:xfrm>
            <a:off x="7685035" y="4462030"/>
            <a:ext cx="794880" cy="519120"/>
            <a:chOff x="7685035" y="4462030"/>
            <a:chExt cx="794880" cy="519120"/>
          </a:xfrm>
        </p:grpSpPr>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B465227C-E8E8-8CB8-56B5-6F9B755E8432}"/>
                    </a:ext>
                  </a:extLst>
                </p14:cNvPr>
                <p14:cNvContentPartPr/>
                <p14:nvPr/>
              </p14:nvContentPartPr>
              <p14:xfrm>
                <a:off x="7685035" y="4548430"/>
                <a:ext cx="408960" cy="19800"/>
              </p14:xfrm>
            </p:contentPart>
          </mc:Choice>
          <mc:Fallback xmlns="">
            <p:pic>
              <p:nvPicPr>
                <p:cNvPr id="7" name="Ink 6">
                  <a:extLst>
                    <a:ext uri="{FF2B5EF4-FFF2-40B4-BE49-F238E27FC236}">
                      <a16:creationId xmlns:a16="http://schemas.microsoft.com/office/drawing/2014/main" id="{B465227C-E8E8-8CB8-56B5-6F9B755E8432}"/>
                    </a:ext>
                  </a:extLst>
                </p:cNvPr>
                <p:cNvPicPr/>
                <p:nvPr/>
              </p:nvPicPr>
              <p:blipFill>
                <a:blip r:embed="rId8"/>
                <a:stretch>
                  <a:fillRect/>
                </a:stretch>
              </p:blipFill>
              <p:spPr>
                <a:xfrm>
                  <a:off x="7678915" y="4542310"/>
                  <a:ext cx="4212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9BA4B0BE-CF80-2E88-4049-964BDB3232F6}"/>
                    </a:ext>
                  </a:extLst>
                </p14:cNvPr>
                <p14:cNvContentPartPr/>
                <p14:nvPr/>
              </p14:nvContentPartPr>
              <p14:xfrm>
                <a:off x="7920835" y="4508830"/>
                <a:ext cx="190800" cy="160920"/>
              </p14:xfrm>
            </p:contentPart>
          </mc:Choice>
          <mc:Fallback xmlns="">
            <p:pic>
              <p:nvPicPr>
                <p:cNvPr id="8" name="Ink 7">
                  <a:extLst>
                    <a:ext uri="{FF2B5EF4-FFF2-40B4-BE49-F238E27FC236}">
                      <a16:creationId xmlns:a16="http://schemas.microsoft.com/office/drawing/2014/main" id="{9BA4B0BE-CF80-2E88-4049-964BDB3232F6}"/>
                    </a:ext>
                  </a:extLst>
                </p:cNvPr>
                <p:cNvPicPr/>
                <p:nvPr/>
              </p:nvPicPr>
              <p:blipFill>
                <a:blip r:embed="rId10"/>
                <a:stretch>
                  <a:fillRect/>
                </a:stretch>
              </p:blipFill>
              <p:spPr>
                <a:xfrm>
                  <a:off x="7914715" y="4502710"/>
                  <a:ext cx="2030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3F9B9EFB-25B0-B093-EFE8-9A9EEFF7F24F}"/>
                    </a:ext>
                  </a:extLst>
                </p14:cNvPr>
                <p14:cNvContentPartPr/>
                <p14:nvPr/>
              </p14:nvContentPartPr>
              <p14:xfrm>
                <a:off x="8464795" y="4462030"/>
                <a:ext cx="15120" cy="519120"/>
              </p14:xfrm>
            </p:contentPart>
          </mc:Choice>
          <mc:Fallback xmlns="">
            <p:pic>
              <p:nvPicPr>
                <p:cNvPr id="14" name="Ink 13">
                  <a:extLst>
                    <a:ext uri="{FF2B5EF4-FFF2-40B4-BE49-F238E27FC236}">
                      <a16:creationId xmlns:a16="http://schemas.microsoft.com/office/drawing/2014/main" id="{3F9B9EFB-25B0-B093-EFE8-9A9EEFF7F24F}"/>
                    </a:ext>
                  </a:extLst>
                </p:cNvPr>
                <p:cNvPicPr/>
                <p:nvPr/>
              </p:nvPicPr>
              <p:blipFill>
                <a:blip r:embed="rId12"/>
                <a:stretch>
                  <a:fillRect/>
                </a:stretch>
              </p:blipFill>
              <p:spPr>
                <a:xfrm>
                  <a:off x="8458675" y="4455910"/>
                  <a:ext cx="27360" cy="53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00CC60A9-C562-6946-17E8-34AEF637E62F}"/>
                  </a:ext>
                </a:extLst>
              </p14:cNvPr>
              <p14:cNvContentPartPr/>
              <p14:nvPr/>
            </p14:nvContentPartPr>
            <p14:xfrm>
              <a:off x="9986515" y="4484710"/>
              <a:ext cx="40320" cy="438480"/>
            </p14:xfrm>
          </p:contentPart>
        </mc:Choice>
        <mc:Fallback xmlns="">
          <p:pic>
            <p:nvPicPr>
              <p:cNvPr id="15" name="Ink 14">
                <a:extLst>
                  <a:ext uri="{FF2B5EF4-FFF2-40B4-BE49-F238E27FC236}">
                    <a16:creationId xmlns:a16="http://schemas.microsoft.com/office/drawing/2014/main" id="{00CC60A9-C562-6946-17E8-34AEF637E62F}"/>
                  </a:ext>
                </a:extLst>
              </p:cNvPr>
              <p:cNvPicPr/>
              <p:nvPr/>
            </p:nvPicPr>
            <p:blipFill>
              <a:blip r:embed="rId14"/>
              <a:stretch>
                <a:fillRect/>
              </a:stretch>
            </p:blipFill>
            <p:spPr>
              <a:xfrm>
                <a:off x="9980395" y="4478590"/>
                <a:ext cx="5256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308D6161-0E2F-1B4F-0F14-E3C08ECC70C7}"/>
                  </a:ext>
                </a:extLst>
              </p14:cNvPr>
              <p14:cNvContentPartPr/>
              <p14:nvPr/>
            </p14:nvContentPartPr>
            <p14:xfrm>
              <a:off x="9534715" y="3846070"/>
              <a:ext cx="9720" cy="360"/>
            </p14:xfrm>
          </p:contentPart>
        </mc:Choice>
        <mc:Fallback xmlns="">
          <p:pic>
            <p:nvPicPr>
              <p:cNvPr id="18" name="Ink 17">
                <a:extLst>
                  <a:ext uri="{FF2B5EF4-FFF2-40B4-BE49-F238E27FC236}">
                    <a16:creationId xmlns:a16="http://schemas.microsoft.com/office/drawing/2014/main" id="{308D6161-0E2F-1B4F-0F14-E3C08ECC70C7}"/>
                  </a:ext>
                </a:extLst>
              </p:cNvPr>
              <p:cNvPicPr/>
              <p:nvPr/>
            </p:nvPicPr>
            <p:blipFill>
              <a:blip r:embed="rId16"/>
              <a:stretch>
                <a:fillRect/>
              </a:stretch>
            </p:blipFill>
            <p:spPr>
              <a:xfrm>
                <a:off x="9528595" y="3839950"/>
                <a:ext cx="219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9B2877BA-E92D-B90D-6D47-0B0580AF2789}"/>
                  </a:ext>
                </a:extLst>
              </p14:cNvPr>
              <p14:cNvContentPartPr/>
              <p14:nvPr/>
            </p14:nvContentPartPr>
            <p14:xfrm>
              <a:off x="1225555" y="2038870"/>
              <a:ext cx="2002320" cy="89280"/>
            </p14:xfrm>
          </p:contentPart>
        </mc:Choice>
        <mc:Fallback xmlns="">
          <p:pic>
            <p:nvPicPr>
              <p:cNvPr id="19" name="Ink 18">
                <a:extLst>
                  <a:ext uri="{FF2B5EF4-FFF2-40B4-BE49-F238E27FC236}">
                    <a16:creationId xmlns:a16="http://schemas.microsoft.com/office/drawing/2014/main" id="{9B2877BA-E92D-B90D-6D47-0B0580AF2789}"/>
                  </a:ext>
                </a:extLst>
              </p:cNvPr>
              <p:cNvPicPr/>
              <p:nvPr/>
            </p:nvPicPr>
            <p:blipFill>
              <a:blip r:embed="rId18"/>
              <a:stretch>
                <a:fillRect/>
              </a:stretch>
            </p:blipFill>
            <p:spPr>
              <a:xfrm>
                <a:off x="1219435" y="2032750"/>
                <a:ext cx="20145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35A5B455-96BA-148A-1604-5DB213A6ABFD}"/>
                  </a:ext>
                </a:extLst>
              </p14:cNvPr>
              <p14:cNvContentPartPr/>
              <p14:nvPr/>
            </p14:nvContentPartPr>
            <p14:xfrm>
              <a:off x="10975795" y="4563190"/>
              <a:ext cx="164880" cy="147960"/>
            </p14:xfrm>
          </p:contentPart>
        </mc:Choice>
        <mc:Fallback xmlns="">
          <p:pic>
            <p:nvPicPr>
              <p:cNvPr id="20" name="Ink 19">
                <a:extLst>
                  <a:ext uri="{FF2B5EF4-FFF2-40B4-BE49-F238E27FC236}">
                    <a16:creationId xmlns:a16="http://schemas.microsoft.com/office/drawing/2014/main" id="{35A5B455-96BA-148A-1604-5DB213A6ABFD}"/>
                  </a:ext>
                </a:extLst>
              </p:cNvPr>
              <p:cNvPicPr/>
              <p:nvPr/>
            </p:nvPicPr>
            <p:blipFill>
              <a:blip r:embed="rId20"/>
              <a:stretch>
                <a:fillRect/>
              </a:stretch>
            </p:blipFill>
            <p:spPr>
              <a:xfrm>
                <a:off x="10969675" y="4557070"/>
                <a:ext cx="1771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9C902B5F-5704-293C-C894-69B712DDB89D}"/>
                  </a:ext>
                </a:extLst>
              </p14:cNvPr>
              <p14:cNvContentPartPr/>
              <p14:nvPr/>
            </p14:nvContentPartPr>
            <p14:xfrm>
              <a:off x="11205475" y="3051190"/>
              <a:ext cx="175320" cy="125640"/>
            </p14:xfrm>
          </p:contentPart>
        </mc:Choice>
        <mc:Fallback xmlns="">
          <p:pic>
            <p:nvPicPr>
              <p:cNvPr id="21" name="Ink 20">
                <a:extLst>
                  <a:ext uri="{FF2B5EF4-FFF2-40B4-BE49-F238E27FC236}">
                    <a16:creationId xmlns:a16="http://schemas.microsoft.com/office/drawing/2014/main" id="{9C902B5F-5704-293C-C894-69B712DDB89D}"/>
                  </a:ext>
                </a:extLst>
              </p:cNvPr>
              <p:cNvPicPr/>
              <p:nvPr/>
            </p:nvPicPr>
            <p:blipFill>
              <a:blip r:embed="rId22"/>
              <a:stretch>
                <a:fillRect/>
              </a:stretch>
            </p:blipFill>
            <p:spPr>
              <a:xfrm>
                <a:off x="11199355" y="3045070"/>
                <a:ext cx="187560" cy="137880"/>
              </a:xfrm>
              <a:prstGeom prst="rect">
                <a:avLst/>
              </a:prstGeom>
            </p:spPr>
          </p:pic>
        </mc:Fallback>
      </mc:AlternateContent>
      <p:grpSp>
        <p:nvGrpSpPr>
          <p:cNvPr id="33" name="Group 32">
            <a:extLst>
              <a:ext uri="{FF2B5EF4-FFF2-40B4-BE49-F238E27FC236}">
                <a16:creationId xmlns:a16="http://schemas.microsoft.com/office/drawing/2014/main" id="{ADAA2D86-E668-F56F-C8E6-F7E2E9F91EC7}"/>
              </a:ext>
            </a:extLst>
          </p:cNvPr>
          <p:cNvGrpSpPr/>
          <p:nvPr/>
        </p:nvGrpSpPr>
        <p:grpSpPr>
          <a:xfrm>
            <a:off x="9810475" y="2496430"/>
            <a:ext cx="1933920" cy="2628360"/>
            <a:chOff x="9810475" y="2496430"/>
            <a:chExt cx="1933920" cy="2628360"/>
          </a:xfrm>
        </p:grpSpPr>
        <mc:AlternateContent xmlns:mc="http://schemas.openxmlformats.org/markup-compatibility/2006" xmlns:p14="http://schemas.microsoft.com/office/powerpoint/2010/main">
          <mc:Choice Requires="p14">
            <p:contentPart p14:bwMode="auto" r:id="rId23">
              <p14:nvContentPartPr>
                <p14:cNvPr id="11" name="Ink 10">
                  <a:extLst>
                    <a:ext uri="{FF2B5EF4-FFF2-40B4-BE49-F238E27FC236}">
                      <a16:creationId xmlns:a16="http://schemas.microsoft.com/office/drawing/2014/main" id="{2497329D-F33A-E57F-4FCB-B723C12A036B}"/>
                    </a:ext>
                  </a:extLst>
                </p14:cNvPr>
                <p14:cNvContentPartPr/>
                <p14:nvPr/>
              </p14:nvContentPartPr>
              <p14:xfrm>
                <a:off x="9921715" y="4792510"/>
                <a:ext cx="974880" cy="28440"/>
              </p14:xfrm>
            </p:contentPart>
          </mc:Choice>
          <mc:Fallback xmlns="">
            <p:pic>
              <p:nvPicPr>
                <p:cNvPr id="11" name="Ink 10">
                  <a:extLst>
                    <a:ext uri="{FF2B5EF4-FFF2-40B4-BE49-F238E27FC236}">
                      <a16:creationId xmlns:a16="http://schemas.microsoft.com/office/drawing/2014/main" id="{2497329D-F33A-E57F-4FCB-B723C12A036B}"/>
                    </a:ext>
                  </a:extLst>
                </p:cNvPr>
                <p:cNvPicPr/>
                <p:nvPr/>
              </p:nvPicPr>
              <p:blipFill>
                <a:blip r:embed="rId24"/>
                <a:stretch>
                  <a:fillRect/>
                </a:stretch>
              </p:blipFill>
              <p:spPr>
                <a:xfrm>
                  <a:off x="9915595" y="4786390"/>
                  <a:ext cx="98712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 name="Ink 11">
                  <a:extLst>
                    <a:ext uri="{FF2B5EF4-FFF2-40B4-BE49-F238E27FC236}">
                      <a16:creationId xmlns:a16="http://schemas.microsoft.com/office/drawing/2014/main" id="{98B0651D-514E-A54E-A39F-68CE9F32E5EE}"/>
                    </a:ext>
                  </a:extLst>
                </p14:cNvPr>
                <p14:cNvContentPartPr/>
                <p14:nvPr/>
              </p14:nvContentPartPr>
              <p14:xfrm>
                <a:off x="9810475" y="4689910"/>
                <a:ext cx="249840" cy="282600"/>
              </p14:xfrm>
            </p:contentPart>
          </mc:Choice>
          <mc:Fallback xmlns="">
            <p:pic>
              <p:nvPicPr>
                <p:cNvPr id="12" name="Ink 11">
                  <a:extLst>
                    <a:ext uri="{FF2B5EF4-FFF2-40B4-BE49-F238E27FC236}">
                      <a16:creationId xmlns:a16="http://schemas.microsoft.com/office/drawing/2014/main" id="{98B0651D-514E-A54E-A39F-68CE9F32E5EE}"/>
                    </a:ext>
                  </a:extLst>
                </p:cNvPr>
                <p:cNvPicPr/>
                <p:nvPr/>
              </p:nvPicPr>
              <p:blipFill>
                <a:blip r:embed="rId26"/>
                <a:stretch>
                  <a:fillRect/>
                </a:stretch>
              </p:blipFill>
              <p:spPr>
                <a:xfrm>
                  <a:off x="9804355" y="4683790"/>
                  <a:ext cx="26208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D4AE0F56-DE86-595B-CC55-8266F8686BCC}"/>
                    </a:ext>
                  </a:extLst>
                </p14:cNvPr>
                <p14:cNvContentPartPr/>
                <p14:nvPr/>
              </p14:nvContentPartPr>
              <p14:xfrm>
                <a:off x="10928275" y="4760110"/>
                <a:ext cx="135000" cy="158040"/>
              </p14:xfrm>
            </p:contentPart>
          </mc:Choice>
          <mc:Fallback xmlns="">
            <p:pic>
              <p:nvPicPr>
                <p:cNvPr id="22" name="Ink 21">
                  <a:extLst>
                    <a:ext uri="{FF2B5EF4-FFF2-40B4-BE49-F238E27FC236}">
                      <a16:creationId xmlns:a16="http://schemas.microsoft.com/office/drawing/2014/main" id="{D4AE0F56-DE86-595B-CC55-8266F8686BCC}"/>
                    </a:ext>
                  </a:extLst>
                </p:cNvPr>
                <p:cNvPicPr/>
                <p:nvPr/>
              </p:nvPicPr>
              <p:blipFill>
                <a:blip r:embed="rId28"/>
                <a:stretch>
                  <a:fillRect/>
                </a:stretch>
              </p:blipFill>
              <p:spPr>
                <a:xfrm>
                  <a:off x="10922155" y="4753990"/>
                  <a:ext cx="1472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D994E1D9-929D-3A25-6A06-B99D17A8D483}"/>
                    </a:ext>
                  </a:extLst>
                </p14:cNvPr>
                <p14:cNvContentPartPr/>
                <p14:nvPr/>
              </p14:nvContentPartPr>
              <p14:xfrm>
                <a:off x="11090275" y="4812310"/>
                <a:ext cx="97200" cy="120240"/>
              </p14:xfrm>
            </p:contentPart>
          </mc:Choice>
          <mc:Fallback xmlns="">
            <p:pic>
              <p:nvPicPr>
                <p:cNvPr id="23" name="Ink 22">
                  <a:extLst>
                    <a:ext uri="{FF2B5EF4-FFF2-40B4-BE49-F238E27FC236}">
                      <a16:creationId xmlns:a16="http://schemas.microsoft.com/office/drawing/2014/main" id="{D994E1D9-929D-3A25-6A06-B99D17A8D483}"/>
                    </a:ext>
                  </a:extLst>
                </p:cNvPr>
                <p:cNvPicPr/>
                <p:nvPr/>
              </p:nvPicPr>
              <p:blipFill>
                <a:blip r:embed="rId30"/>
                <a:stretch>
                  <a:fillRect/>
                </a:stretch>
              </p:blipFill>
              <p:spPr>
                <a:xfrm>
                  <a:off x="11084155" y="4806190"/>
                  <a:ext cx="1094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183865C4-B7C4-D68C-BDAF-881F9F6AE399}"/>
                    </a:ext>
                  </a:extLst>
                </p14:cNvPr>
                <p14:cNvContentPartPr/>
                <p14:nvPr/>
              </p14:nvContentPartPr>
              <p14:xfrm>
                <a:off x="11199715" y="4852270"/>
                <a:ext cx="106560" cy="62640"/>
              </p14:xfrm>
            </p:contentPart>
          </mc:Choice>
          <mc:Fallback xmlns="">
            <p:pic>
              <p:nvPicPr>
                <p:cNvPr id="24" name="Ink 23">
                  <a:extLst>
                    <a:ext uri="{FF2B5EF4-FFF2-40B4-BE49-F238E27FC236}">
                      <a16:creationId xmlns:a16="http://schemas.microsoft.com/office/drawing/2014/main" id="{183865C4-B7C4-D68C-BDAF-881F9F6AE399}"/>
                    </a:ext>
                  </a:extLst>
                </p:cNvPr>
                <p:cNvPicPr/>
                <p:nvPr/>
              </p:nvPicPr>
              <p:blipFill>
                <a:blip r:embed="rId32"/>
                <a:stretch>
                  <a:fillRect/>
                </a:stretch>
              </p:blipFill>
              <p:spPr>
                <a:xfrm>
                  <a:off x="11193595" y="4846150"/>
                  <a:ext cx="1188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Ink 24">
                  <a:extLst>
                    <a:ext uri="{FF2B5EF4-FFF2-40B4-BE49-F238E27FC236}">
                      <a16:creationId xmlns:a16="http://schemas.microsoft.com/office/drawing/2014/main" id="{62A64AA3-857C-9173-2A87-CE237267E35C}"/>
                    </a:ext>
                  </a:extLst>
                </p14:cNvPr>
                <p14:cNvContentPartPr/>
                <p14:nvPr/>
              </p14:nvContentPartPr>
              <p14:xfrm>
                <a:off x="11339035" y="4818430"/>
                <a:ext cx="159840" cy="72360"/>
              </p14:xfrm>
            </p:contentPart>
          </mc:Choice>
          <mc:Fallback xmlns="">
            <p:pic>
              <p:nvPicPr>
                <p:cNvPr id="25" name="Ink 24">
                  <a:extLst>
                    <a:ext uri="{FF2B5EF4-FFF2-40B4-BE49-F238E27FC236}">
                      <a16:creationId xmlns:a16="http://schemas.microsoft.com/office/drawing/2014/main" id="{62A64AA3-857C-9173-2A87-CE237267E35C}"/>
                    </a:ext>
                  </a:extLst>
                </p:cNvPr>
                <p:cNvPicPr/>
                <p:nvPr/>
              </p:nvPicPr>
              <p:blipFill>
                <a:blip r:embed="rId34"/>
                <a:stretch>
                  <a:fillRect/>
                </a:stretch>
              </p:blipFill>
              <p:spPr>
                <a:xfrm>
                  <a:off x="11332915" y="4812310"/>
                  <a:ext cx="1720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A1C42AF6-5419-BB5D-7431-2922A5244F8D}"/>
                    </a:ext>
                  </a:extLst>
                </p14:cNvPr>
                <p14:cNvContentPartPr/>
                <p14:nvPr/>
              </p14:nvContentPartPr>
              <p14:xfrm>
                <a:off x="11511835" y="4828150"/>
                <a:ext cx="232560" cy="117720"/>
              </p14:xfrm>
            </p:contentPart>
          </mc:Choice>
          <mc:Fallback xmlns="">
            <p:pic>
              <p:nvPicPr>
                <p:cNvPr id="27" name="Ink 26">
                  <a:extLst>
                    <a:ext uri="{FF2B5EF4-FFF2-40B4-BE49-F238E27FC236}">
                      <a16:creationId xmlns:a16="http://schemas.microsoft.com/office/drawing/2014/main" id="{A1C42AF6-5419-BB5D-7431-2922A5244F8D}"/>
                    </a:ext>
                  </a:extLst>
                </p:cNvPr>
                <p:cNvPicPr/>
                <p:nvPr/>
              </p:nvPicPr>
              <p:blipFill>
                <a:blip r:embed="rId36"/>
                <a:stretch>
                  <a:fillRect/>
                </a:stretch>
              </p:blipFill>
              <p:spPr>
                <a:xfrm>
                  <a:off x="11505715" y="4822030"/>
                  <a:ext cx="2448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CAC56775-933B-BB93-9A4D-3737F07CF17E}"/>
                    </a:ext>
                  </a:extLst>
                </p14:cNvPr>
                <p14:cNvContentPartPr/>
                <p14:nvPr/>
              </p14:nvContentPartPr>
              <p14:xfrm>
                <a:off x="10460635" y="4737430"/>
                <a:ext cx="1146960" cy="39600"/>
              </p14:xfrm>
            </p:contentPart>
          </mc:Choice>
          <mc:Fallback xmlns="">
            <p:pic>
              <p:nvPicPr>
                <p:cNvPr id="29" name="Ink 28">
                  <a:extLst>
                    <a:ext uri="{FF2B5EF4-FFF2-40B4-BE49-F238E27FC236}">
                      <a16:creationId xmlns:a16="http://schemas.microsoft.com/office/drawing/2014/main" id="{CAC56775-933B-BB93-9A4D-3737F07CF17E}"/>
                    </a:ext>
                  </a:extLst>
                </p:cNvPr>
                <p:cNvPicPr/>
                <p:nvPr/>
              </p:nvPicPr>
              <p:blipFill>
                <a:blip r:embed="rId38"/>
                <a:stretch>
                  <a:fillRect/>
                </a:stretch>
              </p:blipFill>
              <p:spPr>
                <a:xfrm>
                  <a:off x="10454515" y="4731310"/>
                  <a:ext cx="11592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 name="Ink 29">
                  <a:extLst>
                    <a:ext uri="{FF2B5EF4-FFF2-40B4-BE49-F238E27FC236}">
                      <a16:creationId xmlns:a16="http://schemas.microsoft.com/office/drawing/2014/main" id="{1E4C786D-A1B7-D077-4BDB-53935A1D3F51}"/>
                    </a:ext>
                  </a:extLst>
                </p14:cNvPr>
                <p14:cNvContentPartPr/>
                <p14:nvPr/>
              </p14:nvContentPartPr>
              <p14:xfrm>
                <a:off x="11507875" y="4677310"/>
                <a:ext cx="216360" cy="198720"/>
              </p14:xfrm>
            </p:contentPart>
          </mc:Choice>
          <mc:Fallback xmlns="">
            <p:pic>
              <p:nvPicPr>
                <p:cNvPr id="30" name="Ink 29">
                  <a:extLst>
                    <a:ext uri="{FF2B5EF4-FFF2-40B4-BE49-F238E27FC236}">
                      <a16:creationId xmlns:a16="http://schemas.microsoft.com/office/drawing/2014/main" id="{1E4C786D-A1B7-D077-4BDB-53935A1D3F51}"/>
                    </a:ext>
                  </a:extLst>
                </p:cNvPr>
                <p:cNvPicPr/>
                <p:nvPr/>
              </p:nvPicPr>
              <p:blipFill>
                <a:blip r:embed="rId40"/>
                <a:stretch>
                  <a:fillRect/>
                </a:stretch>
              </p:blipFill>
              <p:spPr>
                <a:xfrm>
                  <a:off x="11501755" y="4671190"/>
                  <a:ext cx="2286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17F1E1CC-41DD-1945-F268-C0120E9D919A}"/>
                    </a:ext>
                  </a:extLst>
                </p14:cNvPr>
                <p14:cNvContentPartPr/>
                <p14:nvPr/>
              </p14:nvContentPartPr>
              <p14:xfrm>
                <a:off x="10065715" y="2496430"/>
                <a:ext cx="146160" cy="2628360"/>
              </p14:xfrm>
            </p:contentPart>
          </mc:Choice>
          <mc:Fallback xmlns="">
            <p:pic>
              <p:nvPicPr>
                <p:cNvPr id="32" name="Ink 31">
                  <a:extLst>
                    <a:ext uri="{FF2B5EF4-FFF2-40B4-BE49-F238E27FC236}">
                      <a16:creationId xmlns:a16="http://schemas.microsoft.com/office/drawing/2014/main" id="{17F1E1CC-41DD-1945-F268-C0120E9D919A}"/>
                    </a:ext>
                  </a:extLst>
                </p:cNvPr>
                <p:cNvPicPr/>
                <p:nvPr/>
              </p:nvPicPr>
              <p:blipFill>
                <a:blip r:embed="rId42"/>
                <a:stretch>
                  <a:fillRect/>
                </a:stretch>
              </p:blipFill>
              <p:spPr>
                <a:xfrm>
                  <a:off x="10059595" y="2490310"/>
                  <a:ext cx="158400" cy="2640600"/>
                </a:xfrm>
                <a:prstGeom prst="rect">
                  <a:avLst/>
                </a:prstGeom>
              </p:spPr>
            </p:pic>
          </mc:Fallback>
        </mc:AlternateContent>
      </p:grpSp>
      <p:grpSp>
        <p:nvGrpSpPr>
          <p:cNvPr id="36" name="Group 35">
            <a:extLst>
              <a:ext uri="{FF2B5EF4-FFF2-40B4-BE49-F238E27FC236}">
                <a16:creationId xmlns:a16="http://schemas.microsoft.com/office/drawing/2014/main" id="{CE585743-4D76-916F-D6C9-C7DFEBE74491}"/>
              </a:ext>
            </a:extLst>
          </p:cNvPr>
          <p:cNvGrpSpPr/>
          <p:nvPr/>
        </p:nvGrpSpPr>
        <p:grpSpPr>
          <a:xfrm>
            <a:off x="9526435" y="2359990"/>
            <a:ext cx="150480" cy="430560"/>
            <a:chOff x="9526435" y="2359990"/>
            <a:chExt cx="150480" cy="430560"/>
          </a:xfrm>
        </p:grpSpPr>
        <mc:AlternateContent xmlns:mc="http://schemas.openxmlformats.org/markup-compatibility/2006" xmlns:p14="http://schemas.microsoft.com/office/powerpoint/2010/main">
          <mc:Choice Requires="p14">
            <p:contentPart p14:bwMode="auto" r:id="rId43">
              <p14:nvContentPartPr>
                <p14:cNvPr id="34" name="Ink 33">
                  <a:extLst>
                    <a:ext uri="{FF2B5EF4-FFF2-40B4-BE49-F238E27FC236}">
                      <a16:creationId xmlns:a16="http://schemas.microsoft.com/office/drawing/2014/main" id="{9F48A683-D7F8-830B-12FE-C7FE70E8F49A}"/>
                    </a:ext>
                  </a:extLst>
                </p14:cNvPr>
                <p14:cNvContentPartPr/>
                <p14:nvPr/>
              </p14:nvContentPartPr>
              <p14:xfrm>
                <a:off x="9526435" y="2359990"/>
                <a:ext cx="147240" cy="430560"/>
              </p14:xfrm>
            </p:contentPart>
          </mc:Choice>
          <mc:Fallback xmlns="">
            <p:pic>
              <p:nvPicPr>
                <p:cNvPr id="34" name="Ink 33">
                  <a:extLst>
                    <a:ext uri="{FF2B5EF4-FFF2-40B4-BE49-F238E27FC236}">
                      <a16:creationId xmlns:a16="http://schemas.microsoft.com/office/drawing/2014/main" id="{9F48A683-D7F8-830B-12FE-C7FE70E8F49A}"/>
                    </a:ext>
                  </a:extLst>
                </p:cNvPr>
                <p:cNvPicPr/>
                <p:nvPr/>
              </p:nvPicPr>
              <p:blipFill>
                <a:blip r:embed="rId44"/>
                <a:stretch>
                  <a:fillRect/>
                </a:stretch>
              </p:blipFill>
              <p:spPr>
                <a:xfrm>
                  <a:off x="9520315" y="2353870"/>
                  <a:ext cx="15948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1260CF43-D7AE-37B1-D724-BCD98039F873}"/>
                    </a:ext>
                  </a:extLst>
                </p14:cNvPr>
                <p14:cNvContentPartPr/>
                <p14:nvPr/>
              </p14:nvContentPartPr>
              <p14:xfrm>
                <a:off x="9571075" y="2563750"/>
                <a:ext cx="105840" cy="23040"/>
              </p14:xfrm>
            </p:contentPart>
          </mc:Choice>
          <mc:Fallback xmlns="">
            <p:pic>
              <p:nvPicPr>
                <p:cNvPr id="35" name="Ink 34">
                  <a:extLst>
                    <a:ext uri="{FF2B5EF4-FFF2-40B4-BE49-F238E27FC236}">
                      <a16:creationId xmlns:a16="http://schemas.microsoft.com/office/drawing/2014/main" id="{1260CF43-D7AE-37B1-D724-BCD98039F873}"/>
                    </a:ext>
                  </a:extLst>
                </p:cNvPr>
                <p:cNvPicPr/>
                <p:nvPr/>
              </p:nvPicPr>
              <p:blipFill>
                <a:blip r:embed="rId46"/>
                <a:stretch>
                  <a:fillRect/>
                </a:stretch>
              </p:blipFill>
              <p:spPr>
                <a:xfrm>
                  <a:off x="9564955" y="2557630"/>
                  <a:ext cx="118080" cy="35280"/>
                </a:xfrm>
                <a:prstGeom prst="rect">
                  <a:avLst/>
                </a:prstGeom>
              </p:spPr>
            </p:pic>
          </mc:Fallback>
        </mc:AlternateContent>
      </p:grpSp>
    </p:spTree>
    <p:extLst>
      <p:ext uri="{BB962C8B-B14F-4D97-AF65-F5344CB8AC3E}">
        <p14:creationId xmlns:p14="http://schemas.microsoft.com/office/powerpoint/2010/main" val="3373622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US" dirty="0"/>
            </a:br>
            <a:r>
              <a:rPr lang="en-US" dirty="0"/>
              <a:t>Why mean(measure of central tendency) is not enough?</a:t>
            </a:r>
            <a:br>
              <a:rPr lang="en-US" dirty="0"/>
            </a:br>
            <a:endParaRPr lang="en-IN" dirty="0"/>
          </a:p>
        </p:txBody>
      </p:sp>
      <p:graphicFrame>
        <p:nvGraphicFramePr>
          <p:cNvPr id="5" name="Table 4">
            <a:extLst>
              <a:ext uri="{FF2B5EF4-FFF2-40B4-BE49-F238E27FC236}">
                <a16:creationId xmlns:a16="http://schemas.microsoft.com/office/drawing/2014/main" id="{BAA482A4-F51D-4E5C-9A2F-0E7C86CEDA73}"/>
              </a:ext>
            </a:extLst>
          </p:cNvPr>
          <p:cNvGraphicFramePr>
            <a:graphicFrameLocks noGrp="1"/>
          </p:cNvGraphicFramePr>
          <p:nvPr>
            <p:extLst>
              <p:ext uri="{D42A27DB-BD31-4B8C-83A1-F6EECF244321}">
                <p14:modId xmlns:p14="http://schemas.microsoft.com/office/powerpoint/2010/main" val="2571004753"/>
              </p:ext>
            </p:extLst>
          </p:nvPr>
        </p:nvGraphicFramePr>
        <p:xfrm>
          <a:off x="1600200" y="1066800"/>
          <a:ext cx="2457449" cy="4952999"/>
        </p:xfrm>
        <a:graphic>
          <a:graphicData uri="http://schemas.openxmlformats.org/drawingml/2006/table">
            <a:tbl>
              <a:tblPr/>
              <a:tblGrid>
                <a:gridCol w="1162050">
                  <a:extLst>
                    <a:ext uri="{9D8B030D-6E8A-4147-A177-3AD203B41FA5}">
                      <a16:colId xmlns:a16="http://schemas.microsoft.com/office/drawing/2014/main" val="20000"/>
                    </a:ext>
                  </a:extLst>
                </a:gridCol>
                <a:gridCol w="1295399">
                  <a:extLst>
                    <a:ext uri="{9D8B030D-6E8A-4147-A177-3AD203B41FA5}">
                      <a16:colId xmlns:a16="http://schemas.microsoft.com/office/drawing/2014/main" val="20001"/>
                    </a:ext>
                  </a:extLst>
                </a:gridCol>
              </a:tblGrid>
              <a:tr h="817899">
                <a:tc>
                  <a:txBody>
                    <a:bodyPr/>
                    <a:lstStyle/>
                    <a:p>
                      <a:pPr algn="ctr" fontAlgn="ctr"/>
                      <a:r>
                        <a:rPr lang="en-US" sz="2400" b="0" i="0" u="none" strike="noStrike" dirty="0">
                          <a:solidFill>
                            <a:srgbClr val="FF0000"/>
                          </a:solidFill>
                          <a:latin typeface="Helvetica Neue"/>
                        </a:rPr>
                        <a:t>Sl. No.</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400" b="0" i="0" u="none" strike="noStrike" dirty="0">
                          <a:solidFill>
                            <a:srgbClr val="FF0000"/>
                          </a:solidFill>
                          <a:latin typeface="Helvetica Neue"/>
                        </a:rPr>
                        <a:t>X</a:t>
                      </a:r>
                      <a:r>
                        <a:rPr lang="en-US" sz="2400" b="0" i="0" u="none" strike="noStrike" baseline="-25000" dirty="0">
                          <a:solidFill>
                            <a:srgbClr val="FF0000"/>
                          </a:solidFill>
                          <a:latin typeface="Helvetica Neue"/>
                        </a:rPr>
                        <a:t>1</a:t>
                      </a:r>
                      <a:endParaRPr lang="en-US" sz="2400" b="0" i="0" u="none" strike="noStrike" dirty="0">
                        <a:solidFill>
                          <a:srgbClr val="FF0000"/>
                        </a:solidFill>
                        <a:latin typeface="Helvetica Neue"/>
                      </a:endParaRP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13510">
                <a:tc>
                  <a:txBody>
                    <a:bodyPr/>
                    <a:lstStyle/>
                    <a:p>
                      <a:pPr algn="ctr" fontAlgn="ctr"/>
                      <a:r>
                        <a:rPr lang="en-US" sz="2400" b="0" i="0" u="none" strike="noStrike" dirty="0">
                          <a:solidFill>
                            <a:srgbClr val="000000"/>
                          </a:solidFill>
                          <a:latin typeface="Helvetica Neue"/>
                        </a:rPr>
                        <a:t>1</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3510">
                <a:tc>
                  <a:txBody>
                    <a:bodyPr/>
                    <a:lstStyle/>
                    <a:p>
                      <a:pPr algn="ctr" fontAlgn="ctr"/>
                      <a:r>
                        <a:rPr lang="en-US" sz="2400" b="0" i="0" u="none" strike="noStrike" dirty="0">
                          <a:solidFill>
                            <a:srgbClr val="000000"/>
                          </a:solidFill>
                          <a:latin typeface="Helvetica Neue"/>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3510">
                <a:tc>
                  <a:txBody>
                    <a:bodyPr/>
                    <a:lstStyle/>
                    <a:p>
                      <a:pPr algn="ctr" fontAlgn="ctr"/>
                      <a:r>
                        <a:rPr lang="en-US" sz="2400" b="0" i="0" u="none" strike="noStrike">
                          <a:solidFill>
                            <a:srgbClr val="000000"/>
                          </a:solidFill>
                          <a:latin typeface="Helvetica Neue"/>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3510">
                <a:tc>
                  <a:txBody>
                    <a:bodyPr/>
                    <a:lstStyle/>
                    <a:p>
                      <a:pPr algn="ctr" fontAlgn="ctr"/>
                      <a:r>
                        <a:rPr lang="en-US" sz="2400" b="0" i="0" u="none" strike="noStrike" dirty="0">
                          <a:solidFill>
                            <a:srgbClr val="000000"/>
                          </a:solidFill>
                          <a:latin typeface="Helvetica Neue"/>
                        </a:rPr>
                        <a:t>4</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3510">
                <a:tc>
                  <a:txBody>
                    <a:bodyPr/>
                    <a:lstStyle/>
                    <a:p>
                      <a:pPr algn="ctr" fontAlgn="ctr"/>
                      <a:r>
                        <a:rPr lang="en-US" sz="2400" b="0" i="0" u="none" strike="noStrike" dirty="0">
                          <a:solidFill>
                            <a:srgbClr val="000000"/>
                          </a:solidFill>
                          <a:latin typeface="Helvetica Neue"/>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3510">
                <a:tc>
                  <a:txBody>
                    <a:bodyPr/>
                    <a:lstStyle/>
                    <a:p>
                      <a:pPr algn="ctr" fontAlgn="ctr"/>
                      <a:r>
                        <a:rPr lang="en-US" sz="2400" b="0" i="0" u="none" strike="noStrike">
                          <a:solidFill>
                            <a:srgbClr val="000000"/>
                          </a:solidFill>
                          <a:latin typeface="Helvetica Neue"/>
                        </a:rPr>
                        <a:t>6</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3510">
                <a:tc>
                  <a:txBody>
                    <a:bodyPr/>
                    <a:lstStyle/>
                    <a:p>
                      <a:pPr algn="ctr" fontAlgn="ctr"/>
                      <a:r>
                        <a:rPr lang="en-US" sz="2400" b="0" i="0" u="none" strike="noStrike">
                          <a:solidFill>
                            <a:srgbClr val="000000"/>
                          </a:solidFill>
                          <a:latin typeface="Helvetica Neue"/>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13510">
                <a:tc>
                  <a:txBody>
                    <a:bodyPr/>
                    <a:lstStyle/>
                    <a:p>
                      <a:pPr algn="ctr" fontAlgn="ctr"/>
                      <a:r>
                        <a:rPr lang="en-US" sz="2400" b="0" i="0" u="none" strike="noStrike">
                          <a:solidFill>
                            <a:srgbClr val="000000"/>
                          </a:solidFill>
                          <a:latin typeface="Helvetica Neue"/>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13510">
                <a:tc>
                  <a:txBody>
                    <a:bodyPr/>
                    <a:lstStyle/>
                    <a:p>
                      <a:pPr algn="ctr" fontAlgn="ctr"/>
                      <a:r>
                        <a:rPr lang="en-US" sz="2400" b="0" i="0" u="none" strike="noStrike">
                          <a:solidFill>
                            <a:srgbClr val="000000"/>
                          </a:solidFill>
                          <a:latin typeface="Helvetica Neue"/>
                        </a:rPr>
                        <a:t>9</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0" i="0" u="none" strike="noStrike" dirty="0">
                          <a:solidFill>
                            <a:srgbClr val="000000"/>
                          </a:solidFill>
                          <a:latin typeface="Helvetica Neue"/>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13510">
                <a:tc>
                  <a:txBody>
                    <a:bodyPr/>
                    <a:lstStyle/>
                    <a:p>
                      <a:pPr algn="ctr" fontAlgn="ctr"/>
                      <a:r>
                        <a:rPr lang="en-US" sz="2400" b="0" i="0" u="none" strike="noStrike">
                          <a:solidFill>
                            <a:srgbClr val="FF0000"/>
                          </a:solidFill>
                          <a:latin typeface="Helvetica Neue"/>
                        </a:rPr>
                        <a:t>Total</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400" b="0" i="0" u="none" strike="noStrike" dirty="0">
                          <a:solidFill>
                            <a:srgbClr val="FF0000"/>
                          </a:solidFill>
                          <a:latin typeface="Helvetica Neue"/>
                        </a:rPr>
                        <a:t>45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B18B8085-6823-431A-90B1-A2523D13CA88}"/>
              </a:ext>
            </a:extLst>
          </p:cNvPr>
          <p:cNvGraphicFramePr>
            <a:graphicFrameLocks noGrp="1"/>
          </p:cNvGraphicFramePr>
          <p:nvPr>
            <p:extLst>
              <p:ext uri="{D42A27DB-BD31-4B8C-83A1-F6EECF244321}">
                <p14:modId xmlns:p14="http://schemas.microsoft.com/office/powerpoint/2010/main" val="687264809"/>
              </p:ext>
            </p:extLst>
          </p:nvPr>
        </p:nvGraphicFramePr>
        <p:xfrm>
          <a:off x="5613398" y="1600201"/>
          <a:ext cx="4521202" cy="2897847"/>
        </p:xfrm>
        <a:graphic>
          <a:graphicData uri="http://schemas.openxmlformats.org/drawingml/2006/table">
            <a:tbl>
              <a:tblPr/>
              <a:tblGrid>
                <a:gridCol w="2266831">
                  <a:extLst>
                    <a:ext uri="{9D8B030D-6E8A-4147-A177-3AD203B41FA5}">
                      <a16:colId xmlns:a16="http://schemas.microsoft.com/office/drawing/2014/main" val="20000"/>
                    </a:ext>
                  </a:extLst>
                </a:gridCol>
                <a:gridCol w="2254371">
                  <a:extLst>
                    <a:ext uri="{9D8B030D-6E8A-4147-A177-3AD203B41FA5}">
                      <a16:colId xmlns:a16="http://schemas.microsoft.com/office/drawing/2014/main" val="20001"/>
                    </a:ext>
                  </a:extLst>
                </a:gridCol>
              </a:tblGrid>
              <a:tr h="1002804">
                <a:tc>
                  <a:txBody>
                    <a:bodyPr/>
                    <a:lstStyle/>
                    <a:p>
                      <a:pPr algn="ctr" fontAlgn="ctr"/>
                      <a:r>
                        <a:rPr lang="en-US" sz="2000" b="0" i="0" u="none" strike="noStrike" dirty="0">
                          <a:solidFill>
                            <a:srgbClr val="0000FF"/>
                          </a:solidFill>
                          <a:latin typeface="+mn-lt"/>
                        </a:rPr>
                        <a:t>Statistical measures</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Group</a:t>
                      </a:r>
                    </a:p>
                    <a:p>
                      <a:pPr algn="ctr" fontAlgn="b"/>
                      <a:r>
                        <a:rPr lang="en-US" sz="2000" b="0" i="0" u="none" strike="noStrike" dirty="0">
                          <a:solidFill>
                            <a:srgbClr val="0000FF"/>
                          </a:solidFill>
                          <a:latin typeface="+mn-lt"/>
                        </a:rPr>
                        <a:t> 1</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3"/>
                  </a:ext>
                </a:extLst>
              </a:tr>
              <a:tr h="631681">
                <a:tc>
                  <a:txBody>
                    <a:bodyPr/>
                    <a:lstStyle/>
                    <a:p>
                      <a:pPr algn="l" fontAlgn="ctr"/>
                      <a:r>
                        <a:rPr lang="en-US" sz="2000" b="0" i="0" u="none" strike="noStrike" dirty="0">
                          <a:solidFill>
                            <a:srgbClr val="0000FF"/>
                          </a:solidFill>
                          <a:latin typeface="+mn-lt"/>
                        </a:rPr>
                        <a:t> Mean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0"/>
                  </a:ext>
                </a:extLst>
              </a:tr>
              <a:tr h="631681">
                <a:tc>
                  <a:txBody>
                    <a:bodyPr/>
                    <a:lstStyle/>
                    <a:p>
                      <a:pPr algn="l" fontAlgn="ctr"/>
                      <a:r>
                        <a:rPr lang="en-US" sz="2000" b="0" i="0" u="none" strike="noStrike" dirty="0">
                          <a:solidFill>
                            <a:srgbClr val="0000FF"/>
                          </a:solidFill>
                          <a:latin typeface="+mn-lt"/>
                        </a:rPr>
                        <a:t> Median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1"/>
                  </a:ext>
                </a:extLst>
              </a:tr>
              <a:tr h="631681">
                <a:tc>
                  <a:txBody>
                    <a:bodyPr/>
                    <a:lstStyle/>
                    <a:p>
                      <a:pPr algn="l" fontAlgn="ctr"/>
                      <a:r>
                        <a:rPr lang="en-US" sz="2000" b="0" i="0" u="none" strike="noStrike" dirty="0">
                          <a:solidFill>
                            <a:srgbClr val="0000FF"/>
                          </a:solidFill>
                          <a:latin typeface="+mn-lt"/>
                        </a:rPr>
                        <a:t> Mode</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1596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AA482A4-F51D-4E5C-9A2F-0E7C86CEDA73}"/>
              </a:ext>
            </a:extLst>
          </p:cNvPr>
          <p:cNvGraphicFramePr>
            <a:graphicFrameLocks noGrp="1"/>
          </p:cNvGraphicFramePr>
          <p:nvPr>
            <p:extLst>
              <p:ext uri="{D42A27DB-BD31-4B8C-83A1-F6EECF244321}">
                <p14:modId xmlns:p14="http://schemas.microsoft.com/office/powerpoint/2010/main" val="749522209"/>
              </p:ext>
            </p:extLst>
          </p:nvPr>
        </p:nvGraphicFramePr>
        <p:xfrm>
          <a:off x="1962151" y="1450272"/>
          <a:ext cx="2152649" cy="4874328"/>
        </p:xfrm>
        <a:graphic>
          <a:graphicData uri="http://schemas.openxmlformats.org/drawingml/2006/table">
            <a:tbl>
              <a:tblPr/>
              <a:tblGrid>
                <a:gridCol w="1017920">
                  <a:extLst>
                    <a:ext uri="{9D8B030D-6E8A-4147-A177-3AD203B41FA5}">
                      <a16:colId xmlns:a16="http://schemas.microsoft.com/office/drawing/2014/main" val="20000"/>
                    </a:ext>
                  </a:extLst>
                </a:gridCol>
                <a:gridCol w="1134729">
                  <a:extLst>
                    <a:ext uri="{9D8B030D-6E8A-4147-A177-3AD203B41FA5}">
                      <a16:colId xmlns:a16="http://schemas.microsoft.com/office/drawing/2014/main" val="20001"/>
                    </a:ext>
                  </a:extLst>
                </a:gridCol>
              </a:tblGrid>
              <a:tr h="761329">
                <a:tc>
                  <a:txBody>
                    <a:bodyPr/>
                    <a:lstStyle/>
                    <a:p>
                      <a:pPr algn="ctr" fontAlgn="ctr"/>
                      <a:r>
                        <a:rPr lang="en-US" sz="1800" b="0" i="0" u="none" strike="noStrike" dirty="0">
                          <a:solidFill>
                            <a:srgbClr val="FF0000"/>
                          </a:solidFill>
                          <a:latin typeface="+mn-lt"/>
                        </a:rPr>
                        <a:t>Sl. No.</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X</a:t>
                      </a:r>
                      <a:r>
                        <a:rPr lang="en-US" sz="1800" b="0" i="0" u="none" strike="noStrike" baseline="-25000" dirty="0">
                          <a:solidFill>
                            <a:srgbClr val="FF0000"/>
                          </a:solidFill>
                          <a:latin typeface="+mn-lt"/>
                        </a:rPr>
                        <a:t>2</a:t>
                      </a:r>
                      <a:endParaRPr lang="en-US" sz="1800" b="0" i="0" u="none" strike="noStrike" dirty="0">
                        <a:solidFill>
                          <a:srgbClr val="FF0000"/>
                        </a:solidFill>
                        <a:latin typeface="+mn-lt"/>
                      </a:endParaRP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384866">
                <a:tc>
                  <a:txBody>
                    <a:bodyPr/>
                    <a:lstStyle/>
                    <a:p>
                      <a:pPr algn="ctr" fontAlgn="ctr"/>
                      <a:r>
                        <a:rPr lang="en-US" sz="1800" b="0" i="0" u="none" strike="noStrike" dirty="0">
                          <a:solidFill>
                            <a:srgbClr val="000000"/>
                          </a:solidFill>
                          <a:latin typeface="+mn-lt"/>
                        </a:rPr>
                        <a:t>1</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4866">
                <a:tc>
                  <a:txBody>
                    <a:bodyPr/>
                    <a:lstStyle/>
                    <a:p>
                      <a:pPr algn="ctr" fontAlgn="ctr"/>
                      <a:r>
                        <a:rPr lang="en-US" sz="1800" b="0" i="0" u="none" strike="noStrike" dirty="0">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4866">
                <a:tc>
                  <a:txBody>
                    <a:bodyPr/>
                    <a:lstStyle/>
                    <a:p>
                      <a:pPr algn="ctr" fontAlgn="ctr"/>
                      <a:r>
                        <a:rPr lang="en-US" sz="1800" b="0" i="0" u="none" strike="noStrike" dirty="0">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4866">
                <a:tc>
                  <a:txBody>
                    <a:bodyPr/>
                    <a:lstStyle/>
                    <a:p>
                      <a:pPr algn="ctr" fontAlgn="ctr"/>
                      <a:r>
                        <a:rPr lang="en-US" sz="1800" b="0" i="0" u="none" strike="noStrike" dirty="0">
                          <a:solidFill>
                            <a:srgbClr val="000000"/>
                          </a:solidFill>
                          <a:latin typeface="+mn-lt"/>
                        </a:rPr>
                        <a:t>4</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4866">
                <a:tc>
                  <a:txBody>
                    <a:bodyPr/>
                    <a:lstStyle/>
                    <a:p>
                      <a:pPr algn="ctr" fontAlgn="ctr"/>
                      <a:r>
                        <a:rPr lang="en-US" sz="1800" b="0" i="0" u="none" strike="noStrike">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4866">
                <a:tc>
                  <a:txBody>
                    <a:bodyPr/>
                    <a:lstStyle/>
                    <a:p>
                      <a:pPr algn="ctr" fontAlgn="ctr"/>
                      <a:r>
                        <a:rPr lang="en-US" sz="1800" b="0" i="0" u="none" strike="noStrike">
                          <a:solidFill>
                            <a:srgbClr val="000000"/>
                          </a:solidFill>
                          <a:latin typeface="+mn-lt"/>
                        </a:rPr>
                        <a:t>6</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84866">
                <a:tc>
                  <a:txBody>
                    <a:bodyPr/>
                    <a:lstStyle/>
                    <a:p>
                      <a:pPr algn="ctr" fontAlgn="ctr"/>
                      <a:r>
                        <a:rPr lang="en-US" sz="1800" b="0" i="0" u="none" strike="noStrike">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4866">
                <a:tc>
                  <a:txBody>
                    <a:bodyPr/>
                    <a:lstStyle/>
                    <a:p>
                      <a:pPr algn="ctr" fontAlgn="ctr"/>
                      <a:r>
                        <a:rPr lang="en-US" sz="1800" b="0" i="0" u="none" strike="noStrike">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4866">
                <a:tc>
                  <a:txBody>
                    <a:bodyPr/>
                    <a:lstStyle/>
                    <a:p>
                      <a:pPr algn="ctr" fontAlgn="ctr"/>
                      <a:r>
                        <a:rPr lang="en-US" sz="1800" b="0" i="0" u="none" strike="noStrike">
                          <a:solidFill>
                            <a:srgbClr val="000000"/>
                          </a:solidFill>
                          <a:latin typeface="+mn-lt"/>
                        </a:rPr>
                        <a:t>9</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649205">
                <a:tc>
                  <a:txBody>
                    <a:bodyPr/>
                    <a:lstStyle/>
                    <a:p>
                      <a:pPr algn="ctr" fontAlgn="ctr"/>
                      <a:r>
                        <a:rPr lang="en-US" sz="1800" b="0" i="0" u="none" strike="noStrike">
                          <a:solidFill>
                            <a:srgbClr val="FF0000"/>
                          </a:solidFill>
                          <a:latin typeface="+mn-lt"/>
                        </a:rPr>
                        <a:t>Total</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45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B18B8085-6823-431A-90B1-A2523D13CA88}"/>
              </a:ext>
            </a:extLst>
          </p:cNvPr>
          <p:cNvGraphicFramePr>
            <a:graphicFrameLocks noGrp="1"/>
          </p:cNvGraphicFramePr>
          <p:nvPr>
            <p:extLst>
              <p:ext uri="{D42A27DB-BD31-4B8C-83A1-F6EECF244321}">
                <p14:modId xmlns:p14="http://schemas.microsoft.com/office/powerpoint/2010/main" val="44521680"/>
              </p:ext>
            </p:extLst>
          </p:nvPr>
        </p:nvGraphicFramePr>
        <p:xfrm>
          <a:off x="5613398" y="1623664"/>
          <a:ext cx="4292602" cy="3050245"/>
        </p:xfrm>
        <a:graphic>
          <a:graphicData uri="http://schemas.openxmlformats.org/drawingml/2006/table">
            <a:tbl>
              <a:tblPr/>
              <a:tblGrid>
                <a:gridCol w="2152216">
                  <a:extLst>
                    <a:ext uri="{9D8B030D-6E8A-4147-A177-3AD203B41FA5}">
                      <a16:colId xmlns:a16="http://schemas.microsoft.com/office/drawing/2014/main" val="20000"/>
                    </a:ext>
                  </a:extLst>
                </a:gridCol>
                <a:gridCol w="2140386">
                  <a:extLst>
                    <a:ext uri="{9D8B030D-6E8A-4147-A177-3AD203B41FA5}">
                      <a16:colId xmlns:a16="http://schemas.microsoft.com/office/drawing/2014/main" val="20001"/>
                    </a:ext>
                  </a:extLst>
                </a:gridCol>
              </a:tblGrid>
              <a:tr h="1055542">
                <a:tc>
                  <a:txBody>
                    <a:bodyPr/>
                    <a:lstStyle/>
                    <a:p>
                      <a:pPr algn="l" fontAlgn="ctr"/>
                      <a:r>
                        <a:rPr lang="en-US" sz="2000" b="0" i="0" u="none" strike="noStrike" dirty="0">
                          <a:solidFill>
                            <a:srgbClr val="0000FF"/>
                          </a:solidFill>
                          <a:latin typeface="+mn-lt"/>
                        </a:rPr>
                        <a:t>Statistical measures</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Group</a:t>
                      </a:r>
                    </a:p>
                    <a:p>
                      <a:pPr algn="ctr" fontAlgn="b"/>
                      <a:r>
                        <a:rPr lang="en-US" sz="2000" b="0" i="0" u="none" strike="noStrike" dirty="0">
                          <a:solidFill>
                            <a:srgbClr val="0000FF"/>
                          </a:solidFill>
                          <a:latin typeface="+mn-lt"/>
                        </a:rPr>
                        <a:t> 2</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3"/>
                  </a:ext>
                </a:extLst>
              </a:tr>
              <a:tr h="664901">
                <a:tc>
                  <a:txBody>
                    <a:bodyPr/>
                    <a:lstStyle/>
                    <a:p>
                      <a:pPr algn="l" fontAlgn="ctr"/>
                      <a:r>
                        <a:rPr lang="en-US" sz="2000" b="0" i="0" u="none" strike="noStrike" dirty="0">
                          <a:solidFill>
                            <a:srgbClr val="0000FF"/>
                          </a:solidFill>
                          <a:latin typeface="+mn-lt"/>
                        </a:rPr>
                        <a:t> Mean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0"/>
                  </a:ext>
                </a:extLst>
              </a:tr>
              <a:tr h="664901">
                <a:tc>
                  <a:txBody>
                    <a:bodyPr/>
                    <a:lstStyle/>
                    <a:p>
                      <a:pPr algn="l" fontAlgn="ctr"/>
                      <a:r>
                        <a:rPr lang="en-US" sz="2000" b="0" i="0" u="none" strike="noStrike" dirty="0">
                          <a:solidFill>
                            <a:srgbClr val="0000FF"/>
                          </a:solidFill>
                          <a:latin typeface="+mn-lt"/>
                        </a:rPr>
                        <a:t> Median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1"/>
                  </a:ext>
                </a:extLst>
              </a:tr>
              <a:tr h="664901">
                <a:tc>
                  <a:txBody>
                    <a:bodyPr/>
                    <a:lstStyle/>
                    <a:p>
                      <a:pPr algn="l" fontAlgn="ctr"/>
                      <a:r>
                        <a:rPr lang="en-US" sz="2000" b="0" i="0" u="none" strike="noStrike" dirty="0">
                          <a:solidFill>
                            <a:srgbClr val="0000FF"/>
                          </a:solidFill>
                          <a:latin typeface="+mn-lt"/>
                        </a:rPr>
                        <a:t> Mode</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20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324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a:extLst>
              <a:ext uri="{FF2B5EF4-FFF2-40B4-BE49-F238E27FC236}">
                <a16:creationId xmlns:a16="http://schemas.microsoft.com/office/drawing/2014/main" id="{BAA482A4-F51D-4E5C-9A2F-0E7C86CEDA73}"/>
              </a:ext>
            </a:extLst>
          </p:cNvPr>
          <p:cNvGraphicFramePr>
            <a:graphicFrameLocks noGrp="1"/>
          </p:cNvGraphicFramePr>
          <p:nvPr>
            <p:extLst>
              <p:ext uri="{D42A27DB-BD31-4B8C-83A1-F6EECF244321}">
                <p14:modId xmlns:p14="http://schemas.microsoft.com/office/powerpoint/2010/main" val="4014166328"/>
              </p:ext>
            </p:extLst>
          </p:nvPr>
        </p:nvGraphicFramePr>
        <p:xfrm>
          <a:off x="1962151" y="1371600"/>
          <a:ext cx="2457449" cy="4967827"/>
        </p:xfrm>
        <a:graphic>
          <a:graphicData uri="http://schemas.openxmlformats.org/drawingml/2006/table">
            <a:tbl>
              <a:tblPr/>
              <a:tblGrid>
                <a:gridCol w="1162050">
                  <a:extLst>
                    <a:ext uri="{9D8B030D-6E8A-4147-A177-3AD203B41FA5}">
                      <a16:colId xmlns:a16="http://schemas.microsoft.com/office/drawing/2014/main" val="20000"/>
                    </a:ext>
                  </a:extLst>
                </a:gridCol>
                <a:gridCol w="1295399">
                  <a:extLst>
                    <a:ext uri="{9D8B030D-6E8A-4147-A177-3AD203B41FA5}">
                      <a16:colId xmlns:a16="http://schemas.microsoft.com/office/drawing/2014/main" val="20001"/>
                    </a:ext>
                  </a:extLst>
                </a:gridCol>
              </a:tblGrid>
              <a:tr h="820347">
                <a:tc>
                  <a:txBody>
                    <a:bodyPr/>
                    <a:lstStyle/>
                    <a:p>
                      <a:pPr algn="ctr" fontAlgn="ctr"/>
                      <a:r>
                        <a:rPr lang="en-US" sz="2000" b="0" i="0" u="none" strike="noStrike" dirty="0">
                          <a:solidFill>
                            <a:srgbClr val="FF0000"/>
                          </a:solidFill>
                          <a:latin typeface="+mn-lt"/>
                        </a:rPr>
                        <a:t>Sl. No.</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000" b="0" i="0" u="none" strike="noStrike" dirty="0">
                          <a:solidFill>
                            <a:srgbClr val="FF0000"/>
                          </a:solidFill>
                          <a:latin typeface="+mn-lt"/>
                        </a:rPr>
                        <a:t>X</a:t>
                      </a:r>
                      <a:r>
                        <a:rPr lang="en-US" sz="2000" b="0" i="0" u="none" strike="noStrike" baseline="-25000" dirty="0">
                          <a:solidFill>
                            <a:srgbClr val="FF0000"/>
                          </a:solidFill>
                          <a:latin typeface="+mn-lt"/>
                        </a:rPr>
                        <a:t>1</a:t>
                      </a:r>
                      <a:endParaRPr lang="en-US" sz="2000" b="0" i="0" u="none" strike="noStrike" dirty="0">
                        <a:solidFill>
                          <a:srgbClr val="FF0000"/>
                        </a:solidFill>
                        <a:latin typeface="+mn-lt"/>
                      </a:endParaRP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14748">
                <a:tc>
                  <a:txBody>
                    <a:bodyPr/>
                    <a:lstStyle/>
                    <a:p>
                      <a:pPr algn="ctr" fontAlgn="ctr"/>
                      <a:r>
                        <a:rPr lang="en-US" sz="2000" b="0" i="0" u="none" strike="noStrike" dirty="0">
                          <a:solidFill>
                            <a:srgbClr val="000000"/>
                          </a:solidFill>
                          <a:latin typeface="+mn-lt"/>
                        </a:rPr>
                        <a:t>1</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4748">
                <a:tc>
                  <a:txBody>
                    <a:bodyPr/>
                    <a:lstStyle/>
                    <a:p>
                      <a:pPr algn="ctr" fontAlgn="ctr"/>
                      <a:r>
                        <a:rPr lang="en-US" sz="2000" b="0" i="0" u="none" strike="noStrike">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4748">
                <a:tc>
                  <a:txBody>
                    <a:bodyPr/>
                    <a:lstStyle/>
                    <a:p>
                      <a:pPr algn="ctr" fontAlgn="ctr"/>
                      <a:r>
                        <a:rPr lang="en-US" sz="2000" b="0" i="0" u="none" strike="noStrike">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748">
                <a:tc>
                  <a:txBody>
                    <a:bodyPr/>
                    <a:lstStyle/>
                    <a:p>
                      <a:pPr algn="ctr" fontAlgn="ctr"/>
                      <a:r>
                        <a:rPr lang="en-US" sz="2000" b="0" i="0" u="none" strike="noStrike">
                          <a:solidFill>
                            <a:srgbClr val="000000"/>
                          </a:solidFill>
                          <a:latin typeface="+mn-lt"/>
                        </a:rPr>
                        <a:t>4</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4748">
                <a:tc>
                  <a:txBody>
                    <a:bodyPr/>
                    <a:lstStyle/>
                    <a:p>
                      <a:pPr algn="ctr" fontAlgn="ctr"/>
                      <a:r>
                        <a:rPr lang="en-US" sz="2000" b="0" i="0" u="none" strike="noStrike">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4748">
                <a:tc>
                  <a:txBody>
                    <a:bodyPr/>
                    <a:lstStyle/>
                    <a:p>
                      <a:pPr algn="ctr" fontAlgn="ctr"/>
                      <a:r>
                        <a:rPr lang="en-US" sz="2000" b="0" i="0" u="none" strike="noStrike">
                          <a:solidFill>
                            <a:srgbClr val="000000"/>
                          </a:solidFill>
                          <a:latin typeface="+mn-lt"/>
                        </a:rPr>
                        <a:t>6</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4748">
                <a:tc>
                  <a:txBody>
                    <a:bodyPr/>
                    <a:lstStyle/>
                    <a:p>
                      <a:pPr algn="ctr" fontAlgn="ctr"/>
                      <a:r>
                        <a:rPr lang="en-US" sz="2000" b="0" i="0" u="none" strike="noStrike">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14748">
                <a:tc>
                  <a:txBody>
                    <a:bodyPr/>
                    <a:lstStyle/>
                    <a:p>
                      <a:pPr algn="ctr" fontAlgn="ctr"/>
                      <a:r>
                        <a:rPr lang="en-US" sz="2000" b="0" i="0" u="none" strike="noStrike">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14748">
                <a:tc>
                  <a:txBody>
                    <a:bodyPr/>
                    <a:lstStyle/>
                    <a:p>
                      <a:pPr algn="ctr" fontAlgn="ctr"/>
                      <a:r>
                        <a:rPr lang="en-US" sz="2000" b="0" i="0" u="none" strike="noStrike">
                          <a:solidFill>
                            <a:srgbClr val="000000"/>
                          </a:solidFill>
                          <a:latin typeface="+mn-lt"/>
                        </a:rPr>
                        <a:t>9</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14748">
                <a:tc>
                  <a:txBody>
                    <a:bodyPr/>
                    <a:lstStyle/>
                    <a:p>
                      <a:pPr algn="ctr" fontAlgn="ctr"/>
                      <a:r>
                        <a:rPr lang="en-US" sz="2000" b="0" i="0" u="none" strike="noStrike">
                          <a:solidFill>
                            <a:srgbClr val="FF0000"/>
                          </a:solidFill>
                          <a:latin typeface="+mn-lt"/>
                        </a:rPr>
                        <a:t>Total</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000" b="0" i="0" u="none" strike="noStrike" dirty="0">
                          <a:solidFill>
                            <a:srgbClr val="FF0000"/>
                          </a:solidFill>
                          <a:latin typeface="+mn-lt"/>
                        </a:rPr>
                        <a:t>45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B18B8085-6823-431A-90B1-A2523D13CA88}"/>
              </a:ext>
            </a:extLst>
          </p:cNvPr>
          <p:cNvGraphicFramePr>
            <a:graphicFrameLocks noGrp="1"/>
          </p:cNvGraphicFramePr>
          <p:nvPr>
            <p:extLst>
              <p:ext uri="{D42A27DB-BD31-4B8C-83A1-F6EECF244321}">
                <p14:modId xmlns:p14="http://schemas.microsoft.com/office/powerpoint/2010/main" val="1020984514"/>
              </p:ext>
            </p:extLst>
          </p:nvPr>
        </p:nvGraphicFramePr>
        <p:xfrm>
          <a:off x="5613398" y="1524000"/>
          <a:ext cx="4610100" cy="2792488"/>
        </p:xfrm>
        <a:graphic>
          <a:graphicData uri="http://schemas.openxmlformats.org/drawingml/2006/table">
            <a:tbl>
              <a:tblPr/>
              <a:tblGrid>
                <a:gridCol w="2311402">
                  <a:extLst>
                    <a:ext uri="{9D8B030D-6E8A-4147-A177-3AD203B41FA5}">
                      <a16:colId xmlns:a16="http://schemas.microsoft.com/office/drawing/2014/main" val="20000"/>
                    </a:ext>
                  </a:extLst>
                </a:gridCol>
                <a:gridCol w="2298698">
                  <a:extLst>
                    <a:ext uri="{9D8B030D-6E8A-4147-A177-3AD203B41FA5}">
                      <a16:colId xmlns:a16="http://schemas.microsoft.com/office/drawing/2014/main" val="20001"/>
                    </a:ext>
                  </a:extLst>
                </a:gridCol>
              </a:tblGrid>
              <a:tr h="698122">
                <a:tc>
                  <a:txBody>
                    <a:bodyPr/>
                    <a:lstStyle/>
                    <a:p>
                      <a:pPr algn="ctr" fontAlgn="ctr"/>
                      <a:r>
                        <a:rPr lang="en-US" sz="1800" b="0" i="0" u="none" strike="noStrike" dirty="0">
                          <a:solidFill>
                            <a:srgbClr val="0000FF"/>
                          </a:solidFill>
                          <a:latin typeface="+mn-lt"/>
                        </a:rPr>
                        <a:t>Statistical measures</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1800" b="0" i="0" u="none" strike="noStrike" dirty="0">
                          <a:solidFill>
                            <a:srgbClr val="0000FF"/>
                          </a:solidFill>
                          <a:latin typeface="+mn-lt"/>
                        </a:rPr>
                        <a:t>Group</a:t>
                      </a:r>
                    </a:p>
                    <a:p>
                      <a:pPr algn="ctr" fontAlgn="b"/>
                      <a:r>
                        <a:rPr lang="en-US" sz="1800" b="0" i="0" u="none" strike="noStrike" dirty="0">
                          <a:solidFill>
                            <a:srgbClr val="0000FF"/>
                          </a:solidFill>
                          <a:latin typeface="+mn-lt"/>
                        </a:rPr>
                        <a:t> 1 &amp; 2</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3"/>
                  </a:ext>
                </a:extLst>
              </a:tr>
              <a:tr h="698122">
                <a:tc>
                  <a:txBody>
                    <a:bodyPr/>
                    <a:lstStyle/>
                    <a:p>
                      <a:pPr algn="l" fontAlgn="ctr"/>
                      <a:r>
                        <a:rPr lang="en-US" sz="1800" b="0" i="0" u="none" strike="noStrike" dirty="0">
                          <a:solidFill>
                            <a:srgbClr val="0000FF"/>
                          </a:solidFill>
                          <a:latin typeface="+mn-lt"/>
                        </a:rPr>
                        <a:t> Mean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18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0"/>
                  </a:ext>
                </a:extLst>
              </a:tr>
              <a:tr h="698122">
                <a:tc>
                  <a:txBody>
                    <a:bodyPr/>
                    <a:lstStyle/>
                    <a:p>
                      <a:pPr algn="l" fontAlgn="ctr"/>
                      <a:r>
                        <a:rPr lang="en-US" sz="1800" b="0" i="0" u="none" strike="noStrike" dirty="0">
                          <a:solidFill>
                            <a:srgbClr val="0000FF"/>
                          </a:solidFill>
                          <a:latin typeface="+mn-lt"/>
                        </a:rPr>
                        <a:t> Median</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18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1"/>
                  </a:ext>
                </a:extLst>
              </a:tr>
              <a:tr h="698122">
                <a:tc>
                  <a:txBody>
                    <a:bodyPr/>
                    <a:lstStyle/>
                    <a:p>
                      <a:pPr algn="l" fontAlgn="ctr"/>
                      <a:r>
                        <a:rPr lang="en-US" sz="1800" b="0" i="0" u="none" strike="noStrike" dirty="0">
                          <a:solidFill>
                            <a:srgbClr val="0000FF"/>
                          </a:solidFill>
                          <a:latin typeface="+mn-lt"/>
                        </a:rPr>
                        <a:t> Mode</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tc>
                  <a:txBody>
                    <a:bodyPr/>
                    <a:lstStyle/>
                    <a:p>
                      <a:pPr algn="ctr" fontAlgn="b"/>
                      <a:r>
                        <a:rPr lang="en-US" sz="1800" b="0" i="0" u="none" strike="noStrike" dirty="0">
                          <a:solidFill>
                            <a:srgbClr val="0000FF"/>
                          </a:solidFill>
                          <a:latin typeface="+mn-lt"/>
                        </a:rPr>
                        <a:t>5</a:t>
                      </a:r>
                    </a:p>
                  </a:txBody>
                  <a:tcPr marL="14631" marR="14631" marT="110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B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3819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Do we need any other measure?</a:t>
            </a:r>
            <a:endParaRPr lang="en-IN" dirty="0"/>
          </a:p>
        </p:txBody>
      </p:sp>
      <p:sp>
        <p:nvSpPr>
          <p:cNvPr id="3" name="Text Placeholder 2"/>
          <p:cNvSpPr>
            <a:spLocks noGrp="1"/>
          </p:cNvSpPr>
          <p:nvPr>
            <p:ph type="body" sz="quarter" idx="13"/>
          </p:nvPr>
        </p:nvSpPr>
        <p:spPr>
          <a:xfrm>
            <a:off x="857739" y="2986087"/>
            <a:ext cx="10160000" cy="2728913"/>
          </a:xfrm>
        </p:spPr>
        <p:txBody>
          <a:bodyPr>
            <a:normAutofit/>
          </a:bodyPr>
          <a:lstStyle/>
          <a:p>
            <a:pPr>
              <a:buFont typeface="Wingdings" panose="05000000000000000000" pitchFamily="2" charset="2"/>
              <a:buChar char="Ø"/>
            </a:pPr>
            <a:r>
              <a:rPr lang="en-US" sz="2400" dirty="0">
                <a:latin typeface="+mn-lt"/>
                <a:cs typeface="Calibri" pitchFamily="34" charset="0"/>
              </a:rPr>
              <a:t>Measures of Variability:</a:t>
            </a:r>
          </a:p>
          <a:p>
            <a:pPr>
              <a:buFont typeface="Courier New" panose="02070309020205020404" pitchFamily="49" charset="0"/>
              <a:buChar char="o"/>
            </a:pPr>
            <a:r>
              <a:rPr lang="en-US" sz="2400" dirty="0">
                <a:latin typeface="+mn-lt"/>
                <a:cs typeface="Calibri" pitchFamily="34" charset="0"/>
              </a:rPr>
              <a:t>The Range</a:t>
            </a:r>
          </a:p>
          <a:p>
            <a:pPr>
              <a:buFont typeface="Courier New" panose="02070309020205020404" pitchFamily="49" charset="0"/>
              <a:buChar char="o"/>
            </a:pPr>
            <a:r>
              <a:rPr lang="en-US" sz="2400" dirty="0">
                <a:latin typeface="+mn-lt"/>
                <a:cs typeface="Calibri" pitchFamily="34" charset="0"/>
              </a:rPr>
              <a:t>The Variance</a:t>
            </a:r>
          </a:p>
          <a:p>
            <a:pPr>
              <a:buFont typeface="Courier New" panose="02070309020205020404" pitchFamily="49" charset="0"/>
              <a:buChar char="o"/>
            </a:pPr>
            <a:r>
              <a:rPr lang="en-US" sz="2400" dirty="0">
                <a:latin typeface="+mn-lt"/>
                <a:cs typeface="Calibri" pitchFamily="34" charset="0"/>
              </a:rPr>
              <a:t>The Standard Deviations</a:t>
            </a:r>
          </a:p>
          <a:p>
            <a:pPr>
              <a:buFont typeface="Courier New" panose="02070309020205020404" pitchFamily="49" charset="0"/>
              <a:buChar char="o"/>
            </a:pPr>
            <a:r>
              <a:rPr lang="en-US" sz="2400" dirty="0">
                <a:latin typeface="+mn-lt"/>
                <a:cs typeface="Calibri" pitchFamily="34" charset="0"/>
              </a:rPr>
              <a:t>Quartile deviation</a:t>
            </a:r>
          </a:p>
          <a:p>
            <a:pPr marL="0" indent="0">
              <a:buNone/>
            </a:pPr>
            <a:endParaRPr lang="en-IN" sz="2400" dirty="0">
              <a:latin typeface="+mn-lt"/>
            </a:endParaRPr>
          </a:p>
        </p:txBody>
      </p:sp>
      <p:sp>
        <p:nvSpPr>
          <p:cNvPr id="4" name="Text Placeholder 3"/>
          <p:cNvSpPr>
            <a:spLocks noGrp="1"/>
          </p:cNvSpPr>
          <p:nvPr>
            <p:ph type="body" sz="quarter" idx="14"/>
          </p:nvPr>
        </p:nvSpPr>
        <p:spPr/>
        <p:txBody>
          <a:bodyPr/>
          <a:lstStyle/>
          <a:p>
            <a:r>
              <a:rPr lang="en-US" kern="0" dirty="0">
                <a:solidFill>
                  <a:sysClr val="windowText" lastClr="000000"/>
                </a:solidFill>
              </a:rPr>
              <a:t>Answer: Yes</a:t>
            </a:r>
          </a:p>
          <a:p>
            <a:endParaRPr lang="en-IN" dirty="0"/>
          </a:p>
        </p:txBody>
      </p:sp>
      <p:sp>
        <p:nvSpPr>
          <p:cNvPr id="5" name="Rectangle 4"/>
          <p:cNvSpPr/>
          <p:nvPr/>
        </p:nvSpPr>
        <p:spPr>
          <a:xfrm>
            <a:off x="1828800" y="1828800"/>
            <a:ext cx="7239000" cy="523220"/>
          </a:xfrm>
          <a:prstGeom prst="rect">
            <a:avLst/>
          </a:prstGeom>
        </p:spPr>
        <p:txBody>
          <a:bodyPr wrap="square">
            <a:spAutoFit/>
          </a:bodyPr>
          <a:lstStyle/>
          <a:p>
            <a:pPr algn="ctr"/>
            <a:r>
              <a:rPr lang="en-US" sz="2800" b="1" kern="0" dirty="0">
                <a:solidFill>
                  <a:srgbClr val="FF0000"/>
                </a:solidFill>
              </a:rPr>
              <a:t>Measures of variability/dispersion/spread</a:t>
            </a:r>
          </a:p>
        </p:txBody>
      </p:sp>
    </p:spTree>
    <p:extLst>
      <p:ext uri="{BB962C8B-B14F-4D97-AF65-F5344CB8AC3E}">
        <p14:creationId xmlns:p14="http://schemas.microsoft.com/office/powerpoint/2010/main" val="3228528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latin typeface="Calibri" pitchFamily="34" charset="0"/>
                <a:cs typeface="Calibri" pitchFamily="34" charset="0"/>
              </a:rPr>
              <a:t>Measure of Variability</a:t>
            </a:r>
            <a:endParaRPr lang="en-IN" dirty="0"/>
          </a:p>
        </p:txBody>
      </p:sp>
      <p:sp>
        <p:nvSpPr>
          <p:cNvPr id="3" name="Text Placeholder 2"/>
          <p:cNvSpPr>
            <a:spLocks noGrp="1"/>
          </p:cNvSpPr>
          <p:nvPr>
            <p:ph type="body" sz="quarter" idx="13"/>
          </p:nvPr>
        </p:nvSpPr>
        <p:spPr>
          <a:xfrm>
            <a:off x="857739" y="990601"/>
            <a:ext cx="7600461" cy="5334000"/>
          </a:xfrm>
        </p:spPr>
        <p:txBody>
          <a:bodyPr>
            <a:normAutofit/>
          </a:bodyPr>
          <a:lstStyle/>
          <a:p>
            <a:pPr algn="just">
              <a:lnSpc>
                <a:spcPct val="150000"/>
              </a:lnSpc>
              <a:spcBef>
                <a:spcPts val="0"/>
              </a:spcBef>
              <a:buFont typeface="Wingdings" panose="05000000000000000000" pitchFamily="2" charset="2"/>
              <a:buChar char="Ø"/>
            </a:pPr>
            <a:r>
              <a:rPr lang="en-US" sz="2400" dirty="0">
                <a:latin typeface="Calibri" pitchFamily="34" charset="0"/>
                <a:cs typeface="Calibri" pitchFamily="34" charset="0"/>
              </a:rPr>
              <a:t>Variability can be defined several ways:</a:t>
            </a:r>
          </a:p>
          <a:p>
            <a:pPr algn="just">
              <a:lnSpc>
                <a:spcPct val="150000"/>
              </a:lnSpc>
              <a:spcBef>
                <a:spcPts val="0"/>
              </a:spcBef>
              <a:buFont typeface="Courier New" panose="02070309020205020404" pitchFamily="49" charset="0"/>
              <a:buChar char="o"/>
            </a:pPr>
            <a:r>
              <a:rPr lang="en-US" sz="2400" dirty="0">
                <a:latin typeface="Calibri" pitchFamily="34" charset="0"/>
                <a:cs typeface="Calibri" pitchFamily="34" charset="0"/>
              </a:rPr>
              <a:t>A quantitative distance measure based on the differences between scores </a:t>
            </a:r>
          </a:p>
          <a:p>
            <a:pPr algn="just">
              <a:lnSpc>
                <a:spcPct val="150000"/>
              </a:lnSpc>
              <a:spcBef>
                <a:spcPts val="0"/>
              </a:spcBef>
              <a:buFont typeface="Courier New" panose="02070309020205020404" pitchFamily="49" charset="0"/>
              <a:buChar char="o"/>
            </a:pPr>
            <a:r>
              <a:rPr lang="en-US" sz="2400" dirty="0">
                <a:latin typeface="Calibri" pitchFamily="34" charset="0"/>
                <a:cs typeface="Calibri" pitchFamily="34" charset="0"/>
              </a:rPr>
              <a:t>Describes distance of the spread of scores or distance of a score from the mean </a:t>
            </a:r>
          </a:p>
          <a:p>
            <a:pPr algn="just">
              <a:lnSpc>
                <a:spcPct val="150000"/>
              </a:lnSpc>
              <a:spcBef>
                <a:spcPts val="0"/>
              </a:spcBef>
              <a:buFont typeface="Wingdings" panose="05000000000000000000" pitchFamily="2" charset="2"/>
              <a:buChar char="Ø"/>
            </a:pPr>
            <a:r>
              <a:rPr lang="en-US" sz="2400" dirty="0">
                <a:latin typeface="Calibri" pitchFamily="34" charset="0"/>
                <a:cs typeface="Calibri" pitchFamily="34" charset="0"/>
              </a:rPr>
              <a:t>Purposes of Measure of Variability:</a:t>
            </a:r>
          </a:p>
          <a:p>
            <a:pPr algn="just">
              <a:lnSpc>
                <a:spcPct val="150000"/>
              </a:lnSpc>
              <a:spcBef>
                <a:spcPts val="0"/>
              </a:spcBef>
              <a:buFont typeface="Courier New" panose="02070309020205020404" pitchFamily="49" charset="0"/>
              <a:buChar char="o"/>
            </a:pPr>
            <a:r>
              <a:rPr lang="en-US" sz="2400" dirty="0">
                <a:latin typeface="Calibri" pitchFamily="34" charset="0"/>
                <a:cs typeface="Calibri" pitchFamily="34" charset="0"/>
              </a:rPr>
              <a:t>Describe the distribution</a:t>
            </a:r>
          </a:p>
          <a:p>
            <a:pPr algn="just">
              <a:lnSpc>
                <a:spcPct val="150000"/>
              </a:lnSpc>
              <a:spcBef>
                <a:spcPts val="0"/>
              </a:spcBef>
              <a:buFont typeface="Courier New" panose="02070309020205020404" pitchFamily="49" charset="0"/>
              <a:buChar char="o"/>
            </a:pPr>
            <a:r>
              <a:rPr lang="en-US" sz="2400" dirty="0">
                <a:latin typeface="Calibri" pitchFamily="34" charset="0"/>
                <a:cs typeface="Calibri" pitchFamily="34" charset="0"/>
              </a:rPr>
              <a:t>Measure how well a measure of central tendency represents the distribution</a:t>
            </a:r>
          </a:p>
          <a:p>
            <a:pPr marL="342900" indent="-342900">
              <a:spcAft>
                <a:spcPts val="1200"/>
              </a:spcAft>
            </a:pPr>
            <a:endParaRPr lang="en-US" dirty="0">
              <a:latin typeface="Calibri" pitchFamily="34" charset="0"/>
              <a:cs typeface="Calibri" pitchFamily="34" charset="0"/>
            </a:endParaRPr>
          </a:p>
          <a:p>
            <a:endParaRPr lang="en-IN"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057" r="3311"/>
          <a:stretch/>
        </p:blipFill>
        <p:spPr bwMode="auto">
          <a:xfrm>
            <a:off x="8458200" y="1083827"/>
            <a:ext cx="2401956" cy="2558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724" t="20200"/>
          <a:stretch/>
        </p:blipFill>
        <p:spPr bwMode="auto">
          <a:xfrm>
            <a:off x="8363778" y="3886200"/>
            <a:ext cx="2590800" cy="254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a:extLst>
              <a:ext uri="{FF2B5EF4-FFF2-40B4-BE49-F238E27FC236}">
                <a16:creationId xmlns:a16="http://schemas.microsoft.com/office/drawing/2014/main" id="{8350246B-CF89-2BFF-C28F-E64A42204E91}"/>
              </a:ext>
            </a:extLst>
          </p:cNvPr>
          <p:cNvGrpSpPr/>
          <p:nvPr/>
        </p:nvGrpSpPr>
        <p:grpSpPr>
          <a:xfrm>
            <a:off x="11245795" y="1511830"/>
            <a:ext cx="451800" cy="342000"/>
            <a:chOff x="11245795" y="1511830"/>
            <a:chExt cx="451800" cy="34200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00DE530-FB4F-AB33-E0A9-229A4290B4D8}"/>
                    </a:ext>
                  </a:extLst>
                </p14:cNvPr>
                <p14:cNvContentPartPr/>
                <p14:nvPr/>
              </p14:nvContentPartPr>
              <p14:xfrm>
                <a:off x="11245795" y="1511830"/>
                <a:ext cx="124560" cy="137160"/>
              </p14:xfrm>
            </p:contentPart>
          </mc:Choice>
          <mc:Fallback>
            <p:pic>
              <p:nvPicPr>
                <p:cNvPr id="4" name="Ink 3">
                  <a:extLst>
                    <a:ext uri="{FF2B5EF4-FFF2-40B4-BE49-F238E27FC236}">
                      <a16:creationId xmlns:a16="http://schemas.microsoft.com/office/drawing/2014/main" id="{F00DE530-FB4F-AB33-E0A9-229A4290B4D8}"/>
                    </a:ext>
                  </a:extLst>
                </p:cNvPr>
                <p:cNvPicPr/>
                <p:nvPr/>
              </p:nvPicPr>
              <p:blipFill>
                <a:blip r:embed="rId5"/>
                <a:stretch>
                  <a:fillRect/>
                </a:stretch>
              </p:blipFill>
              <p:spPr>
                <a:xfrm>
                  <a:off x="11239675" y="1505710"/>
                  <a:ext cx="13680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AB3CACD9-E8F9-3FFF-F54B-C9C60B19B4E6}"/>
                    </a:ext>
                  </a:extLst>
                </p14:cNvPr>
                <p14:cNvContentPartPr/>
                <p14:nvPr/>
              </p14:nvContentPartPr>
              <p14:xfrm>
                <a:off x="11273875" y="1574110"/>
                <a:ext cx="423720" cy="279720"/>
              </p14:xfrm>
            </p:contentPart>
          </mc:Choice>
          <mc:Fallback>
            <p:pic>
              <p:nvPicPr>
                <p:cNvPr id="7" name="Ink 6">
                  <a:extLst>
                    <a:ext uri="{FF2B5EF4-FFF2-40B4-BE49-F238E27FC236}">
                      <a16:creationId xmlns:a16="http://schemas.microsoft.com/office/drawing/2014/main" id="{AB3CACD9-E8F9-3FFF-F54B-C9C60B19B4E6}"/>
                    </a:ext>
                  </a:extLst>
                </p:cNvPr>
                <p:cNvPicPr/>
                <p:nvPr/>
              </p:nvPicPr>
              <p:blipFill>
                <a:blip r:embed="rId7"/>
                <a:stretch>
                  <a:fillRect/>
                </a:stretch>
              </p:blipFill>
              <p:spPr>
                <a:xfrm>
                  <a:off x="11267755" y="1567990"/>
                  <a:ext cx="435960" cy="291960"/>
                </a:xfrm>
                <a:prstGeom prst="rect">
                  <a:avLst/>
                </a:prstGeom>
              </p:spPr>
            </p:pic>
          </mc:Fallback>
        </mc:AlternateContent>
      </p:grpSp>
      <p:grpSp>
        <p:nvGrpSpPr>
          <p:cNvPr id="23" name="Group 22">
            <a:extLst>
              <a:ext uri="{FF2B5EF4-FFF2-40B4-BE49-F238E27FC236}">
                <a16:creationId xmlns:a16="http://schemas.microsoft.com/office/drawing/2014/main" id="{106BC3E5-BE6A-3EE9-7A66-87B350B6AA4C}"/>
              </a:ext>
            </a:extLst>
          </p:cNvPr>
          <p:cNvGrpSpPr/>
          <p:nvPr/>
        </p:nvGrpSpPr>
        <p:grpSpPr>
          <a:xfrm>
            <a:off x="9525355" y="1245790"/>
            <a:ext cx="292320" cy="1360800"/>
            <a:chOff x="9525355" y="1245790"/>
            <a:chExt cx="292320" cy="1360800"/>
          </a:xfrm>
        </p:grpSpPr>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2D471F86-F3AF-56FF-023C-4290562541EB}"/>
                    </a:ext>
                  </a:extLst>
                </p14:cNvPr>
                <p14:cNvContentPartPr/>
                <p14:nvPr/>
              </p14:nvContentPartPr>
              <p14:xfrm>
                <a:off x="9525355" y="2381230"/>
                <a:ext cx="269640" cy="30240"/>
              </p14:xfrm>
            </p:contentPart>
          </mc:Choice>
          <mc:Fallback>
            <p:pic>
              <p:nvPicPr>
                <p:cNvPr id="10" name="Ink 9">
                  <a:extLst>
                    <a:ext uri="{FF2B5EF4-FFF2-40B4-BE49-F238E27FC236}">
                      <a16:creationId xmlns:a16="http://schemas.microsoft.com/office/drawing/2014/main" id="{2D471F86-F3AF-56FF-023C-4290562541EB}"/>
                    </a:ext>
                  </a:extLst>
                </p:cNvPr>
                <p:cNvPicPr/>
                <p:nvPr/>
              </p:nvPicPr>
              <p:blipFill>
                <a:blip r:embed="rId9"/>
                <a:stretch>
                  <a:fillRect/>
                </a:stretch>
              </p:blipFill>
              <p:spPr>
                <a:xfrm>
                  <a:off x="9519235" y="2375110"/>
                  <a:ext cx="2818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7D3FBFFF-C667-36F6-72E4-F6189C3DE531}"/>
                    </a:ext>
                  </a:extLst>
                </p14:cNvPr>
                <p14:cNvContentPartPr/>
                <p14:nvPr/>
              </p14:nvContentPartPr>
              <p14:xfrm>
                <a:off x="9670435" y="2325430"/>
                <a:ext cx="117720" cy="195120"/>
              </p14:xfrm>
            </p:contentPart>
          </mc:Choice>
          <mc:Fallback>
            <p:pic>
              <p:nvPicPr>
                <p:cNvPr id="11" name="Ink 10">
                  <a:extLst>
                    <a:ext uri="{FF2B5EF4-FFF2-40B4-BE49-F238E27FC236}">
                      <a16:creationId xmlns:a16="http://schemas.microsoft.com/office/drawing/2014/main" id="{7D3FBFFF-C667-36F6-72E4-F6189C3DE531}"/>
                    </a:ext>
                  </a:extLst>
                </p:cNvPr>
                <p:cNvPicPr/>
                <p:nvPr/>
              </p:nvPicPr>
              <p:blipFill>
                <a:blip r:embed="rId11"/>
                <a:stretch>
                  <a:fillRect/>
                </a:stretch>
              </p:blipFill>
              <p:spPr>
                <a:xfrm>
                  <a:off x="9664315" y="2319310"/>
                  <a:ext cx="12996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99162D9A-49D2-5360-4005-8C874D7EE679}"/>
                    </a:ext>
                  </a:extLst>
                </p14:cNvPr>
                <p14:cNvContentPartPr/>
                <p14:nvPr/>
              </p14:nvContentPartPr>
              <p14:xfrm>
                <a:off x="9742795" y="1245790"/>
                <a:ext cx="28800" cy="441360"/>
              </p14:xfrm>
            </p:contentPart>
          </mc:Choice>
          <mc:Fallback>
            <p:pic>
              <p:nvPicPr>
                <p:cNvPr id="12" name="Ink 11">
                  <a:extLst>
                    <a:ext uri="{FF2B5EF4-FFF2-40B4-BE49-F238E27FC236}">
                      <a16:creationId xmlns:a16="http://schemas.microsoft.com/office/drawing/2014/main" id="{99162D9A-49D2-5360-4005-8C874D7EE679}"/>
                    </a:ext>
                  </a:extLst>
                </p:cNvPr>
                <p:cNvPicPr/>
                <p:nvPr/>
              </p:nvPicPr>
              <p:blipFill>
                <a:blip r:embed="rId13"/>
                <a:stretch>
                  <a:fillRect/>
                </a:stretch>
              </p:blipFill>
              <p:spPr>
                <a:xfrm>
                  <a:off x="9736675" y="1239670"/>
                  <a:ext cx="41040" cy="453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A0FA9DAD-EC22-070C-E39B-5D2C7E0DB9C6}"/>
                    </a:ext>
                  </a:extLst>
                </p14:cNvPr>
                <p14:cNvContentPartPr/>
                <p14:nvPr/>
              </p14:nvContentPartPr>
              <p14:xfrm>
                <a:off x="9783115" y="1760230"/>
                <a:ext cx="8640" cy="169200"/>
              </p14:xfrm>
            </p:contentPart>
          </mc:Choice>
          <mc:Fallback>
            <p:pic>
              <p:nvPicPr>
                <p:cNvPr id="13" name="Ink 12">
                  <a:extLst>
                    <a:ext uri="{FF2B5EF4-FFF2-40B4-BE49-F238E27FC236}">
                      <a16:creationId xmlns:a16="http://schemas.microsoft.com/office/drawing/2014/main" id="{A0FA9DAD-EC22-070C-E39B-5D2C7E0DB9C6}"/>
                    </a:ext>
                  </a:extLst>
                </p:cNvPr>
                <p:cNvPicPr/>
                <p:nvPr/>
              </p:nvPicPr>
              <p:blipFill>
                <a:blip r:embed="rId15"/>
                <a:stretch>
                  <a:fillRect/>
                </a:stretch>
              </p:blipFill>
              <p:spPr>
                <a:xfrm>
                  <a:off x="9776995" y="1754110"/>
                  <a:ext cx="2088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D148B4F7-9866-2146-A979-7837D8282F4A}"/>
                    </a:ext>
                  </a:extLst>
                </p14:cNvPr>
                <p14:cNvContentPartPr/>
                <p14:nvPr/>
              </p14:nvContentPartPr>
              <p14:xfrm>
                <a:off x="9787435" y="2006830"/>
                <a:ext cx="27360" cy="176400"/>
              </p14:xfrm>
            </p:contentPart>
          </mc:Choice>
          <mc:Fallback>
            <p:pic>
              <p:nvPicPr>
                <p:cNvPr id="14" name="Ink 13">
                  <a:extLst>
                    <a:ext uri="{FF2B5EF4-FFF2-40B4-BE49-F238E27FC236}">
                      <a16:creationId xmlns:a16="http://schemas.microsoft.com/office/drawing/2014/main" id="{D148B4F7-9866-2146-A979-7837D8282F4A}"/>
                    </a:ext>
                  </a:extLst>
                </p:cNvPr>
                <p:cNvPicPr/>
                <p:nvPr/>
              </p:nvPicPr>
              <p:blipFill>
                <a:blip r:embed="rId17"/>
                <a:stretch>
                  <a:fillRect/>
                </a:stretch>
              </p:blipFill>
              <p:spPr>
                <a:xfrm>
                  <a:off x="9781315" y="2000710"/>
                  <a:ext cx="396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BF95583C-83A5-DCA1-1C31-E846DAE2D0E0}"/>
                    </a:ext>
                  </a:extLst>
                </p14:cNvPr>
                <p14:cNvContentPartPr/>
                <p14:nvPr/>
              </p14:nvContentPartPr>
              <p14:xfrm>
                <a:off x="9800755" y="2262430"/>
                <a:ext cx="16920" cy="66600"/>
              </p14:xfrm>
            </p:contentPart>
          </mc:Choice>
          <mc:Fallback>
            <p:pic>
              <p:nvPicPr>
                <p:cNvPr id="15" name="Ink 14">
                  <a:extLst>
                    <a:ext uri="{FF2B5EF4-FFF2-40B4-BE49-F238E27FC236}">
                      <a16:creationId xmlns:a16="http://schemas.microsoft.com/office/drawing/2014/main" id="{BF95583C-83A5-DCA1-1C31-E846DAE2D0E0}"/>
                    </a:ext>
                  </a:extLst>
                </p:cNvPr>
                <p:cNvPicPr/>
                <p:nvPr/>
              </p:nvPicPr>
              <p:blipFill>
                <a:blip r:embed="rId19"/>
                <a:stretch>
                  <a:fillRect/>
                </a:stretch>
              </p:blipFill>
              <p:spPr>
                <a:xfrm>
                  <a:off x="9794635" y="2256310"/>
                  <a:ext cx="291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EB083113-27D7-60E8-7A0E-34BA88F4206B}"/>
                    </a:ext>
                  </a:extLst>
                </p14:cNvPr>
                <p14:cNvContentPartPr/>
                <p14:nvPr/>
              </p14:nvContentPartPr>
              <p14:xfrm>
                <a:off x="9782035" y="2539630"/>
                <a:ext cx="6480" cy="7560"/>
              </p14:xfrm>
            </p:contentPart>
          </mc:Choice>
          <mc:Fallback>
            <p:pic>
              <p:nvPicPr>
                <p:cNvPr id="16" name="Ink 15">
                  <a:extLst>
                    <a:ext uri="{FF2B5EF4-FFF2-40B4-BE49-F238E27FC236}">
                      <a16:creationId xmlns:a16="http://schemas.microsoft.com/office/drawing/2014/main" id="{EB083113-27D7-60E8-7A0E-34BA88F4206B}"/>
                    </a:ext>
                  </a:extLst>
                </p:cNvPr>
                <p:cNvPicPr/>
                <p:nvPr/>
              </p:nvPicPr>
              <p:blipFill>
                <a:blip r:embed="rId21"/>
                <a:stretch>
                  <a:fillRect/>
                </a:stretch>
              </p:blipFill>
              <p:spPr>
                <a:xfrm>
                  <a:off x="9775915" y="2533510"/>
                  <a:ext cx="187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AE939CB2-8513-6D3E-8555-1E43EDAE93D7}"/>
                    </a:ext>
                  </a:extLst>
                </p14:cNvPr>
                <p14:cNvContentPartPr/>
                <p14:nvPr/>
              </p14:nvContentPartPr>
              <p14:xfrm>
                <a:off x="9771955" y="2410390"/>
                <a:ext cx="11880" cy="11880"/>
              </p14:xfrm>
            </p:contentPart>
          </mc:Choice>
          <mc:Fallback>
            <p:pic>
              <p:nvPicPr>
                <p:cNvPr id="17" name="Ink 16">
                  <a:extLst>
                    <a:ext uri="{FF2B5EF4-FFF2-40B4-BE49-F238E27FC236}">
                      <a16:creationId xmlns:a16="http://schemas.microsoft.com/office/drawing/2014/main" id="{AE939CB2-8513-6D3E-8555-1E43EDAE93D7}"/>
                    </a:ext>
                  </a:extLst>
                </p:cNvPr>
                <p:cNvPicPr/>
                <p:nvPr/>
              </p:nvPicPr>
              <p:blipFill>
                <a:blip r:embed="rId23"/>
                <a:stretch>
                  <a:fillRect/>
                </a:stretch>
              </p:blipFill>
              <p:spPr>
                <a:xfrm>
                  <a:off x="9765835" y="2404270"/>
                  <a:ext cx="241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70AB4FE2-02F3-23AD-C025-B603B41E127F}"/>
                    </a:ext>
                  </a:extLst>
                </p14:cNvPr>
                <p14:cNvContentPartPr/>
                <p14:nvPr/>
              </p14:nvContentPartPr>
              <p14:xfrm>
                <a:off x="9776275" y="2403190"/>
                <a:ext cx="16560" cy="203400"/>
              </p14:xfrm>
            </p:contentPart>
          </mc:Choice>
          <mc:Fallback>
            <p:pic>
              <p:nvPicPr>
                <p:cNvPr id="18" name="Ink 17">
                  <a:extLst>
                    <a:ext uri="{FF2B5EF4-FFF2-40B4-BE49-F238E27FC236}">
                      <a16:creationId xmlns:a16="http://schemas.microsoft.com/office/drawing/2014/main" id="{70AB4FE2-02F3-23AD-C025-B603B41E127F}"/>
                    </a:ext>
                  </a:extLst>
                </p:cNvPr>
                <p:cNvPicPr/>
                <p:nvPr/>
              </p:nvPicPr>
              <p:blipFill>
                <a:blip r:embed="rId25"/>
                <a:stretch>
                  <a:fillRect/>
                </a:stretch>
              </p:blipFill>
              <p:spPr>
                <a:xfrm>
                  <a:off x="9770155" y="2397070"/>
                  <a:ext cx="28800" cy="21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9" name="Ink 8">
                <a:extLst>
                  <a:ext uri="{FF2B5EF4-FFF2-40B4-BE49-F238E27FC236}">
                    <a16:creationId xmlns:a16="http://schemas.microsoft.com/office/drawing/2014/main" id="{EBC1C86F-FAD7-777A-464B-7CB7C7726242}"/>
                  </a:ext>
                </a:extLst>
              </p14:cNvPr>
              <p14:cNvContentPartPr/>
              <p14:nvPr/>
            </p14:nvContentPartPr>
            <p14:xfrm>
              <a:off x="9370195" y="2957590"/>
              <a:ext cx="393840" cy="428760"/>
            </p14:xfrm>
          </p:contentPart>
        </mc:Choice>
        <mc:Fallback>
          <p:pic>
            <p:nvPicPr>
              <p:cNvPr id="9" name="Ink 8">
                <a:extLst>
                  <a:ext uri="{FF2B5EF4-FFF2-40B4-BE49-F238E27FC236}">
                    <a16:creationId xmlns:a16="http://schemas.microsoft.com/office/drawing/2014/main" id="{EBC1C86F-FAD7-777A-464B-7CB7C7726242}"/>
                  </a:ext>
                </a:extLst>
              </p:cNvPr>
              <p:cNvPicPr/>
              <p:nvPr/>
            </p:nvPicPr>
            <p:blipFill>
              <a:blip r:embed="rId27"/>
              <a:stretch>
                <a:fillRect/>
              </a:stretch>
            </p:blipFill>
            <p:spPr>
              <a:xfrm>
                <a:off x="9364075" y="2951470"/>
                <a:ext cx="406080" cy="441000"/>
              </a:xfrm>
              <a:prstGeom prst="rect">
                <a:avLst/>
              </a:prstGeom>
            </p:spPr>
          </p:pic>
        </mc:Fallback>
      </mc:AlternateContent>
      <p:grpSp>
        <p:nvGrpSpPr>
          <p:cNvPr id="34" name="Group 33">
            <a:extLst>
              <a:ext uri="{FF2B5EF4-FFF2-40B4-BE49-F238E27FC236}">
                <a16:creationId xmlns:a16="http://schemas.microsoft.com/office/drawing/2014/main" id="{F0610A60-FE52-C25A-E9FD-4DA37EBC1401}"/>
              </a:ext>
            </a:extLst>
          </p:cNvPr>
          <p:cNvGrpSpPr/>
          <p:nvPr/>
        </p:nvGrpSpPr>
        <p:grpSpPr>
          <a:xfrm>
            <a:off x="9786355" y="2733310"/>
            <a:ext cx="1397520" cy="1177200"/>
            <a:chOff x="9786355" y="2733310"/>
            <a:chExt cx="1397520" cy="1177200"/>
          </a:xfrm>
        </p:grpSpPr>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ECAF6A45-E064-1598-444B-18A66FD2552B}"/>
                    </a:ext>
                  </a:extLst>
                </p14:cNvPr>
                <p14:cNvContentPartPr/>
                <p14:nvPr/>
              </p14:nvContentPartPr>
              <p14:xfrm>
                <a:off x="9786355" y="2733310"/>
                <a:ext cx="18000" cy="89280"/>
              </p14:xfrm>
            </p:contentPart>
          </mc:Choice>
          <mc:Fallback>
            <p:pic>
              <p:nvPicPr>
                <p:cNvPr id="19" name="Ink 18">
                  <a:extLst>
                    <a:ext uri="{FF2B5EF4-FFF2-40B4-BE49-F238E27FC236}">
                      <a16:creationId xmlns:a16="http://schemas.microsoft.com/office/drawing/2014/main" id="{ECAF6A45-E064-1598-444B-18A66FD2552B}"/>
                    </a:ext>
                  </a:extLst>
                </p:cNvPr>
                <p:cNvPicPr/>
                <p:nvPr/>
              </p:nvPicPr>
              <p:blipFill>
                <a:blip r:embed="rId29"/>
                <a:stretch>
                  <a:fillRect/>
                </a:stretch>
              </p:blipFill>
              <p:spPr>
                <a:xfrm>
                  <a:off x="9780235" y="2727190"/>
                  <a:ext cx="302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9F47BEB0-5220-0C2A-2646-5A1979EA44F4}"/>
                    </a:ext>
                  </a:extLst>
                </p14:cNvPr>
                <p14:cNvContentPartPr/>
                <p14:nvPr/>
              </p14:nvContentPartPr>
              <p14:xfrm>
                <a:off x="9810115" y="2929870"/>
                <a:ext cx="10800" cy="72720"/>
              </p14:xfrm>
            </p:contentPart>
          </mc:Choice>
          <mc:Fallback>
            <p:pic>
              <p:nvPicPr>
                <p:cNvPr id="20" name="Ink 19">
                  <a:extLst>
                    <a:ext uri="{FF2B5EF4-FFF2-40B4-BE49-F238E27FC236}">
                      <a16:creationId xmlns:a16="http://schemas.microsoft.com/office/drawing/2014/main" id="{9F47BEB0-5220-0C2A-2646-5A1979EA44F4}"/>
                    </a:ext>
                  </a:extLst>
                </p:cNvPr>
                <p:cNvPicPr/>
                <p:nvPr/>
              </p:nvPicPr>
              <p:blipFill>
                <a:blip r:embed="rId31"/>
                <a:stretch>
                  <a:fillRect/>
                </a:stretch>
              </p:blipFill>
              <p:spPr>
                <a:xfrm>
                  <a:off x="9803995" y="2923750"/>
                  <a:ext cx="230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DA9BCC39-6D51-DFC5-E48F-716736F41944}"/>
                    </a:ext>
                  </a:extLst>
                </p14:cNvPr>
                <p14:cNvContentPartPr/>
                <p14:nvPr/>
              </p14:nvContentPartPr>
              <p14:xfrm>
                <a:off x="9815155" y="3015910"/>
                <a:ext cx="23400" cy="138960"/>
              </p14:xfrm>
            </p:contentPart>
          </mc:Choice>
          <mc:Fallback>
            <p:pic>
              <p:nvPicPr>
                <p:cNvPr id="21" name="Ink 20">
                  <a:extLst>
                    <a:ext uri="{FF2B5EF4-FFF2-40B4-BE49-F238E27FC236}">
                      <a16:creationId xmlns:a16="http://schemas.microsoft.com/office/drawing/2014/main" id="{DA9BCC39-6D51-DFC5-E48F-716736F41944}"/>
                    </a:ext>
                  </a:extLst>
                </p:cNvPr>
                <p:cNvPicPr/>
                <p:nvPr/>
              </p:nvPicPr>
              <p:blipFill>
                <a:blip r:embed="rId33"/>
                <a:stretch>
                  <a:fillRect/>
                </a:stretch>
              </p:blipFill>
              <p:spPr>
                <a:xfrm>
                  <a:off x="9809035" y="3009790"/>
                  <a:ext cx="356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DD5CE4B8-9EEF-10F4-FC1B-CB32B3047C9F}"/>
                    </a:ext>
                  </a:extLst>
                </p14:cNvPr>
                <p14:cNvContentPartPr/>
                <p14:nvPr/>
              </p14:nvContentPartPr>
              <p14:xfrm>
                <a:off x="9822715" y="3197710"/>
                <a:ext cx="448560" cy="164520"/>
              </p14:xfrm>
            </p:contentPart>
          </mc:Choice>
          <mc:Fallback>
            <p:pic>
              <p:nvPicPr>
                <p:cNvPr id="25" name="Ink 24">
                  <a:extLst>
                    <a:ext uri="{FF2B5EF4-FFF2-40B4-BE49-F238E27FC236}">
                      <a16:creationId xmlns:a16="http://schemas.microsoft.com/office/drawing/2014/main" id="{DD5CE4B8-9EEF-10F4-FC1B-CB32B3047C9F}"/>
                    </a:ext>
                  </a:extLst>
                </p:cNvPr>
                <p:cNvPicPr/>
                <p:nvPr/>
              </p:nvPicPr>
              <p:blipFill>
                <a:blip r:embed="rId35"/>
                <a:stretch>
                  <a:fillRect/>
                </a:stretch>
              </p:blipFill>
              <p:spPr>
                <a:xfrm>
                  <a:off x="9816595" y="3191590"/>
                  <a:ext cx="4608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50C17420-D514-010F-15BD-E13C444593CC}"/>
                    </a:ext>
                  </a:extLst>
                </p14:cNvPr>
                <p14:cNvContentPartPr/>
                <p14:nvPr/>
              </p14:nvContentPartPr>
              <p14:xfrm>
                <a:off x="10262635" y="3242710"/>
                <a:ext cx="156600" cy="231120"/>
              </p14:xfrm>
            </p:contentPart>
          </mc:Choice>
          <mc:Fallback>
            <p:pic>
              <p:nvPicPr>
                <p:cNvPr id="26" name="Ink 25">
                  <a:extLst>
                    <a:ext uri="{FF2B5EF4-FFF2-40B4-BE49-F238E27FC236}">
                      <a16:creationId xmlns:a16="http://schemas.microsoft.com/office/drawing/2014/main" id="{50C17420-D514-010F-15BD-E13C444593CC}"/>
                    </a:ext>
                  </a:extLst>
                </p:cNvPr>
                <p:cNvPicPr/>
                <p:nvPr/>
              </p:nvPicPr>
              <p:blipFill>
                <a:blip r:embed="rId37"/>
                <a:stretch>
                  <a:fillRect/>
                </a:stretch>
              </p:blipFill>
              <p:spPr>
                <a:xfrm>
                  <a:off x="10256515" y="3236590"/>
                  <a:ext cx="16884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F46E094C-BFBC-7A99-93AE-20B192F4405F}"/>
                    </a:ext>
                  </a:extLst>
                </p14:cNvPr>
                <p14:cNvContentPartPr/>
                <p14:nvPr/>
              </p14:nvContentPartPr>
              <p14:xfrm>
                <a:off x="10568995" y="3314710"/>
                <a:ext cx="165600" cy="301680"/>
              </p14:xfrm>
            </p:contentPart>
          </mc:Choice>
          <mc:Fallback>
            <p:pic>
              <p:nvPicPr>
                <p:cNvPr id="27" name="Ink 26">
                  <a:extLst>
                    <a:ext uri="{FF2B5EF4-FFF2-40B4-BE49-F238E27FC236}">
                      <a16:creationId xmlns:a16="http://schemas.microsoft.com/office/drawing/2014/main" id="{F46E094C-BFBC-7A99-93AE-20B192F4405F}"/>
                    </a:ext>
                  </a:extLst>
                </p:cNvPr>
                <p:cNvPicPr/>
                <p:nvPr/>
              </p:nvPicPr>
              <p:blipFill>
                <a:blip r:embed="rId39"/>
                <a:stretch>
                  <a:fillRect/>
                </a:stretch>
              </p:blipFill>
              <p:spPr>
                <a:xfrm>
                  <a:off x="10562875" y="3308590"/>
                  <a:ext cx="17784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B82EF3ED-B271-A334-D7C7-17E49965BF9C}"/>
                    </a:ext>
                  </a:extLst>
                </p14:cNvPr>
                <p14:cNvContentPartPr/>
                <p14:nvPr/>
              </p14:nvContentPartPr>
              <p14:xfrm>
                <a:off x="10597795" y="3446470"/>
                <a:ext cx="212400" cy="61560"/>
              </p14:xfrm>
            </p:contentPart>
          </mc:Choice>
          <mc:Fallback>
            <p:pic>
              <p:nvPicPr>
                <p:cNvPr id="28" name="Ink 27">
                  <a:extLst>
                    <a:ext uri="{FF2B5EF4-FFF2-40B4-BE49-F238E27FC236}">
                      <a16:creationId xmlns:a16="http://schemas.microsoft.com/office/drawing/2014/main" id="{B82EF3ED-B271-A334-D7C7-17E49965BF9C}"/>
                    </a:ext>
                  </a:extLst>
                </p:cNvPr>
                <p:cNvPicPr/>
                <p:nvPr/>
              </p:nvPicPr>
              <p:blipFill>
                <a:blip r:embed="rId41"/>
                <a:stretch>
                  <a:fillRect/>
                </a:stretch>
              </p:blipFill>
              <p:spPr>
                <a:xfrm>
                  <a:off x="10591675" y="3440350"/>
                  <a:ext cx="2246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6E7A2F2E-8DBF-FDEE-E2A1-A77CE9A88146}"/>
                    </a:ext>
                  </a:extLst>
                </p14:cNvPr>
                <p14:cNvContentPartPr/>
                <p14:nvPr/>
              </p14:nvContentPartPr>
              <p14:xfrm>
                <a:off x="10823515" y="3340990"/>
                <a:ext cx="192960" cy="207000"/>
              </p14:xfrm>
            </p:contentPart>
          </mc:Choice>
          <mc:Fallback>
            <p:pic>
              <p:nvPicPr>
                <p:cNvPr id="29" name="Ink 28">
                  <a:extLst>
                    <a:ext uri="{FF2B5EF4-FFF2-40B4-BE49-F238E27FC236}">
                      <a16:creationId xmlns:a16="http://schemas.microsoft.com/office/drawing/2014/main" id="{6E7A2F2E-8DBF-FDEE-E2A1-A77CE9A88146}"/>
                    </a:ext>
                  </a:extLst>
                </p:cNvPr>
                <p:cNvPicPr/>
                <p:nvPr/>
              </p:nvPicPr>
              <p:blipFill>
                <a:blip r:embed="rId43"/>
                <a:stretch>
                  <a:fillRect/>
                </a:stretch>
              </p:blipFill>
              <p:spPr>
                <a:xfrm>
                  <a:off x="10817395" y="3334870"/>
                  <a:ext cx="20520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D1DCA004-FCB5-BAE7-0DCF-31A6A8B634A5}"/>
                    </a:ext>
                  </a:extLst>
                </p14:cNvPr>
                <p14:cNvContentPartPr/>
                <p14:nvPr/>
              </p14:nvContentPartPr>
              <p14:xfrm>
                <a:off x="10890835" y="3453670"/>
                <a:ext cx="32400" cy="258120"/>
              </p14:xfrm>
            </p:contentPart>
          </mc:Choice>
          <mc:Fallback>
            <p:pic>
              <p:nvPicPr>
                <p:cNvPr id="30" name="Ink 29">
                  <a:extLst>
                    <a:ext uri="{FF2B5EF4-FFF2-40B4-BE49-F238E27FC236}">
                      <a16:creationId xmlns:a16="http://schemas.microsoft.com/office/drawing/2014/main" id="{D1DCA004-FCB5-BAE7-0DCF-31A6A8B634A5}"/>
                    </a:ext>
                  </a:extLst>
                </p:cNvPr>
                <p:cNvPicPr/>
                <p:nvPr/>
              </p:nvPicPr>
              <p:blipFill>
                <a:blip r:embed="rId45"/>
                <a:stretch>
                  <a:fillRect/>
                </a:stretch>
              </p:blipFill>
              <p:spPr>
                <a:xfrm>
                  <a:off x="10884715" y="3447550"/>
                  <a:ext cx="4464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F7F057DB-C197-9DA6-FB36-30DBBAA27306}"/>
                    </a:ext>
                  </a:extLst>
                </p14:cNvPr>
                <p14:cNvContentPartPr/>
                <p14:nvPr/>
              </p14:nvContentPartPr>
              <p14:xfrm>
                <a:off x="10567915" y="3607030"/>
                <a:ext cx="615960" cy="215640"/>
              </p14:xfrm>
            </p:contentPart>
          </mc:Choice>
          <mc:Fallback>
            <p:pic>
              <p:nvPicPr>
                <p:cNvPr id="31" name="Ink 30">
                  <a:extLst>
                    <a:ext uri="{FF2B5EF4-FFF2-40B4-BE49-F238E27FC236}">
                      <a16:creationId xmlns:a16="http://schemas.microsoft.com/office/drawing/2014/main" id="{F7F057DB-C197-9DA6-FB36-30DBBAA27306}"/>
                    </a:ext>
                  </a:extLst>
                </p:cNvPr>
                <p:cNvPicPr/>
                <p:nvPr/>
              </p:nvPicPr>
              <p:blipFill>
                <a:blip r:embed="rId47"/>
                <a:stretch>
                  <a:fillRect/>
                </a:stretch>
              </p:blipFill>
              <p:spPr>
                <a:xfrm>
                  <a:off x="10561795" y="3600910"/>
                  <a:ext cx="62820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8D47C480-31CF-04DE-C82A-FC76C989629D}"/>
                    </a:ext>
                  </a:extLst>
                </p14:cNvPr>
                <p14:cNvContentPartPr/>
                <p14:nvPr/>
              </p14:nvContentPartPr>
              <p14:xfrm>
                <a:off x="10455235" y="3141550"/>
                <a:ext cx="720360" cy="768960"/>
              </p14:xfrm>
            </p:contentPart>
          </mc:Choice>
          <mc:Fallback>
            <p:pic>
              <p:nvPicPr>
                <p:cNvPr id="33" name="Ink 32">
                  <a:extLst>
                    <a:ext uri="{FF2B5EF4-FFF2-40B4-BE49-F238E27FC236}">
                      <a16:creationId xmlns:a16="http://schemas.microsoft.com/office/drawing/2014/main" id="{8D47C480-31CF-04DE-C82A-FC76C989629D}"/>
                    </a:ext>
                  </a:extLst>
                </p:cNvPr>
                <p:cNvPicPr/>
                <p:nvPr/>
              </p:nvPicPr>
              <p:blipFill>
                <a:blip r:embed="rId49"/>
                <a:stretch>
                  <a:fillRect/>
                </a:stretch>
              </p:blipFill>
              <p:spPr>
                <a:xfrm>
                  <a:off x="10449115" y="3135430"/>
                  <a:ext cx="732600" cy="781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AD438A9F-855A-3BEF-D767-20D152552103}"/>
                  </a:ext>
                </a:extLst>
              </p14:cNvPr>
              <p14:cNvContentPartPr/>
              <p14:nvPr/>
            </p14:nvContentPartPr>
            <p14:xfrm>
              <a:off x="3053635" y="5417110"/>
              <a:ext cx="5299560" cy="168480"/>
            </p14:xfrm>
          </p:contentPart>
        </mc:Choice>
        <mc:Fallback>
          <p:pic>
            <p:nvPicPr>
              <p:cNvPr id="35" name="Ink 34">
                <a:extLst>
                  <a:ext uri="{FF2B5EF4-FFF2-40B4-BE49-F238E27FC236}">
                    <a16:creationId xmlns:a16="http://schemas.microsoft.com/office/drawing/2014/main" id="{AD438A9F-855A-3BEF-D767-20D152552103}"/>
                  </a:ext>
                </a:extLst>
              </p:cNvPr>
              <p:cNvPicPr/>
              <p:nvPr/>
            </p:nvPicPr>
            <p:blipFill>
              <a:blip r:embed="rId51"/>
              <a:stretch>
                <a:fillRect/>
              </a:stretch>
            </p:blipFill>
            <p:spPr>
              <a:xfrm>
                <a:off x="3047515" y="5410990"/>
                <a:ext cx="53118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B7EEDEB8-82DA-A881-D1F1-70793168723B}"/>
                  </a:ext>
                </a:extLst>
              </p14:cNvPr>
              <p14:cNvContentPartPr/>
              <p14:nvPr/>
            </p14:nvContentPartPr>
            <p14:xfrm>
              <a:off x="1107475" y="5990230"/>
              <a:ext cx="3648240" cy="75240"/>
            </p14:xfrm>
          </p:contentPart>
        </mc:Choice>
        <mc:Fallback>
          <p:pic>
            <p:nvPicPr>
              <p:cNvPr id="36" name="Ink 35">
                <a:extLst>
                  <a:ext uri="{FF2B5EF4-FFF2-40B4-BE49-F238E27FC236}">
                    <a16:creationId xmlns:a16="http://schemas.microsoft.com/office/drawing/2014/main" id="{B7EEDEB8-82DA-A881-D1F1-70793168723B}"/>
                  </a:ext>
                </a:extLst>
              </p:cNvPr>
              <p:cNvPicPr/>
              <p:nvPr/>
            </p:nvPicPr>
            <p:blipFill>
              <a:blip r:embed="rId53"/>
              <a:stretch>
                <a:fillRect/>
              </a:stretch>
            </p:blipFill>
            <p:spPr>
              <a:xfrm>
                <a:off x="1101355" y="5984110"/>
                <a:ext cx="3660480" cy="87480"/>
              </a:xfrm>
              <a:prstGeom prst="rect">
                <a:avLst/>
              </a:prstGeom>
            </p:spPr>
          </p:pic>
        </mc:Fallback>
      </mc:AlternateContent>
    </p:spTree>
    <p:extLst>
      <p:ext uri="{BB962C8B-B14F-4D97-AF65-F5344CB8AC3E}">
        <p14:creationId xmlns:p14="http://schemas.microsoft.com/office/powerpoint/2010/main" val="506877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Ranges</a:t>
            </a:r>
            <a:endParaRPr lang="en-IN" dirty="0"/>
          </a:p>
        </p:txBody>
      </p:sp>
      <p:sp>
        <p:nvSpPr>
          <p:cNvPr id="3" name="Text Placeholder 2"/>
          <p:cNvSpPr>
            <a:spLocks noGrp="1"/>
          </p:cNvSpPr>
          <p:nvPr>
            <p:ph type="body" sz="quarter" idx="13"/>
          </p:nvPr>
        </p:nvSpPr>
        <p:spPr>
          <a:xfrm>
            <a:off x="857739" y="1066800"/>
            <a:ext cx="10160000" cy="3809999"/>
          </a:xfrm>
        </p:spPr>
        <p:txBody>
          <a:bodyPr/>
          <a:lstStyle/>
          <a:p>
            <a:pPr algn="just">
              <a:buFont typeface="Wingdings" panose="05000000000000000000" pitchFamily="2" charset="2"/>
              <a:buChar char="Ø"/>
            </a:pPr>
            <a:r>
              <a:rPr lang="en-US" sz="2400" dirty="0">
                <a:latin typeface="Calibri" pitchFamily="34" charset="0"/>
                <a:cs typeface="Calibri" pitchFamily="34" charset="0"/>
              </a:rPr>
              <a:t>The distance covered by the scores in a distribution – From smallest value to highest value </a:t>
            </a:r>
          </a:p>
          <a:p>
            <a:pPr algn="just">
              <a:buFont typeface="Wingdings" panose="05000000000000000000" pitchFamily="2" charset="2"/>
              <a:buChar char="Ø"/>
            </a:pPr>
            <a:r>
              <a:rPr lang="en-US" sz="2400" dirty="0">
                <a:latin typeface="Calibri" pitchFamily="34" charset="0"/>
                <a:cs typeface="Calibri" pitchFamily="34" charset="0"/>
              </a:rPr>
              <a:t> For continuous data, real limits are used</a:t>
            </a:r>
          </a:p>
          <a:p>
            <a:pPr algn="just">
              <a:buFont typeface="Wingdings" panose="05000000000000000000" pitchFamily="2" charset="2"/>
              <a:buChar char="Ø"/>
            </a:pPr>
            <a:endParaRPr lang="en-US" sz="2400" dirty="0">
              <a:latin typeface="Calibri" pitchFamily="34" charset="0"/>
              <a:cs typeface="Calibri" pitchFamily="34" charset="0"/>
            </a:endParaRPr>
          </a:p>
          <a:p>
            <a:pPr algn="just">
              <a:buFont typeface="Wingdings" panose="05000000000000000000" pitchFamily="2" charset="2"/>
              <a:buChar char="Ø"/>
            </a:pPr>
            <a:endParaRPr lang="en-US" sz="2400" dirty="0">
              <a:latin typeface="Calibri" pitchFamily="34" charset="0"/>
              <a:cs typeface="Calibri" pitchFamily="34" charset="0"/>
            </a:endParaRPr>
          </a:p>
          <a:p>
            <a:pPr algn="just">
              <a:buFont typeface="Wingdings" panose="05000000000000000000" pitchFamily="2" charset="2"/>
              <a:buChar char="Ø"/>
            </a:pPr>
            <a:endParaRPr lang="en-US" sz="2400" dirty="0">
              <a:latin typeface="Calibri" pitchFamily="34" charset="0"/>
              <a:cs typeface="Calibri" pitchFamily="34" charset="0"/>
            </a:endParaRPr>
          </a:p>
          <a:p>
            <a:pPr algn="just">
              <a:buFont typeface="Wingdings" panose="05000000000000000000" pitchFamily="2" charset="2"/>
              <a:buChar char="Ø"/>
            </a:pPr>
            <a:r>
              <a:rPr lang="en-US" sz="2400" dirty="0">
                <a:latin typeface="Calibri" pitchFamily="34" charset="0"/>
                <a:cs typeface="Calibri" pitchFamily="34" charset="0"/>
              </a:rPr>
              <a:t>Based on two scores, not all the data – An imprecise, unreliable measure of variability</a:t>
            </a:r>
          </a:p>
          <a:p>
            <a:pPr marL="342900" indent="-342900"/>
            <a:endParaRPr lang="en-US" dirty="0">
              <a:latin typeface="Calibri" pitchFamily="34" charset="0"/>
              <a:cs typeface="Calibri" pitchFamily="34" charset="0"/>
            </a:endParaRPr>
          </a:p>
          <a:p>
            <a:endParaRPr lang="en-IN" dirty="0"/>
          </a:p>
        </p:txBody>
      </p:sp>
      <p:sp>
        <p:nvSpPr>
          <p:cNvPr id="5" name="Rounded Rectangle 4"/>
          <p:cNvSpPr/>
          <p:nvPr/>
        </p:nvSpPr>
        <p:spPr>
          <a:xfrm>
            <a:off x="2209800" y="2286000"/>
            <a:ext cx="7467600" cy="1219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Range = URL for </a:t>
            </a:r>
            <a:r>
              <a:rPr lang="en-US" sz="2400" b="1" dirty="0" err="1"/>
              <a:t>X</a:t>
            </a:r>
            <a:r>
              <a:rPr lang="en-US" sz="2400" b="1" baseline="-25000" dirty="0" err="1"/>
              <a:t>max</a:t>
            </a:r>
            <a:r>
              <a:rPr lang="en-US" sz="2400" b="1" dirty="0"/>
              <a:t> -  LRL for </a:t>
            </a:r>
            <a:r>
              <a:rPr lang="en-US" sz="2400" b="1" dirty="0" err="1"/>
              <a:t>X</a:t>
            </a:r>
            <a:r>
              <a:rPr lang="en-US" sz="2400" b="1" baseline="-25000" dirty="0" err="1"/>
              <a:t>min</a:t>
            </a:r>
            <a:endParaRPr lang="en-US" sz="2400" b="1" baseline="-25000" dirty="0"/>
          </a:p>
        </p:txBody>
      </p:sp>
      <p:sp>
        <p:nvSpPr>
          <p:cNvPr id="6" name="Rectangle 5"/>
          <p:cNvSpPr/>
          <p:nvPr/>
        </p:nvSpPr>
        <p:spPr>
          <a:xfrm>
            <a:off x="2209800" y="4648200"/>
            <a:ext cx="7848600" cy="923330"/>
          </a:xfrm>
          <a:prstGeom prst="rect">
            <a:avLst/>
          </a:prstGeom>
          <a:ln>
            <a:solidFill>
              <a:schemeClr val="accent5">
                <a:lumMod val="75000"/>
              </a:schemeClr>
            </a:solidFill>
          </a:ln>
        </p:spPr>
        <p:txBody>
          <a:bodyPr wrap="square">
            <a:spAutoFit/>
          </a:bodyPr>
          <a:lstStyle/>
          <a:p>
            <a:r>
              <a:rPr lang="en-US" b="1" dirty="0">
                <a:solidFill>
                  <a:schemeClr val="folHlink"/>
                </a:solidFill>
              </a:rPr>
              <a:t>Example:  For a set of scores: 7, 2, 7, 6, 5, 6, 2</a:t>
            </a:r>
          </a:p>
          <a:p>
            <a:endParaRPr lang="en-US" b="1" dirty="0">
              <a:solidFill>
                <a:schemeClr val="folHlink"/>
              </a:solidFill>
            </a:endParaRPr>
          </a:p>
          <a:p>
            <a:r>
              <a:rPr lang="en-US" b="1" dirty="0">
                <a:solidFill>
                  <a:schemeClr val="folHlink"/>
                </a:solidFill>
              </a:rPr>
              <a:t>                Range = Highest Score minus Lowest score = 7 - 2 = 5</a:t>
            </a:r>
          </a:p>
        </p:txBody>
      </p:sp>
    </p:spTree>
    <p:extLst>
      <p:ext uri="{BB962C8B-B14F-4D97-AF65-F5344CB8AC3E}">
        <p14:creationId xmlns:p14="http://schemas.microsoft.com/office/powerpoint/2010/main" val="4029976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Standard Deviation</a:t>
            </a:r>
            <a:endParaRPr lang="en-IN" dirty="0"/>
          </a:p>
        </p:txBody>
      </p:sp>
      <p:sp>
        <p:nvSpPr>
          <p:cNvPr id="3" name="Text Placeholder 2"/>
          <p:cNvSpPr>
            <a:spLocks noGrp="1"/>
          </p:cNvSpPr>
          <p:nvPr>
            <p:ph type="body" sz="quarter" idx="13"/>
          </p:nvPr>
        </p:nvSpPr>
        <p:spPr>
          <a:xfrm>
            <a:off x="857738" y="1066800"/>
            <a:ext cx="10267461" cy="5105399"/>
          </a:xfrm>
        </p:spPr>
        <p:txBody>
          <a:bodyPr>
            <a:normAutofit/>
          </a:bodyPr>
          <a:lstStyle/>
          <a:p>
            <a:pPr algn="just">
              <a:lnSpc>
                <a:spcPct val="150000"/>
              </a:lnSpc>
              <a:spcBef>
                <a:spcPts val="0"/>
              </a:spcBef>
              <a:buFont typeface="Wingdings" panose="05000000000000000000" pitchFamily="2" charset="2"/>
              <a:buChar char="Ø"/>
            </a:pPr>
            <a:r>
              <a:rPr lang="en-US" sz="2400" dirty="0">
                <a:latin typeface="Calibri" pitchFamily="34" charset="0"/>
                <a:cs typeface="Calibri" pitchFamily="34" charset="0"/>
              </a:rPr>
              <a:t>Most common and most important measure of variability is the standard deviation </a:t>
            </a:r>
          </a:p>
          <a:p>
            <a:pPr marL="1087438" lvl="1" indent="-465138" algn="just">
              <a:lnSpc>
                <a:spcPct val="150000"/>
              </a:lnSpc>
              <a:spcBef>
                <a:spcPts val="0"/>
              </a:spcBef>
              <a:buFont typeface="Courier New" pitchFamily="49" charset="0"/>
              <a:buChar char="o"/>
            </a:pPr>
            <a:r>
              <a:rPr lang="en-US" sz="2400" dirty="0">
                <a:latin typeface="Calibri" pitchFamily="34" charset="0"/>
                <a:cs typeface="Calibri" pitchFamily="34" charset="0"/>
              </a:rPr>
              <a:t>A measure of the standard, or average, distance from the mean </a:t>
            </a:r>
          </a:p>
          <a:p>
            <a:pPr marL="1087438" lvl="1" indent="-465138" algn="just">
              <a:lnSpc>
                <a:spcPct val="150000"/>
              </a:lnSpc>
              <a:spcBef>
                <a:spcPts val="0"/>
              </a:spcBef>
              <a:buFont typeface="Courier New" pitchFamily="49" charset="0"/>
              <a:buChar char="o"/>
            </a:pPr>
            <a:r>
              <a:rPr lang="en-US" sz="2400" dirty="0">
                <a:latin typeface="Calibri" pitchFamily="34" charset="0"/>
                <a:cs typeface="Calibri" pitchFamily="34" charset="0"/>
              </a:rPr>
              <a:t>Describes whether the scores are clustered closely around the mean or are widely scattered</a:t>
            </a:r>
          </a:p>
          <a:p>
            <a:pPr algn="just">
              <a:lnSpc>
                <a:spcPct val="150000"/>
              </a:lnSpc>
              <a:spcBef>
                <a:spcPts val="0"/>
              </a:spcBef>
              <a:buFont typeface="Wingdings" panose="05000000000000000000" pitchFamily="2" charset="2"/>
              <a:buChar char="Ø"/>
            </a:pPr>
            <a:r>
              <a:rPr lang="en-US" sz="2400" dirty="0">
                <a:latin typeface="Calibri" pitchFamily="34" charset="0"/>
                <a:cs typeface="Calibri" pitchFamily="34" charset="0"/>
              </a:rPr>
              <a:t>Calculation differs for population and samples </a:t>
            </a:r>
          </a:p>
          <a:p>
            <a:pPr algn="just">
              <a:lnSpc>
                <a:spcPct val="150000"/>
              </a:lnSpc>
              <a:spcBef>
                <a:spcPts val="0"/>
              </a:spcBef>
              <a:buFont typeface="Wingdings" panose="05000000000000000000" pitchFamily="2" charset="2"/>
              <a:buChar char="Ø"/>
            </a:pPr>
            <a:r>
              <a:rPr lang="en-US" sz="2400" dirty="0">
                <a:latin typeface="Calibri" pitchFamily="34" charset="0"/>
                <a:cs typeface="Calibri" pitchFamily="34" charset="0"/>
              </a:rPr>
              <a:t>Variance is a necessary </a:t>
            </a:r>
            <a:r>
              <a:rPr lang="en-US" sz="2400" i="1" dirty="0">
                <a:solidFill>
                  <a:schemeClr val="tx2">
                    <a:lumMod val="75000"/>
                  </a:schemeClr>
                </a:solidFill>
                <a:latin typeface="Calibri" pitchFamily="34" charset="0"/>
                <a:cs typeface="Calibri" pitchFamily="34" charset="0"/>
              </a:rPr>
              <a:t>companion concept </a:t>
            </a:r>
            <a:r>
              <a:rPr lang="en-US" sz="2400" dirty="0">
                <a:latin typeface="Calibri" pitchFamily="34" charset="0"/>
                <a:cs typeface="Calibri" pitchFamily="34" charset="0"/>
              </a:rPr>
              <a:t>to standard deviation but </a:t>
            </a:r>
            <a:r>
              <a:rPr lang="en-US" sz="2400" i="1" dirty="0">
                <a:solidFill>
                  <a:schemeClr val="tx2">
                    <a:lumMod val="75000"/>
                  </a:schemeClr>
                </a:solidFill>
                <a:latin typeface="Calibri" pitchFamily="34" charset="0"/>
                <a:cs typeface="Calibri" pitchFamily="34" charset="0"/>
              </a:rPr>
              <a:t>not the same </a:t>
            </a:r>
            <a:r>
              <a:rPr lang="en-US" sz="2400" dirty="0">
                <a:latin typeface="Calibri" pitchFamily="34" charset="0"/>
                <a:cs typeface="Calibri" pitchFamily="34" charset="0"/>
              </a:rPr>
              <a:t>concept</a:t>
            </a:r>
          </a:p>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CAF41BB-1CEF-46F5-F254-0CF43709DE80}"/>
                  </a:ext>
                </a:extLst>
              </p14:cNvPr>
              <p14:cNvContentPartPr/>
              <p14:nvPr/>
            </p14:nvContentPartPr>
            <p14:xfrm>
              <a:off x="6598915" y="1569070"/>
              <a:ext cx="4595400" cy="154080"/>
            </p14:xfrm>
          </p:contentPart>
        </mc:Choice>
        <mc:Fallback>
          <p:pic>
            <p:nvPicPr>
              <p:cNvPr id="4" name="Ink 3">
                <a:extLst>
                  <a:ext uri="{FF2B5EF4-FFF2-40B4-BE49-F238E27FC236}">
                    <a16:creationId xmlns:a16="http://schemas.microsoft.com/office/drawing/2014/main" id="{FCAF41BB-1CEF-46F5-F254-0CF43709DE80}"/>
                  </a:ext>
                </a:extLst>
              </p:cNvPr>
              <p:cNvPicPr/>
              <p:nvPr/>
            </p:nvPicPr>
            <p:blipFill>
              <a:blip r:embed="rId3"/>
              <a:stretch>
                <a:fillRect/>
              </a:stretch>
            </p:blipFill>
            <p:spPr>
              <a:xfrm>
                <a:off x="6592795" y="1562950"/>
                <a:ext cx="46076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D2B96BC-B29F-09F8-0366-6A85DB8561D2}"/>
                  </a:ext>
                </a:extLst>
              </p14:cNvPr>
              <p14:cNvContentPartPr/>
              <p14:nvPr/>
            </p14:nvContentPartPr>
            <p14:xfrm>
              <a:off x="1117915" y="2111230"/>
              <a:ext cx="1381320" cy="145800"/>
            </p14:xfrm>
          </p:contentPart>
        </mc:Choice>
        <mc:Fallback>
          <p:pic>
            <p:nvPicPr>
              <p:cNvPr id="5" name="Ink 4">
                <a:extLst>
                  <a:ext uri="{FF2B5EF4-FFF2-40B4-BE49-F238E27FC236}">
                    <a16:creationId xmlns:a16="http://schemas.microsoft.com/office/drawing/2014/main" id="{1D2B96BC-B29F-09F8-0366-6A85DB8561D2}"/>
                  </a:ext>
                </a:extLst>
              </p:cNvPr>
              <p:cNvPicPr/>
              <p:nvPr/>
            </p:nvPicPr>
            <p:blipFill>
              <a:blip r:embed="rId5"/>
              <a:stretch>
                <a:fillRect/>
              </a:stretch>
            </p:blipFill>
            <p:spPr>
              <a:xfrm>
                <a:off x="1111795" y="2105110"/>
                <a:ext cx="13935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EFB51381-45D4-7AE3-E9CF-C2F2F9FA75D0}"/>
                  </a:ext>
                </a:extLst>
              </p14:cNvPr>
              <p14:cNvContentPartPr/>
              <p14:nvPr/>
            </p14:nvContentPartPr>
            <p14:xfrm>
              <a:off x="5545195" y="2718190"/>
              <a:ext cx="4620240" cy="106560"/>
            </p14:xfrm>
          </p:contentPart>
        </mc:Choice>
        <mc:Fallback>
          <p:pic>
            <p:nvPicPr>
              <p:cNvPr id="6" name="Ink 5">
                <a:extLst>
                  <a:ext uri="{FF2B5EF4-FFF2-40B4-BE49-F238E27FC236}">
                    <a16:creationId xmlns:a16="http://schemas.microsoft.com/office/drawing/2014/main" id="{EFB51381-45D4-7AE3-E9CF-C2F2F9FA75D0}"/>
                  </a:ext>
                </a:extLst>
              </p:cNvPr>
              <p:cNvPicPr/>
              <p:nvPr/>
            </p:nvPicPr>
            <p:blipFill>
              <a:blip r:embed="rId7"/>
              <a:stretch>
                <a:fillRect/>
              </a:stretch>
            </p:blipFill>
            <p:spPr>
              <a:xfrm>
                <a:off x="5539075" y="2712070"/>
                <a:ext cx="46324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8481FD25-49FE-C1A0-F686-B82E93CE95EB}"/>
                  </a:ext>
                </a:extLst>
              </p14:cNvPr>
              <p14:cNvContentPartPr/>
              <p14:nvPr/>
            </p14:nvContentPartPr>
            <p14:xfrm>
              <a:off x="5737435" y="3156310"/>
              <a:ext cx="5586840" cy="144720"/>
            </p14:xfrm>
          </p:contentPart>
        </mc:Choice>
        <mc:Fallback>
          <p:pic>
            <p:nvPicPr>
              <p:cNvPr id="7" name="Ink 6">
                <a:extLst>
                  <a:ext uri="{FF2B5EF4-FFF2-40B4-BE49-F238E27FC236}">
                    <a16:creationId xmlns:a16="http://schemas.microsoft.com/office/drawing/2014/main" id="{8481FD25-49FE-C1A0-F686-B82E93CE95EB}"/>
                  </a:ext>
                </a:extLst>
              </p:cNvPr>
              <p:cNvPicPr/>
              <p:nvPr/>
            </p:nvPicPr>
            <p:blipFill>
              <a:blip r:embed="rId9"/>
              <a:stretch>
                <a:fillRect/>
              </a:stretch>
            </p:blipFill>
            <p:spPr>
              <a:xfrm>
                <a:off x="5731315" y="3150190"/>
                <a:ext cx="559908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A9D3294B-26E2-0B06-3146-A40348C2501F}"/>
                  </a:ext>
                </a:extLst>
              </p14:cNvPr>
              <p14:cNvContentPartPr/>
              <p14:nvPr/>
            </p14:nvContentPartPr>
            <p14:xfrm>
              <a:off x="1986235" y="3625750"/>
              <a:ext cx="2877120" cy="316080"/>
            </p14:xfrm>
          </p:contentPart>
        </mc:Choice>
        <mc:Fallback>
          <p:pic>
            <p:nvPicPr>
              <p:cNvPr id="9" name="Ink 8">
                <a:extLst>
                  <a:ext uri="{FF2B5EF4-FFF2-40B4-BE49-F238E27FC236}">
                    <a16:creationId xmlns:a16="http://schemas.microsoft.com/office/drawing/2014/main" id="{A9D3294B-26E2-0B06-3146-A40348C2501F}"/>
                  </a:ext>
                </a:extLst>
              </p:cNvPr>
              <p:cNvPicPr/>
              <p:nvPr/>
            </p:nvPicPr>
            <p:blipFill>
              <a:blip r:embed="rId11"/>
              <a:stretch>
                <a:fillRect/>
              </a:stretch>
            </p:blipFill>
            <p:spPr>
              <a:xfrm>
                <a:off x="1980115" y="3619630"/>
                <a:ext cx="288936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48009B65-D00D-58A3-50CA-6C92FB87EDB3}"/>
                  </a:ext>
                </a:extLst>
              </p14:cNvPr>
              <p14:cNvContentPartPr/>
              <p14:nvPr/>
            </p14:nvContentPartPr>
            <p14:xfrm>
              <a:off x="4207795" y="4917430"/>
              <a:ext cx="2477520" cy="720"/>
            </p14:xfrm>
          </p:contentPart>
        </mc:Choice>
        <mc:Fallback>
          <p:pic>
            <p:nvPicPr>
              <p:cNvPr id="11" name="Ink 10">
                <a:extLst>
                  <a:ext uri="{FF2B5EF4-FFF2-40B4-BE49-F238E27FC236}">
                    <a16:creationId xmlns:a16="http://schemas.microsoft.com/office/drawing/2014/main" id="{48009B65-D00D-58A3-50CA-6C92FB87EDB3}"/>
                  </a:ext>
                </a:extLst>
              </p:cNvPr>
              <p:cNvPicPr/>
              <p:nvPr/>
            </p:nvPicPr>
            <p:blipFill>
              <a:blip r:embed="rId13"/>
              <a:stretch>
                <a:fillRect/>
              </a:stretch>
            </p:blipFill>
            <p:spPr>
              <a:xfrm>
                <a:off x="4201675" y="4905190"/>
                <a:ext cx="2489760" cy="25200"/>
              </a:xfrm>
              <a:prstGeom prst="rect">
                <a:avLst/>
              </a:prstGeom>
            </p:spPr>
          </p:pic>
        </mc:Fallback>
      </mc:AlternateContent>
    </p:spTree>
    <p:extLst>
      <p:ext uri="{BB962C8B-B14F-4D97-AF65-F5344CB8AC3E}">
        <p14:creationId xmlns:p14="http://schemas.microsoft.com/office/powerpoint/2010/main" val="72413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The Standard Deviation</a:t>
            </a:r>
          </a:p>
        </p:txBody>
      </p:sp>
      <p:pic>
        <p:nvPicPr>
          <p:cNvPr id="542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304925"/>
            <a:ext cx="868680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1" y="1524001"/>
            <a:ext cx="2819400" cy="380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ular Callout 5"/>
          <p:cNvSpPr/>
          <p:nvPr/>
        </p:nvSpPr>
        <p:spPr>
          <a:xfrm>
            <a:off x="2819401" y="1524001"/>
            <a:ext cx="2819400" cy="380999"/>
          </a:xfrm>
          <a:prstGeom prst="wedgeRectCallout">
            <a:avLst>
              <a:gd name="adj1" fmla="val 1729"/>
              <a:gd name="adj2" fmla="val 187718"/>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71700" y="5553076"/>
            <a:ext cx="7848600" cy="830997"/>
          </a:xfrm>
          <a:prstGeom prst="rect">
            <a:avLst/>
          </a:prstGeom>
          <a:noFill/>
          <a:ln>
            <a:solidFill>
              <a:schemeClr val="accent5">
                <a:lumMod val="75000"/>
              </a:schemeClr>
            </a:solidFill>
          </a:ln>
        </p:spPr>
        <p:txBody>
          <a:bodyPr wrap="square" rtlCol="0">
            <a:spAutoFit/>
          </a:bodyPr>
          <a:lstStyle/>
          <a:p>
            <a:pPr marL="1258888" indent="-1258888"/>
            <a:r>
              <a:rPr lang="en-US" sz="2400" dirty="0">
                <a:latin typeface="Calibri" pitchFamily="34" charset="0"/>
                <a:cs typeface="Calibri" pitchFamily="34" charset="0"/>
              </a:rPr>
              <a:t>Exercise : Find out the deviations of all the data points with the mean….and then find the ‘mean deviation’.</a:t>
            </a:r>
          </a:p>
        </p:txBody>
      </p:sp>
    </p:spTree>
    <p:extLst>
      <p:ext uri="{BB962C8B-B14F-4D97-AF65-F5344CB8AC3E}">
        <p14:creationId xmlns:p14="http://schemas.microsoft.com/office/powerpoint/2010/main" val="2089634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Standard Deviation</a:t>
            </a:r>
            <a:endParaRPr lang="en-IN" dirty="0"/>
          </a:p>
        </p:txBody>
      </p:sp>
      <p:sp>
        <p:nvSpPr>
          <p:cNvPr id="4" name="Text Placeholder 2"/>
          <p:cNvSpPr>
            <a:spLocks noGrp="1"/>
          </p:cNvSpPr>
          <p:nvPr>
            <p:ph type="body"/>
          </p:nvPr>
        </p:nvSpPr>
        <p:spPr>
          <a:xfrm>
            <a:off x="1447800" y="2133600"/>
            <a:ext cx="8915400" cy="1676400"/>
          </a:xfrm>
        </p:spPr>
        <p:txBody>
          <a:bodyPr vert="horz" lIns="0" tIns="0" rIns="0" bIns="0" rtlCol="0" anchor="t" anchorCtr="0">
            <a:noAutofit/>
          </a:bodyPr>
          <a:lstStyle/>
          <a:p>
            <a:pPr marL="342900" indent="-342900">
              <a:buFont typeface="Wingdings" panose="05000000000000000000" pitchFamily="2" charset="2"/>
              <a:buChar char="Ø"/>
            </a:pPr>
            <a:r>
              <a:rPr lang="en-US" sz="2400" b="0" dirty="0">
                <a:solidFill>
                  <a:schemeClr val="tx1"/>
                </a:solidFill>
                <a:latin typeface="Calibri" pitchFamily="34" charset="0"/>
                <a:cs typeface="Calibri" pitchFamily="34" charset="0"/>
              </a:rPr>
              <a:t>Sum of mean deviations is always ‘zero’ !</a:t>
            </a:r>
          </a:p>
          <a:p>
            <a:r>
              <a:rPr lang="en-US" sz="2400" b="0" dirty="0">
                <a:solidFill>
                  <a:schemeClr val="tx1"/>
                </a:solidFill>
                <a:latin typeface="Calibri" pitchFamily="34" charset="0"/>
                <a:cs typeface="Calibri" pitchFamily="34" charset="0"/>
              </a:rPr>
              <a:t>     (because Mean is a balance point)</a:t>
            </a:r>
          </a:p>
          <a:p>
            <a:endParaRPr lang="en-US" sz="2400" b="0" dirty="0">
              <a:solidFill>
                <a:schemeClr val="tx1"/>
              </a:solidFill>
              <a:latin typeface="Calibri" pitchFamily="34" charset="0"/>
              <a:cs typeface="Calibri" pitchFamily="34" charset="0"/>
            </a:endParaRPr>
          </a:p>
          <a:p>
            <a:pPr marL="342900" indent="-342900">
              <a:buFont typeface="Wingdings" panose="05000000000000000000" pitchFamily="2" charset="2"/>
              <a:buChar char="Ø"/>
            </a:pPr>
            <a:r>
              <a:rPr lang="en-US" sz="2400" b="0" dirty="0">
                <a:solidFill>
                  <a:schemeClr val="tx1"/>
                </a:solidFill>
                <a:latin typeface="Calibri" pitchFamily="34" charset="0"/>
                <a:cs typeface="Calibri" pitchFamily="34" charset="0"/>
              </a:rPr>
              <a:t>Then, how do you find ‘Standard Deviation’ ?</a:t>
            </a:r>
          </a:p>
        </p:txBody>
      </p:sp>
      <p:pic>
        <p:nvPicPr>
          <p:cNvPr id="5" name="Picture 2" descr="Image result for ques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4600" y="3671560"/>
            <a:ext cx="2743200" cy="270401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096000" y="4717774"/>
            <a:ext cx="3657600" cy="523220"/>
          </a:xfrm>
          <a:prstGeom prst="rect">
            <a:avLst/>
          </a:prstGeom>
          <a:noFill/>
        </p:spPr>
        <p:txBody>
          <a:bodyPr wrap="square" rtlCol="0">
            <a:spAutoFit/>
          </a:bodyPr>
          <a:lstStyle/>
          <a:p>
            <a:r>
              <a:rPr lang="en-US" sz="2800" b="1" dirty="0">
                <a:solidFill>
                  <a:schemeClr val="accent6">
                    <a:lumMod val="75000"/>
                  </a:schemeClr>
                </a:solidFill>
                <a:latin typeface="Calibri" pitchFamily="34" charset="0"/>
                <a:cs typeface="Calibri" pitchFamily="34" charset="0"/>
              </a:rPr>
              <a:t>Need a new strategy </a:t>
            </a:r>
          </a:p>
        </p:txBody>
      </p:sp>
      <p:grpSp>
        <p:nvGrpSpPr>
          <p:cNvPr id="8" name="Group 7">
            <a:extLst>
              <a:ext uri="{FF2B5EF4-FFF2-40B4-BE49-F238E27FC236}">
                <a16:creationId xmlns:a16="http://schemas.microsoft.com/office/drawing/2014/main" id="{2CDBEA4A-CA1E-6927-127F-B11D98BAFCD5}"/>
              </a:ext>
            </a:extLst>
          </p:cNvPr>
          <p:cNvGrpSpPr/>
          <p:nvPr/>
        </p:nvGrpSpPr>
        <p:grpSpPr>
          <a:xfrm>
            <a:off x="2195395" y="2593630"/>
            <a:ext cx="4096800" cy="299160"/>
            <a:chOff x="2195395" y="2593630"/>
            <a:chExt cx="4096800" cy="29916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A93893B-3750-09B3-FF02-ADFE2CD0A9F0}"/>
                    </a:ext>
                  </a:extLst>
                </p14:cNvPr>
                <p14:cNvContentPartPr/>
                <p14:nvPr/>
              </p14:nvContentPartPr>
              <p14:xfrm>
                <a:off x="2195395" y="2789110"/>
                <a:ext cx="1100880" cy="103680"/>
              </p14:xfrm>
            </p:contentPart>
          </mc:Choice>
          <mc:Fallback>
            <p:pic>
              <p:nvPicPr>
                <p:cNvPr id="3" name="Ink 2">
                  <a:extLst>
                    <a:ext uri="{FF2B5EF4-FFF2-40B4-BE49-F238E27FC236}">
                      <a16:creationId xmlns:a16="http://schemas.microsoft.com/office/drawing/2014/main" id="{AA93893B-3750-09B3-FF02-ADFE2CD0A9F0}"/>
                    </a:ext>
                  </a:extLst>
                </p:cNvPr>
                <p:cNvPicPr/>
                <p:nvPr/>
              </p:nvPicPr>
              <p:blipFill>
                <a:blip r:embed="rId4"/>
                <a:stretch>
                  <a:fillRect/>
                </a:stretch>
              </p:blipFill>
              <p:spPr>
                <a:xfrm>
                  <a:off x="2189275" y="2782990"/>
                  <a:ext cx="111312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9A0E7745-D593-8BE7-FB12-BBB02149C000}"/>
                    </a:ext>
                  </a:extLst>
                </p14:cNvPr>
                <p14:cNvContentPartPr/>
                <p14:nvPr/>
              </p14:nvContentPartPr>
              <p14:xfrm>
                <a:off x="2924035" y="2593630"/>
                <a:ext cx="3368160" cy="195840"/>
              </p14:xfrm>
            </p:contentPart>
          </mc:Choice>
          <mc:Fallback>
            <p:pic>
              <p:nvPicPr>
                <p:cNvPr id="7" name="Ink 6">
                  <a:extLst>
                    <a:ext uri="{FF2B5EF4-FFF2-40B4-BE49-F238E27FC236}">
                      <a16:creationId xmlns:a16="http://schemas.microsoft.com/office/drawing/2014/main" id="{9A0E7745-D593-8BE7-FB12-BBB02149C000}"/>
                    </a:ext>
                  </a:extLst>
                </p:cNvPr>
                <p:cNvPicPr/>
                <p:nvPr/>
              </p:nvPicPr>
              <p:blipFill>
                <a:blip r:embed="rId6"/>
                <a:stretch>
                  <a:fillRect/>
                </a:stretch>
              </p:blipFill>
              <p:spPr>
                <a:xfrm>
                  <a:off x="2917915" y="2587510"/>
                  <a:ext cx="3380400" cy="208080"/>
                </a:xfrm>
                <a:prstGeom prst="rect">
                  <a:avLst/>
                </a:prstGeom>
              </p:spPr>
            </p:pic>
          </mc:Fallback>
        </mc:AlternateContent>
      </p:grpSp>
    </p:spTree>
    <p:extLst>
      <p:ext uri="{BB962C8B-B14F-4D97-AF65-F5344CB8AC3E}">
        <p14:creationId xmlns:p14="http://schemas.microsoft.com/office/powerpoint/2010/main" val="769507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Standard Deviation</a:t>
            </a:r>
            <a:endParaRPr lang="en-IN" dirty="0"/>
          </a:p>
        </p:txBody>
      </p:sp>
      <p:sp>
        <p:nvSpPr>
          <p:cNvPr id="3" name="Text Placeholder 2"/>
          <p:cNvSpPr>
            <a:spLocks noGrp="1"/>
          </p:cNvSpPr>
          <p:nvPr>
            <p:ph type="body" sz="quarter" idx="13"/>
          </p:nvPr>
        </p:nvSpPr>
        <p:spPr>
          <a:xfrm>
            <a:off x="857739" y="1066801"/>
            <a:ext cx="10160000" cy="1752600"/>
          </a:xfrm>
        </p:spPr>
        <p:txBody>
          <a:bodyPr/>
          <a:lstStyle/>
          <a:p>
            <a:pPr>
              <a:buFont typeface="Wingdings" panose="05000000000000000000" pitchFamily="2" charset="2"/>
              <a:buChar char="Ø"/>
            </a:pPr>
            <a:r>
              <a:rPr lang="en-US" sz="2400" dirty="0">
                <a:latin typeface="Calibri" pitchFamily="34" charset="0"/>
                <a:cs typeface="Calibri" pitchFamily="34" charset="0"/>
              </a:rPr>
              <a:t>New Strategy :</a:t>
            </a:r>
          </a:p>
          <a:p>
            <a:pPr marL="801687" lvl="1" indent="-457200">
              <a:buFont typeface="+mj-lt"/>
              <a:buAutoNum type="alphaLcParenR"/>
            </a:pPr>
            <a:r>
              <a:rPr lang="en-US" sz="2400" dirty="0">
                <a:latin typeface="Calibri" pitchFamily="34" charset="0"/>
                <a:cs typeface="Calibri" pitchFamily="34" charset="0"/>
              </a:rPr>
              <a:t>First square each deviation score </a:t>
            </a:r>
          </a:p>
          <a:p>
            <a:pPr marL="801687" lvl="1" indent="-457200">
              <a:buFont typeface="+mj-lt"/>
              <a:buAutoNum type="alphaLcParenR"/>
            </a:pPr>
            <a:r>
              <a:rPr lang="en-US" sz="2400" dirty="0">
                <a:latin typeface="Calibri" pitchFamily="34" charset="0"/>
                <a:cs typeface="Calibri" pitchFamily="34" charset="0"/>
              </a:rPr>
              <a:t>Then sum the Squared Deviations (SS)</a:t>
            </a:r>
          </a:p>
          <a:p>
            <a:pPr marL="801687" lvl="1" indent="-457200">
              <a:buFont typeface="+mj-lt"/>
              <a:buAutoNum type="alphaLcParenR"/>
            </a:pPr>
            <a:r>
              <a:rPr lang="en-US" sz="2400" dirty="0">
                <a:latin typeface="Calibri" pitchFamily="34" charset="0"/>
                <a:cs typeface="Calibri" pitchFamily="34" charset="0"/>
              </a:rPr>
              <a:t>Average the squared deviations </a:t>
            </a:r>
          </a:p>
          <a:p>
            <a:endParaRPr lang="en-IN" dirty="0"/>
          </a:p>
        </p:txBody>
      </p:sp>
      <p:sp>
        <p:nvSpPr>
          <p:cNvPr id="5" name="Rectangle 4"/>
          <p:cNvSpPr/>
          <p:nvPr/>
        </p:nvSpPr>
        <p:spPr>
          <a:xfrm>
            <a:off x="1295400" y="2979003"/>
            <a:ext cx="7172325" cy="830997"/>
          </a:xfrm>
          <a:prstGeom prst="rect">
            <a:avLst/>
          </a:prstGeom>
          <a:solidFill>
            <a:schemeClr val="accent1">
              <a:lumMod val="40000"/>
              <a:lumOff val="60000"/>
            </a:schemeClr>
          </a:solidFill>
        </p:spPr>
        <p:txBody>
          <a:bodyPr wrap="square">
            <a:spAutoFit/>
          </a:bodyPr>
          <a:lstStyle/>
          <a:p>
            <a:pPr marL="687387" lvl="1" indent="-342900">
              <a:buFont typeface="Arial" pitchFamily="34" charset="0"/>
              <a:buChar char="•"/>
            </a:pPr>
            <a:r>
              <a:rPr lang="en-US" sz="2400" dirty="0">
                <a:latin typeface="Calibri" pitchFamily="34" charset="0"/>
                <a:cs typeface="Calibri" pitchFamily="34" charset="0"/>
              </a:rPr>
              <a:t>Mean Squared Deviation is known as </a:t>
            </a:r>
            <a:r>
              <a:rPr lang="en-US" sz="2400" b="1" dirty="0">
                <a:latin typeface="Calibri" pitchFamily="34" charset="0"/>
                <a:cs typeface="Calibri" pitchFamily="34" charset="0"/>
              </a:rPr>
              <a:t>“Variance” </a:t>
            </a:r>
          </a:p>
          <a:p>
            <a:pPr marL="687387" lvl="1" indent="-342900">
              <a:buFont typeface="Arial" pitchFamily="34" charset="0"/>
              <a:buChar char="•"/>
            </a:pPr>
            <a:r>
              <a:rPr lang="en-US" sz="2400" dirty="0">
                <a:latin typeface="Calibri" pitchFamily="34" charset="0"/>
                <a:cs typeface="Calibri" pitchFamily="34" charset="0"/>
              </a:rPr>
              <a:t>Variability is now measured in squared units</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419600"/>
            <a:ext cx="7172325" cy="723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3972CB8-C3DE-5E39-AC58-9CCCA42B8B59}"/>
                  </a:ext>
                </a:extLst>
              </p14:cNvPr>
              <p14:cNvContentPartPr/>
              <p14:nvPr/>
            </p14:nvContentPartPr>
            <p14:xfrm>
              <a:off x="1823155" y="1797670"/>
              <a:ext cx="4103640" cy="162720"/>
            </p14:xfrm>
          </p:contentPart>
        </mc:Choice>
        <mc:Fallback>
          <p:pic>
            <p:nvPicPr>
              <p:cNvPr id="4" name="Ink 3">
                <a:extLst>
                  <a:ext uri="{FF2B5EF4-FFF2-40B4-BE49-F238E27FC236}">
                    <a16:creationId xmlns:a16="http://schemas.microsoft.com/office/drawing/2014/main" id="{E3972CB8-C3DE-5E39-AC58-9CCCA42B8B59}"/>
                  </a:ext>
                </a:extLst>
              </p:cNvPr>
              <p:cNvPicPr/>
              <p:nvPr/>
            </p:nvPicPr>
            <p:blipFill>
              <a:blip r:embed="rId4"/>
              <a:stretch>
                <a:fillRect/>
              </a:stretch>
            </p:blipFill>
            <p:spPr>
              <a:xfrm>
                <a:off x="1817035" y="1791550"/>
                <a:ext cx="41158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7AA7D1E6-B3BF-CB94-E35F-2D31EDD825DB}"/>
                  </a:ext>
                </a:extLst>
              </p14:cNvPr>
              <p14:cNvContentPartPr/>
              <p14:nvPr/>
            </p14:nvContentPartPr>
            <p14:xfrm>
              <a:off x="3443875" y="2176390"/>
              <a:ext cx="3186720" cy="225000"/>
            </p14:xfrm>
          </p:contentPart>
        </mc:Choice>
        <mc:Fallback>
          <p:pic>
            <p:nvPicPr>
              <p:cNvPr id="7" name="Ink 6">
                <a:extLst>
                  <a:ext uri="{FF2B5EF4-FFF2-40B4-BE49-F238E27FC236}">
                    <a16:creationId xmlns:a16="http://schemas.microsoft.com/office/drawing/2014/main" id="{7AA7D1E6-B3BF-CB94-E35F-2D31EDD825DB}"/>
                  </a:ext>
                </a:extLst>
              </p:cNvPr>
              <p:cNvPicPr/>
              <p:nvPr/>
            </p:nvPicPr>
            <p:blipFill>
              <a:blip r:embed="rId6"/>
              <a:stretch>
                <a:fillRect/>
              </a:stretch>
            </p:blipFill>
            <p:spPr>
              <a:xfrm>
                <a:off x="3437755" y="2170270"/>
                <a:ext cx="319896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CDA13059-6D41-0E1C-983C-402C7893BAD7}"/>
                  </a:ext>
                </a:extLst>
              </p14:cNvPr>
              <p14:cNvContentPartPr/>
              <p14:nvPr/>
            </p14:nvContentPartPr>
            <p14:xfrm>
              <a:off x="3279355" y="2758150"/>
              <a:ext cx="2414520" cy="720"/>
            </p14:xfrm>
          </p:contentPart>
        </mc:Choice>
        <mc:Fallback>
          <p:pic>
            <p:nvPicPr>
              <p:cNvPr id="9" name="Ink 8">
                <a:extLst>
                  <a:ext uri="{FF2B5EF4-FFF2-40B4-BE49-F238E27FC236}">
                    <a16:creationId xmlns:a16="http://schemas.microsoft.com/office/drawing/2014/main" id="{CDA13059-6D41-0E1C-983C-402C7893BAD7}"/>
                  </a:ext>
                </a:extLst>
              </p:cNvPr>
              <p:cNvPicPr/>
              <p:nvPr/>
            </p:nvPicPr>
            <p:blipFill>
              <a:blip r:embed="rId8"/>
              <a:stretch>
                <a:fillRect/>
              </a:stretch>
            </p:blipFill>
            <p:spPr>
              <a:xfrm>
                <a:off x="3273235" y="2745910"/>
                <a:ext cx="2426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0CF25971-B284-01D2-4573-2C19F973AF86}"/>
                  </a:ext>
                </a:extLst>
              </p14:cNvPr>
              <p14:cNvContentPartPr/>
              <p14:nvPr/>
            </p14:nvContentPartPr>
            <p14:xfrm>
              <a:off x="1900915" y="2968390"/>
              <a:ext cx="3341520" cy="513000"/>
            </p14:xfrm>
          </p:contentPart>
        </mc:Choice>
        <mc:Fallback>
          <p:pic>
            <p:nvPicPr>
              <p:cNvPr id="10" name="Ink 9">
                <a:extLst>
                  <a:ext uri="{FF2B5EF4-FFF2-40B4-BE49-F238E27FC236}">
                    <a16:creationId xmlns:a16="http://schemas.microsoft.com/office/drawing/2014/main" id="{0CF25971-B284-01D2-4573-2C19F973AF86}"/>
                  </a:ext>
                </a:extLst>
              </p:cNvPr>
              <p:cNvPicPr/>
              <p:nvPr/>
            </p:nvPicPr>
            <p:blipFill>
              <a:blip r:embed="rId10"/>
              <a:stretch>
                <a:fillRect/>
              </a:stretch>
            </p:blipFill>
            <p:spPr>
              <a:xfrm>
                <a:off x="1894795" y="2962270"/>
                <a:ext cx="3353760" cy="525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3C2E9F4E-04DD-BB65-1825-F53B20BC5AAC}"/>
                  </a:ext>
                </a:extLst>
              </p14:cNvPr>
              <p14:cNvContentPartPr/>
              <p14:nvPr/>
            </p14:nvContentPartPr>
            <p14:xfrm>
              <a:off x="6141355" y="5234230"/>
              <a:ext cx="2485440" cy="720"/>
            </p14:xfrm>
          </p:contentPart>
        </mc:Choice>
        <mc:Fallback>
          <p:pic>
            <p:nvPicPr>
              <p:cNvPr id="12" name="Ink 11">
                <a:extLst>
                  <a:ext uri="{FF2B5EF4-FFF2-40B4-BE49-F238E27FC236}">
                    <a16:creationId xmlns:a16="http://schemas.microsoft.com/office/drawing/2014/main" id="{3C2E9F4E-04DD-BB65-1825-F53B20BC5AAC}"/>
                  </a:ext>
                </a:extLst>
              </p:cNvPr>
              <p:cNvPicPr/>
              <p:nvPr/>
            </p:nvPicPr>
            <p:blipFill>
              <a:blip r:embed="rId12"/>
              <a:stretch>
                <a:fillRect/>
              </a:stretch>
            </p:blipFill>
            <p:spPr>
              <a:xfrm>
                <a:off x="6135235" y="5221990"/>
                <a:ext cx="2497680" cy="25200"/>
              </a:xfrm>
              <a:prstGeom prst="rect">
                <a:avLst/>
              </a:prstGeom>
            </p:spPr>
          </p:pic>
        </mc:Fallback>
      </mc:AlternateContent>
    </p:spTree>
    <p:extLst>
      <p:ext uri="{BB962C8B-B14F-4D97-AF65-F5344CB8AC3E}">
        <p14:creationId xmlns:p14="http://schemas.microsoft.com/office/powerpoint/2010/main" val="3226401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Variance</a:t>
            </a:r>
            <a:endParaRPr lang="en-IN" dirty="0"/>
          </a:p>
        </p:txBody>
      </p:sp>
      <p:sp>
        <p:nvSpPr>
          <p:cNvPr id="5" name="Text Placeholder 2"/>
          <p:cNvSpPr>
            <a:spLocks noGrp="1"/>
          </p:cNvSpPr>
          <p:nvPr>
            <p:ph type="body"/>
          </p:nvPr>
        </p:nvSpPr>
        <p:spPr>
          <a:xfrm>
            <a:off x="1600201" y="1593574"/>
            <a:ext cx="8991600" cy="844826"/>
          </a:xfrm>
          <a:ln>
            <a:solidFill>
              <a:schemeClr val="accent5">
                <a:lumMod val="75000"/>
              </a:schemeClr>
            </a:solidFill>
          </a:ln>
        </p:spPr>
        <p:txBody>
          <a:bodyPr vert="horz" lIns="91440" tIns="91440" rIns="91440" bIns="91440" rtlCol="0" anchor="t" anchorCtr="0">
            <a:noAutofit/>
          </a:bodyPr>
          <a:lstStyle/>
          <a:p>
            <a:pPr algn="just"/>
            <a:r>
              <a:rPr lang="en-US" sz="2400" b="0" dirty="0">
                <a:solidFill>
                  <a:schemeClr val="tx1"/>
                </a:solidFill>
                <a:latin typeface="+mn-lt"/>
              </a:rPr>
              <a:t>Variance equals mean (average) squared deviation (distance) of the scores from the mean </a:t>
            </a:r>
            <a:endParaRPr lang="en-US" sz="2400" b="0" dirty="0">
              <a:solidFill>
                <a:schemeClr val="tx1"/>
              </a:solidFill>
              <a:latin typeface="+mn-lt"/>
              <a:cs typeface="Calibri" pitchFamily="34" charset="0"/>
            </a:endParaRPr>
          </a:p>
          <a:p>
            <a:pPr algn="just"/>
            <a:r>
              <a:rPr lang="en-US" sz="2400" b="0" dirty="0">
                <a:solidFill>
                  <a:schemeClr val="tx1"/>
                </a:solidFill>
                <a:latin typeface="+mn-lt"/>
                <a:cs typeface="Calibri" pitchFamily="34" charset="0"/>
              </a:rPr>
              <a:t>    </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599" y="3138657"/>
            <a:ext cx="8839201" cy="1457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1" y="4899991"/>
            <a:ext cx="3895725"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4038600" y="5183509"/>
            <a:ext cx="1066800" cy="461665"/>
          </a:xfrm>
          <a:prstGeom prst="rect">
            <a:avLst/>
          </a:prstGeom>
          <a:noFill/>
        </p:spPr>
        <p:txBody>
          <a:bodyPr wrap="square" rtlCol="0">
            <a:spAutoFit/>
          </a:bodyPr>
          <a:lstStyle/>
          <a:p>
            <a:r>
              <a:rPr lang="en-US" sz="2400" dirty="0"/>
              <a:t>where</a:t>
            </a:r>
          </a:p>
        </p:txBody>
      </p:sp>
      <p:grpSp>
        <p:nvGrpSpPr>
          <p:cNvPr id="12" name="Group 11">
            <a:extLst>
              <a:ext uri="{FF2B5EF4-FFF2-40B4-BE49-F238E27FC236}">
                <a16:creationId xmlns:a16="http://schemas.microsoft.com/office/drawing/2014/main" id="{0C2DA54A-0B0B-C963-E012-92E0999C549E}"/>
              </a:ext>
            </a:extLst>
          </p:cNvPr>
          <p:cNvGrpSpPr/>
          <p:nvPr/>
        </p:nvGrpSpPr>
        <p:grpSpPr>
          <a:xfrm>
            <a:off x="6022915" y="5010310"/>
            <a:ext cx="2732760" cy="1168560"/>
            <a:chOff x="6022915" y="5010310"/>
            <a:chExt cx="2732760" cy="116856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A6EC1CA-5C46-0879-1146-9DE823760EDD}"/>
                    </a:ext>
                  </a:extLst>
                </p14:cNvPr>
                <p14:cNvContentPartPr/>
                <p14:nvPr/>
              </p14:nvContentPartPr>
              <p14:xfrm>
                <a:off x="6022915" y="5010310"/>
                <a:ext cx="748080" cy="926280"/>
              </p14:xfrm>
            </p:contentPart>
          </mc:Choice>
          <mc:Fallback>
            <p:pic>
              <p:nvPicPr>
                <p:cNvPr id="3" name="Ink 2">
                  <a:extLst>
                    <a:ext uri="{FF2B5EF4-FFF2-40B4-BE49-F238E27FC236}">
                      <a16:creationId xmlns:a16="http://schemas.microsoft.com/office/drawing/2014/main" id="{3A6EC1CA-5C46-0879-1146-9DE823760EDD}"/>
                    </a:ext>
                  </a:extLst>
                </p:cNvPr>
                <p:cNvPicPr/>
                <p:nvPr/>
              </p:nvPicPr>
              <p:blipFill>
                <a:blip r:embed="rId5"/>
                <a:stretch>
                  <a:fillRect/>
                </a:stretch>
              </p:blipFill>
              <p:spPr>
                <a:xfrm>
                  <a:off x="6016795" y="5004190"/>
                  <a:ext cx="760320" cy="938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B29D5A87-DA3B-FA4E-9F37-D966FBC00CF3}"/>
                    </a:ext>
                  </a:extLst>
                </p14:cNvPr>
                <p14:cNvContentPartPr/>
                <p14:nvPr/>
              </p14:nvContentPartPr>
              <p14:xfrm>
                <a:off x="6549235" y="5872870"/>
                <a:ext cx="1069200" cy="140760"/>
              </p14:xfrm>
            </p:contentPart>
          </mc:Choice>
          <mc:Fallback>
            <p:pic>
              <p:nvPicPr>
                <p:cNvPr id="4" name="Ink 3">
                  <a:extLst>
                    <a:ext uri="{FF2B5EF4-FFF2-40B4-BE49-F238E27FC236}">
                      <a16:creationId xmlns:a16="http://schemas.microsoft.com/office/drawing/2014/main" id="{B29D5A87-DA3B-FA4E-9F37-D966FBC00CF3}"/>
                    </a:ext>
                  </a:extLst>
                </p:cNvPr>
                <p:cNvPicPr/>
                <p:nvPr/>
              </p:nvPicPr>
              <p:blipFill>
                <a:blip r:embed="rId7"/>
                <a:stretch>
                  <a:fillRect/>
                </a:stretch>
              </p:blipFill>
              <p:spPr>
                <a:xfrm>
                  <a:off x="6543115" y="5866750"/>
                  <a:ext cx="108144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3F5ECBCC-1032-41AD-E16E-FA512A9CC703}"/>
                    </a:ext>
                  </a:extLst>
                </p14:cNvPr>
                <p14:cNvContentPartPr/>
                <p14:nvPr/>
              </p14:nvContentPartPr>
              <p14:xfrm>
                <a:off x="7412875" y="5863870"/>
                <a:ext cx="278280" cy="315000"/>
              </p14:xfrm>
            </p:contentPart>
          </mc:Choice>
          <mc:Fallback>
            <p:pic>
              <p:nvPicPr>
                <p:cNvPr id="9" name="Ink 8">
                  <a:extLst>
                    <a:ext uri="{FF2B5EF4-FFF2-40B4-BE49-F238E27FC236}">
                      <a16:creationId xmlns:a16="http://schemas.microsoft.com/office/drawing/2014/main" id="{3F5ECBCC-1032-41AD-E16E-FA512A9CC703}"/>
                    </a:ext>
                  </a:extLst>
                </p:cNvPr>
                <p:cNvPicPr/>
                <p:nvPr/>
              </p:nvPicPr>
              <p:blipFill>
                <a:blip r:embed="rId9"/>
                <a:stretch>
                  <a:fillRect/>
                </a:stretch>
              </p:blipFill>
              <p:spPr>
                <a:xfrm>
                  <a:off x="7406755" y="5857750"/>
                  <a:ext cx="29052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F1BA6CF7-79ED-65FD-6F0F-5C9C795E2488}"/>
                    </a:ext>
                  </a:extLst>
                </p14:cNvPr>
                <p14:cNvContentPartPr/>
                <p14:nvPr/>
              </p14:nvContentPartPr>
              <p14:xfrm>
                <a:off x="7924075" y="5825710"/>
                <a:ext cx="191520" cy="303480"/>
              </p14:xfrm>
            </p:contentPart>
          </mc:Choice>
          <mc:Fallback>
            <p:pic>
              <p:nvPicPr>
                <p:cNvPr id="10" name="Ink 9">
                  <a:extLst>
                    <a:ext uri="{FF2B5EF4-FFF2-40B4-BE49-F238E27FC236}">
                      <a16:creationId xmlns:a16="http://schemas.microsoft.com/office/drawing/2014/main" id="{F1BA6CF7-79ED-65FD-6F0F-5C9C795E2488}"/>
                    </a:ext>
                  </a:extLst>
                </p:cNvPr>
                <p:cNvPicPr/>
                <p:nvPr/>
              </p:nvPicPr>
              <p:blipFill>
                <a:blip r:embed="rId11"/>
                <a:stretch>
                  <a:fillRect/>
                </a:stretch>
              </p:blipFill>
              <p:spPr>
                <a:xfrm>
                  <a:off x="7917955" y="5819590"/>
                  <a:ext cx="20376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157717C6-38BE-FC11-5B48-6D82EF04719E}"/>
                    </a:ext>
                  </a:extLst>
                </p14:cNvPr>
                <p14:cNvContentPartPr/>
                <p14:nvPr/>
              </p14:nvContentPartPr>
              <p14:xfrm>
                <a:off x="8180755" y="5939830"/>
                <a:ext cx="574920" cy="132480"/>
              </p14:xfrm>
            </p:contentPart>
          </mc:Choice>
          <mc:Fallback>
            <p:pic>
              <p:nvPicPr>
                <p:cNvPr id="11" name="Ink 10">
                  <a:extLst>
                    <a:ext uri="{FF2B5EF4-FFF2-40B4-BE49-F238E27FC236}">
                      <a16:creationId xmlns:a16="http://schemas.microsoft.com/office/drawing/2014/main" id="{157717C6-38BE-FC11-5B48-6D82EF04719E}"/>
                    </a:ext>
                  </a:extLst>
                </p:cNvPr>
                <p:cNvPicPr/>
                <p:nvPr/>
              </p:nvPicPr>
              <p:blipFill>
                <a:blip r:embed="rId13"/>
                <a:stretch>
                  <a:fillRect/>
                </a:stretch>
              </p:blipFill>
              <p:spPr>
                <a:xfrm>
                  <a:off x="8174635" y="5933710"/>
                  <a:ext cx="587160" cy="144720"/>
                </a:xfrm>
                <a:prstGeom prst="rect">
                  <a:avLst/>
                </a:prstGeom>
              </p:spPr>
            </p:pic>
          </mc:Fallback>
        </mc:AlternateContent>
      </p:grpSp>
      <p:grpSp>
        <p:nvGrpSpPr>
          <p:cNvPr id="25" name="Group 24">
            <a:extLst>
              <a:ext uri="{FF2B5EF4-FFF2-40B4-BE49-F238E27FC236}">
                <a16:creationId xmlns:a16="http://schemas.microsoft.com/office/drawing/2014/main" id="{4F2DD099-6AE4-C6EA-15DF-EC59AC91DFD5}"/>
              </a:ext>
            </a:extLst>
          </p:cNvPr>
          <p:cNvGrpSpPr/>
          <p:nvPr/>
        </p:nvGrpSpPr>
        <p:grpSpPr>
          <a:xfrm>
            <a:off x="653515" y="4725190"/>
            <a:ext cx="2333160" cy="865440"/>
            <a:chOff x="653515" y="4725190"/>
            <a:chExt cx="2333160" cy="865440"/>
          </a:xfrm>
        </p:grpSpPr>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E0F4212A-D0BB-C4A1-59BA-D408435B9C12}"/>
                    </a:ext>
                  </a:extLst>
                </p14:cNvPr>
                <p14:cNvContentPartPr/>
                <p14:nvPr/>
              </p14:nvContentPartPr>
              <p14:xfrm>
                <a:off x="653515" y="4794310"/>
                <a:ext cx="258840" cy="369360"/>
              </p14:xfrm>
            </p:contentPart>
          </mc:Choice>
          <mc:Fallback>
            <p:pic>
              <p:nvPicPr>
                <p:cNvPr id="13" name="Ink 12">
                  <a:extLst>
                    <a:ext uri="{FF2B5EF4-FFF2-40B4-BE49-F238E27FC236}">
                      <a16:creationId xmlns:a16="http://schemas.microsoft.com/office/drawing/2014/main" id="{E0F4212A-D0BB-C4A1-59BA-D408435B9C12}"/>
                    </a:ext>
                  </a:extLst>
                </p:cNvPr>
                <p:cNvPicPr/>
                <p:nvPr/>
              </p:nvPicPr>
              <p:blipFill>
                <a:blip r:embed="rId15"/>
                <a:stretch>
                  <a:fillRect/>
                </a:stretch>
              </p:blipFill>
              <p:spPr>
                <a:xfrm>
                  <a:off x="647395" y="4788190"/>
                  <a:ext cx="27108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30FCBEF6-564C-3161-6634-F143BBE37E53}"/>
                    </a:ext>
                  </a:extLst>
                </p14:cNvPr>
                <p14:cNvContentPartPr/>
                <p14:nvPr/>
              </p14:nvContentPartPr>
              <p14:xfrm>
                <a:off x="1143835" y="4961710"/>
                <a:ext cx="141120" cy="54360"/>
              </p14:xfrm>
            </p:contentPart>
          </mc:Choice>
          <mc:Fallback>
            <p:pic>
              <p:nvPicPr>
                <p:cNvPr id="14" name="Ink 13">
                  <a:extLst>
                    <a:ext uri="{FF2B5EF4-FFF2-40B4-BE49-F238E27FC236}">
                      <a16:creationId xmlns:a16="http://schemas.microsoft.com/office/drawing/2014/main" id="{30FCBEF6-564C-3161-6634-F143BBE37E53}"/>
                    </a:ext>
                  </a:extLst>
                </p:cNvPr>
                <p:cNvPicPr/>
                <p:nvPr/>
              </p:nvPicPr>
              <p:blipFill>
                <a:blip r:embed="rId17"/>
                <a:stretch>
                  <a:fillRect/>
                </a:stretch>
              </p:blipFill>
              <p:spPr>
                <a:xfrm>
                  <a:off x="1137715" y="4955590"/>
                  <a:ext cx="15336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A7886B22-F8A1-8CBF-7A3A-4D3DD79082F4}"/>
                    </a:ext>
                  </a:extLst>
                </p14:cNvPr>
                <p14:cNvContentPartPr/>
                <p14:nvPr/>
              </p14:nvContentPartPr>
              <p14:xfrm>
                <a:off x="1221235" y="5016070"/>
                <a:ext cx="162000" cy="97560"/>
              </p14:xfrm>
            </p:contentPart>
          </mc:Choice>
          <mc:Fallback>
            <p:pic>
              <p:nvPicPr>
                <p:cNvPr id="15" name="Ink 14">
                  <a:extLst>
                    <a:ext uri="{FF2B5EF4-FFF2-40B4-BE49-F238E27FC236}">
                      <a16:creationId xmlns:a16="http://schemas.microsoft.com/office/drawing/2014/main" id="{A7886B22-F8A1-8CBF-7A3A-4D3DD79082F4}"/>
                    </a:ext>
                  </a:extLst>
                </p:cNvPr>
                <p:cNvPicPr/>
                <p:nvPr/>
              </p:nvPicPr>
              <p:blipFill>
                <a:blip r:embed="rId19"/>
                <a:stretch>
                  <a:fillRect/>
                </a:stretch>
              </p:blipFill>
              <p:spPr>
                <a:xfrm>
                  <a:off x="1215115" y="5009950"/>
                  <a:ext cx="17424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89B34488-AC59-DA4B-CD4E-F6A34DA3EFAB}"/>
                    </a:ext>
                  </a:extLst>
                </p14:cNvPr>
                <p14:cNvContentPartPr/>
                <p14:nvPr/>
              </p14:nvContentPartPr>
              <p14:xfrm>
                <a:off x="1598875" y="4842190"/>
                <a:ext cx="169560" cy="291240"/>
              </p14:xfrm>
            </p:contentPart>
          </mc:Choice>
          <mc:Fallback>
            <p:pic>
              <p:nvPicPr>
                <p:cNvPr id="17" name="Ink 16">
                  <a:extLst>
                    <a:ext uri="{FF2B5EF4-FFF2-40B4-BE49-F238E27FC236}">
                      <a16:creationId xmlns:a16="http://schemas.microsoft.com/office/drawing/2014/main" id="{89B34488-AC59-DA4B-CD4E-F6A34DA3EFAB}"/>
                    </a:ext>
                  </a:extLst>
                </p:cNvPr>
                <p:cNvPicPr/>
                <p:nvPr/>
              </p:nvPicPr>
              <p:blipFill>
                <a:blip r:embed="rId21"/>
                <a:stretch>
                  <a:fillRect/>
                </a:stretch>
              </p:blipFill>
              <p:spPr>
                <a:xfrm>
                  <a:off x="1592755" y="4836070"/>
                  <a:ext cx="18180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52C678A6-2F60-3212-AFA8-00F8F1DA5BAE}"/>
                    </a:ext>
                  </a:extLst>
                </p14:cNvPr>
                <p14:cNvContentPartPr/>
                <p14:nvPr/>
              </p14:nvContentPartPr>
              <p14:xfrm>
                <a:off x="1927195" y="4967110"/>
                <a:ext cx="9720" cy="122400"/>
              </p14:xfrm>
            </p:contentPart>
          </mc:Choice>
          <mc:Fallback>
            <p:pic>
              <p:nvPicPr>
                <p:cNvPr id="18" name="Ink 17">
                  <a:extLst>
                    <a:ext uri="{FF2B5EF4-FFF2-40B4-BE49-F238E27FC236}">
                      <a16:creationId xmlns:a16="http://schemas.microsoft.com/office/drawing/2014/main" id="{52C678A6-2F60-3212-AFA8-00F8F1DA5BAE}"/>
                    </a:ext>
                  </a:extLst>
                </p:cNvPr>
                <p:cNvPicPr/>
                <p:nvPr/>
              </p:nvPicPr>
              <p:blipFill>
                <a:blip r:embed="rId23"/>
                <a:stretch>
                  <a:fillRect/>
                </a:stretch>
              </p:blipFill>
              <p:spPr>
                <a:xfrm>
                  <a:off x="1921075" y="4960990"/>
                  <a:ext cx="2196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CA145760-D455-4BB6-807A-A89428FD3089}"/>
                    </a:ext>
                  </a:extLst>
                </p14:cNvPr>
                <p14:cNvContentPartPr/>
                <p14:nvPr/>
              </p14:nvContentPartPr>
              <p14:xfrm>
                <a:off x="1882915" y="4725190"/>
                <a:ext cx="38520" cy="15840"/>
              </p14:xfrm>
            </p:contentPart>
          </mc:Choice>
          <mc:Fallback>
            <p:pic>
              <p:nvPicPr>
                <p:cNvPr id="19" name="Ink 18">
                  <a:extLst>
                    <a:ext uri="{FF2B5EF4-FFF2-40B4-BE49-F238E27FC236}">
                      <a16:creationId xmlns:a16="http://schemas.microsoft.com/office/drawing/2014/main" id="{CA145760-D455-4BB6-807A-A89428FD3089}"/>
                    </a:ext>
                  </a:extLst>
                </p:cNvPr>
                <p:cNvPicPr/>
                <p:nvPr/>
              </p:nvPicPr>
              <p:blipFill>
                <a:blip r:embed="rId25"/>
                <a:stretch>
                  <a:fillRect/>
                </a:stretch>
              </p:blipFill>
              <p:spPr>
                <a:xfrm>
                  <a:off x="1876795" y="4719070"/>
                  <a:ext cx="507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9F2B81E6-90A7-B90F-50C8-C7B280CFA477}"/>
                    </a:ext>
                  </a:extLst>
                </p14:cNvPr>
                <p14:cNvContentPartPr/>
                <p14:nvPr/>
              </p14:nvContentPartPr>
              <p14:xfrm>
                <a:off x="2006755" y="4877110"/>
                <a:ext cx="610200" cy="713520"/>
              </p14:xfrm>
            </p:contentPart>
          </mc:Choice>
          <mc:Fallback>
            <p:pic>
              <p:nvPicPr>
                <p:cNvPr id="20" name="Ink 19">
                  <a:extLst>
                    <a:ext uri="{FF2B5EF4-FFF2-40B4-BE49-F238E27FC236}">
                      <a16:creationId xmlns:a16="http://schemas.microsoft.com/office/drawing/2014/main" id="{9F2B81E6-90A7-B90F-50C8-C7B280CFA477}"/>
                    </a:ext>
                  </a:extLst>
                </p:cNvPr>
                <p:cNvPicPr/>
                <p:nvPr/>
              </p:nvPicPr>
              <p:blipFill>
                <a:blip r:embed="rId27"/>
                <a:stretch>
                  <a:fillRect/>
                </a:stretch>
              </p:blipFill>
              <p:spPr>
                <a:xfrm>
                  <a:off x="2000635" y="4870990"/>
                  <a:ext cx="622440" cy="725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5C1CD347-0F91-24A6-ACEB-FDFDE3405F8F}"/>
                    </a:ext>
                  </a:extLst>
                </p14:cNvPr>
                <p14:cNvContentPartPr/>
                <p14:nvPr/>
              </p14:nvContentPartPr>
              <p14:xfrm>
                <a:off x="2735395" y="4909150"/>
                <a:ext cx="251280" cy="79200"/>
              </p14:xfrm>
            </p:contentPart>
          </mc:Choice>
          <mc:Fallback>
            <p:pic>
              <p:nvPicPr>
                <p:cNvPr id="21" name="Ink 20">
                  <a:extLst>
                    <a:ext uri="{FF2B5EF4-FFF2-40B4-BE49-F238E27FC236}">
                      <a16:creationId xmlns:a16="http://schemas.microsoft.com/office/drawing/2014/main" id="{5C1CD347-0F91-24A6-ACEB-FDFDE3405F8F}"/>
                    </a:ext>
                  </a:extLst>
                </p:cNvPr>
                <p:cNvPicPr/>
                <p:nvPr/>
              </p:nvPicPr>
              <p:blipFill>
                <a:blip r:embed="rId29"/>
                <a:stretch>
                  <a:fillRect/>
                </a:stretch>
              </p:blipFill>
              <p:spPr>
                <a:xfrm>
                  <a:off x="2729275" y="4903030"/>
                  <a:ext cx="26352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AC515E26-B0B1-0985-A804-CBEF58C8667B}"/>
                    </a:ext>
                  </a:extLst>
                </p14:cNvPr>
                <p14:cNvContentPartPr/>
                <p14:nvPr/>
              </p14:nvContentPartPr>
              <p14:xfrm>
                <a:off x="1982275" y="4916350"/>
                <a:ext cx="123480" cy="75960"/>
              </p14:xfrm>
            </p:contentPart>
          </mc:Choice>
          <mc:Fallback>
            <p:pic>
              <p:nvPicPr>
                <p:cNvPr id="23" name="Ink 22">
                  <a:extLst>
                    <a:ext uri="{FF2B5EF4-FFF2-40B4-BE49-F238E27FC236}">
                      <a16:creationId xmlns:a16="http://schemas.microsoft.com/office/drawing/2014/main" id="{AC515E26-B0B1-0985-A804-CBEF58C8667B}"/>
                    </a:ext>
                  </a:extLst>
                </p:cNvPr>
                <p:cNvPicPr/>
                <p:nvPr/>
              </p:nvPicPr>
              <p:blipFill>
                <a:blip r:embed="rId31"/>
                <a:stretch>
                  <a:fillRect/>
                </a:stretch>
              </p:blipFill>
              <p:spPr>
                <a:xfrm>
                  <a:off x="1976155" y="4910230"/>
                  <a:ext cx="135720" cy="88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EFA0C0F2-7B17-477D-2174-E924B3187E79}"/>
                  </a:ext>
                </a:extLst>
              </p14:cNvPr>
              <p14:cNvContentPartPr/>
              <p14:nvPr/>
            </p14:nvContentPartPr>
            <p14:xfrm>
              <a:off x="530035" y="5716630"/>
              <a:ext cx="493200" cy="534240"/>
            </p14:xfrm>
          </p:contentPart>
        </mc:Choice>
        <mc:Fallback>
          <p:pic>
            <p:nvPicPr>
              <p:cNvPr id="24" name="Ink 23">
                <a:extLst>
                  <a:ext uri="{FF2B5EF4-FFF2-40B4-BE49-F238E27FC236}">
                    <a16:creationId xmlns:a16="http://schemas.microsoft.com/office/drawing/2014/main" id="{EFA0C0F2-7B17-477D-2174-E924B3187E79}"/>
                  </a:ext>
                </a:extLst>
              </p:cNvPr>
              <p:cNvPicPr/>
              <p:nvPr/>
            </p:nvPicPr>
            <p:blipFill>
              <a:blip r:embed="rId33"/>
              <a:stretch>
                <a:fillRect/>
              </a:stretch>
            </p:blipFill>
            <p:spPr>
              <a:xfrm>
                <a:off x="523915" y="5710510"/>
                <a:ext cx="505440" cy="546480"/>
              </a:xfrm>
              <a:prstGeom prst="rect">
                <a:avLst/>
              </a:prstGeom>
            </p:spPr>
          </p:pic>
        </mc:Fallback>
      </mc:AlternateContent>
      <p:grpSp>
        <p:nvGrpSpPr>
          <p:cNvPr id="34" name="Group 33">
            <a:extLst>
              <a:ext uri="{FF2B5EF4-FFF2-40B4-BE49-F238E27FC236}">
                <a16:creationId xmlns:a16="http://schemas.microsoft.com/office/drawing/2014/main" id="{A2795A06-8B51-C449-4DB1-AE4E2A9D07B6}"/>
              </a:ext>
            </a:extLst>
          </p:cNvPr>
          <p:cNvGrpSpPr/>
          <p:nvPr/>
        </p:nvGrpSpPr>
        <p:grpSpPr>
          <a:xfrm>
            <a:off x="1361995" y="5930110"/>
            <a:ext cx="137880" cy="179280"/>
            <a:chOff x="1361995" y="5930110"/>
            <a:chExt cx="137880" cy="179280"/>
          </a:xfrm>
        </p:grpSpPr>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1CE41815-4F8C-386C-7EE8-80DEEAB04F2A}"/>
                    </a:ext>
                  </a:extLst>
                </p14:cNvPr>
                <p14:cNvContentPartPr/>
                <p14:nvPr/>
              </p14:nvContentPartPr>
              <p14:xfrm>
                <a:off x="1378915" y="5930110"/>
                <a:ext cx="79560" cy="27360"/>
              </p14:xfrm>
            </p:contentPart>
          </mc:Choice>
          <mc:Fallback>
            <p:pic>
              <p:nvPicPr>
                <p:cNvPr id="26" name="Ink 25">
                  <a:extLst>
                    <a:ext uri="{FF2B5EF4-FFF2-40B4-BE49-F238E27FC236}">
                      <a16:creationId xmlns:a16="http://schemas.microsoft.com/office/drawing/2014/main" id="{1CE41815-4F8C-386C-7EE8-80DEEAB04F2A}"/>
                    </a:ext>
                  </a:extLst>
                </p:cNvPr>
                <p:cNvPicPr/>
                <p:nvPr/>
              </p:nvPicPr>
              <p:blipFill>
                <a:blip r:embed="rId35"/>
                <a:stretch>
                  <a:fillRect/>
                </a:stretch>
              </p:blipFill>
              <p:spPr>
                <a:xfrm>
                  <a:off x="1372795" y="5923990"/>
                  <a:ext cx="918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67112DC0-4C5C-88E1-2CB8-1C06EC86E824}"/>
                    </a:ext>
                  </a:extLst>
                </p14:cNvPr>
                <p14:cNvContentPartPr/>
                <p14:nvPr/>
              </p14:nvContentPartPr>
              <p14:xfrm>
                <a:off x="1361995" y="6020110"/>
                <a:ext cx="137880" cy="89280"/>
              </p14:xfrm>
            </p:contentPart>
          </mc:Choice>
          <mc:Fallback>
            <p:pic>
              <p:nvPicPr>
                <p:cNvPr id="27" name="Ink 26">
                  <a:extLst>
                    <a:ext uri="{FF2B5EF4-FFF2-40B4-BE49-F238E27FC236}">
                      <a16:creationId xmlns:a16="http://schemas.microsoft.com/office/drawing/2014/main" id="{67112DC0-4C5C-88E1-2CB8-1C06EC86E824}"/>
                    </a:ext>
                  </a:extLst>
                </p:cNvPr>
                <p:cNvPicPr/>
                <p:nvPr/>
              </p:nvPicPr>
              <p:blipFill>
                <a:blip r:embed="rId37"/>
                <a:stretch>
                  <a:fillRect/>
                </a:stretch>
              </p:blipFill>
              <p:spPr>
                <a:xfrm>
                  <a:off x="1355875" y="6013990"/>
                  <a:ext cx="150120" cy="101520"/>
                </a:xfrm>
                <a:prstGeom prst="rect">
                  <a:avLst/>
                </a:prstGeom>
              </p:spPr>
            </p:pic>
          </mc:Fallback>
        </mc:AlternateContent>
      </p:grpSp>
      <p:grpSp>
        <p:nvGrpSpPr>
          <p:cNvPr id="33" name="Group 32">
            <a:extLst>
              <a:ext uri="{FF2B5EF4-FFF2-40B4-BE49-F238E27FC236}">
                <a16:creationId xmlns:a16="http://schemas.microsoft.com/office/drawing/2014/main" id="{136745A6-A7C0-E1F7-7968-FDD9EB55AC76}"/>
              </a:ext>
            </a:extLst>
          </p:cNvPr>
          <p:cNvGrpSpPr/>
          <p:nvPr/>
        </p:nvGrpSpPr>
        <p:grpSpPr>
          <a:xfrm>
            <a:off x="1771315" y="5751910"/>
            <a:ext cx="1331280" cy="757800"/>
            <a:chOff x="1771315" y="5751910"/>
            <a:chExt cx="1331280" cy="757800"/>
          </a:xfrm>
        </p:grpSpPr>
        <mc:AlternateContent xmlns:mc="http://schemas.openxmlformats.org/markup-compatibility/2006">
          <mc:Choice xmlns:p14="http://schemas.microsoft.com/office/powerpoint/2010/main" Requires="p14">
            <p:contentPart p14:bwMode="auto" r:id="rId38">
              <p14:nvContentPartPr>
                <p14:cNvPr id="28" name="Ink 27">
                  <a:extLst>
                    <a:ext uri="{FF2B5EF4-FFF2-40B4-BE49-F238E27FC236}">
                      <a16:creationId xmlns:a16="http://schemas.microsoft.com/office/drawing/2014/main" id="{74A04AF3-4E7C-5FC0-DD9A-A052926D284C}"/>
                    </a:ext>
                  </a:extLst>
                </p14:cNvPr>
                <p14:cNvContentPartPr/>
                <p14:nvPr/>
              </p14:nvContentPartPr>
              <p14:xfrm>
                <a:off x="1771315" y="5828590"/>
                <a:ext cx="190440" cy="298440"/>
              </p14:xfrm>
            </p:contentPart>
          </mc:Choice>
          <mc:Fallback>
            <p:pic>
              <p:nvPicPr>
                <p:cNvPr id="28" name="Ink 27">
                  <a:extLst>
                    <a:ext uri="{FF2B5EF4-FFF2-40B4-BE49-F238E27FC236}">
                      <a16:creationId xmlns:a16="http://schemas.microsoft.com/office/drawing/2014/main" id="{74A04AF3-4E7C-5FC0-DD9A-A052926D284C}"/>
                    </a:ext>
                  </a:extLst>
                </p:cNvPr>
                <p:cNvPicPr/>
                <p:nvPr/>
              </p:nvPicPr>
              <p:blipFill>
                <a:blip r:embed="rId39"/>
                <a:stretch>
                  <a:fillRect/>
                </a:stretch>
              </p:blipFill>
              <p:spPr>
                <a:xfrm>
                  <a:off x="1765195" y="5822470"/>
                  <a:ext cx="20268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E0D8A6A4-CE49-119E-A856-803BA212CC15}"/>
                    </a:ext>
                  </a:extLst>
                </p14:cNvPr>
                <p14:cNvContentPartPr/>
                <p14:nvPr/>
              </p14:nvContentPartPr>
              <p14:xfrm>
                <a:off x="2008915" y="5992030"/>
                <a:ext cx="19080" cy="60480"/>
              </p14:xfrm>
            </p:contentPart>
          </mc:Choice>
          <mc:Fallback>
            <p:pic>
              <p:nvPicPr>
                <p:cNvPr id="29" name="Ink 28">
                  <a:extLst>
                    <a:ext uri="{FF2B5EF4-FFF2-40B4-BE49-F238E27FC236}">
                      <a16:creationId xmlns:a16="http://schemas.microsoft.com/office/drawing/2014/main" id="{E0D8A6A4-CE49-119E-A856-803BA212CC15}"/>
                    </a:ext>
                  </a:extLst>
                </p:cNvPr>
                <p:cNvPicPr/>
                <p:nvPr/>
              </p:nvPicPr>
              <p:blipFill>
                <a:blip r:embed="rId41"/>
                <a:stretch>
                  <a:fillRect/>
                </a:stretch>
              </p:blipFill>
              <p:spPr>
                <a:xfrm>
                  <a:off x="2002795" y="5985910"/>
                  <a:ext cx="313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E99E633C-1AD9-B0AC-0372-E09A3E37E19E}"/>
                    </a:ext>
                  </a:extLst>
                </p14:cNvPr>
                <p14:cNvContentPartPr/>
                <p14:nvPr/>
              </p14:nvContentPartPr>
              <p14:xfrm>
                <a:off x="2030875" y="5751910"/>
                <a:ext cx="24120" cy="15840"/>
              </p14:xfrm>
            </p:contentPart>
          </mc:Choice>
          <mc:Fallback>
            <p:pic>
              <p:nvPicPr>
                <p:cNvPr id="30" name="Ink 29">
                  <a:extLst>
                    <a:ext uri="{FF2B5EF4-FFF2-40B4-BE49-F238E27FC236}">
                      <a16:creationId xmlns:a16="http://schemas.microsoft.com/office/drawing/2014/main" id="{E99E633C-1AD9-B0AC-0372-E09A3E37E19E}"/>
                    </a:ext>
                  </a:extLst>
                </p:cNvPr>
                <p:cNvPicPr/>
                <p:nvPr/>
              </p:nvPicPr>
              <p:blipFill>
                <a:blip r:embed="rId43"/>
                <a:stretch>
                  <a:fillRect/>
                </a:stretch>
              </p:blipFill>
              <p:spPr>
                <a:xfrm>
                  <a:off x="2024755" y="5745790"/>
                  <a:ext cx="363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40055360-DEE5-1368-214D-FCE43761E4EC}"/>
                    </a:ext>
                  </a:extLst>
                </p14:cNvPr>
                <p14:cNvContentPartPr/>
                <p14:nvPr/>
              </p14:nvContentPartPr>
              <p14:xfrm>
                <a:off x="2130235" y="5863150"/>
                <a:ext cx="559440" cy="646560"/>
              </p14:xfrm>
            </p:contentPart>
          </mc:Choice>
          <mc:Fallback>
            <p:pic>
              <p:nvPicPr>
                <p:cNvPr id="31" name="Ink 30">
                  <a:extLst>
                    <a:ext uri="{FF2B5EF4-FFF2-40B4-BE49-F238E27FC236}">
                      <a16:creationId xmlns:a16="http://schemas.microsoft.com/office/drawing/2014/main" id="{40055360-DEE5-1368-214D-FCE43761E4EC}"/>
                    </a:ext>
                  </a:extLst>
                </p:cNvPr>
                <p:cNvPicPr/>
                <p:nvPr/>
              </p:nvPicPr>
              <p:blipFill>
                <a:blip r:embed="rId45"/>
                <a:stretch>
                  <a:fillRect/>
                </a:stretch>
              </p:blipFill>
              <p:spPr>
                <a:xfrm>
                  <a:off x="2124115" y="5857030"/>
                  <a:ext cx="571680" cy="658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9536F306-AE75-B82D-4296-5A910903E03F}"/>
                    </a:ext>
                  </a:extLst>
                </p14:cNvPr>
                <p14:cNvContentPartPr/>
                <p14:nvPr/>
              </p14:nvContentPartPr>
              <p14:xfrm>
                <a:off x="2803435" y="5915350"/>
                <a:ext cx="299160" cy="108360"/>
              </p14:xfrm>
            </p:contentPart>
          </mc:Choice>
          <mc:Fallback>
            <p:pic>
              <p:nvPicPr>
                <p:cNvPr id="32" name="Ink 31">
                  <a:extLst>
                    <a:ext uri="{FF2B5EF4-FFF2-40B4-BE49-F238E27FC236}">
                      <a16:creationId xmlns:a16="http://schemas.microsoft.com/office/drawing/2014/main" id="{9536F306-AE75-B82D-4296-5A910903E03F}"/>
                    </a:ext>
                  </a:extLst>
                </p:cNvPr>
                <p:cNvPicPr/>
                <p:nvPr/>
              </p:nvPicPr>
              <p:blipFill>
                <a:blip r:embed="rId47"/>
                <a:stretch>
                  <a:fillRect/>
                </a:stretch>
              </p:blipFill>
              <p:spPr>
                <a:xfrm>
                  <a:off x="2797315" y="5909230"/>
                  <a:ext cx="311400" cy="120600"/>
                </a:xfrm>
                <a:prstGeom prst="rect">
                  <a:avLst/>
                </a:prstGeom>
              </p:spPr>
            </p:pic>
          </mc:Fallback>
        </mc:AlternateContent>
      </p:grpSp>
    </p:spTree>
    <p:extLst>
      <p:ext uri="{BB962C8B-B14F-4D97-AF65-F5344CB8AC3E}">
        <p14:creationId xmlns:p14="http://schemas.microsoft.com/office/powerpoint/2010/main" val="2538386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The Population Variance</a:t>
            </a:r>
            <a:endParaRPr lang="en-IN" dirty="0"/>
          </a:p>
        </p:txBody>
      </p:sp>
      <p:sp>
        <p:nvSpPr>
          <p:cNvPr id="3" name="Text Placeholder 2"/>
          <p:cNvSpPr>
            <a:spLocks noGrp="1"/>
          </p:cNvSpPr>
          <p:nvPr>
            <p:ph type="body" sz="quarter" idx="13"/>
          </p:nvPr>
        </p:nvSpPr>
        <p:spPr>
          <a:xfrm>
            <a:off x="857738" y="1600201"/>
            <a:ext cx="10419861" cy="4419599"/>
          </a:xfrm>
        </p:spPr>
        <p:txBody>
          <a:bodyPr>
            <a:normAutofit/>
          </a:bodyPr>
          <a:lstStyle/>
          <a:p>
            <a:pPr marL="342900" indent="-342900" algn="just">
              <a:buFont typeface="Wingdings" panose="05000000000000000000" pitchFamily="2" charset="2"/>
              <a:buChar char="v"/>
            </a:pPr>
            <a:r>
              <a:rPr lang="en-US" sz="2800" dirty="0">
                <a:latin typeface="+mn-lt"/>
              </a:rPr>
              <a:t>Population variance equals mean (average) squared deviation (distance) of the scores from the population mean </a:t>
            </a:r>
          </a:p>
          <a:p>
            <a:pPr marL="342900" indent="-342900" algn="just">
              <a:buFont typeface="Wingdings" panose="05000000000000000000" pitchFamily="2" charset="2"/>
              <a:buChar char="v"/>
            </a:pPr>
            <a:endParaRPr lang="en-US" sz="2800" dirty="0">
              <a:latin typeface="+mn-lt"/>
              <a:cs typeface="Calibri" pitchFamily="34" charset="0"/>
            </a:endParaRPr>
          </a:p>
          <a:p>
            <a:pPr marL="342900" indent="-342900" algn="just">
              <a:buFont typeface="Wingdings" panose="05000000000000000000" pitchFamily="2" charset="2"/>
              <a:buChar char="v"/>
            </a:pPr>
            <a:r>
              <a:rPr lang="en-US" sz="2800" dirty="0">
                <a:latin typeface="+mn-lt"/>
              </a:rPr>
              <a:t>Variance is the average of squared deviations, so we identify population variance with a lowercase Greek letter sigma squared: σ</a:t>
            </a:r>
            <a:r>
              <a:rPr lang="en-US" sz="2800" baseline="30000" dirty="0">
                <a:latin typeface="+mn-lt"/>
              </a:rPr>
              <a:t>2</a:t>
            </a:r>
          </a:p>
          <a:p>
            <a:pPr marL="342900" indent="-342900" algn="just">
              <a:buFont typeface="Wingdings" panose="05000000000000000000" pitchFamily="2" charset="2"/>
              <a:buChar char="v"/>
            </a:pPr>
            <a:endParaRPr lang="en-US" sz="2800" dirty="0">
              <a:latin typeface="+mn-lt"/>
            </a:endParaRPr>
          </a:p>
          <a:p>
            <a:pPr marL="342900" indent="-342900" algn="just">
              <a:buFont typeface="Wingdings" panose="05000000000000000000" pitchFamily="2" charset="2"/>
              <a:buChar char="v"/>
            </a:pPr>
            <a:r>
              <a:rPr lang="en-US" sz="2800" dirty="0">
                <a:latin typeface="+mn-lt"/>
              </a:rPr>
              <a:t>Standard deviation is the square root of the variance, so we identify it with a lowercase Greek letter sigma: σ</a:t>
            </a:r>
            <a:endParaRPr lang="en-US" sz="2800" dirty="0">
              <a:latin typeface="+mn-lt"/>
              <a:cs typeface="Calibri" pitchFamily="34" charset="0"/>
            </a:endParaRPr>
          </a:p>
          <a:p>
            <a:pPr marL="0" indent="0">
              <a:buNone/>
            </a:pPr>
            <a:r>
              <a:rPr lang="en-US" dirty="0">
                <a:latin typeface="Calibri" pitchFamily="34" charset="0"/>
                <a:cs typeface="Calibri" pitchFamily="34" charset="0"/>
              </a:rPr>
              <a:t>    </a:t>
            </a:r>
          </a:p>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D142BE0-EDBA-6B29-B020-27AD09A993A6}"/>
                  </a:ext>
                </a:extLst>
              </p14:cNvPr>
              <p14:cNvContentPartPr/>
              <p14:nvPr/>
            </p14:nvContentPartPr>
            <p14:xfrm>
              <a:off x="4727275" y="3743830"/>
              <a:ext cx="6551280" cy="258120"/>
            </p14:xfrm>
          </p:contentPart>
        </mc:Choice>
        <mc:Fallback>
          <p:pic>
            <p:nvPicPr>
              <p:cNvPr id="4" name="Ink 3">
                <a:extLst>
                  <a:ext uri="{FF2B5EF4-FFF2-40B4-BE49-F238E27FC236}">
                    <a16:creationId xmlns:a16="http://schemas.microsoft.com/office/drawing/2014/main" id="{ED142BE0-EDBA-6B29-B020-27AD09A993A6}"/>
                  </a:ext>
                </a:extLst>
              </p:cNvPr>
              <p:cNvPicPr/>
              <p:nvPr/>
            </p:nvPicPr>
            <p:blipFill>
              <a:blip r:embed="rId3"/>
              <a:stretch>
                <a:fillRect/>
              </a:stretch>
            </p:blipFill>
            <p:spPr>
              <a:xfrm>
                <a:off x="4721155" y="3737710"/>
                <a:ext cx="6563520" cy="270360"/>
              </a:xfrm>
              <a:prstGeom prst="rect">
                <a:avLst/>
              </a:prstGeom>
            </p:spPr>
          </p:pic>
        </mc:Fallback>
      </mc:AlternateContent>
      <p:grpSp>
        <p:nvGrpSpPr>
          <p:cNvPr id="7" name="Group 6">
            <a:extLst>
              <a:ext uri="{FF2B5EF4-FFF2-40B4-BE49-F238E27FC236}">
                <a16:creationId xmlns:a16="http://schemas.microsoft.com/office/drawing/2014/main" id="{87A0B755-1144-E063-9FE4-A11CCAFC4B63}"/>
              </a:ext>
            </a:extLst>
          </p:cNvPr>
          <p:cNvGrpSpPr/>
          <p:nvPr/>
        </p:nvGrpSpPr>
        <p:grpSpPr>
          <a:xfrm>
            <a:off x="4985035" y="4771270"/>
            <a:ext cx="5557320" cy="210960"/>
            <a:chOff x="4985035" y="4771270"/>
            <a:chExt cx="5557320" cy="21096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01E201D-8768-4F1F-D261-2CA14DFBF267}"/>
                    </a:ext>
                  </a:extLst>
                </p14:cNvPr>
                <p14:cNvContentPartPr/>
                <p14:nvPr/>
              </p14:nvContentPartPr>
              <p14:xfrm>
                <a:off x="4985035" y="4916710"/>
                <a:ext cx="30600" cy="65520"/>
              </p14:xfrm>
            </p:contentPart>
          </mc:Choice>
          <mc:Fallback>
            <p:pic>
              <p:nvPicPr>
                <p:cNvPr id="5" name="Ink 4">
                  <a:extLst>
                    <a:ext uri="{FF2B5EF4-FFF2-40B4-BE49-F238E27FC236}">
                      <a16:creationId xmlns:a16="http://schemas.microsoft.com/office/drawing/2014/main" id="{F01E201D-8768-4F1F-D261-2CA14DFBF267}"/>
                    </a:ext>
                  </a:extLst>
                </p:cNvPr>
                <p:cNvPicPr/>
                <p:nvPr/>
              </p:nvPicPr>
              <p:blipFill>
                <a:blip r:embed="rId5"/>
                <a:stretch>
                  <a:fillRect/>
                </a:stretch>
              </p:blipFill>
              <p:spPr>
                <a:xfrm>
                  <a:off x="4978915" y="4910590"/>
                  <a:ext cx="4284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DD7BBE5-ACE8-30CA-E603-22538263FCAC}"/>
                    </a:ext>
                  </a:extLst>
                </p14:cNvPr>
                <p14:cNvContentPartPr/>
                <p14:nvPr/>
              </p14:nvContentPartPr>
              <p14:xfrm>
                <a:off x="5030035" y="4771270"/>
                <a:ext cx="5512320" cy="136080"/>
              </p14:xfrm>
            </p:contentPart>
          </mc:Choice>
          <mc:Fallback>
            <p:pic>
              <p:nvPicPr>
                <p:cNvPr id="6" name="Ink 5">
                  <a:extLst>
                    <a:ext uri="{FF2B5EF4-FFF2-40B4-BE49-F238E27FC236}">
                      <a16:creationId xmlns:a16="http://schemas.microsoft.com/office/drawing/2014/main" id="{BDD7BBE5-ACE8-30CA-E603-22538263FCAC}"/>
                    </a:ext>
                  </a:extLst>
                </p:cNvPr>
                <p:cNvPicPr/>
                <p:nvPr/>
              </p:nvPicPr>
              <p:blipFill>
                <a:blip r:embed="rId7"/>
                <a:stretch>
                  <a:fillRect/>
                </a:stretch>
              </p:blipFill>
              <p:spPr>
                <a:xfrm>
                  <a:off x="5023915" y="4765150"/>
                  <a:ext cx="5524560" cy="148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82761649-4BF6-D2D6-4258-C5D0B54B041C}"/>
                  </a:ext>
                </a:extLst>
              </p14:cNvPr>
              <p14:cNvContentPartPr/>
              <p14:nvPr/>
            </p14:nvContentPartPr>
            <p14:xfrm>
              <a:off x="5508835" y="5266270"/>
              <a:ext cx="1743480" cy="79920"/>
            </p14:xfrm>
          </p:contentPart>
        </mc:Choice>
        <mc:Fallback>
          <p:pic>
            <p:nvPicPr>
              <p:cNvPr id="8" name="Ink 7">
                <a:extLst>
                  <a:ext uri="{FF2B5EF4-FFF2-40B4-BE49-F238E27FC236}">
                    <a16:creationId xmlns:a16="http://schemas.microsoft.com/office/drawing/2014/main" id="{82761649-4BF6-D2D6-4258-C5D0B54B041C}"/>
                  </a:ext>
                </a:extLst>
              </p:cNvPr>
              <p:cNvPicPr/>
              <p:nvPr/>
            </p:nvPicPr>
            <p:blipFill>
              <a:blip r:embed="rId9"/>
              <a:stretch>
                <a:fillRect/>
              </a:stretch>
            </p:blipFill>
            <p:spPr>
              <a:xfrm>
                <a:off x="5502715" y="5260150"/>
                <a:ext cx="1755720" cy="92160"/>
              </a:xfrm>
              <a:prstGeom prst="rect">
                <a:avLst/>
              </a:prstGeom>
            </p:spPr>
          </p:pic>
        </mc:Fallback>
      </mc:AlternateContent>
    </p:spTree>
    <p:extLst>
      <p:ext uri="{BB962C8B-B14F-4D97-AF65-F5344CB8AC3E}">
        <p14:creationId xmlns:p14="http://schemas.microsoft.com/office/powerpoint/2010/main" val="1103425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a:extLst>
              <a:ext uri="{FF2B5EF4-FFF2-40B4-BE49-F238E27FC236}">
                <a16:creationId xmlns:a16="http://schemas.microsoft.com/office/drawing/2014/main" id="{BAA482A4-F51D-4E5C-9A2F-0E7C86CEDA73}"/>
              </a:ext>
            </a:extLst>
          </p:cNvPr>
          <p:cNvGraphicFramePr>
            <a:graphicFrameLocks noGrp="1"/>
          </p:cNvGraphicFramePr>
          <p:nvPr>
            <p:extLst>
              <p:ext uri="{D42A27DB-BD31-4B8C-83A1-F6EECF244321}">
                <p14:modId xmlns:p14="http://schemas.microsoft.com/office/powerpoint/2010/main" val="89065009"/>
              </p:ext>
            </p:extLst>
          </p:nvPr>
        </p:nvGraphicFramePr>
        <p:xfrm>
          <a:off x="1962151" y="1142998"/>
          <a:ext cx="2457449" cy="5196428"/>
        </p:xfrm>
        <a:graphic>
          <a:graphicData uri="http://schemas.openxmlformats.org/drawingml/2006/table">
            <a:tbl>
              <a:tblPr/>
              <a:tblGrid>
                <a:gridCol w="1162050">
                  <a:extLst>
                    <a:ext uri="{9D8B030D-6E8A-4147-A177-3AD203B41FA5}">
                      <a16:colId xmlns:a16="http://schemas.microsoft.com/office/drawing/2014/main" val="20000"/>
                    </a:ext>
                  </a:extLst>
                </a:gridCol>
                <a:gridCol w="1295399">
                  <a:extLst>
                    <a:ext uri="{9D8B030D-6E8A-4147-A177-3AD203B41FA5}">
                      <a16:colId xmlns:a16="http://schemas.microsoft.com/office/drawing/2014/main" val="20001"/>
                    </a:ext>
                  </a:extLst>
                </a:gridCol>
              </a:tblGrid>
              <a:tr h="858178">
                <a:tc>
                  <a:txBody>
                    <a:bodyPr/>
                    <a:lstStyle/>
                    <a:p>
                      <a:pPr algn="ctr" fontAlgn="ctr"/>
                      <a:r>
                        <a:rPr lang="en-US" sz="1800" b="0" i="0" u="none" strike="noStrike" dirty="0">
                          <a:solidFill>
                            <a:srgbClr val="FF0000"/>
                          </a:solidFill>
                          <a:latin typeface="+mn-lt"/>
                        </a:rPr>
                        <a:t>Sl. No.</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X</a:t>
                      </a:r>
                      <a:r>
                        <a:rPr lang="en-US" sz="1800" b="0" i="0" u="none" strike="noStrike" baseline="-25000" dirty="0">
                          <a:solidFill>
                            <a:srgbClr val="FF0000"/>
                          </a:solidFill>
                          <a:latin typeface="+mn-lt"/>
                        </a:rPr>
                        <a:t>1</a:t>
                      </a:r>
                      <a:endParaRPr lang="en-US" sz="1800" b="0" i="0" u="none" strike="noStrike" dirty="0">
                        <a:solidFill>
                          <a:srgbClr val="FF0000"/>
                        </a:solidFill>
                        <a:latin typeface="+mn-lt"/>
                      </a:endParaRP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33825">
                <a:tc>
                  <a:txBody>
                    <a:bodyPr/>
                    <a:lstStyle/>
                    <a:p>
                      <a:pPr algn="ctr" fontAlgn="ctr"/>
                      <a:r>
                        <a:rPr lang="en-US" sz="1800" b="0" i="0" u="none" strike="noStrike" dirty="0">
                          <a:solidFill>
                            <a:srgbClr val="000000"/>
                          </a:solidFill>
                          <a:latin typeface="+mn-lt"/>
                        </a:rPr>
                        <a:t>1</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3825">
                <a:tc>
                  <a:txBody>
                    <a:bodyPr/>
                    <a:lstStyle/>
                    <a:p>
                      <a:pPr algn="ctr" fontAlgn="ctr"/>
                      <a:r>
                        <a:rPr lang="en-US" sz="1800" b="0" i="0" u="none" strike="noStrike">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3825">
                <a:tc>
                  <a:txBody>
                    <a:bodyPr/>
                    <a:lstStyle/>
                    <a:p>
                      <a:pPr algn="ctr" fontAlgn="ctr"/>
                      <a:r>
                        <a:rPr lang="en-US" sz="1800" b="0" i="0" u="none" strike="noStrike">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825">
                <a:tc>
                  <a:txBody>
                    <a:bodyPr/>
                    <a:lstStyle/>
                    <a:p>
                      <a:pPr algn="ctr" fontAlgn="ctr"/>
                      <a:r>
                        <a:rPr lang="en-US" sz="1800" b="0" i="0" u="none" strike="noStrike">
                          <a:solidFill>
                            <a:srgbClr val="000000"/>
                          </a:solidFill>
                          <a:latin typeface="+mn-lt"/>
                        </a:rPr>
                        <a:t>4</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3825">
                <a:tc>
                  <a:txBody>
                    <a:bodyPr/>
                    <a:lstStyle/>
                    <a:p>
                      <a:pPr algn="ctr" fontAlgn="ctr"/>
                      <a:r>
                        <a:rPr lang="en-US" sz="1800" b="0" i="0" u="none" strike="noStrike">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33825">
                <a:tc>
                  <a:txBody>
                    <a:bodyPr/>
                    <a:lstStyle/>
                    <a:p>
                      <a:pPr algn="ctr" fontAlgn="ctr"/>
                      <a:r>
                        <a:rPr lang="en-US" sz="1800" b="0" i="0" u="none" strike="noStrike">
                          <a:solidFill>
                            <a:srgbClr val="000000"/>
                          </a:solidFill>
                          <a:latin typeface="+mn-lt"/>
                        </a:rPr>
                        <a:t>6</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3825">
                <a:tc>
                  <a:txBody>
                    <a:bodyPr/>
                    <a:lstStyle/>
                    <a:p>
                      <a:pPr algn="ctr" fontAlgn="ctr"/>
                      <a:r>
                        <a:rPr lang="en-US" sz="1800" b="0" i="0" u="none" strike="noStrike">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33825">
                <a:tc>
                  <a:txBody>
                    <a:bodyPr/>
                    <a:lstStyle/>
                    <a:p>
                      <a:pPr algn="ctr" fontAlgn="ctr"/>
                      <a:r>
                        <a:rPr lang="en-US" sz="1800" b="0" i="0" u="none" strike="noStrike">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33825">
                <a:tc>
                  <a:txBody>
                    <a:bodyPr/>
                    <a:lstStyle/>
                    <a:p>
                      <a:pPr algn="ctr" fontAlgn="ctr"/>
                      <a:r>
                        <a:rPr lang="en-US" sz="1800" b="0" i="0" u="none" strike="noStrike">
                          <a:solidFill>
                            <a:srgbClr val="000000"/>
                          </a:solidFill>
                          <a:latin typeface="+mn-lt"/>
                        </a:rPr>
                        <a:t>9</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33825">
                <a:tc>
                  <a:txBody>
                    <a:bodyPr/>
                    <a:lstStyle/>
                    <a:p>
                      <a:pPr algn="ctr" fontAlgn="ctr"/>
                      <a:r>
                        <a:rPr lang="en-US" sz="1800" b="0" i="0" u="none" strike="noStrike">
                          <a:solidFill>
                            <a:srgbClr val="FF0000"/>
                          </a:solidFill>
                          <a:latin typeface="+mn-lt"/>
                        </a:rPr>
                        <a:t>Total</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45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338541678"/>
              </p:ext>
            </p:extLst>
          </p:nvPr>
        </p:nvGraphicFramePr>
        <p:xfrm>
          <a:off x="5257801" y="1600200"/>
          <a:ext cx="3167063" cy="1600200"/>
        </p:xfrm>
        <a:graphic>
          <a:graphicData uri="http://schemas.openxmlformats.org/presentationml/2006/ole">
            <mc:AlternateContent xmlns:mc="http://schemas.openxmlformats.org/markup-compatibility/2006">
              <mc:Choice xmlns:v="urn:schemas-microsoft-com:vml" Requires="v">
                <p:oleObj name="Equation" r:id="rId2" imgW="1206360" imgH="609480" progId="Equation.3">
                  <p:embed/>
                </p:oleObj>
              </mc:Choice>
              <mc:Fallback>
                <p:oleObj name="Equation" r:id="rId2" imgW="1206360" imgH="609480" progId="Equation.3">
                  <p:embed/>
                  <p:pic>
                    <p:nvPicPr>
                      <p:cNvPr id="6" name="Object 5"/>
                      <p:cNvPicPr/>
                      <p:nvPr/>
                    </p:nvPicPr>
                    <p:blipFill>
                      <a:blip r:embed="rId3"/>
                      <a:stretch>
                        <a:fillRect/>
                      </a:stretch>
                    </p:blipFill>
                    <p:spPr>
                      <a:xfrm>
                        <a:off x="5257801" y="1600200"/>
                        <a:ext cx="3167063" cy="1600200"/>
                      </a:xfrm>
                      <a:prstGeom prst="rect">
                        <a:avLst/>
                      </a:prstGeom>
                      <a:solidFill>
                        <a:schemeClr val="accent2">
                          <a:lumMod val="20000"/>
                          <a:lumOff val="80000"/>
                        </a:schemeClr>
                      </a:solidFill>
                    </p:spPr>
                  </p:pic>
                </p:oleObj>
              </mc:Fallback>
            </mc:AlternateContent>
          </a:graphicData>
        </a:graphic>
      </p:graphicFrame>
      <p:pic>
        <p:nvPicPr>
          <p:cNvPr id="7" name="Picture 6">
            <a:extLst>
              <a:ext uri="{FF2B5EF4-FFF2-40B4-BE49-F238E27FC236}">
                <a16:creationId xmlns:a16="http://schemas.microsoft.com/office/drawing/2014/main" id="{2DE55E14-A4B1-45B8-9E6C-62625AC14224}"/>
              </a:ext>
            </a:extLst>
          </p:cNvPr>
          <p:cNvPicPr>
            <a:picLocks noChangeAspect="1"/>
          </p:cNvPicPr>
          <p:nvPr/>
        </p:nvPicPr>
        <p:blipFill>
          <a:blip r:embed="rId4"/>
          <a:stretch>
            <a:fillRect/>
          </a:stretch>
        </p:blipFill>
        <p:spPr>
          <a:xfrm>
            <a:off x="5257800" y="3468440"/>
            <a:ext cx="3167063" cy="148456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136CEE-4213-4B3A-82EF-BE430BBCAD9A}"/>
                  </a:ext>
                </a:extLst>
              </p:cNvPr>
              <p:cNvSpPr txBox="1"/>
              <p:nvPr/>
            </p:nvSpPr>
            <p:spPr>
              <a:xfrm>
                <a:off x="5257800" y="5221040"/>
                <a:ext cx="3167062" cy="1273041"/>
              </a:xfrm>
              <a:prstGeom prst="rect">
                <a:avLst/>
              </a:prstGeom>
              <a:solidFill>
                <a:srgbClr val="FFFF99"/>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a:latin typeface="Cambria Math" panose="02040503050406030204" pitchFamily="18" charset="0"/>
                        </a:rPr>
                        <m:t>𝐒</m:t>
                      </m:r>
                      <m:r>
                        <a:rPr lang="en-IN" sz="2800" b="1">
                          <a:latin typeface="Cambria Math" panose="02040503050406030204" pitchFamily="18" charset="0"/>
                        </a:rPr>
                        <m:t>=</m:t>
                      </m:r>
                      <m:rad>
                        <m:radPr>
                          <m:degHide m:val="on"/>
                          <m:ctrlPr>
                            <a:rPr lang="en-IN" sz="2800" b="1" i="1">
                              <a:latin typeface="Cambria Math" panose="02040503050406030204" pitchFamily="18" charset="0"/>
                            </a:rPr>
                          </m:ctrlPr>
                        </m:radPr>
                        <m:deg/>
                        <m:e>
                          <m:f>
                            <m:fPr>
                              <m:ctrlPr>
                                <a:rPr lang="en-IN" sz="2800" b="1" i="1">
                                  <a:latin typeface="Cambria Math" panose="02040503050406030204" pitchFamily="18" charset="0"/>
                                </a:rPr>
                              </m:ctrlPr>
                            </m:fPr>
                            <m:num>
                              <m:r>
                                <a:rPr lang="en-IN" sz="2800" b="1">
                                  <a:latin typeface="Cambria Math" panose="02040503050406030204" pitchFamily="18" charset="0"/>
                                </a:rPr>
                                <m:t>𝟒𝟒</m:t>
                              </m:r>
                            </m:num>
                            <m:den>
                              <m:r>
                                <a:rPr lang="en-IN" sz="2800" b="1">
                                  <a:latin typeface="Cambria Math" panose="02040503050406030204" pitchFamily="18" charset="0"/>
                                </a:rPr>
                                <m:t>𝟖</m:t>
                              </m:r>
                            </m:den>
                          </m:f>
                        </m:e>
                      </m:rad>
                      <m:r>
                        <a:rPr lang="en-IN" sz="2800" b="1">
                          <a:latin typeface="Cambria Math" panose="02040503050406030204" pitchFamily="18" charset="0"/>
                        </a:rPr>
                        <m:t>=</m:t>
                      </m:r>
                      <m:r>
                        <a:rPr lang="en-IN" sz="2800" b="1">
                          <a:latin typeface="Cambria Math" panose="02040503050406030204" pitchFamily="18" charset="0"/>
                        </a:rPr>
                        <m:t>𝟐</m:t>
                      </m:r>
                      <m:r>
                        <a:rPr lang="en-IN" sz="2800" b="1">
                          <a:latin typeface="Cambria Math" panose="02040503050406030204" pitchFamily="18" charset="0"/>
                        </a:rPr>
                        <m:t>.</m:t>
                      </m:r>
                      <m:r>
                        <a:rPr lang="en-IN" sz="2800" b="1">
                          <a:latin typeface="Cambria Math" panose="02040503050406030204" pitchFamily="18" charset="0"/>
                        </a:rPr>
                        <m:t>𝟑𝟒𝟓</m:t>
                      </m:r>
                    </m:oMath>
                  </m:oMathPara>
                </a14:m>
                <a:endParaRPr lang="en-IN" sz="2800" b="1" dirty="0"/>
              </a:p>
            </p:txBody>
          </p:sp>
        </mc:Choice>
        <mc:Fallback xmlns="">
          <p:sp>
            <p:nvSpPr>
              <p:cNvPr id="8" name="TextBox 7">
                <a:extLst>
                  <a:ext uri="{FF2B5EF4-FFF2-40B4-BE49-F238E27FC236}">
                    <a16:creationId xmlns:a16="http://schemas.microsoft.com/office/drawing/2014/main" id="{B3136CEE-4213-4B3A-82EF-BE430BBCAD9A}"/>
                  </a:ext>
                </a:extLst>
              </p:cNvPr>
              <p:cNvSpPr txBox="1">
                <a:spLocks noRot="1" noChangeAspect="1" noMove="1" noResize="1" noEditPoints="1" noAdjustHandles="1" noChangeArrowheads="1" noChangeShapeType="1" noTextEdit="1"/>
              </p:cNvSpPr>
              <p:nvPr/>
            </p:nvSpPr>
            <p:spPr>
              <a:xfrm>
                <a:off x="5257800" y="5221040"/>
                <a:ext cx="3167062" cy="127304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111AEA7E-0C5B-ED79-FA53-3F155B649002}"/>
                  </a:ext>
                </a:extLst>
              </p14:cNvPr>
              <p14:cNvContentPartPr/>
              <p14:nvPr/>
            </p14:nvContentPartPr>
            <p14:xfrm>
              <a:off x="6887995" y="4242790"/>
              <a:ext cx="65520" cy="12960"/>
            </p14:xfrm>
          </p:contentPart>
        </mc:Choice>
        <mc:Fallback>
          <p:pic>
            <p:nvPicPr>
              <p:cNvPr id="3" name="Ink 2">
                <a:extLst>
                  <a:ext uri="{FF2B5EF4-FFF2-40B4-BE49-F238E27FC236}">
                    <a16:creationId xmlns:a16="http://schemas.microsoft.com/office/drawing/2014/main" id="{111AEA7E-0C5B-ED79-FA53-3F155B649002}"/>
                  </a:ext>
                </a:extLst>
              </p:cNvPr>
              <p:cNvPicPr/>
              <p:nvPr/>
            </p:nvPicPr>
            <p:blipFill>
              <a:blip r:embed="rId8"/>
              <a:stretch>
                <a:fillRect/>
              </a:stretch>
            </p:blipFill>
            <p:spPr>
              <a:xfrm>
                <a:off x="6881875" y="4236670"/>
                <a:ext cx="77760" cy="25200"/>
              </a:xfrm>
              <a:prstGeom prst="rect">
                <a:avLst/>
              </a:prstGeom>
            </p:spPr>
          </p:pic>
        </mc:Fallback>
      </mc:AlternateContent>
      <p:grpSp>
        <p:nvGrpSpPr>
          <p:cNvPr id="10" name="Group 9">
            <a:extLst>
              <a:ext uri="{FF2B5EF4-FFF2-40B4-BE49-F238E27FC236}">
                <a16:creationId xmlns:a16="http://schemas.microsoft.com/office/drawing/2014/main" id="{D72DF37A-4FF4-104A-3331-DBD9B7A2B876}"/>
              </a:ext>
            </a:extLst>
          </p:cNvPr>
          <p:cNvGrpSpPr/>
          <p:nvPr/>
        </p:nvGrpSpPr>
        <p:grpSpPr>
          <a:xfrm>
            <a:off x="6245755" y="3599470"/>
            <a:ext cx="2196360" cy="773640"/>
            <a:chOff x="6245755" y="3599470"/>
            <a:chExt cx="2196360" cy="773640"/>
          </a:xfrm>
        </p:grpSpPr>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EA21F4FA-FDCE-1A21-5EA6-E3F66956810B}"/>
                    </a:ext>
                  </a:extLst>
                </p14:cNvPr>
                <p14:cNvContentPartPr/>
                <p14:nvPr/>
              </p14:nvContentPartPr>
              <p14:xfrm>
                <a:off x="6245755" y="3599470"/>
                <a:ext cx="2196360" cy="773640"/>
              </p14:xfrm>
            </p:contentPart>
          </mc:Choice>
          <mc:Fallback>
            <p:pic>
              <p:nvPicPr>
                <p:cNvPr id="4" name="Ink 3">
                  <a:extLst>
                    <a:ext uri="{FF2B5EF4-FFF2-40B4-BE49-F238E27FC236}">
                      <a16:creationId xmlns:a16="http://schemas.microsoft.com/office/drawing/2014/main" id="{EA21F4FA-FDCE-1A21-5EA6-E3F66956810B}"/>
                    </a:ext>
                  </a:extLst>
                </p:cNvPr>
                <p:cNvPicPr/>
                <p:nvPr/>
              </p:nvPicPr>
              <p:blipFill>
                <a:blip r:embed="rId10"/>
                <a:stretch>
                  <a:fillRect/>
                </a:stretch>
              </p:blipFill>
              <p:spPr>
                <a:xfrm>
                  <a:off x="6239635" y="3593350"/>
                  <a:ext cx="2208600" cy="785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C41FBB23-72E5-C820-EBA1-969E0EBE1F84}"/>
                    </a:ext>
                  </a:extLst>
                </p14:cNvPr>
                <p14:cNvContentPartPr/>
                <p14:nvPr/>
              </p14:nvContentPartPr>
              <p14:xfrm>
                <a:off x="8380555" y="3693070"/>
                <a:ext cx="28440" cy="202320"/>
              </p14:xfrm>
            </p:contentPart>
          </mc:Choice>
          <mc:Fallback>
            <p:pic>
              <p:nvPicPr>
                <p:cNvPr id="9" name="Ink 8">
                  <a:extLst>
                    <a:ext uri="{FF2B5EF4-FFF2-40B4-BE49-F238E27FC236}">
                      <a16:creationId xmlns:a16="http://schemas.microsoft.com/office/drawing/2014/main" id="{C41FBB23-72E5-C820-EBA1-969E0EBE1F84}"/>
                    </a:ext>
                  </a:extLst>
                </p:cNvPr>
                <p:cNvPicPr/>
                <p:nvPr/>
              </p:nvPicPr>
              <p:blipFill>
                <a:blip r:embed="rId12"/>
                <a:stretch>
                  <a:fillRect/>
                </a:stretch>
              </p:blipFill>
              <p:spPr>
                <a:xfrm>
                  <a:off x="8374435" y="3686950"/>
                  <a:ext cx="40680" cy="214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BB7E973A-C457-E81E-6E93-72CB55D342CD}"/>
                  </a:ext>
                </a:extLst>
              </p14:cNvPr>
              <p14:cNvContentPartPr/>
              <p14:nvPr/>
            </p14:nvContentPartPr>
            <p14:xfrm>
              <a:off x="6595675" y="4391470"/>
              <a:ext cx="1444680" cy="621360"/>
            </p14:xfrm>
          </p:contentPart>
        </mc:Choice>
        <mc:Fallback>
          <p:pic>
            <p:nvPicPr>
              <p:cNvPr id="11" name="Ink 10">
                <a:extLst>
                  <a:ext uri="{FF2B5EF4-FFF2-40B4-BE49-F238E27FC236}">
                    <a16:creationId xmlns:a16="http://schemas.microsoft.com/office/drawing/2014/main" id="{BB7E973A-C457-E81E-6E93-72CB55D342CD}"/>
                  </a:ext>
                </a:extLst>
              </p:cNvPr>
              <p:cNvPicPr/>
              <p:nvPr/>
            </p:nvPicPr>
            <p:blipFill>
              <a:blip r:embed="rId14"/>
              <a:stretch>
                <a:fillRect/>
              </a:stretch>
            </p:blipFill>
            <p:spPr>
              <a:xfrm>
                <a:off x="6589555" y="4385350"/>
                <a:ext cx="1456920" cy="633600"/>
              </a:xfrm>
              <a:prstGeom prst="rect">
                <a:avLst/>
              </a:prstGeom>
            </p:spPr>
          </p:pic>
        </mc:Fallback>
      </mc:AlternateContent>
      <p:grpSp>
        <p:nvGrpSpPr>
          <p:cNvPr id="23" name="Group 22">
            <a:extLst>
              <a:ext uri="{FF2B5EF4-FFF2-40B4-BE49-F238E27FC236}">
                <a16:creationId xmlns:a16="http://schemas.microsoft.com/office/drawing/2014/main" id="{241972E2-B607-F08D-0EF4-52D65215AC7C}"/>
              </a:ext>
            </a:extLst>
          </p:cNvPr>
          <p:cNvGrpSpPr/>
          <p:nvPr/>
        </p:nvGrpSpPr>
        <p:grpSpPr>
          <a:xfrm>
            <a:off x="8144395" y="4038670"/>
            <a:ext cx="3543840" cy="1038600"/>
            <a:chOff x="8144395" y="4038670"/>
            <a:chExt cx="3543840" cy="1038600"/>
          </a:xfrm>
        </p:grpSpPr>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7EC3E5B7-3FC6-8B3A-EB90-3A5E07BD3FFA}"/>
                    </a:ext>
                  </a:extLst>
                </p14:cNvPr>
                <p14:cNvContentPartPr/>
                <p14:nvPr/>
              </p14:nvContentPartPr>
              <p14:xfrm>
                <a:off x="8144395" y="4480750"/>
                <a:ext cx="822600" cy="158760"/>
              </p14:xfrm>
            </p:contentPart>
          </mc:Choice>
          <mc:Fallback>
            <p:pic>
              <p:nvPicPr>
                <p:cNvPr id="12" name="Ink 11">
                  <a:extLst>
                    <a:ext uri="{FF2B5EF4-FFF2-40B4-BE49-F238E27FC236}">
                      <a16:creationId xmlns:a16="http://schemas.microsoft.com/office/drawing/2014/main" id="{7EC3E5B7-3FC6-8B3A-EB90-3A5E07BD3FFA}"/>
                    </a:ext>
                  </a:extLst>
                </p:cNvPr>
                <p:cNvPicPr/>
                <p:nvPr/>
              </p:nvPicPr>
              <p:blipFill>
                <a:blip r:embed="rId16"/>
                <a:stretch>
                  <a:fillRect/>
                </a:stretch>
              </p:blipFill>
              <p:spPr>
                <a:xfrm>
                  <a:off x="8138275" y="4474630"/>
                  <a:ext cx="83484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934DDC91-F09A-EC15-9F95-AB66E794D83B}"/>
                    </a:ext>
                  </a:extLst>
                </p14:cNvPr>
                <p14:cNvContentPartPr/>
                <p14:nvPr/>
              </p14:nvContentPartPr>
              <p14:xfrm>
                <a:off x="8857915" y="4303270"/>
                <a:ext cx="159480" cy="459720"/>
              </p14:xfrm>
            </p:contentPart>
          </mc:Choice>
          <mc:Fallback>
            <p:pic>
              <p:nvPicPr>
                <p:cNvPr id="13" name="Ink 12">
                  <a:extLst>
                    <a:ext uri="{FF2B5EF4-FFF2-40B4-BE49-F238E27FC236}">
                      <a16:creationId xmlns:a16="http://schemas.microsoft.com/office/drawing/2014/main" id="{934DDC91-F09A-EC15-9F95-AB66E794D83B}"/>
                    </a:ext>
                  </a:extLst>
                </p:cNvPr>
                <p:cNvPicPr/>
                <p:nvPr/>
              </p:nvPicPr>
              <p:blipFill>
                <a:blip r:embed="rId18"/>
                <a:stretch>
                  <a:fillRect/>
                </a:stretch>
              </p:blipFill>
              <p:spPr>
                <a:xfrm>
                  <a:off x="8851795" y="4297150"/>
                  <a:ext cx="171720" cy="471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CC1BFE74-3EEF-E3AE-5B20-2A6B5253C537}"/>
                    </a:ext>
                  </a:extLst>
                </p14:cNvPr>
                <p14:cNvContentPartPr/>
                <p14:nvPr/>
              </p14:nvContentPartPr>
              <p14:xfrm>
                <a:off x="9130795" y="4240270"/>
                <a:ext cx="584640" cy="493200"/>
              </p14:xfrm>
            </p:contentPart>
          </mc:Choice>
          <mc:Fallback>
            <p:pic>
              <p:nvPicPr>
                <p:cNvPr id="14" name="Ink 13">
                  <a:extLst>
                    <a:ext uri="{FF2B5EF4-FFF2-40B4-BE49-F238E27FC236}">
                      <a16:creationId xmlns:a16="http://schemas.microsoft.com/office/drawing/2014/main" id="{CC1BFE74-3EEF-E3AE-5B20-2A6B5253C537}"/>
                    </a:ext>
                  </a:extLst>
                </p:cNvPr>
                <p:cNvPicPr/>
                <p:nvPr/>
              </p:nvPicPr>
              <p:blipFill>
                <a:blip r:embed="rId20"/>
                <a:stretch>
                  <a:fillRect/>
                </a:stretch>
              </p:blipFill>
              <p:spPr>
                <a:xfrm>
                  <a:off x="9124675" y="4234150"/>
                  <a:ext cx="596880" cy="5054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78ED5825-3B55-6A48-D6D5-25986A55C735}"/>
                    </a:ext>
                  </a:extLst>
                </p14:cNvPr>
                <p14:cNvContentPartPr/>
                <p14:nvPr/>
              </p14:nvContentPartPr>
              <p14:xfrm>
                <a:off x="9703555" y="4459150"/>
                <a:ext cx="101880" cy="38520"/>
              </p14:xfrm>
            </p:contentPart>
          </mc:Choice>
          <mc:Fallback>
            <p:pic>
              <p:nvPicPr>
                <p:cNvPr id="15" name="Ink 14">
                  <a:extLst>
                    <a:ext uri="{FF2B5EF4-FFF2-40B4-BE49-F238E27FC236}">
                      <a16:creationId xmlns:a16="http://schemas.microsoft.com/office/drawing/2014/main" id="{78ED5825-3B55-6A48-D6D5-25986A55C735}"/>
                    </a:ext>
                  </a:extLst>
                </p:cNvPr>
                <p:cNvPicPr/>
                <p:nvPr/>
              </p:nvPicPr>
              <p:blipFill>
                <a:blip r:embed="rId22"/>
                <a:stretch>
                  <a:fillRect/>
                </a:stretch>
              </p:blipFill>
              <p:spPr>
                <a:xfrm>
                  <a:off x="9697435" y="4453030"/>
                  <a:ext cx="11412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E7FFE796-22E7-B53F-F3D5-36A726C9A82D}"/>
                    </a:ext>
                  </a:extLst>
                </p14:cNvPr>
                <p14:cNvContentPartPr/>
                <p14:nvPr/>
              </p14:nvContentPartPr>
              <p14:xfrm>
                <a:off x="9990115" y="4440430"/>
                <a:ext cx="275040" cy="139320"/>
              </p14:xfrm>
            </p:contentPart>
          </mc:Choice>
          <mc:Fallback>
            <p:pic>
              <p:nvPicPr>
                <p:cNvPr id="16" name="Ink 15">
                  <a:extLst>
                    <a:ext uri="{FF2B5EF4-FFF2-40B4-BE49-F238E27FC236}">
                      <a16:creationId xmlns:a16="http://schemas.microsoft.com/office/drawing/2014/main" id="{E7FFE796-22E7-B53F-F3D5-36A726C9A82D}"/>
                    </a:ext>
                  </a:extLst>
                </p:cNvPr>
                <p:cNvPicPr/>
                <p:nvPr/>
              </p:nvPicPr>
              <p:blipFill>
                <a:blip r:embed="rId24"/>
                <a:stretch>
                  <a:fillRect/>
                </a:stretch>
              </p:blipFill>
              <p:spPr>
                <a:xfrm>
                  <a:off x="9983995" y="4434310"/>
                  <a:ext cx="2872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651C2828-E9FB-7353-2404-CD4DB3B172C9}"/>
                    </a:ext>
                  </a:extLst>
                </p14:cNvPr>
                <p14:cNvContentPartPr/>
                <p14:nvPr/>
              </p14:nvContentPartPr>
              <p14:xfrm>
                <a:off x="10557475" y="4076110"/>
                <a:ext cx="652680" cy="871200"/>
              </p14:xfrm>
            </p:contentPart>
          </mc:Choice>
          <mc:Fallback>
            <p:pic>
              <p:nvPicPr>
                <p:cNvPr id="17" name="Ink 16">
                  <a:extLst>
                    <a:ext uri="{FF2B5EF4-FFF2-40B4-BE49-F238E27FC236}">
                      <a16:creationId xmlns:a16="http://schemas.microsoft.com/office/drawing/2014/main" id="{651C2828-E9FB-7353-2404-CD4DB3B172C9}"/>
                    </a:ext>
                  </a:extLst>
                </p:cNvPr>
                <p:cNvPicPr/>
                <p:nvPr/>
              </p:nvPicPr>
              <p:blipFill>
                <a:blip r:embed="rId26"/>
                <a:stretch>
                  <a:fillRect/>
                </a:stretch>
              </p:blipFill>
              <p:spPr>
                <a:xfrm>
                  <a:off x="10551355" y="4069990"/>
                  <a:ext cx="664920" cy="8834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86B89627-7E4A-25C2-8451-AF233549F55B}"/>
                    </a:ext>
                  </a:extLst>
                </p14:cNvPr>
                <p14:cNvContentPartPr/>
                <p14:nvPr/>
              </p14:nvContentPartPr>
              <p14:xfrm>
                <a:off x="11206555" y="4303630"/>
                <a:ext cx="163800" cy="79920"/>
              </p14:xfrm>
            </p:contentPart>
          </mc:Choice>
          <mc:Fallback>
            <p:pic>
              <p:nvPicPr>
                <p:cNvPr id="18" name="Ink 17">
                  <a:extLst>
                    <a:ext uri="{FF2B5EF4-FFF2-40B4-BE49-F238E27FC236}">
                      <a16:creationId xmlns:a16="http://schemas.microsoft.com/office/drawing/2014/main" id="{86B89627-7E4A-25C2-8451-AF233549F55B}"/>
                    </a:ext>
                  </a:extLst>
                </p:cNvPr>
                <p:cNvPicPr/>
                <p:nvPr/>
              </p:nvPicPr>
              <p:blipFill>
                <a:blip r:embed="rId28"/>
                <a:stretch>
                  <a:fillRect/>
                </a:stretch>
              </p:blipFill>
              <p:spPr>
                <a:xfrm>
                  <a:off x="11200435" y="4297510"/>
                  <a:ext cx="1760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B30E5D1C-2204-A337-30F9-DDC6EECE4BA5}"/>
                    </a:ext>
                  </a:extLst>
                </p14:cNvPr>
                <p14:cNvContentPartPr/>
                <p14:nvPr/>
              </p14:nvContentPartPr>
              <p14:xfrm>
                <a:off x="10572235" y="4180510"/>
                <a:ext cx="290160" cy="104040"/>
              </p14:xfrm>
            </p:contentPart>
          </mc:Choice>
          <mc:Fallback>
            <p:pic>
              <p:nvPicPr>
                <p:cNvPr id="19" name="Ink 18">
                  <a:extLst>
                    <a:ext uri="{FF2B5EF4-FFF2-40B4-BE49-F238E27FC236}">
                      <a16:creationId xmlns:a16="http://schemas.microsoft.com/office/drawing/2014/main" id="{B30E5D1C-2204-A337-30F9-DDC6EECE4BA5}"/>
                    </a:ext>
                  </a:extLst>
                </p:cNvPr>
                <p:cNvPicPr/>
                <p:nvPr/>
              </p:nvPicPr>
              <p:blipFill>
                <a:blip r:embed="rId30"/>
                <a:stretch>
                  <a:fillRect/>
                </a:stretch>
              </p:blipFill>
              <p:spPr>
                <a:xfrm>
                  <a:off x="10566115" y="4174390"/>
                  <a:ext cx="3024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C0E2D353-48F8-B86B-732C-B184DAB02D8F}"/>
                    </a:ext>
                  </a:extLst>
                </p14:cNvPr>
                <p14:cNvContentPartPr/>
                <p14:nvPr/>
              </p14:nvContentPartPr>
              <p14:xfrm>
                <a:off x="11567995" y="4038670"/>
                <a:ext cx="50040" cy="270360"/>
              </p14:xfrm>
            </p:contentPart>
          </mc:Choice>
          <mc:Fallback>
            <p:pic>
              <p:nvPicPr>
                <p:cNvPr id="20" name="Ink 19">
                  <a:extLst>
                    <a:ext uri="{FF2B5EF4-FFF2-40B4-BE49-F238E27FC236}">
                      <a16:creationId xmlns:a16="http://schemas.microsoft.com/office/drawing/2014/main" id="{C0E2D353-48F8-B86B-732C-B184DAB02D8F}"/>
                    </a:ext>
                  </a:extLst>
                </p:cNvPr>
                <p:cNvPicPr/>
                <p:nvPr/>
              </p:nvPicPr>
              <p:blipFill>
                <a:blip r:embed="rId32"/>
                <a:stretch>
                  <a:fillRect/>
                </a:stretch>
              </p:blipFill>
              <p:spPr>
                <a:xfrm>
                  <a:off x="11561875" y="4032550"/>
                  <a:ext cx="6228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1A658540-2FE2-D0AC-B07F-BFEEB779D00F}"/>
                    </a:ext>
                  </a:extLst>
                </p14:cNvPr>
                <p14:cNvContentPartPr/>
                <p14:nvPr/>
              </p14:nvContentPartPr>
              <p14:xfrm>
                <a:off x="11571595" y="4522150"/>
                <a:ext cx="31680" cy="32400"/>
              </p14:xfrm>
            </p:contentPart>
          </mc:Choice>
          <mc:Fallback>
            <p:pic>
              <p:nvPicPr>
                <p:cNvPr id="21" name="Ink 20">
                  <a:extLst>
                    <a:ext uri="{FF2B5EF4-FFF2-40B4-BE49-F238E27FC236}">
                      <a16:creationId xmlns:a16="http://schemas.microsoft.com/office/drawing/2014/main" id="{1A658540-2FE2-D0AC-B07F-BFEEB779D00F}"/>
                    </a:ext>
                  </a:extLst>
                </p:cNvPr>
                <p:cNvPicPr/>
                <p:nvPr/>
              </p:nvPicPr>
              <p:blipFill>
                <a:blip r:embed="rId34"/>
                <a:stretch>
                  <a:fillRect/>
                </a:stretch>
              </p:blipFill>
              <p:spPr>
                <a:xfrm>
                  <a:off x="11565475" y="4516030"/>
                  <a:ext cx="439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8778DED7-F15B-2FAC-5110-CF2E54014A5E}"/>
                    </a:ext>
                  </a:extLst>
                </p14:cNvPr>
                <p14:cNvContentPartPr/>
                <p14:nvPr/>
              </p14:nvContentPartPr>
              <p14:xfrm>
                <a:off x="9004795" y="4634830"/>
                <a:ext cx="2683440" cy="442440"/>
              </p14:xfrm>
            </p:contentPart>
          </mc:Choice>
          <mc:Fallback>
            <p:pic>
              <p:nvPicPr>
                <p:cNvPr id="22" name="Ink 21">
                  <a:extLst>
                    <a:ext uri="{FF2B5EF4-FFF2-40B4-BE49-F238E27FC236}">
                      <a16:creationId xmlns:a16="http://schemas.microsoft.com/office/drawing/2014/main" id="{8778DED7-F15B-2FAC-5110-CF2E54014A5E}"/>
                    </a:ext>
                  </a:extLst>
                </p:cNvPr>
                <p:cNvPicPr/>
                <p:nvPr/>
              </p:nvPicPr>
              <p:blipFill>
                <a:blip r:embed="rId36"/>
                <a:stretch>
                  <a:fillRect/>
                </a:stretch>
              </p:blipFill>
              <p:spPr>
                <a:xfrm>
                  <a:off x="8998675" y="4628710"/>
                  <a:ext cx="2695680" cy="454680"/>
                </a:xfrm>
                <a:prstGeom prst="rect">
                  <a:avLst/>
                </a:prstGeom>
              </p:spPr>
            </p:pic>
          </mc:Fallback>
        </mc:AlternateContent>
      </p:grpSp>
    </p:spTree>
    <p:extLst>
      <p:ext uri="{BB962C8B-B14F-4D97-AF65-F5344CB8AC3E}">
        <p14:creationId xmlns:p14="http://schemas.microsoft.com/office/powerpoint/2010/main" val="416759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a:extLst>
              <a:ext uri="{FF2B5EF4-FFF2-40B4-BE49-F238E27FC236}">
                <a16:creationId xmlns:a16="http://schemas.microsoft.com/office/drawing/2014/main" id="{BAA482A4-F51D-4E5C-9A2F-0E7C86CEDA73}"/>
              </a:ext>
            </a:extLst>
          </p:cNvPr>
          <p:cNvGraphicFramePr>
            <a:graphicFrameLocks noGrp="1"/>
          </p:cNvGraphicFramePr>
          <p:nvPr>
            <p:extLst>
              <p:ext uri="{D42A27DB-BD31-4B8C-83A1-F6EECF244321}">
                <p14:modId xmlns:p14="http://schemas.microsoft.com/office/powerpoint/2010/main" val="2505435380"/>
              </p:ext>
            </p:extLst>
          </p:nvPr>
        </p:nvGraphicFramePr>
        <p:xfrm>
          <a:off x="1066800" y="1128173"/>
          <a:ext cx="2457449" cy="5348827"/>
        </p:xfrm>
        <a:graphic>
          <a:graphicData uri="http://schemas.openxmlformats.org/drawingml/2006/table">
            <a:tbl>
              <a:tblPr/>
              <a:tblGrid>
                <a:gridCol w="1162050">
                  <a:extLst>
                    <a:ext uri="{9D8B030D-6E8A-4147-A177-3AD203B41FA5}">
                      <a16:colId xmlns:a16="http://schemas.microsoft.com/office/drawing/2014/main" val="20000"/>
                    </a:ext>
                  </a:extLst>
                </a:gridCol>
                <a:gridCol w="1295399">
                  <a:extLst>
                    <a:ext uri="{9D8B030D-6E8A-4147-A177-3AD203B41FA5}">
                      <a16:colId xmlns:a16="http://schemas.microsoft.com/office/drawing/2014/main" val="20001"/>
                    </a:ext>
                  </a:extLst>
                </a:gridCol>
              </a:tblGrid>
              <a:tr h="883347">
                <a:tc>
                  <a:txBody>
                    <a:bodyPr/>
                    <a:lstStyle/>
                    <a:p>
                      <a:pPr algn="ctr" fontAlgn="ctr"/>
                      <a:r>
                        <a:rPr lang="en-US" sz="1800" b="0" i="0" u="none" strike="noStrike" dirty="0">
                          <a:solidFill>
                            <a:srgbClr val="FF0000"/>
                          </a:solidFill>
                          <a:latin typeface="+mn-lt"/>
                        </a:rPr>
                        <a:t>Sl. No.</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X</a:t>
                      </a:r>
                      <a:r>
                        <a:rPr lang="en-US" sz="1800" b="0" i="0" u="none" strike="noStrike" baseline="-25000" dirty="0">
                          <a:solidFill>
                            <a:srgbClr val="FF0000"/>
                          </a:solidFill>
                          <a:latin typeface="+mn-lt"/>
                        </a:rPr>
                        <a:t>2</a:t>
                      </a:r>
                      <a:endParaRPr lang="en-US" sz="1800" b="0" i="0" u="none" strike="noStrike" dirty="0">
                        <a:solidFill>
                          <a:srgbClr val="FF0000"/>
                        </a:solidFill>
                        <a:latin typeface="+mn-lt"/>
                      </a:endParaRP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46548">
                <a:tc>
                  <a:txBody>
                    <a:bodyPr/>
                    <a:lstStyle/>
                    <a:p>
                      <a:pPr algn="ctr" fontAlgn="ctr"/>
                      <a:r>
                        <a:rPr lang="en-US" sz="1800" b="0" i="0" u="none" strike="noStrike" dirty="0">
                          <a:solidFill>
                            <a:srgbClr val="000000"/>
                          </a:solidFill>
                          <a:latin typeface="+mn-lt"/>
                        </a:rPr>
                        <a:t>1</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6548">
                <a:tc>
                  <a:txBody>
                    <a:bodyPr/>
                    <a:lstStyle/>
                    <a:p>
                      <a:pPr algn="ctr" fontAlgn="ctr"/>
                      <a:r>
                        <a:rPr lang="en-US" sz="1800" b="0" i="0" u="none" strike="noStrike">
                          <a:solidFill>
                            <a:srgbClr val="000000"/>
                          </a:solidFill>
                          <a:latin typeface="+mn-lt"/>
                        </a:rPr>
                        <a:t>2</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6548">
                <a:tc>
                  <a:txBody>
                    <a:bodyPr/>
                    <a:lstStyle/>
                    <a:p>
                      <a:pPr algn="ctr" fontAlgn="ctr"/>
                      <a:r>
                        <a:rPr lang="en-US" sz="1800" b="0" i="0" u="none" strike="noStrike">
                          <a:solidFill>
                            <a:srgbClr val="000000"/>
                          </a:solidFill>
                          <a:latin typeface="+mn-lt"/>
                        </a:rPr>
                        <a:t>3</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6548">
                <a:tc>
                  <a:txBody>
                    <a:bodyPr/>
                    <a:lstStyle/>
                    <a:p>
                      <a:pPr algn="ctr" fontAlgn="ctr"/>
                      <a:r>
                        <a:rPr lang="en-US" sz="1800" b="0" i="0" u="none" strike="noStrike">
                          <a:solidFill>
                            <a:srgbClr val="000000"/>
                          </a:solidFill>
                          <a:latin typeface="+mn-lt"/>
                        </a:rPr>
                        <a:t>4</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6548">
                <a:tc>
                  <a:txBody>
                    <a:bodyPr/>
                    <a:lstStyle/>
                    <a:p>
                      <a:pPr algn="ctr" fontAlgn="ctr"/>
                      <a:r>
                        <a:rPr lang="en-US" sz="1800" b="0" i="0" u="none" strike="noStrike">
                          <a:solidFill>
                            <a:srgbClr val="000000"/>
                          </a:solidFill>
                          <a:latin typeface="+mn-lt"/>
                        </a:rPr>
                        <a:t>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6548">
                <a:tc>
                  <a:txBody>
                    <a:bodyPr/>
                    <a:lstStyle/>
                    <a:p>
                      <a:pPr algn="ctr" fontAlgn="ctr"/>
                      <a:r>
                        <a:rPr lang="en-US" sz="1800" b="0" i="0" u="none" strike="noStrike">
                          <a:solidFill>
                            <a:srgbClr val="000000"/>
                          </a:solidFill>
                          <a:latin typeface="+mn-lt"/>
                        </a:rPr>
                        <a:t>6</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46548">
                <a:tc>
                  <a:txBody>
                    <a:bodyPr/>
                    <a:lstStyle/>
                    <a:p>
                      <a:pPr algn="ctr" fontAlgn="ctr"/>
                      <a:r>
                        <a:rPr lang="en-US" sz="1800" b="0" i="0" u="none" strike="noStrike">
                          <a:solidFill>
                            <a:srgbClr val="000000"/>
                          </a:solidFill>
                          <a:latin typeface="+mn-lt"/>
                        </a:rPr>
                        <a:t>7</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46548">
                <a:tc>
                  <a:txBody>
                    <a:bodyPr/>
                    <a:lstStyle/>
                    <a:p>
                      <a:pPr algn="ctr" fontAlgn="ctr"/>
                      <a:r>
                        <a:rPr lang="en-US" sz="1800" b="0" i="0" u="none" strike="noStrike">
                          <a:solidFill>
                            <a:srgbClr val="000000"/>
                          </a:solidFill>
                          <a:latin typeface="+mn-lt"/>
                        </a:rPr>
                        <a:t>8</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6548">
                <a:tc>
                  <a:txBody>
                    <a:bodyPr/>
                    <a:lstStyle/>
                    <a:p>
                      <a:pPr algn="ctr" fontAlgn="ctr"/>
                      <a:r>
                        <a:rPr lang="en-US" sz="1800" b="0" i="0" u="none" strike="noStrike">
                          <a:solidFill>
                            <a:srgbClr val="000000"/>
                          </a:solidFill>
                          <a:latin typeface="+mn-lt"/>
                        </a:rPr>
                        <a:t>9</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IN" sz="18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46548">
                <a:tc>
                  <a:txBody>
                    <a:bodyPr/>
                    <a:lstStyle/>
                    <a:p>
                      <a:pPr algn="ctr" fontAlgn="ctr"/>
                      <a:r>
                        <a:rPr lang="en-US" sz="1800" b="0" i="0" u="none" strike="noStrike">
                          <a:solidFill>
                            <a:srgbClr val="FF0000"/>
                          </a:solidFill>
                          <a:latin typeface="+mn-lt"/>
                        </a:rPr>
                        <a:t>Total</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800" b="0" i="0" u="none" strike="noStrike" dirty="0">
                          <a:solidFill>
                            <a:srgbClr val="FF0000"/>
                          </a:solidFill>
                          <a:latin typeface="+mn-lt"/>
                        </a:rPr>
                        <a:t>45</a:t>
                      </a:r>
                    </a:p>
                  </a:txBody>
                  <a:tcPr marL="14631" marR="14631" marT="11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bl>
          </a:graphicData>
        </a:graphic>
      </p:graphicFrame>
      <p:graphicFrame>
        <p:nvGraphicFramePr>
          <p:cNvPr id="6" name="Object 5"/>
          <p:cNvGraphicFramePr>
            <a:graphicFrameLocks noChangeAspect="1"/>
          </p:cNvGraphicFramePr>
          <p:nvPr/>
        </p:nvGraphicFramePr>
        <p:xfrm>
          <a:off x="5257801" y="1600200"/>
          <a:ext cx="3167063" cy="1600200"/>
        </p:xfrm>
        <a:graphic>
          <a:graphicData uri="http://schemas.openxmlformats.org/presentationml/2006/ole">
            <mc:AlternateContent xmlns:mc="http://schemas.openxmlformats.org/markup-compatibility/2006">
              <mc:Choice xmlns:v="urn:schemas-microsoft-com:vml" Requires="v">
                <p:oleObj name="Equation" r:id="rId2" imgW="1206360" imgH="609480" progId="Equation.3">
                  <p:embed/>
                </p:oleObj>
              </mc:Choice>
              <mc:Fallback>
                <p:oleObj name="Equation" r:id="rId2" imgW="1206360" imgH="609480" progId="Equation.3">
                  <p:embed/>
                  <p:pic>
                    <p:nvPicPr>
                      <p:cNvPr id="6" name="Object 5"/>
                      <p:cNvPicPr/>
                      <p:nvPr/>
                    </p:nvPicPr>
                    <p:blipFill>
                      <a:blip r:embed="rId3"/>
                      <a:stretch>
                        <a:fillRect/>
                      </a:stretch>
                    </p:blipFill>
                    <p:spPr>
                      <a:xfrm>
                        <a:off x="5257801" y="1600200"/>
                        <a:ext cx="3167063" cy="1600200"/>
                      </a:xfrm>
                      <a:prstGeom prst="rect">
                        <a:avLst/>
                      </a:prstGeom>
                      <a:solidFill>
                        <a:schemeClr val="accent2">
                          <a:lumMod val="20000"/>
                          <a:lumOff val="80000"/>
                        </a:schemeClr>
                      </a:solidFill>
                    </p:spPr>
                  </p:pic>
                </p:oleObj>
              </mc:Fallback>
            </mc:AlternateContent>
          </a:graphicData>
        </a:graphic>
      </p:graphicFrame>
      <p:pic>
        <p:nvPicPr>
          <p:cNvPr id="7" name="Picture 6">
            <a:extLst>
              <a:ext uri="{FF2B5EF4-FFF2-40B4-BE49-F238E27FC236}">
                <a16:creationId xmlns:a16="http://schemas.microsoft.com/office/drawing/2014/main" id="{C619B80D-B219-4D85-9791-43FDF2AFD100}"/>
              </a:ext>
            </a:extLst>
          </p:cNvPr>
          <p:cNvPicPr>
            <a:picLocks noChangeAspect="1"/>
          </p:cNvPicPr>
          <p:nvPr/>
        </p:nvPicPr>
        <p:blipFill>
          <a:blip r:embed="rId4"/>
          <a:stretch>
            <a:fillRect/>
          </a:stretch>
        </p:blipFill>
        <p:spPr>
          <a:xfrm>
            <a:off x="5260312" y="3316072"/>
            <a:ext cx="3048000" cy="142875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A3AEE8D-6C26-4A6C-83A1-FD1E933BAFD3}"/>
                  </a:ext>
                </a:extLst>
              </p:cNvPr>
              <p:cNvSpPr txBox="1"/>
              <p:nvPr/>
            </p:nvSpPr>
            <p:spPr>
              <a:xfrm>
                <a:off x="5257801" y="5181601"/>
                <a:ext cx="3117135" cy="1273041"/>
              </a:xfrm>
              <a:prstGeom prst="rect">
                <a:avLst/>
              </a:prstGeom>
              <a:solidFill>
                <a:srgbClr val="FFFF99"/>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a:latin typeface="Cambria Math" panose="02040503050406030204" pitchFamily="18" charset="0"/>
                        </a:rPr>
                        <m:t>𝐒</m:t>
                      </m:r>
                      <m:r>
                        <a:rPr lang="en-IN" sz="2800" b="1">
                          <a:latin typeface="Cambria Math" panose="02040503050406030204" pitchFamily="18" charset="0"/>
                        </a:rPr>
                        <m:t>=</m:t>
                      </m:r>
                      <m:rad>
                        <m:radPr>
                          <m:degHide m:val="on"/>
                          <m:ctrlPr>
                            <a:rPr lang="en-IN" sz="2800" b="1" i="1">
                              <a:latin typeface="Cambria Math" panose="02040503050406030204" pitchFamily="18" charset="0"/>
                            </a:rPr>
                          </m:ctrlPr>
                        </m:radPr>
                        <m:deg/>
                        <m:e>
                          <m:f>
                            <m:fPr>
                              <m:ctrlPr>
                                <a:rPr lang="en-IN" sz="2800" b="1" i="1">
                                  <a:latin typeface="Cambria Math" panose="02040503050406030204" pitchFamily="18" charset="0"/>
                                </a:rPr>
                              </m:ctrlPr>
                            </m:fPr>
                            <m:num>
                              <m:r>
                                <a:rPr lang="en-IN" sz="2800" b="1">
                                  <a:latin typeface="Cambria Math" panose="02040503050406030204" pitchFamily="18" charset="0"/>
                                </a:rPr>
                                <m:t>𝟏𝟑𝟒</m:t>
                              </m:r>
                            </m:num>
                            <m:den>
                              <m:r>
                                <a:rPr lang="en-IN" sz="2800" b="1">
                                  <a:latin typeface="Cambria Math" panose="02040503050406030204" pitchFamily="18" charset="0"/>
                                </a:rPr>
                                <m:t>𝟖</m:t>
                              </m:r>
                            </m:den>
                          </m:f>
                        </m:e>
                      </m:rad>
                      <m:r>
                        <a:rPr lang="en-IN" sz="2800" b="1">
                          <a:latin typeface="Cambria Math" panose="02040503050406030204" pitchFamily="18" charset="0"/>
                        </a:rPr>
                        <m:t>=</m:t>
                      </m:r>
                      <m:r>
                        <a:rPr lang="en-IN" sz="2800" b="1">
                          <a:latin typeface="Cambria Math" panose="02040503050406030204" pitchFamily="18" charset="0"/>
                        </a:rPr>
                        <m:t>𝟒</m:t>
                      </m:r>
                      <m:r>
                        <a:rPr lang="en-IN" sz="2800" b="1">
                          <a:latin typeface="Cambria Math" panose="02040503050406030204" pitchFamily="18" charset="0"/>
                        </a:rPr>
                        <m:t>.</m:t>
                      </m:r>
                      <m:r>
                        <a:rPr lang="en-IN" sz="2800" b="1">
                          <a:latin typeface="Cambria Math" panose="02040503050406030204" pitchFamily="18" charset="0"/>
                        </a:rPr>
                        <m:t>𝟎𝟗𝟑</m:t>
                      </m:r>
                    </m:oMath>
                  </m:oMathPara>
                </a14:m>
                <a:endParaRPr lang="en-IN" sz="2800" b="1" dirty="0"/>
              </a:p>
            </p:txBody>
          </p:sp>
        </mc:Choice>
        <mc:Fallback xmlns="">
          <p:sp>
            <p:nvSpPr>
              <p:cNvPr id="8" name="TextBox 7">
                <a:extLst>
                  <a:ext uri="{FF2B5EF4-FFF2-40B4-BE49-F238E27FC236}">
                    <a16:creationId xmlns:a16="http://schemas.microsoft.com/office/drawing/2014/main" id="{EA3AEE8D-6C26-4A6C-83A1-FD1E933BAFD3}"/>
                  </a:ext>
                </a:extLst>
              </p:cNvPr>
              <p:cNvSpPr txBox="1">
                <a:spLocks noRot="1" noChangeAspect="1" noMove="1" noResize="1" noEditPoints="1" noAdjustHandles="1" noChangeArrowheads="1" noChangeShapeType="1" noTextEdit="1"/>
              </p:cNvSpPr>
              <p:nvPr/>
            </p:nvSpPr>
            <p:spPr>
              <a:xfrm>
                <a:off x="5257801" y="5181601"/>
                <a:ext cx="3117135" cy="127304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EE7F7F78-DB96-3D54-D9DF-0B9E3C28F2BF}"/>
                  </a:ext>
                </a:extLst>
              </p14:cNvPr>
              <p14:cNvContentPartPr/>
              <p14:nvPr/>
            </p14:nvContentPartPr>
            <p14:xfrm>
              <a:off x="5127595" y="2156230"/>
              <a:ext cx="729360" cy="891000"/>
            </p14:xfrm>
          </p:contentPart>
        </mc:Choice>
        <mc:Fallback>
          <p:pic>
            <p:nvPicPr>
              <p:cNvPr id="3" name="Ink 2">
                <a:extLst>
                  <a:ext uri="{FF2B5EF4-FFF2-40B4-BE49-F238E27FC236}">
                    <a16:creationId xmlns:a16="http://schemas.microsoft.com/office/drawing/2014/main" id="{EE7F7F78-DB96-3D54-D9DF-0B9E3C28F2BF}"/>
                  </a:ext>
                </a:extLst>
              </p:cNvPr>
              <p:cNvPicPr/>
              <p:nvPr/>
            </p:nvPicPr>
            <p:blipFill>
              <a:blip r:embed="rId8"/>
              <a:stretch>
                <a:fillRect/>
              </a:stretch>
            </p:blipFill>
            <p:spPr>
              <a:xfrm>
                <a:off x="5121475" y="2150110"/>
                <a:ext cx="741600" cy="903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6B7F9964-977D-8565-7D7B-345A3A6274D4}"/>
                  </a:ext>
                </a:extLst>
              </p14:cNvPr>
              <p14:cNvContentPartPr/>
              <p14:nvPr/>
            </p14:nvContentPartPr>
            <p14:xfrm>
              <a:off x="5333155" y="2683630"/>
              <a:ext cx="360" cy="360"/>
            </p14:xfrm>
          </p:contentPart>
        </mc:Choice>
        <mc:Fallback>
          <p:pic>
            <p:nvPicPr>
              <p:cNvPr id="4" name="Ink 3">
                <a:extLst>
                  <a:ext uri="{FF2B5EF4-FFF2-40B4-BE49-F238E27FC236}">
                    <a16:creationId xmlns:a16="http://schemas.microsoft.com/office/drawing/2014/main" id="{6B7F9964-977D-8565-7D7B-345A3A6274D4}"/>
                  </a:ext>
                </a:extLst>
              </p:cNvPr>
              <p:cNvPicPr/>
              <p:nvPr/>
            </p:nvPicPr>
            <p:blipFill>
              <a:blip r:embed="rId10"/>
              <a:stretch>
                <a:fillRect/>
              </a:stretch>
            </p:blipFill>
            <p:spPr>
              <a:xfrm>
                <a:off x="5327035" y="267751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7C23E0BB-478D-59A0-C6A2-FD86AACA89EF}"/>
                  </a:ext>
                </a:extLst>
              </p14:cNvPr>
              <p14:cNvContentPartPr/>
              <p14:nvPr/>
            </p14:nvContentPartPr>
            <p14:xfrm>
              <a:off x="5082235" y="2145430"/>
              <a:ext cx="765360" cy="920880"/>
            </p14:xfrm>
          </p:contentPart>
        </mc:Choice>
        <mc:Fallback>
          <p:pic>
            <p:nvPicPr>
              <p:cNvPr id="9" name="Ink 8">
                <a:extLst>
                  <a:ext uri="{FF2B5EF4-FFF2-40B4-BE49-F238E27FC236}">
                    <a16:creationId xmlns:a16="http://schemas.microsoft.com/office/drawing/2014/main" id="{7C23E0BB-478D-59A0-C6A2-FD86AACA89EF}"/>
                  </a:ext>
                </a:extLst>
              </p:cNvPr>
              <p:cNvPicPr/>
              <p:nvPr/>
            </p:nvPicPr>
            <p:blipFill>
              <a:blip r:embed="rId12"/>
              <a:stretch>
                <a:fillRect/>
              </a:stretch>
            </p:blipFill>
            <p:spPr>
              <a:xfrm>
                <a:off x="5076115" y="2139310"/>
                <a:ext cx="777600" cy="933120"/>
              </a:xfrm>
              <a:prstGeom prst="rect">
                <a:avLst/>
              </a:prstGeom>
            </p:spPr>
          </p:pic>
        </mc:Fallback>
      </mc:AlternateContent>
      <p:grpSp>
        <p:nvGrpSpPr>
          <p:cNvPr id="12" name="Group 11">
            <a:extLst>
              <a:ext uri="{FF2B5EF4-FFF2-40B4-BE49-F238E27FC236}">
                <a16:creationId xmlns:a16="http://schemas.microsoft.com/office/drawing/2014/main" id="{993E05F5-D659-F475-3492-6496AF7D7CA5}"/>
              </a:ext>
            </a:extLst>
          </p:cNvPr>
          <p:cNvGrpSpPr/>
          <p:nvPr/>
        </p:nvGrpSpPr>
        <p:grpSpPr>
          <a:xfrm>
            <a:off x="6538435" y="4203190"/>
            <a:ext cx="633960" cy="786240"/>
            <a:chOff x="6538435" y="4203190"/>
            <a:chExt cx="633960" cy="786240"/>
          </a:xfrm>
        </p:grpSpPr>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2EE9D49A-5072-F3D8-E29E-9D8FD71A58BA}"/>
                    </a:ext>
                  </a:extLst>
                </p14:cNvPr>
                <p14:cNvContentPartPr/>
                <p14:nvPr/>
              </p14:nvContentPartPr>
              <p14:xfrm>
                <a:off x="6773515" y="4203190"/>
                <a:ext cx="398880" cy="608760"/>
              </p14:xfrm>
            </p:contentPart>
          </mc:Choice>
          <mc:Fallback>
            <p:pic>
              <p:nvPicPr>
                <p:cNvPr id="10" name="Ink 9">
                  <a:extLst>
                    <a:ext uri="{FF2B5EF4-FFF2-40B4-BE49-F238E27FC236}">
                      <a16:creationId xmlns:a16="http://schemas.microsoft.com/office/drawing/2014/main" id="{2EE9D49A-5072-F3D8-E29E-9D8FD71A58BA}"/>
                    </a:ext>
                  </a:extLst>
                </p:cNvPr>
                <p:cNvPicPr/>
                <p:nvPr/>
              </p:nvPicPr>
              <p:blipFill>
                <a:blip r:embed="rId14"/>
                <a:stretch>
                  <a:fillRect/>
                </a:stretch>
              </p:blipFill>
              <p:spPr>
                <a:xfrm>
                  <a:off x="6767395" y="4197070"/>
                  <a:ext cx="411120" cy="621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1E613B4C-2D48-A7BB-AB24-1201ECB92D86}"/>
                    </a:ext>
                  </a:extLst>
                </p14:cNvPr>
                <p14:cNvContentPartPr/>
                <p14:nvPr/>
              </p14:nvContentPartPr>
              <p14:xfrm>
                <a:off x="6538435" y="4713670"/>
                <a:ext cx="203400" cy="275760"/>
              </p14:xfrm>
            </p:contentPart>
          </mc:Choice>
          <mc:Fallback>
            <p:pic>
              <p:nvPicPr>
                <p:cNvPr id="11" name="Ink 10">
                  <a:extLst>
                    <a:ext uri="{FF2B5EF4-FFF2-40B4-BE49-F238E27FC236}">
                      <a16:creationId xmlns:a16="http://schemas.microsoft.com/office/drawing/2014/main" id="{1E613B4C-2D48-A7BB-AB24-1201ECB92D86}"/>
                    </a:ext>
                  </a:extLst>
                </p:cNvPr>
                <p:cNvPicPr/>
                <p:nvPr/>
              </p:nvPicPr>
              <p:blipFill>
                <a:blip r:embed="rId16"/>
                <a:stretch>
                  <a:fillRect/>
                </a:stretch>
              </p:blipFill>
              <p:spPr>
                <a:xfrm>
                  <a:off x="6532315" y="4707550"/>
                  <a:ext cx="215640" cy="288000"/>
                </a:xfrm>
                <a:prstGeom prst="rect">
                  <a:avLst/>
                </a:prstGeom>
              </p:spPr>
            </p:pic>
          </mc:Fallback>
        </mc:AlternateContent>
      </p:grpSp>
    </p:spTree>
    <p:extLst>
      <p:ext uri="{BB962C8B-B14F-4D97-AF65-F5344CB8AC3E}">
        <p14:creationId xmlns:p14="http://schemas.microsoft.com/office/powerpoint/2010/main" val="168115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Standard Deviation and Variance for a Sample</a:t>
            </a:r>
            <a:endParaRPr lang="en-IN" dirty="0"/>
          </a:p>
        </p:txBody>
      </p:sp>
      <p:sp>
        <p:nvSpPr>
          <p:cNvPr id="3" name="Text Placeholder 2"/>
          <p:cNvSpPr>
            <a:spLocks noGrp="1"/>
          </p:cNvSpPr>
          <p:nvPr>
            <p:ph type="body" sz="quarter" idx="13"/>
          </p:nvPr>
        </p:nvSpPr>
        <p:spPr>
          <a:xfrm>
            <a:off x="857739" y="1219201"/>
            <a:ext cx="10160000" cy="4724400"/>
          </a:xfrm>
        </p:spPr>
        <p:txBody>
          <a:bodyPr>
            <a:normAutofit/>
          </a:bodyPr>
          <a:lstStyle/>
          <a:p>
            <a:pPr algn="just">
              <a:lnSpc>
                <a:spcPct val="150000"/>
              </a:lnSpc>
              <a:spcBef>
                <a:spcPts val="0"/>
              </a:spcBef>
              <a:buFont typeface="Wingdings" panose="05000000000000000000" pitchFamily="2" charset="2"/>
              <a:buChar char="Ø"/>
            </a:pPr>
            <a:r>
              <a:rPr lang="en-US" sz="2400" dirty="0">
                <a:latin typeface="+mn-lt"/>
                <a:cs typeface="Calibri" pitchFamily="34" charset="0"/>
              </a:rPr>
              <a:t>Goal of inferential statistics: </a:t>
            </a:r>
          </a:p>
          <a:p>
            <a:pPr marL="914400" lvl="1" indent="-457200" algn="just">
              <a:lnSpc>
                <a:spcPct val="150000"/>
              </a:lnSpc>
              <a:spcBef>
                <a:spcPts val="0"/>
              </a:spcBef>
              <a:buFont typeface="Courier New" pitchFamily="49" charset="0"/>
              <a:buChar char="o"/>
            </a:pPr>
            <a:r>
              <a:rPr lang="en-US" sz="2400" dirty="0">
                <a:latin typeface="+mn-lt"/>
                <a:cs typeface="Calibri" pitchFamily="34" charset="0"/>
              </a:rPr>
              <a:t>Draw general conclusions about population based on limited information from a sample </a:t>
            </a:r>
            <a:endParaRPr lang="en-US" sz="2400" dirty="0">
              <a:latin typeface="+mn-lt"/>
            </a:endParaRPr>
          </a:p>
          <a:p>
            <a:pPr algn="just">
              <a:lnSpc>
                <a:spcPct val="150000"/>
              </a:lnSpc>
              <a:spcBef>
                <a:spcPts val="0"/>
              </a:spcBef>
              <a:buFont typeface="Wingdings" panose="05000000000000000000" pitchFamily="2" charset="2"/>
              <a:buChar char="Ø"/>
            </a:pPr>
            <a:r>
              <a:rPr lang="en-US" sz="2400" dirty="0">
                <a:latin typeface="+mn-lt"/>
                <a:cs typeface="Calibri" pitchFamily="34" charset="0"/>
              </a:rPr>
              <a:t>Samples differ from the population </a:t>
            </a:r>
          </a:p>
          <a:p>
            <a:pPr marL="914400" lvl="1" indent="-457200" algn="just">
              <a:lnSpc>
                <a:spcPct val="150000"/>
              </a:lnSpc>
              <a:spcBef>
                <a:spcPts val="0"/>
              </a:spcBef>
              <a:buFont typeface="Courier New" pitchFamily="49" charset="0"/>
              <a:buChar char="o"/>
            </a:pPr>
            <a:r>
              <a:rPr lang="en-US" sz="2400" dirty="0">
                <a:latin typeface="+mn-lt"/>
                <a:cs typeface="Calibri" pitchFamily="34" charset="0"/>
              </a:rPr>
              <a:t>Samples have less variability</a:t>
            </a:r>
          </a:p>
          <a:p>
            <a:pPr marL="914400" lvl="1" indent="-457200" algn="just">
              <a:lnSpc>
                <a:spcPct val="150000"/>
              </a:lnSpc>
              <a:spcBef>
                <a:spcPts val="0"/>
              </a:spcBef>
              <a:buFont typeface="Courier New" pitchFamily="49" charset="0"/>
              <a:buChar char="o"/>
            </a:pPr>
            <a:r>
              <a:rPr lang="en-US" sz="2400" dirty="0">
                <a:latin typeface="+mn-lt"/>
                <a:cs typeface="Calibri" pitchFamily="34" charset="0"/>
              </a:rPr>
              <a:t>Computing the Variance and Standard Deviation in the same way as for a population would give a biased estimate of the population values</a:t>
            </a:r>
          </a:p>
          <a:p>
            <a:pPr algn="just"/>
            <a:endParaRPr lang="en-IN" dirty="0"/>
          </a:p>
        </p:txBody>
      </p:sp>
      <p:grpSp>
        <p:nvGrpSpPr>
          <p:cNvPr id="6" name="Group 5">
            <a:extLst>
              <a:ext uri="{FF2B5EF4-FFF2-40B4-BE49-F238E27FC236}">
                <a16:creationId xmlns:a16="http://schemas.microsoft.com/office/drawing/2014/main" id="{13BE1310-6B19-6779-94EC-BF7503C671AF}"/>
              </a:ext>
            </a:extLst>
          </p:cNvPr>
          <p:cNvGrpSpPr/>
          <p:nvPr/>
        </p:nvGrpSpPr>
        <p:grpSpPr>
          <a:xfrm>
            <a:off x="3388075" y="5023990"/>
            <a:ext cx="6741000" cy="149400"/>
            <a:chOff x="3388075" y="5023990"/>
            <a:chExt cx="6741000" cy="1494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0148EE8-7825-31B0-F325-3E02C219F854}"/>
                    </a:ext>
                  </a:extLst>
                </p14:cNvPr>
                <p14:cNvContentPartPr/>
                <p14:nvPr/>
              </p14:nvContentPartPr>
              <p14:xfrm>
                <a:off x="3388075" y="5076910"/>
                <a:ext cx="1307880" cy="96480"/>
              </p14:xfrm>
            </p:contentPart>
          </mc:Choice>
          <mc:Fallback>
            <p:pic>
              <p:nvPicPr>
                <p:cNvPr id="4" name="Ink 3">
                  <a:extLst>
                    <a:ext uri="{FF2B5EF4-FFF2-40B4-BE49-F238E27FC236}">
                      <a16:creationId xmlns:a16="http://schemas.microsoft.com/office/drawing/2014/main" id="{F0148EE8-7825-31B0-F325-3E02C219F854}"/>
                    </a:ext>
                  </a:extLst>
                </p:cNvPr>
                <p:cNvPicPr/>
                <p:nvPr/>
              </p:nvPicPr>
              <p:blipFill>
                <a:blip r:embed="rId3"/>
                <a:stretch>
                  <a:fillRect/>
                </a:stretch>
              </p:blipFill>
              <p:spPr>
                <a:xfrm>
                  <a:off x="3381955" y="5070790"/>
                  <a:ext cx="13201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BD9C552-3A5C-83C4-CDCD-458B23BDB931}"/>
                    </a:ext>
                  </a:extLst>
                </p14:cNvPr>
                <p14:cNvContentPartPr/>
                <p14:nvPr/>
              </p14:nvContentPartPr>
              <p14:xfrm>
                <a:off x="4462315" y="5023990"/>
                <a:ext cx="5666760" cy="113400"/>
              </p14:xfrm>
            </p:contentPart>
          </mc:Choice>
          <mc:Fallback>
            <p:pic>
              <p:nvPicPr>
                <p:cNvPr id="5" name="Ink 4">
                  <a:extLst>
                    <a:ext uri="{FF2B5EF4-FFF2-40B4-BE49-F238E27FC236}">
                      <a16:creationId xmlns:a16="http://schemas.microsoft.com/office/drawing/2014/main" id="{2BD9C552-3A5C-83C4-CDCD-458B23BDB931}"/>
                    </a:ext>
                  </a:extLst>
                </p:cNvPr>
                <p:cNvPicPr/>
                <p:nvPr/>
              </p:nvPicPr>
              <p:blipFill>
                <a:blip r:embed="rId5"/>
                <a:stretch>
                  <a:fillRect/>
                </a:stretch>
              </p:blipFill>
              <p:spPr>
                <a:xfrm>
                  <a:off x="4456195" y="5017870"/>
                  <a:ext cx="5679000" cy="125640"/>
                </a:xfrm>
                <a:prstGeom prst="rect">
                  <a:avLst/>
                </a:prstGeom>
              </p:spPr>
            </p:pic>
          </mc:Fallback>
        </mc:AlternateContent>
      </p:grpSp>
    </p:spTree>
    <p:extLst>
      <p:ext uri="{BB962C8B-B14F-4D97-AF65-F5344CB8AC3E}">
        <p14:creationId xmlns:p14="http://schemas.microsoft.com/office/powerpoint/2010/main" val="3116715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Sample  Standard Deviation and Variance</a:t>
            </a:r>
            <a:br>
              <a:rPr lang="en-US" dirty="0">
                <a:latin typeface="Calibri" panose="020F0502020204030204" pitchFamily="34" charset="0"/>
                <a:cs typeface="Calibri" panose="020F0502020204030204" pitchFamily="34" charset="0"/>
              </a:rPr>
            </a:br>
            <a:endParaRPr lang="en-IN" dirty="0"/>
          </a:p>
        </p:txBody>
      </p:sp>
      <p:sp>
        <p:nvSpPr>
          <p:cNvPr id="3" name="Text Placeholder 2"/>
          <p:cNvSpPr>
            <a:spLocks noGrp="1"/>
          </p:cNvSpPr>
          <p:nvPr>
            <p:ph type="body" sz="quarter" idx="13"/>
          </p:nvPr>
        </p:nvSpPr>
        <p:spPr>
          <a:xfrm>
            <a:off x="857739" y="1600201"/>
            <a:ext cx="4400061" cy="1828799"/>
          </a:xfrm>
        </p:spPr>
        <p:txBody>
          <a:bodyPr>
            <a:normAutofit/>
          </a:bodyPr>
          <a:lstStyle/>
          <a:p>
            <a:pPr algn="just">
              <a:buFont typeface="Wingdings" panose="05000000000000000000" pitchFamily="2" charset="2"/>
              <a:buChar char="Ø"/>
            </a:pPr>
            <a:r>
              <a:rPr lang="en-US" sz="2000" dirty="0">
                <a:latin typeface="Calibri" pitchFamily="34" charset="0"/>
                <a:cs typeface="Calibri" pitchFamily="34" charset="0"/>
              </a:rPr>
              <a:t>Sum of Squares (SS) is computed as before </a:t>
            </a:r>
          </a:p>
          <a:p>
            <a:pPr algn="just">
              <a:buFont typeface="Wingdings" panose="05000000000000000000" pitchFamily="2" charset="2"/>
              <a:buChar char="Ø"/>
            </a:pPr>
            <a:r>
              <a:rPr lang="en-US" sz="2000" dirty="0">
                <a:latin typeface="Calibri" pitchFamily="34" charset="0"/>
                <a:cs typeface="Calibri" pitchFamily="34" charset="0"/>
              </a:rPr>
              <a:t> Formula for Variance has n-1 rather than N in the denominator </a:t>
            </a:r>
          </a:p>
          <a:p>
            <a:pPr algn="just">
              <a:buFont typeface="Wingdings" panose="05000000000000000000" pitchFamily="2" charset="2"/>
              <a:buChar char="Ø"/>
            </a:pPr>
            <a:r>
              <a:rPr lang="en-US" sz="2000" dirty="0">
                <a:latin typeface="Calibri" pitchFamily="34" charset="0"/>
                <a:cs typeface="Calibri" pitchFamily="34" charset="0"/>
              </a:rPr>
              <a:t> Notation uses s instead of σ  </a:t>
            </a:r>
          </a:p>
          <a:p>
            <a:pPr algn="just"/>
            <a:endParaRPr lang="en-IN" sz="2000"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960" y="3810000"/>
            <a:ext cx="4873440" cy="13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1921" y="1371600"/>
            <a:ext cx="4230879" cy="4019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3C83D634-D696-4ED7-D0FE-BB07F4084E0D}"/>
              </a:ext>
            </a:extLst>
          </p:cNvPr>
          <p:cNvGrpSpPr/>
          <p:nvPr/>
        </p:nvGrpSpPr>
        <p:grpSpPr>
          <a:xfrm>
            <a:off x="3833035" y="1872910"/>
            <a:ext cx="788040" cy="862560"/>
            <a:chOff x="3833035" y="1872910"/>
            <a:chExt cx="788040" cy="86256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75AD2FE-59C8-9C00-A2EC-5315F2840D97}"/>
                    </a:ext>
                  </a:extLst>
                </p14:cNvPr>
                <p14:cNvContentPartPr/>
                <p14:nvPr/>
              </p14:nvContentPartPr>
              <p14:xfrm>
                <a:off x="3973075" y="2239750"/>
                <a:ext cx="648000" cy="495720"/>
              </p14:xfrm>
            </p:contentPart>
          </mc:Choice>
          <mc:Fallback>
            <p:pic>
              <p:nvPicPr>
                <p:cNvPr id="4" name="Ink 3">
                  <a:extLst>
                    <a:ext uri="{FF2B5EF4-FFF2-40B4-BE49-F238E27FC236}">
                      <a16:creationId xmlns:a16="http://schemas.microsoft.com/office/drawing/2014/main" id="{675AD2FE-59C8-9C00-A2EC-5315F2840D97}"/>
                    </a:ext>
                  </a:extLst>
                </p:cNvPr>
                <p:cNvPicPr/>
                <p:nvPr/>
              </p:nvPicPr>
              <p:blipFill>
                <a:blip r:embed="rId5"/>
                <a:stretch>
                  <a:fillRect/>
                </a:stretch>
              </p:blipFill>
              <p:spPr>
                <a:xfrm>
                  <a:off x="3966955" y="2233630"/>
                  <a:ext cx="660240" cy="507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EB88A7A2-18AE-E01D-192C-3B0B31DE382F}"/>
                    </a:ext>
                  </a:extLst>
                </p14:cNvPr>
                <p14:cNvContentPartPr/>
                <p14:nvPr/>
              </p14:nvContentPartPr>
              <p14:xfrm>
                <a:off x="3833035" y="1872910"/>
                <a:ext cx="264960" cy="362520"/>
              </p14:xfrm>
            </p:contentPart>
          </mc:Choice>
          <mc:Fallback>
            <p:pic>
              <p:nvPicPr>
                <p:cNvPr id="7" name="Ink 6">
                  <a:extLst>
                    <a:ext uri="{FF2B5EF4-FFF2-40B4-BE49-F238E27FC236}">
                      <a16:creationId xmlns:a16="http://schemas.microsoft.com/office/drawing/2014/main" id="{EB88A7A2-18AE-E01D-192C-3B0B31DE382F}"/>
                    </a:ext>
                  </a:extLst>
                </p:cNvPr>
                <p:cNvPicPr/>
                <p:nvPr/>
              </p:nvPicPr>
              <p:blipFill>
                <a:blip r:embed="rId7"/>
                <a:stretch>
                  <a:fillRect/>
                </a:stretch>
              </p:blipFill>
              <p:spPr>
                <a:xfrm>
                  <a:off x="3826915" y="1866790"/>
                  <a:ext cx="27720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E049FBAE-34CE-3359-6FBD-D9A8134388BC}"/>
                    </a:ext>
                  </a:extLst>
                </p14:cNvPr>
                <p14:cNvContentPartPr/>
                <p14:nvPr/>
              </p14:nvContentPartPr>
              <p14:xfrm>
                <a:off x="4203475" y="1983070"/>
                <a:ext cx="175680" cy="29160"/>
              </p14:xfrm>
            </p:contentPart>
          </mc:Choice>
          <mc:Fallback>
            <p:pic>
              <p:nvPicPr>
                <p:cNvPr id="8" name="Ink 7">
                  <a:extLst>
                    <a:ext uri="{FF2B5EF4-FFF2-40B4-BE49-F238E27FC236}">
                      <a16:creationId xmlns:a16="http://schemas.microsoft.com/office/drawing/2014/main" id="{E049FBAE-34CE-3359-6FBD-D9A8134388BC}"/>
                    </a:ext>
                  </a:extLst>
                </p:cNvPr>
                <p:cNvPicPr/>
                <p:nvPr/>
              </p:nvPicPr>
              <p:blipFill>
                <a:blip r:embed="rId9"/>
                <a:stretch>
                  <a:fillRect/>
                </a:stretch>
              </p:blipFill>
              <p:spPr>
                <a:xfrm>
                  <a:off x="4197355" y="1976950"/>
                  <a:ext cx="1879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B02D5816-255F-1B81-0CA1-EE477FB6608F}"/>
                    </a:ext>
                  </a:extLst>
                </p14:cNvPr>
                <p14:cNvContentPartPr/>
                <p14:nvPr/>
              </p14:nvContentPartPr>
              <p14:xfrm>
                <a:off x="4549435" y="1875070"/>
                <a:ext cx="24120" cy="188640"/>
              </p14:xfrm>
            </p:contentPart>
          </mc:Choice>
          <mc:Fallback>
            <p:pic>
              <p:nvPicPr>
                <p:cNvPr id="9" name="Ink 8">
                  <a:extLst>
                    <a:ext uri="{FF2B5EF4-FFF2-40B4-BE49-F238E27FC236}">
                      <a16:creationId xmlns:a16="http://schemas.microsoft.com/office/drawing/2014/main" id="{B02D5816-255F-1B81-0CA1-EE477FB6608F}"/>
                    </a:ext>
                  </a:extLst>
                </p:cNvPr>
                <p:cNvPicPr/>
                <p:nvPr/>
              </p:nvPicPr>
              <p:blipFill>
                <a:blip r:embed="rId11"/>
                <a:stretch>
                  <a:fillRect/>
                </a:stretch>
              </p:blipFill>
              <p:spPr>
                <a:xfrm>
                  <a:off x="4543315" y="1868950"/>
                  <a:ext cx="36360" cy="200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B0D242F1-84FC-281F-38E2-9A56A6CC6800}"/>
                  </a:ext>
                </a:extLst>
              </p14:cNvPr>
              <p14:cNvContentPartPr/>
              <p14:nvPr/>
            </p14:nvContentPartPr>
            <p14:xfrm>
              <a:off x="1091995" y="2595790"/>
              <a:ext cx="4318560" cy="83520"/>
            </p14:xfrm>
          </p:contentPart>
        </mc:Choice>
        <mc:Fallback>
          <p:pic>
            <p:nvPicPr>
              <p:cNvPr id="11" name="Ink 10">
                <a:extLst>
                  <a:ext uri="{FF2B5EF4-FFF2-40B4-BE49-F238E27FC236}">
                    <a16:creationId xmlns:a16="http://schemas.microsoft.com/office/drawing/2014/main" id="{B0D242F1-84FC-281F-38E2-9A56A6CC6800}"/>
                  </a:ext>
                </a:extLst>
              </p:cNvPr>
              <p:cNvPicPr/>
              <p:nvPr/>
            </p:nvPicPr>
            <p:blipFill>
              <a:blip r:embed="rId13"/>
              <a:stretch>
                <a:fillRect/>
              </a:stretch>
            </p:blipFill>
            <p:spPr>
              <a:xfrm>
                <a:off x="1085875" y="2589670"/>
                <a:ext cx="433080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50E426C8-DE8D-6339-772D-CBCF63EA1A13}"/>
                  </a:ext>
                </a:extLst>
              </p14:cNvPr>
              <p14:cNvContentPartPr/>
              <p14:nvPr/>
            </p14:nvContentPartPr>
            <p14:xfrm>
              <a:off x="1111435" y="2815030"/>
              <a:ext cx="3558240" cy="83160"/>
            </p14:xfrm>
          </p:contentPart>
        </mc:Choice>
        <mc:Fallback>
          <p:pic>
            <p:nvPicPr>
              <p:cNvPr id="12" name="Ink 11">
                <a:extLst>
                  <a:ext uri="{FF2B5EF4-FFF2-40B4-BE49-F238E27FC236}">
                    <a16:creationId xmlns:a16="http://schemas.microsoft.com/office/drawing/2014/main" id="{50E426C8-DE8D-6339-772D-CBCF63EA1A13}"/>
                  </a:ext>
                </a:extLst>
              </p:cNvPr>
              <p:cNvPicPr/>
              <p:nvPr/>
            </p:nvPicPr>
            <p:blipFill>
              <a:blip r:embed="rId15"/>
              <a:stretch>
                <a:fillRect/>
              </a:stretch>
            </p:blipFill>
            <p:spPr>
              <a:xfrm>
                <a:off x="1105315" y="2808910"/>
                <a:ext cx="357048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E76C0A95-3144-A59A-5E52-1E32F41D03AF}"/>
                  </a:ext>
                </a:extLst>
              </p14:cNvPr>
              <p14:cNvContentPartPr/>
              <p14:nvPr/>
            </p14:nvContentPartPr>
            <p14:xfrm>
              <a:off x="3961915" y="3818350"/>
              <a:ext cx="529560" cy="327600"/>
            </p14:xfrm>
          </p:contentPart>
        </mc:Choice>
        <mc:Fallback>
          <p:pic>
            <p:nvPicPr>
              <p:cNvPr id="13" name="Ink 12">
                <a:extLst>
                  <a:ext uri="{FF2B5EF4-FFF2-40B4-BE49-F238E27FC236}">
                    <a16:creationId xmlns:a16="http://schemas.microsoft.com/office/drawing/2014/main" id="{E76C0A95-3144-A59A-5E52-1E32F41D03AF}"/>
                  </a:ext>
                </a:extLst>
              </p:cNvPr>
              <p:cNvPicPr/>
              <p:nvPr/>
            </p:nvPicPr>
            <p:blipFill>
              <a:blip r:embed="rId17"/>
              <a:stretch>
                <a:fillRect/>
              </a:stretch>
            </p:blipFill>
            <p:spPr>
              <a:xfrm>
                <a:off x="3955795" y="3812230"/>
                <a:ext cx="541800" cy="339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B935DA00-511C-C88C-9AB2-9106618BB61B}"/>
                  </a:ext>
                </a:extLst>
              </p14:cNvPr>
              <p14:cNvContentPartPr/>
              <p14:nvPr/>
            </p14:nvContentPartPr>
            <p14:xfrm>
              <a:off x="3901075" y="4186270"/>
              <a:ext cx="638640" cy="356400"/>
            </p14:xfrm>
          </p:contentPart>
        </mc:Choice>
        <mc:Fallback>
          <p:pic>
            <p:nvPicPr>
              <p:cNvPr id="15" name="Ink 14">
                <a:extLst>
                  <a:ext uri="{FF2B5EF4-FFF2-40B4-BE49-F238E27FC236}">
                    <a16:creationId xmlns:a16="http://schemas.microsoft.com/office/drawing/2014/main" id="{B935DA00-511C-C88C-9AB2-9106618BB61B}"/>
                  </a:ext>
                </a:extLst>
              </p:cNvPr>
              <p:cNvPicPr/>
              <p:nvPr/>
            </p:nvPicPr>
            <p:blipFill>
              <a:blip r:embed="rId19"/>
              <a:stretch>
                <a:fillRect/>
              </a:stretch>
            </p:blipFill>
            <p:spPr>
              <a:xfrm>
                <a:off x="3894955" y="4180150"/>
                <a:ext cx="650880" cy="368640"/>
              </a:xfrm>
              <a:prstGeom prst="rect">
                <a:avLst/>
              </a:prstGeom>
            </p:spPr>
          </p:pic>
        </mc:Fallback>
      </mc:AlternateContent>
    </p:spTree>
    <p:extLst>
      <p:ext uri="{BB962C8B-B14F-4D97-AF65-F5344CB8AC3E}">
        <p14:creationId xmlns:p14="http://schemas.microsoft.com/office/powerpoint/2010/main" val="2430093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Learning Check</a:t>
            </a:r>
            <a:endParaRPr lang="en-IN" dirty="0"/>
          </a:p>
        </p:txBody>
      </p:sp>
      <p:sp>
        <p:nvSpPr>
          <p:cNvPr id="5" name="Rounded Rectangle 4"/>
          <p:cNvSpPr/>
          <p:nvPr/>
        </p:nvSpPr>
        <p:spPr>
          <a:xfrm>
            <a:off x="533400" y="990600"/>
            <a:ext cx="63246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Select the correct option</a:t>
            </a:r>
          </a:p>
        </p:txBody>
      </p:sp>
      <p:sp>
        <p:nvSpPr>
          <p:cNvPr id="6" name="Rectangle 5"/>
          <p:cNvSpPr/>
          <p:nvPr/>
        </p:nvSpPr>
        <p:spPr>
          <a:xfrm>
            <a:off x="762000" y="1752600"/>
            <a:ext cx="9982199" cy="1938992"/>
          </a:xfrm>
          <a:prstGeom prst="rect">
            <a:avLst/>
          </a:prstGeom>
        </p:spPr>
        <p:txBody>
          <a:bodyPr wrap="square">
            <a:spAutoFit/>
          </a:bodyPr>
          <a:lstStyle/>
          <a:p>
            <a:pPr marL="457200" indent="-457200">
              <a:buFont typeface="+mj-lt"/>
              <a:buAutoNum type="alphaLcParenR"/>
            </a:pPr>
            <a:r>
              <a:rPr lang="en-US" sz="2400" dirty="0">
                <a:latin typeface="Calibri" pitchFamily="34" charset="0"/>
                <a:cs typeface="Calibri" pitchFamily="34" charset="0"/>
              </a:rPr>
              <a:t>A sample of four scores has SS = 24. What is the variance? </a:t>
            </a:r>
          </a:p>
          <a:p>
            <a:pPr marL="1146175" indent="-457200">
              <a:buAutoNum type="arabicParenBoth"/>
            </a:pPr>
            <a:r>
              <a:rPr lang="en-US" sz="2400" dirty="0">
                <a:latin typeface="Calibri" pitchFamily="34" charset="0"/>
                <a:cs typeface="Calibri" pitchFamily="34" charset="0"/>
              </a:rPr>
              <a:t>The variance is 6</a:t>
            </a:r>
          </a:p>
          <a:p>
            <a:pPr marL="1146175" indent="-457200">
              <a:buAutoNum type="arabicParenBoth"/>
            </a:pPr>
            <a:r>
              <a:rPr lang="en-US" sz="2400" dirty="0">
                <a:latin typeface="Calibri" pitchFamily="34" charset="0"/>
                <a:cs typeface="Calibri" pitchFamily="34" charset="0"/>
              </a:rPr>
              <a:t>The variance is 7</a:t>
            </a:r>
          </a:p>
          <a:p>
            <a:pPr marL="1146175" indent="-457200">
              <a:buFontTx/>
              <a:buAutoNum type="arabicParenBoth"/>
            </a:pPr>
            <a:r>
              <a:rPr lang="en-US" sz="2400" dirty="0">
                <a:latin typeface="Calibri" pitchFamily="34" charset="0"/>
                <a:cs typeface="Calibri" pitchFamily="34" charset="0"/>
              </a:rPr>
              <a:t>The variance is 8</a:t>
            </a:r>
          </a:p>
          <a:p>
            <a:pPr marL="1146175" indent="-457200">
              <a:buFontTx/>
              <a:buAutoNum type="arabicParenBoth"/>
            </a:pPr>
            <a:r>
              <a:rPr lang="en-US" sz="2400" dirty="0">
                <a:latin typeface="Calibri" pitchFamily="34" charset="0"/>
                <a:cs typeface="Calibri" pitchFamily="34" charset="0"/>
              </a:rPr>
              <a:t>The variance is 12</a:t>
            </a:r>
          </a:p>
        </p:txBody>
      </p:sp>
      <p:sp>
        <p:nvSpPr>
          <p:cNvPr id="7" name="Rectangle 6"/>
          <p:cNvSpPr/>
          <p:nvPr/>
        </p:nvSpPr>
        <p:spPr>
          <a:xfrm>
            <a:off x="762000" y="3928408"/>
            <a:ext cx="8610600" cy="1569660"/>
          </a:xfrm>
          <a:prstGeom prst="rect">
            <a:avLst/>
          </a:prstGeom>
        </p:spPr>
        <p:txBody>
          <a:bodyPr wrap="square">
            <a:spAutoFit/>
          </a:bodyPr>
          <a:lstStyle/>
          <a:p>
            <a:pPr marL="457200" indent="-457200">
              <a:buFont typeface="+mj-lt"/>
              <a:buAutoNum type="alphaLcParenR" startAt="2"/>
            </a:pPr>
            <a:r>
              <a:rPr lang="en-US" sz="2400" dirty="0">
                <a:latin typeface="Calibri" pitchFamily="34" charset="0"/>
                <a:cs typeface="Calibri" pitchFamily="34" charset="0"/>
              </a:rPr>
              <a:t>A sample systematically has less variability than a population</a:t>
            </a:r>
          </a:p>
          <a:p>
            <a:endParaRPr lang="en-US" sz="2400" dirty="0">
              <a:latin typeface="Calibri" pitchFamily="34" charset="0"/>
              <a:cs typeface="Calibri" pitchFamily="34" charset="0"/>
            </a:endParaRPr>
          </a:p>
          <a:p>
            <a:pPr marL="457200" indent="-457200">
              <a:buFont typeface="+mj-lt"/>
              <a:buAutoNum type="alphaLcParenR" startAt="2"/>
            </a:pPr>
            <a:r>
              <a:rPr lang="en-US" sz="2400" dirty="0">
                <a:latin typeface="Calibri" pitchFamily="34" charset="0"/>
                <a:cs typeface="Calibri" pitchFamily="34" charset="0"/>
              </a:rPr>
              <a:t>The standard deviation is the distance from the Mean to the farthest point on the distribution curve</a:t>
            </a:r>
          </a:p>
        </p:txBody>
      </p:sp>
      <p:sp>
        <p:nvSpPr>
          <p:cNvPr id="8" name="Rounded Rectangle 7"/>
          <p:cNvSpPr/>
          <p:nvPr/>
        </p:nvSpPr>
        <p:spPr>
          <a:xfrm>
            <a:off x="9220200" y="3810000"/>
            <a:ext cx="16764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True / False ?</a:t>
            </a:r>
          </a:p>
        </p:txBody>
      </p:sp>
      <p:sp>
        <p:nvSpPr>
          <p:cNvPr id="9" name="Rounded Rectangle 8"/>
          <p:cNvSpPr/>
          <p:nvPr/>
        </p:nvSpPr>
        <p:spPr>
          <a:xfrm>
            <a:off x="9372600" y="4876800"/>
            <a:ext cx="16764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True / False ?</a:t>
            </a:r>
          </a:p>
        </p:txBody>
      </p:sp>
    </p:spTree>
    <p:extLst>
      <p:ext uri="{BB962C8B-B14F-4D97-AF65-F5344CB8AC3E}">
        <p14:creationId xmlns:p14="http://schemas.microsoft.com/office/powerpoint/2010/main" val="2036073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Learning Check</a:t>
            </a:r>
            <a:endParaRPr lang="en-IN" dirty="0"/>
          </a:p>
        </p:txBody>
      </p:sp>
      <p:sp>
        <p:nvSpPr>
          <p:cNvPr id="5" name="Rounded Rectangle 4"/>
          <p:cNvSpPr/>
          <p:nvPr/>
        </p:nvSpPr>
        <p:spPr>
          <a:xfrm>
            <a:off x="533400" y="990600"/>
            <a:ext cx="63246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Select the correct option</a:t>
            </a:r>
          </a:p>
        </p:txBody>
      </p:sp>
      <p:sp>
        <p:nvSpPr>
          <p:cNvPr id="6" name="Rectangle 5"/>
          <p:cNvSpPr/>
          <p:nvPr/>
        </p:nvSpPr>
        <p:spPr>
          <a:xfrm>
            <a:off x="762000" y="1752600"/>
            <a:ext cx="9982199" cy="1938992"/>
          </a:xfrm>
          <a:prstGeom prst="rect">
            <a:avLst/>
          </a:prstGeom>
        </p:spPr>
        <p:txBody>
          <a:bodyPr wrap="square">
            <a:spAutoFit/>
          </a:bodyPr>
          <a:lstStyle/>
          <a:p>
            <a:pPr marL="457200" indent="-457200">
              <a:buFont typeface="+mj-lt"/>
              <a:buAutoNum type="alphaLcParenR"/>
            </a:pPr>
            <a:r>
              <a:rPr lang="en-US" sz="2400" dirty="0">
                <a:latin typeface="Calibri" pitchFamily="34" charset="0"/>
                <a:cs typeface="Calibri" pitchFamily="34" charset="0"/>
              </a:rPr>
              <a:t>A sample of four scores has SS = 24. What is the variance? </a:t>
            </a:r>
          </a:p>
          <a:p>
            <a:pPr marL="1146175" indent="-457200">
              <a:buAutoNum type="arabicParenBoth"/>
            </a:pPr>
            <a:r>
              <a:rPr lang="en-US" sz="2400" dirty="0">
                <a:latin typeface="Calibri" pitchFamily="34" charset="0"/>
                <a:cs typeface="Calibri" pitchFamily="34" charset="0"/>
              </a:rPr>
              <a:t>The variance is 6</a:t>
            </a:r>
          </a:p>
          <a:p>
            <a:pPr marL="1146175" indent="-457200">
              <a:buAutoNum type="arabicParenBoth"/>
            </a:pPr>
            <a:r>
              <a:rPr lang="en-US" sz="2400" dirty="0">
                <a:latin typeface="Calibri" pitchFamily="34" charset="0"/>
                <a:cs typeface="Calibri" pitchFamily="34" charset="0"/>
              </a:rPr>
              <a:t>The variance is 7</a:t>
            </a:r>
          </a:p>
          <a:p>
            <a:pPr marL="1146175" indent="-457200">
              <a:buFontTx/>
              <a:buAutoNum type="arabicParenBoth"/>
            </a:pPr>
            <a:r>
              <a:rPr lang="en-US" sz="2400" b="1" dirty="0">
                <a:solidFill>
                  <a:srgbClr val="FF0000"/>
                </a:solidFill>
                <a:latin typeface="Calibri" pitchFamily="34" charset="0"/>
                <a:cs typeface="Calibri" pitchFamily="34" charset="0"/>
              </a:rPr>
              <a:t>The variance is 8</a:t>
            </a:r>
          </a:p>
          <a:p>
            <a:pPr marL="1146175" indent="-457200">
              <a:buFontTx/>
              <a:buAutoNum type="arabicParenBoth"/>
            </a:pPr>
            <a:r>
              <a:rPr lang="en-US" sz="2400" dirty="0">
                <a:latin typeface="Calibri" pitchFamily="34" charset="0"/>
                <a:cs typeface="Calibri" pitchFamily="34" charset="0"/>
              </a:rPr>
              <a:t>The variance is 12</a:t>
            </a:r>
          </a:p>
        </p:txBody>
      </p:sp>
      <p:sp>
        <p:nvSpPr>
          <p:cNvPr id="7" name="Rectangle 6"/>
          <p:cNvSpPr/>
          <p:nvPr/>
        </p:nvSpPr>
        <p:spPr>
          <a:xfrm>
            <a:off x="762000" y="3928408"/>
            <a:ext cx="8610600" cy="1569660"/>
          </a:xfrm>
          <a:prstGeom prst="rect">
            <a:avLst/>
          </a:prstGeom>
        </p:spPr>
        <p:txBody>
          <a:bodyPr wrap="square">
            <a:spAutoFit/>
          </a:bodyPr>
          <a:lstStyle/>
          <a:p>
            <a:pPr marL="457200" indent="-457200">
              <a:buFont typeface="+mj-lt"/>
              <a:buAutoNum type="alphaLcParenR" startAt="2"/>
            </a:pPr>
            <a:r>
              <a:rPr lang="en-US" sz="2400" dirty="0">
                <a:latin typeface="Calibri" pitchFamily="34" charset="0"/>
                <a:cs typeface="Calibri" pitchFamily="34" charset="0"/>
              </a:rPr>
              <a:t>A sample systematically has less variability than a population</a:t>
            </a:r>
          </a:p>
          <a:p>
            <a:endParaRPr lang="en-US" sz="2400" dirty="0">
              <a:latin typeface="Calibri" pitchFamily="34" charset="0"/>
              <a:cs typeface="Calibri" pitchFamily="34" charset="0"/>
            </a:endParaRPr>
          </a:p>
          <a:p>
            <a:pPr marL="457200" indent="-457200">
              <a:buFont typeface="+mj-lt"/>
              <a:buAutoNum type="alphaLcParenR" startAt="2"/>
            </a:pPr>
            <a:r>
              <a:rPr lang="en-US" sz="2400" dirty="0">
                <a:latin typeface="Calibri" pitchFamily="34" charset="0"/>
                <a:cs typeface="Calibri" pitchFamily="34" charset="0"/>
              </a:rPr>
              <a:t>The standard deviation is the distance from the Mean to the farthest point on the distribution curve</a:t>
            </a:r>
          </a:p>
        </p:txBody>
      </p:sp>
      <p:sp>
        <p:nvSpPr>
          <p:cNvPr id="8" name="Rounded Rectangle 7"/>
          <p:cNvSpPr/>
          <p:nvPr/>
        </p:nvSpPr>
        <p:spPr>
          <a:xfrm>
            <a:off x="9220200" y="3810000"/>
            <a:ext cx="16764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True </a:t>
            </a:r>
          </a:p>
        </p:txBody>
      </p:sp>
      <p:sp>
        <p:nvSpPr>
          <p:cNvPr id="9" name="Rounded Rectangle 8"/>
          <p:cNvSpPr/>
          <p:nvPr/>
        </p:nvSpPr>
        <p:spPr>
          <a:xfrm>
            <a:off x="9372600" y="4876800"/>
            <a:ext cx="1676400" cy="685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False </a:t>
            </a:r>
          </a:p>
        </p:txBody>
      </p:sp>
      <p:grpSp>
        <p:nvGrpSpPr>
          <p:cNvPr id="22" name="Group 21">
            <a:extLst>
              <a:ext uri="{FF2B5EF4-FFF2-40B4-BE49-F238E27FC236}">
                <a16:creationId xmlns:a16="http://schemas.microsoft.com/office/drawing/2014/main" id="{87BF5639-41AE-300F-D3F3-C8A3D706897F}"/>
              </a:ext>
            </a:extLst>
          </p:cNvPr>
          <p:cNvGrpSpPr/>
          <p:nvPr/>
        </p:nvGrpSpPr>
        <p:grpSpPr>
          <a:xfrm>
            <a:off x="7589635" y="2208790"/>
            <a:ext cx="1966320" cy="1564200"/>
            <a:chOff x="7589635" y="2208790"/>
            <a:chExt cx="1966320" cy="156420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49C6CC4-92A3-4116-7B7E-E758AA3B572A}"/>
                    </a:ext>
                  </a:extLst>
                </p14:cNvPr>
                <p14:cNvContentPartPr/>
                <p14:nvPr/>
              </p14:nvContentPartPr>
              <p14:xfrm>
                <a:off x="8225395" y="2208790"/>
                <a:ext cx="302760" cy="269640"/>
              </p14:xfrm>
            </p:contentPart>
          </mc:Choice>
          <mc:Fallback>
            <p:pic>
              <p:nvPicPr>
                <p:cNvPr id="3" name="Ink 2">
                  <a:extLst>
                    <a:ext uri="{FF2B5EF4-FFF2-40B4-BE49-F238E27FC236}">
                      <a16:creationId xmlns:a16="http://schemas.microsoft.com/office/drawing/2014/main" id="{849C6CC4-92A3-4116-7B7E-E758AA3B572A}"/>
                    </a:ext>
                  </a:extLst>
                </p:cNvPr>
                <p:cNvPicPr/>
                <p:nvPr/>
              </p:nvPicPr>
              <p:blipFill>
                <a:blip r:embed="rId3"/>
                <a:stretch>
                  <a:fillRect/>
                </a:stretch>
              </p:blipFill>
              <p:spPr>
                <a:xfrm>
                  <a:off x="8219275" y="2202670"/>
                  <a:ext cx="31500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6047572-7B3B-0EB8-DDF8-BD64C17EE706}"/>
                    </a:ext>
                  </a:extLst>
                </p14:cNvPr>
                <p14:cNvContentPartPr/>
                <p14:nvPr/>
              </p14:nvContentPartPr>
              <p14:xfrm>
                <a:off x="8479195" y="2212750"/>
                <a:ext cx="241200" cy="184680"/>
              </p14:xfrm>
            </p:contentPart>
          </mc:Choice>
          <mc:Fallback>
            <p:pic>
              <p:nvPicPr>
                <p:cNvPr id="4" name="Ink 3">
                  <a:extLst>
                    <a:ext uri="{FF2B5EF4-FFF2-40B4-BE49-F238E27FC236}">
                      <a16:creationId xmlns:a16="http://schemas.microsoft.com/office/drawing/2014/main" id="{06047572-7B3B-0EB8-DDF8-BD64C17EE706}"/>
                    </a:ext>
                  </a:extLst>
                </p:cNvPr>
                <p:cNvPicPr/>
                <p:nvPr/>
              </p:nvPicPr>
              <p:blipFill>
                <a:blip r:embed="rId5"/>
                <a:stretch>
                  <a:fillRect/>
                </a:stretch>
              </p:blipFill>
              <p:spPr>
                <a:xfrm>
                  <a:off x="8473075" y="2206630"/>
                  <a:ext cx="2534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1F6F598F-F5F5-2C0A-B263-3378CCDB26F3}"/>
                    </a:ext>
                  </a:extLst>
                </p14:cNvPr>
                <p14:cNvContentPartPr/>
                <p14:nvPr/>
              </p14:nvContentPartPr>
              <p14:xfrm>
                <a:off x="8548315" y="2328670"/>
                <a:ext cx="19440" cy="192960"/>
              </p14:xfrm>
            </p:contentPart>
          </mc:Choice>
          <mc:Fallback>
            <p:pic>
              <p:nvPicPr>
                <p:cNvPr id="10" name="Ink 9">
                  <a:extLst>
                    <a:ext uri="{FF2B5EF4-FFF2-40B4-BE49-F238E27FC236}">
                      <a16:creationId xmlns:a16="http://schemas.microsoft.com/office/drawing/2014/main" id="{1F6F598F-F5F5-2C0A-B263-3378CCDB26F3}"/>
                    </a:ext>
                  </a:extLst>
                </p:cNvPr>
                <p:cNvPicPr/>
                <p:nvPr/>
              </p:nvPicPr>
              <p:blipFill>
                <a:blip r:embed="rId7"/>
                <a:stretch>
                  <a:fillRect/>
                </a:stretch>
              </p:blipFill>
              <p:spPr>
                <a:xfrm>
                  <a:off x="8542195" y="2322550"/>
                  <a:ext cx="316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0379FA90-50A3-EA38-8917-A27025710B8B}"/>
                    </a:ext>
                  </a:extLst>
                </p14:cNvPr>
                <p14:cNvContentPartPr/>
                <p14:nvPr/>
              </p14:nvContentPartPr>
              <p14:xfrm>
                <a:off x="7652995" y="2535670"/>
                <a:ext cx="1902960" cy="155520"/>
              </p14:xfrm>
            </p:contentPart>
          </mc:Choice>
          <mc:Fallback>
            <p:pic>
              <p:nvPicPr>
                <p:cNvPr id="11" name="Ink 10">
                  <a:extLst>
                    <a:ext uri="{FF2B5EF4-FFF2-40B4-BE49-F238E27FC236}">
                      <a16:creationId xmlns:a16="http://schemas.microsoft.com/office/drawing/2014/main" id="{0379FA90-50A3-EA38-8917-A27025710B8B}"/>
                    </a:ext>
                  </a:extLst>
                </p:cNvPr>
                <p:cNvPicPr/>
                <p:nvPr/>
              </p:nvPicPr>
              <p:blipFill>
                <a:blip r:embed="rId9"/>
                <a:stretch>
                  <a:fillRect/>
                </a:stretch>
              </p:blipFill>
              <p:spPr>
                <a:xfrm>
                  <a:off x="7646875" y="2529550"/>
                  <a:ext cx="19152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94B197FB-2DCF-D99F-6318-1C02227A73B5}"/>
                    </a:ext>
                  </a:extLst>
                </p14:cNvPr>
                <p14:cNvContentPartPr/>
                <p14:nvPr/>
              </p14:nvContentPartPr>
              <p14:xfrm>
                <a:off x="8144035" y="2723950"/>
                <a:ext cx="178920" cy="303840"/>
              </p14:xfrm>
            </p:contentPart>
          </mc:Choice>
          <mc:Fallback>
            <p:pic>
              <p:nvPicPr>
                <p:cNvPr id="14" name="Ink 13">
                  <a:extLst>
                    <a:ext uri="{FF2B5EF4-FFF2-40B4-BE49-F238E27FC236}">
                      <a16:creationId xmlns:a16="http://schemas.microsoft.com/office/drawing/2014/main" id="{94B197FB-2DCF-D99F-6318-1C02227A73B5}"/>
                    </a:ext>
                  </a:extLst>
                </p:cNvPr>
                <p:cNvPicPr/>
                <p:nvPr/>
              </p:nvPicPr>
              <p:blipFill>
                <a:blip r:embed="rId11"/>
                <a:stretch>
                  <a:fillRect/>
                </a:stretch>
              </p:blipFill>
              <p:spPr>
                <a:xfrm>
                  <a:off x="8137915" y="2717830"/>
                  <a:ext cx="19116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FA2C59F7-C00A-3EB9-6C58-19E45EF53FE3}"/>
                    </a:ext>
                  </a:extLst>
                </p14:cNvPr>
                <p14:cNvContentPartPr/>
                <p14:nvPr/>
              </p14:nvContentPartPr>
              <p14:xfrm>
                <a:off x="8212075" y="2892790"/>
                <a:ext cx="61200" cy="358200"/>
              </p14:xfrm>
            </p:contentPart>
          </mc:Choice>
          <mc:Fallback>
            <p:pic>
              <p:nvPicPr>
                <p:cNvPr id="15" name="Ink 14">
                  <a:extLst>
                    <a:ext uri="{FF2B5EF4-FFF2-40B4-BE49-F238E27FC236}">
                      <a16:creationId xmlns:a16="http://schemas.microsoft.com/office/drawing/2014/main" id="{FA2C59F7-C00A-3EB9-6C58-19E45EF53FE3}"/>
                    </a:ext>
                  </a:extLst>
                </p:cNvPr>
                <p:cNvPicPr/>
                <p:nvPr/>
              </p:nvPicPr>
              <p:blipFill>
                <a:blip r:embed="rId13"/>
                <a:stretch>
                  <a:fillRect/>
                </a:stretch>
              </p:blipFill>
              <p:spPr>
                <a:xfrm>
                  <a:off x="8205955" y="2886670"/>
                  <a:ext cx="7344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B8683645-DB58-B55F-B888-1B24D9A4E5FA}"/>
                    </a:ext>
                  </a:extLst>
                </p14:cNvPr>
                <p14:cNvContentPartPr/>
                <p14:nvPr/>
              </p14:nvContentPartPr>
              <p14:xfrm>
                <a:off x="8560555" y="2897110"/>
                <a:ext cx="241920" cy="37440"/>
              </p14:xfrm>
            </p:contentPart>
          </mc:Choice>
          <mc:Fallback>
            <p:pic>
              <p:nvPicPr>
                <p:cNvPr id="16" name="Ink 15">
                  <a:extLst>
                    <a:ext uri="{FF2B5EF4-FFF2-40B4-BE49-F238E27FC236}">
                      <a16:creationId xmlns:a16="http://schemas.microsoft.com/office/drawing/2014/main" id="{B8683645-DB58-B55F-B888-1B24D9A4E5FA}"/>
                    </a:ext>
                  </a:extLst>
                </p:cNvPr>
                <p:cNvPicPr/>
                <p:nvPr/>
              </p:nvPicPr>
              <p:blipFill>
                <a:blip r:embed="rId15"/>
                <a:stretch>
                  <a:fillRect/>
                </a:stretch>
              </p:blipFill>
              <p:spPr>
                <a:xfrm>
                  <a:off x="8554435" y="2890990"/>
                  <a:ext cx="25416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FE8E8535-A919-BA55-A7FA-915DF63223A3}"/>
                    </a:ext>
                  </a:extLst>
                </p14:cNvPr>
                <p14:cNvContentPartPr/>
                <p14:nvPr/>
              </p14:nvContentPartPr>
              <p14:xfrm>
                <a:off x="9161395" y="2816470"/>
                <a:ext cx="51840" cy="285480"/>
              </p14:xfrm>
            </p:contentPart>
          </mc:Choice>
          <mc:Fallback>
            <p:pic>
              <p:nvPicPr>
                <p:cNvPr id="17" name="Ink 16">
                  <a:extLst>
                    <a:ext uri="{FF2B5EF4-FFF2-40B4-BE49-F238E27FC236}">
                      <a16:creationId xmlns:a16="http://schemas.microsoft.com/office/drawing/2014/main" id="{FE8E8535-A919-BA55-A7FA-915DF63223A3}"/>
                    </a:ext>
                  </a:extLst>
                </p:cNvPr>
                <p:cNvPicPr/>
                <p:nvPr/>
              </p:nvPicPr>
              <p:blipFill>
                <a:blip r:embed="rId17"/>
                <a:stretch>
                  <a:fillRect/>
                </a:stretch>
              </p:blipFill>
              <p:spPr>
                <a:xfrm>
                  <a:off x="9155275" y="2810350"/>
                  <a:ext cx="6408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1F59CC1E-E832-DE2B-A627-572357110746}"/>
                    </a:ext>
                  </a:extLst>
                </p14:cNvPr>
                <p14:cNvContentPartPr/>
                <p14:nvPr/>
              </p14:nvContentPartPr>
              <p14:xfrm>
                <a:off x="7942795" y="2605870"/>
                <a:ext cx="495000" cy="698760"/>
              </p14:xfrm>
            </p:contentPart>
          </mc:Choice>
          <mc:Fallback>
            <p:pic>
              <p:nvPicPr>
                <p:cNvPr id="18" name="Ink 17">
                  <a:extLst>
                    <a:ext uri="{FF2B5EF4-FFF2-40B4-BE49-F238E27FC236}">
                      <a16:creationId xmlns:a16="http://schemas.microsoft.com/office/drawing/2014/main" id="{1F59CC1E-E832-DE2B-A627-572357110746}"/>
                    </a:ext>
                  </a:extLst>
                </p:cNvPr>
                <p:cNvPicPr/>
                <p:nvPr/>
              </p:nvPicPr>
              <p:blipFill>
                <a:blip r:embed="rId19"/>
                <a:stretch>
                  <a:fillRect/>
                </a:stretch>
              </p:blipFill>
              <p:spPr>
                <a:xfrm>
                  <a:off x="7936675" y="2599750"/>
                  <a:ext cx="507240" cy="711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C563D99B-4231-726A-282D-1EADE3C1E7AC}"/>
                    </a:ext>
                  </a:extLst>
                </p14:cNvPr>
                <p14:cNvContentPartPr/>
                <p14:nvPr/>
              </p14:nvContentPartPr>
              <p14:xfrm>
                <a:off x="7870075" y="3402190"/>
                <a:ext cx="138960" cy="89280"/>
              </p14:xfrm>
            </p:contentPart>
          </mc:Choice>
          <mc:Fallback>
            <p:pic>
              <p:nvPicPr>
                <p:cNvPr id="19" name="Ink 18">
                  <a:extLst>
                    <a:ext uri="{FF2B5EF4-FFF2-40B4-BE49-F238E27FC236}">
                      <a16:creationId xmlns:a16="http://schemas.microsoft.com/office/drawing/2014/main" id="{C563D99B-4231-726A-282D-1EADE3C1E7AC}"/>
                    </a:ext>
                  </a:extLst>
                </p:cNvPr>
                <p:cNvPicPr/>
                <p:nvPr/>
              </p:nvPicPr>
              <p:blipFill>
                <a:blip r:embed="rId21"/>
                <a:stretch>
                  <a:fillRect/>
                </a:stretch>
              </p:blipFill>
              <p:spPr>
                <a:xfrm>
                  <a:off x="7863955" y="3396070"/>
                  <a:ext cx="15120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C80209A6-B18B-143C-8398-A6F9029A806F}"/>
                    </a:ext>
                  </a:extLst>
                </p14:cNvPr>
                <p14:cNvContentPartPr/>
                <p14:nvPr/>
              </p14:nvContentPartPr>
              <p14:xfrm>
                <a:off x="7871155" y="3450790"/>
                <a:ext cx="254880" cy="162000"/>
              </p14:xfrm>
            </p:contentPart>
          </mc:Choice>
          <mc:Fallback>
            <p:pic>
              <p:nvPicPr>
                <p:cNvPr id="20" name="Ink 19">
                  <a:extLst>
                    <a:ext uri="{FF2B5EF4-FFF2-40B4-BE49-F238E27FC236}">
                      <a16:creationId xmlns:a16="http://schemas.microsoft.com/office/drawing/2014/main" id="{C80209A6-B18B-143C-8398-A6F9029A806F}"/>
                    </a:ext>
                  </a:extLst>
                </p:cNvPr>
                <p:cNvPicPr/>
                <p:nvPr/>
              </p:nvPicPr>
              <p:blipFill>
                <a:blip r:embed="rId23"/>
                <a:stretch>
                  <a:fillRect/>
                </a:stretch>
              </p:blipFill>
              <p:spPr>
                <a:xfrm>
                  <a:off x="7865035" y="3444670"/>
                  <a:ext cx="26712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C5469E61-6A41-5EDE-613D-C44AF378B6B6}"/>
                    </a:ext>
                  </a:extLst>
                </p14:cNvPr>
                <p14:cNvContentPartPr/>
                <p14:nvPr/>
              </p14:nvContentPartPr>
              <p14:xfrm>
                <a:off x="7589635" y="3450430"/>
                <a:ext cx="194760" cy="322560"/>
              </p14:xfrm>
            </p:contentPart>
          </mc:Choice>
          <mc:Fallback>
            <p:pic>
              <p:nvPicPr>
                <p:cNvPr id="21" name="Ink 20">
                  <a:extLst>
                    <a:ext uri="{FF2B5EF4-FFF2-40B4-BE49-F238E27FC236}">
                      <a16:creationId xmlns:a16="http://schemas.microsoft.com/office/drawing/2014/main" id="{C5469E61-6A41-5EDE-613D-C44AF378B6B6}"/>
                    </a:ext>
                  </a:extLst>
                </p:cNvPr>
                <p:cNvPicPr/>
                <p:nvPr/>
              </p:nvPicPr>
              <p:blipFill>
                <a:blip r:embed="rId25"/>
                <a:stretch>
                  <a:fillRect/>
                </a:stretch>
              </p:blipFill>
              <p:spPr>
                <a:xfrm>
                  <a:off x="7583515" y="3444310"/>
                  <a:ext cx="207000" cy="334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24" name="Ink 23">
                <a:extLst>
                  <a:ext uri="{FF2B5EF4-FFF2-40B4-BE49-F238E27FC236}">
                    <a16:creationId xmlns:a16="http://schemas.microsoft.com/office/drawing/2014/main" id="{8C8A03AD-9C0B-4BD8-8D1D-761A5035E3C7}"/>
                  </a:ext>
                </a:extLst>
              </p14:cNvPr>
              <p14:cNvContentPartPr/>
              <p14:nvPr/>
            </p14:nvContentPartPr>
            <p14:xfrm>
              <a:off x="1271995" y="2182510"/>
              <a:ext cx="7350480" cy="720"/>
            </p14:xfrm>
          </p:contentPart>
        </mc:Choice>
        <mc:Fallback>
          <p:pic>
            <p:nvPicPr>
              <p:cNvPr id="24" name="Ink 23">
                <a:extLst>
                  <a:ext uri="{FF2B5EF4-FFF2-40B4-BE49-F238E27FC236}">
                    <a16:creationId xmlns:a16="http://schemas.microsoft.com/office/drawing/2014/main" id="{8C8A03AD-9C0B-4BD8-8D1D-761A5035E3C7}"/>
                  </a:ext>
                </a:extLst>
              </p:cNvPr>
              <p:cNvPicPr/>
              <p:nvPr/>
            </p:nvPicPr>
            <p:blipFill>
              <a:blip r:embed="rId27"/>
              <a:stretch>
                <a:fillRect/>
              </a:stretch>
            </p:blipFill>
            <p:spPr>
              <a:xfrm>
                <a:off x="1265875" y="2170270"/>
                <a:ext cx="73627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6" name="Ink 25">
                <a:extLst>
                  <a:ext uri="{FF2B5EF4-FFF2-40B4-BE49-F238E27FC236}">
                    <a16:creationId xmlns:a16="http://schemas.microsoft.com/office/drawing/2014/main" id="{8C904FCD-980D-D89A-657E-B3F60CDA3644}"/>
                  </a:ext>
                </a:extLst>
              </p14:cNvPr>
              <p14:cNvContentPartPr/>
              <p14:nvPr/>
            </p14:nvContentPartPr>
            <p14:xfrm>
              <a:off x="5345395" y="4459870"/>
              <a:ext cx="3471840" cy="720"/>
            </p14:xfrm>
          </p:contentPart>
        </mc:Choice>
        <mc:Fallback>
          <p:pic>
            <p:nvPicPr>
              <p:cNvPr id="26" name="Ink 25">
                <a:extLst>
                  <a:ext uri="{FF2B5EF4-FFF2-40B4-BE49-F238E27FC236}">
                    <a16:creationId xmlns:a16="http://schemas.microsoft.com/office/drawing/2014/main" id="{8C904FCD-980D-D89A-657E-B3F60CDA3644}"/>
                  </a:ext>
                </a:extLst>
              </p:cNvPr>
              <p:cNvPicPr/>
              <p:nvPr/>
            </p:nvPicPr>
            <p:blipFill>
              <a:blip r:embed="rId29"/>
              <a:stretch>
                <a:fillRect/>
              </a:stretch>
            </p:blipFill>
            <p:spPr>
              <a:xfrm>
                <a:off x="5339275" y="4447630"/>
                <a:ext cx="3484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8" name="Ink 27">
                <a:extLst>
                  <a:ext uri="{FF2B5EF4-FFF2-40B4-BE49-F238E27FC236}">
                    <a16:creationId xmlns:a16="http://schemas.microsoft.com/office/drawing/2014/main" id="{ABB0BE28-5EE1-0C0E-60F5-28E3BCFC75EC}"/>
                  </a:ext>
                </a:extLst>
              </p14:cNvPr>
              <p14:cNvContentPartPr/>
              <p14:nvPr/>
            </p14:nvContentPartPr>
            <p14:xfrm>
              <a:off x="1199635" y="5563630"/>
              <a:ext cx="5640840" cy="79920"/>
            </p14:xfrm>
          </p:contentPart>
        </mc:Choice>
        <mc:Fallback>
          <p:pic>
            <p:nvPicPr>
              <p:cNvPr id="28" name="Ink 27">
                <a:extLst>
                  <a:ext uri="{FF2B5EF4-FFF2-40B4-BE49-F238E27FC236}">
                    <a16:creationId xmlns:a16="http://schemas.microsoft.com/office/drawing/2014/main" id="{ABB0BE28-5EE1-0C0E-60F5-28E3BCFC75EC}"/>
                  </a:ext>
                </a:extLst>
              </p:cNvPr>
              <p:cNvPicPr/>
              <p:nvPr/>
            </p:nvPicPr>
            <p:blipFill>
              <a:blip r:embed="rId31"/>
              <a:stretch>
                <a:fillRect/>
              </a:stretch>
            </p:blipFill>
            <p:spPr>
              <a:xfrm>
                <a:off x="1193515" y="5557510"/>
                <a:ext cx="565308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9" name="Ink 28">
                <a:extLst>
                  <a:ext uri="{FF2B5EF4-FFF2-40B4-BE49-F238E27FC236}">
                    <a16:creationId xmlns:a16="http://schemas.microsoft.com/office/drawing/2014/main" id="{A8B1A95A-BDB2-C46D-FE13-41404EB26DB6}"/>
                  </a:ext>
                </a:extLst>
              </p14:cNvPr>
              <p14:cNvContentPartPr/>
              <p14:nvPr/>
            </p14:nvContentPartPr>
            <p14:xfrm>
              <a:off x="7946755" y="1116550"/>
              <a:ext cx="236520" cy="415440"/>
            </p14:xfrm>
          </p:contentPart>
        </mc:Choice>
        <mc:Fallback>
          <p:pic>
            <p:nvPicPr>
              <p:cNvPr id="29" name="Ink 28">
                <a:extLst>
                  <a:ext uri="{FF2B5EF4-FFF2-40B4-BE49-F238E27FC236}">
                    <a16:creationId xmlns:a16="http://schemas.microsoft.com/office/drawing/2014/main" id="{A8B1A95A-BDB2-C46D-FE13-41404EB26DB6}"/>
                  </a:ext>
                </a:extLst>
              </p:cNvPr>
              <p:cNvPicPr/>
              <p:nvPr/>
            </p:nvPicPr>
            <p:blipFill>
              <a:blip r:embed="rId33"/>
              <a:stretch>
                <a:fillRect/>
              </a:stretch>
            </p:blipFill>
            <p:spPr>
              <a:xfrm>
                <a:off x="7940635" y="1110430"/>
                <a:ext cx="248760" cy="427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0" name="Ink 29">
                <a:extLst>
                  <a:ext uri="{FF2B5EF4-FFF2-40B4-BE49-F238E27FC236}">
                    <a16:creationId xmlns:a16="http://schemas.microsoft.com/office/drawing/2014/main" id="{4A19C26A-B598-5548-617D-90011F58D218}"/>
                  </a:ext>
                </a:extLst>
              </p14:cNvPr>
              <p14:cNvContentPartPr/>
              <p14:nvPr/>
            </p14:nvContentPartPr>
            <p14:xfrm>
              <a:off x="8191195" y="1234630"/>
              <a:ext cx="637920" cy="232560"/>
            </p14:xfrm>
          </p:contentPart>
        </mc:Choice>
        <mc:Fallback>
          <p:pic>
            <p:nvPicPr>
              <p:cNvPr id="30" name="Ink 29">
                <a:extLst>
                  <a:ext uri="{FF2B5EF4-FFF2-40B4-BE49-F238E27FC236}">
                    <a16:creationId xmlns:a16="http://schemas.microsoft.com/office/drawing/2014/main" id="{4A19C26A-B598-5548-617D-90011F58D218}"/>
                  </a:ext>
                </a:extLst>
              </p:cNvPr>
              <p:cNvPicPr/>
              <p:nvPr/>
            </p:nvPicPr>
            <p:blipFill>
              <a:blip r:embed="rId35"/>
              <a:stretch>
                <a:fillRect/>
              </a:stretch>
            </p:blipFill>
            <p:spPr>
              <a:xfrm>
                <a:off x="8185075" y="1228510"/>
                <a:ext cx="650160" cy="244800"/>
              </a:xfrm>
              <a:prstGeom prst="rect">
                <a:avLst/>
              </a:prstGeom>
            </p:spPr>
          </p:pic>
        </mc:Fallback>
      </mc:AlternateContent>
      <p:grpSp>
        <p:nvGrpSpPr>
          <p:cNvPr id="49" name="Group 48">
            <a:extLst>
              <a:ext uri="{FF2B5EF4-FFF2-40B4-BE49-F238E27FC236}">
                <a16:creationId xmlns:a16="http://schemas.microsoft.com/office/drawing/2014/main" id="{49802630-F479-B112-C148-FE04C97F0AFB}"/>
              </a:ext>
            </a:extLst>
          </p:cNvPr>
          <p:cNvGrpSpPr/>
          <p:nvPr/>
        </p:nvGrpSpPr>
        <p:grpSpPr>
          <a:xfrm>
            <a:off x="9167155" y="1092070"/>
            <a:ext cx="2666520" cy="1262520"/>
            <a:chOff x="9167155" y="1092070"/>
            <a:chExt cx="2666520" cy="1262520"/>
          </a:xfrm>
        </p:grpSpPr>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C709C3EC-4FD6-9BB3-7A96-8D95DB534477}"/>
                    </a:ext>
                  </a:extLst>
                </p14:cNvPr>
                <p14:cNvContentPartPr/>
                <p14:nvPr/>
              </p14:nvContentPartPr>
              <p14:xfrm>
                <a:off x="9167155" y="1092070"/>
                <a:ext cx="253080" cy="746640"/>
              </p14:xfrm>
            </p:contentPart>
          </mc:Choice>
          <mc:Fallback>
            <p:pic>
              <p:nvPicPr>
                <p:cNvPr id="31" name="Ink 30">
                  <a:extLst>
                    <a:ext uri="{FF2B5EF4-FFF2-40B4-BE49-F238E27FC236}">
                      <a16:creationId xmlns:a16="http://schemas.microsoft.com/office/drawing/2014/main" id="{C709C3EC-4FD6-9BB3-7A96-8D95DB534477}"/>
                    </a:ext>
                  </a:extLst>
                </p:cNvPr>
                <p:cNvPicPr/>
                <p:nvPr/>
              </p:nvPicPr>
              <p:blipFill>
                <a:blip r:embed="rId37"/>
                <a:stretch>
                  <a:fillRect/>
                </a:stretch>
              </p:blipFill>
              <p:spPr>
                <a:xfrm>
                  <a:off x="9161035" y="1085950"/>
                  <a:ext cx="265320" cy="758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2" name="Ink 31">
                  <a:extLst>
                    <a:ext uri="{FF2B5EF4-FFF2-40B4-BE49-F238E27FC236}">
                      <a16:creationId xmlns:a16="http://schemas.microsoft.com/office/drawing/2014/main" id="{A430D0F8-F4F7-942A-6C64-0EDD9D9D156E}"/>
                    </a:ext>
                  </a:extLst>
                </p14:cNvPr>
                <p14:cNvContentPartPr/>
                <p14:nvPr/>
              </p14:nvContentPartPr>
              <p14:xfrm>
                <a:off x="9641275" y="1170190"/>
                <a:ext cx="152640" cy="294480"/>
              </p14:xfrm>
            </p:contentPart>
          </mc:Choice>
          <mc:Fallback>
            <p:pic>
              <p:nvPicPr>
                <p:cNvPr id="32" name="Ink 31">
                  <a:extLst>
                    <a:ext uri="{FF2B5EF4-FFF2-40B4-BE49-F238E27FC236}">
                      <a16:creationId xmlns:a16="http://schemas.microsoft.com/office/drawing/2014/main" id="{A430D0F8-F4F7-942A-6C64-0EDD9D9D156E}"/>
                    </a:ext>
                  </a:extLst>
                </p:cNvPr>
                <p:cNvPicPr/>
                <p:nvPr/>
              </p:nvPicPr>
              <p:blipFill>
                <a:blip r:embed="rId39"/>
                <a:stretch>
                  <a:fillRect/>
                </a:stretch>
              </p:blipFill>
              <p:spPr>
                <a:xfrm>
                  <a:off x="9635155" y="1164070"/>
                  <a:ext cx="16488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3" name="Ink 32">
                  <a:extLst>
                    <a:ext uri="{FF2B5EF4-FFF2-40B4-BE49-F238E27FC236}">
                      <a16:creationId xmlns:a16="http://schemas.microsoft.com/office/drawing/2014/main" id="{83020765-6857-D73B-3D3B-8FF7CC3E09CD}"/>
                    </a:ext>
                  </a:extLst>
                </p14:cNvPr>
                <p14:cNvContentPartPr/>
                <p14:nvPr/>
              </p14:nvContentPartPr>
              <p14:xfrm>
                <a:off x="9868075" y="1252990"/>
                <a:ext cx="527400" cy="450720"/>
              </p14:xfrm>
            </p:contentPart>
          </mc:Choice>
          <mc:Fallback>
            <p:pic>
              <p:nvPicPr>
                <p:cNvPr id="33" name="Ink 32">
                  <a:extLst>
                    <a:ext uri="{FF2B5EF4-FFF2-40B4-BE49-F238E27FC236}">
                      <a16:creationId xmlns:a16="http://schemas.microsoft.com/office/drawing/2014/main" id="{83020765-6857-D73B-3D3B-8FF7CC3E09CD}"/>
                    </a:ext>
                  </a:extLst>
                </p:cNvPr>
                <p:cNvPicPr/>
                <p:nvPr/>
              </p:nvPicPr>
              <p:blipFill>
                <a:blip r:embed="rId41"/>
                <a:stretch>
                  <a:fillRect/>
                </a:stretch>
              </p:blipFill>
              <p:spPr>
                <a:xfrm>
                  <a:off x="9861955" y="1246870"/>
                  <a:ext cx="539640" cy="462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4" name="Ink 33">
                  <a:extLst>
                    <a:ext uri="{FF2B5EF4-FFF2-40B4-BE49-F238E27FC236}">
                      <a16:creationId xmlns:a16="http://schemas.microsoft.com/office/drawing/2014/main" id="{EF2C0A06-3318-678D-4014-53598DD5CABB}"/>
                    </a:ext>
                  </a:extLst>
                </p14:cNvPr>
                <p14:cNvContentPartPr/>
                <p14:nvPr/>
              </p14:nvContentPartPr>
              <p14:xfrm>
                <a:off x="10423915" y="1271710"/>
                <a:ext cx="411840" cy="100440"/>
              </p14:xfrm>
            </p:contentPart>
          </mc:Choice>
          <mc:Fallback>
            <p:pic>
              <p:nvPicPr>
                <p:cNvPr id="34" name="Ink 33">
                  <a:extLst>
                    <a:ext uri="{FF2B5EF4-FFF2-40B4-BE49-F238E27FC236}">
                      <a16:creationId xmlns:a16="http://schemas.microsoft.com/office/drawing/2014/main" id="{EF2C0A06-3318-678D-4014-53598DD5CABB}"/>
                    </a:ext>
                  </a:extLst>
                </p:cNvPr>
                <p:cNvPicPr/>
                <p:nvPr/>
              </p:nvPicPr>
              <p:blipFill>
                <a:blip r:embed="rId43"/>
                <a:stretch>
                  <a:fillRect/>
                </a:stretch>
              </p:blipFill>
              <p:spPr>
                <a:xfrm>
                  <a:off x="10417795" y="1265590"/>
                  <a:ext cx="4240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5" name="Ink 34">
                  <a:extLst>
                    <a:ext uri="{FF2B5EF4-FFF2-40B4-BE49-F238E27FC236}">
                      <a16:creationId xmlns:a16="http://schemas.microsoft.com/office/drawing/2014/main" id="{50DA6844-FF2E-BBEE-DD5E-0CA289D33451}"/>
                    </a:ext>
                  </a:extLst>
                </p14:cNvPr>
                <p14:cNvContentPartPr/>
                <p14:nvPr/>
              </p14:nvContentPartPr>
              <p14:xfrm>
                <a:off x="10953475" y="1254070"/>
                <a:ext cx="376200" cy="158760"/>
              </p14:xfrm>
            </p:contentPart>
          </mc:Choice>
          <mc:Fallback>
            <p:pic>
              <p:nvPicPr>
                <p:cNvPr id="35" name="Ink 34">
                  <a:extLst>
                    <a:ext uri="{FF2B5EF4-FFF2-40B4-BE49-F238E27FC236}">
                      <a16:creationId xmlns:a16="http://schemas.microsoft.com/office/drawing/2014/main" id="{50DA6844-FF2E-BBEE-DD5E-0CA289D33451}"/>
                    </a:ext>
                  </a:extLst>
                </p:cNvPr>
                <p:cNvPicPr/>
                <p:nvPr/>
              </p:nvPicPr>
              <p:blipFill>
                <a:blip r:embed="rId45"/>
                <a:stretch>
                  <a:fillRect/>
                </a:stretch>
              </p:blipFill>
              <p:spPr>
                <a:xfrm>
                  <a:off x="10947355" y="1247950"/>
                  <a:ext cx="38844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7" name="Ink 36">
                  <a:extLst>
                    <a:ext uri="{FF2B5EF4-FFF2-40B4-BE49-F238E27FC236}">
                      <a16:creationId xmlns:a16="http://schemas.microsoft.com/office/drawing/2014/main" id="{9E98E730-4D78-E05F-BE39-7447539F8D48}"/>
                    </a:ext>
                  </a:extLst>
                </p14:cNvPr>
                <p14:cNvContentPartPr/>
                <p14:nvPr/>
              </p14:nvContentPartPr>
              <p14:xfrm>
                <a:off x="9811195" y="1748710"/>
                <a:ext cx="333720" cy="426240"/>
              </p14:xfrm>
            </p:contentPart>
          </mc:Choice>
          <mc:Fallback>
            <p:pic>
              <p:nvPicPr>
                <p:cNvPr id="37" name="Ink 36">
                  <a:extLst>
                    <a:ext uri="{FF2B5EF4-FFF2-40B4-BE49-F238E27FC236}">
                      <a16:creationId xmlns:a16="http://schemas.microsoft.com/office/drawing/2014/main" id="{9E98E730-4D78-E05F-BE39-7447539F8D48}"/>
                    </a:ext>
                  </a:extLst>
                </p:cNvPr>
                <p:cNvPicPr/>
                <p:nvPr/>
              </p:nvPicPr>
              <p:blipFill>
                <a:blip r:embed="rId47"/>
                <a:stretch>
                  <a:fillRect/>
                </a:stretch>
              </p:blipFill>
              <p:spPr>
                <a:xfrm>
                  <a:off x="9805075" y="1742590"/>
                  <a:ext cx="345960" cy="438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8" name="Ink 37">
                  <a:extLst>
                    <a:ext uri="{FF2B5EF4-FFF2-40B4-BE49-F238E27FC236}">
                      <a16:creationId xmlns:a16="http://schemas.microsoft.com/office/drawing/2014/main" id="{552FE5EA-4CA7-10CA-8010-1D2530337950}"/>
                    </a:ext>
                  </a:extLst>
                </p14:cNvPr>
                <p14:cNvContentPartPr/>
                <p14:nvPr/>
              </p14:nvContentPartPr>
              <p14:xfrm>
                <a:off x="10334275" y="1814230"/>
                <a:ext cx="126360" cy="301320"/>
              </p14:xfrm>
            </p:contentPart>
          </mc:Choice>
          <mc:Fallback>
            <p:pic>
              <p:nvPicPr>
                <p:cNvPr id="38" name="Ink 37">
                  <a:extLst>
                    <a:ext uri="{FF2B5EF4-FFF2-40B4-BE49-F238E27FC236}">
                      <a16:creationId xmlns:a16="http://schemas.microsoft.com/office/drawing/2014/main" id="{552FE5EA-4CA7-10CA-8010-1D2530337950}"/>
                    </a:ext>
                  </a:extLst>
                </p:cNvPr>
                <p:cNvPicPr/>
                <p:nvPr/>
              </p:nvPicPr>
              <p:blipFill>
                <a:blip r:embed="rId49"/>
                <a:stretch>
                  <a:fillRect/>
                </a:stretch>
              </p:blipFill>
              <p:spPr>
                <a:xfrm>
                  <a:off x="10328155" y="1808110"/>
                  <a:ext cx="13860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9" name="Ink 38">
                  <a:extLst>
                    <a:ext uri="{FF2B5EF4-FFF2-40B4-BE49-F238E27FC236}">
                      <a16:creationId xmlns:a16="http://schemas.microsoft.com/office/drawing/2014/main" id="{C62DC189-EFA8-1E9D-5311-61AE65B58384}"/>
                    </a:ext>
                  </a:extLst>
                </p14:cNvPr>
                <p14:cNvContentPartPr/>
                <p14:nvPr/>
              </p14:nvContentPartPr>
              <p14:xfrm>
                <a:off x="10272715" y="1786150"/>
                <a:ext cx="243720" cy="320400"/>
              </p14:xfrm>
            </p:contentPart>
          </mc:Choice>
          <mc:Fallback>
            <p:pic>
              <p:nvPicPr>
                <p:cNvPr id="39" name="Ink 38">
                  <a:extLst>
                    <a:ext uri="{FF2B5EF4-FFF2-40B4-BE49-F238E27FC236}">
                      <a16:creationId xmlns:a16="http://schemas.microsoft.com/office/drawing/2014/main" id="{C62DC189-EFA8-1E9D-5311-61AE65B58384}"/>
                    </a:ext>
                  </a:extLst>
                </p:cNvPr>
                <p:cNvPicPr/>
                <p:nvPr/>
              </p:nvPicPr>
              <p:blipFill>
                <a:blip r:embed="rId51"/>
                <a:stretch>
                  <a:fillRect/>
                </a:stretch>
              </p:blipFill>
              <p:spPr>
                <a:xfrm>
                  <a:off x="10266595" y="1780030"/>
                  <a:ext cx="25596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0" name="Ink 39">
                  <a:extLst>
                    <a:ext uri="{FF2B5EF4-FFF2-40B4-BE49-F238E27FC236}">
                      <a16:creationId xmlns:a16="http://schemas.microsoft.com/office/drawing/2014/main" id="{52439886-7EBB-C7B7-6829-FFE03CDA982E}"/>
                    </a:ext>
                  </a:extLst>
                </p14:cNvPr>
                <p14:cNvContentPartPr/>
                <p14:nvPr/>
              </p14:nvContentPartPr>
              <p14:xfrm>
                <a:off x="10633075" y="2059390"/>
                <a:ext cx="20160" cy="225000"/>
              </p14:xfrm>
            </p:contentPart>
          </mc:Choice>
          <mc:Fallback>
            <p:pic>
              <p:nvPicPr>
                <p:cNvPr id="40" name="Ink 39">
                  <a:extLst>
                    <a:ext uri="{FF2B5EF4-FFF2-40B4-BE49-F238E27FC236}">
                      <a16:creationId xmlns:a16="http://schemas.microsoft.com/office/drawing/2014/main" id="{52439886-7EBB-C7B7-6829-FFE03CDA982E}"/>
                    </a:ext>
                  </a:extLst>
                </p:cNvPr>
                <p:cNvPicPr/>
                <p:nvPr/>
              </p:nvPicPr>
              <p:blipFill>
                <a:blip r:embed="rId53"/>
                <a:stretch>
                  <a:fillRect/>
                </a:stretch>
              </p:blipFill>
              <p:spPr>
                <a:xfrm>
                  <a:off x="10626955" y="2053270"/>
                  <a:ext cx="3240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1" name="Ink 40">
                  <a:extLst>
                    <a:ext uri="{FF2B5EF4-FFF2-40B4-BE49-F238E27FC236}">
                      <a16:creationId xmlns:a16="http://schemas.microsoft.com/office/drawing/2014/main" id="{E21EE131-5382-FF90-0341-5E5418369A87}"/>
                    </a:ext>
                  </a:extLst>
                </p14:cNvPr>
                <p14:cNvContentPartPr/>
                <p14:nvPr/>
              </p14:nvContentPartPr>
              <p14:xfrm>
                <a:off x="10644595" y="1879390"/>
                <a:ext cx="7560" cy="23040"/>
              </p14:xfrm>
            </p:contentPart>
          </mc:Choice>
          <mc:Fallback>
            <p:pic>
              <p:nvPicPr>
                <p:cNvPr id="41" name="Ink 40">
                  <a:extLst>
                    <a:ext uri="{FF2B5EF4-FFF2-40B4-BE49-F238E27FC236}">
                      <a16:creationId xmlns:a16="http://schemas.microsoft.com/office/drawing/2014/main" id="{E21EE131-5382-FF90-0341-5E5418369A87}"/>
                    </a:ext>
                  </a:extLst>
                </p:cNvPr>
                <p:cNvPicPr/>
                <p:nvPr/>
              </p:nvPicPr>
              <p:blipFill>
                <a:blip r:embed="rId55"/>
                <a:stretch>
                  <a:fillRect/>
                </a:stretch>
              </p:blipFill>
              <p:spPr>
                <a:xfrm>
                  <a:off x="10638475" y="1873270"/>
                  <a:ext cx="198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2" name="Ink 41">
                  <a:extLst>
                    <a:ext uri="{FF2B5EF4-FFF2-40B4-BE49-F238E27FC236}">
                      <a16:creationId xmlns:a16="http://schemas.microsoft.com/office/drawing/2014/main" id="{9DB8127E-FC57-C858-4C63-21505C34E794}"/>
                    </a:ext>
                  </a:extLst>
                </p14:cNvPr>
                <p14:cNvContentPartPr/>
                <p14:nvPr/>
              </p14:nvContentPartPr>
              <p14:xfrm>
                <a:off x="10755115" y="1902790"/>
                <a:ext cx="226080" cy="24840"/>
              </p14:xfrm>
            </p:contentPart>
          </mc:Choice>
          <mc:Fallback>
            <p:pic>
              <p:nvPicPr>
                <p:cNvPr id="42" name="Ink 41">
                  <a:extLst>
                    <a:ext uri="{FF2B5EF4-FFF2-40B4-BE49-F238E27FC236}">
                      <a16:creationId xmlns:a16="http://schemas.microsoft.com/office/drawing/2014/main" id="{9DB8127E-FC57-C858-4C63-21505C34E794}"/>
                    </a:ext>
                  </a:extLst>
                </p:cNvPr>
                <p:cNvPicPr/>
                <p:nvPr/>
              </p:nvPicPr>
              <p:blipFill>
                <a:blip r:embed="rId57"/>
                <a:stretch>
                  <a:fillRect/>
                </a:stretch>
              </p:blipFill>
              <p:spPr>
                <a:xfrm>
                  <a:off x="10748995" y="1896670"/>
                  <a:ext cx="2383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3" name="Ink 42">
                  <a:extLst>
                    <a:ext uri="{FF2B5EF4-FFF2-40B4-BE49-F238E27FC236}">
                      <a16:creationId xmlns:a16="http://schemas.microsoft.com/office/drawing/2014/main" id="{790EB102-B002-86F4-E795-A44AE79C3607}"/>
                    </a:ext>
                  </a:extLst>
                </p14:cNvPr>
                <p14:cNvContentPartPr/>
                <p14:nvPr/>
              </p14:nvContentPartPr>
              <p14:xfrm>
                <a:off x="11207995" y="1737550"/>
                <a:ext cx="231840" cy="401400"/>
              </p14:xfrm>
            </p:contentPart>
          </mc:Choice>
          <mc:Fallback>
            <p:pic>
              <p:nvPicPr>
                <p:cNvPr id="43" name="Ink 42">
                  <a:extLst>
                    <a:ext uri="{FF2B5EF4-FFF2-40B4-BE49-F238E27FC236}">
                      <a16:creationId xmlns:a16="http://schemas.microsoft.com/office/drawing/2014/main" id="{790EB102-B002-86F4-E795-A44AE79C3607}"/>
                    </a:ext>
                  </a:extLst>
                </p:cNvPr>
                <p:cNvPicPr/>
                <p:nvPr/>
              </p:nvPicPr>
              <p:blipFill>
                <a:blip r:embed="rId59"/>
                <a:stretch>
                  <a:fillRect/>
                </a:stretch>
              </p:blipFill>
              <p:spPr>
                <a:xfrm>
                  <a:off x="11201875" y="1731430"/>
                  <a:ext cx="244080" cy="4136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4" name="Ink 43">
                  <a:extLst>
                    <a:ext uri="{FF2B5EF4-FFF2-40B4-BE49-F238E27FC236}">
                      <a16:creationId xmlns:a16="http://schemas.microsoft.com/office/drawing/2014/main" id="{16CD0EC9-E701-C46D-82E6-C1738BEF381C}"/>
                    </a:ext>
                  </a:extLst>
                </p14:cNvPr>
                <p14:cNvContentPartPr/>
                <p14:nvPr/>
              </p14:nvContentPartPr>
              <p14:xfrm>
                <a:off x="11189635" y="1793350"/>
                <a:ext cx="286560" cy="217800"/>
              </p14:xfrm>
            </p:contentPart>
          </mc:Choice>
          <mc:Fallback>
            <p:pic>
              <p:nvPicPr>
                <p:cNvPr id="44" name="Ink 43">
                  <a:extLst>
                    <a:ext uri="{FF2B5EF4-FFF2-40B4-BE49-F238E27FC236}">
                      <a16:creationId xmlns:a16="http://schemas.microsoft.com/office/drawing/2014/main" id="{16CD0EC9-E701-C46D-82E6-C1738BEF381C}"/>
                    </a:ext>
                  </a:extLst>
                </p:cNvPr>
                <p:cNvPicPr/>
                <p:nvPr/>
              </p:nvPicPr>
              <p:blipFill>
                <a:blip r:embed="rId61"/>
                <a:stretch>
                  <a:fillRect/>
                </a:stretch>
              </p:blipFill>
              <p:spPr>
                <a:xfrm>
                  <a:off x="11183515" y="1787230"/>
                  <a:ext cx="29880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5" name="Ink 44">
                  <a:extLst>
                    <a:ext uri="{FF2B5EF4-FFF2-40B4-BE49-F238E27FC236}">
                      <a16:creationId xmlns:a16="http://schemas.microsoft.com/office/drawing/2014/main" id="{91EF0791-7061-9122-1C90-D038E83D7A7D}"/>
                    </a:ext>
                  </a:extLst>
                </p14:cNvPr>
                <p14:cNvContentPartPr/>
                <p14:nvPr/>
              </p14:nvContentPartPr>
              <p14:xfrm>
                <a:off x="11082355" y="1664470"/>
                <a:ext cx="294840" cy="23760"/>
              </p14:xfrm>
            </p:contentPart>
          </mc:Choice>
          <mc:Fallback>
            <p:pic>
              <p:nvPicPr>
                <p:cNvPr id="45" name="Ink 44">
                  <a:extLst>
                    <a:ext uri="{FF2B5EF4-FFF2-40B4-BE49-F238E27FC236}">
                      <a16:creationId xmlns:a16="http://schemas.microsoft.com/office/drawing/2014/main" id="{91EF0791-7061-9122-1C90-D038E83D7A7D}"/>
                    </a:ext>
                  </a:extLst>
                </p:cNvPr>
                <p:cNvPicPr/>
                <p:nvPr/>
              </p:nvPicPr>
              <p:blipFill>
                <a:blip r:embed="rId63"/>
                <a:stretch>
                  <a:fillRect/>
                </a:stretch>
              </p:blipFill>
              <p:spPr>
                <a:xfrm>
                  <a:off x="11076235" y="1658350"/>
                  <a:ext cx="3070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6" name="Ink 45">
                  <a:extLst>
                    <a:ext uri="{FF2B5EF4-FFF2-40B4-BE49-F238E27FC236}">
                      <a16:creationId xmlns:a16="http://schemas.microsoft.com/office/drawing/2014/main" id="{C435AF00-1546-63DB-08B0-8DB50AA307AC}"/>
                    </a:ext>
                  </a:extLst>
                </p14:cNvPr>
                <p14:cNvContentPartPr/>
                <p14:nvPr/>
              </p14:nvContentPartPr>
              <p14:xfrm>
                <a:off x="11481955" y="1508590"/>
                <a:ext cx="146160" cy="828360"/>
              </p14:xfrm>
            </p:contentPart>
          </mc:Choice>
          <mc:Fallback>
            <p:pic>
              <p:nvPicPr>
                <p:cNvPr id="46" name="Ink 45">
                  <a:extLst>
                    <a:ext uri="{FF2B5EF4-FFF2-40B4-BE49-F238E27FC236}">
                      <a16:creationId xmlns:a16="http://schemas.microsoft.com/office/drawing/2014/main" id="{C435AF00-1546-63DB-08B0-8DB50AA307AC}"/>
                    </a:ext>
                  </a:extLst>
                </p:cNvPr>
                <p:cNvPicPr/>
                <p:nvPr/>
              </p:nvPicPr>
              <p:blipFill>
                <a:blip r:embed="rId65"/>
                <a:stretch>
                  <a:fillRect/>
                </a:stretch>
              </p:blipFill>
              <p:spPr>
                <a:xfrm>
                  <a:off x="11475835" y="1502470"/>
                  <a:ext cx="158400" cy="840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7" name="Ink 46">
                  <a:extLst>
                    <a:ext uri="{FF2B5EF4-FFF2-40B4-BE49-F238E27FC236}">
                      <a16:creationId xmlns:a16="http://schemas.microsoft.com/office/drawing/2014/main" id="{0954906C-9724-D119-E2D9-FC9084A19CA3}"/>
                    </a:ext>
                  </a:extLst>
                </p14:cNvPr>
                <p14:cNvContentPartPr/>
                <p14:nvPr/>
              </p14:nvContentPartPr>
              <p14:xfrm>
                <a:off x="10219435" y="1624870"/>
                <a:ext cx="324000" cy="729720"/>
              </p14:xfrm>
            </p:contentPart>
          </mc:Choice>
          <mc:Fallback>
            <p:pic>
              <p:nvPicPr>
                <p:cNvPr id="47" name="Ink 46">
                  <a:extLst>
                    <a:ext uri="{FF2B5EF4-FFF2-40B4-BE49-F238E27FC236}">
                      <a16:creationId xmlns:a16="http://schemas.microsoft.com/office/drawing/2014/main" id="{0954906C-9724-D119-E2D9-FC9084A19CA3}"/>
                    </a:ext>
                  </a:extLst>
                </p:cNvPr>
                <p:cNvPicPr/>
                <p:nvPr/>
              </p:nvPicPr>
              <p:blipFill>
                <a:blip r:embed="rId67"/>
                <a:stretch>
                  <a:fillRect/>
                </a:stretch>
              </p:blipFill>
              <p:spPr>
                <a:xfrm>
                  <a:off x="10213315" y="1618750"/>
                  <a:ext cx="336240" cy="741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8" name="Ink 47">
                  <a:extLst>
                    <a:ext uri="{FF2B5EF4-FFF2-40B4-BE49-F238E27FC236}">
                      <a16:creationId xmlns:a16="http://schemas.microsoft.com/office/drawing/2014/main" id="{C98D2F68-3093-77D7-E808-A91804CD1CD6}"/>
                    </a:ext>
                  </a:extLst>
                </p14:cNvPr>
                <p14:cNvContentPartPr/>
                <p14:nvPr/>
              </p14:nvContentPartPr>
              <p14:xfrm>
                <a:off x="11584555" y="1416070"/>
                <a:ext cx="249120" cy="142200"/>
              </p14:xfrm>
            </p:contentPart>
          </mc:Choice>
          <mc:Fallback>
            <p:pic>
              <p:nvPicPr>
                <p:cNvPr id="48" name="Ink 47">
                  <a:extLst>
                    <a:ext uri="{FF2B5EF4-FFF2-40B4-BE49-F238E27FC236}">
                      <a16:creationId xmlns:a16="http://schemas.microsoft.com/office/drawing/2014/main" id="{C98D2F68-3093-77D7-E808-A91804CD1CD6}"/>
                    </a:ext>
                  </a:extLst>
                </p:cNvPr>
                <p:cNvPicPr/>
                <p:nvPr/>
              </p:nvPicPr>
              <p:blipFill>
                <a:blip r:embed="rId69"/>
                <a:stretch>
                  <a:fillRect/>
                </a:stretch>
              </p:blipFill>
              <p:spPr>
                <a:xfrm>
                  <a:off x="11578435" y="1409950"/>
                  <a:ext cx="261360" cy="154440"/>
                </a:xfrm>
                <a:prstGeom prst="rect">
                  <a:avLst/>
                </a:prstGeom>
              </p:spPr>
            </p:pic>
          </mc:Fallback>
        </mc:AlternateContent>
      </p:grpSp>
    </p:spTree>
    <p:extLst>
      <p:ext uri="{BB962C8B-B14F-4D97-AF65-F5344CB8AC3E}">
        <p14:creationId xmlns:p14="http://schemas.microsoft.com/office/powerpoint/2010/main" val="2146100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Descriptive Statistics</a:t>
            </a:r>
            <a:endParaRPr lang="en-IN" dirty="0"/>
          </a:p>
        </p:txBody>
      </p:sp>
      <p:sp>
        <p:nvSpPr>
          <p:cNvPr id="3" name="Text Placeholder 2"/>
          <p:cNvSpPr>
            <a:spLocks noGrp="1"/>
          </p:cNvSpPr>
          <p:nvPr>
            <p:ph type="body" sz="quarter" idx="13"/>
          </p:nvPr>
        </p:nvSpPr>
        <p:spPr>
          <a:xfrm>
            <a:off x="857739" y="990601"/>
            <a:ext cx="10160000" cy="3338514"/>
          </a:xfrm>
        </p:spPr>
        <p:txBody>
          <a:bodyPr/>
          <a:lstStyle/>
          <a:p>
            <a:pPr algn="just">
              <a:lnSpc>
                <a:spcPct val="150000"/>
              </a:lnSpc>
              <a:spcBef>
                <a:spcPts val="0"/>
              </a:spcBef>
              <a:buFont typeface="Wingdings" panose="05000000000000000000" pitchFamily="2" charset="2"/>
              <a:buChar char="Ø"/>
            </a:pPr>
            <a:r>
              <a:rPr lang="en-US" sz="2000" dirty="0">
                <a:latin typeface="Calibri" pitchFamily="34" charset="0"/>
                <a:cs typeface="Calibri" pitchFamily="34" charset="0"/>
              </a:rPr>
              <a:t>A standard deviation describes scores in terms of distance from the mean </a:t>
            </a:r>
          </a:p>
          <a:p>
            <a:pPr algn="just">
              <a:lnSpc>
                <a:spcPct val="150000"/>
              </a:lnSpc>
              <a:spcBef>
                <a:spcPts val="0"/>
              </a:spcBef>
              <a:buFont typeface="Wingdings" panose="05000000000000000000" pitchFamily="2" charset="2"/>
              <a:buChar char="Ø"/>
            </a:pPr>
            <a:r>
              <a:rPr lang="en-US" sz="2000" dirty="0">
                <a:latin typeface="Calibri" pitchFamily="34" charset="0"/>
                <a:cs typeface="Calibri" pitchFamily="34" charset="0"/>
              </a:rPr>
              <a:t>Describe an entire distribution with just two numbers (M and s) </a:t>
            </a:r>
          </a:p>
          <a:p>
            <a:pPr algn="just">
              <a:lnSpc>
                <a:spcPct val="150000"/>
              </a:lnSpc>
              <a:spcBef>
                <a:spcPts val="0"/>
              </a:spcBef>
              <a:buFont typeface="Wingdings" panose="05000000000000000000" pitchFamily="2" charset="2"/>
              <a:buChar char="Ø"/>
            </a:pPr>
            <a:r>
              <a:rPr lang="en-US" sz="2000" dirty="0">
                <a:latin typeface="Calibri" pitchFamily="34" charset="0"/>
                <a:cs typeface="Calibri" pitchFamily="34" charset="0"/>
              </a:rPr>
              <a:t>Reference to both allows reconstruction of the measurement scale from just these two numbers</a:t>
            </a:r>
          </a:p>
          <a:p>
            <a:pPr algn="just">
              <a:lnSpc>
                <a:spcPct val="150000"/>
              </a:lnSpc>
              <a:spcBef>
                <a:spcPts val="0"/>
              </a:spcBef>
              <a:buFont typeface="Wingdings" panose="05000000000000000000" pitchFamily="2" charset="2"/>
              <a:buChar char="Ø"/>
            </a:pPr>
            <a:r>
              <a:rPr lang="en-US" sz="2000" dirty="0">
                <a:latin typeface="Calibri" pitchFamily="34" charset="0"/>
                <a:cs typeface="Calibri" pitchFamily="34" charset="0"/>
              </a:rPr>
              <a:t>Means and standard deviations together provide extremely useful descriptive statistics for characterizing distributions</a:t>
            </a:r>
          </a:p>
          <a:p>
            <a:endParaRPr lang="en-I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114801"/>
            <a:ext cx="7848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39F5099-E360-9948-74FB-C4D71306604B}"/>
                  </a:ext>
                </a:extLst>
              </p14:cNvPr>
              <p14:cNvContentPartPr/>
              <p14:nvPr/>
            </p14:nvContentPartPr>
            <p14:xfrm>
              <a:off x="6437635" y="3336310"/>
              <a:ext cx="4464000" cy="73080"/>
            </p14:xfrm>
          </p:contentPart>
        </mc:Choice>
        <mc:Fallback>
          <p:pic>
            <p:nvPicPr>
              <p:cNvPr id="4" name="Ink 3">
                <a:extLst>
                  <a:ext uri="{FF2B5EF4-FFF2-40B4-BE49-F238E27FC236}">
                    <a16:creationId xmlns:a16="http://schemas.microsoft.com/office/drawing/2014/main" id="{939F5099-E360-9948-74FB-C4D71306604B}"/>
                  </a:ext>
                </a:extLst>
              </p:cNvPr>
              <p:cNvPicPr/>
              <p:nvPr/>
            </p:nvPicPr>
            <p:blipFill>
              <a:blip r:embed="rId4"/>
              <a:stretch>
                <a:fillRect/>
              </a:stretch>
            </p:blipFill>
            <p:spPr>
              <a:xfrm>
                <a:off x="6431515" y="3330190"/>
                <a:ext cx="44762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2BEB4665-0683-C4C7-0067-24304874E592}"/>
                  </a:ext>
                </a:extLst>
              </p14:cNvPr>
              <p14:cNvContentPartPr/>
              <p14:nvPr/>
            </p14:nvContentPartPr>
            <p14:xfrm>
              <a:off x="1055635" y="3741670"/>
              <a:ext cx="3270240" cy="70560"/>
            </p14:xfrm>
          </p:contentPart>
        </mc:Choice>
        <mc:Fallback>
          <p:pic>
            <p:nvPicPr>
              <p:cNvPr id="6" name="Ink 5">
                <a:extLst>
                  <a:ext uri="{FF2B5EF4-FFF2-40B4-BE49-F238E27FC236}">
                    <a16:creationId xmlns:a16="http://schemas.microsoft.com/office/drawing/2014/main" id="{2BEB4665-0683-C4C7-0067-24304874E592}"/>
                  </a:ext>
                </a:extLst>
              </p:cNvPr>
              <p:cNvPicPr/>
              <p:nvPr/>
            </p:nvPicPr>
            <p:blipFill>
              <a:blip r:embed="rId6"/>
              <a:stretch>
                <a:fillRect/>
              </a:stretch>
            </p:blipFill>
            <p:spPr>
              <a:xfrm>
                <a:off x="1049515" y="3735550"/>
                <a:ext cx="3282480" cy="82800"/>
              </a:xfrm>
              <a:prstGeom prst="rect">
                <a:avLst/>
              </a:prstGeom>
            </p:spPr>
          </p:pic>
        </mc:Fallback>
      </mc:AlternateContent>
    </p:spTree>
    <p:extLst>
      <p:ext uri="{BB962C8B-B14F-4D97-AF65-F5344CB8AC3E}">
        <p14:creationId xmlns:p14="http://schemas.microsoft.com/office/powerpoint/2010/main" val="3518885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Five point summary of Data</a:t>
            </a:r>
            <a:endParaRPr lang="en-IN" dirty="0"/>
          </a:p>
        </p:txBody>
      </p:sp>
      <p:sp>
        <p:nvSpPr>
          <p:cNvPr id="3" name="Text Placeholder 2"/>
          <p:cNvSpPr>
            <a:spLocks noGrp="1"/>
          </p:cNvSpPr>
          <p:nvPr>
            <p:ph type="body" sz="quarter" idx="13"/>
          </p:nvPr>
        </p:nvSpPr>
        <p:spPr>
          <a:xfrm>
            <a:off x="857739" y="1066801"/>
            <a:ext cx="10160000" cy="4953000"/>
          </a:xfrm>
        </p:spPr>
        <p:txBody>
          <a:bodyPr>
            <a:normAutofit fontScale="62500" lnSpcReduction="20000"/>
          </a:bodyPr>
          <a:lstStyle/>
          <a:p>
            <a:pPr marL="0" indent="0">
              <a:buNone/>
            </a:pPr>
            <a:r>
              <a:rPr lang="en-US" sz="4500" dirty="0">
                <a:latin typeface="+mn-lt"/>
              </a:rPr>
              <a:t>The five number summary of data includes 5 items:</a:t>
            </a:r>
          </a:p>
          <a:p>
            <a:endParaRPr lang="en-US" sz="4500" dirty="0">
              <a:latin typeface="+mn-lt"/>
            </a:endParaRPr>
          </a:p>
          <a:p>
            <a:pPr>
              <a:buFont typeface="Courier New" panose="02070309020205020404" pitchFamily="49" charset="0"/>
              <a:buChar char="o"/>
            </a:pPr>
            <a:r>
              <a:rPr lang="en-US" sz="4500" b="1" dirty="0">
                <a:latin typeface="+mn-lt"/>
              </a:rPr>
              <a:t> Minimum</a:t>
            </a:r>
            <a:r>
              <a:rPr lang="en-US" sz="4500" dirty="0">
                <a:latin typeface="+mn-lt"/>
              </a:rPr>
              <a:t>.</a:t>
            </a:r>
          </a:p>
          <a:p>
            <a:pPr>
              <a:buFont typeface="Courier New" panose="02070309020205020404" pitchFamily="49" charset="0"/>
              <a:buChar char="o"/>
            </a:pPr>
            <a:endParaRPr lang="en-US" sz="4500" dirty="0">
              <a:latin typeface="+mn-lt"/>
            </a:endParaRPr>
          </a:p>
          <a:p>
            <a:pPr>
              <a:buFont typeface="Courier New" panose="02070309020205020404" pitchFamily="49" charset="0"/>
              <a:buChar char="o"/>
            </a:pPr>
            <a:r>
              <a:rPr lang="en-US" sz="4500" b="1" dirty="0">
                <a:latin typeface="+mn-lt"/>
              </a:rPr>
              <a:t> Q1</a:t>
            </a:r>
            <a:r>
              <a:rPr lang="en-US" sz="4500" dirty="0">
                <a:latin typeface="+mn-lt"/>
              </a:rPr>
              <a:t> (the first quartile, or the 25% mark).</a:t>
            </a:r>
          </a:p>
          <a:p>
            <a:pPr>
              <a:buFont typeface="Courier New" panose="02070309020205020404" pitchFamily="49" charset="0"/>
              <a:buChar char="o"/>
            </a:pPr>
            <a:endParaRPr lang="en-US" sz="4500" dirty="0">
              <a:latin typeface="+mn-lt"/>
            </a:endParaRPr>
          </a:p>
          <a:p>
            <a:pPr>
              <a:buFont typeface="Courier New" panose="02070309020205020404" pitchFamily="49" charset="0"/>
              <a:buChar char="o"/>
            </a:pPr>
            <a:r>
              <a:rPr lang="en-US" sz="4500" b="1" dirty="0">
                <a:latin typeface="+mn-lt"/>
              </a:rPr>
              <a:t> Median</a:t>
            </a:r>
            <a:r>
              <a:rPr lang="en-US" sz="4500" dirty="0">
                <a:latin typeface="+mn-lt"/>
              </a:rPr>
              <a:t>.</a:t>
            </a:r>
          </a:p>
          <a:p>
            <a:pPr>
              <a:buFont typeface="Courier New" panose="02070309020205020404" pitchFamily="49" charset="0"/>
              <a:buChar char="o"/>
            </a:pPr>
            <a:endParaRPr lang="en-US" sz="4500" dirty="0">
              <a:latin typeface="+mn-lt"/>
            </a:endParaRPr>
          </a:p>
          <a:p>
            <a:pPr>
              <a:buFont typeface="Courier New" panose="02070309020205020404" pitchFamily="49" charset="0"/>
              <a:buChar char="o"/>
            </a:pPr>
            <a:r>
              <a:rPr lang="en-US" sz="4500" b="1" dirty="0">
                <a:latin typeface="+mn-lt"/>
              </a:rPr>
              <a:t> Q3</a:t>
            </a:r>
            <a:r>
              <a:rPr lang="en-US" sz="4500" dirty="0">
                <a:latin typeface="+mn-lt"/>
              </a:rPr>
              <a:t> (the third quartile, or the 75% mark).</a:t>
            </a:r>
          </a:p>
          <a:p>
            <a:pPr>
              <a:buFont typeface="Courier New" panose="02070309020205020404" pitchFamily="49" charset="0"/>
              <a:buChar char="o"/>
            </a:pPr>
            <a:endParaRPr lang="en-US" sz="4500" dirty="0">
              <a:latin typeface="+mn-lt"/>
            </a:endParaRPr>
          </a:p>
          <a:p>
            <a:pPr>
              <a:buFont typeface="Courier New" panose="02070309020205020404" pitchFamily="49" charset="0"/>
              <a:buChar char="o"/>
            </a:pPr>
            <a:r>
              <a:rPr lang="en-US" sz="4500" b="1" dirty="0">
                <a:latin typeface="+mn-lt"/>
              </a:rPr>
              <a:t> Maximum</a:t>
            </a:r>
            <a:r>
              <a:rPr lang="en-US" sz="4500" dirty="0">
                <a:latin typeface="+mn-lt"/>
              </a:rPr>
              <a:t>.</a:t>
            </a:r>
          </a:p>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BF83C8A-8364-BED2-6ED8-C4A3E85D86DD}"/>
                  </a:ext>
                </a:extLst>
              </p14:cNvPr>
              <p14:cNvContentPartPr/>
              <p14:nvPr/>
            </p14:nvContentPartPr>
            <p14:xfrm>
              <a:off x="2889475" y="1861750"/>
              <a:ext cx="633240" cy="385920"/>
            </p14:xfrm>
          </p:contentPart>
        </mc:Choice>
        <mc:Fallback>
          <p:pic>
            <p:nvPicPr>
              <p:cNvPr id="4" name="Ink 3">
                <a:extLst>
                  <a:ext uri="{FF2B5EF4-FFF2-40B4-BE49-F238E27FC236}">
                    <a16:creationId xmlns:a16="http://schemas.microsoft.com/office/drawing/2014/main" id="{CBF83C8A-8364-BED2-6ED8-C4A3E85D86DD}"/>
                  </a:ext>
                </a:extLst>
              </p:cNvPr>
              <p:cNvPicPr/>
              <p:nvPr/>
            </p:nvPicPr>
            <p:blipFill>
              <a:blip r:embed="rId3"/>
              <a:stretch>
                <a:fillRect/>
              </a:stretch>
            </p:blipFill>
            <p:spPr>
              <a:xfrm>
                <a:off x="2883355" y="1855630"/>
                <a:ext cx="64548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3E55BAAF-194D-5A4D-6F61-831D98814F12}"/>
                  </a:ext>
                </a:extLst>
              </p14:cNvPr>
              <p14:cNvContentPartPr/>
              <p14:nvPr/>
            </p14:nvContentPartPr>
            <p14:xfrm>
              <a:off x="6996355" y="2579230"/>
              <a:ext cx="50760" cy="932760"/>
            </p14:xfrm>
          </p:contentPart>
        </mc:Choice>
        <mc:Fallback>
          <p:pic>
            <p:nvPicPr>
              <p:cNvPr id="5" name="Ink 4">
                <a:extLst>
                  <a:ext uri="{FF2B5EF4-FFF2-40B4-BE49-F238E27FC236}">
                    <a16:creationId xmlns:a16="http://schemas.microsoft.com/office/drawing/2014/main" id="{3E55BAAF-194D-5A4D-6F61-831D98814F12}"/>
                  </a:ext>
                </a:extLst>
              </p:cNvPr>
              <p:cNvPicPr/>
              <p:nvPr/>
            </p:nvPicPr>
            <p:blipFill>
              <a:blip r:embed="rId5"/>
              <a:stretch>
                <a:fillRect/>
              </a:stretch>
            </p:blipFill>
            <p:spPr>
              <a:xfrm>
                <a:off x="6990235" y="2573110"/>
                <a:ext cx="63000" cy="945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F8F0862-F86F-D1EA-BAD6-599524F20F21}"/>
                  </a:ext>
                </a:extLst>
              </p14:cNvPr>
              <p14:cNvContentPartPr/>
              <p14:nvPr/>
            </p14:nvContentPartPr>
            <p14:xfrm>
              <a:off x="2638555" y="3494350"/>
              <a:ext cx="82080" cy="590400"/>
            </p14:xfrm>
          </p:contentPart>
        </mc:Choice>
        <mc:Fallback>
          <p:pic>
            <p:nvPicPr>
              <p:cNvPr id="6" name="Ink 5">
                <a:extLst>
                  <a:ext uri="{FF2B5EF4-FFF2-40B4-BE49-F238E27FC236}">
                    <a16:creationId xmlns:a16="http://schemas.microsoft.com/office/drawing/2014/main" id="{BF8F0862-F86F-D1EA-BAD6-599524F20F21}"/>
                  </a:ext>
                </a:extLst>
              </p:cNvPr>
              <p:cNvPicPr/>
              <p:nvPr/>
            </p:nvPicPr>
            <p:blipFill>
              <a:blip r:embed="rId7"/>
              <a:stretch>
                <a:fillRect/>
              </a:stretch>
            </p:blipFill>
            <p:spPr>
              <a:xfrm>
                <a:off x="2632435" y="3488230"/>
                <a:ext cx="9432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94766686-33D0-DBA2-CE64-8073B18D5202}"/>
                  </a:ext>
                </a:extLst>
              </p14:cNvPr>
              <p14:cNvContentPartPr/>
              <p14:nvPr/>
            </p14:nvContentPartPr>
            <p14:xfrm>
              <a:off x="7248355" y="4355470"/>
              <a:ext cx="63360" cy="576000"/>
            </p14:xfrm>
          </p:contentPart>
        </mc:Choice>
        <mc:Fallback>
          <p:pic>
            <p:nvPicPr>
              <p:cNvPr id="7" name="Ink 6">
                <a:extLst>
                  <a:ext uri="{FF2B5EF4-FFF2-40B4-BE49-F238E27FC236}">
                    <a16:creationId xmlns:a16="http://schemas.microsoft.com/office/drawing/2014/main" id="{94766686-33D0-DBA2-CE64-8073B18D5202}"/>
                  </a:ext>
                </a:extLst>
              </p:cNvPr>
              <p:cNvPicPr/>
              <p:nvPr/>
            </p:nvPicPr>
            <p:blipFill>
              <a:blip r:embed="rId9"/>
              <a:stretch>
                <a:fillRect/>
              </a:stretch>
            </p:blipFill>
            <p:spPr>
              <a:xfrm>
                <a:off x="7242235" y="4349350"/>
                <a:ext cx="75600" cy="588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8ECE3A09-9AE1-0046-4D16-2DCDD68046DA}"/>
                  </a:ext>
                </a:extLst>
              </p14:cNvPr>
              <p14:cNvContentPartPr/>
              <p14:nvPr/>
            </p14:nvContentPartPr>
            <p14:xfrm>
              <a:off x="2948155" y="5264470"/>
              <a:ext cx="55080" cy="584280"/>
            </p14:xfrm>
          </p:contentPart>
        </mc:Choice>
        <mc:Fallback>
          <p:pic>
            <p:nvPicPr>
              <p:cNvPr id="8" name="Ink 7">
                <a:extLst>
                  <a:ext uri="{FF2B5EF4-FFF2-40B4-BE49-F238E27FC236}">
                    <a16:creationId xmlns:a16="http://schemas.microsoft.com/office/drawing/2014/main" id="{8ECE3A09-9AE1-0046-4D16-2DCDD68046DA}"/>
                  </a:ext>
                </a:extLst>
              </p:cNvPr>
              <p:cNvPicPr/>
              <p:nvPr/>
            </p:nvPicPr>
            <p:blipFill>
              <a:blip r:embed="rId11"/>
              <a:stretch>
                <a:fillRect/>
              </a:stretch>
            </p:blipFill>
            <p:spPr>
              <a:xfrm>
                <a:off x="2942035" y="5258350"/>
                <a:ext cx="67320" cy="596520"/>
              </a:xfrm>
              <a:prstGeom prst="rect">
                <a:avLst/>
              </a:prstGeom>
            </p:spPr>
          </p:pic>
        </mc:Fallback>
      </mc:AlternateContent>
    </p:spTree>
    <p:extLst>
      <p:ext uri="{BB962C8B-B14F-4D97-AF65-F5344CB8AC3E}">
        <p14:creationId xmlns:p14="http://schemas.microsoft.com/office/powerpoint/2010/main" val="14014246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60569"/>
            <a:ext cx="10007600" cy="764364"/>
          </a:xfrm>
        </p:spPr>
        <p:txBody>
          <a:bodyPr/>
          <a:lstStyle/>
          <a:p>
            <a:r>
              <a:rPr lang="en-US" dirty="0">
                <a:latin typeface="+mn-lt"/>
                <a:ea typeface="Calibri"/>
                <a:cs typeface="Calibri"/>
                <a:sym typeface="Calibri"/>
              </a:rPr>
              <a:t>Interquartile range (IQR) &amp; Quartile Deviation (QD)</a:t>
            </a:r>
            <a:endParaRPr lang="en-IN" dirty="0">
              <a:latin typeface="+mn-lt"/>
            </a:endParaRPr>
          </a:p>
        </p:txBody>
      </p:sp>
      <p:sp>
        <p:nvSpPr>
          <p:cNvPr id="3" name="Text Placeholder 2"/>
          <p:cNvSpPr>
            <a:spLocks noGrp="1"/>
          </p:cNvSpPr>
          <p:nvPr>
            <p:ph type="body" sz="quarter" idx="13"/>
          </p:nvPr>
        </p:nvSpPr>
        <p:spPr>
          <a:xfrm>
            <a:off x="857739" y="924933"/>
            <a:ext cx="10160000" cy="2046867"/>
          </a:xfrm>
        </p:spPr>
        <p:txBody>
          <a:bodyPr/>
          <a:lstStyle/>
          <a:p>
            <a:pPr eaLnBrk="0" hangingPunct="0">
              <a:lnSpc>
                <a:spcPct val="80000"/>
              </a:lnSpc>
              <a:spcBef>
                <a:spcPct val="50000"/>
              </a:spcBef>
              <a:buSzPct val="100000"/>
              <a:buFont typeface="Wingdings" panose="05000000000000000000" pitchFamily="2" charset="2"/>
              <a:buChar char="Ø"/>
            </a:pPr>
            <a:r>
              <a:rPr lang="en-US" sz="2000" dirty="0">
                <a:latin typeface="Calibri" panose="020F0502020204030204" pitchFamily="34" charset="0"/>
                <a:cs typeface="Calibri" panose="020F0502020204030204" pitchFamily="34" charset="0"/>
              </a:rPr>
              <a:t>It is measure of Variation</a:t>
            </a:r>
          </a:p>
          <a:p>
            <a:pPr eaLnBrk="0" hangingPunct="0">
              <a:lnSpc>
                <a:spcPct val="80000"/>
              </a:lnSpc>
              <a:spcBef>
                <a:spcPct val="50000"/>
              </a:spcBef>
              <a:buSzPct val="100000"/>
              <a:buFont typeface="Wingdings" panose="05000000000000000000" pitchFamily="2" charset="2"/>
              <a:buChar char="Ø"/>
            </a:pPr>
            <a:r>
              <a:rPr lang="en-US" sz="2000" dirty="0">
                <a:latin typeface="Calibri" panose="020F0502020204030204" pitchFamily="34" charset="0"/>
                <a:cs typeface="Calibri" panose="020F0502020204030204" pitchFamily="34" charset="0"/>
              </a:rPr>
              <a:t> Also Known as Mid-spread : Spread in the Middle 50%</a:t>
            </a:r>
          </a:p>
          <a:p>
            <a:pPr eaLnBrk="0" hangingPunct="0">
              <a:lnSpc>
                <a:spcPct val="80000"/>
              </a:lnSpc>
              <a:spcBef>
                <a:spcPct val="50000"/>
              </a:spcBef>
              <a:buSzPct val="100000"/>
              <a:buFont typeface="Wingdings" panose="05000000000000000000" pitchFamily="2" charset="2"/>
              <a:buChar char="Ø"/>
            </a:pPr>
            <a:r>
              <a:rPr lang="en-US" sz="2000" dirty="0">
                <a:latin typeface="Calibri" panose="020F0502020204030204" pitchFamily="34" charset="0"/>
                <a:cs typeface="Calibri" panose="020F0502020204030204" pitchFamily="34" charset="0"/>
              </a:rPr>
              <a:t> Difference Between Third &amp; First Quartiles: </a:t>
            </a:r>
          </a:p>
          <a:p>
            <a:pPr eaLnBrk="0" hangingPunct="0">
              <a:lnSpc>
                <a:spcPct val="80000"/>
              </a:lnSpc>
              <a:spcBef>
                <a:spcPct val="50000"/>
              </a:spcBef>
              <a:buSzPct val="100000"/>
              <a:buFont typeface="Wingdings" panose="05000000000000000000" pitchFamily="2" charset="2"/>
              <a:buChar char="Ø"/>
            </a:pPr>
            <a:r>
              <a:rPr lang="en-US" sz="2000" dirty="0">
                <a:latin typeface="Calibri" panose="020F0502020204030204" pitchFamily="34" charset="0"/>
                <a:cs typeface="Calibri" panose="020F0502020204030204" pitchFamily="34" charset="0"/>
              </a:rPr>
              <a:t> Not Affected by Extreme Values</a:t>
            </a:r>
          </a:p>
          <a:p>
            <a:pPr eaLnBrk="0" hangingPunct="0">
              <a:lnSpc>
                <a:spcPct val="80000"/>
              </a:lnSpc>
              <a:spcBef>
                <a:spcPct val="50000"/>
              </a:spcBef>
              <a:buSzPct val="100000"/>
              <a:buFont typeface="Wingdings" panose="05000000000000000000" pitchFamily="2" charset="2"/>
              <a:buChar char="Ø"/>
            </a:pPr>
            <a:r>
              <a:rPr lang="en-US" sz="2000" dirty="0">
                <a:latin typeface="Calibri" panose="020F0502020204030204" pitchFamily="34" charset="0"/>
                <a:cs typeface="Calibri" panose="020F0502020204030204" pitchFamily="34" charset="0"/>
              </a:rPr>
              <a:t> Interquartile Range =  IQR = Q</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 Q</a:t>
            </a:r>
            <a:r>
              <a:rPr lang="en-US" sz="2000" baseline="-25000" dirty="0">
                <a:latin typeface="Calibri" panose="020F0502020204030204" pitchFamily="34" charset="0"/>
                <a:cs typeface="Calibri" panose="020F0502020204030204" pitchFamily="34" charset="0"/>
              </a:rPr>
              <a:t>1</a:t>
            </a:r>
            <a:r>
              <a:rPr lang="en-US" sz="2000" dirty="0">
                <a:latin typeface="Calibri" panose="020F0502020204030204" pitchFamily="34" charset="0"/>
                <a:cs typeface="Calibri" panose="020F0502020204030204" pitchFamily="34" charset="0"/>
              </a:rPr>
              <a:t>   </a:t>
            </a:r>
          </a:p>
          <a:p>
            <a:endParaRPr lang="en-IN" dirty="0"/>
          </a:p>
        </p:txBody>
      </p:sp>
      <p:sp>
        <p:nvSpPr>
          <p:cNvPr id="5" name="Rectangle 7"/>
          <p:cNvSpPr>
            <a:spLocks noChangeArrowheads="1"/>
          </p:cNvSpPr>
          <p:nvPr/>
        </p:nvSpPr>
        <p:spPr bwMode="auto">
          <a:xfrm>
            <a:off x="1905000" y="3048000"/>
            <a:ext cx="7979498"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Data in Ordered Array:  11   12   13   16   16   17    17   18   21</a:t>
            </a:r>
          </a:p>
        </p:txBody>
      </p:sp>
      <p:sp>
        <p:nvSpPr>
          <p:cNvPr id="6" name="Rectangle 9"/>
          <p:cNvSpPr>
            <a:spLocks noChangeArrowheads="1"/>
          </p:cNvSpPr>
          <p:nvPr/>
        </p:nvSpPr>
        <p:spPr bwMode="auto">
          <a:xfrm>
            <a:off x="2057400" y="5078781"/>
            <a:ext cx="7362502" cy="116961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dirty="0"/>
              <a:t>Interquartile Range = IQR= Q</a:t>
            </a:r>
            <a:r>
              <a:rPr lang="en-US" sz="2078" baseline="-25000" dirty="0"/>
              <a:t>3</a:t>
            </a:r>
            <a:r>
              <a:rPr lang="en-US" sz="2078" dirty="0"/>
              <a:t> – Q</a:t>
            </a:r>
            <a:r>
              <a:rPr lang="en-US" sz="2078" baseline="-25000" dirty="0"/>
              <a:t>1 </a:t>
            </a:r>
            <a:r>
              <a:rPr lang="en-US" sz="2078" dirty="0"/>
              <a:t>= 17.5 - 12.5 = 5</a:t>
            </a:r>
          </a:p>
          <a:p>
            <a:pPr eaLnBrk="0" hangingPunct="0">
              <a:spcBef>
                <a:spcPct val="50000"/>
              </a:spcBef>
            </a:pPr>
            <a:r>
              <a:rPr lang="en-US" sz="2078" dirty="0"/>
              <a:t>QD = IQR/2 = 5/2 = 2.5 (variation among the data in the  central 50% of a data set)</a:t>
            </a:r>
          </a:p>
        </p:txBody>
      </p:sp>
      <p:sp>
        <p:nvSpPr>
          <p:cNvPr id="7" name="AutoShape 23"/>
          <p:cNvSpPr>
            <a:spLocks noChangeArrowheads="1"/>
          </p:cNvSpPr>
          <p:nvPr/>
        </p:nvSpPr>
        <p:spPr bwMode="auto">
          <a:xfrm rot="16200000">
            <a:off x="8314908" y="3330695"/>
            <a:ext cx="334468" cy="93598"/>
          </a:xfrm>
          <a:prstGeom prst="rightArrow">
            <a:avLst>
              <a:gd name="adj1" fmla="val 50000"/>
              <a:gd name="adj2" fmla="val 33568"/>
            </a:avLst>
          </a:prstGeom>
          <a:solidFill>
            <a:srgbClr val="0000FF"/>
          </a:solidFill>
          <a:ln w="12700">
            <a:solidFill>
              <a:srgbClr val="0000FF"/>
            </a:solidFill>
            <a:miter lim="800000"/>
            <a:headEnd/>
            <a:tailEnd/>
          </a:ln>
          <a:effectLst/>
        </p:spPr>
        <p:txBody>
          <a:bodyPr wrap="none" lIns="51339" tIns="25670" rIns="51339" bIns="25670" anchor="ctr"/>
          <a:lstStyle/>
          <a:p>
            <a:endParaRPr lang="en-US" sz="2078" b="1">
              <a:latin typeface="Helvetica LT Std Cond Light"/>
            </a:endParaRPr>
          </a:p>
        </p:txBody>
      </p:sp>
      <p:sp>
        <p:nvSpPr>
          <p:cNvPr id="8" name="Rectangle 7"/>
          <p:cNvSpPr>
            <a:spLocks noChangeArrowheads="1"/>
          </p:cNvSpPr>
          <p:nvPr/>
        </p:nvSpPr>
        <p:spPr bwMode="auto">
          <a:xfrm>
            <a:off x="4814074" y="3517467"/>
            <a:ext cx="176340" cy="370169"/>
          </a:xfrm>
          <a:prstGeom prst="rect">
            <a:avLst/>
          </a:prstGeom>
          <a:noFill/>
          <a:ln w="12700">
            <a:noFill/>
            <a:miter lim="800000"/>
            <a:headEnd/>
            <a:tailEnd/>
          </a:ln>
          <a:effectLst/>
        </p:spPr>
        <p:txBody>
          <a:bodyPr wrap="none" lIns="50805" tIns="24957" rIns="50805" bIns="24957">
            <a:spAutoFit/>
          </a:bodyPr>
          <a:lstStyle/>
          <a:p>
            <a:pPr eaLnBrk="0" hangingPunct="0"/>
            <a:r>
              <a:rPr lang="en-US" sz="2078" b="1">
                <a:latin typeface="Helvetica LT Std Cond Light"/>
              </a:rPr>
              <a:t> </a:t>
            </a:r>
          </a:p>
        </p:txBody>
      </p:sp>
      <p:sp>
        <p:nvSpPr>
          <p:cNvPr id="9" name="Rectangle 8"/>
          <p:cNvSpPr>
            <a:spLocks noChangeArrowheads="1"/>
          </p:cNvSpPr>
          <p:nvPr/>
        </p:nvSpPr>
        <p:spPr bwMode="auto">
          <a:xfrm>
            <a:off x="2086300" y="3653421"/>
            <a:ext cx="2011217" cy="370169"/>
          </a:xfrm>
          <a:prstGeom prst="rect">
            <a:avLst/>
          </a:prstGeom>
          <a:noFill/>
          <a:ln w="12700">
            <a:noFill/>
            <a:miter lim="800000"/>
            <a:headEnd/>
            <a:tailEnd/>
          </a:ln>
          <a:effectLst/>
        </p:spPr>
        <p:txBody>
          <a:bodyPr wrap="square" lIns="50805" tIns="24957" rIns="50805" bIns="24957">
            <a:spAutoFit/>
          </a:bodyPr>
          <a:lstStyle/>
          <a:p>
            <a:pPr algn="ctr" eaLnBrk="0" hangingPunct="0">
              <a:spcBef>
                <a:spcPct val="50000"/>
              </a:spcBef>
            </a:pPr>
            <a:r>
              <a:rPr lang="en-US" sz="2078" b="1" dirty="0">
                <a:latin typeface="Helvetica LT Std Cond Light"/>
              </a:rPr>
              <a:t>Position of Q</a:t>
            </a:r>
            <a:r>
              <a:rPr lang="en-US" sz="2078" b="1" baseline="-25000" dirty="0">
                <a:latin typeface="Helvetica LT Std Cond Light"/>
              </a:rPr>
              <a:t>1  </a:t>
            </a:r>
          </a:p>
        </p:txBody>
      </p:sp>
      <p:sp>
        <p:nvSpPr>
          <p:cNvPr id="10" name="Rectangle 9"/>
          <p:cNvSpPr>
            <a:spLocks noChangeArrowheads="1"/>
          </p:cNvSpPr>
          <p:nvPr/>
        </p:nvSpPr>
        <p:spPr bwMode="auto">
          <a:xfrm>
            <a:off x="5140905" y="3649329"/>
            <a:ext cx="1300566"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 2.50,    </a:t>
            </a:r>
          </a:p>
        </p:txBody>
      </p:sp>
      <p:sp>
        <p:nvSpPr>
          <p:cNvPr id="11" name="Rectangle 10"/>
          <p:cNvSpPr>
            <a:spLocks noChangeArrowheads="1"/>
          </p:cNvSpPr>
          <p:nvPr/>
        </p:nvSpPr>
        <p:spPr bwMode="auto">
          <a:xfrm>
            <a:off x="6969042" y="3640895"/>
            <a:ext cx="469056" cy="370169"/>
          </a:xfrm>
          <a:prstGeom prst="rect">
            <a:avLst/>
          </a:prstGeom>
          <a:noFill/>
          <a:ln w="12700">
            <a:noFill/>
            <a:miter lim="800000"/>
            <a:headEnd/>
            <a:tailEnd/>
          </a:ln>
          <a:effectLst/>
        </p:spPr>
        <p:txBody>
          <a:bodyPr wrap="square" lIns="50805" tIns="24957" rIns="50805" bIns="24957">
            <a:spAutoFit/>
          </a:bodyPr>
          <a:lstStyle/>
          <a:p>
            <a:pPr algn="ctr" eaLnBrk="0" hangingPunct="0">
              <a:spcBef>
                <a:spcPct val="50000"/>
              </a:spcBef>
            </a:pPr>
            <a:r>
              <a:rPr lang="en-US" sz="2078" b="1" dirty="0">
                <a:solidFill>
                  <a:srgbClr val="FF0000"/>
                </a:solidFill>
                <a:latin typeface="Helvetica LT Std Cond Light"/>
              </a:rPr>
              <a:t>Q</a:t>
            </a:r>
            <a:r>
              <a:rPr lang="en-US" sz="2078" b="1" baseline="-25000" dirty="0">
                <a:solidFill>
                  <a:srgbClr val="FF0000"/>
                </a:solidFill>
                <a:latin typeface="Helvetica LT Std Cond Light"/>
              </a:rPr>
              <a:t>1</a:t>
            </a:r>
          </a:p>
        </p:txBody>
      </p:sp>
      <p:sp>
        <p:nvSpPr>
          <p:cNvPr id="12" name="Rectangle 11"/>
          <p:cNvSpPr>
            <a:spLocks noChangeArrowheads="1"/>
          </p:cNvSpPr>
          <p:nvPr/>
        </p:nvSpPr>
        <p:spPr bwMode="auto">
          <a:xfrm>
            <a:off x="7356410" y="3639575"/>
            <a:ext cx="850328"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solidFill>
                  <a:srgbClr val="FF0000"/>
                </a:solidFill>
                <a:latin typeface="Helvetica LT Std Cond Light"/>
              </a:rPr>
              <a:t>=12.5</a:t>
            </a:r>
          </a:p>
        </p:txBody>
      </p:sp>
      <p:sp>
        <p:nvSpPr>
          <p:cNvPr id="13" name="Rectangle 12"/>
          <p:cNvSpPr>
            <a:spLocks noChangeArrowheads="1"/>
          </p:cNvSpPr>
          <p:nvPr/>
        </p:nvSpPr>
        <p:spPr bwMode="auto">
          <a:xfrm>
            <a:off x="3963456" y="3643601"/>
            <a:ext cx="297453" cy="370169"/>
          </a:xfrm>
          <a:prstGeom prst="rect">
            <a:avLst/>
          </a:prstGeom>
          <a:noFill/>
          <a:ln w="12700">
            <a:noFill/>
            <a:miter lim="800000"/>
            <a:headEnd/>
            <a:tailEnd/>
          </a:ln>
          <a:effectLst/>
        </p:spPr>
        <p:txBody>
          <a:bodyPr lIns="50805" tIns="24957" rIns="50805" bIns="24957">
            <a:spAutoFit/>
          </a:bodyPr>
          <a:lstStyle/>
          <a:p>
            <a:pPr eaLnBrk="0" hangingPunct="0">
              <a:spcBef>
                <a:spcPct val="50000"/>
              </a:spcBef>
            </a:pPr>
            <a:r>
              <a:rPr lang="en-US" sz="2078" b="1" dirty="0">
                <a:latin typeface="Helvetica LT Std Cond Light"/>
              </a:rPr>
              <a:t>=</a:t>
            </a:r>
          </a:p>
        </p:txBody>
      </p:sp>
      <p:sp>
        <p:nvSpPr>
          <p:cNvPr id="14" name="Rectangle 13"/>
          <p:cNvSpPr>
            <a:spLocks noChangeArrowheads="1"/>
          </p:cNvSpPr>
          <p:nvPr/>
        </p:nvSpPr>
        <p:spPr bwMode="auto">
          <a:xfrm>
            <a:off x="4160576" y="3405902"/>
            <a:ext cx="1151537"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1•(9 + 1)</a:t>
            </a:r>
          </a:p>
        </p:txBody>
      </p:sp>
      <p:sp>
        <p:nvSpPr>
          <p:cNvPr id="15" name="Line 30"/>
          <p:cNvSpPr>
            <a:spLocks noChangeShapeType="1"/>
          </p:cNvSpPr>
          <p:nvPr/>
        </p:nvSpPr>
        <p:spPr bwMode="auto">
          <a:xfrm>
            <a:off x="4213278" y="3807688"/>
            <a:ext cx="916236" cy="0"/>
          </a:xfrm>
          <a:prstGeom prst="line">
            <a:avLst/>
          </a:prstGeom>
          <a:noFill/>
          <a:ln w="38100">
            <a:solidFill>
              <a:schemeClr val="tx1"/>
            </a:solidFill>
            <a:round/>
            <a:headEnd/>
            <a:tailEnd/>
          </a:ln>
          <a:effectLst/>
        </p:spPr>
        <p:txBody>
          <a:bodyPr lIns="51339" tIns="25670" rIns="51339" bIns="25670"/>
          <a:lstStyle/>
          <a:p>
            <a:endParaRPr lang="en-US" sz="2078" b="1">
              <a:latin typeface="Helvetica LT Std Cond Light"/>
            </a:endParaRPr>
          </a:p>
        </p:txBody>
      </p:sp>
      <p:sp>
        <p:nvSpPr>
          <p:cNvPr id="16" name="Rectangle 15"/>
          <p:cNvSpPr>
            <a:spLocks noChangeArrowheads="1"/>
          </p:cNvSpPr>
          <p:nvPr/>
        </p:nvSpPr>
        <p:spPr bwMode="auto">
          <a:xfrm>
            <a:off x="4545010" y="3784044"/>
            <a:ext cx="297453"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4</a:t>
            </a:r>
          </a:p>
        </p:txBody>
      </p:sp>
      <p:sp>
        <p:nvSpPr>
          <p:cNvPr id="17" name="Rectangle 16"/>
          <p:cNvSpPr>
            <a:spLocks noChangeArrowheads="1"/>
          </p:cNvSpPr>
          <p:nvPr/>
        </p:nvSpPr>
        <p:spPr bwMode="auto">
          <a:xfrm>
            <a:off x="4828215" y="4149704"/>
            <a:ext cx="176340" cy="370169"/>
          </a:xfrm>
          <a:prstGeom prst="rect">
            <a:avLst/>
          </a:prstGeom>
          <a:noFill/>
          <a:ln w="12700">
            <a:noFill/>
            <a:miter lim="800000"/>
            <a:headEnd/>
            <a:tailEnd/>
          </a:ln>
          <a:effectLst/>
        </p:spPr>
        <p:txBody>
          <a:bodyPr wrap="none" lIns="50805" tIns="24957" rIns="50805" bIns="24957">
            <a:spAutoFit/>
          </a:bodyPr>
          <a:lstStyle/>
          <a:p>
            <a:pPr eaLnBrk="0" hangingPunct="0"/>
            <a:r>
              <a:rPr lang="en-US" sz="2078" b="1">
                <a:latin typeface="Helvetica LT Std Cond Light"/>
              </a:rPr>
              <a:t> </a:t>
            </a:r>
          </a:p>
        </p:txBody>
      </p:sp>
      <p:sp>
        <p:nvSpPr>
          <p:cNvPr id="18" name="Rectangle 17"/>
          <p:cNvSpPr>
            <a:spLocks noChangeArrowheads="1"/>
          </p:cNvSpPr>
          <p:nvPr/>
        </p:nvSpPr>
        <p:spPr bwMode="auto">
          <a:xfrm>
            <a:off x="2100440" y="4285659"/>
            <a:ext cx="2011217" cy="370169"/>
          </a:xfrm>
          <a:prstGeom prst="rect">
            <a:avLst/>
          </a:prstGeom>
          <a:noFill/>
          <a:ln w="12700">
            <a:noFill/>
            <a:miter lim="800000"/>
            <a:headEnd/>
            <a:tailEnd/>
          </a:ln>
          <a:effectLst/>
        </p:spPr>
        <p:txBody>
          <a:bodyPr wrap="square" lIns="50805" tIns="24957" rIns="50805" bIns="24957">
            <a:spAutoFit/>
          </a:bodyPr>
          <a:lstStyle/>
          <a:p>
            <a:pPr algn="ctr" eaLnBrk="0" hangingPunct="0">
              <a:spcBef>
                <a:spcPct val="50000"/>
              </a:spcBef>
            </a:pPr>
            <a:r>
              <a:rPr lang="en-US" sz="2078" b="1" dirty="0">
                <a:latin typeface="Helvetica LT Std Cond Light"/>
              </a:rPr>
              <a:t>Position of Q</a:t>
            </a:r>
            <a:r>
              <a:rPr lang="en-US" sz="2078" b="1" baseline="-25000" dirty="0">
                <a:latin typeface="Helvetica LT Std Cond Light"/>
              </a:rPr>
              <a:t>3  </a:t>
            </a:r>
          </a:p>
        </p:txBody>
      </p:sp>
      <p:sp>
        <p:nvSpPr>
          <p:cNvPr id="19" name="Rectangle 18"/>
          <p:cNvSpPr>
            <a:spLocks noChangeArrowheads="1"/>
          </p:cNvSpPr>
          <p:nvPr/>
        </p:nvSpPr>
        <p:spPr bwMode="auto">
          <a:xfrm>
            <a:off x="5155045" y="4281566"/>
            <a:ext cx="1300566"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 7.50,    </a:t>
            </a:r>
          </a:p>
        </p:txBody>
      </p:sp>
      <p:sp>
        <p:nvSpPr>
          <p:cNvPr id="20" name="Rectangle 19"/>
          <p:cNvSpPr>
            <a:spLocks noChangeArrowheads="1"/>
          </p:cNvSpPr>
          <p:nvPr/>
        </p:nvSpPr>
        <p:spPr bwMode="auto">
          <a:xfrm>
            <a:off x="6983183" y="4273132"/>
            <a:ext cx="469056" cy="370169"/>
          </a:xfrm>
          <a:prstGeom prst="rect">
            <a:avLst/>
          </a:prstGeom>
          <a:noFill/>
          <a:ln w="12700">
            <a:noFill/>
            <a:miter lim="800000"/>
            <a:headEnd/>
            <a:tailEnd/>
          </a:ln>
          <a:effectLst/>
        </p:spPr>
        <p:txBody>
          <a:bodyPr wrap="square" lIns="50805" tIns="24957" rIns="50805" bIns="24957">
            <a:spAutoFit/>
          </a:bodyPr>
          <a:lstStyle/>
          <a:p>
            <a:pPr algn="ctr" eaLnBrk="0" hangingPunct="0">
              <a:spcBef>
                <a:spcPct val="50000"/>
              </a:spcBef>
            </a:pPr>
            <a:r>
              <a:rPr lang="en-US" sz="2078" b="1" dirty="0">
                <a:solidFill>
                  <a:srgbClr val="0000FF"/>
                </a:solidFill>
                <a:latin typeface="Helvetica LT Std Cond Light"/>
              </a:rPr>
              <a:t>Q</a:t>
            </a:r>
            <a:r>
              <a:rPr lang="en-US" sz="2078" b="1" baseline="-25000" dirty="0">
                <a:solidFill>
                  <a:srgbClr val="0000FF"/>
                </a:solidFill>
                <a:latin typeface="Helvetica LT Std Cond Light"/>
              </a:rPr>
              <a:t>3</a:t>
            </a:r>
          </a:p>
        </p:txBody>
      </p:sp>
      <p:sp>
        <p:nvSpPr>
          <p:cNvPr id="21" name="Rectangle 20"/>
          <p:cNvSpPr>
            <a:spLocks noChangeArrowheads="1"/>
          </p:cNvSpPr>
          <p:nvPr/>
        </p:nvSpPr>
        <p:spPr bwMode="auto">
          <a:xfrm>
            <a:off x="7370551" y="4271813"/>
            <a:ext cx="850328"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solidFill>
                  <a:srgbClr val="0000FF"/>
                </a:solidFill>
                <a:latin typeface="Helvetica LT Std Cond Light"/>
              </a:rPr>
              <a:t>=17.5</a:t>
            </a:r>
          </a:p>
        </p:txBody>
      </p:sp>
      <p:sp>
        <p:nvSpPr>
          <p:cNvPr id="22" name="Rectangle 21"/>
          <p:cNvSpPr>
            <a:spLocks noChangeArrowheads="1"/>
          </p:cNvSpPr>
          <p:nvPr/>
        </p:nvSpPr>
        <p:spPr bwMode="auto">
          <a:xfrm>
            <a:off x="3977596" y="4275838"/>
            <a:ext cx="297453" cy="370169"/>
          </a:xfrm>
          <a:prstGeom prst="rect">
            <a:avLst/>
          </a:prstGeom>
          <a:noFill/>
          <a:ln w="12700">
            <a:noFill/>
            <a:miter lim="800000"/>
            <a:headEnd/>
            <a:tailEnd/>
          </a:ln>
          <a:effectLst/>
        </p:spPr>
        <p:txBody>
          <a:bodyPr lIns="50805" tIns="24957" rIns="50805" bIns="24957">
            <a:spAutoFit/>
          </a:bodyPr>
          <a:lstStyle/>
          <a:p>
            <a:pPr eaLnBrk="0" hangingPunct="0">
              <a:spcBef>
                <a:spcPct val="50000"/>
              </a:spcBef>
            </a:pPr>
            <a:r>
              <a:rPr lang="en-US" sz="2078" b="1" dirty="0">
                <a:latin typeface="Helvetica LT Std Cond Light"/>
              </a:rPr>
              <a:t>=</a:t>
            </a:r>
          </a:p>
        </p:txBody>
      </p:sp>
      <p:sp>
        <p:nvSpPr>
          <p:cNvPr id="23" name="Rectangle 22"/>
          <p:cNvSpPr>
            <a:spLocks noChangeArrowheads="1"/>
          </p:cNvSpPr>
          <p:nvPr/>
        </p:nvSpPr>
        <p:spPr bwMode="auto">
          <a:xfrm>
            <a:off x="4174716" y="4062378"/>
            <a:ext cx="1151537"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3•(9 + 1)</a:t>
            </a:r>
          </a:p>
        </p:txBody>
      </p:sp>
      <p:sp>
        <p:nvSpPr>
          <p:cNvPr id="24" name="Line 30"/>
          <p:cNvSpPr>
            <a:spLocks noChangeShapeType="1"/>
          </p:cNvSpPr>
          <p:nvPr/>
        </p:nvSpPr>
        <p:spPr bwMode="auto">
          <a:xfrm>
            <a:off x="4227418" y="4439925"/>
            <a:ext cx="916236" cy="0"/>
          </a:xfrm>
          <a:prstGeom prst="line">
            <a:avLst/>
          </a:prstGeom>
          <a:noFill/>
          <a:ln w="38100">
            <a:solidFill>
              <a:schemeClr val="tx1"/>
            </a:solidFill>
            <a:round/>
            <a:headEnd/>
            <a:tailEnd/>
          </a:ln>
          <a:effectLst/>
        </p:spPr>
        <p:txBody>
          <a:bodyPr lIns="51339" tIns="25670" rIns="51339" bIns="25670"/>
          <a:lstStyle/>
          <a:p>
            <a:endParaRPr lang="en-US" sz="2078" b="1">
              <a:latin typeface="Helvetica LT Std Cond Light"/>
            </a:endParaRPr>
          </a:p>
        </p:txBody>
      </p:sp>
      <p:sp>
        <p:nvSpPr>
          <p:cNvPr id="25" name="Rectangle 24"/>
          <p:cNvSpPr>
            <a:spLocks noChangeArrowheads="1"/>
          </p:cNvSpPr>
          <p:nvPr/>
        </p:nvSpPr>
        <p:spPr bwMode="auto">
          <a:xfrm>
            <a:off x="4559150" y="4416281"/>
            <a:ext cx="297453" cy="370169"/>
          </a:xfrm>
          <a:prstGeom prst="rect">
            <a:avLst/>
          </a:prstGeom>
          <a:noFill/>
          <a:ln w="12700">
            <a:noFill/>
            <a:miter lim="800000"/>
            <a:headEnd/>
            <a:tailEnd/>
          </a:ln>
          <a:effectLst/>
        </p:spPr>
        <p:txBody>
          <a:bodyPr wrap="square" lIns="50805" tIns="24957" rIns="50805" bIns="24957">
            <a:spAutoFit/>
          </a:bodyPr>
          <a:lstStyle/>
          <a:p>
            <a:pPr eaLnBrk="0" hangingPunct="0">
              <a:spcBef>
                <a:spcPct val="50000"/>
              </a:spcBef>
            </a:pPr>
            <a:r>
              <a:rPr lang="en-US" sz="2078" b="1" dirty="0">
                <a:latin typeface="Helvetica LT Std Cond Light"/>
              </a:rPr>
              <a:t>4</a:t>
            </a:r>
          </a:p>
        </p:txBody>
      </p:sp>
      <p:sp>
        <p:nvSpPr>
          <p:cNvPr id="26" name="AutoShape 23"/>
          <p:cNvSpPr>
            <a:spLocks noChangeArrowheads="1"/>
          </p:cNvSpPr>
          <p:nvPr/>
        </p:nvSpPr>
        <p:spPr bwMode="auto">
          <a:xfrm rot="16200000">
            <a:off x="5699097" y="3393313"/>
            <a:ext cx="334468" cy="93598"/>
          </a:xfrm>
          <a:prstGeom prst="rightArrow">
            <a:avLst>
              <a:gd name="adj1" fmla="val 50000"/>
              <a:gd name="adj2" fmla="val 33568"/>
            </a:avLst>
          </a:prstGeom>
          <a:solidFill>
            <a:srgbClr val="C00000"/>
          </a:solidFill>
          <a:ln w="12700">
            <a:solidFill>
              <a:srgbClr val="C00000"/>
            </a:solidFill>
            <a:miter lim="800000"/>
            <a:headEnd/>
            <a:tailEnd/>
          </a:ln>
          <a:effectLst/>
        </p:spPr>
        <p:txBody>
          <a:bodyPr wrap="none" lIns="51339" tIns="25670" rIns="51339" bIns="25670" anchor="ctr"/>
          <a:lstStyle/>
          <a:p>
            <a:endParaRPr lang="en-US" sz="2078" b="1">
              <a:latin typeface="Helvetica LT Std Cond Light"/>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BF82E08-A29D-ABF4-7EBA-46EDD2566AC0}"/>
                  </a:ext>
                </a:extLst>
              </p14:cNvPr>
              <p14:cNvContentPartPr/>
              <p14:nvPr/>
            </p14:nvContentPartPr>
            <p14:xfrm>
              <a:off x="3474835" y="2805670"/>
              <a:ext cx="1611000" cy="100800"/>
            </p14:xfrm>
          </p:contentPart>
        </mc:Choice>
        <mc:Fallback>
          <p:pic>
            <p:nvPicPr>
              <p:cNvPr id="4" name="Ink 3">
                <a:extLst>
                  <a:ext uri="{FF2B5EF4-FFF2-40B4-BE49-F238E27FC236}">
                    <a16:creationId xmlns:a16="http://schemas.microsoft.com/office/drawing/2014/main" id="{9BF82E08-A29D-ABF4-7EBA-46EDD2566AC0}"/>
                  </a:ext>
                </a:extLst>
              </p:cNvPr>
              <p:cNvPicPr/>
              <p:nvPr/>
            </p:nvPicPr>
            <p:blipFill>
              <a:blip r:embed="rId3"/>
              <a:stretch>
                <a:fillRect/>
              </a:stretch>
            </p:blipFill>
            <p:spPr>
              <a:xfrm>
                <a:off x="3468715" y="2799550"/>
                <a:ext cx="162324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89" name="Ink 88">
                <a:extLst>
                  <a:ext uri="{FF2B5EF4-FFF2-40B4-BE49-F238E27FC236}">
                    <a16:creationId xmlns:a16="http://schemas.microsoft.com/office/drawing/2014/main" id="{CD4212F9-3E42-275B-BF99-CB9E6F561DAF}"/>
                  </a:ext>
                </a:extLst>
              </p14:cNvPr>
              <p14:cNvContentPartPr/>
              <p14:nvPr/>
            </p14:nvContentPartPr>
            <p14:xfrm>
              <a:off x="2066155" y="4077910"/>
              <a:ext cx="1833480" cy="86040"/>
            </p14:xfrm>
          </p:contentPart>
        </mc:Choice>
        <mc:Fallback>
          <p:pic>
            <p:nvPicPr>
              <p:cNvPr id="89" name="Ink 88">
                <a:extLst>
                  <a:ext uri="{FF2B5EF4-FFF2-40B4-BE49-F238E27FC236}">
                    <a16:creationId xmlns:a16="http://schemas.microsoft.com/office/drawing/2014/main" id="{CD4212F9-3E42-275B-BF99-CB9E6F561DAF}"/>
                  </a:ext>
                </a:extLst>
              </p:cNvPr>
              <p:cNvPicPr/>
              <p:nvPr/>
            </p:nvPicPr>
            <p:blipFill>
              <a:blip r:embed="rId5"/>
              <a:stretch>
                <a:fillRect/>
              </a:stretch>
            </p:blipFill>
            <p:spPr>
              <a:xfrm>
                <a:off x="2060035" y="4071790"/>
                <a:ext cx="1845720" cy="98280"/>
              </a:xfrm>
              <a:prstGeom prst="rect">
                <a:avLst/>
              </a:prstGeom>
            </p:spPr>
          </p:pic>
        </mc:Fallback>
      </mc:AlternateContent>
      <p:grpSp>
        <p:nvGrpSpPr>
          <p:cNvPr id="103" name="Group 102">
            <a:extLst>
              <a:ext uri="{FF2B5EF4-FFF2-40B4-BE49-F238E27FC236}">
                <a16:creationId xmlns:a16="http://schemas.microsoft.com/office/drawing/2014/main" id="{B557220C-2FFA-FD93-26AF-F957C06803F8}"/>
              </a:ext>
            </a:extLst>
          </p:cNvPr>
          <p:cNvGrpSpPr/>
          <p:nvPr/>
        </p:nvGrpSpPr>
        <p:grpSpPr>
          <a:xfrm>
            <a:off x="5507755" y="6084550"/>
            <a:ext cx="377280" cy="580680"/>
            <a:chOff x="5507755" y="6084550"/>
            <a:chExt cx="377280" cy="580680"/>
          </a:xfrm>
        </p:grpSpPr>
        <mc:AlternateContent xmlns:mc="http://schemas.openxmlformats.org/markup-compatibility/2006">
          <mc:Choice xmlns:p14="http://schemas.microsoft.com/office/powerpoint/2010/main" Requires="p14">
            <p:contentPart p14:bwMode="auto" r:id="rId6">
              <p14:nvContentPartPr>
                <p14:cNvPr id="98" name="Ink 97">
                  <a:extLst>
                    <a:ext uri="{FF2B5EF4-FFF2-40B4-BE49-F238E27FC236}">
                      <a16:creationId xmlns:a16="http://schemas.microsoft.com/office/drawing/2014/main" id="{585386F6-85E8-BBE3-D3A8-186CE818360F}"/>
                    </a:ext>
                  </a:extLst>
                </p14:cNvPr>
                <p14:cNvContentPartPr/>
                <p14:nvPr/>
              </p14:nvContentPartPr>
              <p14:xfrm>
                <a:off x="5507755" y="6084550"/>
                <a:ext cx="251640" cy="378720"/>
              </p14:xfrm>
            </p:contentPart>
          </mc:Choice>
          <mc:Fallback>
            <p:pic>
              <p:nvPicPr>
                <p:cNvPr id="98" name="Ink 97">
                  <a:extLst>
                    <a:ext uri="{FF2B5EF4-FFF2-40B4-BE49-F238E27FC236}">
                      <a16:creationId xmlns:a16="http://schemas.microsoft.com/office/drawing/2014/main" id="{585386F6-85E8-BBE3-D3A8-186CE818360F}"/>
                    </a:ext>
                  </a:extLst>
                </p:cNvPr>
                <p:cNvPicPr/>
                <p:nvPr/>
              </p:nvPicPr>
              <p:blipFill>
                <a:blip r:embed="rId7"/>
                <a:stretch>
                  <a:fillRect/>
                </a:stretch>
              </p:blipFill>
              <p:spPr>
                <a:xfrm>
                  <a:off x="5501635" y="6078430"/>
                  <a:ext cx="26388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9" name="Ink 98">
                  <a:extLst>
                    <a:ext uri="{FF2B5EF4-FFF2-40B4-BE49-F238E27FC236}">
                      <a16:creationId xmlns:a16="http://schemas.microsoft.com/office/drawing/2014/main" id="{7CE51FE2-7B40-BDD7-ADCA-AD8CCFDB7610}"/>
                    </a:ext>
                  </a:extLst>
                </p14:cNvPr>
                <p14:cNvContentPartPr/>
                <p14:nvPr/>
              </p14:nvContentPartPr>
              <p14:xfrm>
                <a:off x="5793595" y="6389470"/>
                <a:ext cx="91440" cy="275760"/>
              </p14:xfrm>
            </p:contentPart>
          </mc:Choice>
          <mc:Fallback>
            <p:pic>
              <p:nvPicPr>
                <p:cNvPr id="99" name="Ink 98">
                  <a:extLst>
                    <a:ext uri="{FF2B5EF4-FFF2-40B4-BE49-F238E27FC236}">
                      <a16:creationId xmlns:a16="http://schemas.microsoft.com/office/drawing/2014/main" id="{7CE51FE2-7B40-BDD7-ADCA-AD8CCFDB7610}"/>
                    </a:ext>
                  </a:extLst>
                </p:cNvPr>
                <p:cNvPicPr/>
                <p:nvPr/>
              </p:nvPicPr>
              <p:blipFill>
                <a:blip r:embed="rId9"/>
                <a:stretch>
                  <a:fillRect/>
                </a:stretch>
              </p:blipFill>
              <p:spPr>
                <a:xfrm>
                  <a:off x="5787475" y="6383350"/>
                  <a:ext cx="103680" cy="288000"/>
                </a:xfrm>
                <a:prstGeom prst="rect">
                  <a:avLst/>
                </a:prstGeom>
              </p:spPr>
            </p:pic>
          </mc:Fallback>
        </mc:AlternateContent>
      </p:grpSp>
      <p:grpSp>
        <p:nvGrpSpPr>
          <p:cNvPr id="102" name="Group 101">
            <a:extLst>
              <a:ext uri="{FF2B5EF4-FFF2-40B4-BE49-F238E27FC236}">
                <a16:creationId xmlns:a16="http://schemas.microsoft.com/office/drawing/2014/main" id="{B5A78C5B-AD54-9FA2-4AA9-E7345A83BBDA}"/>
              </a:ext>
            </a:extLst>
          </p:cNvPr>
          <p:cNvGrpSpPr/>
          <p:nvPr/>
        </p:nvGrpSpPr>
        <p:grpSpPr>
          <a:xfrm>
            <a:off x="6181675" y="6313870"/>
            <a:ext cx="175320" cy="67680"/>
            <a:chOff x="6181675" y="6313870"/>
            <a:chExt cx="175320" cy="67680"/>
          </a:xfrm>
        </p:grpSpPr>
        <mc:AlternateContent xmlns:mc="http://schemas.openxmlformats.org/markup-compatibility/2006">
          <mc:Choice xmlns:p14="http://schemas.microsoft.com/office/powerpoint/2010/main" Requires="p14">
            <p:contentPart p14:bwMode="auto" r:id="rId10">
              <p14:nvContentPartPr>
                <p14:cNvPr id="100" name="Ink 99">
                  <a:extLst>
                    <a:ext uri="{FF2B5EF4-FFF2-40B4-BE49-F238E27FC236}">
                      <a16:creationId xmlns:a16="http://schemas.microsoft.com/office/drawing/2014/main" id="{61E94FD4-D25C-6378-C122-C9A7C9FD7DDC}"/>
                    </a:ext>
                  </a:extLst>
                </p14:cNvPr>
                <p14:cNvContentPartPr/>
                <p14:nvPr/>
              </p14:nvContentPartPr>
              <p14:xfrm>
                <a:off x="6181675" y="6313870"/>
                <a:ext cx="108000" cy="28440"/>
              </p14:xfrm>
            </p:contentPart>
          </mc:Choice>
          <mc:Fallback>
            <p:pic>
              <p:nvPicPr>
                <p:cNvPr id="100" name="Ink 99">
                  <a:extLst>
                    <a:ext uri="{FF2B5EF4-FFF2-40B4-BE49-F238E27FC236}">
                      <a16:creationId xmlns:a16="http://schemas.microsoft.com/office/drawing/2014/main" id="{61E94FD4-D25C-6378-C122-C9A7C9FD7DDC}"/>
                    </a:ext>
                  </a:extLst>
                </p:cNvPr>
                <p:cNvPicPr/>
                <p:nvPr/>
              </p:nvPicPr>
              <p:blipFill>
                <a:blip r:embed="rId11"/>
                <a:stretch>
                  <a:fillRect/>
                </a:stretch>
              </p:blipFill>
              <p:spPr>
                <a:xfrm>
                  <a:off x="6175555" y="6307750"/>
                  <a:ext cx="12024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1" name="Ink 100">
                  <a:extLst>
                    <a:ext uri="{FF2B5EF4-FFF2-40B4-BE49-F238E27FC236}">
                      <a16:creationId xmlns:a16="http://schemas.microsoft.com/office/drawing/2014/main" id="{0EA06514-1105-5117-586F-9C8B57E291A6}"/>
                    </a:ext>
                  </a:extLst>
                </p14:cNvPr>
                <p14:cNvContentPartPr/>
                <p14:nvPr/>
              </p14:nvContentPartPr>
              <p14:xfrm>
                <a:off x="6216955" y="6351310"/>
                <a:ext cx="140040" cy="30240"/>
              </p14:xfrm>
            </p:contentPart>
          </mc:Choice>
          <mc:Fallback>
            <p:pic>
              <p:nvPicPr>
                <p:cNvPr id="101" name="Ink 100">
                  <a:extLst>
                    <a:ext uri="{FF2B5EF4-FFF2-40B4-BE49-F238E27FC236}">
                      <a16:creationId xmlns:a16="http://schemas.microsoft.com/office/drawing/2014/main" id="{0EA06514-1105-5117-586F-9C8B57E291A6}"/>
                    </a:ext>
                  </a:extLst>
                </p:cNvPr>
                <p:cNvPicPr/>
                <p:nvPr/>
              </p:nvPicPr>
              <p:blipFill>
                <a:blip r:embed="rId13"/>
                <a:stretch>
                  <a:fillRect/>
                </a:stretch>
              </p:blipFill>
              <p:spPr>
                <a:xfrm>
                  <a:off x="6210835" y="6345190"/>
                  <a:ext cx="152280" cy="42480"/>
                </a:xfrm>
                <a:prstGeom prst="rect">
                  <a:avLst/>
                </a:prstGeom>
              </p:spPr>
            </p:pic>
          </mc:Fallback>
        </mc:AlternateContent>
      </p:grpSp>
      <p:grpSp>
        <p:nvGrpSpPr>
          <p:cNvPr id="123" name="Group 122">
            <a:extLst>
              <a:ext uri="{FF2B5EF4-FFF2-40B4-BE49-F238E27FC236}">
                <a16:creationId xmlns:a16="http://schemas.microsoft.com/office/drawing/2014/main" id="{DDD5006F-8667-3655-4C31-76C148DC699D}"/>
              </a:ext>
            </a:extLst>
          </p:cNvPr>
          <p:cNvGrpSpPr/>
          <p:nvPr/>
        </p:nvGrpSpPr>
        <p:grpSpPr>
          <a:xfrm>
            <a:off x="6830035" y="5817070"/>
            <a:ext cx="3133080" cy="771480"/>
            <a:chOff x="6830035" y="5817070"/>
            <a:chExt cx="3133080" cy="771480"/>
          </a:xfrm>
        </p:grpSpPr>
        <mc:AlternateContent xmlns:mc="http://schemas.openxmlformats.org/markup-compatibility/2006">
          <mc:Choice xmlns:p14="http://schemas.microsoft.com/office/powerpoint/2010/main" Requires="p14">
            <p:contentPart p14:bwMode="auto" r:id="rId14">
              <p14:nvContentPartPr>
                <p14:cNvPr id="104" name="Ink 103">
                  <a:extLst>
                    <a:ext uri="{FF2B5EF4-FFF2-40B4-BE49-F238E27FC236}">
                      <a16:creationId xmlns:a16="http://schemas.microsoft.com/office/drawing/2014/main" id="{D8D195CF-2C66-9F8A-7D53-8D9810B1D4A9}"/>
                    </a:ext>
                  </a:extLst>
                </p14:cNvPr>
                <p14:cNvContentPartPr/>
                <p14:nvPr/>
              </p14:nvContentPartPr>
              <p14:xfrm>
                <a:off x="6830035" y="6117310"/>
                <a:ext cx="37800" cy="239400"/>
              </p14:xfrm>
            </p:contentPart>
          </mc:Choice>
          <mc:Fallback>
            <p:pic>
              <p:nvPicPr>
                <p:cNvPr id="104" name="Ink 103">
                  <a:extLst>
                    <a:ext uri="{FF2B5EF4-FFF2-40B4-BE49-F238E27FC236}">
                      <a16:creationId xmlns:a16="http://schemas.microsoft.com/office/drawing/2014/main" id="{D8D195CF-2C66-9F8A-7D53-8D9810B1D4A9}"/>
                    </a:ext>
                  </a:extLst>
                </p:cNvPr>
                <p:cNvPicPr/>
                <p:nvPr/>
              </p:nvPicPr>
              <p:blipFill>
                <a:blip r:embed="rId15"/>
                <a:stretch>
                  <a:fillRect/>
                </a:stretch>
              </p:blipFill>
              <p:spPr>
                <a:xfrm>
                  <a:off x="6823915" y="6111190"/>
                  <a:ext cx="500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5" name="Ink 104">
                  <a:extLst>
                    <a:ext uri="{FF2B5EF4-FFF2-40B4-BE49-F238E27FC236}">
                      <a16:creationId xmlns:a16="http://schemas.microsoft.com/office/drawing/2014/main" id="{05106FF8-E862-DDC5-4E47-CFE893509652}"/>
                    </a:ext>
                  </a:extLst>
                </p14:cNvPr>
                <p14:cNvContentPartPr/>
                <p14:nvPr/>
              </p14:nvContentPartPr>
              <p14:xfrm>
                <a:off x="6929395" y="6080590"/>
                <a:ext cx="326520" cy="235080"/>
              </p14:xfrm>
            </p:contentPart>
          </mc:Choice>
          <mc:Fallback>
            <p:pic>
              <p:nvPicPr>
                <p:cNvPr id="105" name="Ink 104">
                  <a:extLst>
                    <a:ext uri="{FF2B5EF4-FFF2-40B4-BE49-F238E27FC236}">
                      <a16:creationId xmlns:a16="http://schemas.microsoft.com/office/drawing/2014/main" id="{05106FF8-E862-DDC5-4E47-CFE893509652}"/>
                    </a:ext>
                  </a:extLst>
                </p:cNvPr>
                <p:cNvPicPr/>
                <p:nvPr/>
              </p:nvPicPr>
              <p:blipFill>
                <a:blip r:embed="rId17"/>
                <a:stretch>
                  <a:fillRect/>
                </a:stretch>
              </p:blipFill>
              <p:spPr>
                <a:xfrm>
                  <a:off x="6923275" y="6074470"/>
                  <a:ext cx="33876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7" name="Ink 106">
                  <a:extLst>
                    <a:ext uri="{FF2B5EF4-FFF2-40B4-BE49-F238E27FC236}">
                      <a16:creationId xmlns:a16="http://schemas.microsoft.com/office/drawing/2014/main" id="{40F32CF4-9E06-A12C-1B1C-B83D955A8D6C}"/>
                    </a:ext>
                  </a:extLst>
                </p14:cNvPr>
                <p14:cNvContentPartPr/>
                <p14:nvPr/>
              </p14:nvContentPartPr>
              <p14:xfrm>
                <a:off x="7435915" y="6180310"/>
                <a:ext cx="232560" cy="29520"/>
              </p14:xfrm>
            </p:contentPart>
          </mc:Choice>
          <mc:Fallback>
            <p:pic>
              <p:nvPicPr>
                <p:cNvPr id="107" name="Ink 106">
                  <a:extLst>
                    <a:ext uri="{FF2B5EF4-FFF2-40B4-BE49-F238E27FC236}">
                      <a16:creationId xmlns:a16="http://schemas.microsoft.com/office/drawing/2014/main" id="{40F32CF4-9E06-A12C-1B1C-B83D955A8D6C}"/>
                    </a:ext>
                  </a:extLst>
                </p:cNvPr>
                <p:cNvPicPr/>
                <p:nvPr/>
              </p:nvPicPr>
              <p:blipFill>
                <a:blip r:embed="rId19"/>
                <a:stretch>
                  <a:fillRect/>
                </a:stretch>
              </p:blipFill>
              <p:spPr>
                <a:xfrm>
                  <a:off x="7429795" y="6174190"/>
                  <a:ext cx="2448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8" name="Ink 107">
                  <a:extLst>
                    <a:ext uri="{FF2B5EF4-FFF2-40B4-BE49-F238E27FC236}">
                      <a16:creationId xmlns:a16="http://schemas.microsoft.com/office/drawing/2014/main" id="{F2E13DDA-6B6F-40BC-7711-BC692FBE141E}"/>
                    </a:ext>
                  </a:extLst>
                </p14:cNvPr>
                <p14:cNvContentPartPr/>
                <p14:nvPr/>
              </p14:nvContentPartPr>
              <p14:xfrm>
                <a:off x="7515115" y="6047470"/>
                <a:ext cx="28080" cy="330480"/>
              </p14:xfrm>
            </p:contentPart>
          </mc:Choice>
          <mc:Fallback>
            <p:pic>
              <p:nvPicPr>
                <p:cNvPr id="108" name="Ink 107">
                  <a:extLst>
                    <a:ext uri="{FF2B5EF4-FFF2-40B4-BE49-F238E27FC236}">
                      <a16:creationId xmlns:a16="http://schemas.microsoft.com/office/drawing/2014/main" id="{F2E13DDA-6B6F-40BC-7711-BC692FBE141E}"/>
                    </a:ext>
                  </a:extLst>
                </p:cNvPr>
                <p:cNvPicPr/>
                <p:nvPr/>
              </p:nvPicPr>
              <p:blipFill>
                <a:blip r:embed="rId21"/>
                <a:stretch>
                  <a:fillRect/>
                </a:stretch>
              </p:blipFill>
              <p:spPr>
                <a:xfrm>
                  <a:off x="7508995" y="6041350"/>
                  <a:ext cx="4032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9" name="Ink 108">
                  <a:extLst>
                    <a:ext uri="{FF2B5EF4-FFF2-40B4-BE49-F238E27FC236}">
                      <a16:creationId xmlns:a16="http://schemas.microsoft.com/office/drawing/2014/main" id="{45938A72-4EFF-4DA1-8DBD-2578EAC8B1A6}"/>
                    </a:ext>
                  </a:extLst>
                </p14:cNvPr>
                <p14:cNvContentPartPr/>
                <p14:nvPr/>
              </p14:nvContentPartPr>
              <p14:xfrm>
                <a:off x="7846675" y="5926870"/>
                <a:ext cx="243360" cy="629640"/>
              </p14:xfrm>
            </p:contentPart>
          </mc:Choice>
          <mc:Fallback>
            <p:pic>
              <p:nvPicPr>
                <p:cNvPr id="109" name="Ink 108">
                  <a:extLst>
                    <a:ext uri="{FF2B5EF4-FFF2-40B4-BE49-F238E27FC236}">
                      <a16:creationId xmlns:a16="http://schemas.microsoft.com/office/drawing/2014/main" id="{45938A72-4EFF-4DA1-8DBD-2578EAC8B1A6}"/>
                    </a:ext>
                  </a:extLst>
                </p:cNvPr>
                <p:cNvPicPr/>
                <p:nvPr/>
              </p:nvPicPr>
              <p:blipFill>
                <a:blip r:embed="rId23"/>
                <a:stretch>
                  <a:fillRect/>
                </a:stretch>
              </p:blipFill>
              <p:spPr>
                <a:xfrm>
                  <a:off x="7840555" y="5920750"/>
                  <a:ext cx="255600" cy="641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0" name="Ink 109">
                  <a:extLst>
                    <a:ext uri="{FF2B5EF4-FFF2-40B4-BE49-F238E27FC236}">
                      <a16:creationId xmlns:a16="http://schemas.microsoft.com/office/drawing/2014/main" id="{D7E4528C-4472-62B3-3FC5-BDC5EBE1366B}"/>
                    </a:ext>
                  </a:extLst>
                </p14:cNvPr>
                <p14:cNvContentPartPr/>
                <p14:nvPr/>
              </p14:nvContentPartPr>
              <p14:xfrm>
                <a:off x="8024155" y="6092830"/>
                <a:ext cx="23400" cy="197640"/>
              </p14:xfrm>
            </p:contentPart>
          </mc:Choice>
          <mc:Fallback>
            <p:pic>
              <p:nvPicPr>
                <p:cNvPr id="110" name="Ink 109">
                  <a:extLst>
                    <a:ext uri="{FF2B5EF4-FFF2-40B4-BE49-F238E27FC236}">
                      <a16:creationId xmlns:a16="http://schemas.microsoft.com/office/drawing/2014/main" id="{D7E4528C-4472-62B3-3FC5-BDC5EBE1366B}"/>
                    </a:ext>
                  </a:extLst>
                </p:cNvPr>
                <p:cNvPicPr/>
                <p:nvPr/>
              </p:nvPicPr>
              <p:blipFill>
                <a:blip r:embed="rId25"/>
                <a:stretch>
                  <a:fillRect/>
                </a:stretch>
              </p:blipFill>
              <p:spPr>
                <a:xfrm>
                  <a:off x="8018035" y="6086710"/>
                  <a:ext cx="3564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11" name="Ink 110">
                  <a:extLst>
                    <a:ext uri="{FF2B5EF4-FFF2-40B4-BE49-F238E27FC236}">
                      <a16:creationId xmlns:a16="http://schemas.microsoft.com/office/drawing/2014/main" id="{3AEC8EBC-9B32-D5D6-42D9-C14ED2C5A225}"/>
                    </a:ext>
                  </a:extLst>
                </p14:cNvPr>
                <p14:cNvContentPartPr/>
                <p14:nvPr/>
              </p14:nvContentPartPr>
              <p14:xfrm>
                <a:off x="8084635" y="6097510"/>
                <a:ext cx="223200" cy="266400"/>
              </p14:xfrm>
            </p:contentPart>
          </mc:Choice>
          <mc:Fallback>
            <p:pic>
              <p:nvPicPr>
                <p:cNvPr id="111" name="Ink 110">
                  <a:extLst>
                    <a:ext uri="{FF2B5EF4-FFF2-40B4-BE49-F238E27FC236}">
                      <a16:creationId xmlns:a16="http://schemas.microsoft.com/office/drawing/2014/main" id="{3AEC8EBC-9B32-D5D6-42D9-C14ED2C5A225}"/>
                    </a:ext>
                  </a:extLst>
                </p:cNvPr>
                <p:cNvPicPr/>
                <p:nvPr/>
              </p:nvPicPr>
              <p:blipFill>
                <a:blip r:embed="rId27"/>
                <a:stretch>
                  <a:fillRect/>
                </a:stretch>
              </p:blipFill>
              <p:spPr>
                <a:xfrm>
                  <a:off x="8078515" y="6091390"/>
                  <a:ext cx="23544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12" name="Ink 111">
                  <a:extLst>
                    <a:ext uri="{FF2B5EF4-FFF2-40B4-BE49-F238E27FC236}">
                      <a16:creationId xmlns:a16="http://schemas.microsoft.com/office/drawing/2014/main" id="{9DAC67F6-7E99-8BA0-F332-F69341AB9291}"/>
                    </a:ext>
                  </a:extLst>
                </p14:cNvPr>
                <p14:cNvContentPartPr/>
                <p14:nvPr/>
              </p14:nvContentPartPr>
              <p14:xfrm>
                <a:off x="8404675" y="6177430"/>
                <a:ext cx="200160" cy="34560"/>
              </p14:xfrm>
            </p:contentPart>
          </mc:Choice>
          <mc:Fallback>
            <p:pic>
              <p:nvPicPr>
                <p:cNvPr id="112" name="Ink 111">
                  <a:extLst>
                    <a:ext uri="{FF2B5EF4-FFF2-40B4-BE49-F238E27FC236}">
                      <a16:creationId xmlns:a16="http://schemas.microsoft.com/office/drawing/2014/main" id="{9DAC67F6-7E99-8BA0-F332-F69341AB9291}"/>
                    </a:ext>
                  </a:extLst>
                </p:cNvPr>
                <p:cNvPicPr/>
                <p:nvPr/>
              </p:nvPicPr>
              <p:blipFill>
                <a:blip r:embed="rId29"/>
                <a:stretch>
                  <a:fillRect/>
                </a:stretch>
              </p:blipFill>
              <p:spPr>
                <a:xfrm>
                  <a:off x="8398555" y="6171310"/>
                  <a:ext cx="2124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13" name="Ink 112">
                  <a:extLst>
                    <a:ext uri="{FF2B5EF4-FFF2-40B4-BE49-F238E27FC236}">
                      <a16:creationId xmlns:a16="http://schemas.microsoft.com/office/drawing/2014/main" id="{962AF8F4-3DE0-31CD-05B2-39E5BA8CCFFB}"/>
                    </a:ext>
                  </a:extLst>
                </p14:cNvPr>
                <p14:cNvContentPartPr/>
                <p14:nvPr/>
              </p14:nvContentPartPr>
              <p14:xfrm>
                <a:off x="8788435" y="6088510"/>
                <a:ext cx="25200" cy="222480"/>
              </p14:xfrm>
            </p:contentPart>
          </mc:Choice>
          <mc:Fallback>
            <p:pic>
              <p:nvPicPr>
                <p:cNvPr id="113" name="Ink 112">
                  <a:extLst>
                    <a:ext uri="{FF2B5EF4-FFF2-40B4-BE49-F238E27FC236}">
                      <a16:creationId xmlns:a16="http://schemas.microsoft.com/office/drawing/2014/main" id="{962AF8F4-3DE0-31CD-05B2-39E5BA8CCFFB}"/>
                    </a:ext>
                  </a:extLst>
                </p:cNvPr>
                <p:cNvPicPr/>
                <p:nvPr/>
              </p:nvPicPr>
              <p:blipFill>
                <a:blip r:embed="rId31"/>
                <a:stretch>
                  <a:fillRect/>
                </a:stretch>
              </p:blipFill>
              <p:spPr>
                <a:xfrm>
                  <a:off x="8782315" y="6082390"/>
                  <a:ext cx="3744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14" name="Ink 113">
                  <a:extLst>
                    <a:ext uri="{FF2B5EF4-FFF2-40B4-BE49-F238E27FC236}">
                      <a16:creationId xmlns:a16="http://schemas.microsoft.com/office/drawing/2014/main" id="{712FEC4E-D5D5-D847-164D-D4C5C61B9DC5}"/>
                    </a:ext>
                  </a:extLst>
                </p14:cNvPr>
                <p14:cNvContentPartPr/>
                <p14:nvPr/>
              </p14:nvContentPartPr>
              <p14:xfrm>
                <a:off x="8924155" y="6072670"/>
                <a:ext cx="192960" cy="214920"/>
              </p14:xfrm>
            </p:contentPart>
          </mc:Choice>
          <mc:Fallback>
            <p:pic>
              <p:nvPicPr>
                <p:cNvPr id="114" name="Ink 113">
                  <a:extLst>
                    <a:ext uri="{FF2B5EF4-FFF2-40B4-BE49-F238E27FC236}">
                      <a16:creationId xmlns:a16="http://schemas.microsoft.com/office/drawing/2014/main" id="{712FEC4E-D5D5-D847-164D-D4C5C61B9DC5}"/>
                    </a:ext>
                  </a:extLst>
                </p:cNvPr>
                <p:cNvPicPr/>
                <p:nvPr/>
              </p:nvPicPr>
              <p:blipFill>
                <a:blip r:embed="rId33"/>
                <a:stretch>
                  <a:fillRect/>
                </a:stretch>
              </p:blipFill>
              <p:spPr>
                <a:xfrm>
                  <a:off x="8918035" y="6066550"/>
                  <a:ext cx="20520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15" name="Ink 114">
                  <a:extLst>
                    <a:ext uri="{FF2B5EF4-FFF2-40B4-BE49-F238E27FC236}">
                      <a16:creationId xmlns:a16="http://schemas.microsoft.com/office/drawing/2014/main" id="{7860C4CB-6FBE-D9D4-B444-1EB201DD7476}"/>
                    </a:ext>
                  </a:extLst>
                </p14:cNvPr>
                <p14:cNvContentPartPr/>
                <p14:nvPr/>
              </p14:nvContentPartPr>
              <p14:xfrm>
                <a:off x="9042955" y="5858470"/>
                <a:ext cx="123840" cy="730080"/>
              </p14:xfrm>
            </p:contentPart>
          </mc:Choice>
          <mc:Fallback>
            <p:pic>
              <p:nvPicPr>
                <p:cNvPr id="115" name="Ink 114">
                  <a:extLst>
                    <a:ext uri="{FF2B5EF4-FFF2-40B4-BE49-F238E27FC236}">
                      <a16:creationId xmlns:a16="http://schemas.microsoft.com/office/drawing/2014/main" id="{7860C4CB-6FBE-D9D4-B444-1EB201DD7476}"/>
                    </a:ext>
                  </a:extLst>
                </p:cNvPr>
                <p:cNvPicPr/>
                <p:nvPr/>
              </p:nvPicPr>
              <p:blipFill>
                <a:blip r:embed="rId35"/>
                <a:stretch>
                  <a:fillRect/>
                </a:stretch>
              </p:blipFill>
              <p:spPr>
                <a:xfrm>
                  <a:off x="9036835" y="5852350"/>
                  <a:ext cx="136080" cy="7423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17" name="Ink 116">
                  <a:extLst>
                    <a:ext uri="{FF2B5EF4-FFF2-40B4-BE49-F238E27FC236}">
                      <a16:creationId xmlns:a16="http://schemas.microsoft.com/office/drawing/2014/main" id="{0742BD0B-437A-ADF4-EB18-A4F7741DAFFB}"/>
                    </a:ext>
                  </a:extLst>
                </p14:cNvPr>
                <p14:cNvContentPartPr/>
                <p14:nvPr/>
              </p14:nvContentPartPr>
              <p14:xfrm>
                <a:off x="9267235" y="5817070"/>
                <a:ext cx="231840" cy="709560"/>
              </p14:xfrm>
            </p:contentPart>
          </mc:Choice>
          <mc:Fallback>
            <p:pic>
              <p:nvPicPr>
                <p:cNvPr id="117" name="Ink 116">
                  <a:extLst>
                    <a:ext uri="{FF2B5EF4-FFF2-40B4-BE49-F238E27FC236}">
                      <a16:creationId xmlns:a16="http://schemas.microsoft.com/office/drawing/2014/main" id="{0742BD0B-437A-ADF4-EB18-A4F7741DAFFB}"/>
                    </a:ext>
                  </a:extLst>
                </p:cNvPr>
                <p:cNvPicPr/>
                <p:nvPr/>
              </p:nvPicPr>
              <p:blipFill>
                <a:blip r:embed="rId37"/>
                <a:stretch>
                  <a:fillRect/>
                </a:stretch>
              </p:blipFill>
              <p:spPr>
                <a:xfrm>
                  <a:off x="9261115" y="5810950"/>
                  <a:ext cx="244080" cy="721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18" name="Ink 117">
                  <a:extLst>
                    <a:ext uri="{FF2B5EF4-FFF2-40B4-BE49-F238E27FC236}">
                      <a16:creationId xmlns:a16="http://schemas.microsoft.com/office/drawing/2014/main" id="{47DD2903-E2B9-3FE9-B3F0-D4BA5657116E}"/>
                    </a:ext>
                  </a:extLst>
                </p14:cNvPr>
                <p14:cNvContentPartPr/>
                <p14:nvPr/>
              </p14:nvContentPartPr>
              <p14:xfrm>
                <a:off x="9320875" y="6098590"/>
                <a:ext cx="236880" cy="125280"/>
              </p14:xfrm>
            </p:contentPart>
          </mc:Choice>
          <mc:Fallback>
            <p:pic>
              <p:nvPicPr>
                <p:cNvPr id="118" name="Ink 117">
                  <a:extLst>
                    <a:ext uri="{FF2B5EF4-FFF2-40B4-BE49-F238E27FC236}">
                      <a16:creationId xmlns:a16="http://schemas.microsoft.com/office/drawing/2014/main" id="{47DD2903-E2B9-3FE9-B3F0-D4BA5657116E}"/>
                    </a:ext>
                  </a:extLst>
                </p:cNvPr>
                <p:cNvPicPr/>
                <p:nvPr/>
              </p:nvPicPr>
              <p:blipFill>
                <a:blip r:embed="rId39"/>
                <a:stretch>
                  <a:fillRect/>
                </a:stretch>
              </p:blipFill>
              <p:spPr>
                <a:xfrm>
                  <a:off x="9314755" y="6092470"/>
                  <a:ext cx="2491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19" name="Ink 118">
                  <a:extLst>
                    <a:ext uri="{FF2B5EF4-FFF2-40B4-BE49-F238E27FC236}">
                      <a16:creationId xmlns:a16="http://schemas.microsoft.com/office/drawing/2014/main" id="{F5E4FEFA-8608-D5AB-88A1-B1E4E6D54B09}"/>
                    </a:ext>
                  </a:extLst>
                </p14:cNvPr>
                <p14:cNvContentPartPr/>
                <p14:nvPr/>
              </p14:nvContentPartPr>
              <p14:xfrm>
                <a:off x="9696355" y="6206230"/>
                <a:ext cx="13680" cy="10800"/>
              </p14:xfrm>
            </p:contentPart>
          </mc:Choice>
          <mc:Fallback>
            <p:pic>
              <p:nvPicPr>
                <p:cNvPr id="119" name="Ink 118">
                  <a:extLst>
                    <a:ext uri="{FF2B5EF4-FFF2-40B4-BE49-F238E27FC236}">
                      <a16:creationId xmlns:a16="http://schemas.microsoft.com/office/drawing/2014/main" id="{F5E4FEFA-8608-D5AB-88A1-B1E4E6D54B09}"/>
                    </a:ext>
                  </a:extLst>
                </p:cNvPr>
                <p:cNvPicPr/>
                <p:nvPr/>
              </p:nvPicPr>
              <p:blipFill>
                <a:blip r:embed="rId41"/>
                <a:stretch>
                  <a:fillRect/>
                </a:stretch>
              </p:blipFill>
              <p:spPr>
                <a:xfrm>
                  <a:off x="9690235" y="6200110"/>
                  <a:ext cx="259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20" name="Ink 119">
                  <a:extLst>
                    <a:ext uri="{FF2B5EF4-FFF2-40B4-BE49-F238E27FC236}">
                      <a16:creationId xmlns:a16="http://schemas.microsoft.com/office/drawing/2014/main" id="{5CD4829B-1F1E-8917-9EF1-9515A4C87EF0}"/>
                    </a:ext>
                  </a:extLst>
                </p14:cNvPr>
                <p14:cNvContentPartPr/>
                <p14:nvPr/>
              </p14:nvContentPartPr>
              <p14:xfrm>
                <a:off x="9738835" y="5994550"/>
                <a:ext cx="142560" cy="18360"/>
              </p14:xfrm>
            </p:contentPart>
          </mc:Choice>
          <mc:Fallback>
            <p:pic>
              <p:nvPicPr>
                <p:cNvPr id="120" name="Ink 119">
                  <a:extLst>
                    <a:ext uri="{FF2B5EF4-FFF2-40B4-BE49-F238E27FC236}">
                      <a16:creationId xmlns:a16="http://schemas.microsoft.com/office/drawing/2014/main" id="{5CD4829B-1F1E-8917-9EF1-9515A4C87EF0}"/>
                    </a:ext>
                  </a:extLst>
                </p:cNvPr>
                <p:cNvPicPr/>
                <p:nvPr/>
              </p:nvPicPr>
              <p:blipFill>
                <a:blip r:embed="rId43"/>
                <a:stretch>
                  <a:fillRect/>
                </a:stretch>
              </p:blipFill>
              <p:spPr>
                <a:xfrm>
                  <a:off x="9732715" y="5988430"/>
                  <a:ext cx="1548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21" name="Ink 120">
                  <a:extLst>
                    <a:ext uri="{FF2B5EF4-FFF2-40B4-BE49-F238E27FC236}">
                      <a16:creationId xmlns:a16="http://schemas.microsoft.com/office/drawing/2014/main" id="{FB68F365-FD21-CBF0-F9A2-83D3D1717DA6}"/>
                    </a:ext>
                  </a:extLst>
                </p14:cNvPr>
                <p14:cNvContentPartPr/>
                <p14:nvPr/>
              </p14:nvContentPartPr>
              <p14:xfrm>
                <a:off x="9700675" y="6021190"/>
                <a:ext cx="202680" cy="204120"/>
              </p14:xfrm>
            </p:contentPart>
          </mc:Choice>
          <mc:Fallback>
            <p:pic>
              <p:nvPicPr>
                <p:cNvPr id="121" name="Ink 120">
                  <a:extLst>
                    <a:ext uri="{FF2B5EF4-FFF2-40B4-BE49-F238E27FC236}">
                      <a16:creationId xmlns:a16="http://schemas.microsoft.com/office/drawing/2014/main" id="{FB68F365-FD21-CBF0-F9A2-83D3D1717DA6}"/>
                    </a:ext>
                  </a:extLst>
                </p:cNvPr>
                <p:cNvPicPr/>
                <p:nvPr/>
              </p:nvPicPr>
              <p:blipFill>
                <a:blip r:embed="rId45"/>
                <a:stretch>
                  <a:fillRect/>
                </a:stretch>
              </p:blipFill>
              <p:spPr>
                <a:xfrm>
                  <a:off x="9694555" y="6015070"/>
                  <a:ext cx="21492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22" name="Ink 121">
                  <a:extLst>
                    <a:ext uri="{FF2B5EF4-FFF2-40B4-BE49-F238E27FC236}">
                      <a16:creationId xmlns:a16="http://schemas.microsoft.com/office/drawing/2014/main" id="{D7FB90D4-ADB2-96BF-AEE8-A52F76561DED}"/>
                    </a:ext>
                  </a:extLst>
                </p14:cNvPr>
                <p14:cNvContentPartPr/>
                <p14:nvPr/>
              </p14:nvContentPartPr>
              <p14:xfrm>
                <a:off x="9868075" y="5823910"/>
                <a:ext cx="95040" cy="645480"/>
              </p14:xfrm>
            </p:contentPart>
          </mc:Choice>
          <mc:Fallback>
            <p:pic>
              <p:nvPicPr>
                <p:cNvPr id="122" name="Ink 121">
                  <a:extLst>
                    <a:ext uri="{FF2B5EF4-FFF2-40B4-BE49-F238E27FC236}">
                      <a16:creationId xmlns:a16="http://schemas.microsoft.com/office/drawing/2014/main" id="{D7FB90D4-ADB2-96BF-AEE8-A52F76561DED}"/>
                    </a:ext>
                  </a:extLst>
                </p:cNvPr>
                <p:cNvPicPr/>
                <p:nvPr/>
              </p:nvPicPr>
              <p:blipFill>
                <a:blip r:embed="rId47"/>
                <a:stretch>
                  <a:fillRect/>
                </a:stretch>
              </p:blipFill>
              <p:spPr>
                <a:xfrm>
                  <a:off x="9861955" y="5817790"/>
                  <a:ext cx="107280" cy="657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8">
            <p14:nvContentPartPr>
              <p14:cNvPr id="124" name="Ink 123">
                <a:extLst>
                  <a:ext uri="{FF2B5EF4-FFF2-40B4-BE49-F238E27FC236}">
                    <a16:creationId xmlns:a16="http://schemas.microsoft.com/office/drawing/2014/main" id="{DF4A64C9-A2EA-CC3C-EB10-D7CC4130BEE5}"/>
                  </a:ext>
                </a:extLst>
              </p14:cNvPr>
              <p14:cNvContentPartPr/>
              <p14:nvPr/>
            </p14:nvContentPartPr>
            <p14:xfrm>
              <a:off x="7583515" y="3057310"/>
              <a:ext cx="32400" cy="48960"/>
            </p14:xfrm>
          </p:contentPart>
        </mc:Choice>
        <mc:Fallback>
          <p:pic>
            <p:nvPicPr>
              <p:cNvPr id="124" name="Ink 123">
                <a:extLst>
                  <a:ext uri="{FF2B5EF4-FFF2-40B4-BE49-F238E27FC236}">
                    <a16:creationId xmlns:a16="http://schemas.microsoft.com/office/drawing/2014/main" id="{DF4A64C9-A2EA-CC3C-EB10-D7CC4130BEE5}"/>
                  </a:ext>
                </a:extLst>
              </p:cNvPr>
              <p:cNvPicPr/>
              <p:nvPr/>
            </p:nvPicPr>
            <p:blipFill>
              <a:blip r:embed="rId49"/>
              <a:stretch>
                <a:fillRect/>
              </a:stretch>
            </p:blipFill>
            <p:spPr>
              <a:xfrm>
                <a:off x="7577395" y="3051190"/>
                <a:ext cx="446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27" name="Ink 126">
                <a:extLst>
                  <a:ext uri="{FF2B5EF4-FFF2-40B4-BE49-F238E27FC236}">
                    <a16:creationId xmlns:a16="http://schemas.microsoft.com/office/drawing/2014/main" id="{B9384416-28B6-E6BD-0A93-AE2C61E2728F}"/>
                  </a:ext>
                </a:extLst>
              </p14:cNvPr>
              <p14:cNvContentPartPr/>
              <p14:nvPr/>
            </p14:nvContentPartPr>
            <p14:xfrm>
              <a:off x="4872355" y="2939230"/>
              <a:ext cx="1974240" cy="578160"/>
            </p14:xfrm>
          </p:contentPart>
        </mc:Choice>
        <mc:Fallback>
          <p:pic>
            <p:nvPicPr>
              <p:cNvPr id="127" name="Ink 126">
                <a:extLst>
                  <a:ext uri="{FF2B5EF4-FFF2-40B4-BE49-F238E27FC236}">
                    <a16:creationId xmlns:a16="http://schemas.microsoft.com/office/drawing/2014/main" id="{B9384416-28B6-E6BD-0A93-AE2C61E2728F}"/>
                  </a:ext>
                </a:extLst>
              </p:cNvPr>
              <p:cNvPicPr/>
              <p:nvPr/>
            </p:nvPicPr>
            <p:blipFill>
              <a:blip r:embed="rId51"/>
              <a:stretch>
                <a:fillRect/>
              </a:stretch>
            </p:blipFill>
            <p:spPr>
              <a:xfrm>
                <a:off x="4866235" y="2933110"/>
                <a:ext cx="1986480" cy="590400"/>
              </a:xfrm>
              <a:prstGeom prst="rect">
                <a:avLst/>
              </a:prstGeom>
            </p:spPr>
          </p:pic>
        </mc:Fallback>
      </mc:AlternateContent>
      <p:grpSp>
        <p:nvGrpSpPr>
          <p:cNvPr id="139" name="Group 138">
            <a:extLst>
              <a:ext uri="{FF2B5EF4-FFF2-40B4-BE49-F238E27FC236}">
                <a16:creationId xmlns:a16="http://schemas.microsoft.com/office/drawing/2014/main" id="{F01B4066-9630-734C-3995-33ADC4C31CE8}"/>
              </a:ext>
            </a:extLst>
          </p:cNvPr>
          <p:cNvGrpSpPr/>
          <p:nvPr/>
        </p:nvGrpSpPr>
        <p:grpSpPr>
          <a:xfrm>
            <a:off x="4135435" y="1024390"/>
            <a:ext cx="7587000" cy="3387600"/>
            <a:chOff x="4135435" y="1024390"/>
            <a:chExt cx="7587000" cy="3387600"/>
          </a:xfrm>
        </p:grpSpPr>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9A89B04F-2551-FBCA-D08D-7EC0E38911F0}"/>
                    </a:ext>
                  </a:extLst>
                </p14:cNvPr>
                <p14:cNvContentPartPr/>
                <p14:nvPr/>
              </p14:nvContentPartPr>
              <p14:xfrm>
                <a:off x="4196275" y="1668070"/>
                <a:ext cx="2673720" cy="51120"/>
              </p14:xfrm>
            </p:contentPart>
          </mc:Choice>
          <mc:Fallback>
            <p:pic>
              <p:nvPicPr>
                <p:cNvPr id="27" name="Ink 26">
                  <a:extLst>
                    <a:ext uri="{FF2B5EF4-FFF2-40B4-BE49-F238E27FC236}">
                      <a16:creationId xmlns:a16="http://schemas.microsoft.com/office/drawing/2014/main" id="{9A89B04F-2551-FBCA-D08D-7EC0E38911F0}"/>
                    </a:ext>
                  </a:extLst>
                </p:cNvPr>
                <p:cNvPicPr/>
                <p:nvPr/>
              </p:nvPicPr>
              <p:blipFill>
                <a:blip r:embed="rId53"/>
                <a:stretch>
                  <a:fillRect/>
                </a:stretch>
              </p:blipFill>
              <p:spPr>
                <a:xfrm>
                  <a:off x="4190155" y="1661950"/>
                  <a:ext cx="268596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6" name="Ink 65">
                  <a:extLst>
                    <a:ext uri="{FF2B5EF4-FFF2-40B4-BE49-F238E27FC236}">
                      <a16:creationId xmlns:a16="http://schemas.microsoft.com/office/drawing/2014/main" id="{D3249253-89E8-78DE-4BCC-C7A45F94DDD8}"/>
                    </a:ext>
                  </a:extLst>
                </p14:cNvPr>
                <p14:cNvContentPartPr/>
                <p14:nvPr/>
              </p14:nvContentPartPr>
              <p14:xfrm>
                <a:off x="4135435" y="3379150"/>
                <a:ext cx="300960" cy="472320"/>
              </p14:xfrm>
            </p:contentPart>
          </mc:Choice>
          <mc:Fallback>
            <p:pic>
              <p:nvPicPr>
                <p:cNvPr id="66" name="Ink 65">
                  <a:extLst>
                    <a:ext uri="{FF2B5EF4-FFF2-40B4-BE49-F238E27FC236}">
                      <a16:creationId xmlns:a16="http://schemas.microsoft.com/office/drawing/2014/main" id="{D3249253-89E8-78DE-4BCC-C7A45F94DDD8}"/>
                    </a:ext>
                  </a:extLst>
                </p:cNvPr>
                <p:cNvPicPr/>
                <p:nvPr/>
              </p:nvPicPr>
              <p:blipFill>
                <a:blip r:embed="rId55"/>
                <a:stretch>
                  <a:fillRect/>
                </a:stretch>
              </p:blipFill>
              <p:spPr>
                <a:xfrm>
                  <a:off x="4129315" y="3373030"/>
                  <a:ext cx="313200" cy="484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75" name="Ink 74">
                  <a:extLst>
                    <a:ext uri="{FF2B5EF4-FFF2-40B4-BE49-F238E27FC236}">
                      <a16:creationId xmlns:a16="http://schemas.microsoft.com/office/drawing/2014/main" id="{3DA85132-6123-5B04-C507-72AF9FC3AC03}"/>
                    </a:ext>
                  </a:extLst>
                </p14:cNvPr>
                <p14:cNvContentPartPr/>
                <p14:nvPr/>
              </p14:nvContentPartPr>
              <p14:xfrm>
                <a:off x="5085475" y="2695150"/>
                <a:ext cx="162720" cy="381240"/>
              </p14:xfrm>
            </p:contentPart>
          </mc:Choice>
          <mc:Fallback>
            <p:pic>
              <p:nvPicPr>
                <p:cNvPr id="75" name="Ink 74">
                  <a:extLst>
                    <a:ext uri="{FF2B5EF4-FFF2-40B4-BE49-F238E27FC236}">
                      <a16:creationId xmlns:a16="http://schemas.microsoft.com/office/drawing/2014/main" id="{3DA85132-6123-5B04-C507-72AF9FC3AC03}"/>
                    </a:ext>
                  </a:extLst>
                </p:cNvPr>
                <p:cNvPicPr/>
                <p:nvPr/>
              </p:nvPicPr>
              <p:blipFill>
                <a:blip r:embed="rId57"/>
                <a:stretch>
                  <a:fillRect/>
                </a:stretch>
              </p:blipFill>
              <p:spPr>
                <a:xfrm>
                  <a:off x="5079355" y="2689030"/>
                  <a:ext cx="17496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6" name="Ink 75">
                  <a:extLst>
                    <a:ext uri="{FF2B5EF4-FFF2-40B4-BE49-F238E27FC236}">
                      <a16:creationId xmlns:a16="http://schemas.microsoft.com/office/drawing/2014/main" id="{CA4B6DF1-ECFA-21CB-FB8F-E7F35EBC7BBB}"/>
                    </a:ext>
                  </a:extLst>
                </p14:cNvPr>
                <p14:cNvContentPartPr/>
                <p14:nvPr/>
              </p14:nvContentPartPr>
              <p14:xfrm>
                <a:off x="4997635" y="2953990"/>
                <a:ext cx="232920" cy="197280"/>
              </p14:xfrm>
            </p:contentPart>
          </mc:Choice>
          <mc:Fallback>
            <p:pic>
              <p:nvPicPr>
                <p:cNvPr id="76" name="Ink 75">
                  <a:extLst>
                    <a:ext uri="{FF2B5EF4-FFF2-40B4-BE49-F238E27FC236}">
                      <a16:creationId xmlns:a16="http://schemas.microsoft.com/office/drawing/2014/main" id="{CA4B6DF1-ECFA-21CB-FB8F-E7F35EBC7BBB}"/>
                    </a:ext>
                  </a:extLst>
                </p:cNvPr>
                <p:cNvPicPr/>
                <p:nvPr/>
              </p:nvPicPr>
              <p:blipFill>
                <a:blip r:embed="rId59"/>
                <a:stretch>
                  <a:fillRect/>
                </a:stretch>
              </p:blipFill>
              <p:spPr>
                <a:xfrm>
                  <a:off x="4991515" y="2947870"/>
                  <a:ext cx="2451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7" name="Ink 76">
                  <a:extLst>
                    <a:ext uri="{FF2B5EF4-FFF2-40B4-BE49-F238E27FC236}">
                      <a16:creationId xmlns:a16="http://schemas.microsoft.com/office/drawing/2014/main" id="{CE68D638-293B-C109-659C-4F74A5ADFE3B}"/>
                    </a:ext>
                  </a:extLst>
                </p14:cNvPr>
                <p14:cNvContentPartPr/>
                <p14:nvPr/>
              </p14:nvContentPartPr>
              <p14:xfrm>
                <a:off x="5293555" y="2491030"/>
                <a:ext cx="32400" cy="221760"/>
              </p14:xfrm>
            </p:contentPart>
          </mc:Choice>
          <mc:Fallback>
            <p:pic>
              <p:nvPicPr>
                <p:cNvPr id="77" name="Ink 76">
                  <a:extLst>
                    <a:ext uri="{FF2B5EF4-FFF2-40B4-BE49-F238E27FC236}">
                      <a16:creationId xmlns:a16="http://schemas.microsoft.com/office/drawing/2014/main" id="{CE68D638-293B-C109-659C-4F74A5ADFE3B}"/>
                    </a:ext>
                  </a:extLst>
                </p:cNvPr>
                <p:cNvPicPr/>
                <p:nvPr/>
              </p:nvPicPr>
              <p:blipFill>
                <a:blip r:embed="rId61"/>
                <a:stretch>
                  <a:fillRect/>
                </a:stretch>
              </p:blipFill>
              <p:spPr>
                <a:xfrm>
                  <a:off x="5287435" y="2484910"/>
                  <a:ext cx="446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90" name="Ink 89">
                  <a:extLst>
                    <a:ext uri="{FF2B5EF4-FFF2-40B4-BE49-F238E27FC236}">
                      <a16:creationId xmlns:a16="http://schemas.microsoft.com/office/drawing/2014/main" id="{FCA46250-2A4C-E9F4-39AA-2CE03F78D9C0}"/>
                    </a:ext>
                  </a:extLst>
                </p14:cNvPr>
                <p14:cNvContentPartPr/>
                <p14:nvPr/>
              </p14:nvContentPartPr>
              <p14:xfrm>
                <a:off x="5733115" y="2651590"/>
                <a:ext cx="235440" cy="462960"/>
              </p14:xfrm>
            </p:contentPart>
          </mc:Choice>
          <mc:Fallback>
            <p:pic>
              <p:nvPicPr>
                <p:cNvPr id="90" name="Ink 89">
                  <a:extLst>
                    <a:ext uri="{FF2B5EF4-FFF2-40B4-BE49-F238E27FC236}">
                      <a16:creationId xmlns:a16="http://schemas.microsoft.com/office/drawing/2014/main" id="{FCA46250-2A4C-E9F4-39AA-2CE03F78D9C0}"/>
                    </a:ext>
                  </a:extLst>
                </p:cNvPr>
                <p:cNvPicPr/>
                <p:nvPr/>
              </p:nvPicPr>
              <p:blipFill>
                <a:blip r:embed="rId63"/>
                <a:stretch>
                  <a:fillRect/>
                </a:stretch>
              </p:blipFill>
              <p:spPr>
                <a:xfrm>
                  <a:off x="5726995" y="2645470"/>
                  <a:ext cx="24768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91" name="Ink 90">
                  <a:extLst>
                    <a:ext uri="{FF2B5EF4-FFF2-40B4-BE49-F238E27FC236}">
                      <a16:creationId xmlns:a16="http://schemas.microsoft.com/office/drawing/2014/main" id="{0ECB82BB-42BB-04FC-8D5B-51CF17728928}"/>
                    </a:ext>
                  </a:extLst>
                </p14:cNvPr>
                <p14:cNvContentPartPr/>
                <p14:nvPr/>
              </p14:nvContentPartPr>
              <p14:xfrm>
                <a:off x="5642035" y="2482750"/>
                <a:ext cx="28800" cy="190800"/>
              </p14:xfrm>
            </p:contentPart>
          </mc:Choice>
          <mc:Fallback>
            <p:pic>
              <p:nvPicPr>
                <p:cNvPr id="91" name="Ink 90">
                  <a:extLst>
                    <a:ext uri="{FF2B5EF4-FFF2-40B4-BE49-F238E27FC236}">
                      <a16:creationId xmlns:a16="http://schemas.microsoft.com/office/drawing/2014/main" id="{0ECB82BB-42BB-04FC-8D5B-51CF17728928}"/>
                    </a:ext>
                  </a:extLst>
                </p:cNvPr>
                <p:cNvPicPr/>
                <p:nvPr/>
              </p:nvPicPr>
              <p:blipFill>
                <a:blip r:embed="rId65"/>
                <a:stretch>
                  <a:fillRect/>
                </a:stretch>
              </p:blipFill>
              <p:spPr>
                <a:xfrm>
                  <a:off x="5635915" y="2476630"/>
                  <a:ext cx="410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92" name="Ink 91">
                  <a:extLst>
                    <a:ext uri="{FF2B5EF4-FFF2-40B4-BE49-F238E27FC236}">
                      <a16:creationId xmlns:a16="http://schemas.microsoft.com/office/drawing/2014/main" id="{410FB0A0-DE76-AAE8-0111-B394BE497B73}"/>
                    </a:ext>
                  </a:extLst>
                </p14:cNvPr>
                <p14:cNvContentPartPr/>
                <p14:nvPr/>
              </p14:nvContentPartPr>
              <p14:xfrm>
                <a:off x="5740675" y="2467990"/>
                <a:ext cx="275040" cy="171360"/>
              </p14:xfrm>
            </p:contentPart>
          </mc:Choice>
          <mc:Fallback>
            <p:pic>
              <p:nvPicPr>
                <p:cNvPr id="92" name="Ink 91">
                  <a:extLst>
                    <a:ext uri="{FF2B5EF4-FFF2-40B4-BE49-F238E27FC236}">
                      <a16:creationId xmlns:a16="http://schemas.microsoft.com/office/drawing/2014/main" id="{410FB0A0-DE76-AAE8-0111-B394BE497B73}"/>
                    </a:ext>
                  </a:extLst>
                </p:cNvPr>
                <p:cNvPicPr/>
                <p:nvPr/>
              </p:nvPicPr>
              <p:blipFill>
                <a:blip r:embed="rId67"/>
                <a:stretch>
                  <a:fillRect/>
                </a:stretch>
              </p:blipFill>
              <p:spPr>
                <a:xfrm>
                  <a:off x="5734555" y="2461870"/>
                  <a:ext cx="28728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93" name="Ink 92">
                  <a:extLst>
                    <a:ext uri="{FF2B5EF4-FFF2-40B4-BE49-F238E27FC236}">
                      <a16:creationId xmlns:a16="http://schemas.microsoft.com/office/drawing/2014/main" id="{D9D165C5-935F-4697-EB68-9D99B30D8C7E}"/>
                    </a:ext>
                  </a:extLst>
                </p14:cNvPr>
                <p14:cNvContentPartPr/>
                <p14:nvPr/>
              </p14:nvContentPartPr>
              <p14:xfrm>
                <a:off x="6017155" y="2470510"/>
                <a:ext cx="73800" cy="63360"/>
              </p14:xfrm>
            </p:contentPart>
          </mc:Choice>
          <mc:Fallback>
            <p:pic>
              <p:nvPicPr>
                <p:cNvPr id="93" name="Ink 92">
                  <a:extLst>
                    <a:ext uri="{FF2B5EF4-FFF2-40B4-BE49-F238E27FC236}">
                      <a16:creationId xmlns:a16="http://schemas.microsoft.com/office/drawing/2014/main" id="{D9D165C5-935F-4697-EB68-9D99B30D8C7E}"/>
                    </a:ext>
                  </a:extLst>
                </p:cNvPr>
                <p:cNvPicPr/>
                <p:nvPr/>
              </p:nvPicPr>
              <p:blipFill>
                <a:blip r:embed="rId69"/>
                <a:stretch>
                  <a:fillRect/>
                </a:stretch>
              </p:blipFill>
              <p:spPr>
                <a:xfrm>
                  <a:off x="6011035" y="2464390"/>
                  <a:ext cx="8604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94" name="Ink 93">
                  <a:extLst>
                    <a:ext uri="{FF2B5EF4-FFF2-40B4-BE49-F238E27FC236}">
                      <a16:creationId xmlns:a16="http://schemas.microsoft.com/office/drawing/2014/main" id="{178CBD59-1BC6-7B4B-0D99-47F7F8B2D6D9}"/>
                    </a:ext>
                  </a:extLst>
                </p14:cNvPr>
                <p14:cNvContentPartPr/>
                <p14:nvPr/>
              </p14:nvContentPartPr>
              <p14:xfrm>
                <a:off x="6161155" y="2423710"/>
                <a:ext cx="140040" cy="40680"/>
              </p14:xfrm>
            </p:contentPart>
          </mc:Choice>
          <mc:Fallback>
            <p:pic>
              <p:nvPicPr>
                <p:cNvPr id="94" name="Ink 93">
                  <a:extLst>
                    <a:ext uri="{FF2B5EF4-FFF2-40B4-BE49-F238E27FC236}">
                      <a16:creationId xmlns:a16="http://schemas.microsoft.com/office/drawing/2014/main" id="{178CBD59-1BC6-7B4B-0D99-47F7F8B2D6D9}"/>
                    </a:ext>
                  </a:extLst>
                </p:cNvPr>
                <p:cNvPicPr/>
                <p:nvPr/>
              </p:nvPicPr>
              <p:blipFill>
                <a:blip r:embed="rId71"/>
                <a:stretch>
                  <a:fillRect/>
                </a:stretch>
              </p:blipFill>
              <p:spPr>
                <a:xfrm>
                  <a:off x="6155035" y="2417590"/>
                  <a:ext cx="15228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95" name="Ink 94">
                  <a:extLst>
                    <a:ext uri="{FF2B5EF4-FFF2-40B4-BE49-F238E27FC236}">
                      <a16:creationId xmlns:a16="http://schemas.microsoft.com/office/drawing/2014/main" id="{956AD5D6-44A8-E49E-6452-51DE554AABBC}"/>
                    </a:ext>
                  </a:extLst>
                </p14:cNvPr>
                <p14:cNvContentPartPr/>
                <p14:nvPr/>
              </p14:nvContentPartPr>
              <p14:xfrm>
                <a:off x="6105715" y="2470510"/>
                <a:ext cx="180360" cy="191880"/>
              </p14:xfrm>
            </p:contentPart>
          </mc:Choice>
          <mc:Fallback>
            <p:pic>
              <p:nvPicPr>
                <p:cNvPr id="95" name="Ink 94">
                  <a:extLst>
                    <a:ext uri="{FF2B5EF4-FFF2-40B4-BE49-F238E27FC236}">
                      <a16:creationId xmlns:a16="http://schemas.microsoft.com/office/drawing/2014/main" id="{956AD5D6-44A8-E49E-6452-51DE554AABBC}"/>
                    </a:ext>
                  </a:extLst>
                </p:cNvPr>
                <p:cNvPicPr/>
                <p:nvPr/>
              </p:nvPicPr>
              <p:blipFill>
                <a:blip r:embed="rId73"/>
                <a:stretch>
                  <a:fillRect/>
                </a:stretch>
              </p:blipFill>
              <p:spPr>
                <a:xfrm>
                  <a:off x="6099595" y="2464390"/>
                  <a:ext cx="19260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96" name="Ink 95">
                  <a:extLst>
                    <a:ext uri="{FF2B5EF4-FFF2-40B4-BE49-F238E27FC236}">
                      <a16:creationId xmlns:a16="http://schemas.microsoft.com/office/drawing/2014/main" id="{F31BE9A5-23D2-C827-C90B-ADC47748D0F3}"/>
                    </a:ext>
                  </a:extLst>
                </p14:cNvPr>
                <p14:cNvContentPartPr/>
                <p14:nvPr/>
              </p14:nvContentPartPr>
              <p14:xfrm>
                <a:off x="5396155" y="2692990"/>
                <a:ext cx="1230480" cy="201240"/>
              </p14:xfrm>
            </p:contentPart>
          </mc:Choice>
          <mc:Fallback>
            <p:pic>
              <p:nvPicPr>
                <p:cNvPr id="96" name="Ink 95">
                  <a:extLst>
                    <a:ext uri="{FF2B5EF4-FFF2-40B4-BE49-F238E27FC236}">
                      <a16:creationId xmlns:a16="http://schemas.microsoft.com/office/drawing/2014/main" id="{F31BE9A5-23D2-C827-C90B-ADC47748D0F3}"/>
                    </a:ext>
                  </a:extLst>
                </p:cNvPr>
                <p:cNvPicPr/>
                <p:nvPr/>
              </p:nvPicPr>
              <p:blipFill>
                <a:blip r:embed="rId75"/>
                <a:stretch>
                  <a:fillRect/>
                </a:stretch>
              </p:blipFill>
              <p:spPr>
                <a:xfrm>
                  <a:off x="5390035" y="2686870"/>
                  <a:ext cx="124272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8" name="Ink 27">
                  <a:extLst>
                    <a:ext uri="{FF2B5EF4-FFF2-40B4-BE49-F238E27FC236}">
                      <a16:creationId xmlns:a16="http://schemas.microsoft.com/office/drawing/2014/main" id="{A1C35D1A-344B-27E1-32B7-C27872982583}"/>
                    </a:ext>
                  </a:extLst>
                </p14:cNvPr>
                <p14:cNvContentPartPr/>
                <p14:nvPr/>
              </p14:nvContentPartPr>
              <p14:xfrm>
                <a:off x="7656235" y="2263510"/>
                <a:ext cx="3519000" cy="122400"/>
              </p14:xfrm>
            </p:contentPart>
          </mc:Choice>
          <mc:Fallback>
            <p:pic>
              <p:nvPicPr>
                <p:cNvPr id="28" name="Ink 27">
                  <a:extLst>
                    <a:ext uri="{FF2B5EF4-FFF2-40B4-BE49-F238E27FC236}">
                      <a16:creationId xmlns:a16="http://schemas.microsoft.com/office/drawing/2014/main" id="{A1C35D1A-344B-27E1-32B7-C27872982583}"/>
                    </a:ext>
                  </a:extLst>
                </p:cNvPr>
                <p:cNvPicPr/>
                <p:nvPr/>
              </p:nvPicPr>
              <p:blipFill>
                <a:blip r:embed="rId77"/>
                <a:stretch>
                  <a:fillRect/>
                </a:stretch>
              </p:blipFill>
              <p:spPr>
                <a:xfrm>
                  <a:off x="7650115" y="2257390"/>
                  <a:ext cx="35312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9" name="Ink 28">
                  <a:extLst>
                    <a:ext uri="{FF2B5EF4-FFF2-40B4-BE49-F238E27FC236}">
                      <a16:creationId xmlns:a16="http://schemas.microsoft.com/office/drawing/2014/main" id="{CF8065FA-B6FE-50FA-FB16-855E868FB46F}"/>
                    </a:ext>
                  </a:extLst>
                </p14:cNvPr>
                <p14:cNvContentPartPr/>
                <p14:nvPr/>
              </p14:nvContentPartPr>
              <p14:xfrm>
                <a:off x="7637155" y="2235430"/>
                <a:ext cx="38520" cy="342000"/>
              </p14:xfrm>
            </p:contentPart>
          </mc:Choice>
          <mc:Fallback>
            <p:pic>
              <p:nvPicPr>
                <p:cNvPr id="29" name="Ink 28">
                  <a:extLst>
                    <a:ext uri="{FF2B5EF4-FFF2-40B4-BE49-F238E27FC236}">
                      <a16:creationId xmlns:a16="http://schemas.microsoft.com/office/drawing/2014/main" id="{CF8065FA-B6FE-50FA-FB16-855E868FB46F}"/>
                    </a:ext>
                  </a:extLst>
                </p:cNvPr>
                <p:cNvPicPr/>
                <p:nvPr/>
              </p:nvPicPr>
              <p:blipFill>
                <a:blip r:embed="rId79"/>
                <a:stretch>
                  <a:fillRect/>
                </a:stretch>
              </p:blipFill>
              <p:spPr>
                <a:xfrm>
                  <a:off x="7631035" y="2229310"/>
                  <a:ext cx="5076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30" name="Ink 29">
                  <a:extLst>
                    <a:ext uri="{FF2B5EF4-FFF2-40B4-BE49-F238E27FC236}">
                      <a16:creationId xmlns:a16="http://schemas.microsoft.com/office/drawing/2014/main" id="{9822D946-524C-5DB2-6432-1233935797DF}"/>
                    </a:ext>
                  </a:extLst>
                </p14:cNvPr>
                <p14:cNvContentPartPr/>
                <p14:nvPr/>
              </p14:nvContentPartPr>
              <p14:xfrm>
                <a:off x="7375435" y="2711710"/>
                <a:ext cx="631800" cy="226800"/>
              </p14:xfrm>
            </p:contentPart>
          </mc:Choice>
          <mc:Fallback>
            <p:pic>
              <p:nvPicPr>
                <p:cNvPr id="30" name="Ink 29">
                  <a:extLst>
                    <a:ext uri="{FF2B5EF4-FFF2-40B4-BE49-F238E27FC236}">
                      <a16:creationId xmlns:a16="http://schemas.microsoft.com/office/drawing/2014/main" id="{9822D946-524C-5DB2-6432-1233935797DF}"/>
                    </a:ext>
                  </a:extLst>
                </p:cNvPr>
                <p:cNvPicPr/>
                <p:nvPr/>
              </p:nvPicPr>
              <p:blipFill>
                <a:blip r:embed="rId81"/>
                <a:stretch>
                  <a:fillRect/>
                </a:stretch>
              </p:blipFill>
              <p:spPr>
                <a:xfrm>
                  <a:off x="7369315" y="2705590"/>
                  <a:ext cx="6440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1" name="Ink 30">
                  <a:extLst>
                    <a:ext uri="{FF2B5EF4-FFF2-40B4-BE49-F238E27FC236}">
                      <a16:creationId xmlns:a16="http://schemas.microsoft.com/office/drawing/2014/main" id="{844A7468-B6D7-2259-AF77-94852A9E9E32}"/>
                    </a:ext>
                  </a:extLst>
                </p14:cNvPr>
                <p14:cNvContentPartPr/>
                <p14:nvPr/>
              </p14:nvContentPartPr>
              <p14:xfrm>
                <a:off x="7898155" y="2653750"/>
                <a:ext cx="16920" cy="19080"/>
              </p14:xfrm>
            </p:contentPart>
          </mc:Choice>
          <mc:Fallback>
            <p:pic>
              <p:nvPicPr>
                <p:cNvPr id="31" name="Ink 30">
                  <a:extLst>
                    <a:ext uri="{FF2B5EF4-FFF2-40B4-BE49-F238E27FC236}">
                      <a16:creationId xmlns:a16="http://schemas.microsoft.com/office/drawing/2014/main" id="{844A7468-B6D7-2259-AF77-94852A9E9E32}"/>
                    </a:ext>
                  </a:extLst>
                </p:cNvPr>
                <p:cNvPicPr/>
                <p:nvPr/>
              </p:nvPicPr>
              <p:blipFill>
                <a:blip r:embed="rId83"/>
                <a:stretch>
                  <a:fillRect/>
                </a:stretch>
              </p:blipFill>
              <p:spPr>
                <a:xfrm>
                  <a:off x="7892035" y="2647630"/>
                  <a:ext cx="291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2" name="Ink 31">
                  <a:extLst>
                    <a:ext uri="{FF2B5EF4-FFF2-40B4-BE49-F238E27FC236}">
                      <a16:creationId xmlns:a16="http://schemas.microsoft.com/office/drawing/2014/main" id="{C8D72FAA-07B2-A414-8CD5-22AE3985FFF3}"/>
                    </a:ext>
                  </a:extLst>
                </p14:cNvPr>
                <p14:cNvContentPartPr/>
                <p14:nvPr/>
              </p14:nvContentPartPr>
              <p14:xfrm>
                <a:off x="8327995" y="2272870"/>
                <a:ext cx="43560" cy="224640"/>
              </p14:xfrm>
            </p:contentPart>
          </mc:Choice>
          <mc:Fallback>
            <p:pic>
              <p:nvPicPr>
                <p:cNvPr id="32" name="Ink 31">
                  <a:extLst>
                    <a:ext uri="{FF2B5EF4-FFF2-40B4-BE49-F238E27FC236}">
                      <a16:creationId xmlns:a16="http://schemas.microsoft.com/office/drawing/2014/main" id="{C8D72FAA-07B2-A414-8CD5-22AE3985FFF3}"/>
                    </a:ext>
                  </a:extLst>
                </p:cNvPr>
                <p:cNvPicPr/>
                <p:nvPr/>
              </p:nvPicPr>
              <p:blipFill>
                <a:blip r:embed="rId85"/>
                <a:stretch>
                  <a:fillRect/>
                </a:stretch>
              </p:blipFill>
              <p:spPr>
                <a:xfrm>
                  <a:off x="8321875" y="2266750"/>
                  <a:ext cx="5580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3" name="Ink 32">
                  <a:extLst>
                    <a:ext uri="{FF2B5EF4-FFF2-40B4-BE49-F238E27FC236}">
                      <a16:creationId xmlns:a16="http://schemas.microsoft.com/office/drawing/2014/main" id="{6DCA925F-0F17-2730-135C-8F5C15996A97}"/>
                    </a:ext>
                  </a:extLst>
                </p14:cNvPr>
                <p14:cNvContentPartPr/>
                <p14:nvPr/>
              </p14:nvContentPartPr>
              <p14:xfrm>
                <a:off x="8306395" y="2643310"/>
                <a:ext cx="165600" cy="309600"/>
              </p14:xfrm>
            </p:contentPart>
          </mc:Choice>
          <mc:Fallback>
            <p:pic>
              <p:nvPicPr>
                <p:cNvPr id="33" name="Ink 32">
                  <a:extLst>
                    <a:ext uri="{FF2B5EF4-FFF2-40B4-BE49-F238E27FC236}">
                      <a16:creationId xmlns:a16="http://schemas.microsoft.com/office/drawing/2014/main" id="{6DCA925F-0F17-2730-135C-8F5C15996A97}"/>
                    </a:ext>
                  </a:extLst>
                </p:cNvPr>
                <p:cNvPicPr/>
                <p:nvPr/>
              </p:nvPicPr>
              <p:blipFill>
                <a:blip r:embed="rId87"/>
                <a:stretch>
                  <a:fillRect/>
                </a:stretch>
              </p:blipFill>
              <p:spPr>
                <a:xfrm>
                  <a:off x="8300275" y="2637190"/>
                  <a:ext cx="17784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4" name="Ink 33">
                  <a:extLst>
                    <a:ext uri="{FF2B5EF4-FFF2-40B4-BE49-F238E27FC236}">
                      <a16:creationId xmlns:a16="http://schemas.microsoft.com/office/drawing/2014/main" id="{AC25A1C2-E44E-4547-532E-AB7090263855}"/>
                    </a:ext>
                  </a:extLst>
                </p14:cNvPr>
                <p14:cNvContentPartPr/>
                <p14:nvPr/>
              </p14:nvContentPartPr>
              <p14:xfrm>
                <a:off x="8524555" y="2906110"/>
                <a:ext cx="23040" cy="136080"/>
              </p14:xfrm>
            </p:contentPart>
          </mc:Choice>
          <mc:Fallback>
            <p:pic>
              <p:nvPicPr>
                <p:cNvPr id="34" name="Ink 33">
                  <a:extLst>
                    <a:ext uri="{FF2B5EF4-FFF2-40B4-BE49-F238E27FC236}">
                      <a16:creationId xmlns:a16="http://schemas.microsoft.com/office/drawing/2014/main" id="{AC25A1C2-E44E-4547-532E-AB7090263855}"/>
                    </a:ext>
                  </a:extLst>
                </p:cNvPr>
                <p:cNvPicPr/>
                <p:nvPr/>
              </p:nvPicPr>
              <p:blipFill>
                <a:blip r:embed="rId89"/>
                <a:stretch>
                  <a:fillRect/>
                </a:stretch>
              </p:blipFill>
              <p:spPr>
                <a:xfrm>
                  <a:off x="8518435" y="2899990"/>
                  <a:ext cx="352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1" name="Ink 50">
                  <a:extLst>
                    <a:ext uri="{FF2B5EF4-FFF2-40B4-BE49-F238E27FC236}">
                      <a16:creationId xmlns:a16="http://schemas.microsoft.com/office/drawing/2014/main" id="{5F44B376-9E72-BBC9-D159-5DB7A1C3E16C}"/>
                    </a:ext>
                  </a:extLst>
                </p14:cNvPr>
                <p14:cNvContentPartPr/>
                <p14:nvPr/>
              </p14:nvContentPartPr>
              <p14:xfrm>
                <a:off x="8327635" y="1441630"/>
                <a:ext cx="1969560" cy="590040"/>
              </p14:xfrm>
            </p:contentPart>
          </mc:Choice>
          <mc:Fallback>
            <p:pic>
              <p:nvPicPr>
                <p:cNvPr id="51" name="Ink 50">
                  <a:extLst>
                    <a:ext uri="{FF2B5EF4-FFF2-40B4-BE49-F238E27FC236}">
                      <a16:creationId xmlns:a16="http://schemas.microsoft.com/office/drawing/2014/main" id="{5F44B376-9E72-BBC9-D159-5DB7A1C3E16C}"/>
                    </a:ext>
                  </a:extLst>
                </p:cNvPr>
                <p:cNvPicPr/>
                <p:nvPr/>
              </p:nvPicPr>
              <p:blipFill>
                <a:blip r:embed="rId91"/>
                <a:stretch>
                  <a:fillRect/>
                </a:stretch>
              </p:blipFill>
              <p:spPr>
                <a:xfrm>
                  <a:off x="8321515" y="1435510"/>
                  <a:ext cx="1981800" cy="602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2" name="Ink 51">
                  <a:extLst>
                    <a:ext uri="{FF2B5EF4-FFF2-40B4-BE49-F238E27FC236}">
                      <a16:creationId xmlns:a16="http://schemas.microsoft.com/office/drawing/2014/main" id="{CC7774F2-0222-559C-B176-BD59C5537B2F}"/>
                    </a:ext>
                  </a:extLst>
                </p14:cNvPr>
                <p14:cNvContentPartPr/>
                <p14:nvPr/>
              </p14:nvContentPartPr>
              <p14:xfrm>
                <a:off x="7589635" y="1886950"/>
                <a:ext cx="461160" cy="480240"/>
              </p14:xfrm>
            </p:contentPart>
          </mc:Choice>
          <mc:Fallback>
            <p:pic>
              <p:nvPicPr>
                <p:cNvPr id="52" name="Ink 51">
                  <a:extLst>
                    <a:ext uri="{FF2B5EF4-FFF2-40B4-BE49-F238E27FC236}">
                      <a16:creationId xmlns:a16="http://schemas.microsoft.com/office/drawing/2014/main" id="{CC7774F2-0222-559C-B176-BD59C5537B2F}"/>
                    </a:ext>
                  </a:extLst>
                </p:cNvPr>
                <p:cNvPicPr/>
                <p:nvPr/>
              </p:nvPicPr>
              <p:blipFill>
                <a:blip r:embed="rId93"/>
                <a:stretch>
                  <a:fillRect/>
                </a:stretch>
              </p:blipFill>
              <p:spPr>
                <a:xfrm>
                  <a:off x="7583515" y="1880830"/>
                  <a:ext cx="473400" cy="492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3" name="Ink 52">
                  <a:extLst>
                    <a:ext uri="{FF2B5EF4-FFF2-40B4-BE49-F238E27FC236}">
                      <a16:creationId xmlns:a16="http://schemas.microsoft.com/office/drawing/2014/main" id="{E3C2C7FC-8CE1-82AF-597D-5617ED4FF831}"/>
                    </a:ext>
                  </a:extLst>
                </p14:cNvPr>
                <p14:cNvContentPartPr/>
                <p14:nvPr/>
              </p14:nvContentPartPr>
              <p14:xfrm>
                <a:off x="7742995" y="1978750"/>
                <a:ext cx="335160" cy="375120"/>
              </p14:xfrm>
            </p:contentPart>
          </mc:Choice>
          <mc:Fallback>
            <p:pic>
              <p:nvPicPr>
                <p:cNvPr id="53" name="Ink 52">
                  <a:extLst>
                    <a:ext uri="{FF2B5EF4-FFF2-40B4-BE49-F238E27FC236}">
                      <a16:creationId xmlns:a16="http://schemas.microsoft.com/office/drawing/2014/main" id="{E3C2C7FC-8CE1-82AF-597D-5617ED4FF831}"/>
                    </a:ext>
                  </a:extLst>
                </p:cNvPr>
                <p:cNvPicPr/>
                <p:nvPr/>
              </p:nvPicPr>
              <p:blipFill>
                <a:blip r:embed="rId95"/>
                <a:stretch>
                  <a:fillRect/>
                </a:stretch>
              </p:blipFill>
              <p:spPr>
                <a:xfrm>
                  <a:off x="7736875" y="1972630"/>
                  <a:ext cx="347400" cy="3873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4" name="Ink 53">
                  <a:extLst>
                    <a:ext uri="{FF2B5EF4-FFF2-40B4-BE49-F238E27FC236}">
                      <a16:creationId xmlns:a16="http://schemas.microsoft.com/office/drawing/2014/main" id="{3DC0D916-2F9B-6960-28A0-D809FD37F979}"/>
                    </a:ext>
                  </a:extLst>
                </p14:cNvPr>
                <p14:cNvContentPartPr/>
                <p14:nvPr/>
              </p14:nvContentPartPr>
              <p14:xfrm>
                <a:off x="7963315" y="1965430"/>
                <a:ext cx="262800" cy="275760"/>
              </p14:xfrm>
            </p:contentPart>
          </mc:Choice>
          <mc:Fallback>
            <p:pic>
              <p:nvPicPr>
                <p:cNvPr id="54" name="Ink 53">
                  <a:extLst>
                    <a:ext uri="{FF2B5EF4-FFF2-40B4-BE49-F238E27FC236}">
                      <a16:creationId xmlns:a16="http://schemas.microsoft.com/office/drawing/2014/main" id="{3DC0D916-2F9B-6960-28A0-D809FD37F979}"/>
                    </a:ext>
                  </a:extLst>
                </p:cNvPr>
                <p:cNvPicPr/>
                <p:nvPr/>
              </p:nvPicPr>
              <p:blipFill>
                <a:blip r:embed="rId97"/>
                <a:stretch>
                  <a:fillRect/>
                </a:stretch>
              </p:blipFill>
              <p:spPr>
                <a:xfrm>
                  <a:off x="7957195" y="1959310"/>
                  <a:ext cx="2750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5" name="Ink 54">
                  <a:extLst>
                    <a:ext uri="{FF2B5EF4-FFF2-40B4-BE49-F238E27FC236}">
                      <a16:creationId xmlns:a16="http://schemas.microsoft.com/office/drawing/2014/main" id="{003A3C24-2AD2-DC23-1838-93DC3155DD2D}"/>
                    </a:ext>
                  </a:extLst>
                </p14:cNvPr>
                <p14:cNvContentPartPr/>
                <p14:nvPr/>
              </p14:nvContentPartPr>
              <p14:xfrm>
                <a:off x="8048275" y="2092510"/>
                <a:ext cx="228240" cy="258120"/>
              </p14:xfrm>
            </p:contentPart>
          </mc:Choice>
          <mc:Fallback>
            <p:pic>
              <p:nvPicPr>
                <p:cNvPr id="55" name="Ink 54">
                  <a:extLst>
                    <a:ext uri="{FF2B5EF4-FFF2-40B4-BE49-F238E27FC236}">
                      <a16:creationId xmlns:a16="http://schemas.microsoft.com/office/drawing/2014/main" id="{003A3C24-2AD2-DC23-1838-93DC3155DD2D}"/>
                    </a:ext>
                  </a:extLst>
                </p:cNvPr>
                <p:cNvPicPr/>
                <p:nvPr/>
              </p:nvPicPr>
              <p:blipFill>
                <a:blip r:embed="rId99"/>
                <a:stretch>
                  <a:fillRect/>
                </a:stretch>
              </p:blipFill>
              <p:spPr>
                <a:xfrm>
                  <a:off x="8042155" y="2086390"/>
                  <a:ext cx="24048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6" name="Ink 55">
                  <a:extLst>
                    <a:ext uri="{FF2B5EF4-FFF2-40B4-BE49-F238E27FC236}">
                      <a16:creationId xmlns:a16="http://schemas.microsoft.com/office/drawing/2014/main" id="{D11A07CE-DDB0-80CE-A31D-919084C0C8C5}"/>
                    </a:ext>
                  </a:extLst>
                </p14:cNvPr>
                <p14:cNvContentPartPr/>
                <p14:nvPr/>
              </p14:nvContentPartPr>
              <p14:xfrm>
                <a:off x="8237635" y="2180710"/>
                <a:ext cx="123480" cy="159840"/>
              </p14:xfrm>
            </p:contentPart>
          </mc:Choice>
          <mc:Fallback>
            <p:pic>
              <p:nvPicPr>
                <p:cNvPr id="56" name="Ink 55">
                  <a:extLst>
                    <a:ext uri="{FF2B5EF4-FFF2-40B4-BE49-F238E27FC236}">
                      <a16:creationId xmlns:a16="http://schemas.microsoft.com/office/drawing/2014/main" id="{D11A07CE-DDB0-80CE-A31D-919084C0C8C5}"/>
                    </a:ext>
                  </a:extLst>
                </p:cNvPr>
                <p:cNvPicPr/>
                <p:nvPr/>
              </p:nvPicPr>
              <p:blipFill>
                <a:blip r:embed="rId101"/>
                <a:stretch>
                  <a:fillRect/>
                </a:stretch>
              </p:blipFill>
              <p:spPr>
                <a:xfrm>
                  <a:off x="8231515" y="2174590"/>
                  <a:ext cx="1357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8" name="Ink 57">
                  <a:extLst>
                    <a:ext uri="{FF2B5EF4-FFF2-40B4-BE49-F238E27FC236}">
                      <a16:creationId xmlns:a16="http://schemas.microsoft.com/office/drawing/2014/main" id="{2E702704-058A-A849-2CE7-F65866598576}"/>
                    </a:ext>
                  </a:extLst>
                </p14:cNvPr>
                <p14:cNvContentPartPr/>
                <p14:nvPr/>
              </p14:nvContentPartPr>
              <p14:xfrm>
                <a:off x="8384515" y="1606150"/>
                <a:ext cx="1942560" cy="396720"/>
              </p14:xfrm>
            </p:contentPart>
          </mc:Choice>
          <mc:Fallback>
            <p:pic>
              <p:nvPicPr>
                <p:cNvPr id="58" name="Ink 57">
                  <a:extLst>
                    <a:ext uri="{FF2B5EF4-FFF2-40B4-BE49-F238E27FC236}">
                      <a16:creationId xmlns:a16="http://schemas.microsoft.com/office/drawing/2014/main" id="{2E702704-058A-A849-2CE7-F65866598576}"/>
                    </a:ext>
                  </a:extLst>
                </p:cNvPr>
                <p:cNvPicPr/>
                <p:nvPr/>
              </p:nvPicPr>
              <p:blipFill>
                <a:blip r:embed="rId103"/>
                <a:stretch>
                  <a:fillRect/>
                </a:stretch>
              </p:blipFill>
              <p:spPr>
                <a:xfrm>
                  <a:off x="8378395" y="1600030"/>
                  <a:ext cx="1954800" cy="4089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9" name="Ink 58">
                  <a:extLst>
                    <a:ext uri="{FF2B5EF4-FFF2-40B4-BE49-F238E27FC236}">
                      <a16:creationId xmlns:a16="http://schemas.microsoft.com/office/drawing/2014/main" id="{5E9D3ADA-A94D-4900-AC84-EEF27F11D1B2}"/>
                    </a:ext>
                  </a:extLst>
                </p14:cNvPr>
                <p14:cNvContentPartPr/>
                <p14:nvPr/>
              </p14:nvContentPartPr>
              <p14:xfrm>
                <a:off x="9318715" y="1167310"/>
                <a:ext cx="918360" cy="670320"/>
              </p14:xfrm>
            </p:contentPart>
          </mc:Choice>
          <mc:Fallback>
            <p:pic>
              <p:nvPicPr>
                <p:cNvPr id="59" name="Ink 58">
                  <a:extLst>
                    <a:ext uri="{FF2B5EF4-FFF2-40B4-BE49-F238E27FC236}">
                      <a16:creationId xmlns:a16="http://schemas.microsoft.com/office/drawing/2014/main" id="{5E9D3ADA-A94D-4900-AC84-EEF27F11D1B2}"/>
                    </a:ext>
                  </a:extLst>
                </p:cNvPr>
                <p:cNvPicPr/>
                <p:nvPr/>
              </p:nvPicPr>
              <p:blipFill>
                <a:blip r:embed="rId105"/>
                <a:stretch>
                  <a:fillRect/>
                </a:stretch>
              </p:blipFill>
              <p:spPr>
                <a:xfrm>
                  <a:off x="9312595" y="1161190"/>
                  <a:ext cx="930600" cy="6825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0" name="Ink 59">
                  <a:extLst>
                    <a:ext uri="{FF2B5EF4-FFF2-40B4-BE49-F238E27FC236}">
                      <a16:creationId xmlns:a16="http://schemas.microsoft.com/office/drawing/2014/main" id="{FD433CBC-8062-70F5-40D5-72E239C4D11A}"/>
                    </a:ext>
                  </a:extLst>
                </p14:cNvPr>
                <p14:cNvContentPartPr/>
                <p14:nvPr/>
              </p14:nvContentPartPr>
              <p14:xfrm>
                <a:off x="10396555" y="1102870"/>
                <a:ext cx="163080" cy="214560"/>
              </p14:xfrm>
            </p:contentPart>
          </mc:Choice>
          <mc:Fallback>
            <p:pic>
              <p:nvPicPr>
                <p:cNvPr id="60" name="Ink 59">
                  <a:extLst>
                    <a:ext uri="{FF2B5EF4-FFF2-40B4-BE49-F238E27FC236}">
                      <a16:creationId xmlns:a16="http://schemas.microsoft.com/office/drawing/2014/main" id="{FD433CBC-8062-70F5-40D5-72E239C4D11A}"/>
                    </a:ext>
                  </a:extLst>
                </p:cNvPr>
                <p:cNvPicPr/>
                <p:nvPr/>
              </p:nvPicPr>
              <p:blipFill>
                <a:blip r:embed="rId107"/>
                <a:stretch>
                  <a:fillRect/>
                </a:stretch>
              </p:blipFill>
              <p:spPr>
                <a:xfrm>
                  <a:off x="10390435" y="1096750"/>
                  <a:ext cx="17532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1" name="Ink 60">
                  <a:extLst>
                    <a:ext uri="{FF2B5EF4-FFF2-40B4-BE49-F238E27FC236}">
                      <a16:creationId xmlns:a16="http://schemas.microsoft.com/office/drawing/2014/main" id="{6ED6BFD0-4FEC-5B13-DD2C-B1A668046A1E}"/>
                    </a:ext>
                  </a:extLst>
                </p14:cNvPr>
                <p14:cNvContentPartPr/>
                <p14:nvPr/>
              </p14:nvContentPartPr>
              <p14:xfrm>
                <a:off x="10566835" y="1199350"/>
                <a:ext cx="177120" cy="54720"/>
              </p14:xfrm>
            </p:contentPart>
          </mc:Choice>
          <mc:Fallback>
            <p:pic>
              <p:nvPicPr>
                <p:cNvPr id="61" name="Ink 60">
                  <a:extLst>
                    <a:ext uri="{FF2B5EF4-FFF2-40B4-BE49-F238E27FC236}">
                      <a16:creationId xmlns:a16="http://schemas.microsoft.com/office/drawing/2014/main" id="{6ED6BFD0-4FEC-5B13-DD2C-B1A668046A1E}"/>
                    </a:ext>
                  </a:extLst>
                </p:cNvPr>
                <p:cNvPicPr/>
                <p:nvPr/>
              </p:nvPicPr>
              <p:blipFill>
                <a:blip r:embed="rId109"/>
                <a:stretch>
                  <a:fillRect/>
                </a:stretch>
              </p:blipFill>
              <p:spPr>
                <a:xfrm>
                  <a:off x="10560715" y="1193230"/>
                  <a:ext cx="1893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2" name="Ink 61">
                  <a:extLst>
                    <a:ext uri="{FF2B5EF4-FFF2-40B4-BE49-F238E27FC236}">
                      <a16:creationId xmlns:a16="http://schemas.microsoft.com/office/drawing/2014/main" id="{A74C7F46-0047-F244-D6D0-5092DE31FF8D}"/>
                    </a:ext>
                  </a:extLst>
                </p14:cNvPr>
                <p14:cNvContentPartPr/>
                <p14:nvPr/>
              </p14:nvContentPartPr>
              <p14:xfrm>
                <a:off x="10668715" y="1024390"/>
                <a:ext cx="318600" cy="543960"/>
              </p14:xfrm>
            </p:contentPart>
          </mc:Choice>
          <mc:Fallback>
            <p:pic>
              <p:nvPicPr>
                <p:cNvPr id="62" name="Ink 61">
                  <a:extLst>
                    <a:ext uri="{FF2B5EF4-FFF2-40B4-BE49-F238E27FC236}">
                      <a16:creationId xmlns:a16="http://schemas.microsoft.com/office/drawing/2014/main" id="{A74C7F46-0047-F244-D6D0-5092DE31FF8D}"/>
                    </a:ext>
                  </a:extLst>
                </p:cNvPr>
                <p:cNvPicPr/>
                <p:nvPr/>
              </p:nvPicPr>
              <p:blipFill>
                <a:blip r:embed="rId111"/>
                <a:stretch>
                  <a:fillRect/>
                </a:stretch>
              </p:blipFill>
              <p:spPr>
                <a:xfrm>
                  <a:off x="10662595" y="1018270"/>
                  <a:ext cx="330840" cy="5562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3" name="Ink 62">
                  <a:extLst>
                    <a:ext uri="{FF2B5EF4-FFF2-40B4-BE49-F238E27FC236}">
                      <a16:creationId xmlns:a16="http://schemas.microsoft.com/office/drawing/2014/main" id="{67CB0385-F71A-DF68-400B-8488B9A5DAA5}"/>
                    </a:ext>
                  </a:extLst>
                </p14:cNvPr>
                <p14:cNvContentPartPr/>
                <p14:nvPr/>
              </p14:nvContentPartPr>
              <p14:xfrm>
                <a:off x="10705435" y="1156870"/>
                <a:ext cx="66600" cy="29520"/>
              </p14:xfrm>
            </p:contentPart>
          </mc:Choice>
          <mc:Fallback>
            <p:pic>
              <p:nvPicPr>
                <p:cNvPr id="63" name="Ink 62">
                  <a:extLst>
                    <a:ext uri="{FF2B5EF4-FFF2-40B4-BE49-F238E27FC236}">
                      <a16:creationId xmlns:a16="http://schemas.microsoft.com/office/drawing/2014/main" id="{67CB0385-F71A-DF68-400B-8488B9A5DAA5}"/>
                    </a:ext>
                  </a:extLst>
                </p:cNvPr>
                <p:cNvPicPr/>
                <p:nvPr/>
              </p:nvPicPr>
              <p:blipFill>
                <a:blip r:embed="rId113"/>
                <a:stretch>
                  <a:fillRect/>
                </a:stretch>
              </p:blipFill>
              <p:spPr>
                <a:xfrm>
                  <a:off x="10699315" y="1150750"/>
                  <a:ext cx="788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4" name="Ink 63">
                  <a:extLst>
                    <a:ext uri="{FF2B5EF4-FFF2-40B4-BE49-F238E27FC236}">
                      <a16:creationId xmlns:a16="http://schemas.microsoft.com/office/drawing/2014/main" id="{F486937A-967B-427E-FED9-A654DEE185ED}"/>
                    </a:ext>
                  </a:extLst>
                </p14:cNvPr>
                <p14:cNvContentPartPr/>
                <p14:nvPr/>
              </p14:nvContentPartPr>
              <p14:xfrm>
                <a:off x="10928275" y="1223110"/>
                <a:ext cx="24120" cy="14760"/>
              </p14:xfrm>
            </p:contentPart>
          </mc:Choice>
          <mc:Fallback>
            <p:pic>
              <p:nvPicPr>
                <p:cNvPr id="64" name="Ink 63">
                  <a:extLst>
                    <a:ext uri="{FF2B5EF4-FFF2-40B4-BE49-F238E27FC236}">
                      <a16:creationId xmlns:a16="http://schemas.microsoft.com/office/drawing/2014/main" id="{F486937A-967B-427E-FED9-A654DEE185ED}"/>
                    </a:ext>
                  </a:extLst>
                </p:cNvPr>
                <p:cNvPicPr/>
                <p:nvPr/>
              </p:nvPicPr>
              <p:blipFill>
                <a:blip r:embed="rId115"/>
                <a:stretch>
                  <a:fillRect/>
                </a:stretch>
              </p:blipFill>
              <p:spPr>
                <a:xfrm>
                  <a:off x="10922155" y="1216990"/>
                  <a:ext cx="3636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35" name="Ink 34">
                  <a:extLst>
                    <a:ext uri="{FF2B5EF4-FFF2-40B4-BE49-F238E27FC236}">
                      <a16:creationId xmlns:a16="http://schemas.microsoft.com/office/drawing/2014/main" id="{FF05912B-B245-ABB8-36D6-54D7DE445ADB}"/>
                    </a:ext>
                  </a:extLst>
                </p14:cNvPr>
                <p14:cNvContentPartPr/>
                <p14:nvPr/>
              </p14:nvContentPartPr>
              <p14:xfrm>
                <a:off x="9425995" y="2258110"/>
                <a:ext cx="15840" cy="165960"/>
              </p14:xfrm>
            </p:contentPart>
          </mc:Choice>
          <mc:Fallback>
            <p:pic>
              <p:nvPicPr>
                <p:cNvPr id="35" name="Ink 34">
                  <a:extLst>
                    <a:ext uri="{FF2B5EF4-FFF2-40B4-BE49-F238E27FC236}">
                      <a16:creationId xmlns:a16="http://schemas.microsoft.com/office/drawing/2014/main" id="{FF05912B-B245-ABB8-36D6-54D7DE445ADB}"/>
                    </a:ext>
                  </a:extLst>
                </p:cNvPr>
                <p:cNvPicPr/>
                <p:nvPr/>
              </p:nvPicPr>
              <p:blipFill>
                <a:blip r:embed="rId117"/>
                <a:stretch>
                  <a:fillRect/>
                </a:stretch>
              </p:blipFill>
              <p:spPr>
                <a:xfrm>
                  <a:off x="9419875" y="2251990"/>
                  <a:ext cx="280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36" name="Ink 35">
                  <a:extLst>
                    <a:ext uri="{FF2B5EF4-FFF2-40B4-BE49-F238E27FC236}">
                      <a16:creationId xmlns:a16="http://schemas.microsoft.com/office/drawing/2014/main" id="{63E9C548-CFB6-A7BE-8BE6-C9EF3A33AD02}"/>
                    </a:ext>
                  </a:extLst>
                </p14:cNvPr>
                <p14:cNvContentPartPr/>
                <p14:nvPr/>
              </p14:nvContentPartPr>
              <p14:xfrm>
                <a:off x="9314035" y="2570950"/>
                <a:ext cx="232560" cy="231120"/>
              </p14:xfrm>
            </p:contentPart>
          </mc:Choice>
          <mc:Fallback>
            <p:pic>
              <p:nvPicPr>
                <p:cNvPr id="36" name="Ink 35">
                  <a:extLst>
                    <a:ext uri="{FF2B5EF4-FFF2-40B4-BE49-F238E27FC236}">
                      <a16:creationId xmlns:a16="http://schemas.microsoft.com/office/drawing/2014/main" id="{63E9C548-CFB6-A7BE-8BE6-C9EF3A33AD02}"/>
                    </a:ext>
                  </a:extLst>
                </p:cNvPr>
                <p:cNvPicPr/>
                <p:nvPr/>
              </p:nvPicPr>
              <p:blipFill>
                <a:blip r:embed="rId119"/>
                <a:stretch>
                  <a:fillRect/>
                </a:stretch>
              </p:blipFill>
              <p:spPr>
                <a:xfrm>
                  <a:off x="9307915" y="2564830"/>
                  <a:ext cx="24480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37" name="Ink 36">
                  <a:extLst>
                    <a:ext uri="{FF2B5EF4-FFF2-40B4-BE49-F238E27FC236}">
                      <a16:creationId xmlns:a16="http://schemas.microsoft.com/office/drawing/2014/main" id="{D8220992-8A3B-65F8-EE3D-AFC703D4F21B}"/>
                    </a:ext>
                  </a:extLst>
                </p14:cNvPr>
                <p14:cNvContentPartPr/>
                <p14:nvPr/>
              </p14:nvContentPartPr>
              <p14:xfrm>
                <a:off x="9623275" y="2710270"/>
                <a:ext cx="120960" cy="85320"/>
              </p14:xfrm>
            </p:contentPart>
          </mc:Choice>
          <mc:Fallback>
            <p:pic>
              <p:nvPicPr>
                <p:cNvPr id="37" name="Ink 36">
                  <a:extLst>
                    <a:ext uri="{FF2B5EF4-FFF2-40B4-BE49-F238E27FC236}">
                      <a16:creationId xmlns:a16="http://schemas.microsoft.com/office/drawing/2014/main" id="{D8220992-8A3B-65F8-EE3D-AFC703D4F21B}"/>
                    </a:ext>
                  </a:extLst>
                </p:cNvPr>
                <p:cNvPicPr/>
                <p:nvPr/>
              </p:nvPicPr>
              <p:blipFill>
                <a:blip r:embed="rId121"/>
                <a:stretch>
                  <a:fillRect/>
                </a:stretch>
              </p:blipFill>
              <p:spPr>
                <a:xfrm>
                  <a:off x="9617155" y="2704150"/>
                  <a:ext cx="13320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38" name="Ink 37">
                  <a:extLst>
                    <a:ext uri="{FF2B5EF4-FFF2-40B4-BE49-F238E27FC236}">
                      <a16:creationId xmlns:a16="http://schemas.microsoft.com/office/drawing/2014/main" id="{92BCA6C0-9C31-EA48-6A06-8CEF838FA2A2}"/>
                    </a:ext>
                  </a:extLst>
                </p14:cNvPr>
                <p14:cNvContentPartPr/>
                <p14:nvPr/>
              </p14:nvContentPartPr>
              <p14:xfrm>
                <a:off x="9759355" y="2520190"/>
                <a:ext cx="182520" cy="306720"/>
              </p14:xfrm>
            </p:contentPart>
          </mc:Choice>
          <mc:Fallback>
            <p:pic>
              <p:nvPicPr>
                <p:cNvPr id="38" name="Ink 37">
                  <a:extLst>
                    <a:ext uri="{FF2B5EF4-FFF2-40B4-BE49-F238E27FC236}">
                      <a16:creationId xmlns:a16="http://schemas.microsoft.com/office/drawing/2014/main" id="{92BCA6C0-9C31-EA48-6A06-8CEF838FA2A2}"/>
                    </a:ext>
                  </a:extLst>
                </p:cNvPr>
                <p:cNvPicPr/>
                <p:nvPr/>
              </p:nvPicPr>
              <p:blipFill>
                <a:blip r:embed="rId123"/>
                <a:stretch>
                  <a:fillRect/>
                </a:stretch>
              </p:blipFill>
              <p:spPr>
                <a:xfrm>
                  <a:off x="9753235" y="2514070"/>
                  <a:ext cx="19476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39" name="Ink 38">
                  <a:extLst>
                    <a:ext uri="{FF2B5EF4-FFF2-40B4-BE49-F238E27FC236}">
                      <a16:creationId xmlns:a16="http://schemas.microsoft.com/office/drawing/2014/main" id="{EF129314-EE56-8299-DAFA-28752E339F74}"/>
                    </a:ext>
                  </a:extLst>
                </p14:cNvPr>
                <p14:cNvContentPartPr/>
                <p14:nvPr/>
              </p14:nvContentPartPr>
              <p14:xfrm>
                <a:off x="10294315" y="2271070"/>
                <a:ext cx="42120" cy="176760"/>
              </p14:xfrm>
            </p:contentPart>
          </mc:Choice>
          <mc:Fallback>
            <p:pic>
              <p:nvPicPr>
                <p:cNvPr id="39" name="Ink 38">
                  <a:extLst>
                    <a:ext uri="{FF2B5EF4-FFF2-40B4-BE49-F238E27FC236}">
                      <a16:creationId xmlns:a16="http://schemas.microsoft.com/office/drawing/2014/main" id="{EF129314-EE56-8299-DAFA-28752E339F74}"/>
                    </a:ext>
                  </a:extLst>
                </p:cNvPr>
                <p:cNvPicPr/>
                <p:nvPr/>
              </p:nvPicPr>
              <p:blipFill>
                <a:blip r:embed="rId125"/>
                <a:stretch>
                  <a:fillRect/>
                </a:stretch>
              </p:blipFill>
              <p:spPr>
                <a:xfrm>
                  <a:off x="10288195" y="2264950"/>
                  <a:ext cx="543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0" name="Ink 39">
                  <a:extLst>
                    <a:ext uri="{FF2B5EF4-FFF2-40B4-BE49-F238E27FC236}">
                      <a16:creationId xmlns:a16="http://schemas.microsoft.com/office/drawing/2014/main" id="{80EEEF64-0A39-5D24-CD47-C137207BB5D1}"/>
                    </a:ext>
                  </a:extLst>
                </p14:cNvPr>
                <p14:cNvContentPartPr/>
                <p14:nvPr/>
              </p14:nvContentPartPr>
              <p14:xfrm>
                <a:off x="10349755" y="2551510"/>
                <a:ext cx="211320" cy="372600"/>
              </p14:xfrm>
            </p:contentPart>
          </mc:Choice>
          <mc:Fallback>
            <p:pic>
              <p:nvPicPr>
                <p:cNvPr id="40" name="Ink 39">
                  <a:extLst>
                    <a:ext uri="{FF2B5EF4-FFF2-40B4-BE49-F238E27FC236}">
                      <a16:creationId xmlns:a16="http://schemas.microsoft.com/office/drawing/2014/main" id="{80EEEF64-0A39-5D24-CD47-C137207BB5D1}"/>
                    </a:ext>
                  </a:extLst>
                </p:cNvPr>
                <p:cNvPicPr/>
                <p:nvPr/>
              </p:nvPicPr>
              <p:blipFill>
                <a:blip r:embed="rId127"/>
                <a:stretch>
                  <a:fillRect/>
                </a:stretch>
              </p:blipFill>
              <p:spPr>
                <a:xfrm>
                  <a:off x="10343635" y="2545390"/>
                  <a:ext cx="22356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3" name="Ink 42">
                  <a:extLst>
                    <a:ext uri="{FF2B5EF4-FFF2-40B4-BE49-F238E27FC236}">
                      <a16:creationId xmlns:a16="http://schemas.microsoft.com/office/drawing/2014/main" id="{79D0D3C6-684B-93EE-D322-1F42BC7DA719}"/>
                    </a:ext>
                  </a:extLst>
                </p14:cNvPr>
                <p14:cNvContentPartPr/>
                <p14:nvPr/>
              </p14:nvContentPartPr>
              <p14:xfrm>
                <a:off x="10558195" y="2780830"/>
                <a:ext cx="183600" cy="225360"/>
              </p14:xfrm>
            </p:contentPart>
          </mc:Choice>
          <mc:Fallback>
            <p:pic>
              <p:nvPicPr>
                <p:cNvPr id="43" name="Ink 42">
                  <a:extLst>
                    <a:ext uri="{FF2B5EF4-FFF2-40B4-BE49-F238E27FC236}">
                      <a16:creationId xmlns:a16="http://schemas.microsoft.com/office/drawing/2014/main" id="{79D0D3C6-684B-93EE-D322-1F42BC7DA719}"/>
                    </a:ext>
                  </a:extLst>
                </p:cNvPr>
                <p:cNvPicPr/>
                <p:nvPr/>
              </p:nvPicPr>
              <p:blipFill>
                <a:blip r:embed="rId129"/>
                <a:stretch>
                  <a:fillRect/>
                </a:stretch>
              </p:blipFill>
              <p:spPr>
                <a:xfrm>
                  <a:off x="10552075" y="2774710"/>
                  <a:ext cx="1958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44" name="Ink 43">
                  <a:extLst>
                    <a:ext uri="{FF2B5EF4-FFF2-40B4-BE49-F238E27FC236}">
                      <a16:creationId xmlns:a16="http://schemas.microsoft.com/office/drawing/2014/main" id="{4B1FFE7F-5020-DAF4-1B3F-1A60B8A461EC}"/>
                    </a:ext>
                  </a:extLst>
                </p14:cNvPr>
                <p14:cNvContentPartPr/>
                <p14:nvPr/>
              </p14:nvContentPartPr>
              <p14:xfrm>
                <a:off x="11112595" y="2211670"/>
                <a:ext cx="15840" cy="238320"/>
              </p14:xfrm>
            </p:contentPart>
          </mc:Choice>
          <mc:Fallback>
            <p:pic>
              <p:nvPicPr>
                <p:cNvPr id="44" name="Ink 43">
                  <a:extLst>
                    <a:ext uri="{FF2B5EF4-FFF2-40B4-BE49-F238E27FC236}">
                      <a16:creationId xmlns:a16="http://schemas.microsoft.com/office/drawing/2014/main" id="{4B1FFE7F-5020-DAF4-1B3F-1A60B8A461EC}"/>
                    </a:ext>
                  </a:extLst>
                </p:cNvPr>
                <p:cNvPicPr/>
                <p:nvPr/>
              </p:nvPicPr>
              <p:blipFill>
                <a:blip r:embed="rId131"/>
                <a:stretch>
                  <a:fillRect/>
                </a:stretch>
              </p:blipFill>
              <p:spPr>
                <a:xfrm>
                  <a:off x="11106475" y="2205550"/>
                  <a:ext cx="280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45" name="Ink 44">
                  <a:extLst>
                    <a:ext uri="{FF2B5EF4-FFF2-40B4-BE49-F238E27FC236}">
                      <a16:creationId xmlns:a16="http://schemas.microsoft.com/office/drawing/2014/main" id="{91F35EDE-F1D2-5567-3964-025A929A2457}"/>
                    </a:ext>
                  </a:extLst>
                </p14:cNvPr>
                <p14:cNvContentPartPr/>
                <p14:nvPr/>
              </p14:nvContentPartPr>
              <p14:xfrm>
                <a:off x="11085235" y="2578150"/>
                <a:ext cx="254160" cy="216720"/>
              </p14:xfrm>
            </p:contentPart>
          </mc:Choice>
          <mc:Fallback>
            <p:pic>
              <p:nvPicPr>
                <p:cNvPr id="45" name="Ink 44">
                  <a:extLst>
                    <a:ext uri="{FF2B5EF4-FFF2-40B4-BE49-F238E27FC236}">
                      <a16:creationId xmlns:a16="http://schemas.microsoft.com/office/drawing/2014/main" id="{91F35EDE-F1D2-5567-3964-025A929A2457}"/>
                    </a:ext>
                  </a:extLst>
                </p:cNvPr>
                <p:cNvPicPr/>
                <p:nvPr/>
              </p:nvPicPr>
              <p:blipFill>
                <a:blip r:embed="rId133"/>
                <a:stretch>
                  <a:fillRect/>
                </a:stretch>
              </p:blipFill>
              <p:spPr>
                <a:xfrm>
                  <a:off x="11079115" y="2572030"/>
                  <a:ext cx="26640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46" name="Ink 45">
                  <a:extLst>
                    <a:ext uri="{FF2B5EF4-FFF2-40B4-BE49-F238E27FC236}">
                      <a16:creationId xmlns:a16="http://schemas.microsoft.com/office/drawing/2014/main" id="{3BAC7C69-E18C-7C41-2043-615FC4904842}"/>
                    </a:ext>
                  </a:extLst>
                </p14:cNvPr>
                <p14:cNvContentPartPr/>
                <p14:nvPr/>
              </p14:nvContentPartPr>
              <p14:xfrm>
                <a:off x="11385835" y="2732230"/>
                <a:ext cx="212400" cy="120240"/>
              </p14:xfrm>
            </p:contentPart>
          </mc:Choice>
          <mc:Fallback>
            <p:pic>
              <p:nvPicPr>
                <p:cNvPr id="46" name="Ink 45">
                  <a:extLst>
                    <a:ext uri="{FF2B5EF4-FFF2-40B4-BE49-F238E27FC236}">
                      <a16:creationId xmlns:a16="http://schemas.microsoft.com/office/drawing/2014/main" id="{3BAC7C69-E18C-7C41-2043-615FC4904842}"/>
                    </a:ext>
                  </a:extLst>
                </p:cNvPr>
                <p:cNvPicPr/>
                <p:nvPr/>
              </p:nvPicPr>
              <p:blipFill>
                <a:blip r:embed="rId135"/>
                <a:stretch>
                  <a:fillRect/>
                </a:stretch>
              </p:blipFill>
              <p:spPr>
                <a:xfrm>
                  <a:off x="11379715" y="2726110"/>
                  <a:ext cx="2246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47" name="Ink 46">
                  <a:extLst>
                    <a:ext uri="{FF2B5EF4-FFF2-40B4-BE49-F238E27FC236}">
                      <a16:creationId xmlns:a16="http://schemas.microsoft.com/office/drawing/2014/main" id="{2071AD03-1DDE-E1DB-2D75-3EE93FC67419}"/>
                    </a:ext>
                  </a:extLst>
                </p14:cNvPr>
                <p14:cNvContentPartPr/>
                <p14:nvPr/>
              </p14:nvContentPartPr>
              <p14:xfrm>
                <a:off x="11616595" y="2708470"/>
                <a:ext cx="105840" cy="122400"/>
              </p14:xfrm>
            </p:contentPart>
          </mc:Choice>
          <mc:Fallback>
            <p:pic>
              <p:nvPicPr>
                <p:cNvPr id="47" name="Ink 46">
                  <a:extLst>
                    <a:ext uri="{FF2B5EF4-FFF2-40B4-BE49-F238E27FC236}">
                      <a16:creationId xmlns:a16="http://schemas.microsoft.com/office/drawing/2014/main" id="{2071AD03-1DDE-E1DB-2D75-3EE93FC67419}"/>
                    </a:ext>
                  </a:extLst>
                </p:cNvPr>
                <p:cNvPicPr/>
                <p:nvPr/>
              </p:nvPicPr>
              <p:blipFill>
                <a:blip r:embed="rId137"/>
                <a:stretch>
                  <a:fillRect/>
                </a:stretch>
              </p:blipFill>
              <p:spPr>
                <a:xfrm>
                  <a:off x="11610475" y="2702350"/>
                  <a:ext cx="11808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48" name="Ink 47">
                  <a:extLst>
                    <a:ext uri="{FF2B5EF4-FFF2-40B4-BE49-F238E27FC236}">
                      <a16:creationId xmlns:a16="http://schemas.microsoft.com/office/drawing/2014/main" id="{EB7172CB-5DB6-0970-AF53-A40E49353AAA}"/>
                    </a:ext>
                  </a:extLst>
                </p14:cNvPr>
                <p14:cNvContentPartPr/>
                <p14:nvPr/>
              </p14:nvContentPartPr>
              <p14:xfrm>
                <a:off x="11594635" y="2738710"/>
                <a:ext cx="120600" cy="128880"/>
              </p14:xfrm>
            </p:contentPart>
          </mc:Choice>
          <mc:Fallback>
            <p:pic>
              <p:nvPicPr>
                <p:cNvPr id="48" name="Ink 47">
                  <a:extLst>
                    <a:ext uri="{FF2B5EF4-FFF2-40B4-BE49-F238E27FC236}">
                      <a16:creationId xmlns:a16="http://schemas.microsoft.com/office/drawing/2014/main" id="{EB7172CB-5DB6-0970-AF53-A40E49353AAA}"/>
                    </a:ext>
                  </a:extLst>
                </p:cNvPr>
                <p:cNvPicPr/>
                <p:nvPr/>
              </p:nvPicPr>
              <p:blipFill>
                <a:blip r:embed="rId139"/>
                <a:stretch>
                  <a:fillRect/>
                </a:stretch>
              </p:blipFill>
              <p:spPr>
                <a:xfrm>
                  <a:off x="11588515" y="2732590"/>
                  <a:ext cx="1328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9" name="Ink 78">
                  <a:extLst>
                    <a:ext uri="{FF2B5EF4-FFF2-40B4-BE49-F238E27FC236}">
                      <a16:creationId xmlns:a16="http://schemas.microsoft.com/office/drawing/2014/main" id="{8B76D220-08D3-38A1-94E6-C9A3407C9D46}"/>
                    </a:ext>
                  </a:extLst>
                </p14:cNvPr>
                <p14:cNvContentPartPr/>
                <p14:nvPr/>
              </p14:nvContentPartPr>
              <p14:xfrm>
                <a:off x="9204235" y="2657710"/>
                <a:ext cx="33840" cy="421560"/>
              </p14:xfrm>
            </p:contentPart>
          </mc:Choice>
          <mc:Fallback>
            <p:pic>
              <p:nvPicPr>
                <p:cNvPr id="79" name="Ink 78">
                  <a:extLst>
                    <a:ext uri="{FF2B5EF4-FFF2-40B4-BE49-F238E27FC236}">
                      <a16:creationId xmlns:a16="http://schemas.microsoft.com/office/drawing/2014/main" id="{8B76D220-08D3-38A1-94E6-C9A3407C9D46}"/>
                    </a:ext>
                  </a:extLst>
                </p:cNvPr>
                <p:cNvPicPr/>
                <p:nvPr/>
              </p:nvPicPr>
              <p:blipFill>
                <a:blip r:embed="rId141"/>
                <a:stretch>
                  <a:fillRect/>
                </a:stretch>
              </p:blipFill>
              <p:spPr>
                <a:xfrm>
                  <a:off x="9198115" y="2651590"/>
                  <a:ext cx="46080" cy="4338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0" name="Ink 79">
                  <a:extLst>
                    <a:ext uri="{FF2B5EF4-FFF2-40B4-BE49-F238E27FC236}">
                      <a16:creationId xmlns:a16="http://schemas.microsoft.com/office/drawing/2014/main" id="{AD336B7E-EC4E-A152-7BEF-DF5866346591}"/>
                    </a:ext>
                  </a:extLst>
                </p14:cNvPr>
                <p14:cNvContentPartPr/>
                <p14:nvPr/>
              </p14:nvContentPartPr>
              <p14:xfrm>
                <a:off x="9138355" y="2946430"/>
                <a:ext cx="197280" cy="212400"/>
              </p14:xfrm>
            </p:contentPart>
          </mc:Choice>
          <mc:Fallback>
            <p:pic>
              <p:nvPicPr>
                <p:cNvPr id="80" name="Ink 79">
                  <a:extLst>
                    <a:ext uri="{FF2B5EF4-FFF2-40B4-BE49-F238E27FC236}">
                      <a16:creationId xmlns:a16="http://schemas.microsoft.com/office/drawing/2014/main" id="{AD336B7E-EC4E-A152-7BEF-DF5866346591}"/>
                    </a:ext>
                  </a:extLst>
                </p:cNvPr>
                <p:cNvPicPr/>
                <p:nvPr/>
              </p:nvPicPr>
              <p:blipFill>
                <a:blip r:embed="rId143"/>
                <a:stretch>
                  <a:fillRect/>
                </a:stretch>
              </p:blipFill>
              <p:spPr>
                <a:xfrm>
                  <a:off x="9132235" y="2940310"/>
                  <a:ext cx="2095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1" name="Ink 80">
                  <a:extLst>
                    <a:ext uri="{FF2B5EF4-FFF2-40B4-BE49-F238E27FC236}">
                      <a16:creationId xmlns:a16="http://schemas.microsoft.com/office/drawing/2014/main" id="{1156D610-021D-42B6-4285-B79746199F4C}"/>
                    </a:ext>
                  </a:extLst>
                </p14:cNvPr>
                <p14:cNvContentPartPr/>
                <p14:nvPr/>
              </p14:nvContentPartPr>
              <p14:xfrm>
                <a:off x="8939275" y="2438830"/>
                <a:ext cx="120960" cy="267120"/>
              </p14:xfrm>
            </p:contentPart>
          </mc:Choice>
          <mc:Fallback>
            <p:pic>
              <p:nvPicPr>
                <p:cNvPr id="81" name="Ink 80">
                  <a:extLst>
                    <a:ext uri="{FF2B5EF4-FFF2-40B4-BE49-F238E27FC236}">
                      <a16:creationId xmlns:a16="http://schemas.microsoft.com/office/drawing/2014/main" id="{1156D610-021D-42B6-4285-B79746199F4C}"/>
                    </a:ext>
                  </a:extLst>
                </p:cNvPr>
                <p:cNvPicPr/>
                <p:nvPr/>
              </p:nvPicPr>
              <p:blipFill>
                <a:blip r:embed="rId145"/>
                <a:stretch>
                  <a:fillRect/>
                </a:stretch>
              </p:blipFill>
              <p:spPr>
                <a:xfrm>
                  <a:off x="8933155" y="2432710"/>
                  <a:ext cx="13320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7" name="Ink 66">
                  <a:extLst>
                    <a:ext uri="{FF2B5EF4-FFF2-40B4-BE49-F238E27FC236}">
                      <a16:creationId xmlns:a16="http://schemas.microsoft.com/office/drawing/2014/main" id="{922A5A23-7961-FD56-9476-2284A258427C}"/>
                    </a:ext>
                  </a:extLst>
                </p14:cNvPr>
                <p14:cNvContentPartPr/>
                <p14:nvPr/>
              </p14:nvContentPartPr>
              <p14:xfrm>
                <a:off x="9175435" y="3573910"/>
                <a:ext cx="23040" cy="156960"/>
              </p14:xfrm>
            </p:contentPart>
          </mc:Choice>
          <mc:Fallback>
            <p:pic>
              <p:nvPicPr>
                <p:cNvPr id="67" name="Ink 66">
                  <a:extLst>
                    <a:ext uri="{FF2B5EF4-FFF2-40B4-BE49-F238E27FC236}">
                      <a16:creationId xmlns:a16="http://schemas.microsoft.com/office/drawing/2014/main" id="{922A5A23-7961-FD56-9476-2284A258427C}"/>
                    </a:ext>
                  </a:extLst>
                </p:cNvPr>
                <p:cNvPicPr/>
                <p:nvPr/>
              </p:nvPicPr>
              <p:blipFill>
                <a:blip r:embed="rId147"/>
                <a:stretch>
                  <a:fillRect/>
                </a:stretch>
              </p:blipFill>
              <p:spPr>
                <a:xfrm>
                  <a:off x="9169315" y="3567790"/>
                  <a:ext cx="352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68" name="Ink 67">
                  <a:extLst>
                    <a:ext uri="{FF2B5EF4-FFF2-40B4-BE49-F238E27FC236}">
                      <a16:creationId xmlns:a16="http://schemas.microsoft.com/office/drawing/2014/main" id="{BC85B248-1CA6-C48F-0C18-BFE4A514DCEC}"/>
                    </a:ext>
                  </a:extLst>
                </p14:cNvPr>
                <p14:cNvContentPartPr/>
                <p14:nvPr/>
              </p14:nvContentPartPr>
              <p14:xfrm>
                <a:off x="8983915" y="3792430"/>
                <a:ext cx="464040" cy="73080"/>
              </p14:xfrm>
            </p:contentPart>
          </mc:Choice>
          <mc:Fallback>
            <p:pic>
              <p:nvPicPr>
                <p:cNvPr id="68" name="Ink 67">
                  <a:extLst>
                    <a:ext uri="{FF2B5EF4-FFF2-40B4-BE49-F238E27FC236}">
                      <a16:creationId xmlns:a16="http://schemas.microsoft.com/office/drawing/2014/main" id="{BC85B248-1CA6-C48F-0C18-BFE4A514DCEC}"/>
                    </a:ext>
                  </a:extLst>
                </p:cNvPr>
                <p:cNvPicPr/>
                <p:nvPr/>
              </p:nvPicPr>
              <p:blipFill>
                <a:blip r:embed="rId149"/>
                <a:stretch>
                  <a:fillRect/>
                </a:stretch>
              </p:blipFill>
              <p:spPr>
                <a:xfrm>
                  <a:off x="8977795" y="3786310"/>
                  <a:ext cx="4762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69" name="Ink 68">
                  <a:extLst>
                    <a:ext uri="{FF2B5EF4-FFF2-40B4-BE49-F238E27FC236}">
                      <a16:creationId xmlns:a16="http://schemas.microsoft.com/office/drawing/2014/main" id="{B77C0AE3-B725-89D7-AAB4-465ACD40510D}"/>
                    </a:ext>
                  </a:extLst>
                </p14:cNvPr>
                <p14:cNvContentPartPr/>
                <p14:nvPr/>
              </p14:nvContentPartPr>
              <p14:xfrm>
                <a:off x="9076075" y="3921670"/>
                <a:ext cx="177480" cy="167400"/>
              </p14:xfrm>
            </p:contentPart>
          </mc:Choice>
          <mc:Fallback>
            <p:pic>
              <p:nvPicPr>
                <p:cNvPr id="69" name="Ink 68">
                  <a:extLst>
                    <a:ext uri="{FF2B5EF4-FFF2-40B4-BE49-F238E27FC236}">
                      <a16:creationId xmlns:a16="http://schemas.microsoft.com/office/drawing/2014/main" id="{B77C0AE3-B725-89D7-AAB4-465ACD40510D}"/>
                    </a:ext>
                  </a:extLst>
                </p:cNvPr>
                <p:cNvPicPr/>
                <p:nvPr/>
              </p:nvPicPr>
              <p:blipFill>
                <a:blip r:embed="rId151"/>
                <a:stretch>
                  <a:fillRect/>
                </a:stretch>
              </p:blipFill>
              <p:spPr>
                <a:xfrm>
                  <a:off x="9069955" y="3915550"/>
                  <a:ext cx="1897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70" name="Ink 69">
                  <a:extLst>
                    <a:ext uri="{FF2B5EF4-FFF2-40B4-BE49-F238E27FC236}">
                      <a16:creationId xmlns:a16="http://schemas.microsoft.com/office/drawing/2014/main" id="{A2AEE3FD-1236-A208-A758-89D36000D38D}"/>
                    </a:ext>
                  </a:extLst>
                </p14:cNvPr>
                <p14:cNvContentPartPr/>
                <p14:nvPr/>
              </p14:nvContentPartPr>
              <p14:xfrm>
                <a:off x="9139435" y="3940390"/>
                <a:ext cx="30960" cy="232200"/>
              </p14:xfrm>
            </p:contentPart>
          </mc:Choice>
          <mc:Fallback>
            <p:pic>
              <p:nvPicPr>
                <p:cNvPr id="70" name="Ink 69">
                  <a:extLst>
                    <a:ext uri="{FF2B5EF4-FFF2-40B4-BE49-F238E27FC236}">
                      <a16:creationId xmlns:a16="http://schemas.microsoft.com/office/drawing/2014/main" id="{A2AEE3FD-1236-A208-A758-89D36000D38D}"/>
                    </a:ext>
                  </a:extLst>
                </p:cNvPr>
                <p:cNvPicPr/>
                <p:nvPr/>
              </p:nvPicPr>
              <p:blipFill>
                <a:blip r:embed="rId153"/>
                <a:stretch>
                  <a:fillRect/>
                </a:stretch>
              </p:blipFill>
              <p:spPr>
                <a:xfrm>
                  <a:off x="9133315" y="3934270"/>
                  <a:ext cx="4320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1" name="Ink 70">
                  <a:extLst>
                    <a:ext uri="{FF2B5EF4-FFF2-40B4-BE49-F238E27FC236}">
                      <a16:creationId xmlns:a16="http://schemas.microsoft.com/office/drawing/2014/main" id="{71EF9843-D837-6960-4B58-A387F09B42F7}"/>
                    </a:ext>
                  </a:extLst>
                </p14:cNvPr>
                <p14:cNvContentPartPr/>
                <p14:nvPr/>
              </p14:nvContentPartPr>
              <p14:xfrm>
                <a:off x="8881675" y="3536830"/>
                <a:ext cx="311760" cy="833760"/>
              </p14:xfrm>
            </p:contentPart>
          </mc:Choice>
          <mc:Fallback>
            <p:pic>
              <p:nvPicPr>
                <p:cNvPr id="71" name="Ink 70">
                  <a:extLst>
                    <a:ext uri="{FF2B5EF4-FFF2-40B4-BE49-F238E27FC236}">
                      <a16:creationId xmlns:a16="http://schemas.microsoft.com/office/drawing/2014/main" id="{71EF9843-D837-6960-4B58-A387F09B42F7}"/>
                    </a:ext>
                  </a:extLst>
                </p:cNvPr>
                <p:cNvPicPr/>
                <p:nvPr/>
              </p:nvPicPr>
              <p:blipFill>
                <a:blip r:embed="rId155"/>
                <a:stretch>
                  <a:fillRect/>
                </a:stretch>
              </p:blipFill>
              <p:spPr>
                <a:xfrm>
                  <a:off x="8875555" y="3530710"/>
                  <a:ext cx="324000" cy="8460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2" name="Ink 71">
                  <a:extLst>
                    <a:ext uri="{FF2B5EF4-FFF2-40B4-BE49-F238E27FC236}">
                      <a16:creationId xmlns:a16="http://schemas.microsoft.com/office/drawing/2014/main" id="{8600B455-CA8C-327D-8EBA-4B63DC29344D}"/>
                    </a:ext>
                  </a:extLst>
                </p14:cNvPr>
                <p14:cNvContentPartPr/>
                <p14:nvPr/>
              </p14:nvContentPartPr>
              <p14:xfrm>
                <a:off x="9313315" y="3459070"/>
                <a:ext cx="132840" cy="902880"/>
              </p14:xfrm>
            </p:contentPart>
          </mc:Choice>
          <mc:Fallback>
            <p:pic>
              <p:nvPicPr>
                <p:cNvPr id="72" name="Ink 71">
                  <a:extLst>
                    <a:ext uri="{FF2B5EF4-FFF2-40B4-BE49-F238E27FC236}">
                      <a16:creationId xmlns:a16="http://schemas.microsoft.com/office/drawing/2014/main" id="{8600B455-CA8C-327D-8EBA-4B63DC29344D}"/>
                    </a:ext>
                  </a:extLst>
                </p:cNvPr>
                <p:cNvPicPr/>
                <p:nvPr/>
              </p:nvPicPr>
              <p:blipFill>
                <a:blip r:embed="rId157"/>
                <a:stretch>
                  <a:fillRect/>
                </a:stretch>
              </p:blipFill>
              <p:spPr>
                <a:xfrm>
                  <a:off x="9307195" y="3452950"/>
                  <a:ext cx="145080" cy="9151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3" name="Ink 72">
                  <a:extLst>
                    <a:ext uri="{FF2B5EF4-FFF2-40B4-BE49-F238E27FC236}">
                      <a16:creationId xmlns:a16="http://schemas.microsoft.com/office/drawing/2014/main" id="{B8BCEF6A-0154-383E-70C2-65A88280EE55}"/>
                    </a:ext>
                  </a:extLst>
                </p14:cNvPr>
                <p14:cNvContentPartPr/>
                <p14:nvPr/>
              </p14:nvContentPartPr>
              <p14:xfrm>
                <a:off x="9508435" y="3336310"/>
                <a:ext cx="205920" cy="1075680"/>
              </p14:xfrm>
            </p:contentPart>
          </mc:Choice>
          <mc:Fallback>
            <p:pic>
              <p:nvPicPr>
                <p:cNvPr id="73" name="Ink 72">
                  <a:extLst>
                    <a:ext uri="{FF2B5EF4-FFF2-40B4-BE49-F238E27FC236}">
                      <a16:creationId xmlns:a16="http://schemas.microsoft.com/office/drawing/2014/main" id="{B8BCEF6A-0154-383E-70C2-65A88280EE55}"/>
                    </a:ext>
                  </a:extLst>
                </p:cNvPr>
                <p:cNvPicPr/>
                <p:nvPr/>
              </p:nvPicPr>
              <p:blipFill>
                <a:blip r:embed="rId159"/>
                <a:stretch>
                  <a:fillRect/>
                </a:stretch>
              </p:blipFill>
              <p:spPr>
                <a:xfrm>
                  <a:off x="9502315" y="3330190"/>
                  <a:ext cx="218160" cy="10879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82" name="Ink 81">
                  <a:extLst>
                    <a:ext uri="{FF2B5EF4-FFF2-40B4-BE49-F238E27FC236}">
                      <a16:creationId xmlns:a16="http://schemas.microsoft.com/office/drawing/2014/main" id="{C4CFC25B-51BA-D242-A985-9FF0E5E8A2E1}"/>
                    </a:ext>
                  </a:extLst>
                </p14:cNvPr>
                <p14:cNvContentPartPr/>
                <p14:nvPr/>
              </p14:nvContentPartPr>
              <p14:xfrm>
                <a:off x="9725515" y="3566710"/>
                <a:ext cx="27720" cy="228600"/>
              </p14:xfrm>
            </p:contentPart>
          </mc:Choice>
          <mc:Fallback>
            <p:pic>
              <p:nvPicPr>
                <p:cNvPr id="82" name="Ink 81">
                  <a:extLst>
                    <a:ext uri="{FF2B5EF4-FFF2-40B4-BE49-F238E27FC236}">
                      <a16:creationId xmlns:a16="http://schemas.microsoft.com/office/drawing/2014/main" id="{C4CFC25B-51BA-D242-A985-9FF0E5E8A2E1}"/>
                    </a:ext>
                  </a:extLst>
                </p:cNvPr>
                <p:cNvPicPr/>
                <p:nvPr/>
              </p:nvPicPr>
              <p:blipFill>
                <a:blip r:embed="rId161"/>
                <a:stretch>
                  <a:fillRect/>
                </a:stretch>
              </p:blipFill>
              <p:spPr>
                <a:xfrm>
                  <a:off x="9719395" y="3560590"/>
                  <a:ext cx="3996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83" name="Ink 82">
                  <a:extLst>
                    <a:ext uri="{FF2B5EF4-FFF2-40B4-BE49-F238E27FC236}">
                      <a16:creationId xmlns:a16="http://schemas.microsoft.com/office/drawing/2014/main" id="{BAE691FE-3767-1A21-C754-38DA33EA4A8C}"/>
                    </a:ext>
                  </a:extLst>
                </p14:cNvPr>
                <p14:cNvContentPartPr/>
                <p14:nvPr/>
              </p14:nvContentPartPr>
              <p14:xfrm>
                <a:off x="9937555" y="3700270"/>
                <a:ext cx="171000" cy="23040"/>
              </p14:xfrm>
            </p:contentPart>
          </mc:Choice>
          <mc:Fallback>
            <p:pic>
              <p:nvPicPr>
                <p:cNvPr id="83" name="Ink 82">
                  <a:extLst>
                    <a:ext uri="{FF2B5EF4-FFF2-40B4-BE49-F238E27FC236}">
                      <a16:creationId xmlns:a16="http://schemas.microsoft.com/office/drawing/2014/main" id="{BAE691FE-3767-1A21-C754-38DA33EA4A8C}"/>
                    </a:ext>
                  </a:extLst>
                </p:cNvPr>
                <p:cNvPicPr/>
                <p:nvPr/>
              </p:nvPicPr>
              <p:blipFill>
                <a:blip r:embed="rId163"/>
                <a:stretch>
                  <a:fillRect/>
                </a:stretch>
              </p:blipFill>
              <p:spPr>
                <a:xfrm>
                  <a:off x="9931435" y="3694150"/>
                  <a:ext cx="1832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84" name="Ink 83">
                  <a:extLst>
                    <a:ext uri="{FF2B5EF4-FFF2-40B4-BE49-F238E27FC236}">
                      <a16:creationId xmlns:a16="http://schemas.microsoft.com/office/drawing/2014/main" id="{AB8BD279-738E-A26B-C57C-AA4F825FAA6F}"/>
                    </a:ext>
                  </a:extLst>
                </p14:cNvPr>
                <p14:cNvContentPartPr/>
                <p14:nvPr/>
              </p14:nvContentPartPr>
              <p14:xfrm>
                <a:off x="9981115" y="3592990"/>
                <a:ext cx="44640" cy="225360"/>
              </p14:xfrm>
            </p:contentPart>
          </mc:Choice>
          <mc:Fallback>
            <p:pic>
              <p:nvPicPr>
                <p:cNvPr id="84" name="Ink 83">
                  <a:extLst>
                    <a:ext uri="{FF2B5EF4-FFF2-40B4-BE49-F238E27FC236}">
                      <a16:creationId xmlns:a16="http://schemas.microsoft.com/office/drawing/2014/main" id="{AB8BD279-738E-A26B-C57C-AA4F825FAA6F}"/>
                    </a:ext>
                  </a:extLst>
                </p:cNvPr>
                <p:cNvPicPr/>
                <p:nvPr/>
              </p:nvPicPr>
              <p:blipFill>
                <a:blip r:embed="rId165"/>
                <a:stretch>
                  <a:fillRect/>
                </a:stretch>
              </p:blipFill>
              <p:spPr>
                <a:xfrm>
                  <a:off x="9974995" y="3586870"/>
                  <a:ext cx="568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85" name="Ink 84">
                  <a:extLst>
                    <a:ext uri="{FF2B5EF4-FFF2-40B4-BE49-F238E27FC236}">
                      <a16:creationId xmlns:a16="http://schemas.microsoft.com/office/drawing/2014/main" id="{D0666CBA-A496-C948-9169-55F4BECDE7FA}"/>
                    </a:ext>
                  </a:extLst>
                </p14:cNvPr>
                <p14:cNvContentPartPr/>
                <p14:nvPr/>
              </p14:nvContentPartPr>
              <p14:xfrm>
                <a:off x="10359835" y="3551230"/>
                <a:ext cx="141840" cy="254880"/>
              </p14:xfrm>
            </p:contentPart>
          </mc:Choice>
          <mc:Fallback>
            <p:pic>
              <p:nvPicPr>
                <p:cNvPr id="85" name="Ink 84">
                  <a:extLst>
                    <a:ext uri="{FF2B5EF4-FFF2-40B4-BE49-F238E27FC236}">
                      <a16:creationId xmlns:a16="http://schemas.microsoft.com/office/drawing/2014/main" id="{D0666CBA-A496-C948-9169-55F4BECDE7FA}"/>
                    </a:ext>
                  </a:extLst>
                </p:cNvPr>
                <p:cNvPicPr/>
                <p:nvPr/>
              </p:nvPicPr>
              <p:blipFill>
                <a:blip r:embed="rId167"/>
                <a:stretch>
                  <a:fillRect/>
                </a:stretch>
              </p:blipFill>
              <p:spPr>
                <a:xfrm>
                  <a:off x="10353715" y="3545110"/>
                  <a:ext cx="15408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86" name="Ink 85">
                  <a:extLst>
                    <a:ext uri="{FF2B5EF4-FFF2-40B4-BE49-F238E27FC236}">
                      <a16:creationId xmlns:a16="http://schemas.microsoft.com/office/drawing/2014/main" id="{6A9DE04A-05A6-8E37-5A6E-A8D4CC7F97FC}"/>
                    </a:ext>
                  </a:extLst>
                </p14:cNvPr>
                <p14:cNvContentPartPr/>
                <p14:nvPr/>
              </p14:nvContentPartPr>
              <p14:xfrm>
                <a:off x="10403395" y="3331630"/>
                <a:ext cx="401040" cy="831600"/>
              </p14:xfrm>
            </p:contentPart>
          </mc:Choice>
          <mc:Fallback>
            <p:pic>
              <p:nvPicPr>
                <p:cNvPr id="86" name="Ink 85">
                  <a:extLst>
                    <a:ext uri="{FF2B5EF4-FFF2-40B4-BE49-F238E27FC236}">
                      <a16:creationId xmlns:a16="http://schemas.microsoft.com/office/drawing/2014/main" id="{6A9DE04A-05A6-8E37-5A6E-A8D4CC7F97FC}"/>
                    </a:ext>
                  </a:extLst>
                </p:cNvPr>
                <p:cNvPicPr/>
                <p:nvPr/>
              </p:nvPicPr>
              <p:blipFill>
                <a:blip r:embed="rId169"/>
                <a:stretch>
                  <a:fillRect/>
                </a:stretch>
              </p:blipFill>
              <p:spPr>
                <a:xfrm>
                  <a:off x="10397275" y="3325510"/>
                  <a:ext cx="413280" cy="8438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29" name="Ink 128">
                  <a:extLst>
                    <a:ext uri="{FF2B5EF4-FFF2-40B4-BE49-F238E27FC236}">
                      <a16:creationId xmlns:a16="http://schemas.microsoft.com/office/drawing/2014/main" id="{5E83265B-ACCD-7C7C-C127-B2FB23569C0B}"/>
                    </a:ext>
                  </a:extLst>
                </p14:cNvPr>
                <p14:cNvContentPartPr/>
                <p14:nvPr/>
              </p14:nvContentPartPr>
              <p14:xfrm>
                <a:off x="7440235" y="2922670"/>
                <a:ext cx="2233080" cy="592560"/>
              </p14:xfrm>
            </p:contentPart>
          </mc:Choice>
          <mc:Fallback>
            <p:pic>
              <p:nvPicPr>
                <p:cNvPr id="129" name="Ink 128">
                  <a:extLst>
                    <a:ext uri="{FF2B5EF4-FFF2-40B4-BE49-F238E27FC236}">
                      <a16:creationId xmlns:a16="http://schemas.microsoft.com/office/drawing/2014/main" id="{5E83265B-ACCD-7C7C-C127-B2FB23569C0B}"/>
                    </a:ext>
                  </a:extLst>
                </p:cNvPr>
                <p:cNvPicPr/>
                <p:nvPr/>
              </p:nvPicPr>
              <p:blipFill>
                <a:blip r:embed="rId171"/>
                <a:stretch>
                  <a:fillRect/>
                </a:stretch>
              </p:blipFill>
              <p:spPr>
                <a:xfrm>
                  <a:off x="7434115" y="2916550"/>
                  <a:ext cx="2245320" cy="6048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1" name="Ink 130">
                  <a:extLst>
                    <a:ext uri="{FF2B5EF4-FFF2-40B4-BE49-F238E27FC236}">
                      <a16:creationId xmlns:a16="http://schemas.microsoft.com/office/drawing/2014/main" id="{9EDFE3F7-3734-9672-1D66-671F3487390B}"/>
                    </a:ext>
                  </a:extLst>
                </p14:cNvPr>
                <p14:cNvContentPartPr/>
                <p14:nvPr/>
              </p14:nvContentPartPr>
              <p14:xfrm>
                <a:off x="6970795" y="3398950"/>
                <a:ext cx="344880" cy="59400"/>
              </p14:xfrm>
            </p:contentPart>
          </mc:Choice>
          <mc:Fallback>
            <p:pic>
              <p:nvPicPr>
                <p:cNvPr id="131" name="Ink 130">
                  <a:extLst>
                    <a:ext uri="{FF2B5EF4-FFF2-40B4-BE49-F238E27FC236}">
                      <a16:creationId xmlns:a16="http://schemas.microsoft.com/office/drawing/2014/main" id="{9EDFE3F7-3734-9672-1D66-671F3487390B}"/>
                    </a:ext>
                  </a:extLst>
                </p:cNvPr>
                <p:cNvPicPr/>
                <p:nvPr/>
              </p:nvPicPr>
              <p:blipFill>
                <a:blip r:embed="rId173"/>
                <a:stretch>
                  <a:fillRect/>
                </a:stretch>
              </p:blipFill>
              <p:spPr>
                <a:xfrm>
                  <a:off x="6964675" y="3392830"/>
                  <a:ext cx="35712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32" name="Ink 131">
                  <a:extLst>
                    <a:ext uri="{FF2B5EF4-FFF2-40B4-BE49-F238E27FC236}">
                      <a16:creationId xmlns:a16="http://schemas.microsoft.com/office/drawing/2014/main" id="{4AF067AE-9648-7A71-0224-74FE70C29299}"/>
                    </a:ext>
                  </a:extLst>
                </p14:cNvPr>
                <p14:cNvContentPartPr/>
                <p14:nvPr/>
              </p14:nvContentPartPr>
              <p14:xfrm>
                <a:off x="7017235" y="2557990"/>
                <a:ext cx="23760" cy="457200"/>
              </p14:xfrm>
            </p:contentPart>
          </mc:Choice>
          <mc:Fallback>
            <p:pic>
              <p:nvPicPr>
                <p:cNvPr id="132" name="Ink 131">
                  <a:extLst>
                    <a:ext uri="{FF2B5EF4-FFF2-40B4-BE49-F238E27FC236}">
                      <a16:creationId xmlns:a16="http://schemas.microsoft.com/office/drawing/2014/main" id="{4AF067AE-9648-7A71-0224-74FE70C29299}"/>
                    </a:ext>
                  </a:extLst>
                </p:cNvPr>
                <p:cNvPicPr/>
                <p:nvPr/>
              </p:nvPicPr>
              <p:blipFill>
                <a:blip r:embed="rId175"/>
                <a:stretch>
                  <a:fillRect/>
                </a:stretch>
              </p:blipFill>
              <p:spPr>
                <a:xfrm>
                  <a:off x="7011115" y="2551870"/>
                  <a:ext cx="36000" cy="4694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33" name="Ink 132">
                  <a:extLst>
                    <a:ext uri="{FF2B5EF4-FFF2-40B4-BE49-F238E27FC236}">
                      <a16:creationId xmlns:a16="http://schemas.microsoft.com/office/drawing/2014/main" id="{E1C2874B-357A-88E9-0AC0-4E9251A282EA}"/>
                    </a:ext>
                  </a:extLst>
                </p14:cNvPr>
                <p14:cNvContentPartPr/>
                <p14:nvPr/>
              </p14:nvContentPartPr>
              <p14:xfrm>
                <a:off x="6956395" y="2790190"/>
                <a:ext cx="248400" cy="275760"/>
              </p14:xfrm>
            </p:contentPart>
          </mc:Choice>
          <mc:Fallback>
            <p:pic>
              <p:nvPicPr>
                <p:cNvPr id="133" name="Ink 132">
                  <a:extLst>
                    <a:ext uri="{FF2B5EF4-FFF2-40B4-BE49-F238E27FC236}">
                      <a16:creationId xmlns:a16="http://schemas.microsoft.com/office/drawing/2014/main" id="{E1C2874B-357A-88E9-0AC0-4E9251A282EA}"/>
                    </a:ext>
                  </a:extLst>
                </p:cNvPr>
                <p:cNvPicPr/>
                <p:nvPr/>
              </p:nvPicPr>
              <p:blipFill>
                <a:blip r:embed="rId177"/>
                <a:stretch>
                  <a:fillRect/>
                </a:stretch>
              </p:blipFill>
              <p:spPr>
                <a:xfrm>
                  <a:off x="6950275" y="2784070"/>
                  <a:ext cx="2606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34" name="Ink 133">
                  <a:extLst>
                    <a:ext uri="{FF2B5EF4-FFF2-40B4-BE49-F238E27FC236}">
                      <a16:creationId xmlns:a16="http://schemas.microsoft.com/office/drawing/2014/main" id="{884529B6-1F70-E67C-CD9D-45DD19E9D7B0}"/>
                    </a:ext>
                  </a:extLst>
                </p14:cNvPr>
                <p14:cNvContentPartPr/>
                <p14:nvPr/>
              </p14:nvContentPartPr>
              <p14:xfrm>
                <a:off x="6719155" y="2138230"/>
                <a:ext cx="286200" cy="302760"/>
              </p14:xfrm>
            </p:contentPart>
          </mc:Choice>
          <mc:Fallback>
            <p:pic>
              <p:nvPicPr>
                <p:cNvPr id="134" name="Ink 133">
                  <a:extLst>
                    <a:ext uri="{FF2B5EF4-FFF2-40B4-BE49-F238E27FC236}">
                      <a16:creationId xmlns:a16="http://schemas.microsoft.com/office/drawing/2014/main" id="{884529B6-1F70-E67C-CD9D-45DD19E9D7B0}"/>
                    </a:ext>
                  </a:extLst>
                </p:cNvPr>
                <p:cNvPicPr/>
                <p:nvPr/>
              </p:nvPicPr>
              <p:blipFill>
                <a:blip r:embed="rId179"/>
                <a:stretch>
                  <a:fillRect/>
                </a:stretch>
              </p:blipFill>
              <p:spPr>
                <a:xfrm>
                  <a:off x="6713035" y="2132110"/>
                  <a:ext cx="29844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35" name="Ink 134">
                  <a:extLst>
                    <a:ext uri="{FF2B5EF4-FFF2-40B4-BE49-F238E27FC236}">
                      <a16:creationId xmlns:a16="http://schemas.microsoft.com/office/drawing/2014/main" id="{CE762081-7478-FBBC-2763-31F07FDB861B}"/>
                    </a:ext>
                  </a:extLst>
                </p14:cNvPr>
                <p14:cNvContentPartPr/>
                <p14:nvPr/>
              </p14:nvContentPartPr>
              <p14:xfrm>
                <a:off x="7028395" y="2281510"/>
                <a:ext cx="186120" cy="95760"/>
              </p14:xfrm>
            </p:contentPart>
          </mc:Choice>
          <mc:Fallback>
            <p:pic>
              <p:nvPicPr>
                <p:cNvPr id="135" name="Ink 134">
                  <a:extLst>
                    <a:ext uri="{FF2B5EF4-FFF2-40B4-BE49-F238E27FC236}">
                      <a16:creationId xmlns:a16="http://schemas.microsoft.com/office/drawing/2014/main" id="{CE762081-7478-FBBC-2763-31F07FDB861B}"/>
                    </a:ext>
                  </a:extLst>
                </p:cNvPr>
                <p:cNvPicPr/>
                <p:nvPr/>
              </p:nvPicPr>
              <p:blipFill>
                <a:blip r:embed="rId181"/>
                <a:stretch>
                  <a:fillRect/>
                </a:stretch>
              </p:blipFill>
              <p:spPr>
                <a:xfrm>
                  <a:off x="7022275" y="2275390"/>
                  <a:ext cx="1983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36" name="Ink 135">
                  <a:extLst>
                    <a:ext uri="{FF2B5EF4-FFF2-40B4-BE49-F238E27FC236}">
                      <a16:creationId xmlns:a16="http://schemas.microsoft.com/office/drawing/2014/main" id="{A047ADC4-48BC-4A97-3DD0-D67C81D5431A}"/>
                    </a:ext>
                  </a:extLst>
                </p14:cNvPr>
                <p14:cNvContentPartPr/>
                <p14:nvPr/>
              </p14:nvContentPartPr>
              <p14:xfrm>
                <a:off x="7229275" y="2026270"/>
                <a:ext cx="300240" cy="338760"/>
              </p14:xfrm>
            </p:contentPart>
          </mc:Choice>
          <mc:Fallback>
            <p:pic>
              <p:nvPicPr>
                <p:cNvPr id="136" name="Ink 135">
                  <a:extLst>
                    <a:ext uri="{FF2B5EF4-FFF2-40B4-BE49-F238E27FC236}">
                      <a16:creationId xmlns:a16="http://schemas.microsoft.com/office/drawing/2014/main" id="{A047ADC4-48BC-4A97-3DD0-D67C81D5431A}"/>
                    </a:ext>
                  </a:extLst>
                </p:cNvPr>
                <p:cNvPicPr/>
                <p:nvPr/>
              </p:nvPicPr>
              <p:blipFill>
                <a:blip r:embed="rId183"/>
                <a:stretch>
                  <a:fillRect/>
                </a:stretch>
              </p:blipFill>
              <p:spPr>
                <a:xfrm>
                  <a:off x="7223155" y="2020150"/>
                  <a:ext cx="31248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37" name="Ink 136">
                  <a:extLst>
                    <a:ext uri="{FF2B5EF4-FFF2-40B4-BE49-F238E27FC236}">
                      <a16:creationId xmlns:a16="http://schemas.microsoft.com/office/drawing/2014/main" id="{D5E68FEE-E977-E781-EB63-59AD68FEBBAF}"/>
                    </a:ext>
                  </a:extLst>
                </p14:cNvPr>
                <p14:cNvContentPartPr/>
                <p14:nvPr/>
              </p14:nvContentPartPr>
              <p14:xfrm>
                <a:off x="7660195" y="2136070"/>
                <a:ext cx="430920" cy="211320"/>
              </p14:xfrm>
            </p:contentPart>
          </mc:Choice>
          <mc:Fallback>
            <p:pic>
              <p:nvPicPr>
                <p:cNvPr id="137" name="Ink 136">
                  <a:extLst>
                    <a:ext uri="{FF2B5EF4-FFF2-40B4-BE49-F238E27FC236}">
                      <a16:creationId xmlns:a16="http://schemas.microsoft.com/office/drawing/2014/main" id="{D5E68FEE-E977-E781-EB63-59AD68FEBBAF}"/>
                    </a:ext>
                  </a:extLst>
                </p:cNvPr>
                <p:cNvPicPr/>
                <p:nvPr/>
              </p:nvPicPr>
              <p:blipFill>
                <a:blip r:embed="rId185"/>
                <a:stretch>
                  <a:fillRect/>
                </a:stretch>
              </p:blipFill>
              <p:spPr>
                <a:xfrm>
                  <a:off x="7654075" y="2129950"/>
                  <a:ext cx="4431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38" name="Ink 137">
                  <a:extLst>
                    <a:ext uri="{FF2B5EF4-FFF2-40B4-BE49-F238E27FC236}">
                      <a16:creationId xmlns:a16="http://schemas.microsoft.com/office/drawing/2014/main" id="{4F94631C-C4D1-2F57-3BB0-E8117947EFAD}"/>
                    </a:ext>
                  </a:extLst>
                </p14:cNvPr>
                <p14:cNvContentPartPr/>
                <p14:nvPr/>
              </p14:nvContentPartPr>
              <p14:xfrm>
                <a:off x="6339715" y="1885510"/>
                <a:ext cx="2167200" cy="790920"/>
              </p14:xfrm>
            </p:contentPart>
          </mc:Choice>
          <mc:Fallback>
            <p:pic>
              <p:nvPicPr>
                <p:cNvPr id="138" name="Ink 137">
                  <a:extLst>
                    <a:ext uri="{FF2B5EF4-FFF2-40B4-BE49-F238E27FC236}">
                      <a16:creationId xmlns:a16="http://schemas.microsoft.com/office/drawing/2014/main" id="{4F94631C-C4D1-2F57-3BB0-E8117947EFAD}"/>
                    </a:ext>
                  </a:extLst>
                </p:cNvPr>
                <p:cNvPicPr/>
                <p:nvPr/>
              </p:nvPicPr>
              <p:blipFill>
                <a:blip r:embed="rId187"/>
                <a:stretch>
                  <a:fillRect/>
                </a:stretch>
              </p:blipFill>
              <p:spPr>
                <a:xfrm>
                  <a:off x="6333595" y="1879390"/>
                  <a:ext cx="2179440" cy="803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8">
            <p14:nvContentPartPr>
              <p14:cNvPr id="140" name="Ink 139">
                <a:extLst>
                  <a:ext uri="{FF2B5EF4-FFF2-40B4-BE49-F238E27FC236}">
                    <a16:creationId xmlns:a16="http://schemas.microsoft.com/office/drawing/2014/main" id="{A2AE3027-A49A-1242-50C3-03DC0BD42BA9}"/>
                  </a:ext>
                </a:extLst>
              </p14:cNvPr>
              <p14:cNvContentPartPr/>
              <p14:nvPr/>
            </p14:nvContentPartPr>
            <p14:xfrm>
              <a:off x="7024435" y="4085470"/>
              <a:ext cx="1292400" cy="42480"/>
            </p14:xfrm>
          </p:contentPart>
        </mc:Choice>
        <mc:Fallback>
          <p:pic>
            <p:nvPicPr>
              <p:cNvPr id="140" name="Ink 139">
                <a:extLst>
                  <a:ext uri="{FF2B5EF4-FFF2-40B4-BE49-F238E27FC236}">
                    <a16:creationId xmlns:a16="http://schemas.microsoft.com/office/drawing/2014/main" id="{A2AE3027-A49A-1242-50C3-03DC0BD42BA9}"/>
                  </a:ext>
                </a:extLst>
              </p:cNvPr>
              <p:cNvPicPr/>
              <p:nvPr/>
            </p:nvPicPr>
            <p:blipFill>
              <a:blip r:embed="rId189"/>
              <a:stretch>
                <a:fillRect/>
              </a:stretch>
            </p:blipFill>
            <p:spPr>
              <a:xfrm>
                <a:off x="7018315" y="4079350"/>
                <a:ext cx="1304640" cy="54720"/>
              </a:xfrm>
              <a:prstGeom prst="rect">
                <a:avLst/>
              </a:prstGeom>
            </p:spPr>
          </p:pic>
        </mc:Fallback>
      </mc:AlternateContent>
      <p:grpSp>
        <p:nvGrpSpPr>
          <p:cNvPr id="143" name="Group 142">
            <a:extLst>
              <a:ext uri="{FF2B5EF4-FFF2-40B4-BE49-F238E27FC236}">
                <a16:creationId xmlns:a16="http://schemas.microsoft.com/office/drawing/2014/main" id="{A4E4F36E-EA2F-543A-66AE-C3D35FD035BD}"/>
              </a:ext>
            </a:extLst>
          </p:cNvPr>
          <p:cNvGrpSpPr/>
          <p:nvPr/>
        </p:nvGrpSpPr>
        <p:grpSpPr>
          <a:xfrm>
            <a:off x="5022475" y="5445910"/>
            <a:ext cx="1496160" cy="107640"/>
            <a:chOff x="5022475" y="5445910"/>
            <a:chExt cx="1496160" cy="107640"/>
          </a:xfrm>
        </p:grpSpPr>
        <mc:AlternateContent xmlns:mc="http://schemas.openxmlformats.org/markup-compatibility/2006">
          <mc:Choice xmlns:p14="http://schemas.microsoft.com/office/powerpoint/2010/main" Requires="p14">
            <p:contentPart p14:bwMode="auto" r:id="rId190">
              <p14:nvContentPartPr>
                <p14:cNvPr id="141" name="Ink 140">
                  <a:extLst>
                    <a:ext uri="{FF2B5EF4-FFF2-40B4-BE49-F238E27FC236}">
                      <a16:creationId xmlns:a16="http://schemas.microsoft.com/office/drawing/2014/main" id="{0FBD0546-6D3E-15D1-6A0F-66A4B8B0E1AC}"/>
                    </a:ext>
                  </a:extLst>
                </p14:cNvPr>
                <p14:cNvContentPartPr/>
                <p14:nvPr/>
              </p14:nvContentPartPr>
              <p14:xfrm>
                <a:off x="5022475" y="5526190"/>
                <a:ext cx="813600" cy="27360"/>
              </p14:xfrm>
            </p:contentPart>
          </mc:Choice>
          <mc:Fallback>
            <p:pic>
              <p:nvPicPr>
                <p:cNvPr id="141" name="Ink 140">
                  <a:extLst>
                    <a:ext uri="{FF2B5EF4-FFF2-40B4-BE49-F238E27FC236}">
                      <a16:creationId xmlns:a16="http://schemas.microsoft.com/office/drawing/2014/main" id="{0FBD0546-6D3E-15D1-6A0F-66A4B8B0E1AC}"/>
                    </a:ext>
                  </a:extLst>
                </p:cNvPr>
                <p:cNvPicPr/>
                <p:nvPr/>
              </p:nvPicPr>
              <p:blipFill>
                <a:blip r:embed="rId191"/>
                <a:stretch>
                  <a:fillRect/>
                </a:stretch>
              </p:blipFill>
              <p:spPr>
                <a:xfrm>
                  <a:off x="5016355" y="5520070"/>
                  <a:ext cx="8258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42" name="Ink 141">
                  <a:extLst>
                    <a:ext uri="{FF2B5EF4-FFF2-40B4-BE49-F238E27FC236}">
                      <a16:creationId xmlns:a16="http://schemas.microsoft.com/office/drawing/2014/main" id="{05ACDA9B-73F2-7783-B26D-6DF9B07B1CAF}"/>
                    </a:ext>
                  </a:extLst>
                </p14:cNvPr>
                <p14:cNvContentPartPr/>
                <p14:nvPr/>
              </p14:nvContentPartPr>
              <p14:xfrm>
                <a:off x="6035875" y="5445910"/>
                <a:ext cx="482760" cy="54000"/>
              </p14:xfrm>
            </p:contentPart>
          </mc:Choice>
          <mc:Fallback>
            <p:pic>
              <p:nvPicPr>
                <p:cNvPr id="142" name="Ink 141">
                  <a:extLst>
                    <a:ext uri="{FF2B5EF4-FFF2-40B4-BE49-F238E27FC236}">
                      <a16:creationId xmlns:a16="http://schemas.microsoft.com/office/drawing/2014/main" id="{05ACDA9B-73F2-7783-B26D-6DF9B07B1CAF}"/>
                    </a:ext>
                  </a:extLst>
                </p:cNvPr>
                <p:cNvPicPr/>
                <p:nvPr/>
              </p:nvPicPr>
              <p:blipFill>
                <a:blip r:embed="rId193"/>
                <a:stretch>
                  <a:fillRect/>
                </a:stretch>
              </p:blipFill>
              <p:spPr>
                <a:xfrm>
                  <a:off x="6029755" y="5439790"/>
                  <a:ext cx="495000" cy="66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4">
            <p14:nvContentPartPr>
              <p14:cNvPr id="145" name="Ink 144">
                <a:extLst>
                  <a:ext uri="{FF2B5EF4-FFF2-40B4-BE49-F238E27FC236}">
                    <a16:creationId xmlns:a16="http://schemas.microsoft.com/office/drawing/2014/main" id="{01C63B1F-3BA1-99B2-45E1-409A8410C63B}"/>
                  </a:ext>
                </a:extLst>
              </p14:cNvPr>
              <p14:cNvContentPartPr/>
              <p14:nvPr/>
            </p14:nvContentPartPr>
            <p14:xfrm>
              <a:off x="6727435" y="5417830"/>
              <a:ext cx="462240" cy="55440"/>
            </p14:xfrm>
          </p:contentPart>
        </mc:Choice>
        <mc:Fallback>
          <p:pic>
            <p:nvPicPr>
              <p:cNvPr id="145" name="Ink 144">
                <a:extLst>
                  <a:ext uri="{FF2B5EF4-FFF2-40B4-BE49-F238E27FC236}">
                    <a16:creationId xmlns:a16="http://schemas.microsoft.com/office/drawing/2014/main" id="{01C63B1F-3BA1-99B2-45E1-409A8410C63B}"/>
                  </a:ext>
                </a:extLst>
              </p:cNvPr>
              <p:cNvPicPr/>
              <p:nvPr/>
            </p:nvPicPr>
            <p:blipFill>
              <a:blip r:embed="rId195"/>
              <a:stretch>
                <a:fillRect/>
              </a:stretch>
            </p:blipFill>
            <p:spPr>
              <a:xfrm>
                <a:off x="6721315" y="5411710"/>
                <a:ext cx="4744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46" name="Ink 145">
                <a:extLst>
                  <a:ext uri="{FF2B5EF4-FFF2-40B4-BE49-F238E27FC236}">
                    <a16:creationId xmlns:a16="http://schemas.microsoft.com/office/drawing/2014/main" id="{FEFEC3DA-353A-7C24-4C30-3C898487FE91}"/>
                  </a:ext>
                </a:extLst>
              </p14:cNvPr>
              <p14:cNvContentPartPr/>
              <p14:nvPr/>
            </p14:nvContentPartPr>
            <p14:xfrm>
              <a:off x="7407475" y="5450590"/>
              <a:ext cx="209520" cy="42840"/>
            </p14:xfrm>
          </p:contentPart>
        </mc:Choice>
        <mc:Fallback>
          <p:pic>
            <p:nvPicPr>
              <p:cNvPr id="146" name="Ink 145">
                <a:extLst>
                  <a:ext uri="{FF2B5EF4-FFF2-40B4-BE49-F238E27FC236}">
                    <a16:creationId xmlns:a16="http://schemas.microsoft.com/office/drawing/2014/main" id="{FEFEC3DA-353A-7C24-4C30-3C898487FE91}"/>
                  </a:ext>
                </a:extLst>
              </p:cNvPr>
              <p:cNvPicPr/>
              <p:nvPr/>
            </p:nvPicPr>
            <p:blipFill>
              <a:blip r:embed="rId197"/>
              <a:stretch>
                <a:fillRect/>
              </a:stretch>
            </p:blipFill>
            <p:spPr>
              <a:xfrm>
                <a:off x="7401355" y="5444470"/>
                <a:ext cx="221760" cy="55080"/>
              </a:xfrm>
              <a:prstGeom prst="rect">
                <a:avLst/>
              </a:prstGeom>
            </p:spPr>
          </p:pic>
        </mc:Fallback>
      </mc:AlternateContent>
    </p:spTree>
    <p:extLst>
      <p:ext uri="{BB962C8B-B14F-4D97-AF65-F5344CB8AC3E}">
        <p14:creationId xmlns:p14="http://schemas.microsoft.com/office/powerpoint/2010/main" val="283099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ppt_x"/>
                                          </p:val>
                                        </p:tav>
                                        <p:tav tm="100000">
                                          <p:val>
                                            <p:strVal val="#ppt_x"/>
                                          </p:val>
                                        </p:tav>
                                      </p:tavLst>
                                    </p:anim>
                                    <p:anim calcmode="lin" valueType="num">
                                      <p:cBhvr additive="base">
                                        <p:cTn id="74" dur="500" fill="hold"/>
                                        <p:tgtEl>
                                          <p:spTgt spid="1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00" fill="hold"/>
                                        <p:tgtEl>
                                          <p:spTgt spid="21"/>
                                        </p:tgtEl>
                                        <p:attrNameLst>
                                          <p:attrName>ppt_x</p:attrName>
                                        </p:attrNameLst>
                                      </p:cBhvr>
                                      <p:tavLst>
                                        <p:tav tm="0">
                                          <p:val>
                                            <p:strVal val="#ppt_x"/>
                                          </p:val>
                                        </p:tav>
                                        <p:tav tm="100000">
                                          <p:val>
                                            <p:strVal val="#ppt_x"/>
                                          </p:val>
                                        </p:tav>
                                      </p:tavLst>
                                    </p:anim>
                                    <p:anim calcmode="lin" valueType="num">
                                      <p:cBhvr additive="base">
                                        <p:cTn id="82" dur="500" fill="hold"/>
                                        <p:tgtEl>
                                          <p:spTgt spid="21"/>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ppt_x</p:attrName>
                                        </p:attrNameLst>
                                      </p:cBhvr>
                                      <p:tavLst>
                                        <p:tav tm="0">
                                          <p:val>
                                            <p:strVal val="#ppt_x"/>
                                          </p:val>
                                        </p:tav>
                                        <p:tav tm="100000">
                                          <p:val>
                                            <p:strVal val="#ppt_x"/>
                                          </p:val>
                                        </p:tav>
                                      </p:tavLst>
                                    </p:anim>
                                    <p:anim calcmode="lin" valueType="num">
                                      <p:cBhvr additive="base">
                                        <p:cTn id="90" dur="500" fill="hold"/>
                                        <p:tgtEl>
                                          <p:spTgt spid="23"/>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500" fill="hold"/>
                                        <p:tgtEl>
                                          <p:spTgt spid="24"/>
                                        </p:tgtEl>
                                        <p:attrNameLst>
                                          <p:attrName>ppt_x</p:attrName>
                                        </p:attrNameLst>
                                      </p:cBhvr>
                                      <p:tavLst>
                                        <p:tav tm="0">
                                          <p:val>
                                            <p:strVal val="#ppt_x"/>
                                          </p:val>
                                        </p:tav>
                                        <p:tav tm="100000">
                                          <p:val>
                                            <p:strVal val="#ppt_x"/>
                                          </p:val>
                                        </p:tav>
                                      </p:tavLst>
                                    </p:anim>
                                    <p:anim calcmode="lin" valueType="num">
                                      <p:cBhvr additive="base">
                                        <p:cTn id="94" dur="500" fill="hold"/>
                                        <p:tgtEl>
                                          <p:spTgt spid="24"/>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00" fill="hold"/>
                                        <p:tgtEl>
                                          <p:spTgt spid="25"/>
                                        </p:tgtEl>
                                        <p:attrNameLst>
                                          <p:attrName>ppt_x</p:attrName>
                                        </p:attrNameLst>
                                      </p:cBhvr>
                                      <p:tavLst>
                                        <p:tav tm="0">
                                          <p:val>
                                            <p:strVal val="#ppt_x"/>
                                          </p:val>
                                        </p:tav>
                                        <p:tav tm="100000">
                                          <p:val>
                                            <p:strVal val="#ppt_x"/>
                                          </p:val>
                                        </p:tav>
                                      </p:tavLst>
                                    </p:anim>
                                    <p:anim calcmode="lin" valueType="num">
                                      <p:cBhvr additive="base">
                                        <p:cTn id="9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500" fill="hold"/>
                                        <p:tgtEl>
                                          <p:spTgt spid="26"/>
                                        </p:tgtEl>
                                        <p:attrNameLst>
                                          <p:attrName>ppt_x</p:attrName>
                                        </p:attrNameLst>
                                      </p:cBhvr>
                                      <p:tavLst>
                                        <p:tav tm="0">
                                          <p:val>
                                            <p:strVal val="#ppt_x"/>
                                          </p:val>
                                        </p:tav>
                                        <p:tav tm="100000">
                                          <p:val>
                                            <p:strVal val="#ppt_x"/>
                                          </p:val>
                                        </p:tav>
                                      </p:tavLst>
                                    </p:anim>
                                    <p:anim calcmode="lin" valueType="num">
                                      <p:cBhvr additive="base">
                                        <p:cTn id="10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p:bldP spid="11" grpId="0"/>
      <p:bldP spid="12" grpId="0"/>
      <p:bldP spid="13" grpId="0"/>
      <p:bldP spid="14" grpId="0"/>
      <p:bldP spid="15" grpId="0" animBg="1"/>
      <p:bldP spid="16" grpId="0"/>
      <p:bldP spid="17" grpId="0"/>
      <p:bldP spid="18" grpId="0"/>
      <p:bldP spid="19" grpId="0"/>
      <p:bldP spid="20" grpId="0"/>
      <p:bldP spid="21" grpId="0"/>
      <p:bldP spid="22" grpId="0"/>
      <p:bldP spid="23" grpId="0"/>
      <p:bldP spid="24" grpId="0" animBg="1"/>
      <p:bldP spid="25" grpId="0"/>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GB" altLang="en-US" dirty="0">
                <a:solidFill>
                  <a:srgbClr val="FF0000"/>
                </a:solidFill>
                <a:latin typeface="Helvetica LT Std Cond Light"/>
                <a:ea typeface="Verdana" panose="020B0604030504040204" pitchFamily="34" charset="0"/>
                <a:cs typeface="Verdana" panose="020B0604030504040204" pitchFamily="34" charset="0"/>
              </a:rPr>
            </a:br>
            <a:r>
              <a:rPr lang="en-GB" altLang="en-US" dirty="0">
                <a:latin typeface="+mn-lt"/>
                <a:ea typeface="Verdana" panose="020B0604030504040204" pitchFamily="34" charset="0"/>
                <a:cs typeface="Verdana" panose="020B0604030504040204" pitchFamily="34" charset="0"/>
              </a:rPr>
              <a:t>Box and Whisker plot</a:t>
            </a:r>
            <a:br>
              <a:rPr lang="en-GB" altLang="en-US" dirty="0">
                <a:latin typeface="+mn-lt"/>
                <a:ea typeface="Verdana" panose="020B0604030504040204" pitchFamily="34" charset="0"/>
                <a:cs typeface="Verdana" panose="020B0604030504040204" pitchFamily="34" charset="0"/>
              </a:rPr>
            </a:br>
            <a:endParaRPr lang="en-IN" dirty="0">
              <a:latin typeface="+mn-lt"/>
            </a:endParaRPr>
          </a:p>
        </p:txBody>
      </p:sp>
      <p:cxnSp>
        <p:nvCxnSpPr>
          <p:cNvPr id="5" name="Straight Connector 4"/>
          <p:cNvCxnSpPr/>
          <p:nvPr/>
        </p:nvCxnSpPr>
        <p:spPr>
          <a:xfrm>
            <a:off x="4562352" y="2417763"/>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562353" y="2417763"/>
            <a:ext cx="34802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562352" y="4157911"/>
            <a:ext cx="34664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028838" y="2417763"/>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07617" y="2417763"/>
            <a:ext cx="0" cy="17401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131670" y="2970191"/>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909389" y="2972493"/>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42651" y="3356889"/>
            <a:ext cx="186673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2131670" y="3356890"/>
            <a:ext cx="2430682" cy="23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443687" y="2790652"/>
            <a:ext cx="64" cy="92531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976019" y="2819307"/>
            <a:ext cx="0" cy="104754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15"/>
          <p:cNvSpPr>
            <a:spLocks noChangeArrowheads="1"/>
          </p:cNvSpPr>
          <p:nvPr/>
        </p:nvSpPr>
        <p:spPr bwMode="auto">
          <a:xfrm>
            <a:off x="4254489" y="4155051"/>
            <a:ext cx="65426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p>
        </p:txBody>
      </p:sp>
      <p:sp>
        <p:nvSpPr>
          <p:cNvPr id="17" name="Rectangle 16"/>
          <p:cNvSpPr>
            <a:spLocks noChangeArrowheads="1"/>
          </p:cNvSpPr>
          <p:nvPr/>
        </p:nvSpPr>
        <p:spPr bwMode="auto">
          <a:xfrm>
            <a:off x="5543361" y="4181289"/>
            <a:ext cx="549217" cy="462162"/>
          </a:xfrm>
          <a:prstGeom prst="rect">
            <a:avLst/>
          </a:prstGeom>
          <a:noFill/>
          <a:ln w="12700">
            <a:noFill/>
            <a:miter lim="800000"/>
            <a:headEnd/>
            <a:tailEnd/>
          </a:ln>
          <a:effectLst/>
        </p:spPr>
        <p:txBody>
          <a:bodyPr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2</a:t>
            </a:r>
          </a:p>
        </p:txBody>
      </p:sp>
      <p:sp>
        <p:nvSpPr>
          <p:cNvPr id="18" name="Rectangle 17"/>
          <p:cNvSpPr>
            <a:spLocks noChangeArrowheads="1"/>
          </p:cNvSpPr>
          <p:nvPr/>
        </p:nvSpPr>
        <p:spPr bwMode="auto">
          <a:xfrm>
            <a:off x="7758811" y="4155051"/>
            <a:ext cx="549217" cy="462162"/>
          </a:xfrm>
          <a:prstGeom prst="rect">
            <a:avLst/>
          </a:prstGeom>
          <a:noFill/>
          <a:ln w="12700">
            <a:noFill/>
            <a:miter lim="800000"/>
            <a:headEnd/>
            <a:tailEnd/>
          </a:ln>
          <a:effectLst/>
        </p:spPr>
        <p:txBody>
          <a:bodyPr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p>
        </p:txBody>
      </p:sp>
      <p:sp>
        <p:nvSpPr>
          <p:cNvPr id="19" name="Rectangle 18"/>
          <p:cNvSpPr>
            <a:spLocks noChangeArrowheads="1"/>
          </p:cNvSpPr>
          <p:nvPr/>
        </p:nvSpPr>
        <p:spPr bwMode="auto">
          <a:xfrm>
            <a:off x="2490172" y="2432519"/>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r>
              <a:rPr lang="en-US" sz="2625" b="1" dirty="0">
                <a:latin typeface="Helvetica LT Std Cond Light"/>
              </a:rPr>
              <a:t>-1.5 IQR</a:t>
            </a:r>
            <a:endParaRPr lang="en-US" sz="2625" b="1" baseline="-25000" dirty="0">
              <a:latin typeface="Helvetica LT Std Cond Light"/>
            </a:endParaRPr>
          </a:p>
        </p:txBody>
      </p:sp>
      <p:sp>
        <p:nvSpPr>
          <p:cNvPr id="20" name="Rectangle 19"/>
          <p:cNvSpPr>
            <a:spLocks noChangeArrowheads="1"/>
          </p:cNvSpPr>
          <p:nvPr/>
        </p:nvSpPr>
        <p:spPr bwMode="auto">
          <a:xfrm>
            <a:off x="9513895" y="3702159"/>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Max</a:t>
            </a:r>
            <a:endParaRPr lang="en-US" sz="2625" b="1" baseline="-25000" dirty="0">
              <a:latin typeface="Helvetica LT Std Cond Light"/>
            </a:endParaRPr>
          </a:p>
        </p:txBody>
      </p:sp>
      <p:sp>
        <p:nvSpPr>
          <p:cNvPr id="21" name="Rectangle 20"/>
          <p:cNvSpPr>
            <a:spLocks noChangeArrowheads="1"/>
          </p:cNvSpPr>
          <p:nvPr/>
        </p:nvSpPr>
        <p:spPr bwMode="auto">
          <a:xfrm>
            <a:off x="1906508" y="3801135"/>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Min</a:t>
            </a:r>
            <a:endParaRPr lang="en-US" sz="2625" b="1" baseline="-25000" dirty="0">
              <a:latin typeface="Helvetica LT Std Cond Light"/>
            </a:endParaRPr>
          </a:p>
        </p:txBody>
      </p:sp>
      <p:sp>
        <p:nvSpPr>
          <p:cNvPr id="22" name="Rectangle 21"/>
          <p:cNvSpPr>
            <a:spLocks noChangeArrowheads="1"/>
          </p:cNvSpPr>
          <p:nvPr/>
        </p:nvSpPr>
        <p:spPr bwMode="auto">
          <a:xfrm>
            <a:off x="8182478" y="2434822"/>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r>
              <a:rPr lang="en-US" sz="2625" b="1" dirty="0">
                <a:latin typeface="Helvetica LT Std Cond Light"/>
              </a:rPr>
              <a:t>+1.5 IQR</a:t>
            </a:r>
            <a:endParaRPr lang="en-US" sz="2625" b="1" baseline="-25000" dirty="0">
              <a:latin typeface="Helvetica LT Std Cond Light"/>
            </a:endParaRPr>
          </a:p>
        </p:txBody>
      </p:sp>
      <p:sp>
        <p:nvSpPr>
          <p:cNvPr id="23" name="Rectangle 22"/>
          <p:cNvSpPr>
            <a:spLocks noChangeArrowheads="1"/>
          </p:cNvSpPr>
          <p:nvPr/>
        </p:nvSpPr>
        <p:spPr bwMode="auto">
          <a:xfrm>
            <a:off x="2556766" y="4755460"/>
            <a:ext cx="135648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Outlier</a:t>
            </a:r>
            <a:endParaRPr lang="en-US" sz="2625" b="1" baseline="-25000" dirty="0">
              <a:latin typeface="Helvetica LT Std Cond Light"/>
            </a:endParaRPr>
          </a:p>
        </p:txBody>
      </p:sp>
      <p:cxnSp>
        <p:nvCxnSpPr>
          <p:cNvPr id="24" name="Straight Arrow Connector 23"/>
          <p:cNvCxnSpPr>
            <a:stCxn id="23" idx="0"/>
          </p:cNvCxnSpPr>
          <p:nvPr/>
        </p:nvCxnSpPr>
        <p:spPr>
          <a:xfrm flipH="1" flipV="1">
            <a:off x="2792978" y="3465308"/>
            <a:ext cx="442030" cy="12901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a:spLocks noChangeArrowheads="1"/>
          </p:cNvSpPr>
          <p:nvPr/>
        </p:nvSpPr>
        <p:spPr bwMode="auto">
          <a:xfrm>
            <a:off x="8442421" y="4743952"/>
            <a:ext cx="135648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Outlier</a:t>
            </a:r>
            <a:endParaRPr lang="en-US" sz="2625" b="1" baseline="-25000" dirty="0">
              <a:latin typeface="Helvetica LT Std Cond Light"/>
            </a:endParaRPr>
          </a:p>
        </p:txBody>
      </p:sp>
      <p:cxnSp>
        <p:nvCxnSpPr>
          <p:cNvPr id="26" name="Straight Arrow Connector 25"/>
          <p:cNvCxnSpPr/>
          <p:nvPr/>
        </p:nvCxnSpPr>
        <p:spPr>
          <a:xfrm flipV="1">
            <a:off x="9105761" y="3465309"/>
            <a:ext cx="281991" cy="13198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a:spLocks noChangeArrowheads="1"/>
          </p:cNvSpPr>
          <p:nvPr/>
        </p:nvSpPr>
        <p:spPr bwMode="auto">
          <a:xfrm>
            <a:off x="5107354" y="1800410"/>
            <a:ext cx="239029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IQR = Q</a:t>
            </a:r>
            <a:r>
              <a:rPr lang="en-US" sz="2625" b="1" baseline="-25000" dirty="0">
                <a:latin typeface="Helvetica LT Std Cond Light"/>
              </a:rPr>
              <a:t>3</a:t>
            </a:r>
            <a:r>
              <a:rPr lang="en-US" sz="2625" b="1" dirty="0">
                <a:latin typeface="Helvetica LT Std Cond Light"/>
              </a:rPr>
              <a:t> – Q</a:t>
            </a:r>
            <a:r>
              <a:rPr lang="en-US" sz="2625" b="1" baseline="-25000" dirty="0">
                <a:latin typeface="Helvetica LT Std Cond Light"/>
              </a:rPr>
              <a:t>1</a:t>
            </a:r>
          </a:p>
        </p:txBody>
      </p:sp>
      <p:cxnSp>
        <p:nvCxnSpPr>
          <p:cNvPr id="28" name="Straight Arrow Connector 27"/>
          <p:cNvCxnSpPr/>
          <p:nvPr/>
        </p:nvCxnSpPr>
        <p:spPr>
          <a:xfrm>
            <a:off x="4562352" y="2327875"/>
            <a:ext cx="3466486" cy="726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B8CF669-7A1F-4872-3062-3B9EB7D1E40C}"/>
                  </a:ext>
                </a:extLst>
              </p14:cNvPr>
              <p14:cNvContentPartPr/>
              <p14:nvPr/>
            </p14:nvContentPartPr>
            <p14:xfrm>
              <a:off x="1757995" y="3598750"/>
              <a:ext cx="1025640" cy="791280"/>
            </p14:xfrm>
          </p:contentPart>
        </mc:Choice>
        <mc:Fallback>
          <p:pic>
            <p:nvPicPr>
              <p:cNvPr id="3" name="Ink 2">
                <a:extLst>
                  <a:ext uri="{FF2B5EF4-FFF2-40B4-BE49-F238E27FC236}">
                    <a16:creationId xmlns:a16="http://schemas.microsoft.com/office/drawing/2014/main" id="{BB8CF669-7A1F-4872-3062-3B9EB7D1E40C}"/>
                  </a:ext>
                </a:extLst>
              </p:cNvPr>
              <p:cNvPicPr/>
              <p:nvPr/>
            </p:nvPicPr>
            <p:blipFill>
              <a:blip r:embed="rId3"/>
              <a:stretch>
                <a:fillRect/>
              </a:stretch>
            </p:blipFill>
            <p:spPr>
              <a:xfrm>
                <a:off x="1751875" y="3592630"/>
                <a:ext cx="1037880" cy="803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FB36FB2-05C4-68E2-9231-631D868959E1}"/>
                  </a:ext>
                </a:extLst>
              </p14:cNvPr>
              <p14:cNvContentPartPr/>
              <p14:nvPr/>
            </p14:nvContentPartPr>
            <p14:xfrm>
              <a:off x="9342475" y="3724030"/>
              <a:ext cx="1189800" cy="646920"/>
            </p14:xfrm>
          </p:contentPart>
        </mc:Choice>
        <mc:Fallback>
          <p:pic>
            <p:nvPicPr>
              <p:cNvPr id="4" name="Ink 3">
                <a:extLst>
                  <a:ext uri="{FF2B5EF4-FFF2-40B4-BE49-F238E27FC236}">
                    <a16:creationId xmlns:a16="http://schemas.microsoft.com/office/drawing/2014/main" id="{EFB36FB2-05C4-68E2-9231-631D868959E1}"/>
                  </a:ext>
                </a:extLst>
              </p:cNvPr>
              <p:cNvPicPr/>
              <p:nvPr/>
            </p:nvPicPr>
            <p:blipFill>
              <a:blip r:embed="rId5"/>
              <a:stretch>
                <a:fillRect/>
              </a:stretch>
            </p:blipFill>
            <p:spPr>
              <a:xfrm>
                <a:off x="9336355" y="3717910"/>
                <a:ext cx="1202040" cy="659160"/>
              </a:xfrm>
              <a:prstGeom prst="rect">
                <a:avLst/>
              </a:prstGeom>
            </p:spPr>
          </p:pic>
        </mc:Fallback>
      </mc:AlternateContent>
      <p:grpSp>
        <p:nvGrpSpPr>
          <p:cNvPr id="47" name="Group 46">
            <a:extLst>
              <a:ext uri="{FF2B5EF4-FFF2-40B4-BE49-F238E27FC236}">
                <a16:creationId xmlns:a16="http://schemas.microsoft.com/office/drawing/2014/main" id="{2237597E-C4CC-3C02-3958-5DCBB01338A7}"/>
              </a:ext>
            </a:extLst>
          </p:cNvPr>
          <p:cNvGrpSpPr/>
          <p:nvPr/>
        </p:nvGrpSpPr>
        <p:grpSpPr>
          <a:xfrm>
            <a:off x="1635235" y="3505510"/>
            <a:ext cx="4417920" cy="3407760"/>
            <a:chOff x="1635235" y="3505510"/>
            <a:chExt cx="4417920" cy="3407760"/>
          </a:xfrm>
        </p:grpSpPr>
        <mc:AlternateContent xmlns:mc="http://schemas.openxmlformats.org/markup-compatibility/2006">
          <mc:Choice xmlns:p14="http://schemas.microsoft.com/office/powerpoint/2010/main" Requires="p14">
            <p:contentPart p14:bwMode="auto" r:id="rId6">
              <p14:nvContentPartPr>
                <p14:cNvPr id="29" name="Ink 28">
                  <a:extLst>
                    <a:ext uri="{FF2B5EF4-FFF2-40B4-BE49-F238E27FC236}">
                      <a16:creationId xmlns:a16="http://schemas.microsoft.com/office/drawing/2014/main" id="{3DE4A031-9640-2186-B5E4-CE75D82FF36F}"/>
                    </a:ext>
                  </a:extLst>
                </p14:cNvPr>
                <p14:cNvContentPartPr/>
                <p14:nvPr/>
              </p14:nvContentPartPr>
              <p14:xfrm>
                <a:off x="4590835" y="3505510"/>
                <a:ext cx="11520" cy="2153520"/>
              </p14:xfrm>
            </p:contentPart>
          </mc:Choice>
          <mc:Fallback>
            <p:pic>
              <p:nvPicPr>
                <p:cNvPr id="29" name="Ink 28">
                  <a:extLst>
                    <a:ext uri="{FF2B5EF4-FFF2-40B4-BE49-F238E27FC236}">
                      <a16:creationId xmlns:a16="http://schemas.microsoft.com/office/drawing/2014/main" id="{3DE4A031-9640-2186-B5E4-CE75D82FF36F}"/>
                    </a:ext>
                  </a:extLst>
                </p:cNvPr>
                <p:cNvPicPr/>
                <p:nvPr/>
              </p:nvPicPr>
              <p:blipFill>
                <a:blip r:embed="rId7"/>
                <a:stretch>
                  <a:fillRect/>
                </a:stretch>
              </p:blipFill>
              <p:spPr>
                <a:xfrm>
                  <a:off x="4584715" y="3499390"/>
                  <a:ext cx="23760" cy="2165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0" name="Ink 29">
                  <a:extLst>
                    <a:ext uri="{FF2B5EF4-FFF2-40B4-BE49-F238E27FC236}">
                      <a16:creationId xmlns:a16="http://schemas.microsoft.com/office/drawing/2014/main" id="{5EF8F0F4-107A-325B-B638-4B80AEEF5E2F}"/>
                    </a:ext>
                  </a:extLst>
                </p14:cNvPr>
                <p14:cNvContentPartPr/>
                <p14:nvPr/>
              </p14:nvContentPartPr>
              <p14:xfrm>
                <a:off x="1635235" y="5481910"/>
                <a:ext cx="2904840" cy="138960"/>
              </p14:xfrm>
            </p:contentPart>
          </mc:Choice>
          <mc:Fallback>
            <p:pic>
              <p:nvPicPr>
                <p:cNvPr id="30" name="Ink 29">
                  <a:extLst>
                    <a:ext uri="{FF2B5EF4-FFF2-40B4-BE49-F238E27FC236}">
                      <a16:creationId xmlns:a16="http://schemas.microsoft.com/office/drawing/2014/main" id="{5EF8F0F4-107A-325B-B638-4B80AEEF5E2F}"/>
                    </a:ext>
                  </a:extLst>
                </p:cNvPr>
                <p:cNvPicPr/>
                <p:nvPr/>
              </p:nvPicPr>
              <p:blipFill>
                <a:blip r:embed="rId9"/>
                <a:stretch>
                  <a:fillRect/>
                </a:stretch>
              </p:blipFill>
              <p:spPr>
                <a:xfrm>
                  <a:off x="1629115" y="5475790"/>
                  <a:ext cx="29170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1" name="Ink 30">
                  <a:extLst>
                    <a:ext uri="{FF2B5EF4-FFF2-40B4-BE49-F238E27FC236}">
                      <a16:creationId xmlns:a16="http://schemas.microsoft.com/office/drawing/2014/main" id="{42D1E61F-D034-CC66-FA33-64A17C8D6C03}"/>
                    </a:ext>
                  </a:extLst>
                </p14:cNvPr>
                <p14:cNvContentPartPr/>
                <p14:nvPr/>
              </p14:nvContentPartPr>
              <p14:xfrm>
                <a:off x="4416955" y="5314150"/>
                <a:ext cx="248760" cy="402120"/>
              </p14:xfrm>
            </p:contentPart>
          </mc:Choice>
          <mc:Fallback>
            <p:pic>
              <p:nvPicPr>
                <p:cNvPr id="31" name="Ink 30">
                  <a:extLst>
                    <a:ext uri="{FF2B5EF4-FFF2-40B4-BE49-F238E27FC236}">
                      <a16:creationId xmlns:a16="http://schemas.microsoft.com/office/drawing/2014/main" id="{42D1E61F-D034-CC66-FA33-64A17C8D6C03}"/>
                    </a:ext>
                  </a:extLst>
                </p:cNvPr>
                <p:cNvPicPr/>
                <p:nvPr/>
              </p:nvPicPr>
              <p:blipFill>
                <a:blip r:embed="rId11"/>
                <a:stretch>
                  <a:fillRect/>
                </a:stretch>
              </p:blipFill>
              <p:spPr>
                <a:xfrm>
                  <a:off x="4410835" y="5308030"/>
                  <a:ext cx="26100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2" name="Ink 31">
                  <a:extLst>
                    <a:ext uri="{FF2B5EF4-FFF2-40B4-BE49-F238E27FC236}">
                      <a16:creationId xmlns:a16="http://schemas.microsoft.com/office/drawing/2014/main" id="{00249C87-7FC7-B0E9-4E67-1EC4574A2B2D}"/>
                    </a:ext>
                  </a:extLst>
                </p14:cNvPr>
                <p14:cNvContentPartPr/>
                <p14:nvPr/>
              </p14:nvContentPartPr>
              <p14:xfrm>
                <a:off x="2918635" y="5850910"/>
                <a:ext cx="297360" cy="205920"/>
              </p14:xfrm>
            </p:contentPart>
          </mc:Choice>
          <mc:Fallback>
            <p:pic>
              <p:nvPicPr>
                <p:cNvPr id="32" name="Ink 31">
                  <a:extLst>
                    <a:ext uri="{FF2B5EF4-FFF2-40B4-BE49-F238E27FC236}">
                      <a16:creationId xmlns:a16="http://schemas.microsoft.com/office/drawing/2014/main" id="{00249C87-7FC7-B0E9-4E67-1EC4574A2B2D}"/>
                    </a:ext>
                  </a:extLst>
                </p:cNvPr>
                <p:cNvPicPr/>
                <p:nvPr/>
              </p:nvPicPr>
              <p:blipFill>
                <a:blip r:embed="rId13"/>
                <a:stretch>
                  <a:fillRect/>
                </a:stretch>
              </p:blipFill>
              <p:spPr>
                <a:xfrm>
                  <a:off x="2912515" y="5844790"/>
                  <a:ext cx="3096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3" name="Ink 32">
                  <a:extLst>
                    <a:ext uri="{FF2B5EF4-FFF2-40B4-BE49-F238E27FC236}">
                      <a16:creationId xmlns:a16="http://schemas.microsoft.com/office/drawing/2014/main" id="{ABA6B242-7D90-B84A-D66D-7165E8DC6C4C}"/>
                    </a:ext>
                  </a:extLst>
                </p14:cNvPr>
                <p14:cNvContentPartPr/>
                <p14:nvPr/>
              </p14:nvContentPartPr>
              <p14:xfrm>
                <a:off x="3235795" y="5772070"/>
                <a:ext cx="143280" cy="16560"/>
              </p14:xfrm>
            </p:contentPart>
          </mc:Choice>
          <mc:Fallback>
            <p:pic>
              <p:nvPicPr>
                <p:cNvPr id="33" name="Ink 32">
                  <a:extLst>
                    <a:ext uri="{FF2B5EF4-FFF2-40B4-BE49-F238E27FC236}">
                      <a16:creationId xmlns:a16="http://schemas.microsoft.com/office/drawing/2014/main" id="{ABA6B242-7D90-B84A-D66D-7165E8DC6C4C}"/>
                    </a:ext>
                  </a:extLst>
                </p:cNvPr>
                <p:cNvPicPr/>
                <p:nvPr/>
              </p:nvPicPr>
              <p:blipFill>
                <a:blip r:embed="rId15"/>
                <a:stretch>
                  <a:fillRect/>
                </a:stretch>
              </p:blipFill>
              <p:spPr>
                <a:xfrm>
                  <a:off x="3229675" y="5765950"/>
                  <a:ext cx="15552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4" name="Ink 33">
                  <a:extLst>
                    <a:ext uri="{FF2B5EF4-FFF2-40B4-BE49-F238E27FC236}">
                      <a16:creationId xmlns:a16="http://schemas.microsoft.com/office/drawing/2014/main" id="{AE7EE94D-C97F-B156-96DE-B1AC06DAB8E5}"/>
                    </a:ext>
                  </a:extLst>
                </p14:cNvPr>
                <p14:cNvContentPartPr/>
                <p14:nvPr/>
              </p14:nvContentPartPr>
              <p14:xfrm>
                <a:off x="3217435" y="5755870"/>
                <a:ext cx="183600" cy="244800"/>
              </p14:xfrm>
            </p:contentPart>
          </mc:Choice>
          <mc:Fallback>
            <p:pic>
              <p:nvPicPr>
                <p:cNvPr id="34" name="Ink 33">
                  <a:extLst>
                    <a:ext uri="{FF2B5EF4-FFF2-40B4-BE49-F238E27FC236}">
                      <a16:creationId xmlns:a16="http://schemas.microsoft.com/office/drawing/2014/main" id="{AE7EE94D-C97F-B156-96DE-B1AC06DAB8E5}"/>
                    </a:ext>
                  </a:extLst>
                </p:cNvPr>
                <p:cNvPicPr/>
                <p:nvPr/>
              </p:nvPicPr>
              <p:blipFill>
                <a:blip r:embed="rId17"/>
                <a:stretch>
                  <a:fillRect/>
                </a:stretch>
              </p:blipFill>
              <p:spPr>
                <a:xfrm>
                  <a:off x="3211315" y="5749750"/>
                  <a:ext cx="19584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5" name="Ink 34">
                  <a:extLst>
                    <a:ext uri="{FF2B5EF4-FFF2-40B4-BE49-F238E27FC236}">
                      <a16:creationId xmlns:a16="http://schemas.microsoft.com/office/drawing/2014/main" id="{0B04A5FF-D8B6-3730-94FD-20BC6F17FD59}"/>
                    </a:ext>
                  </a:extLst>
                </p14:cNvPr>
                <p14:cNvContentPartPr/>
                <p14:nvPr/>
              </p14:nvContentPartPr>
              <p14:xfrm>
                <a:off x="3563035" y="5625550"/>
                <a:ext cx="104760" cy="704160"/>
              </p14:xfrm>
            </p:contentPart>
          </mc:Choice>
          <mc:Fallback>
            <p:pic>
              <p:nvPicPr>
                <p:cNvPr id="35" name="Ink 34">
                  <a:extLst>
                    <a:ext uri="{FF2B5EF4-FFF2-40B4-BE49-F238E27FC236}">
                      <a16:creationId xmlns:a16="http://schemas.microsoft.com/office/drawing/2014/main" id="{0B04A5FF-D8B6-3730-94FD-20BC6F17FD59}"/>
                    </a:ext>
                  </a:extLst>
                </p:cNvPr>
                <p:cNvPicPr/>
                <p:nvPr/>
              </p:nvPicPr>
              <p:blipFill>
                <a:blip r:embed="rId19"/>
                <a:stretch>
                  <a:fillRect/>
                </a:stretch>
              </p:blipFill>
              <p:spPr>
                <a:xfrm>
                  <a:off x="3556915" y="5619430"/>
                  <a:ext cx="11700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6" name="Ink 35">
                  <a:extLst>
                    <a:ext uri="{FF2B5EF4-FFF2-40B4-BE49-F238E27FC236}">
                      <a16:creationId xmlns:a16="http://schemas.microsoft.com/office/drawing/2014/main" id="{93CF2C17-9D3A-3389-750B-5ABF474BBAA9}"/>
                    </a:ext>
                  </a:extLst>
                </p14:cNvPr>
                <p14:cNvContentPartPr/>
                <p14:nvPr/>
              </p14:nvContentPartPr>
              <p14:xfrm>
                <a:off x="3551515" y="5817070"/>
                <a:ext cx="23040" cy="12960"/>
              </p14:xfrm>
            </p:contentPart>
          </mc:Choice>
          <mc:Fallback>
            <p:pic>
              <p:nvPicPr>
                <p:cNvPr id="36" name="Ink 35">
                  <a:extLst>
                    <a:ext uri="{FF2B5EF4-FFF2-40B4-BE49-F238E27FC236}">
                      <a16:creationId xmlns:a16="http://schemas.microsoft.com/office/drawing/2014/main" id="{93CF2C17-9D3A-3389-750B-5ABF474BBAA9}"/>
                    </a:ext>
                  </a:extLst>
                </p:cNvPr>
                <p:cNvPicPr/>
                <p:nvPr/>
              </p:nvPicPr>
              <p:blipFill>
                <a:blip r:embed="rId21"/>
                <a:stretch>
                  <a:fillRect/>
                </a:stretch>
              </p:blipFill>
              <p:spPr>
                <a:xfrm>
                  <a:off x="3545395" y="5810950"/>
                  <a:ext cx="352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7" name="Ink 36">
                  <a:extLst>
                    <a:ext uri="{FF2B5EF4-FFF2-40B4-BE49-F238E27FC236}">
                      <a16:creationId xmlns:a16="http://schemas.microsoft.com/office/drawing/2014/main" id="{157751EA-486F-2F47-82E1-27A9C5CB6FDB}"/>
                    </a:ext>
                  </a:extLst>
                </p14:cNvPr>
                <p14:cNvContentPartPr/>
                <p14:nvPr/>
              </p14:nvContentPartPr>
              <p14:xfrm>
                <a:off x="3749155" y="5925790"/>
                <a:ext cx="16920" cy="26280"/>
              </p14:xfrm>
            </p:contentPart>
          </mc:Choice>
          <mc:Fallback>
            <p:pic>
              <p:nvPicPr>
                <p:cNvPr id="37" name="Ink 36">
                  <a:extLst>
                    <a:ext uri="{FF2B5EF4-FFF2-40B4-BE49-F238E27FC236}">
                      <a16:creationId xmlns:a16="http://schemas.microsoft.com/office/drawing/2014/main" id="{157751EA-486F-2F47-82E1-27A9C5CB6FDB}"/>
                    </a:ext>
                  </a:extLst>
                </p:cNvPr>
                <p:cNvPicPr/>
                <p:nvPr/>
              </p:nvPicPr>
              <p:blipFill>
                <a:blip r:embed="rId23"/>
                <a:stretch>
                  <a:fillRect/>
                </a:stretch>
              </p:blipFill>
              <p:spPr>
                <a:xfrm>
                  <a:off x="3743035" y="5919670"/>
                  <a:ext cx="2916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8" name="Ink 37">
                  <a:extLst>
                    <a:ext uri="{FF2B5EF4-FFF2-40B4-BE49-F238E27FC236}">
                      <a16:creationId xmlns:a16="http://schemas.microsoft.com/office/drawing/2014/main" id="{289C6B25-E522-84F2-BA36-63A627BAA660}"/>
                    </a:ext>
                  </a:extLst>
                </p14:cNvPr>
                <p14:cNvContentPartPr/>
                <p14:nvPr/>
              </p14:nvContentPartPr>
              <p14:xfrm>
                <a:off x="1901275" y="6143230"/>
                <a:ext cx="4074120" cy="137880"/>
              </p14:xfrm>
            </p:contentPart>
          </mc:Choice>
          <mc:Fallback>
            <p:pic>
              <p:nvPicPr>
                <p:cNvPr id="38" name="Ink 37">
                  <a:extLst>
                    <a:ext uri="{FF2B5EF4-FFF2-40B4-BE49-F238E27FC236}">
                      <a16:creationId xmlns:a16="http://schemas.microsoft.com/office/drawing/2014/main" id="{289C6B25-E522-84F2-BA36-63A627BAA660}"/>
                    </a:ext>
                  </a:extLst>
                </p:cNvPr>
                <p:cNvPicPr/>
                <p:nvPr/>
              </p:nvPicPr>
              <p:blipFill>
                <a:blip r:embed="rId25"/>
                <a:stretch>
                  <a:fillRect/>
                </a:stretch>
              </p:blipFill>
              <p:spPr>
                <a:xfrm>
                  <a:off x="1895155" y="6137110"/>
                  <a:ext cx="408636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9" name="Ink 38">
                  <a:extLst>
                    <a:ext uri="{FF2B5EF4-FFF2-40B4-BE49-F238E27FC236}">
                      <a16:creationId xmlns:a16="http://schemas.microsoft.com/office/drawing/2014/main" id="{F5EB76C3-D748-5366-27B3-70339686A286}"/>
                    </a:ext>
                  </a:extLst>
                </p14:cNvPr>
                <p14:cNvContentPartPr/>
                <p14:nvPr/>
              </p14:nvContentPartPr>
              <p14:xfrm>
                <a:off x="5764795" y="6068710"/>
                <a:ext cx="288360" cy="318240"/>
              </p14:xfrm>
            </p:contentPart>
          </mc:Choice>
          <mc:Fallback>
            <p:pic>
              <p:nvPicPr>
                <p:cNvPr id="39" name="Ink 38">
                  <a:extLst>
                    <a:ext uri="{FF2B5EF4-FFF2-40B4-BE49-F238E27FC236}">
                      <a16:creationId xmlns:a16="http://schemas.microsoft.com/office/drawing/2014/main" id="{F5EB76C3-D748-5366-27B3-70339686A286}"/>
                    </a:ext>
                  </a:extLst>
                </p:cNvPr>
                <p:cNvPicPr/>
                <p:nvPr/>
              </p:nvPicPr>
              <p:blipFill>
                <a:blip r:embed="rId27"/>
                <a:stretch>
                  <a:fillRect/>
                </a:stretch>
              </p:blipFill>
              <p:spPr>
                <a:xfrm>
                  <a:off x="5758675" y="6062590"/>
                  <a:ext cx="30060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1" name="Ink 40">
                  <a:extLst>
                    <a:ext uri="{FF2B5EF4-FFF2-40B4-BE49-F238E27FC236}">
                      <a16:creationId xmlns:a16="http://schemas.microsoft.com/office/drawing/2014/main" id="{D1CE4EBF-E29F-0B43-B39E-792E240061BF}"/>
                    </a:ext>
                  </a:extLst>
                </p14:cNvPr>
                <p14:cNvContentPartPr/>
                <p14:nvPr/>
              </p14:nvContentPartPr>
              <p14:xfrm>
                <a:off x="4762915" y="6444910"/>
                <a:ext cx="211320" cy="27720"/>
              </p14:xfrm>
            </p:contentPart>
          </mc:Choice>
          <mc:Fallback>
            <p:pic>
              <p:nvPicPr>
                <p:cNvPr id="41" name="Ink 40">
                  <a:extLst>
                    <a:ext uri="{FF2B5EF4-FFF2-40B4-BE49-F238E27FC236}">
                      <a16:creationId xmlns:a16="http://schemas.microsoft.com/office/drawing/2014/main" id="{D1CE4EBF-E29F-0B43-B39E-792E240061BF}"/>
                    </a:ext>
                  </a:extLst>
                </p:cNvPr>
                <p:cNvPicPr/>
                <p:nvPr/>
              </p:nvPicPr>
              <p:blipFill>
                <a:blip r:embed="rId29"/>
                <a:stretch>
                  <a:fillRect/>
                </a:stretch>
              </p:blipFill>
              <p:spPr>
                <a:xfrm>
                  <a:off x="4756795" y="6438790"/>
                  <a:ext cx="2235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2" name="Ink 41">
                  <a:extLst>
                    <a:ext uri="{FF2B5EF4-FFF2-40B4-BE49-F238E27FC236}">
                      <a16:creationId xmlns:a16="http://schemas.microsoft.com/office/drawing/2014/main" id="{3950B530-5C00-236C-45DF-050B2D76D28C}"/>
                    </a:ext>
                  </a:extLst>
                </p14:cNvPr>
                <p14:cNvContentPartPr/>
                <p14:nvPr/>
              </p14:nvContentPartPr>
              <p14:xfrm>
                <a:off x="4735555" y="6488830"/>
                <a:ext cx="67680" cy="237240"/>
              </p14:xfrm>
            </p:contentPart>
          </mc:Choice>
          <mc:Fallback>
            <p:pic>
              <p:nvPicPr>
                <p:cNvPr id="42" name="Ink 41">
                  <a:extLst>
                    <a:ext uri="{FF2B5EF4-FFF2-40B4-BE49-F238E27FC236}">
                      <a16:creationId xmlns:a16="http://schemas.microsoft.com/office/drawing/2014/main" id="{3950B530-5C00-236C-45DF-050B2D76D28C}"/>
                    </a:ext>
                  </a:extLst>
                </p:cNvPr>
                <p:cNvPicPr/>
                <p:nvPr/>
              </p:nvPicPr>
              <p:blipFill>
                <a:blip r:embed="rId31"/>
                <a:stretch>
                  <a:fillRect/>
                </a:stretch>
              </p:blipFill>
              <p:spPr>
                <a:xfrm>
                  <a:off x="4729435" y="6482710"/>
                  <a:ext cx="7992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3" name="Ink 42">
                  <a:extLst>
                    <a:ext uri="{FF2B5EF4-FFF2-40B4-BE49-F238E27FC236}">
                      <a16:creationId xmlns:a16="http://schemas.microsoft.com/office/drawing/2014/main" id="{12AA0DFA-CBED-2F22-679F-6A11E6330ED2}"/>
                    </a:ext>
                  </a:extLst>
                </p14:cNvPr>
                <p14:cNvContentPartPr/>
                <p14:nvPr/>
              </p14:nvContentPartPr>
              <p14:xfrm>
                <a:off x="5023915" y="6471190"/>
                <a:ext cx="165240" cy="97920"/>
              </p14:xfrm>
            </p:contentPart>
          </mc:Choice>
          <mc:Fallback>
            <p:pic>
              <p:nvPicPr>
                <p:cNvPr id="43" name="Ink 42">
                  <a:extLst>
                    <a:ext uri="{FF2B5EF4-FFF2-40B4-BE49-F238E27FC236}">
                      <a16:creationId xmlns:a16="http://schemas.microsoft.com/office/drawing/2014/main" id="{12AA0DFA-CBED-2F22-679F-6A11E6330ED2}"/>
                    </a:ext>
                  </a:extLst>
                </p:cNvPr>
                <p:cNvPicPr/>
                <p:nvPr/>
              </p:nvPicPr>
              <p:blipFill>
                <a:blip r:embed="rId33"/>
                <a:stretch>
                  <a:fillRect/>
                </a:stretch>
              </p:blipFill>
              <p:spPr>
                <a:xfrm>
                  <a:off x="5017795" y="6465070"/>
                  <a:ext cx="1774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4" name="Ink 43">
                  <a:extLst>
                    <a:ext uri="{FF2B5EF4-FFF2-40B4-BE49-F238E27FC236}">
                      <a16:creationId xmlns:a16="http://schemas.microsoft.com/office/drawing/2014/main" id="{3713B70A-B42B-FCD4-1DEA-CE22E5216208}"/>
                    </a:ext>
                  </a:extLst>
                </p14:cNvPr>
                <p14:cNvContentPartPr/>
                <p14:nvPr/>
              </p14:nvContentPartPr>
              <p14:xfrm>
                <a:off x="5283475" y="6320350"/>
                <a:ext cx="265320" cy="592920"/>
              </p14:xfrm>
            </p:contentPart>
          </mc:Choice>
          <mc:Fallback>
            <p:pic>
              <p:nvPicPr>
                <p:cNvPr id="44" name="Ink 43">
                  <a:extLst>
                    <a:ext uri="{FF2B5EF4-FFF2-40B4-BE49-F238E27FC236}">
                      <a16:creationId xmlns:a16="http://schemas.microsoft.com/office/drawing/2014/main" id="{3713B70A-B42B-FCD4-1DEA-CE22E5216208}"/>
                    </a:ext>
                  </a:extLst>
                </p:cNvPr>
                <p:cNvPicPr/>
                <p:nvPr/>
              </p:nvPicPr>
              <p:blipFill>
                <a:blip r:embed="rId35"/>
                <a:stretch>
                  <a:fillRect/>
                </a:stretch>
              </p:blipFill>
              <p:spPr>
                <a:xfrm>
                  <a:off x="5277355" y="6314230"/>
                  <a:ext cx="277560" cy="6051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5" name="Ink 44">
                  <a:extLst>
                    <a:ext uri="{FF2B5EF4-FFF2-40B4-BE49-F238E27FC236}">
                      <a16:creationId xmlns:a16="http://schemas.microsoft.com/office/drawing/2014/main" id="{14E17AA0-2355-9DEC-F6D4-5673EE0581AB}"/>
                    </a:ext>
                  </a:extLst>
                </p14:cNvPr>
                <p14:cNvContentPartPr/>
                <p14:nvPr/>
              </p14:nvContentPartPr>
              <p14:xfrm>
                <a:off x="5309035" y="6531962"/>
                <a:ext cx="26280" cy="16920"/>
              </p14:xfrm>
            </p:contentPart>
          </mc:Choice>
          <mc:Fallback>
            <p:pic>
              <p:nvPicPr>
                <p:cNvPr id="45" name="Ink 44">
                  <a:extLst>
                    <a:ext uri="{FF2B5EF4-FFF2-40B4-BE49-F238E27FC236}">
                      <a16:creationId xmlns:a16="http://schemas.microsoft.com/office/drawing/2014/main" id="{14E17AA0-2355-9DEC-F6D4-5673EE0581AB}"/>
                    </a:ext>
                  </a:extLst>
                </p:cNvPr>
                <p:cNvPicPr/>
                <p:nvPr/>
              </p:nvPicPr>
              <p:blipFill>
                <a:blip r:embed="rId37"/>
                <a:stretch>
                  <a:fillRect/>
                </a:stretch>
              </p:blipFill>
              <p:spPr>
                <a:xfrm>
                  <a:off x="5302915" y="6525842"/>
                  <a:ext cx="385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6" name="Ink 45">
                  <a:extLst>
                    <a:ext uri="{FF2B5EF4-FFF2-40B4-BE49-F238E27FC236}">
                      <a16:creationId xmlns:a16="http://schemas.microsoft.com/office/drawing/2014/main" id="{84973260-24BF-1234-C765-E145ADBF0AB6}"/>
                    </a:ext>
                  </a:extLst>
                </p14:cNvPr>
                <p14:cNvContentPartPr/>
                <p14:nvPr/>
              </p14:nvContentPartPr>
              <p14:xfrm>
                <a:off x="5618635" y="6492722"/>
                <a:ext cx="28440" cy="33480"/>
              </p14:xfrm>
            </p:contentPart>
          </mc:Choice>
          <mc:Fallback>
            <p:pic>
              <p:nvPicPr>
                <p:cNvPr id="46" name="Ink 45">
                  <a:extLst>
                    <a:ext uri="{FF2B5EF4-FFF2-40B4-BE49-F238E27FC236}">
                      <a16:creationId xmlns:a16="http://schemas.microsoft.com/office/drawing/2014/main" id="{84973260-24BF-1234-C765-E145ADBF0AB6}"/>
                    </a:ext>
                  </a:extLst>
                </p:cNvPr>
                <p:cNvPicPr/>
                <p:nvPr/>
              </p:nvPicPr>
              <p:blipFill>
                <a:blip r:embed="rId39"/>
                <a:stretch>
                  <a:fillRect/>
                </a:stretch>
              </p:blipFill>
              <p:spPr>
                <a:xfrm>
                  <a:off x="5612515" y="6486602"/>
                  <a:ext cx="40680" cy="45720"/>
                </a:xfrm>
                <a:prstGeom prst="rect">
                  <a:avLst/>
                </a:prstGeom>
              </p:spPr>
            </p:pic>
          </mc:Fallback>
        </mc:AlternateContent>
      </p:grpSp>
      <p:grpSp>
        <p:nvGrpSpPr>
          <p:cNvPr id="57" name="Group 56">
            <a:extLst>
              <a:ext uri="{FF2B5EF4-FFF2-40B4-BE49-F238E27FC236}">
                <a16:creationId xmlns:a16="http://schemas.microsoft.com/office/drawing/2014/main" id="{04485272-1455-C52B-68E3-452C8C39D00C}"/>
              </a:ext>
            </a:extLst>
          </p:cNvPr>
          <p:cNvGrpSpPr/>
          <p:nvPr/>
        </p:nvGrpSpPr>
        <p:grpSpPr>
          <a:xfrm>
            <a:off x="1785355" y="990842"/>
            <a:ext cx="6414840" cy="725040"/>
            <a:chOff x="1785355" y="990842"/>
            <a:chExt cx="6414840" cy="725040"/>
          </a:xfrm>
        </p:grpSpPr>
        <mc:AlternateContent xmlns:mc="http://schemas.openxmlformats.org/markup-compatibility/2006">
          <mc:Choice xmlns:p14="http://schemas.microsoft.com/office/powerpoint/2010/main" Requires="p14">
            <p:contentPart p14:bwMode="auto" r:id="rId40">
              <p14:nvContentPartPr>
                <p14:cNvPr id="48" name="Ink 47">
                  <a:extLst>
                    <a:ext uri="{FF2B5EF4-FFF2-40B4-BE49-F238E27FC236}">
                      <a16:creationId xmlns:a16="http://schemas.microsoft.com/office/drawing/2014/main" id="{1BA17731-AFB0-DBFE-514D-8950EDA6C8BC}"/>
                    </a:ext>
                  </a:extLst>
                </p14:cNvPr>
                <p14:cNvContentPartPr/>
                <p14:nvPr/>
              </p14:nvContentPartPr>
              <p14:xfrm>
                <a:off x="1785355" y="1485482"/>
                <a:ext cx="6377040" cy="219960"/>
              </p14:xfrm>
            </p:contentPart>
          </mc:Choice>
          <mc:Fallback>
            <p:pic>
              <p:nvPicPr>
                <p:cNvPr id="48" name="Ink 47">
                  <a:extLst>
                    <a:ext uri="{FF2B5EF4-FFF2-40B4-BE49-F238E27FC236}">
                      <a16:creationId xmlns:a16="http://schemas.microsoft.com/office/drawing/2014/main" id="{1BA17731-AFB0-DBFE-514D-8950EDA6C8BC}"/>
                    </a:ext>
                  </a:extLst>
                </p:cNvPr>
                <p:cNvPicPr/>
                <p:nvPr/>
              </p:nvPicPr>
              <p:blipFill>
                <a:blip r:embed="rId41"/>
                <a:stretch>
                  <a:fillRect/>
                </a:stretch>
              </p:blipFill>
              <p:spPr>
                <a:xfrm>
                  <a:off x="1779235" y="1479362"/>
                  <a:ext cx="638928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9" name="Ink 48">
                  <a:extLst>
                    <a:ext uri="{FF2B5EF4-FFF2-40B4-BE49-F238E27FC236}">
                      <a16:creationId xmlns:a16="http://schemas.microsoft.com/office/drawing/2014/main" id="{8A8E44BD-589D-C933-7A74-36779855F68F}"/>
                    </a:ext>
                  </a:extLst>
                </p14:cNvPr>
                <p14:cNvContentPartPr/>
                <p14:nvPr/>
              </p14:nvContentPartPr>
              <p14:xfrm>
                <a:off x="7969435" y="1391522"/>
                <a:ext cx="230760" cy="324360"/>
              </p14:xfrm>
            </p:contentPart>
          </mc:Choice>
          <mc:Fallback>
            <p:pic>
              <p:nvPicPr>
                <p:cNvPr id="49" name="Ink 48">
                  <a:extLst>
                    <a:ext uri="{FF2B5EF4-FFF2-40B4-BE49-F238E27FC236}">
                      <a16:creationId xmlns:a16="http://schemas.microsoft.com/office/drawing/2014/main" id="{8A8E44BD-589D-C933-7A74-36779855F68F}"/>
                    </a:ext>
                  </a:extLst>
                </p:cNvPr>
                <p:cNvPicPr/>
                <p:nvPr/>
              </p:nvPicPr>
              <p:blipFill>
                <a:blip r:embed="rId43"/>
                <a:stretch>
                  <a:fillRect/>
                </a:stretch>
              </p:blipFill>
              <p:spPr>
                <a:xfrm>
                  <a:off x="7963315" y="1385402"/>
                  <a:ext cx="24300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0" name="Ink 49">
                  <a:extLst>
                    <a:ext uri="{FF2B5EF4-FFF2-40B4-BE49-F238E27FC236}">
                      <a16:creationId xmlns:a16="http://schemas.microsoft.com/office/drawing/2014/main" id="{03A010EC-970E-707A-FF7F-3AA7B0FCFEF8}"/>
                    </a:ext>
                  </a:extLst>
                </p14:cNvPr>
                <p14:cNvContentPartPr/>
                <p14:nvPr/>
              </p14:nvContentPartPr>
              <p14:xfrm>
                <a:off x="5969635" y="1065722"/>
                <a:ext cx="198000" cy="214200"/>
              </p14:xfrm>
            </p:contentPart>
          </mc:Choice>
          <mc:Fallback>
            <p:pic>
              <p:nvPicPr>
                <p:cNvPr id="50" name="Ink 49">
                  <a:extLst>
                    <a:ext uri="{FF2B5EF4-FFF2-40B4-BE49-F238E27FC236}">
                      <a16:creationId xmlns:a16="http://schemas.microsoft.com/office/drawing/2014/main" id="{03A010EC-970E-707A-FF7F-3AA7B0FCFEF8}"/>
                    </a:ext>
                  </a:extLst>
                </p:cNvPr>
                <p:cNvPicPr/>
                <p:nvPr/>
              </p:nvPicPr>
              <p:blipFill>
                <a:blip r:embed="rId45"/>
                <a:stretch>
                  <a:fillRect/>
                </a:stretch>
              </p:blipFill>
              <p:spPr>
                <a:xfrm>
                  <a:off x="5963515" y="1059602"/>
                  <a:ext cx="21024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1" name="Ink 50">
                  <a:extLst>
                    <a:ext uri="{FF2B5EF4-FFF2-40B4-BE49-F238E27FC236}">
                      <a16:creationId xmlns:a16="http://schemas.microsoft.com/office/drawing/2014/main" id="{1BBDD470-BCB4-06C4-300F-C10F9970B22F}"/>
                    </a:ext>
                  </a:extLst>
                </p14:cNvPr>
                <p14:cNvContentPartPr/>
                <p14:nvPr/>
              </p14:nvContentPartPr>
              <p14:xfrm>
                <a:off x="5982955" y="1173002"/>
                <a:ext cx="293400" cy="10440"/>
              </p14:xfrm>
            </p:contentPart>
          </mc:Choice>
          <mc:Fallback>
            <p:pic>
              <p:nvPicPr>
                <p:cNvPr id="51" name="Ink 50">
                  <a:extLst>
                    <a:ext uri="{FF2B5EF4-FFF2-40B4-BE49-F238E27FC236}">
                      <a16:creationId xmlns:a16="http://schemas.microsoft.com/office/drawing/2014/main" id="{1BBDD470-BCB4-06C4-300F-C10F9970B22F}"/>
                    </a:ext>
                  </a:extLst>
                </p:cNvPr>
                <p:cNvPicPr/>
                <p:nvPr/>
              </p:nvPicPr>
              <p:blipFill>
                <a:blip r:embed="rId47"/>
                <a:stretch>
                  <a:fillRect/>
                </a:stretch>
              </p:blipFill>
              <p:spPr>
                <a:xfrm>
                  <a:off x="5976835" y="1166882"/>
                  <a:ext cx="30564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2" name="Ink 51">
                  <a:extLst>
                    <a:ext uri="{FF2B5EF4-FFF2-40B4-BE49-F238E27FC236}">
                      <a16:creationId xmlns:a16="http://schemas.microsoft.com/office/drawing/2014/main" id="{D9462D56-F2E3-E558-A836-00C759B0359B}"/>
                    </a:ext>
                  </a:extLst>
                </p14:cNvPr>
                <p14:cNvContentPartPr/>
                <p14:nvPr/>
              </p14:nvContentPartPr>
              <p14:xfrm>
                <a:off x="6310195" y="1080122"/>
                <a:ext cx="155520" cy="6480"/>
              </p14:xfrm>
            </p:contentPart>
          </mc:Choice>
          <mc:Fallback>
            <p:pic>
              <p:nvPicPr>
                <p:cNvPr id="52" name="Ink 51">
                  <a:extLst>
                    <a:ext uri="{FF2B5EF4-FFF2-40B4-BE49-F238E27FC236}">
                      <a16:creationId xmlns:a16="http://schemas.microsoft.com/office/drawing/2014/main" id="{D9462D56-F2E3-E558-A836-00C759B0359B}"/>
                    </a:ext>
                  </a:extLst>
                </p:cNvPr>
                <p:cNvPicPr/>
                <p:nvPr/>
              </p:nvPicPr>
              <p:blipFill>
                <a:blip r:embed="rId49"/>
                <a:stretch>
                  <a:fillRect/>
                </a:stretch>
              </p:blipFill>
              <p:spPr>
                <a:xfrm>
                  <a:off x="6304075" y="1074002"/>
                  <a:ext cx="1677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3" name="Ink 52">
                  <a:extLst>
                    <a:ext uri="{FF2B5EF4-FFF2-40B4-BE49-F238E27FC236}">
                      <a16:creationId xmlns:a16="http://schemas.microsoft.com/office/drawing/2014/main" id="{DFE988FD-9902-8CA9-03CE-263170E946C1}"/>
                    </a:ext>
                  </a:extLst>
                </p14:cNvPr>
                <p14:cNvContentPartPr/>
                <p14:nvPr/>
              </p14:nvContentPartPr>
              <p14:xfrm>
                <a:off x="6327835" y="1097402"/>
                <a:ext cx="105840" cy="175320"/>
              </p14:xfrm>
            </p:contentPart>
          </mc:Choice>
          <mc:Fallback>
            <p:pic>
              <p:nvPicPr>
                <p:cNvPr id="53" name="Ink 52">
                  <a:extLst>
                    <a:ext uri="{FF2B5EF4-FFF2-40B4-BE49-F238E27FC236}">
                      <a16:creationId xmlns:a16="http://schemas.microsoft.com/office/drawing/2014/main" id="{DFE988FD-9902-8CA9-03CE-263170E946C1}"/>
                    </a:ext>
                  </a:extLst>
                </p:cNvPr>
                <p:cNvPicPr/>
                <p:nvPr/>
              </p:nvPicPr>
              <p:blipFill>
                <a:blip r:embed="rId51"/>
                <a:stretch>
                  <a:fillRect/>
                </a:stretch>
              </p:blipFill>
              <p:spPr>
                <a:xfrm>
                  <a:off x="6321715" y="1091282"/>
                  <a:ext cx="11808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4" name="Ink 53">
                  <a:extLst>
                    <a:ext uri="{FF2B5EF4-FFF2-40B4-BE49-F238E27FC236}">
                      <a16:creationId xmlns:a16="http://schemas.microsoft.com/office/drawing/2014/main" id="{52EF202A-C49B-8498-8DB8-5F00077F3764}"/>
                    </a:ext>
                  </a:extLst>
                </p14:cNvPr>
                <p14:cNvContentPartPr/>
                <p14:nvPr/>
              </p14:nvContentPartPr>
              <p14:xfrm>
                <a:off x="6519355" y="990842"/>
                <a:ext cx="279720" cy="459000"/>
              </p14:xfrm>
            </p:contentPart>
          </mc:Choice>
          <mc:Fallback>
            <p:pic>
              <p:nvPicPr>
                <p:cNvPr id="54" name="Ink 53">
                  <a:extLst>
                    <a:ext uri="{FF2B5EF4-FFF2-40B4-BE49-F238E27FC236}">
                      <a16:creationId xmlns:a16="http://schemas.microsoft.com/office/drawing/2014/main" id="{52EF202A-C49B-8498-8DB8-5F00077F3764}"/>
                    </a:ext>
                  </a:extLst>
                </p:cNvPr>
                <p:cNvPicPr/>
                <p:nvPr/>
              </p:nvPicPr>
              <p:blipFill>
                <a:blip r:embed="rId53"/>
                <a:stretch>
                  <a:fillRect/>
                </a:stretch>
              </p:blipFill>
              <p:spPr>
                <a:xfrm>
                  <a:off x="6513235" y="984722"/>
                  <a:ext cx="291960" cy="471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5" name="Ink 54">
                  <a:extLst>
                    <a:ext uri="{FF2B5EF4-FFF2-40B4-BE49-F238E27FC236}">
                      <a16:creationId xmlns:a16="http://schemas.microsoft.com/office/drawing/2014/main" id="{6583F4B5-A00E-686C-CEED-57EB1C1A5947}"/>
                    </a:ext>
                  </a:extLst>
                </p14:cNvPr>
                <p14:cNvContentPartPr/>
                <p14:nvPr/>
              </p14:nvContentPartPr>
              <p14:xfrm>
                <a:off x="6628075" y="1073642"/>
                <a:ext cx="13680" cy="9720"/>
              </p14:xfrm>
            </p:contentPart>
          </mc:Choice>
          <mc:Fallback>
            <p:pic>
              <p:nvPicPr>
                <p:cNvPr id="55" name="Ink 54">
                  <a:extLst>
                    <a:ext uri="{FF2B5EF4-FFF2-40B4-BE49-F238E27FC236}">
                      <a16:creationId xmlns:a16="http://schemas.microsoft.com/office/drawing/2014/main" id="{6583F4B5-A00E-686C-CEED-57EB1C1A5947}"/>
                    </a:ext>
                  </a:extLst>
                </p:cNvPr>
                <p:cNvPicPr/>
                <p:nvPr/>
              </p:nvPicPr>
              <p:blipFill>
                <a:blip r:embed="rId55"/>
                <a:stretch>
                  <a:fillRect/>
                </a:stretch>
              </p:blipFill>
              <p:spPr>
                <a:xfrm>
                  <a:off x="6621955" y="1067522"/>
                  <a:ext cx="259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6" name="Ink 55">
                  <a:extLst>
                    <a:ext uri="{FF2B5EF4-FFF2-40B4-BE49-F238E27FC236}">
                      <a16:creationId xmlns:a16="http://schemas.microsoft.com/office/drawing/2014/main" id="{CDFFD1CC-3939-17E4-DC4B-6D2793605504}"/>
                    </a:ext>
                  </a:extLst>
                </p14:cNvPr>
                <p14:cNvContentPartPr/>
                <p14:nvPr/>
              </p14:nvContentPartPr>
              <p14:xfrm>
                <a:off x="6806995" y="1217642"/>
                <a:ext cx="13680" cy="37800"/>
              </p14:xfrm>
            </p:contentPart>
          </mc:Choice>
          <mc:Fallback>
            <p:pic>
              <p:nvPicPr>
                <p:cNvPr id="56" name="Ink 55">
                  <a:extLst>
                    <a:ext uri="{FF2B5EF4-FFF2-40B4-BE49-F238E27FC236}">
                      <a16:creationId xmlns:a16="http://schemas.microsoft.com/office/drawing/2014/main" id="{CDFFD1CC-3939-17E4-DC4B-6D2793605504}"/>
                    </a:ext>
                  </a:extLst>
                </p:cNvPr>
                <p:cNvPicPr/>
                <p:nvPr/>
              </p:nvPicPr>
              <p:blipFill>
                <a:blip r:embed="rId57"/>
                <a:stretch>
                  <a:fillRect/>
                </a:stretch>
              </p:blipFill>
              <p:spPr>
                <a:xfrm>
                  <a:off x="6800875" y="1211522"/>
                  <a:ext cx="25920" cy="50040"/>
                </a:xfrm>
                <a:prstGeom prst="rect">
                  <a:avLst/>
                </a:prstGeom>
              </p:spPr>
            </p:pic>
          </mc:Fallback>
        </mc:AlternateContent>
      </p:grpSp>
      <p:grpSp>
        <p:nvGrpSpPr>
          <p:cNvPr id="65" name="Group 64">
            <a:extLst>
              <a:ext uri="{FF2B5EF4-FFF2-40B4-BE49-F238E27FC236}">
                <a16:creationId xmlns:a16="http://schemas.microsoft.com/office/drawing/2014/main" id="{1A1B6E47-2991-78CF-0D97-F655E1B5523C}"/>
              </a:ext>
            </a:extLst>
          </p:cNvPr>
          <p:cNvGrpSpPr/>
          <p:nvPr/>
        </p:nvGrpSpPr>
        <p:grpSpPr>
          <a:xfrm>
            <a:off x="4517755" y="3243362"/>
            <a:ext cx="1218600" cy="1176480"/>
            <a:chOff x="4517755" y="3243362"/>
            <a:chExt cx="1218600" cy="1176480"/>
          </a:xfrm>
        </p:grpSpPr>
        <mc:AlternateContent xmlns:mc="http://schemas.openxmlformats.org/markup-compatibility/2006">
          <mc:Choice xmlns:p14="http://schemas.microsoft.com/office/powerpoint/2010/main" Requires="p14">
            <p:contentPart p14:bwMode="auto" r:id="rId58">
              <p14:nvContentPartPr>
                <p14:cNvPr id="58" name="Ink 57">
                  <a:extLst>
                    <a:ext uri="{FF2B5EF4-FFF2-40B4-BE49-F238E27FC236}">
                      <a16:creationId xmlns:a16="http://schemas.microsoft.com/office/drawing/2014/main" id="{7001C15B-59C4-F71D-7DD3-1DC923DBA993}"/>
                    </a:ext>
                  </a:extLst>
                </p14:cNvPr>
                <p14:cNvContentPartPr/>
                <p14:nvPr/>
              </p14:nvContentPartPr>
              <p14:xfrm>
                <a:off x="4517755" y="3879122"/>
                <a:ext cx="1218600" cy="540720"/>
              </p14:xfrm>
            </p:contentPart>
          </mc:Choice>
          <mc:Fallback>
            <p:pic>
              <p:nvPicPr>
                <p:cNvPr id="58" name="Ink 57">
                  <a:extLst>
                    <a:ext uri="{FF2B5EF4-FFF2-40B4-BE49-F238E27FC236}">
                      <a16:creationId xmlns:a16="http://schemas.microsoft.com/office/drawing/2014/main" id="{7001C15B-59C4-F71D-7DD3-1DC923DBA993}"/>
                    </a:ext>
                  </a:extLst>
                </p:cNvPr>
                <p:cNvPicPr/>
                <p:nvPr/>
              </p:nvPicPr>
              <p:blipFill>
                <a:blip r:embed="rId59"/>
                <a:stretch>
                  <a:fillRect/>
                </a:stretch>
              </p:blipFill>
              <p:spPr>
                <a:xfrm>
                  <a:off x="4511635" y="3873002"/>
                  <a:ext cx="1230840" cy="5529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9" name="Ink 58">
                  <a:extLst>
                    <a:ext uri="{FF2B5EF4-FFF2-40B4-BE49-F238E27FC236}">
                      <a16:creationId xmlns:a16="http://schemas.microsoft.com/office/drawing/2014/main" id="{C670C932-1C0D-A8F9-E9E0-019DF56F4170}"/>
                    </a:ext>
                  </a:extLst>
                </p14:cNvPr>
                <p14:cNvContentPartPr/>
                <p14:nvPr/>
              </p14:nvContentPartPr>
              <p14:xfrm>
                <a:off x="4784515" y="3530282"/>
                <a:ext cx="332280" cy="210240"/>
              </p14:xfrm>
            </p:contentPart>
          </mc:Choice>
          <mc:Fallback>
            <p:pic>
              <p:nvPicPr>
                <p:cNvPr id="59" name="Ink 58">
                  <a:extLst>
                    <a:ext uri="{FF2B5EF4-FFF2-40B4-BE49-F238E27FC236}">
                      <a16:creationId xmlns:a16="http://schemas.microsoft.com/office/drawing/2014/main" id="{C670C932-1C0D-A8F9-E9E0-019DF56F4170}"/>
                    </a:ext>
                  </a:extLst>
                </p:cNvPr>
                <p:cNvPicPr/>
                <p:nvPr/>
              </p:nvPicPr>
              <p:blipFill>
                <a:blip r:embed="rId61"/>
                <a:stretch>
                  <a:fillRect/>
                </a:stretch>
              </p:blipFill>
              <p:spPr>
                <a:xfrm>
                  <a:off x="4778395" y="3524162"/>
                  <a:ext cx="3445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0" name="Ink 59">
                  <a:extLst>
                    <a:ext uri="{FF2B5EF4-FFF2-40B4-BE49-F238E27FC236}">
                      <a16:creationId xmlns:a16="http://schemas.microsoft.com/office/drawing/2014/main" id="{3E8C957B-11F4-635F-78EB-E5FC4BCA6C12}"/>
                    </a:ext>
                  </a:extLst>
                </p14:cNvPr>
                <p14:cNvContentPartPr/>
                <p14:nvPr/>
              </p14:nvContentPartPr>
              <p14:xfrm>
                <a:off x="5104195" y="3444242"/>
                <a:ext cx="178200" cy="48960"/>
              </p14:xfrm>
            </p:contentPart>
          </mc:Choice>
          <mc:Fallback>
            <p:pic>
              <p:nvPicPr>
                <p:cNvPr id="60" name="Ink 59">
                  <a:extLst>
                    <a:ext uri="{FF2B5EF4-FFF2-40B4-BE49-F238E27FC236}">
                      <a16:creationId xmlns:a16="http://schemas.microsoft.com/office/drawing/2014/main" id="{3E8C957B-11F4-635F-78EB-E5FC4BCA6C12}"/>
                    </a:ext>
                  </a:extLst>
                </p:cNvPr>
                <p:cNvPicPr/>
                <p:nvPr/>
              </p:nvPicPr>
              <p:blipFill>
                <a:blip r:embed="rId63"/>
                <a:stretch>
                  <a:fillRect/>
                </a:stretch>
              </p:blipFill>
              <p:spPr>
                <a:xfrm>
                  <a:off x="5098075" y="3438122"/>
                  <a:ext cx="1904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1" name="Ink 60">
                  <a:extLst>
                    <a:ext uri="{FF2B5EF4-FFF2-40B4-BE49-F238E27FC236}">
                      <a16:creationId xmlns:a16="http://schemas.microsoft.com/office/drawing/2014/main" id="{5867A7B9-C9D2-FAAC-59BE-D1B31FA64E87}"/>
                    </a:ext>
                  </a:extLst>
                </p14:cNvPr>
                <p14:cNvContentPartPr/>
                <p14:nvPr/>
              </p14:nvContentPartPr>
              <p14:xfrm>
                <a:off x="5112835" y="3438122"/>
                <a:ext cx="189360" cy="289080"/>
              </p14:xfrm>
            </p:contentPart>
          </mc:Choice>
          <mc:Fallback>
            <p:pic>
              <p:nvPicPr>
                <p:cNvPr id="61" name="Ink 60">
                  <a:extLst>
                    <a:ext uri="{FF2B5EF4-FFF2-40B4-BE49-F238E27FC236}">
                      <a16:creationId xmlns:a16="http://schemas.microsoft.com/office/drawing/2014/main" id="{5867A7B9-C9D2-FAAC-59BE-D1B31FA64E87}"/>
                    </a:ext>
                  </a:extLst>
                </p:cNvPr>
                <p:cNvPicPr/>
                <p:nvPr/>
              </p:nvPicPr>
              <p:blipFill>
                <a:blip r:embed="rId65"/>
                <a:stretch>
                  <a:fillRect/>
                </a:stretch>
              </p:blipFill>
              <p:spPr>
                <a:xfrm>
                  <a:off x="5106715" y="3432002"/>
                  <a:ext cx="20160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2" name="Ink 61">
                  <a:extLst>
                    <a:ext uri="{FF2B5EF4-FFF2-40B4-BE49-F238E27FC236}">
                      <a16:creationId xmlns:a16="http://schemas.microsoft.com/office/drawing/2014/main" id="{EB51BCC0-283B-902C-52D7-644C7BE9F5ED}"/>
                    </a:ext>
                  </a:extLst>
                </p14:cNvPr>
                <p14:cNvContentPartPr/>
                <p14:nvPr/>
              </p14:nvContentPartPr>
              <p14:xfrm>
                <a:off x="5355835" y="3243362"/>
                <a:ext cx="204120" cy="763200"/>
              </p14:xfrm>
            </p:contentPart>
          </mc:Choice>
          <mc:Fallback>
            <p:pic>
              <p:nvPicPr>
                <p:cNvPr id="62" name="Ink 61">
                  <a:extLst>
                    <a:ext uri="{FF2B5EF4-FFF2-40B4-BE49-F238E27FC236}">
                      <a16:creationId xmlns:a16="http://schemas.microsoft.com/office/drawing/2014/main" id="{EB51BCC0-283B-902C-52D7-644C7BE9F5ED}"/>
                    </a:ext>
                  </a:extLst>
                </p:cNvPr>
                <p:cNvPicPr/>
                <p:nvPr/>
              </p:nvPicPr>
              <p:blipFill>
                <a:blip r:embed="rId67"/>
                <a:stretch>
                  <a:fillRect/>
                </a:stretch>
              </p:blipFill>
              <p:spPr>
                <a:xfrm>
                  <a:off x="5349715" y="3237242"/>
                  <a:ext cx="216360" cy="775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3" name="Ink 62">
                  <a:extLst>
                    <a:ext uri="{FF2B5EF4-FFF2-40B4-BE49-F238E27FC236}">
                      <a16:creationId xmlns:a16="http://schemas.microsoft.com/office/drawing/2014/main" id="{5527C456-87AD-6719-C952-9F357B3D47C6}"/>
                    </a:ext>
                  </a:extLst>
                </p14:cNvPr>
                <p14:cNvContentPartPr/>
                <p14:nvPr/>
              </p14:nvContentPartPr>
              <p14:xfrm>
                <a:off x="5430355" y="3492842"/>
                <a:ext cx="8640" cy="12960"/>
              </p14:xfrm>
            </p:contentPart>
          </mc:Choice>
          <mc:Fallback>
            <p:pic>
              <p:nvPicPr>
                <p:cNvPr id="63" name="Ink 62">
                  <a:extLst>
                    <a:ext uri="{FF2B5EF4-FFF2-40B4-BE49-F238E27FC236}">
                      <a16:creationId xmlns:a16="http://schemas.microsoft.com/office/drawing/2014/main" id="{5527C456-87AD-6719-C952-9F357B3D47C6}"/>
                    </a:ext>
                  </a:extLst>
                </p:cNvPr>
                <p:cNvPicPr/>
                <p:nvPr/>
              </p:nvPicPr>
              <p:blipFill>
                <a:blip r:embed="rId69"/>
                <a:stretch>
                  <a:fillRect/>
                </a:stretch>
              </p:blipFill>
              <p:spPr>
                <a:xfrm>
                  <a:off x="5424235" y="3486722"/>
                  <a:ext cx="208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4" name="Ink 63">
                  <a:extLst>
                    <a:ext uri="{FF2B5EF4-FFF2-40B4-BE49-F238E27FC236}">
                      <a16:creationId xmlns:a16="http://schemas.microsoft.com/office/drawing/2014/main" id="{370E8790-943C-9A3F-CED5-164181DF72AB}"/>
                    </a:ext>
                  </a:extLst>
                </p14:cNvPr>
                <p14:cNvContentPartPr/>
                <p14:nvPr/>
              </p14:nvContentPartPr>
              <p14:xfrm>
                <a:off x="5586595" y="3580682"/>
                <a:ext cx="10800" cy="7560"/>
              </p14:xfrm>
            </p:contentPart>
          </mc:Choice>
          <mc:Fallback>
            <p:pic>
              <p:nvPicPr>
                <p:cNvPr id="64" name="Ink 63">
                  <a:extLst>
                    <a:ext uri="{FF2B5EF4-FFF2-40B4-BE49-F238E27FC236}">
                      <a16:creationId xmlns:a16="http://schemas.microsoft.com/office/drawing/2014/main" id="{370E8790-943C-9A3F-CED5-164181DF72AB}"/>
                    </a:ext>
                  </a:extLst>
                </p:cNvPr>
                <p:cNvPicPr/>
                <p:nvPr/>
              </p:nvPicPr>
              <p:blipFill>
                <a:blip r:embed="rId71"/>
                <a:stretch>
                  <a:fillRect/>
                </a:stretch>
              </p:blipFill>
              <p:spPr>
                <a:xfrm>
                  <a:off x="5580475" y="3574562"/>
                  <a:ext cx="23040" cy="19800"/>
                </a:xfrm>
                <a:prstGeom prst="rect">
                  <a:avLst/>
                </a:prstGeom>
              </p:spPr>
            </p:pic>
          </mc:Fallback>
        </mc:AlternateContent>
      </p:grpSp>
      <p:grpSp>
        <p:nvGrpSpPr>
          <p:cNvPr id="73" name="Group 72">
            <a:extLst>
              <a:ext uri="{FF2B5EF4-FFF2-40B4-BE49-F238E27FC236}">
                <a16:creationId xmlns:a16="http://schemas.microsoft.com/office/drawing/2014/main" id="{2C6466AE-F576-E765-CD1C-022987620F14}"/>
              </a:ext>
            </a:extLst>
          </p:cNvPr>
          <p:cNvGrpSpPr/>
          <p:nvPr/>
        </p:nvGrpSpPr>
        <p:grpSpPr>
          <a:xfrm>
            <a:off x="5974675" y="3373682"/>
            <a:ext cx="2087280" cy="1156680"/>
            <a:chOff x="5974675" y="3373682"/>
            <a:chExt cx="2087280" cy="1156680"/>
          </a:xfrm>
        </p:grpSpPr>
        <mc:AlternateContent xmlns:mc="http://schemas.openxmlformats.org/markup-compatibility/2006">
          <mc:Choice xmlns:p14="http://schemas.microsoft.com/office/powerpoint/2010/main" Requires="p14">
            <p:contentPart p14:bwMode="auto" r:id="rId72">
              <p14:nvContentPartPr>
                <p14:cNvPr id="66" name="Ink 65">
                  <a:extLst>
                    <a:ext uri="{FF2B5EF4-FFF2-40B4-BE49-F238E27FC236}">
                      <a16:creationId xmlns:a16="http://schemas.microsoft.com/office/drawing/2014/main" id="{E9BD0A58-50AA-D9FD-5F1A-6F03E316F0A9}"/>
                    </a:ext>
                  </a:extLst>
                </p14:cNvPr>
                <p14:cNvContentPartPr/>
                <p14:nvPr/>
              </p14:nvContentPartPr>
              <p14:xfrm>
                <a:off x="5974675" y="3865442"/>
                <a:ext cx="2087280" cy="664920"/>
              </p14:xfrm>
            </p:contentPart>
          </mc:Choice>
          <mc:Fallback>
            <p:pic>
              <p:nvPicPr>
                <p:cNvPr id="66" name="Ink 65">
                  <a:extLst>
                    <a:ext uri="{FF2B5EF4-FFF2-40B4-BE49-F238E27FC236}">
                      <a16:creationId xmlns:a16="http://schemas.microsoft.com/office/drawing/2014/main" id="{E9BD0A58-50AA-D9FD-5F1A-6F03E316F0A9}"/>
                    </a:ext>
                  </a:extLst>
                </p:cNvPr>
                <p:cNvPicPr/>
                <p:nvPr/>
              </p:nvPicPr>
              <p:blipFill>
                <a:blip r:embed="rId73"/>
                <a:stretch>
                  <a:fillRect/>
                </a:stretch>
              </p:blipFill>
              <p:spPr>
                <a:xfrm>
                  <a:off x="5968555" y="3859322"/>
                  <a:ext cx="2099520" cy="6771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7" name="Ink 66">
                  <a:extLst>
                    <a:ext uri="{FF2B5EF4-FFF2-40B4-BE49-F238E27FC236}">
                      <a16:creationId xmlns:a16="http://schemas.microsoft.com/office/drawing/2014/main" id="{B2C59E50-F282-3836-51B4-9412B89A4C7A}"/>
                    </a:ext>
                  </a:extLst>
                </p14:cNvPr>
                <p14:cNvContentPartPr/>
                <p14:nvPr/>
              </p14:nvContentPartPr>
              <p14:xfrm>
                <a:off x="6482635" y="3525962"/>
                <a:ext cx="309600" cy="244440"/>
              </p14:xfrm>
            </p:contentPart>
          </mc:Choice>
          <mc:Fallback>
            <p:pic>
              <p:nvPicPr>
                <p:cNvPr id="67" name="Ink 66">
                  <a:extLst>
                    <a:ext uri="{FF2B5EF4-FFF2-40B4-BE49-F238E27FC236}">
                      <a16:creationId xmlns:a16="http://schemas.microsoft.com/office/drawing/2014/main" id="{B2C59E50-F282-3836-51B4-9412B89A4C7A}"/>
                    </a:ext>
                  </a:extLst>
                </p:cNvPr>
                <p:cNvPicPr/>
                <p:nvPr/>
              </p:nvPicPr>
              <p:blipFill>
                <a:blip r:embed="rId75"/>
                <a:stretch>
                  <a:fillRect/>
                </a:stretch>
              </p:blipFill>
              <p:spPr>
                <a:xfrm>
                  <a:off x="6476515" y="3519842"/>
                  <a:ext cx="32184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8" name="Ink 67">
                  <a:extLst>
                    <a:ext uri="{FF2B5EF4-FFF2-40B4-BE49-F238E27FC236}">
                      <a16:creationId xmlns:a16="http://schemas.microsoft.com/office/drawing/2014/main" id="{2E3CE126-90AE-84BF-53ED-26DA839DA880}"/>
                    </a:ext>
                  </a:extLst>
                </p14:cNvPr>
                <p14:cNvContentPartPr/>
                <p14:nvPr/>
              </p14:nvContentPartPr>
              <p14:xfrm>
                <a:off x="6815275" y="3487802"/>
                <a:ext cx="154800" cy="43920"/>
              </p14:xfrm>
            </p:contentPart>
          </mc:Choice>
          <mc:Fallback>
            <p:pic>
              <p:nvPicPr>
                <p:cNvPr id="68" name="Ink 67">
                  <a:extLst>
                    <a:ext uri="{FF2B5EF4-FFF2-40B4-BE49-F238E27FC236}">
                      <a16:creationId xmlns:a16="http://schemas.microsoft.com/office/drawing/2014/main" id="{2E3CE126-90AE-84BF-53ED-26DA839DA880}"/>
                    </a:ext>
                  </a:extLst>
                </p:cNvPr>
                <p:cNvPicPr/>
                <p:nvPr/>
              </p:nvPicPr>
              <p:blipFill>
                <a:blip r:embed="rId77"/>
                <a:stretch>
                  <a:fillRect/>
                </a:stretch>
              </p:blipFill>
              <p:spPr>
                <a:xfrm>
                  <a:off x="6809155" y="3481682"/>
                  <a:ext cx="16704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9" name="Ink 68">
                  <a:extLst>
                    <a:ext uri="{FF2B5EF4-FFF2-40B4-BE49-F238E27FC236}">
                      <a16:creationId xmlns:a16="http://schemas.microsoft.com/office/drawing/2014/main" id="{99C9B4D4-CA8E-E941-C1F8-4DCC6858E1D3}"/>
                    </a:ext>
                  </a:extLst>
                </p14:cNvPr>
                <p14:cNvContentPartPr/>
                <p14:nvPr/>
              </p14:nvContentPartPr>
              <p14:xfrm>
                <a:off x="6809155" y="3552962"/>
                <a:ext cx="121680" cy="269640"/>
              </p14:xfrm>
            </p:contentPart>
          </mc:Choice>
          <mc:Fallback>
            <p:pic>
              <p:nvPicPr>
                <p:cNvPr id="69" name="Ink 68">
                  <a:extLst>
                    <a:ext uri="{FF2B5EF4-FFF2-40B4-BE49-F238E27FC236}">
                      <a16:creationId xmlns:a16="http://schemas.microsoft.com/office/drawing/2014/main" id="{99C9B4D4-CA8E-E941-C1F8-4DCC6858E1D3}"/>
                    </a:ext>
                  </a:extLst>
                </p:cNvPr>
                <p:cNvPicPr/>
                <p:nvPr/>
              </p:nvPicPr>
              <p:blipFill>
                <a:blip r:embed="rId79"/>
                <a:stretch>
                  <a:fillRect/>
                </a:stretch>
              </p:blipFill>
              <p:spPr>
                <a:xfrm>
                  <a:off x="6803035" y="3546842"/>
                  <a:ext cx="13392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0" name="Ink 69">
                  <a:extLst>
                    <a:ext uri="{FF2B5EF4-FFF2-40B4-BE49-F238E27FC236}">
                      <a16:creationId xmlns:a16="http://schemas.microsoft.com/office/drawing/2014/main" id="{5E79309C-47E4-A5AD-5833-9E3683E2C55A}"/>
                    </a:ext>
                  </a:extLst>
                </p14:cNvPr>
                <p14:cNvContentPartPr/>
                <p14:nvPr/>
              </p14:nvContentPartPr>
              <p14:xfrm>
                <a:off x="6977995" y="3373682"/>
                <a:ext cx="185760" cy="672120"/>
              </p14:xfrm>
            </p:contentPart>
          </mc:Choice>
          <mc:Fallback>
            <p:pic>
              <p:nvPicPr>
                <p:cNvPr id="70" name="Ink 69">
                  <a:extLst>
                    <a:ext uri="{FF2B5EF4-FFF2-40B4-BE49-F238E27FC236}">
                      <a16:creationId xmlns:a16="http://schemas.microsoft.com/office/drawing/2014/main" id="{5E79309C-47E4-A5AD-5833-9E3683E2C55A}"/>
                    </a:ext>
                  </a:extLst>
                </p:cNvPr>
                <p:cNvPicPr/>
                <p:nvPr/>
              </p:nvPicPr>
              <p:blipFill>
                <a:blip r:embed="rId81"/>
                <a:stretch>
                  <a:fillRect/>
                </a:stretch>
              </p:blipFill>
              <p:spPr>
                <a:xfrm>
                  <a:off x="6971875" y="3367562"/>
                  <a:ext cx="198000" cy="684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1" name="Ink 70">
                  <a:extLst>
                    <a:ext uri="{FF2B5EF4-FFF2-40B4-BE49-F238E27FC236}">
                      <a16:creationId xmlns:a16="http://schemas.microsoft.com/office/drawing/2014/main" id="{D04BB419-595F-F510-0BD0-AD45F5AA8EAF}"/>
                    </a:ext>
                  </a:extLst>
                </p14:cNvPr>
                <p14:cNvContentPartPr/>
                <p14:nvPr/>
              </p14:nvContentPartPr>
              <p14:xfrm>
                <a:off x="7038835" y="3535322"/>
                <a:ext cx="29520" cy="12960"/>
              </p14:xfrm>
            </p:contentPart>
          </mc:Choice>
          <mc:Fallback>
            <p:pic>
              <p:nvPicPr>
                <p:cNvPr id="71" name="Ink 70">
                  <a:extLst>
                    <a:ext uri="{FF2B5EF4-FFF2-40B4-BE49-F238E27FC236}">
                      <a16:creationId xmlns:a16="http://schemas.microsoft.com/office/drawing/2014/main" id="{D04BB419-595F-F510-0BD0-AD45F5AA8EAF}"/>
                    </a:ext>
                  </a:extLst>
                </p:cNvPr>
                <p:cNvPicPr/>
                <p:nvPr/>
              </p:nvPicPr>
              <p:blipFill>
                <a:blip r:embed="rId83"/>
                <a:stretch>
                  <a:fillRect/>
                </a:stretch>
              </p:blipFill>
              <p:spPr>
                <a:xfrm>
                  <a:off x="7032715" y="3529202"/>
                  <a:ext cx="41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2" name="Ink 71">
                  <a:extLst>
                    <a:ext uri="{FF2B5EF4-FFF2-40B4-BE49-F238E27FC236}">
                      <a16:creationId xmlns:a16="http://schemas.microsoft.com/office/drawing/2014/main" id="{736ECBC0-CE55-EF8F-65AA-7D4ED7F31531}"/>
                    </a:ext>
                  </a:extLst>
                </p14:cNvPr>
                <p14:cNvContentPartPr/>
                <p14:nvPr/>
              </p14:nvContentPartPr>
              <p14:xfrm>
                <a:off x="7285435" y="3606602"/>
                <a:ext cx="9720" cy="36720"/>
              </p14:xfrm>
            </p:contentPart>
          </mc:Choice>
          <mc:Fallback>
            <p:pic>
              <p:nvPicPr>
                <p:cNvPr id="72" name="Ink 71">
                  <a:extLst>
                    <a:ext uri="{FF2B5EF4-FFF2-40B4-BE49-F238E27FC236}">
                      <a16:creationId xmlns:a16="http://schemas.microsoft.com/office/drawing/2014/main" id="{736ECBC0-CE55-EF8F-65AA-7D4ED7F31531}"/>
                    </a:ext>
                  </a:extLst>
                </p:cNvPr>
                <p:cNvPicPr/>
                <p:nvPr/>
              </p:nvPicPr>
              <p:blipFill>
                <a:blip r:embed="rId85"/>
                <a:stretch>
                  <a:fillRect/>
                </a:stretch>
              </p:blipFill>
              <p:spPr>
                <a:xfrm>
                  <a:off x="7279315" y="3600482"/>
                  <a:ext cx="21960" cy="48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6">
            <p14:nvContentPartPr>
              <p14:cNvPr id="74" name="Ink 73">
                <a:extLst>
                  <a:ext uri="{FF2B5EF4-FFF2-40B4-BE49-F238E27FC236}">
                    <a16:creationId xmlns:a16="http://schemas.microsoft.com/office/drawing/2014/main" id="{1BC2F306-26F4-CC3F-556B-6AEE9909217D}"/>
                  </a:ext>
                </a:extLst>
              </p14:cNvPr>
              <p14:cNvContentPartPr/>
              <p14:nvPr/>
            </p14:nvContentPartPr>
            <p14:xfrm>
              <a:off x="2339035" y="2143202"/>
              <a:ext cx="2120760" cy="858960"/>
            </p14:xfrm>
          </p:contentPart>
        </mc:Choice>
        <mc:Fallback>
          <p:pic>
            <p:nvPicPr>
              <p:cNvPr id="74" name="Ink 73">
                <a:extLst>
                  <a:ext uri="{FF2B5EF4-FFF2-40B4-BE49-F238E27FC236}">
                    <a16:creationId xmlns:a16="http://schemas.microsoft.com/office/drawing/2014/main" id="{1BC2F306-26F4-CC3F-556B-6AEE9909217D}"/>
                  </a:ext>
                </a:extLst>
              </p:cNvPr>
              <p:cNvPicPr/>
              <p:nvPr/>
            </p:nvPicPr>
            <p:blipFill>
              <a:blip r:embed="rId87"/>
              <a:stretch>
                <a:fillRect/>
              </a:stretch>
            </p:blipFill>
            <p:spPr>
              <a:xfrm>
                <a:off x="2332915" y="2137082"/>
                <a:ext cx="2133000" cy="8712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5" name="Ink 74">
                <a:extLst>
                  <a:ext uri="{FF2B5EF4-FFF2-40B4-BE49-F238E27FC236}">
                    <a16:creationId xmlns:a16="http://schemas.microsoft.com/office/drawing/2014/main" id="{37D4AA94-6EEB-431D-88C3-A37D1BA44DD9}"/>
                  </a:ext>
                </a:extLst>
              </p14:cNvPr>
              <p14:cNvContentPartPr/>
              <p14:nvPr/>
            </p14:nvContentPartPr>
            <p14:xfrm>
              <a:off x="8165995" y="2325362"/>
              <a:ext cx="1848240" cy="577440"/>
            </p14:xfrm>
          </p:contentPart>
        </mc:Choice>
        <mc:Fallback>
          <p:pic>
            <p:nvPicPr>
              <p:cNvPr id="75" name="Ink 74">
                <a:extLst>
                  <a:ext uri="{FF2B5EF4-FFF2-40B4-BE49-F238E27FC236}">
                    <a16:creationId xmlns:a16="http://schemas.microsoft.com/office/drawing/2014/main" id="{37D4AA94-6EEB-431D-88C3-A37D1BA44DD9}"/>
                  </a:ext>
                </a:extLst>
              </p:cNvPr>
              <p:cNvPicPr/>
              <p:nvPr/>
            </p:nvPicPr>
            <p:blipFill>
              <a:blip r:embed="rId89"/>
              <a:stretch>
                <a:fillRect/>
              </a:stretch>
            </p:blipFill>
            <p:spPr>
              <a:xfrm>
                <a:off x="8159875" y="2319242"/>
                <a:ext cx="1860480" cy="589680"/>
              </a:xfrm>
              <a:prstGeom prst="rect">
                <a:avLst/>
              </a:prstGeom>
            </p:spPr>
          </p:pic>
        </mc:Fallback>
      </mc:AlternateContent>
    </p:spTree>
    <p:extLst>
      <p:ext uri="{BB962C8B-B14F-4D97-AF65-F5344CB8AC3E}">
        <p14:creationId xmlns:p14="http://schemas.microsoft.com/office/powerpoint/2010/main" val="135606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fltVal val="0"/>
                                          </p:val>
                                        </p:tav>
                                        <p:tav tm="100000">
                                          <p:val>
                                            <p:strVal val="#ppt_w"/>
                                          </p:val>
                                        </p:tav>
                                      </p:tavLst>
                                    </p:anim>
                                    <p:anim calcmode="lin" valueType="num">
                                      <p:cBhvr>
                                        <p:cTn id="48" dur="500" fill="hold"/>
                                        <p:tgtEl>
                                          <p:spTgt spid="11"/>
                                        </p:tgtEl>
                                        <p:attrNameLst>
                                          <p:attrName>ppt_h</p:attrName>
                                        </p:attrNameLst>
                                      </p:cBhvr>
                                      <p:tavLst>
                                        <p:tav tm="0">
                                          <p:val>
                                            <p:fltVal val="0"/>
                                          </p:val>
                                        </p:tav>
                                        <p:tav tm="100000">
                                          <p:val>
                                            <p:strVal val="#ppt_h"/>
                                          </p:val>
                                        </p:tav>
                                      </p:tavLst>
                                    </p:anim>
                                    <p:animEffect transition="in" filter="fade">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p:cTn id="54" dur="500" fill="hold"/>
                                        <p:tgtEl>
                                          <p:spTgt spid="27"/>
                                        </p:tgtEl>
                                        <p:attrNameLst>
                                          <p:attrName>ppt_w</p:attrName>
                                        </p:attrNameLst>
                                      </p:cBhvr>
                                      <p:tavLst>
                                        <p:tav tm="0">
                                          <p:val>
                                            <p:fltVal val="0"/>
                                          </p:val>
                                        </p:tav>
                                        <p:tav tm="100000">
                                          <p:val>
                                            <p:strVal val="#ppt_w"/>
                                          </p:val>
                                        </p:tav>
                                      </p:tavLst>
                                    </p:anim>
                                    <p:anim calcmode="lin" valueType="num">
                                      <p:cBhvr>
                                        <p:cTn id="55" dur="500" fill="hold"/>
                                        <p:tgtEl>
                                          <p:spTgt spid="27"/>
                                        </p:tgtEl>
                                        <p:attrNameLst>
                                          <p:attrName>ppt_h</p:attrName>
                                        </p:attrNameLst>
                                      </p:cBhvr>
                                      <p:tavLst>
                                        <p:tav tm="0">
                                          <p:val>
                                            <p:fltVal val="0"/>
                                          </p:val>
                                        </p:tav>
                                        <p:tav tm="100000">
                                          <p:val>
                                            <p:strVal val="#ppt_h"/>
                                          </p:val>
                                        </p:tav>
                                      </p:tavLst>
                                    </p:anim>
                                    <p:animEffect transition="in" filter="fade">
                                      <p:cBhvr>
                                        <p:cTn id="56" dur="500"/>
                                        <p:tgtEl>
                                          <p:spTgt spid="27"/>
                                        </p:tgtEl>
                                      </p:cBhvr>
                                    </p:animEffect>
                                  </p:childTnLst>
                                </p:cTn>
                              </p:par>
                              <p:par>
                                <p:cTn id="57" presetID="2" presetClass="entr" presetSubtype="1"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fltVal val="0"/>
                                          </p:val>
                                        </p:tav>
                                        <p:tav tm="100000">
                                          <p:val>
                                            <p:strVal val="#ppt_h"/>
                                          </p:val>
                                        </p:tav>
                                      </p:tavLst>
                                    </p:anim>
                                    <p:animEffect transition="in" filter="fade">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anim calcmode="lin" valueType="num">
                                      <p:cBhvr>
                                        <p:cTn id="79" dur="500" fill="hold"/>
                                        <p:tgtEl>
                                          <p:spTgt spid="17"/>
                                        </p:tgtEl>
                                        <p:attrNameLst>
                                          <p:attrName>ppt_w</p:attrName>
                                        </p:attrNameLst>
                                      </p:cBhvr>
                                      <p:tavLst>
                                        <p:tav tm="0">
                                          <p:val>
                                            <p:fltVal val="0"/>
                                          </p:val>
                                        </p:tav>
                                        <p:tav tm="100000">
                                          <p:val>
                                            <p:strVal val="#ppt_w"/>
                                          </p:val>
                                        </p:tav>
                                      </p:tavLst>
                                    </p:anim>
                                    <p:anim calcmode="lin" valueType="num">
                                      <p:cBhvr>
                                        <p:cTn id="80" dur="500" fill="hold"/>
                                        <p:tgtEl>
                                          <p:spTgt spid="17"/>
                                        </p:tgtEl>
                                        <p:attrNameLst>
                                          <p:attrName>ppt_h</p:attrName>
                                        </p:attrNameLst>
                                      </p:cBhvr>
                                      <p:tavLst>
                                        <p:tav tm="0">
                                          <p:val>
                                            <p:fltVal val="0"/>
                                          </p:val>
                                        </p:tav>
                                        <p:tav tm="100000">
                                          <p:val>
                                            <p:strVal val="#ppt_h"/>
                                          </p:val>
                                        </p:tav>
                                      </p:tavLst>
                                    </p:anim>
                                    <p:animEffect transition="in" filter="fade">
                                      <p:cBhvr>
                                        <p:cTn id="81" dur="500"/>
                                        <p:tgtEl>
                                          <p:spTgt spid="17"/>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 calcmode="lin" valueType="num">
                                      <p:cBhvr>
                                        <p:cTn id="86" dur="500" fill="hold"/>
                                        <p:tgtEl>
                                          <p:spTgt spid="18"/>
                                        </p:tgtEl>
                                        <p:attrNameLst>
                                          <p:attrName>ppt_w</p:attrName>
                                        </p:attrNameLst>
                                      </p:cBhvr>
                                      <p:tavLst>
                                        <p:tav tm="0">
                                          <p:val>
                                            <p:fltVal val="0"/>
                                          </p:val>
                                        </p:tav>
                                        <p:tav tm="100000">
                                          <p:val>
                                            <p:strVal val="#ppt_w"/>
                                          </p:val>
                                        </p:tav>
                                      </p:tavLst>
                                    </p:anim>
                                    <p:anim calcmode="lin" valueType="num">
                                      <p:cBhvr>
                                        <p:cTn id="87" dur="500" fill="hold"/>
                                        <p:tgtEl>
                                          <p:spTgt spid="18"/>
                                        </p:tgtEl>
                                        <p:attrNameLst>
                                          <p:attrName>ppt_h</p:attrName>
                                        </p:attrNameLst>
                                      </p:cBhvr>
                                      <p:tavLst>
                                        <p:tav tm="0">
                                          <p:val>
                                            <p:fltVal val="0"/>
                                          </p:val>
                                        </p:tav>
                                        <p:tav tm="100000">
                                          <p:val>
                                            <p:strVal val="#ppt_h"/>
                                          </p:val>
                                        </p:tav>
                                      </p:tavLst>
                                    </p:anim>
                                    <p:animEffect transition="in" filter="fade">
                                      <p:cBhvr>
                                        <p:cTn id="88" dur="500"/>
                                        <p:tgtEl>
                                          <p:spTgt spid="18"/>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p:cTn id="93" dur="500" fill="hold"/>
                                        <p:tgtEl>
                                          <p:spTgt spid="20"/>
                                        </p:tgtEl>
                                        <p:attrNameLst>
                                          <p:attrName>ppt_w</p:attrName>
                                        </p:attrNameLst>
                                      </p:cBhvr>
                                      <p:tavLst>
                                        <p:tav tm="0">
                                          <p:val>
                                            <p:fltVal val="0"/>
                                          </p:val>
                                        </p:tav>
                                        <p:tav tm="100000">
                                          <p:val>
                                            <p:strVal val="#ppt_w"/>
                                          </p:val>
                                        </p:tav>
                                      </p:tavLst>
                                    </p:anim>
                                    <p:anim calcmode="lin" valueType="num">
                                      <p:cBhvr>
                                        <p:cTn id="94" dur="500" fill="hold"/>
                                        <p:tgtEl>
                                          <p:spTgt spid="20"/>
                                        </p:tgtEl>
                                        <p:attrNameLst>
                                          <p:attrName>ppt_h</p:attrName>
                                        </p:attrNameLst>
                                      </p:cBhvr>
                                      <p:tavLst>
                                        <p:tav tm="0">
                                          <p:val>
                                            <p:fltVal val="0"/>
                                          </p:val>
                                        </p:tav>
                                        <p:tav tm="100000">
                                          <p:val>
                                            <p:strVal val="#ppt_h"/>
                                          </p:val>
                                        </p:tav>
                                      </p:tavLst>
                                    </p:anim>
                                    <p:animEffect transition="in" filter="fade">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19"/>
                                        </p:tgtEl>
                                        <p:attrNameLst>
                                          <p:attrName>style.visibility</p:attrName>
                                        </p:attrNameLst>
                                      </p:cBhvr>
                                      <p:to>
                                        <p:strVal val="visible"/>
                                      </p:to>
                                    </p:set>
                                    <p:anim calcmode="lin" valueType="num">
                                      <p:cBhvr>
                                        <p:cTn id="100" dur="500" fill="hold"/>
                                        <p:tgtEl>
                                          <p:spTgt spid="19"/>
                                        </p:tgtEl>
                                        <p:attrNameLst>
                                          <p:attrName>ppt_w</p:attrName>
                                        </p:attrNameLst>
                                      </p:cBhvr>
                                      <p:tavLst>
                                        <p:tav tm="0">
                                          <p:val>
                                            <p:fltVal val="0"/>
                                          </p:val>
                                        </p:tav>
                                        <p:tav tm="100000">
                                          <p:val>
                                            <p:strVal val="#ppt_w"/>
                                          </p:val>
                                        </p:tav>
                                      </p:tavLst>
                                    </p:anim>
                                    <p:anim calcmode="lin" valueType="num">
                                      <p:cBhvr>
                                        <p:cTn id="101" dur="500" fill="hold"/>
                                        <p:tgtEl>
                                          <p:spTgt spid="19"/>
                                        </p:tgtEl>
                                        <p:attrNameLst>
                                          <p:attrName>ppt_h</p:attrName>
                                        </p:attrNameLst>
                                      </p:cBhvr>
                                      <p:tavLst>
                                        <p:tav tm="0">
                                          <p:val>
                                            <p:fltVal val="0"/>
                                          </p:val>
                                        </p:tav>
                                        <p:tav tm="100000">
                                          <p:val>
                                            <p:strVal val="#ppt_h"/>
                                          </p:val>
                                        </p:tav>
                                      </p:tavLst>
                                    </p:anim>
                                    <p:animEffect transition="in" filter="fade">
                                      <p:cBhvr>
                                        <p:cTn id="102" dur="500"/>
                                        <p:tgtEl>
                                          <p:spTgt spid="19"/>
                                        </p:tgtEl>
                                      </p:cBhvr>
                                    </p:animEffect>
                                  </p:childTnLst>
                                </p:cTn>
                              </p:par>
                              <p:par>
                                <p:cTn id="103" presetID="2" presetClass="entr" presetSubtype="1" fill="hold"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additive="base">
                                        <p:cTn id="105" dur="500" fill="hold"/>
                                        <p:tgtEl>
                                          <p:spTgt spid="14"/>
                                        </p:tgtEl>
                                        <p:attrNameLst>
                                          <p:attrName>ppt_x</p:attrName>
                                        </p:attrNameLst>
                                      </p:cBhvr>
                                      <p:tavLst>
                                        <p:tav tm="0">
                                          <p:val>
                                            <p:strVal val="#ppt_x"/>
                                          </p:val>
                                        </p:tav>
                                        <p:tav tm="100000">
                                          <p:val>
                                            <p:strVal val="#ppt_x"/>
                                          </p:val>
                                        </p:tav>
                                      </p:tavLst>
                                    </p:anim>
                                    <p:anim calcmode="lin" valueType="num">
                                      <p:cBhvr additive="base">
                                        <p:cTn id="10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grpId="0" nodeType="clickEffect">
                                  <p:stCondLst>
                                    <p:cond delay="0"/>
                                  </p:stCondLst>
                                  <p:childTnLst>
                                    <p:set>
                                      <p:cBhvr>
                                        <p:cTn id="110" dur="1" fill="hold">
                                          <p:stCondLst>
                                            <p:cond delay="0"/>
                                          </p:stCondLst>
                                        </p:cTn>
                                        <p:tgtEl>
                                          <p:spTgt spid="22"/>
                                        </p:tgtEl>
                                        <p:attrNameLst>
                                          <p:attrName>style.visibility</p:attrName>
                                        </p:attrNameLst>
                                      </p:cBhvr>
                                      <p:to>
                                        <p:strVal val="visible"/>
                                      </p:to>
                                    </p:set>
                                    <p:anim calcmode="lin" valueType="num">
                                      <p:cBhvr>
                                        <p:cTn id="111" dur="500" fill="hold"/>
                                        <p:tgtEl>
                                          <p:spTgt spid="22"/>
                                        </p:tgtEl>
                                        <p:attrNameLst>
                                          <p:attrName>ppt_w</p:attrName>
                                        </p:attrNameLst>
                                      </p:cBhvr>
                                      <p:tavLst>
                                        <p:tav tm="0">
                                          <p:val>
                                            <p:fltVal val="0"/>
                                          </p:val>
                                        </p:tav>
                                        <p:tav tm="100000">
                                          <p:val>
                                            <p:strVal val="#ppt_w"/>
                                          </p:val>
                                        </p:tav>
                                      </p:tavLst>
                                    </p:anim>
                                    <p:anim calcmode="lin" valueType="num">
                                      <p:cBhvr>
                                        <p:cTn id="112" dur="500" fill="hold"/>
                                        <p:tgtEl>
                                          <p:spTgt spid="22"/>
                                        </p:tgtEl>
                                        <p:attrNameLst>
                                          <p:attrName>ppt_h</p:attrName>
                                        </p:attrNameLst>
                                      </p:cBhvr>
                                      <p:tavLst>
                                        <p:tav tm="0">
                                          <p:val>
                                            <p:fltVal val="0"/>
                                          </p:val>
                                        </p:tav>
                                        <p:tav tm="100000">
                                          <p:val>
                                            <p:strVal val="#ppt_h"/>
                                          </p:val>
                                        </p:tav>
                                      </p:tavLst>
                                    </p:anim>
                                    <p:animEffect transition="in" filter="fade">
                                      <p:cBhvr>
                                        <p:cTn id="113" dur="500"/>
                                        <p:tgtEl>
                                          <p:spTgt spid="22"/>
                                        </p:tgtEl>
                                      </p:cBhvr>
                                    </p:animEffect>
                                  </p:childTnLst>
                                </p:cTn>
                              </p:par>
                              <p:par>
                                <p:cTn id="114" presetID="2" presetClass="entr" presetSubtype="1" fill="hold" nodeType="withEffect">
                                  <p:stCondLst>
                                    <p:cond delay="0"/>
                                  </p:stCondLst>
                                  <p:childTnLst>
                                    <p:set>
                                      <p:cBhvr>
                                        <p:cTn id="115" dur="1" fill="hold">
                                          <p:stCondLst>
                                            <p:cond delay="0"/>
                                          </p:stCondLst>
                                        </p:cTn>
                                        <p:tgtEl>
                                          <p:spTgt spid="15"/>
                                        </p:tgtEl>
                                        <p:attrNameLst>
                                          <p:attrName>style.visibility</p:attrName>
                                        </p:attrNameLst>
                                      </p:cBhvr>
                                      <p:to>
                                        <p:strVal val="visible"/>
                                      </p:to>
                                    </p:set>
                                    <p:anim calcmode="lin" valueType="num">
                                      <p:cBhvr additive="base">
                                        <p:cTn id="116" dur="500" fill="hold"/>
                                        <p:tgtEl>
                                          <p:spTgt spid="15"/>
                                        </p:tgtEl>
                                        <p:attrNameLst>
                                          <p:attrName>ppt_x</p:attrName>
                                        </p:attrNameLst>
                                      </p:cBhvr>
                                      <p:tavLst>
                                        <p:tav tm="0">
                                          <p:val>
                                            <p:strVal val="#ppt_x"/>
                                          </p:val>
                                        </p:tav>
                                        <p:tav tm="100000">
                                          <p:val>
                                            <p:strVal val="#ppt_x"/>
                                          </p:val>
                                        </p:tav>
                                      </p:tavLst>
                                    </p:anim>
                                    <p:anim calcmode="lin" valueType="num">
                                      <p:cBhvr additive="base">
                                        <p:cTn id="117"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grpId="0" nodeType="clickEffect">
                                  <p:stCondLst>
                                    <p:cond delay="0"/>
                                  </p:stCondLst>
                                  <p:childTnLst>
                                    <p:set>
                                      <p:cBhvr>
                                        <p:cTn id="121" dur="1" fill="hold">
                                          <p:stCondLst>
                                            <p:cond delay="0"/>
                                          </p:stCondLst>
                                        </p:cTn>
                                        <p:tgtEl>
                                          <p:spTgt spid="23"/>
                                        </p:tgtEl>
                                        <p:attrNameLst>
                                          <p:attrName>style.visibility</p:attrName>
                                        </p:attrNameLst>
                                      </p:cBhvr>
                                      <p:to>
                                        <p:strVal val="visible"/>
                                      </p:to>
                                    </p:set>
                                    <p:anim calcmode="lin" valueType="num">
                                      <p:cBhvr>
                                        <p:cTn id="122" dur="500" fill="hold"/>
                                        <p:tgtEl>
                                          <p:spTgt spid="23"/>
                                        </p:tgtEl>
                                        <p:attrNameLst>
                                          <p:attrName>ppt_w</p:attrName>
                                        </p:attrNameLst>
                                      </p:cBhvr>
                                      <p:tavLst>
                                        <p:tav tm="0">
                                          <p:val>
                                            <p:fltVal val="0"/>
                                          </p:val>
                                        </p:tav>
                                        <p:tav tm="100000">
                                          <p:val>
                                            <p:strVal val="#ppt_w"/>
                                          </p:val>
                                        </p:tav>
                                      </p:tavLst>
                                    </p:anim>
                                    <p:anim calcmode="lin" valueType="num">
                                      <p:cBhvr>
                                        <p:cTn id="123" dur="500" fill="hold"/>
                                        <p:tgtEl>
                                          <p:spTgt spid="23"/>
                                        </p:tgtEl>
                                        <p:attrNameLst>
                                          <p:attrName>ppt_h</p:attrName>
                                        </p:attrNameLst>
                                      </p:cBhvr>
                                      <p:tavLst>
                                        <p:tav tm="0">
                                          <p:val>
                                            <p:fltVal val="0"/>
                                          </p:val>
                                        </p:tav>
                                        <p:tav tm="100000">
                                          <p:val>
                                            <p:strVal val="#ppt_h"/>
                                          </p:val>
                                        </p:tav>
                                      </p:tavLst>
                                    </p:anim>
                                    <p:animEffect transition="in" filter="fade">
                                      <p:cBhvr>
                                        <p:cTn id="124" dur="500"/>
                                        <p:tgtEl>
                                          <p:spTgt spid="23"/>
                                        </p:tgtEl>
                                      </p:cBhvr>
                                    </p:animEffect>
                                  </p:childTnLst>
                                </p:cTn>
                              </p:par>
                              <p:par>
                                <p:cTn id="125" presetID="2" presetClass="entr" presetSubtype="6" fill="hold" nodeType="withEffect">
                                  <p:stCondLst>
                                    <p:cond delay="0"/>
                                  </p:stCondLst>
                                  <p:childTnLst>
                                    <p:set>
                                      <p:cBhvr>
                                        <p:cTn id="126" dur="1" fill="hold">
                                          <p:stCondLst>
                                            <p:cond delay="0"/>
                                          </p:stCondLst>
                                        </p:cTn>
                                        <p:tgtEl>
                                          <p:spTgt spid="24"/>
                                        </p:tgtEl>
                                        <p:attrNameLst>
                                          <p:attrName>style.visibility</p:attrName>
                                        </p:attrNameLst>
                                      </p:cBhvr>
                                      <p:to>
                                        <p:strVal val="visible"/>
                                      </p:to>
                                    </p:set>
                                    <p:anim calcmode="lin" valueType="num">
                                      <p:cBhvr additive="base">
                                        <p:cTn id="127" dur="500" fill="hold"/>
                                        <p:tgtEl>
                                          <p:spTgt spid="24"/>
                                        </p:tgtEl>
                                        <p:attrNameLst>
                                          <p:attrName>ppt_x</p:attrName>
                                        </p:attrNameLst>
                                      </p:cBhvr>
                                      <p:tavLst>
                                        <p:tav tm="0">
                                          <p:val>
                                            <p:strVal val="1+#ppt_w/2"/>
                                          </p:val>
                                        </p:tav>
                                        <p:tav tm="100000">
                                          <p:val>
                                            <p:strVal val="#ppt_x"/>
                                          </p:val>
                                        </p:tav>
                                      </p:tavLst>
                                    </p:anim>
                                    <p:anim calcmode="lin" valueType="num">
                                      <p:cBhvr additive="base">
                                        <p:cTn id="1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p:cTn id="133" dur="500" fill="hold"/>
                                        <p:tgtEl>
                                          <p:spTgt spid="25"/>
                                        </p:tgtEl>
                                        <p:attrNameLst>
                                          <p:attrName>ppt_w</p:attrName>
                                        </p:attrNameLst>
                                      </p:cBhvr>
                                      <p:tavLst>
                                        <p:tav tm="0">
                                          <p:val>
                                            <p:fltVal val="0"/>
                                          </p:val>
                                        </p:tav>
                                        <p:tav tm="100000">
                                          <p:val>
                                            <p:strVal val="#ppt_w"/>
                                          </p:val>
                                        </p:tav>
                                      </p:tavLst>
                                    </p:anim>
                                    <p:anim calcmode="lin" valueType="num">
                                      <p:cBhvr>
                                        <p:cTn id="134" dur="500" fill="hold"/>
                                        <p:tgtEl>
                                          <p:spTgt spid="25"/>
                                        </p:tgtEl>
                                        <p:attrNameLst>
                                          <p:attrName>ppt_h</p:attrName>
                                        </p:attrNameLst>
                                      </p:cBhvr>
                                      <p:tavLst>
                                        <p:tav tm="0">
                                          <p:val>
                                            <p:fltVal val="0"/>
                                          </p:val>
                                        </p:tav>
                                        <p:tav tm="100000">
                                          <p:val>
                                            <p:strVal val="#ppt_h"/>
                                          </p:val>
                                        </p:tav>
                                      </p:tavLst>
                                    </p:anim>
                                    <p:animEffect transition="in" filter="fade">
                                      <p:cBhvr>
                                        <p:cTn id="135" dur="500"/>
                                        <p:tgtEl>
                                          <p:spTgt spid="25"/>
                                        </p:tgtEl>
                                      </p:cBhvr>
                                    </p:animEffect>
                                  </p:childTnLst>
                                </p:cTn>
                              </p:par>
                              <p:par>
                                <p:cTn id="136" presetID="2" presetClass="entr" presetSubtype="12" fill="hold" nodeType="withEffect">
                                  <p:stCondLst>
                                    <p:cond delay="0"/>
                                  </p:stCondLst>
                                  <p:childTnLst>
                                    <p:set>
                                      <p:cBhvr>
                                        <p:cTn id="137" dur="1" fill="hold">
                                          <p:stCondLst>
                                            <p:cond delay="0"/>
                                          </p:stCondLst>
                                        </p:cTn>
                                        <p:tgtEl>
                                          <p:spTgt spid="26"/>
                                        </p:tgtEl>
                                        <p:attrNameLst>
                                          <p:attrName>style.visibility</p:attrName>
                                        </p:attrNameLst>
                                      </p:cBhvr>
                                      <p:to>
                                        <p:strVal val="visible"/>
                                      </p:to>
                                    </p:set>
                                    <p:anim calcmode="lin" valueType="num">
                                      <p:cBhvr additive="base">
                                        <p:cTn id="138" dur="500" fill="hold"/>
                                        <p:tgtEl>
                                          <p:spTgt spid="26"/>
                                        </p:tgtEl>
                                        <p:attrNameLst>
                                          <p:attrName>ppt_x</p:attrName>
                                        </p:attrNameLst>
                                      </p:cBhvr>
                                      <p:tavLst>
                                        <p:tav tm="0">
                                          <p:val>
                                            <p:strVal val="0-#ppt_w/2"/>
                                          </p:val>
                                        </p:tav>
                                        <p:tav tm="100000">
                                          <p:val>
                                            <p:strVal val="#ppt_x"/>
                                          </p:val>
                                        </p:tav>
                                      </p:tavLst>
                                    </p:anim>
                                    <p:anim calcmode="lin" valueType="num">
                                      <p:cBhvr additive="base">
                                        <p:cTn id="13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5" grpId="0"/>
      <p:bldP spid="2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GB" altLang="en-US" dirty="0">
                <a:ea typeface="Verdana" panose="020B0604030504040204" pitchFamily="34" charset="0"/>
                <a:cs typeface="Verdana" panose="020B0604030504040204" pitchFamily="34" charset="0"/>
              </a:rPr>
            </a:br>
            <a:r>
              <a:rPr lang="en-GB" altLang="en-US" dirty="0">
                <a:ea typeface="Verdana" panose="020B0604030504040204" pitchFamily="34" charset="0"/>
                <a:cs typeface="Verdana" panose="020B0604030504040204" pitchFamily="34" charset="0"/>
              </a:rPr>
              <a:t>Box and Whisker plot</a:t>
            </a:r>
            <a:br>
              <a:rPr lang="en-GB" altLang="en-US" dirty="0">
                <a:ea typeface="Verdana" panose="020B0604030504040204" pitchFamily="34" charset="0"/>
                <a:cs typeface="Verdana" panose="020B0604030504040204" pitchFamily="34" charset="0"/>
              </a:rPr>
            </a:br>
            <a:endParaRPr lang="en-IN" dirty="0"/>
          </a:p>
        </p:txBody>
      </p:sp>
      <p:cxnSp>
        <p:nvCxnSpPr>
          <p:cNvPr id="5" name="Straight Connector 4"/>
          <p:cNvCxnSpPr/>
          <p:nvPr/>
        </p:nvCxnSpPr>
        <p:spPr>
          <a:xfrm>
            <a:off x="4562352" y="2417763"/>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562353" y="2417763"/>
            <a:ext cx="34802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562352" y="4157911"/>
            <a:ext cx="34664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028838" y="2417763"/>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07617" y="2417763"/>
            <a:ext cx="0" cy="17401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131670" y="2970191"/>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909389" y="2972493"/>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42651" y="3356889"/>
            <a:ext cx="186673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2131670" y="3356890"/>
            <a:ext cx="2430682" cy="23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427579" y="2776279"/>
            <a:ext cx="1" cy="93969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775256" y="2776279"/>
            <a:ext cx="1813" cy="93969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15"/>
          <p:cNvSpPr>
            <a:spLocks noChangeArrowheads="1"/>
          </p:cNvSpPr>
          <p:nvPr/>
        </p:nvSpPr>
        <p:spPr bwMode="auto">
          <a:xfrm>
            <a:off x="4254489" y="4155051"/>
            <a:ext cx="65426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p>
        </p:txBody>
      </p:sp>
      <p:sp>
        <p:nvSpPr>
          <p:cNvPr id="17" name="Rectangle 16"/>
          <p:cNvSpPr>
            <a:spLocks noChangeArrowheads="1"/>
          </p:cNvSpPr>
          <p:nvPr/>
        </p:nvSpPr>
        <p:spPr bwMode="auto">
          <a:xfrm>
            <a:off x="5543361" y="4181289"/>
            <a:ext cx="549217" cy="462162"/>
          </a:xfrm>
          <a:prstGeom prst="rect">
            <a:avLst/>
          </a:prstGeom>
          <a:noFill/>
          <a:ln w="12700">
            <a:noFill/>
            <a:miter lim="800000"/>
            <a:headEnd/>
            <a:tailEnd/>
          </a:ln>
          <a:effectLst/>
        </p:spPr>
        <p:txBody>
          <a:bodyPr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2</a:t>
            </a:r>
          </a:p>
        </p:txBody>
      </p:sp>
      <p:sp>
        <p:nvSpPr>
          <p:cNvPr id="18" name="Rectangle 17"/>
          <p:cNvSpPr>
            <a:spLocks noChangeArrowheads="1"/>
          </p:cNvSpPr>
          <p:nvPr/>
        </p:nvSpPr>
        <p:spPr bwMode="auto">
          <a:xfrm>
            <a:off x="7758811" y="4155051"/>
            <a:ext cx="549217" cy="462162"/>
          </a:xfrm>
          <a:prstGeom prst="rect">
            <a:avLst/>
          </a:prstGeom>
          <a:noFill/>
          <a:ln w="12700">
            <a:noFill/>
            <a:miter lim="800000"/>
            <a:headEnd/>
            <a:tailEnd/>
          </a:ln>
          <a:effectLst/>
        </p:spPr>
        <p:txBody>
          <a:bodyPr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p>
        </p:txBody>
      </p:sp>
      <p:sp>
        <p:nvSpPr>
          <p:cNvPr id="19" name="Rectangle 18"/>
          <p:cNvSpPr>
            <a:spLocks noChangeArrowheads="1"/>
          </p:cNvSpPr>
          <p:nvPr/>
        </p:nvSpPr>
        <p:spPr bwMode="auto">
          <a:xfrm>
            <a:off x="2490172" y="2432519"/>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r>
              <a:rPr lang="en-US" sz="2625" b="1" dirty="0">
                <a:latin typeface="Helvetica LT Std Cond Light"/>
              </a:rPr>
              <a:t>-1.5 IQR</a:t>
            </a:r>
            <a:endParaRPr lang="en-US" sz="2625" b="1" baseline="-25000" dirty="0">
              <a:latin typeface="Helvetica LT Std Cond Light"/>
            </a:endParaRPr>
          </a:p>
        </p:txBody>
      </p:sp>
      <p:sp>
        <p:nvSpPr>
          <p:cNvPr id="20" name="Rectangle 19"/>
          <p:cNvSpPr>
            <a:spLocks noChangeArrowheads="1"/>
          </p:cNvSpPr>
          <p:nvPr/>
        </p:nvSpPr>
        <p:spPr bwMode="auto">
          <a:xfrm>
            <a:off x="9513895" y="3702159"/>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Max</a:t>
            </a:r>
            <a:endParaRPr lang="en-US" sz="2625" b="1" baseline="-25000" dirty="0">
              <a:latin typeface="Helvetica LT Std Cond Light"/>
            </a:endParaRPr>
          </a:p>
        </p:txBody>
      </p:sp>
      <p:sp>
        <p:nvSpPr>
          <p:cNvPr id="21" name="Rectangle 20"/>
          <p:cNvSpPr>
            <a:spLocks noChangeArrowheads="1"/>
          </p:cNvSpPr>
          <p:nvPr/>
        </p:nvSpPr>
        <p:spPr bwMode="auto">
          <a:xfrm>
            <a:off x="1741944" y="2545187"/>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Min</a:t>
            </a:r>
            <a:endParaRPr lang="en-US" sz="2625" b="1" baseline="-25000" dirty="0">
              <a:latin typeface="Helvetica LT Std Cond Light"/>
            </a:endParaRPr>
          </a:p>
        </p:txBody>
      </p:sp>
      <p:sp>
        <p:nvSpPr>
          <p:cNvPr id="22" name="Rectangle 21"/>
          <p:cNvSpPr>
            <a:spLocks noChangeArrowheads="1"/>
          </p:cNvSpPr>
          <p:nvPr/>
        </p:nvSpPr>
        <p:spPr bwMode="auto">
          <a:xfrm>
            <a:off x="8182478" y="2434822"/>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r>
              <a:rPr lang="en-US" sz="2625" b="1" dirty="0">
                <a:latin typeface="Helvetica LT Std Cond Light"/>
              </a:rPr>
              <a:t>+1.5 IQR</a:t>
            </a:r>
            <a:endParaRPr lang="en-US" sz="2625" b="1" baseline="-25000" dirty="0">
              <a:latin typeface="Helvetica LT Std Cond Light"/>
            </a:endParaRPr>
          </a:p>
        </p:txBody>
      </p:sp>
      <p:sp>
        <p:nvSpPr>
          <p:cNvPr id="23" name="Rectangle 22"/>
          <p:cNvSpPr>
            <a:spLocks noChangeArrowheads="1"/>
          </p:cNvSpPr>
          <p:nvPr/>
        </p:nvSpPr>
        <p:spPr bwMode="auto">
          <a:xfrm>
            <a:off x="2682818" y="4865386"/>
            <a:ext cx="2440032"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Major Outlier</a:t>
            </a:r>
            <a:endParaRPr lang="en-US" sz="2625" b="1" baseline="-25000" dirty="0">
              <a:latin typeface="Helvetica LT Std Cond Light"/>
            </a:endParaRPr>
          </a:p>
        </p:txBody>
      </p:sp>
      <p:cxnSp>
        <p:nvCxnSpPr>
          <p:cNvPr id="24" name="Straight Arrow Connector 23"/>
          <p:cNvCxnSpPr/>
          <p:nvPr/>
        </p:nvCxnSpPr>
        <p:spPr>
          <a:xfrm flipH="1" flipV="1">
            <a:off x="2258391" y="3055236"/>
            <a:ext cx="2062237" cy="1810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a:spLocks noChangeArrowheads="1"/>
          </p:cNvSpPr>
          <p:nvPr/>
        </p:nvSpPr>
        <p:spPr bwMode="auto">
          <a:xfrm>
            <a:off x="6982693" y="4945981"/>
            <a:ext cx="2650671"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Major Outlier</a:t>
            </a:r>
            <a:endParaRPr lang="en-US" sz="2625" b="1" baseline="-25000" dirty="0">
              <a:latin typeface="Helvetica LT Std Cond Light"/>
            </a:endParaRPr>
          </a:p>
        </p:txBody>
      </p:sp>
      <p:cxnSp>
        <p:nvCxnSpPr>
          <p:cNvPr id="26" name="Straight Arrow Connector 25"/>
          <p:cNvCxnSpPr/>
          <p:nvPr/>
        </p:nvCxnSpPr>
        <p:spPr>
          <a:xfrm flipV="1">
            <a:off x="7996574" y="3045104"/>
            <a:ext cx="1636788" cy="191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587590" y="2773740"/>
            <a:ext cx="665" cy="158478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9386098" y="2806510"/>
            <a:ext cx="0" cy="155201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Rectangle 28"/>
          <p:cNvSpPr>
            <a:spLocks noChangeArrowheads="1"/>
          </p:cNvSpPr>
          <p:nvPr/>
        </p:nvSpPr>
        <p:spPr bwMode="auto">
          <a:xfrm>
            <a:off x="1740361" y="4297878"/>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r>
              <a:rPr lang="en-US" sz="2625" b="1" dirty="0">
                <a:latin typeface="Helvetica LT Std Cond Light"/>
              </a:rPr>
              <a:t>-3 IQR</a:t>
            </a:r>
            <a:endParaRPr lang="en-US" sz="2625" b="1" baseline="-25000" dirty="0">
              <a:latin typeface="Helvetica LT Std Cond Light"/>
            </a:endParaRPr>
          </a:p>
        </p:txBody>
      </p:sp>
      <p:sp>
        <p:nvSpPr>
          <p:cNvPr id="30" name="Rectangle 29"/>
          <p:cNvSpPr>
            <a:spLocks noChangeArrowheads="1"/>
          </p:cNvSpPr>
          <p:nvPr/>
        </p:nvSpPr>
        <p:spPr bwMode="auto">
          <a:xfrm>
            <a:off x="8511890" y="4270255"/>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r>
              <a:rPr lang="en-US" sz="2625" b="1" dirty="0">
                <a:latin typeface="Helvetica LT Std Cond Light"/>
              </a:rPr>
              <a:t>+3 IQR</a:t>
            </a:r>
            <a:endParaRPr lang="en-US" sz="2625" b="1" baseline="-25000" dirty="0">
              <a:latin typeface="Helvetica LT Std Cond Light"/>
            </a:endParaRPr>
          </a:p>
        </p:txBody>
      </p:sp>
      <p:cxnSp>
        <p:nvCxnSpPr>
          <p:cNvPr id="31" name="Straight Connector 30"/>
          <p:cNvCxnSpPr/>
          <p:nvPr/>
        </p:nvCxnSpPr>
        <p:spPr>
          <a:xfrm>
            <a:off x="4562353" y="2417763"/>
            <a:ext cx="34802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p:cNvSpPr>
            <a:spLocks noChangeArrowheads="1"/>
          </p:cNvSpPr>
          <p:nvPr/>
        </p:nvSpPr>
        <p:spPr bwMode="auto">
          <a:xfrm>
            <a:off x="5107354" y="1800410"/>
            <a:ext cx="239029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IQR = Q</a:t>
            </a:r>
            <a:r>
              <a:rPr lang="en-US" sz="2625" b="1" baseline="-25000" dirty="0">
                <a:latin typeface="Helvetica LT Std Cond Light"/>
              </a:rPr>
              <a:t>3</a:t>
            </a:r>
            <a:r>
              <a:rPr lang="en-US" sz="2625" b="1" dirty="0">
                <a:latin typeface="Helvetica LT Std Cond Light"/>
              </a:rPr>
              <a:t> – Q</a:t>
            </a:r>
            <a:r>
              <a:rPr lang="en-US" sz="2625" b="1" baseline="-25000" dirty="0">
                <a:latin typeface="Helvetica LT Std Cond Light"/>
              </a:rPr>
              <a:t>1</a:t>
            </a:r>
          </a:p>
        </p:txBody>
      </p:sp>
      <p:cxnSp>
        <p:nvCxnSpPr>
          <p:cNvPr id="33" name="Straight Arrow Connector 32"/>
          <p:cNvCxnSpPr/>
          <p:nvPr/>
        </p:nvCxnSpPr>
        <p:spPr>
          <a:xfrm>
            <a:off x="4562352" y="2327875"/>
            <a:ext cx="3466486" cy="726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57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 calcmode="lin" valueType="num">
                                      <p:cBhvr>
                                        <p:cTn id="49" dur="500" fill="hold"/>
                                        <p:tgtEl>
                                          <p:spTgt spid="32"/>
                                        </p:tgtEl>
                                        <p:attrNameLst>
                                          <p:attrName>ppt_w</p:attrName>
                                        </p:attrNameLst>
                                      </p:cBhvr>
                                      <p:tavLst>
                                        <p:tav tm="0">
                                          <p:val>
                                            <p:fltVal val="0"/>
                                          </p:val>
                                        </p:tav>
                                        <p:tav tm="100000">
                                          <p:val>
                                            <p:strVal val="#ppt_w"/>
                                          </p:val>
                                        </p:tav>
                                      </p:tavLst>
                                    </p:anim>
                                    <p:anim calcmode="lin" valueType="num">
                                      <p:cBhvr>
                                        <p:cTn id="50" dur="500" fill="hold"/>
                                        <p:tgtEl>
                                          <p:spTgt spid="32"/>
                                        </p:tgtEl>
                                        <p:attrNameLst>
                                          <p:attrName>ppt_h</p:attrName>
                                        </p:attrNameLst>
                                      </p:cBhvr>
                                      <p:tavLst>
                                        <p:tav tm="0">
                                          <p:val>
                                            <p:fltVal val="0"/>
                                          </p:val>
                                        </p:tav>
                                        <p:tav tm="100000">
                                          <p:val>
                                            <p:strVal val="#ppt_h"/>
                                          </p:val>
                                        </p:tav>
                                      </p:tavLst>
                                    </p:anim>
                                    <p:animEffect transition="in" filter="fade">
                                      <p:cBhvr>
                                        <p:cTn id="51" dur="500"/>
                                        <p:tgtEl>
                                          <p:spTgt spid="32"/>
                                        </p:tgtEl>
                                      </p:cBhvr>
                                    </p:animEffect>
                                  </p:childTnLst>
                                </p:cTn>
                              </p:par>
                              <p:par>
                                <p:cTn id="52" presetID="2" presetClass="entr" presetSubtype="1"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500" fill="hold"/>
                                        <p:tgtEl>
                                          <p:spTgt spid="21"/>
                                        </p:tgtEl>
                                        <p:attrNameLst>
                                          <p:attrName>ppt_w</p:attrName>
                                        </p:attrNameLst>
                                      </p:cBhvr>
                                      <p:tavLst>
                                        <p:tav tm="0">
                                          <p:val>
                                            <p:fltVal val="0"/>
                                          </p:val>
                                        </p:tav>
                                        <p:tav tm="100000">
                                          <p:val>
                                            <p:strVal val="#ppt_w"/>
                                          </p:val>
                                        </p:tav>
                                      </p:tavLst>
                                    </p:anim>
                                    <p:anim calcmode="lin" valueType="num">
                                      <p:cBhvr>
                                        <p:cTn id="61" dur="500" fill="hold"/>
                                        <p:tgtEl>
                                          <p:spTgt spid="21"/>
                                        </p:tgtEl>
                                        <p:attrNameLst>
                                          <p:attrName>ppt_h</p:attrName>
                                        </p:attrNameLst>
                                      </p:cBhvr>
                                      <p:tavLst>
                                        <p:tav tm="0">
                                          <p:val>
                                            <p:fltVal val="0"/>
                                          </p:val>
                                        </p:tav>
                                        <p:tav tm="100000">
                                          <p:val>
                                            <p:strVal val="#ppt_h"/>
                                          </p:val>
                                        </p:tav>
                                      </p:tavLst>
                                    </p:anim>
                                    <p:animEffect transition="in" filter="fade">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fltVal val="0"/>
                                          </p:val>
                                        </p:tav>
                                        <p:tav tm="100000">
                                          <p:val>
                                            <p:strVal val="#ppt_w"/>
                                          </p:val>
                                        </p:tav>
                                      </p:tavLst>
                                    </p:anim>
                                    <p:anim calcmode="lin" valueType="num">
                                      <p:cBhvr>
                                        <p:cTn id="68" dur="500" fill="hold"/>
                                        <p:tgtEl>
                                          <p:spTgt spid="16"/>
                                        </p:tgtEl>
                                        <p:attrNameLst>
                                          <p:attrName>ppt_h</p:attrName>
                                        </p:attrNameLst>
                                      </p:cBhvr>
                                      <p:tavLst>
                                        <p:tav tm="0">
                                          <p:val>
                                            <p:fltVal val="0"/>
                                          </p:val>
                                        </p:tav>
                                        <p:tav tm="100000">
                                          <p:val>
                                            <p:strVal val="#ppt_h"/>
                                          </p:val>
                                        </p:tav>
                                      </p:tavLst>
                                    </p:anim>
                                    <p:animEffect transition="in" filter="fade">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500" fill="hold"/>
                                        <p:tgtEl>
                                          <p:spTgt spid="17"/>
                                        </p:tgtEl>
                                        <p:attrNameLst>
                                          <p:attrName>ppt_w</p:attrName>
                                        </p:attrNameLst>
                                      </p:cBhvr>
                                      <p:tavLst>
                                        <p:tav tm="0">
                                          <p:val>
                                            <p:fltVal val="0"/>
                                          </p:val>
                                        </p:tav>
                                        <p:tav tm="100000">
                                          <p:val>
                                            <p:strVal val="#ppt_w"/>
                                          </p:val>
                                        </p:tav>
                                      </p:tavLst>
                                    </p:anim>
                                    <p:anim calcmode="lin" valueType="num">
                                      <p:cBhvr>
                                        <p:cTn id="75" dur="500" fill="hold"/>
                                        <p:tgtEl>
                                          <p:spTgt spid="17"/>
                                        </p:tgtEl>
                                        <p:attrNameLst>
                                          <p:attrName>ppt_h</p:attrName>
                                        </p:attrNameLst>
                                      </p:cBhvr>
                                      <p:tavLst>
                                        <p:tav tm="0">
                                          <p:val>
                                            <p:fltVal val="0"/>
                                          </p:val>
                                        </p:tav>
                                        <p:tav tm="100000">
                                          <p:val>
                                            <p:strVal val="#ppt_h"/>
                                          </p:val>
                                        </p:tav>
                                      </p:tavLst>
                                    </p:anim>
                                    <p:animEffect transition="in" filter="fade">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ppt_w</p:attrName>
                                        </p:attrNameLst>
                                      </p:cBhvr>
                                      <p:tavLst>
                                        <p:tav tm="0">
                                          <p:val>
                                            <p:fltVal val="0"/>
                                          </p:val>
                                        </p:tav>
                                        <p:tav tm="100000">
                                          <p:val>
                                            <p:strVal val="#ppt_w"/>
                                          </p:val>
                                        </p:tav>
                                      </p:tavLst>
                                    </p:anim>
                                    <p:anim calcmode="lin" valueType="num">
                                      <p:cBhvr>
                                        <p:cTn id="82" dur="500" fill="hold"/>
                                        <p:tgtEl>
                                          <p:spTgt spid="18"/>
                                        </p:tgtEl>
                                        <p:attrNameLst>
                                          <p:attrName>ppt_h</p:attrName>
                                        </p:attrNameLst>
                                      </p:cBhvr>
                                      <p:tavLst>
                                        <p:tav tm="0">
                                          <p:val>
                                            <p:fltVal val="0"/>
                                          </p:val>
                                        </p:tav>
                                        <p:tav tm="100000">
                                          <p:val>
                                            <p:strVal val="#ppt_h"/>
                                          </p:val>
                                        </p:tav>
                                      </p:tavLst>
                                    </p:anim>
                                    <p:animEffect transition="in" filter="fade">
                                      <p:cBhvr>
                                        <p:cTn id="83"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p:cTn id="88" dur="500" fill="hold"/>
                                        <p:tgtEl>
                                          <p:spTgt spid="20"/>
                                        </p:tgtEl>
                                        <p:attrNameLst>
                                          <p:attrName>ppt_w</p:attrName>
                                        </p:attrNameLst>
                                      </p:cBhvr>
                                      <p:tavLst>
                                        <p:tav tm="0">
                                          <p:val>
                                            <p:fltVal val="0"/>
                                          </p:val>
                                        </p:tav>
                                        <p:tav tm="100000">
                                          <p:val>
                                            <p:strVal val="#ppt_w"/>
                                          </p:val>
                                        </p:tav>
                                      </p:tavLst>
                                    </p:anim>
                                    <p:anim calcmode="lin" valueType="num">
                                      <p:cBhvr>
                                        <p:cTn id="89" dur="500" fill="hold"/>
                                        <p:tgtEl>
                                          <p:spTgt spid="20"/>
                                        </p:tgtEl>
                                        <p:attrNameLst>
                                          <p:attrName>ppt_h</p:attrName>
                                        </p:attrNameLst>
                                      </p:cBhvr>
                                      <p:tavLst>
                                        <p:tav tm="0">
                                          <p:val>
                                            <p:fltVal val="0"/>
                                          </p:val>
                                        </p:tav>
                                        <p:tav tm="100000">
                                          <p:val>
                                            <p:strVal val="#ppt_h"/>
                                          </p:val>
                                        </p:tav>
                                      </p:tavLst>
                                    </p:anim>
                                    <p:animEffect transition="in" filter="fade">
                                      <p:cBhvr>
                                        <p:cTn id="90" dur="500"/>
                                        <p:tgtEl>
                                          <p:spTgt spid="20"/>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19"/>
                                        </p:tgtEl>
                                        <p:attrNameLst>
                                          <p:attrName>style.visibility</p:attrName>
                                        </p:attrNameLst>
                                      </p:cBhvr>
                                      <p:to>
                                        <p:strVal val="visible"/>
                                      </p:to>
                                    </p:set>
                                    <p:anim calcmode="lin" valueType="num">
                                      <p:cBhvr>
                                        <p:cTn id="95" dur="500" fill="hold"/>
                                        <p:tgtEl>
                                          <p:spTgt spid="19"/>
                                        </p:tgtEl>
                                        <p:attrNameLst>
                                          <p:attrName>ppt_w</p:attrName>
                                        </p:attrNameLst>
                                      </p:cBhvr>
                                      <p:tavLst>
                                        <p:tav tm="0">
                                          <p:val>
                                            <p:fltVal val="0"/>
                                          </p:val>
                                        </p:tav>
                                        <p:tav tm="100000">
                                          <p:val>
                                            <p:strVal val="#ppt_w"/>
                                          </p:val>
                                        </p:tav>
                                      </p:tavLst>
                                    </p:anim>
                                    <p:anim calcmode="lin" valueType="num">
                                      <p:cBhvr>
                                        <p:cTn id="96" dur="500" fill="hold"/>
                                        <p:tgtEl>
                                          <p:spTgt spid="19"/>
                                        </p:tgtEl>
                                        <p:attrNameLst>
                                          <p:attrName>ppt_h</p:attrName>
                                        </p:attrNameLst>
                                      </p:cBhvr>
                                      <p:tavLst>
                                        <p:tav tm="0">
                                          <p:val>
                                            <p:fltVal val="0"/>
                                          </p:val>
                                        </p:tav>
                                        <p:tav tm="100000">
                                          <p:val>
                                            <p:strVal val="#ppt_h"/>
                                          </p:val>
                                        </p:tav>
                                      </p:tavLst>
                                    </p:anim>
                                    <p:animEffect transition="in" filter="fade">
                                      <p:cBhvr>
                                        <p:cTn id="97" dur="500"/>
                                        <p:tgtEl>
                                          <p:spTgt spid="19"/>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grpId="0" nodeType="click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p:cTn id="102" dur="500" fill="hold"/>
                                        <p:tgtEl>
                                          <p:spTgt spid="22"/>
                                        </p:tgtEl>
                                        <p:attrNameLst>
                                          <p:attrName>ppt_w</p:attrName>
                                        </p:attrNameLst>
                                      </p:cBhvr>
                                      <p:tavLst>
                                        <p:tav tm="0">
                                          <p:val>
                                            <p:fltVal val="0"/>
                                          </p:val>
                                        </p:tav>
                                        <p:tav tm="100000">
                                          <p:val>
                                            <p:strVal val="#ppt_w"/>
                                          </p:val>
                                        </p:tav>
                                      </p:tavLst>
                                    </p:anim>
                                    <p:anim calcmode="lin" valueType="num">
                                      <p:cBhvr>
                                        <p:cTn id="103" dur="500" fill="hold"/>
                                        <p:tgtEl>
                                          <p:spTgt spid="22"/>
                                        </p:tgtEl>
                                        <p:attrNameLst>
                                          <p:attrName>ppt_h</p:attrName>
                                        </p:attrNameLst>
                                      </p:cBhvr>
                                      <p:tavLst>
                                        <p:tav tm="0">
                                          <p:val>
                                            <p:fltVal val="0"/>
                                          </p:val>
                                        </p:tav>
                                        <p:tav tm="100000">
                                          <p:val>
                                            <p:strVal val="#ppt_h"/>
                                          </p:val>
                                        </p:tav>
                                      </p:tavLst>
                                    </p:anim>
                                    <p:animEffect transition="in" filter="fade">
                                      <p:cBhvr>
                                        <p:cTn id="104" dur="500"/>
                                        <p:tgtEl>
                                          <p:spTgt spid="22"/>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23"/>
                                        </p:tgtEl>
                                        <p:attrNameLst>
                                          <p:attrName>style.visibility</p:attrName>
                                        </p:attrNameLst>
                                      </p:cBhvr>
                                      <p:to>
                                        <p:strVal val="visible"/>
                                      </p:to>
                                    </p:set>
                                    <p:anim calcmode="lin" valueType="num">
                                      <p:cBhvr>
                                        <p:cTn id="109" dur="500" fill="hold"/>
                                        <p:tgtEl>
                                          <p:spTgt spid="23"/>
                                        </p:tgtEl>
                                        <p:attrNameLst>
                                          <p:attrName>ppt_w</p:attrName>
                                        </p:attrNameLst>
                                      </p:cBhvr>
                                      <p:tavLst>
                                        <p:tav tm="0">
                                          <p:val>
                                            <p:fltVal val="0"/>
                                          </p:val>
                                        </p:tav>
                                        <p:tav tm="100000">
                                          <p:val>
                                            <p:strVal val="#ppt_w"/>
                                          </p:val>
                                        </p:tav>
                                      </p:tavLst>
                                    </p:anim>
                                    <p:anim calcmode="lin" valueType="num">
                                      <p:cBhvr>
                                        <p:cTn id="110" dur="500" fill="hold"/>
                                        <p:tgtEl>
                                          <p:spTgt spid="23"/>
                                        </p:tgtEl>
                                        <p:attrNameLst>
                                          <p:attrName>ppt_h</p:attrName>
                                        </p:attrNameLst>
                                      </p:cBhvr>
                                      <p:tavLst>
                                        <p:tav tm="0">
                                          <p:val>
                                            <p:fltVal val="0"/>
                                          </p:val>
                                        </p:tav>
                                        <p:tav tm="100000">
                                          <p:val>
                                            <p:strVal val="#ppt_h"/>
                                          </p:val>
                                        </p:tav>
                                      </p:tavLst>
                                    </p:anim>
                                    <p:animEffect transition="in" filter="fade">
                                      <p:cBhvr>
                                        <p:cTn id="111" dur="500"/>
                                        <p:tgtEl>
                                          <p:spTgt spid="23"/>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grpId="0" nodeType="clickEffect">
                                  <p:stCondLst>
                                    <p:cond delay="0"/>
                                  </p:stCondLst>
                                  <p:childTnLst>
                                    <p:set>
                                      <p:cBhvr>
                                        <p:cTn id="115" dur="1" fill="hold">
                                          <p:stCondLst>
                                            <p:cond delay="0"/>
                                          </p:stCondLst>
                                        </p:cTn>
                                        <p:tgtEl>
                                          <p:spTgt spid="25"/>
                                        </p:tgtEl>
                                        <p:attrNameLst>
                                          <p:attrName>style.visibility</p:attrName>
                                        </p:attrNameLst>
                                      </p:cBhvr>
                                      <p:to>
                                        <p:strVal val="visible"/>
                                      </p:to>
                                    </p:set>
                                    <p:anim calcmode="lin" valueType="num">
                                      <p:cBhvr>
                                        <p:cTn id="116" dur="500" fill="hold"/>
                                        <p:tgtEl>
                                          <p:spTgt spid="25"/>
                                        </p:tgtEl>
                                        <p:attrNameLst>
                                          <p:attrName>ppt_w</p:attrName>
                                        </p:attrNameLst>
                                      </p:cBhvr>
                                      <p:tavLst>
                                        <p:tav tm="0">
                                          <p:val>
                                            <p:fltVal val="0"/>
                                          </p:val>
                                        </p:tav>
                                        <p:tav tm="100000">
                                          <p:val>
                                            <p:strVal val="#ppt_w"/>
                                          </p:val>
                                        </p:tav>
                                      </p:tavLst>
                                    </p:anim>
                                    <p:anim calcmode="lin" valueType="num">
                                      <p:cBhvr>
                                        <p:cTn id="117" dur="500" fill="hold"/>
                                        <p:tgtEl>
                                          <p:spTgt spid="25"/>
                                        </p:tgtEl>
                                        <p:attrNameLst>
                                          <p:attrName>ppt_h</p:attrName>
                                        </p:attrNameLst>
                                      </p:cBhvr>
                                      <p:tavLst>
                                        <p:tav tm="0">
                                          <p:val>
                                            <p:fltVal val="0"/>
                                          </p:val>
                                        </p:tav>
                                        <p:tav tm="100000">
                                          <p:val>
                                            <p:strVal val="#ppt_h"/>
                                          </p:val>
                                        </p:tav>
                                      </p:tavLst>
                                    </p:anim>
                                    <p:animEffect transition="in" filter="fade">
                                      <p:cBhvr>
                                        <p:cTn id="118" dur="500"/>
                                        <p:tgtEl>
                                          <p:spTgt spid="25"/>
                                        </p:tgtEl>
                                      </p:cBhvr>
                                    </p:animEffect>
                                  </p:childTnLst>
                                </p:cTn>
                              </p:par>
                            </p:childTnLst>
                          </p:cTn>
                        </p:par>
                      </p:childTnLst>
                    </p:cTn>
                  </p:par>
                  <p:par>
                    <p:cTn id="119" fill="hold">
                      <p:stCondLst>
                        <p:cond delay="indefinite"/>
                      </p:stCondLst>
                      <p:childTnLst>
                        <p:par>
                          <p:cTn id="120" fill="hold">
                            <p:stCondLst>
                              <p:cond delay="0"/>
                            </p:stCondLst>
                            <p:childTnLst>
                              <p:par>
                                <p:cTn id="121" presetID="53" presetClass="entr" presetSubtype="16" fill="hold" grpId="0" nodeType="clickEffect">
                                  <p:stCondLst>
                                    <p:cond delay="0"/>
                                  </p:stCondLst>
                                  <p:childTnLst>
                                    <p:set>
                                      <p:cBhvr>
                                        <p:cTn id="122" dur="1" fill="hold">
                                          <p:stCondLst>
                                            <p:cond delay="0"/>
                                          </p:stCondLst>
                                        </p:cTn>
                                        <p:tgtEl>
                                          <p:spTgt spid="29"/>
                                        </p:tgtEl>
                                        <p:attrNameLst>
                                          <p:attrName>style.visibility</p:attrName>
                                        </p:attrNameLst>
                                      </p:cBhvr>
                                      <p:to>
                                        <p:strVal val="visible"/>
                                      </p:to>
                                    </p:set>
                                    <p:anim calcmode="lin" valueType="num">
                                      <p:cBhvr>
                                        <p:cTn id="123" dur="500" fill="hold"/>
                                        <p:tgtEl>
                                          <p:spTgt spid="29"/>
                                        </p:tgtEl>
                                        <p:attrNameLst>
                                          <p:attrName>ppt_w</p:attrName>
                                        </p:attrNameLst>
                                      </p:cBhvr>
                                      <p:tavLst>
                                        <p:tav tm="0">
                                          <p:val>
                                            <p:fltVal val="0"/>
                                          </p:val>
                                        </p:tav>
                                        <p:tav tm="100000">
                                          <p:val>
                                            <p:strVal val="#ppt_w"/>
                                          </p:val>
                                        </p:tav>
                                      </p:tavLst>
                                    </p:anim>
                                    <p:anim calcmode="lin" valueType="num">
                                      <p:cBhvr>
                                        <p:cTn id="124" dur="500" fill="hold"/>
                                        <p:tgtEl>
                                          <p:spTgt spid="29"/>
                                        </p:tgtEl>
                                        <p:attrNameLst>
                                          <p:attrName>ppt_h</p:attrName>
                                        </p:attrNameLst>
                                      </p:cBhvr>
                                      <p:tavLst>
                                        <p:tav tm="0">
                                          <p:val>
                                            <p:fltVal val="0"/>
                                          </p:val>
                                        </p:tav>
                                        <p:tav tm="100000">
                                          <p:val>
                                            <p:strVal val="#ppt_h"/>
                                          </p:val>
                                        </p:tav>
                                      </p:tavLst>
                                    </p:anim>
                                    <p:animEffect transition="in" filter="fade">
                                      <p:cBhvr>
                                        <p:cTn id="125" dur="500"/>
                                        <p:tgtEl>
                                          <p:spTgt spid="29"/>
                                        </p:tgtEl>
                                      </p:cBhvr>
                                    </p:animEffect>
                                  </p:childTnLst>
                                </p:cTn>
                              </p:par>
                            </p:childTnLst>
                          </p:cTn>
                        </p:par>
                      </p:childTnLst>
                    </p:cTn>
                  </p:par>
                  <p:par>
                    <p:cTn id="126" fill="hold">
                      <p:stCondLst>
                        <p:cond delay="indefinite"/>
                      </p:stCondLst>
                      <p:childTnLst>
                        <p:par>
                          <p:cTn id="127" fill="hold">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30"/>
                                        </p:tgtEl>
                                        <p:attrNameLst>
                                          <p:attrName>style.visibility</p:attrName>
                                        </p:attrNameLst>
                                      </p:cBhvr>
                                      <p:to>
                                        <p:strVal val="visible"/>
                                      </p:to>
                                    </p:set>
                                    <p:anim calcmode="lin" valueType="num">
                                      <p:cBhvr>
                                        <p:cTn id="130" dur="500" fill="hold"/>
                                        <p:tgtEl>
                                          <p:spTgt spid="30"/>
                                        </p:tgtEl>
                                        <p:attrNameLst>
                                          <p:attrName>ppt_w</p:attrName>
                                        </p:attrNameLst>
                                      </p:cBhvr>
                                      <p:tavLst>
                                        <p:tav tm="0">
                                          <p:val>
                                            <p:fltVal val="0"/>
                                          </p:val>
                                        </p:tav>
                                        <p:tav tm="100000">
                                          <p:val>
                                            <p:strVal val="#ppt_w"/>
                                          </p:val>
                                        </p:tav>
                                      </p:tavLst>
                                    </p:anim>
                                    <p:anim calcmode="lin" valueType="num">
                                      <p:cBhvr>
                                        <p:cTn id="131" dur="500" fill="hold"/>
                                        <p:tgtEl>
                                          <p:spTgt spid="30"/>
                                        </p:tgtEl>
                                        <p:attrNameLst>
                                          <p:attrName>ppt_h</p:attrName>
                                        </p:attrNameLst>
                                      </p:cBhvr>
                                      <p:tavLst>
                                        <p:tav tm="0">
                                          <p:val>
                                            <p:fltVal val="0"/>
                                          </p:val>
                                        </p:tav>
                                        <p:tav tm="100000">
                                          <p:val>
                                            <p:strVal val="#ppt_h"/>
                                          </p:val>
                                        </p:tav>
                                      </p:tavLst>
                                    </p:anim>
                                    <p:animEffect transition="in" filter="fade">
                                      <p:cBhvr>
                                        <p:cTn id="132" dur="500"/>
                                        <p:tgtEl>
                                          <p:spTgt spid="30"/>
                                        </p:tgtEl>
                                      </p:cBhvr>
                                    </p:animEffect>
                                  </p:childTnLst>
                                </p:cTn>
                              </p:par>
                              <p:par>
                                <p:cTn id="133" presetID="53" presetClass="entr" presetSubtype="16" fill="hold" nodeType="withEffect">
                                  <p:stCondLst>
                                    <p:cond delay="0"/>
                                  </p:stCondLst>
                                  <p:childTnLst>
                                    <p:set>
                                      <p:cBhvr>
                                        <p:cTn id="134" dur="1" fill="hold">
                                          <p:stCondLst>
                                            <p:cond delay="0"/>
                                          </p:stCondLst>
                                        </p:cTn>
                                        <p:tgtEl>
                                          <p:spTgt spid="31"/>
                                        </p:tgtEl>
                                        <p:attrNameLst>
                                          <p:attrName>style.visibility</p:attrName>
                                        </p:attrNameLst>
                                      </p:cBhvr>
                                      <p:to>
                                        <p:strVal val="visible"/>
                                      </p:to>
                                    </p:set>
                                    <p:anim calcmode="lin" valueType="num">
                                      <p:cBhvr>
                                        <p:cTn id="135" dur="500" fill="hold"/>
                                        <p:tgtEl>
                                          <p:spTgt spid="31"/>
                                        </p:tgtEl>
                                        <p:attrNameLst>
                                          <p:attrName>ppt_w</p:attrName>
                                        </p:attrNameLst>
                                      </p:cBhvr>
                                      <p:tavLst>
                                        <p:tav tm="0">
                                          <p:val>
                                            <p:fltVal val="0"/>
                                          </p:val>
                                        </p:tav>
                                        <p:tav tm="100000">
                                          <p:val>
                                            <p:strVal val="#ppt_w"/>
                                          </p:val>
                                        </p:tav>
                                      </p:tavLst>
                                    </p:anim>
                                    <p:anim calcmode="lin" valueType="num">
                                      <p:cBhvr>
                                        <p:cTn id="136" dur="500" fill="hold"/>
                                        <p:tgtEl>
                                          <p:spTgt spid="31"/>
                                        </p:tgtEl>
                                        <p:attrNameLst>
                                          <p:attrName>ppt_h</p:attrName>
                                        </p:attrNameLst>
                                      </p:cBhvr>
                                      <p:tavLst>
                                        <p:tav tm="0">
                                          <p:val>
                                            <p:fltVal val="0"/>
                                          </p:val>
                                        </p:tav>
                                        <p:tav tm="100000">
                                          <p:val>
                                            <p:strVal val="#ppt_h"/>
                                          </p:val>
                                        </p:tav>
                                      </p:tavLst>
                                    </p:anim>
                                    <p:animEffect transition="in" filter="fade">
                                      <p:cBhvr>
                                        <p:cTn id="1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5" grpId="0"/>
      <p:bldP spid="29" grpId="0"/>
      <p:bldP spid="30" grpId="0"/>
      <p:bldP spid="3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 of outliers</a:t>
            </a:r>
          </a:p>
        </p:txBody>
      </p:sp>
      <p:sp>
        <p:nvSpPr>
          <p:cNvPr id="3" name="Text Placeholder 2"/>
          <p:cNvSpPr>
            <a:spLocks noGrp="1"/>
          </p:cNvSpPr>
          <p:nvPr>
            <p:ph type="body" sz="quarter" idx="13"/>
          </p:nvPr>
        </p:nvSpPr>
        <p:spPr/>
        <p:txBody>
          <a:bodyPr/>
          <a:lstStyle/>
          <a:p>
            <a:pPr>
              <a:lnSpc>
                <a:spcPct val="150000"/>
              </a:lnSpc>
              <a:spcBef>
                <a:spcPts val="0"/>
              </a:spcBef>
              <a:buFont typeface="Wingdings" panose="05000000000000000000" pitchFamily="2" charset="2"/>
              <a:buChar char="Ø"/>
            </a:pPr>
            <a:r>
              <a:rPr lang="en-US" dirty="0">
                <a:latin typeface="+mn-lt"/>
              </a:rPr>
              <a:t>Data in Ordered Array of the previous data: 11   12   13   16   16   17    17   18</a:t>
            </a:r>
          </a:p>
          <a:p>
            <a:pPr>
              <a:lnSpc>
                <a:spcPct val="150000"/>
              </a:lnSpc>
              <a:spcBef>
                <a:spcPts val="0"/>
              </a:spcBef>
              <a:buFont typeface="Wingdings" panose="05000000000000000000" pitchFamily="2" charset="2"/>
              <a:buChar char="Ø"/>
            </a:pPr>
            <a:r>
              <a:rPr lang="en-US" dirty="0">
                <a:solidFill>
                  <a:srgbClr val="FF0000"/>
                </a:solidFill>
                <a:latin typeface="+mn-lt"/>
              </a:rPr>
              <a:t>Q</a:t>
            </a:r>
            <a:r>
              <a:rPr lang="en-US" baseline="-25000" dirty="0">
                <a:solidFill>
                  <a:srgbClr val="FF0000"/>
                </a:solidFill>
                <a:latin typeface="+mn-lt"/>
              </a:rPr>
              <a:t>1</a:t>
            </a:r>
            <a:r>
              <a:rPr lang="en-US" dirty="0">
                <a:solidFill>
                  <a:srgbClr val="FF0000"/>
                </a:solidFill>
                <a:latin typeface="+mn-lt"/>
              </a:rPr>
              <a:t>-1.5 IQR =5,      </a:t>
            </a:r>
            <a:r>
              <a:rPr lang="en-US" dirty="0">
                <a:latin typeface="+mn-lt"/>
              </a:rPr>
              <a:t>11   12   13   16   16   17    17   18,   </a:t>
            </a:r>
            <a:r>
              <a:rPr lang="en-US" dirty="0">
                <a:solidFill>
                  <a:srgbClr val="FF0000"/>
                </a:solidFill>
                <a:latin typeface="+mn-lt"/>
              </a:rPr>
              <a:t>Q</a:t>
            </a:r>
            <a:r>
              <a:rPr lang="en-US" baseline="-25000" dirty="0">
                <a:solidFill>
                  <a:srgbClr val="FF0000"/>
                </a:solidFill>
                <a:latin typeface="+mn-lt"/>
              </a:rPr>
              <a:t>3</a:t>
            </a:r>
            <a:r>
              <a:rPr lang="en-US" dirty="0">
                <a:solidFill>
                  <a:srgbClr val="FF0000"/>
                </a:solidFill>
                <a:latin typeface="+mn-lt"/>
              </a:rPr>
              <a:t>+1.5 IQR = 25 </a:t>
            </a:r>
          </a:p>
          <a:p>
            <a:pPr>
              <a:lnSpc>
                <a:spcPct val="150000"/>
              </a:lnSpc>
              <a:spcBef>
                <a:spcPts val="0"/>
              </a:spcBef>
              <a:buFont typeface="Wingdings" panose="05000000000000000000" pitchFamily="2" charset="2"/>
              <a:buChar char="Ø"/>
            </a:pPr>
            <a:r>
              <a:rPr lang="en-US" dirty="0">
                <a:latin typeface="+mn-lt"/>
              </a:rPr>
              <a:t>As all the above data points </a:t>
            </a:r>
            <a:r>
              <a:rPr lang="en-US" dirty="0">
                <a:solidFill>
                  <a:srgbClr val="FF0000"/>
                </a:solidFill>
                <a:latin typeface="+mn-lt"/>
              </a:rPr>
              <a:t>lie in between Q</a:t>
            </a:r>
            <a:r>
              <a:rPr lang="en-US" baseline="-25000" dirty="0">
                <a:solidFill>
                  <a:srgbClr val="FF0000"/>
                </a:solidFill>
                <a:latin typeface="+mn-lt"/>
              </a:rPr>
              <a:t>1</a:t>
            </a:r>
            <a:r>
              <a:rPr lang="en-US" dirty="0">
                <a:solidFill>
                  <a:srgbClr val="FF0000"/>
                </a:solidFill>
                <a:latin typeface="+mn-lt"/>
              </a:rPr>
              <a:t>-1.5 IQR and Q</a:t>
            </a:r>
            <a:r>
              <a:rPr lang="en-US" baseline="-25000" dirty="0">
                <a:solidFill>
                  <a:srgbClr val="FF0000"/>
                </a:solidFill>
                <a:latin typeface="+mn-lt"/>
              </a:rPr>
              <a:t>3</a:t>
            </a:r>
            <a:r>
              <a:rPr lang="en-US" dirty="0">
                <a:solidFill>
                  <a:srgbClr val="FF0000"/>
                </a:solidFill>
                <a:latin typeface="+mn-lt"/>
              </a:rPr>
              <a:t>+1.5 IQR , </a:t>
            </a:r>
            <a:r>
              <a:rPr lang="en-US" dirty="0">
                <a:latin typeface="+mn-lt"/>
              </a:rPr>
              <a:t>the above data </a:t>
            </a:r>
            <a:r>
              <a:rPr lang="en-US" dirty="0">
                <a:solidFill>
                  <a:srgbClr val="FF0000"/>
                </a:solidFill>
                <a:latin typeface="+mn-lt"/>
              </a:rPr>
              <a:t>is free from Outliers/Extreme Values</a:t>
            </a:r>
          </a:p>
          <a:p>
            <a:pPr marL="0" indent="0">
              <a:buNone/>
            </a:pPr>
            <a:endParaRPr lang="en-US" b="1" baseline="-25000" dirty="0">
              <a:solidFill>
                <a:srgbClr val="FF0000"/>
              </a:solidFill>
              <a:latin typeface="Helvetica LT Std Cond Light"/>
            </a:endParaRPr>
          </a:p>
          <a:p>
            <a:pPr marL="0" indent="0">
              <a:buNone/>
            </a:pPr>
            <a:endParaRPr lang="en-US" dirty="0"/>
          </a:p>
        </p:txBody>
      </p:sp>
    </p:spTree>
    <p:extLst>
      <p:ext uri="{BB962C8B-B14F-4D97-AF65-F5344CB8AC3E}">
        <p14:creationId xmlns:p14="http://schemas.microsoft.com/office/powerpoint/2010/main" val="876996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Potential outliers</a:t>
            </a:r>
            <a:endParaRPr lang="en-IN" dirty="0"/>
          </a:p>
        </p:txBody>
      </p:sp>
      <p:sp>
        <p:nvSpPr>
          <p:cNvPr id="3" name="Text Placeholder 2"/>
          <p:cNvSpPr>
            <a:spLocks noGrp="1"/>
          </p:cNvSpPr>
          <p:nvPr>
            <p:ph type="body" sz="quarter" idx="13"/>
          </p:nvPr>
        </p:nvSpPr>
        <p:spPr>
          <a:xfrm>
            <a:off x="857739" y="990601"/>
            <a:ext cx="10160000" cy="2438399"/>
          </a:xfrm>
        </p:spPr>
        <p:txBody>
          <a:bodyPr>
            <a:noAutofit/>
          </a:bodyPr>
          <a:lstStyle/>
          <a:p>
            <a:pPr marL="342900" indent="-342900">
              <a:buFont typeface="Wingdings" panose="05000000000000000000" pitchFamily="2" charset="2"/>
              <a:buChar char="v"/>
            </a:pPr>
            <a:r>
              <a:rPr lang="en-US" altLang="en-US" sz="2400" dirty="0">
                <a:solidFill>
                  <a:srgbClr val="000000"/>
                </a:solidFill>
                <a:latin typeface="Calibri" panose="020F0502020204030204" pitchFamily="34" charset="0"/>
                <a:cs typeface="Calibri" panose="020F0502020204030204" pitchFamily="34" charset="0"/>
              </a:rPr>
              <a:t>The lower limit and upper limit of a data set are given by:</a:t>
            </a:r>
            <a:endParaRPr lang="en-US" altLang="en-US" sz="2400" dirty="0">
              <a:latin typeface="Calibri" panose="020F0502020204030204" pitchFamily="34" charset="0"/>
              <a:cs typeface="Calibri" panose="020F0502020204030204" pitchFamily="34" charset="0"/>
            </a:endParaRPr>
          </a:p>
          <a:p>
            <a:pPr marL="0" indent="0">
              <a:buNone/>
            </a:pPr>
            <a:r>
              <a:rPr lang="en-US" altLang="en-US" sz="2400" dirty="0">
                <a:latin typeface="Calibri" panose="020F0502020204030204" pitchFamily="34" charset="0"/>
                <a:cs typeface="Calibri" panose="020F0502020204030204" pitchFamily="34" charset="0"/>
              </a:rPr>
              <a:t>               Lower limit = </a:t>
            </a:r>
            <a:r>
              <a:rPr lang="en-US" altLang="en-US" sz="2400" i="1" dirty="0">
                <a:latin typeface="Calibri" panose="020F0502020204030204" pitchFamily="34" charset="0"/>
                <a:cs typeface="Calibri" panose="020F0502020204030204" pitchFamily="34" charset="0"/>
              </a:rPr>
              <a:t>Q</a:t>
            </a:r>
            <a:r>
              <a:rPr lang="en-US" altLang="en-US" sz="2400" baseline="-30000" dirty="0">
                <a:latin typeface="Calibri" panose="020F0502020204030204" pitchFamily="34" charset="0"/>
                <a:cs typeface="Calibri" panose="020F0502020204030204" pitchFamily="34" charset="0"/>
              </a:rPr>
              <a:t>1</a:t>
            </a:r>
            <a:r>
              <a:rPr lang="en-US" altLang="en-US" sz="2400" dirty="0">
                <a:latin typeface="Calibri" panose="020F0502020204030204" pitchFamily="34" charset="0"/>
                <a:cs typeface="Calibri" panose="020F0502020204030204" pitchFamily="34" charset="0"/>
              </a:rPr>
              <a:t> - 1.5 x IQR</a:t>
            </a:r>
          </a:p>
          <a:p>
            <a:pPr marL="0" indent="0">
              <a:buNone/>
            </a:pPr>
            <a:r>
              <a:rPr lang="en-US" altLang="en-US" sz="2400" dirty="0">
                <a:latin typeface="Calibri" panose="020F0502020204030204" pitchFamily="34" charset="0"/>
                <a:cs typeface="Calibri" panose="020F0502020204030204" pitchFamily="34" charset="0"/>
              </a:rPr>
              <a:t>               Upper limit = </a:t>
            </a:r>
            <a:r>
              <a:rPr lang="en-US" altLang="en-US" sz="2400" i="1" dirty="0">
                <a:latin typeface="Calibri" panose="020F0502020204030204" pitchFamily="34" charset="0"/>
                <a:cs typeface="Calibri" panose="020F0502020204030204" pitchFamily="34" charset="0"/>
              </a:rPr>
              <a:t>Q</a:t>
            </a:r>
            <a:r>
              <a:rPr lang="en-US" altLang="en-US" sz="2400" baseline="-30000" dirty="0">
                <a:latin typeface="Calibri" panose="020F0502020204030204" pitchFamily="34" charset="0"/>
                <a:cs typeface="Calibri" panose="020F0502020204030204" pitchFamily="34" charset="0"/>
              </a:rPr>
              <a:t>3</a:t>
            </a:r>
            <a:r>
              <a:rPr lang="en-US" altLang="en-US" sz="2400" dirty="0">
                <a:latin typeface="Calibri" panose="020F0502020204030204" pitchFamily="34" charset="0"/>
                <a:cs typeface="Calibri" panose="020F0502020204030204" pitchFamily="34" charset="0"/>
              </a:rPr>
              <a:t> + 1.5 x IQR</a:t>
            </a:r>
          </a:p>
          <a:p>
            <a:pPr marL="342900" indent="-342900" algn="just">
              <a:buFont typeface="Wingdings" panose="05000000000000000000" pitchFamily="2" charset="2"/>
              <a:buChar char="v"/>
            </a:pPr>
            <a:r>
              <a:rPr lang="en-US" altLang="en-US" sz="2400" dirty="0">
                <a:solidFill>
                  <a:srgbClr val="000000"/>
                </a:solidFill>
                <a:latin typeface="Calibri" panose="020F0502020204030204" pitchFamily="34" charset="0"/>
                <a:cs typeface="Calibri" panose="020F0502020204030204" pitchFamily="34" charset="0"/>
              </a:rPr>
              <a:t>Data points that lie below the lower limit or above the upper limit are </a:t>
            </a:r>
            <a:r>
              <a:rPr lang="en-US" altLang="en-US" sz="2400" dirty="0">
                <a:solidFill>
                  <a:srgbClr val="FF0000"/>
                </a:solidFill>
                <a:latin typeface="Calibri" panose="020F0502020204030204" pitchFamily="34" charset="0"/>
                <a:cs typeface="Calibri" panose="020F0502020204030204" pitchFamily="34" charset="0"/>
              </a:rPr>
              <a:t>potential outliers.</a:t>
            </a:r>
          </a:p>
          <a:p>
            <a:endParaRPr lang="en-IN" sz="2400" dirty="0"/>
          </a:p>
        </p:txBody>
      </p:sp>
      <p:pic>
        <p:nvPicPr>
          <p:cNvPr id="5" name="Picture 4"/>
          <p:cNvPicPr>
            <a:picLocks noChangeAspect="1"/>
          </p:cNvPicPr>
          <p:nvPr/>
        </p:nvPicPr>
        <p:blipFill>
          <a:blip r:embed="rId2"/>
          <a:stretch>
            <a:fillRect/>
          </a:stretch>
        </p:blipFill>
        <p:spPr>
          <a:xfrm>
            <a:off x="857738" y="3124200"/>
            <a:ext cx="10648461" cy="3505200"/>
          </a:xfrm>
          <a:prstGeom prst="rect">
            <a:avLst/>
          </a:prstGeom>
        </p:spPr>
      </p:pic>
    </p:spTree>
    <p:extLst>
      <p:ext uri="{BB962C8B-B14F-4D97-AF65-F5344CB8AC3E}">
        <p14:creationId xmlns:p14="http://schemas.microsoft.com/office/powerpoint/2010/main" val="2290597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Summary</a:t>
            </a:r>
            <a:endParaRPr lang="en-IN" dirty="0"/>
          </a:p>
        </p:txBody>
      </p:sp>
      <p:sp>
        <p:nvSpPr>
          <p:cNvPr id="3" name="Text Placeholder 2"/>
          <p:cNvSpPr>
            <a:spLocks noGrp="1"/>
          </p:cNvSpPr>
          <p:nvPr>
            <p:ph type="body" sz="quarter" idx="13"/>
          </p:nvPr>
        </p:nvSpPr>
        <p:spPr>
          <a:xfrm>
            <a:off x="857739" y="1219200"/>
            <a:ext cx="10160000" cy="4876799"/>
          </a:xfrm>
        </p:spPr>
        <p:txBody>
          <a:bodyPr>
            <a:normAutofit/>
          </a:bodyPr>
          <a:lstStyle/>
          <a:p>
            <a:pPr marL="0" indent="0">
              <a:buNone/>
            </a:pPr>
            <a:r>
              <a:rPr lang="en-IN" sz="2400" b="1" dirty="0">
                <a:latin typeface="+mn-lt"/>
              </a:rPr>
              <a:t>1.Measures of Central Tendency: </a:t>
            </a:r>
            <a:r>
              <a:rPr lang="en-IN" sz="2400" dirty="0">
                <a:latin typeface="+mn-lt"/>
              </a:rPr>
              <a:t>Mean, Median, Mode</a:t>
            </a:r>
          </a:p>
          <a:p>
            <a:pPr marL="0" indent="0">
              <a:buNone/>
            </a:pPr>
            <a:r>
              <a:rPr lang="en-US" sz="2400" dirty="0">
                <a:latin typeface="+mn-lt"/>
              </a:rPr>
              <a:t>2. </a:t>
            </a:r>
            <a:r>
              <a:rPr lang="en-IN" sz="2400" b="1" dirty="0">
                <a:latin typeface="+mn-lt"/>
              </a:rPr>
              <a:t>Measures of Variability</a:t>
            </a:r>
            <a:r>
              <a:rPr lang="en-IN" sz="2400" dirty="0">
                <a:latin typeface="+mn-lt"/>
              </a:rPr>
              <a:t>: Range, Standard Deviation , Variance</a:t>
            </a:r>
          </a:p>
          <a:p>
            <a:pPr marL="0" indent="0">
              <a:buNone/>
            </a:pPr>
            <a:r>
              <a:rPr lang="en-US" sz="2400" dirty="0">
                <a:latin typeface="+mn-lt"/>
              </a:rPr>
              <a:t>3. Symmetric and Asymmetric distribution</a:t>
            </a:r>
          </a:p>
          <a:p>
            <a:pPr marL="0" indent="0">
              <a:buNone/>
            </a:pPr>
            <a:r>
              <a:rPr lang="en-US" sz="2400" dirty="0">
                <a:latin typeface="+mn-lt"/>
              </a:rPr>
              <a:t>4. Five point summary</a:t>
            </a:r>
          </a:p>
          <a:p>
            <a:pPr marL="0" indent="0">
              <a:buNone/>
            </a:pPr>
            <a:r>
              <a:rPr lang="en-US" sz="2400" dirty="0">
                <a:latin typeface="+mn-lt"/>
              </a:rPr>
              <a:t>5. Outliers</a:t>
            </a:r>
            <a:endParaRPr lang="en-IN" dirty="0"/>
          </a:p>
        </p:txBody>
      </p:sp>
    </p:spTree>
    <p:extLst>
      <p:ext uri="{BB962C8B-B14F-4D97-AF65-F5344CB8AC3E}">
        <p14:creationId xmlns:p14="http://schemas.microsoft.com/office/powerpoint/2010/main" val="4190805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a:t>
            </a:r>
            <a:endParaRPr lang="en-IN" dirty="0"/>
          </a:p>
        </p:txBody>
      </p:sp>
      <p:sp>
        <p:nvSpPr>
          <p:cNvPr id="3" name="Text Placeholder 2"/>
          <p:cNvSpPr>
            <a:spLocks noGrp="1"/>
          </p:cNvSpPr>
          <p:nvPr>
            <p:ph type="body" sz="quarter" idx="13"/>
          </p:nvPr>
        </p:nvSpPr>
        <p:spPr/>
        <p:txBody>
          <a:bodyPr/>
          <a:lstStyle/>
          <a:p>
            <a:pPr algn="just"/>
            <a:r>
              <a:rPr lang="en-IN" dirty="0">
                <a:latin typeface="+mn-lt"/>
              </a:rPr>
              <a:t>Q.1 A sample of 77 individuals working at a particular office was selected and the noise level (</a:t>
            </a:r>
            <a:r>
              <a:rPr lang="en-IN" dirty="0" err="1">
                <a:latin typeface="+mn-lt"/>
              </a:rPr>
              <a:t>dBA</a:t>
            </a:r>
            <a:r>
              <a:rPr lang="en-IN" dirty="0">
                <a:latin typeface="+mn-lt"/>
              </a:rPr>
              <a:t>) experienced by everyone is the following data: </a:t>
            </a:r>
          </a:p>
          <a:p>
            <a:pPr algn="just"/>
            <a:endParaRPr lang="en-IN" dirty="0">
              <a:latin typeface="+mn-lt"/>
            </a:endParaRPr>
          </a:p>
        </p:txBody>
      </p:sp>
      <p:sp>
        <p:nvSpPr>
          <p:cNvPr id="5" name="Rectangle 6"/>
          <p:cNvSpPr>
            <a:spLocks noChangeArrowheads="1"/>
          </p:cNvSpPr>
          <p:nvPr/>
        </p:nvSpPr>
        <p:spPr bwMode="auto">
          <a:xfrm>
            <a:off x="1981200" y="2363689"/>
            <a:ext cx="76962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000" dirty="0">
                <a:ea typeface="Calibri" panose="020F0502020204030204" pitchFamily="34" charset="0"/>
              </a:rPr>
              <a:t>55.3, 55.3, 55.3, 55.9, 55.9, 55.9, 55.9, 56.1, 56.1, 56.1, 56.1, 56.1, 56.1, 56.8, 56.8, 57.0, 57.0, 57.0, 57.8, 57.8, 57.8, 57.9, 57.9, 57.9, 58.8, 58.8, 58.8, 59.8, 59.8, 59.8, 62.2, 62.2, 63.8, 63.8, 63.8, 63.9, 63.9, 63.9, 64.7, 64.7, 64.7, 65.1, 65.1, 65.1, 65.3, 65.3, 65.3, 65.3, 67.4, 67.4, 67.4, 67.4, 68.7, 68.7, 68.7, 68.7, 69.0, 70.4, 70.4, 71.2, 71.2, 71.2, 73.0, 73.0, 73.1, 73.1, 74.6, 74.6, 74.6, 74.6, 79.3, 79.3, 79.3, 79.3, 83.0, 83.0, 83.0. </a:t>
            </a:r>
            <a:endParaRPr lang="en-US" altLang="en-US" sz="2000" dirty="0"/>
          </a:p>
        </p:txBody>
      </p:sp>
      <p:sp>
        <p:nvSpPr>
          <p:cNvPr id="6" name="Rectangle 5"/>
          <p:cNvSpPr/>
          <p:nvPr/>
        </p:nvSpPr>
        <p:spPr>
          <a:xfrm>
            <a:off x="2140788" y="4618405"/>
            <a:ext cx="8876951" cy="1015663"/>
          </a:xfrm>
          <a:prstGeom prst="rect">
            <a:avLst/>
          </a:prstGeom>
        </p:spPr>
        <p:txBody>
          <a:bodyPr wrap="square">
            <a:spAutoFit/>
          </a:bodyPr>
          <a:lstStyle/>
          <a:p>
            <a:r>
              <a:rPr lang="en-US" sz="2000" dirty="0">
                <a:ea typeface="Times New Roman" panose="02020603050405020304" pitchFamily="18" charset="0"/>
              </a:rPr>
              <a:t>Find a)  Arithmetic Mean, SD, variance, and IQR </a:t>
            </a:r>
            <a:endParaRPr lang="en-IN" sz="2000" dirty="0">
              <a:ea typeface="Times New Roman" panose="02020603050405020304" pitchFamily="18" charset="0"/>
            </a:endParaRPr>
          </a:p>
          <a:p>
            <a:r>
              <a:rPr lang="en-US" sz="2000" dirty="0">
                <a:ea typeface="Times New Roman" panose="02020603050405020304" pitchFamily="18" charset="0"/>
              </a:rPr>
              <a:t>        b)  Draw box and whisker plot</a:t>
            </a:r>
            <a:endParaRPr lang="en-IN" sz="2000" dirty="0">
              <a:ea typeface="Times New Roman" panose="02020603050405020304" pitchFamily="18" charset="0"/>
            </a:endParaRPr>
          </a:p>
          <a:p>
            <a:r>
              <a:rPr lang="en-US" sz="2000" dirty="0">
                <a:ea typeface="Times New Roman" panose="02020603050405020304" pitchFamily="18" charset="0"/>
              </a:rPr>
              <a:t>        c)  Comment on the outliers, if any.</a:t>
            </a:r>
            <a:endParaRPr lang="en-IN" sz="2000" dirty="0">
              <a:ea typeface="Times New Roman" panose="02020603050405020304" pitchFamily="18" charset="0"/>
            </a:endParaRPr>
          </a:p>
        </p:txBody>
      </p:sp>
    </p:spTree>
    <p:extLst>
      <p:ext uri="{BB962C8B-B14F-4D97-AF65-F5344CB8AC3E}">
        <p14:creationId xmlns:p14="http://schemas.microsoft.com/office/powerpoint/2010/main" val="2475999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Discussion</a:t>
            </a:r>
            <a:endParaRPr lang="en-IN" dirty="0"/>
          </a:p>
        </p:txBody>
      </p:sp>
      <p:pic>
        <p:nvPicPr>
          <p:cNvPr id="5" name="Picture 4"/>
          <p:cNvPicPr/>
          <p:nvPr/>
        </p:nvPicPr>
        <p:blipFill>
          <a:blip r:embed="rId2"/>
          <a:stretch>
            <a:fillRect/>
          </a:stretch>
        </p:blipFill>
        <p:spPr>
          <a:xfrm>
            <a:off x="1219200" y="1066800"/>
            <a:ext cx="3505200" cy="2133600"/>
          </a:xfrm>
          <a:prstGeom prst="rect">
            <a:avLst/>
          </a:prstGeom>
        </p:spPr>
      </p:pic>
      <p:pic>
        <p:nvPicPr>
          <p:cNvPr id="6" name="Picture 5"/>
          <p:cNvPicPr/>
          <p:nvPr/>
        </p:nvPicPr>
        <p:blipFill>
          <a:blip r:embed="rId3"/>
          <a:stretch>
            <a:fillRect/>
          </a:stretch>
        </p:blipFill>
        <p:spPr>
          <a:xfrm>
            <a:off x="6400800" y="1374912"/>
            <a:ext cx="3873500" cy="2816089"/>
          </a:xfrm>
          <a:prstGeom prst="rect">
            <a:avLst/>
          </a:prstGeom>
        </p:spPr>
      </p:pic>
      <p:pic>
        <p:nvPicPr>
          <p:cNvPr id="7" name="Picture 6"/>
          <p:cNvPicPr/>
          <p:nvPr/>
        </p:nvPicPr>
        <p:blipFill>
          <a:blip r:embed="rId4"/>
          <a:stretch>
            <a:fillRect/>
          </a:stretch>
        </p:blipFill>
        <p:spPr>
          <a:xfrm>
            <a:off x="1219201" y="4800600"/>
            <a:ext cx="8686800" cy="1550809"/>
          </a:xfrm>
          <a:prstGeom prst="rect">
            <a:avLst/>
          </a:prstGeom>
        </p:spPr>
      </p:pic>
    </p:spTree>
    <p:extLst>
      <p:ext uri="{BB962C8B-B14F-4D97-AF65-F5344CB8AC3E}">
        <p14:creationId xmlns:p14="http://schemas.microsoft.com/office/powerpoint/2010/main" val="40431319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lstStyle/>
          <a:p>
            <a:r>
              <a:rPr lang="en-US" dirty="0"/>
              <a:t>Practice Problems:</a:t>
            </a:r>
            <a:endParaRPr lang="en-IN" dirty="0"/>
          </a:p>
        </p:txBody>
      </p:sp>
      <p:sp>
        <p:nvSpPr>
          <p:cNvPr id="5" name="Rectangle 4"/>
          <p:cNvSpPr/>
          <p:nvPr/>
        </p:nvSpPr>
        <p:spPr>
          <a:xfrm>
            <a:off x="838200" y="982177"/>
            <a:ext cx="10515600" cy="3554819"/>
          </a:xfrm>
          <a:prstGeom prst="rect">
            <a:avLst/>
          </a:prstGeom>
        </p:spPr>
        <p:txBody>
          <a:bodyPr wrap="square">
            <a:spAutoFit/>
          </a:bodyPr>
          <a:lstStyle/>
          <a:p>
            <a:pPr algn="just">
              <a:lnSpc>
                <a:spcPct val="150000"/>
              </a:lnSpc>
            </a:pPr>
            <a:r>
              <a:rPr lang="en-US" sz="2000" dirty="0"/>
              <a:t>Q.2 The data given below is the total fat, in grams per serving, for a sample of 20 chicken sandwiches from fast-food chains. </a:t>
            </a:r>
          </a:p>
          <a:p>
            <a:pPr algn="just">
              <a:lnSpc>
                <a:spcPct val="150000"/>
              </a:lnSpc>
            </a:pPr>
            <a:r>
              <a:rPr lang="en-US" sz="2000" dirty="0"/>
              <a:t>  7  8  4  5  16  20  20  24  19  30 23  30  25  19  29  29  30  30  40  56</a:t>
            </a:r>
          </a:p>
          <a:p>
            <a:pPr>
              <a:lnSpc>
                <a:spcPct val="150000"/>
              </a:lnSpc>
            </a:pPr>
            <a:r>
              <a:rPr lang="en-US" b="1" dirty="0"/>
              <a:t>a. </a:t>
            </a:r>
            <a:r>
              <a:rPr lang="en-US" dirty="0"/>
              <a:t>Compute the mean, median, first quartile, and third quartile.</a:t>
            </a:r>
          </a:p>
          <a:p>
            <a:pPr>
              <a:lnSpc>
                <a:spcPct val="150000"/>
              </a:lnSpc>
            </a:pPr>
            <a:r>
              <a:rPr lang="en-US" b="1" dirty="0"/>
              <a:t>b. </a:t>
            </a:r>
            <a:r>
              <a:rPr lang="en-US" dirty="0"/>
              <a:t>Compute the variance, standard deviation, range, interquartile range, Are there any outliers? Explain.</a:t>
            </a:r>
          </a:p>
          <a:p>
            <a:pPr>
              <a:lnSpc>
                <a:spcPct val="150000"/>
              </a:lnSpc>
            </a:pPr>
            <a:r>
              <a:rPr lang="en-US" b="1" dirty="0"/>
              <a:t>c. </a:t>
            </a:r>
            <a:r>
              <a:rPr lang="en-US" dirty="0"/>
              <a:t>Are the data skewed? If so, how?</a:t>
            </a:r>
          </a:p>
          <a:p>
            <a:pPr>
              <a:lnSpc>
                <a:spcPct val="150000"/>
              </a:lnSpc>
            </a:pPr>
            <a:r>
              <a:rPr lang="en-US" b="1" dirty="0"/>
              <a:t>d. </a:t>
            </a:r>
            <a:r>
              <a:rPr lang="en-US" dirty="0"/>
              <a:t>Based on the results of (a) through (c), what conclusions can you reach concerning the total fat of chicken sandwiches?</a:t>
            </a:r>
            <a:endParaRPr lang="en-US" sz="2000" dirty="0"/>
          </a:p>
        </p:txBody>
      </p:sp>
    </p:spTree>
    <p:extLst>
      <p:ext uri="{BB962C8B-B14F-4D97-AF65-F5344CB8AC3E}">
        <p14:creationId xmlns:p14="http://schemas.microsoft.com/office/powerpoint/2010/main" val="36483100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US" kern="0" dirty="0">
                <a:latin typeface="+mn-lt"/>
              </a:rPr>
            </a:br>
            <a:r>
              <a:rPr lang="en-US" kern="0" dirty="0">
                <a:latin typeface="+mn-lt"/>
              </a:rPr>
              <a:t>Practice Problem:</a:t>
            </a:r>
            <a:br>
              <a:rPr lang="en-US" kern="0" dirty="0">
                <a:latin typeface="+mn-lt"/>
              </a:rPr>
            </a:br>
            <a:endParaRPr lang="en-IN" dirty="0">
              <a:latin typeface="+mn-lt"/>
            </a:endParaRPr>
          </a:p>
        </p:txBody>
      </p:sp>
      <p:sp>
        <p:nvSpPr>
          <p:cNvPr id="3" name="Text Placeholder 2"/>
          <p:cNvSpPr>
            <a:spLocks noGrp="1"/>
          </p:cNvSpPr>
          <p:nvPr>
            <p:ph type="body" sz="quarter" idx="13"/>
          </p:nvPr>
        </p:nvSpPr>
        <p:spPr>
          <a:xfrm>
            <a:off x="857739" y="1600201"/>
            <a:ext cx="10160000" cy="1600199"/>
          </a:xfrm>
        </p:spPr>
        <p:txBody>
          <a:bodyPr/>
          <a:lstStyle/>
          <a:p>
            <a:pPr marL="0" indent="0">
              <a:buNone/>
            </a:pPr>
            <a:r>
              <a:rPr lang="en-US" dirty="0">
                <a:latin typeface="+mn-lt"/>
              </a:rPr>
              <a:t>Q.3  The following data represent the battery life (in shots) for three pixel digital cameras:</a:t>
            </a:r>
          </a:p>
          <a:p>
            <a:pPr marL="0" indent="0">
              <a:buNone/>
            </a:pPr>
            <a:r>
              <a:rPr lang="en-US" dirty="0">
                <a:latin typeface="+mn-lt"/>
              </a:rPr>
              <a:t>	300 	180 	85 	170 	380 	460	260 	35 	380 	120 	110 	240</a:t>
            </a:r>
          </a:p>
          <a:p>
            <a:pPr>
              <a:buFont typeface="Wingdings" panose="05000000000000000000" pitchFamily="2" charset="2"/>
              <a:buChar char="Ø"/>
            </a:pPr>
            <a:r>
              <a:rPr lang="en-US" dirty="0">
                <a:latin typeface="+mn-lt"/>
              </a:rPr>
              <a:t>List the Five-point summary.</a:t>
            </a:r>
          </a:p>
          <a:p>
            <a:endParaRPr lang="en-IN" dirty="0"/>
          </a:p>
        </p:txBody>
      </p:sp>
      <p:sp>
        <p:nvSpPr>
          <p:cNvPr id="5" name="Rectangle 4"/>
          <p:cNvSpPr/>
          <p:nvPr/>
        </p:nvSpPr>
        <p:spPr>
          <a:xfrm>
            <a:off x="857739" y="3358277"/>
            <a:ext cx="10267461" cy="2585323"/>
          </a:xfrm>
          <a:prstGeom prst="rect">
            <a:avLst/>
          </a:prstGeom>
        </p:spPr>
        <p:txBody>
          <a:bodyPr wrap="square">
            <a:spAutoFit/>
          </a:bodyPr>
          <a:lstStyle/>
          <a:p>
            <a:r>
              <a:rPr lang="en-US" dirty="0"/>
              <a:t>Q.4 For the data set below: </a:t>
            </a:r>
          </a:p>
          <a:p>
            <a:endParaRPr lang="en-US" dirty="0"/>
          </a:p>
          <a:p>
            <a:endParaRPr lang="en-US" dirty="0"/>
          </a:p>
          <a:p>
            <a:endParaRPr lang="en-US" dirty="0"/>
          </a:p>
          <a:p>
            <a:r>
              <a:rPr lang="en-US" b="1" dirty="0"/>
              <a:t>a. </a:t>
            </a:r>
            <a:r>
              <a:rPr lang="en-US" dirty="0"/>
              <a:t>Obtain and interpret the quartiles. </a:t>
            </a:r>
          </a:p>
          <a:p>
            <a:r>
              <a:rPr lang="en-US" b="1" dirty="0"/>
              <a:t>b.</a:t>
            </a:r>
            <a:r>
              <a:rPr lang="en-US" dirty="0"/>
              <a:t> Determine and interpret the interquartile range.</a:t>
            </a:r>
            <a:r>
              <a:rPr lang="en-US" b="1" dirty="0"/>
              <a:t> </a:t>
            </a:r>
          </a:p>
          <a:p>
            <a:r>
              <a:rPr lang="en-US" b="1" dirty="0"/>
              <a:t>c.</a:t>
            </a:r>
            <a:r>
              <a:rPr lang="en-US" dirty="0"/>
              <a:t> Find and interpret the five-number(point) summary. </a:t>
            </a:r>
          </a:p>
          <a:p>
            <a:r>
              <a:rPr lang="en-US" b="1" dirty="0"/>
              <a:t>d.</a:t>
            </a:r>
            <a:r>
              <a:rPr lang="en-US" dirty="0"/>
              <a:t> Identify potential outliers, if any. </a:t>
            </a:r>
          </a:p>
          <a:p>
            <a:r>
              <a:rPr lang="en-US" b="1" dirty="0"/>
              <a:t>e.</a:t>
            </a:r>
            <a:r>
              <a:rPr lang="en-US" dirty="0"/>
              <a:t> Construct and interpret a boxplot.</a:t>
            </a:r>
          </a:p>
        </p:txBody>
      </p:sp>
      <p:graphicFrame>
        <p:nvGraphicFramePr>
          <p:cNvPr id="6" name="Table 5"/>
          <p:cNvGraphicFramePr>
            <a:graphicFrameLocks noGrp="1"/>
          </p:cNvGraphicFramePr>
          <p:nvPr/>
        </p:nvGraphicFramePr>
        <p:xfrm>
          <a:off x="1981200" y="3972560"/>
          <a:ext cx="8458200" cy="370840"/>
        </p:xfrm>
        <a:graphic>
          <a:graphicData uri="http://schemas.openxmlformats.org/drawingml/2006/table">
            <a:tbl>
              <a:tblPr firstRow="1" bandRow="1">
                <a:tableStyleId>{5940675A-B579-460E-94D1-54222C63F5DA}</a:tableStyleId>
              </a:tblPr>
              <a:tblGrid>
                <a:gridCol w="422910">
                  <a:extLst>
                    <a:ext uri="{9D8B030D-6E8A-4147-A177-3AD203B41FA5}">
                      <a16:colId xmlns:a16="http://schemas.microsoft.com/office/drawing/2014/main" val="20000"/>
                    </a:ext>
                  </a:extLst>
                </a:gridCol>
                <a:gridCol w="422910">
                  <a:extLst>
                    <a:ext uri="{9D8B030D-6E8A-4147-A177-3AD203B41FA5}">
                      <a16:colId xmlns:a16="http://schemas.microsoft.com/office/drawing/2014/main" val="20001"/>
                    </a:ext>
                  </a:extLst>
                </a:gridCol>
                <a:gridCol w="422910">
                  <a:extLst>
                    <a:ext uri="{9D8B030D-6E8A-4147-A177-3AD203B41FA5}">
                      <a16:colId xmlns:a16="http://schemas.microsoft.com/office/drawing/2014/main" val="20002"/>
                    </a:ext>
                  </a:extLst>
                </a:gridCol>
                <a:gridCol w="422910">
                  <a:extLst>
                    <a:ext uri="{9D8B030D-6E8A-4147-A177-3AD203B41FA5}">
                      <a16:colId xmlns:a16="http://schemas.microsoft.com/office/drawing/2014/main" val="20003"/>
                    </a:ext>
                  </a:extLst>
                </a:gridCol>
                <a:gridCol w="422910">
                  <a:extLst>
                    <a:ext uri="{9D8B030D-6E8A-4147-A177-3AD203B41FA5}">
                      <a16:colId xmlns:a16="http://schemas.microsoft.com/office/drawing/2014/main" val="20004"/>
                    </a:ext>
                  </a:extLst>
                </a:gridCol>
                <a:gridCol w="422910">
                  <a:extLst>
                    <a:ext uri="{9D8B030D-6E8A-4147-A177-3AD203B41FA5}">
                      <a16:colId xmlns:a16="http://schemas.microsoft.com/office/drawing/2014/main" val="20005"/>
                    </a:ext>
                  </a:extLst>
                </a:gridCol>
                <a:gridCol w="422910">
                  <a:extLst>
                    <a:ext uri="{9D8B030D-6E8A-4147-A177-3AD203B41FA5}">
                      <a16:colId xmlns:a16="http://schemas.microsoft.com/office/drawing/2014/main" val="20006"/>
                    </a:ext>
                  </a:extLst>
                </a:gridCol>
                <a:gridCol w="422910">
                  <a:extLst>
                    <a:ext uri="{9D8B030D-6E8A-4147-A177-3AD203B41FA5}">
                      <a16:colId xmlns:a16="http://schemas.microsoft.com/office/drawing/2014/main" val="20007"/>
                    </a:ext>
                  </a:extLst>
                </a:gridCol>
                <a:gridCol w="422910">
                  <a:extLst>
                    <a:ext uri="{9D8B030D-6E8A-4147-A177-3AD203B41FA5}">
                      <a16:colId xmlns:a16="http://schemas.microsoft.com/office/drawing/2014/main" val="20008"/>
                    </a:ext>
                  </a:extLst>
                </a:gridCol>
                <a:gridCol w="422910">
                  <a:extLst>
                    <a:ext uri="{9D8B030D-6E8A-4147-A177-3AD203B41FA5}">
                      <a16:colId xmlns:a16="http://schemas.microsoft.com/office/drawing/2014/main" val="20009"/>
                    </a:ext>
                  </a:extLst>
                </a:gridCol>
                <a:gridCol w="422910">
                  <a:extLst>
                    <a:ext uri="{9D8B030D-6E8A-4147-A177-3AD203B41FA5}">
                      <a16:colId xmlns:a16="http://schemas.microsoft.com/office/drawing/2014/main" val="20010"/>
                    </a:ext>
                  </a:extLst>
                </a:gridCol>
                <a:gridCol w="422910">
                  <a:extLst>
                    <a:ext uri="{9D8B030D-6E8A-4147-A177-3AD203B41FA5}">
                      <a16:colId xmlns:a16="http://schemas.microsoft.com/office/drawing/2014/main" val="20011"/>
                    </a:ext>
                  </a:extLst>
                </a:gridCol>
                <a:gridCol w="422910">
                  <a:extLst>
                    <a:ext uri="{9D8B030D-6E8A-4147-A177-3AD203B41FA5}">
                      <a16:colId xmlns:a16="http://schemas.microsoft.com/office/drawing/2014/main" val="20012"/>
                    </a:ext>
                  </a:extLst>
                </a:gridCol>
                <a:gridCol w="422910">
                  <a:extLst>
                    <a:ext uri="{9D8B030D-6E8A-4147-A177-3AD203B41FA5}">
                      <a16:colId xmlns:a16="http://schemas.microsoft.com/office/drawing/2014/main" val="20013"/>
                    </a:ext>
                  </a:extLst>
                </a:gridCol>
                <a:gridCol w="422910">
                  <a:extLst>
                    <a:ext uri="{9D8B030D-6E8A-4147-A177-3AD203B41FA5}">
                      <a16:colId xmlns:a16="http://schemas.microsoft.com/office/drawing/2014/main" val="20014"/>
                    </a:ext>
                  </a:extLst>
                </a:gridCol>
                <a:gridCol w="422910">
                  <a:extLst>
                    <a:ext uri="{9D8B030D-6E8A-4147-A177-3AD203B41FA5}">
                      <a16:colId xmlns:a16="http://schemas.microsoft.com/office/drawing/2014/main" val="20015"/>
                    </a:ext>
                  </a:extLst>
                </a:gridCol>
                <a:gridCol w="422910">
                  <a:extLst>
                    <a:ext uri="{9D8B030D-6E8A-4147-A177-3AD203B41FA5}">
                      <a16:colId xmlns:a16="http://schemas.microsoft.com/office/drawing/2014/main" val="20016"/>
                    </a:ext>
                  </a:extLst>
                </a:gridCol>
                <a:gridCol w="422910">
                  <a:extLst>
                    <a:ext uri="{9D8B030D-6E8A-4147-A177-3AD203B41FA5}">
                      <a16:colId xmlns:a16="http://schemas.microsoft.com/office/drawing/2014/main" val="20017"/>
                    </a:ext>
                  </a:extLst>
                </a:gridCol>
                <a:gridCol w="422910">
                  <a:extLst>
                    <a:ext uri="{9D8B030D-6E8A-4147-A177-3AD203B41FA5}">
                      <a16:colId xmlns:a16="http://schemas.microsoft.com/office/drawing/2014/main" val="20018"/>
                    </a:ext>
                  </a:extLst>
                </a:gridCol>
                <a:gridCol w="422910">
                  <a:extLst>
                    <a:ext uri="{9D8B030D-6E8A-4147-A177-3AD203B41FA5}">
                      <a16:colId xmlns:a16="http://schemas.microsoft.com/office/drawing/2014/main" val="20019"/>
                    </a:ext>
                  </a:extLst>
                </a:gridCol>
              </a:tblGrid>
              <a:tr h="370840">
                <a:tc>
                  <a:txBody>
                    <a:bodyPr/>
                    <a:lstStyle/>
                    <a:p>
                      <a:r>
                        <a:rPr lang="en-US" sz="1600" dirty="0"/>
                        <a:t>82</a:t>
                      </a:r>
                    </a:p>
                  </a:txBody>
                  <a:tcPr/>
                </a:tc>
                <a:tc>
                  <a:txBody>
                    <a:bodyPr/>
                    <a:lstStyle/>
                    <a:p>
                      <a:r>
                        <a:rPr lang="en-US" sz="1600" dirty="0"/>
                        <a:t>45</a:t>
                      </a:r>
                    </a:p>
                  </a:txBody>
                  <a:tcPr/>
                </a:tc>
                <a:tc>
                  <a:txBody>
                    <a:bodyPr/>
                    <a:lstStyle/>
                    <a:p>
                      <a:r>
                        <a:rPr lang="en-US" sz="1600" dirty="0"/>
                        <a:t>64</a:t>
                      </a:r>
                    </a:p>
                  </a:txBody>
                  <a:tcPr/>
                </a:tc>
                <a:tc>
                  <a:txBody>
                    <a:bodyPr/>
                    <a:lstStyle/>
                    <a:p>
                      <a:r>
                        <a:rPr lang="en-US" sz="1600" dirty="0"/>
                        <a:t>80</a:t>
                      </a:r>
                    </a:p>
                  </a:txBody>
                  <a:tcPr/>
                </a:tc>
                <a:tc>
                  <a:txBody>
                    <a:bodyPr/>
                    <a:lstStyle/>
                    <a:p>
                      <a:r>
                        <a:rPr lang="en-US" sz="1600" dirty="0"/>
                        <a:t>82</a:t>
                      </a:r>
                    </a:p>
                  </a:txBody>
                  <a:tcPr/>
                </a:tc>
                <a:tc>
                  <a:txBody>
                    <a:bodyPr/>
                    <a:lstStyle/>
                    <a:p>
                      <a:r>
                        <a:rPr lang="en-US" sz="1600" dirty="0"/>
                        <a:t>74</a:t>
                      </a:r>
                    </a:p>
                  </a:txBody>
                  <a:tcPr/>
                </a:tc>
                <a:tc>
                  <a:txBody>
                    <a:bodyPr/>
                    <a:lstStyle/>
                    <a:p>
                      <a:r>
                        <a:rPr lang="en-US" sz="1600" dirty="0"/>
                        <a:t>79</a:t>
                      </a:r>
                    </a:p>
                  </a:txBody>
                  <a:tcPr/>
                </a:tc>
                <a:tc>
                  <a:txBody>
                    <a:bodyPr/>
                    <a:lstStyle/>
                    <a:p>
                      <a:r>
                        <a:rPr lang="en-US" sz="1600" dirty="0"/>
                        <a:t>80</a:t>
                      </a:r>
                    </a:p>
                  </a:txBody>
                  <a:tcPr/>
                </a:tc>
                <a:tc>
                  <a:txBody>
                    <a:bodyPr/>
                    <a:lstStyle/>
                    <a:p>
                      <a:r>
                        <a:rPr lang="en-US" sz="1600" dirty="0"/>
                        <a:t>80</a:t>
                      </a:r>
                    </a:p>
                  </a:txBody>
                  <a:tcPr/>
                </a:tc>
                <a:tc>
                  <a:txBody>
                    <a:bodyPr/>
                    <a:lstStyle/>
                    <a:p>
                      <a:r>
                        <a:rPr lang="en-US" sz="1600" dirty="0"/>
                        <a:t>78</a:t>
                      </a:r>
                    </a:p>
                  </a:txBody>
                  <a:tcPr/>
                </a:tc>
                <a:tc>
                  <a:txBody>
                    <a:bodyPr/>
                    <a:lstStyle/>
                    <a:p>
                      <a:r>
                        <a:rPr lang="en-US" sz="1600" dirty="0"/>
                        <a:t>80</a:t>
                      </a:r>
                    </a:p>
                  </a:txBody>
                  <a:tcPr/>
                </a:tc>
                <a:tc>
                  <a:txBody>
                    <a:bodyPr/>
                    <a:lstStyle/>
                    <a:p>
                      <a:r>
                        <a:rPr lang="en-US" sz="1600" dirty="0"/>
                        <a:t>80</a:t>
                      </a:r>
                    </a:p>
                  </a:txBody>
                  <a:tcPr/>
                </a:tc>
                <a:tc>
                  <a:txBody>
                    <a:bodyPr/>
                    <a:lstStyle/>
                    <a:p>
                      <a:r>
                        <a:rPr lang="en-US" sz="1600" dirty="0"/>
                        <a:t>48</a:t>
                      </a:r>
                    </a:p>
                  </a:txBody>
                  <a:tcPr/>
                </a:tc>
                <a:tc>
                  <a:txBody>
                    <a:bodyPr/>
                    <a:lstStyle/>
                    <a:p>
                      <a:r>
                        <a:rPr lang="en-US" sz="1600" dirty="0"/>
                        <a:t>73</a:t>
                      </a:r>
                    </a:p>
                  </a:txBody>
                  <a:tcPr/>
                </a:tc>
                <a:tc>
                  <a:txBody>
                    <a:bodyPr/>
                    <a:lstStyle/>
                    <a:p>
                      <a:r>
                        <a:rPr lang="en-US" sz="1600" dirty="0"/>
                        <a:t>80</a:t>
                      </a:r>
                    </a:p>
                  </a:txBody>
                  <a:tcPr/>
                </a:tc>
                <a:tc>
                  <a:txBody>
                    <a:bodyPr/>
                    <a:lstStyle/>
                    <a:p>
                      <a:r>
                        <a:rPr lang="en-US" sz="1600" dirty="0"/>
                        <a:t>79</a:t>
                      </a:r>
                    </a:p>
                  </a:txBody>
                  <a:tcPr/>
                </a:tc>
                <a:tc>
                  <a:txBody>
                    <a:bodyPr/>
                    <a:lstStyle/>
                    <a:p>
                      <a:r>
                        <a:rPr lang="en-US" sz="1600" dirty="0"/>
                        <a:t>81</a:t>
                      </a:r>
                    </a:p>
                  </a:txBody>
                  <a:tcPr/>
                </a:tc>
                <a:tc>
                  <a:txBody>
                    <a:bodyPr/>
                    <a:lstStyle/>
                    <a:p>
                      <a:r>
                        <a:rPr lang="en-US" sz="1600" dirty="0"/>
                        <a:t>70</a:t>
                      </a:r>
                    </a:p>
                  </a:txBody>
                  <a:tcPr/>
                </a:tc>
                <a:tc>
                  <a:txBody>
                    <a:bodyPr/>
                    <a:lstStyle/>
                    <a:p>
                      <a:r>
                        <a:rPr lang="en-US" sz="1600" dirty="0"/>
                        <a:t>78</a:t>
                      </a:r>
                    </a:p>
                  </a:txBody>
                  <a:tcPr/>
                </a:tc>
                <a:tc>
                  <a:txBody>
                    <a:bodyPr/>
                    <a:lstStyle/>
                    <a:p>
                      <a:r>
                        <a:rPr lang="en-US" sz="1600" dirty="0"/>
                        <a:t>73</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683416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10160000" cy="764364"/>
          </a:xfrm>
        </p:spPr>
        <p:txBody>
          <a:bodyPr>
            <a:normAutofit fontScale="90000"/>
          </a:bodyPr>
          <a:lstStyle/>
          <a:p>
            <a:br>
              <a:rPr lang="en-US" kern="0" dirty="0"/>
            </a:br>
            <a:r>
              <a:rPr lang="en-US" kern="0" dirty="0"/>
              <a:t>Practice Problem:</a:t>
            </a:r>
            <a:br>
              <a:rPr lang="en-US" kern="0" dirty="0"/>
            </a:br>
            <a:endParaRPr lang="en-IN" dirty="0"/>
          </a:p>
        </p:txBody>
      </p:sp>
      <p:sp>
        <p:nvSpPr>
          <p:cNvPr id="3" name="Text Placeholder 2"/>
          <p:cNvSpPr>
            <a:spLocks noGrp="1"/>
          </p:cNvSpPr>
          <p:nvPr>
            <p:ph type="body" sz="quarter" idx="13"/>
          </p:nvPr>
        </p:nvSpPr>
        <p:spPr>
          <a:xfrm>
            <a:off x="857739" y="1143001"/>
            <a:ext cx="10160000" cy="4343400"/>
          </a:xfrm>
        </p:spPr>
        <p:txBody>
          <a:bodyPr>
            <a:normAutofit fontScale="92500" lnSpcReduction="10000"/>
          </a:bodyPr>
          <a:lstStyle/>
          <a:p>
            <a:pPr marL="0" indent="0" algn="just">
              <a:buNone/>
            </a:pPr>
            <a:r>
              <a:rPr lang="en-US" sz="1900" dirty="0">
                <a:latin typeface="+mn-lt"/>
              </a:rPr>
              <a:t>Q.5 A bank branch located in a commercial place of a city has developed an improved process for serving customers during the noon-to-1:00 p.m. lunch period. The waiting time, in minutes (defined as the time the customer enters the line to when he or she reaches the teller window), of a sample of 15 customers during this hour is recorded over a period of one week. The results are: 4.21,  5.55, 3.02, 5.13, 4.77,  2.34,  3.54,  3.20, 4.50, 6.10, 0.38, 5.12,  6.46,  6.19,  3.79.</a:t>
            </a:r>
          </a:p>
          <a:p>
            <a:pPr marL="0" indent="0">
              <a:buNone/>
            </a:pPr>
            <a:r>
              <a:rPr lang="en-US" sz="1900" dirty="0">
                <a:latin typeface="+mn-lt"/>
              </a:rPr>
              <a:t>Another branch, located in a residential area, is also concerned with the noon-to-1 p.m. lunch hour. The waiting time, in of a sample of 15 customers during this hour is recorded over a period of one week. The results are listed below: 9.66, 5.90, 8.02, 5.79, 8.73, 3.82, 8.01, 8.35, 10.49, 6.68, 5.64, 4.08, 6.17, 9.91, 5.47.</a:t>
            </a:r>
          </a:p>
          <a:p>
            <a:endParaRPr lang="en-US" sz="1900" b="1" dirty="0">
              <a:latin typeface="+mn-lt"/>
            </a:endParaRPr>
          </a:p>
          <a:p>
            <a:pPr marL="0" indent="0" algn="just">
              <a:buNone/>
            </a:pPr>
            <a:r>
              <a:rPr lang="en-US" sz="1900" b="1" dirty="0">
                <a:latin typeface="+mn-lt"/>
              </a:rPr>
              <a:t>a. </a:t>
            </a:r>
            <a:r>
              <a:rPr lang="en-US" sz="1900" dirty="0">
                <a:latin typeface="+mn-lt"/>
              </a:rPr>
              <a:t>List the five-number summaries of the waiting times at the two bank branches.</a:t>
            </a:r>
          </a:p>
          <a:p>
            <a:pPr marL="0" indent="0" algn="just">
              <a:buNone/>
            </a:pPr>
            <a:r>
              <a:rPr lang="en-US" sz="1900" b="1" dirty="0">
                <a:latin typeface="+mn-lt"/>
              </a:rPr>
              <a:t>b. </a:t>
            </a:r>
            <a:r>
              <a:rPr lang="en-US" sz="1900" dirty="0">
                <a:latin typeface="+mn-lt"/>
              </a:rPr>
              <a:t>Construct box-and-whisker plots and describe the shape of the distribution of each for the two bank branches.</a:t>
            </a:r>
          </a:p>
          <a:p>
            <a:pPr marL="0" indent="0" algn="just">
              <a:buNone/>
            </a:pPr>
            <a:r>
              <a:rPr lang="en-US" sz="1900" b="1" dirty="0">
                <a:latin typeface="+mn-lt"/>
              </a:rPr>
              <a:t>c. </a:t>
            </a:r>
            <a:r>
              <a:rPr lang="en-US" sz="1900" dirty="0">
                <a:latin typeface="+mn-lt"/>
              </a:rPr>
              <a:t>What similarities and differences are there in the distributions of the waiting time at the two bank branches?</a:t>
            </a:r>
          </a:p>
          <a:p>
            <a:endParaRPr lang="en-IN" dirty="0"/>
          </a:p>
        </p:txBody>
      </p:sp>
    </p:spTree>
    <p:extLst>
      <p:ext uri="{BB962C8B-B14F-4D97-AF65-F5344CB8AC3E}">
        <p14:creationId xmlns:p14="http://schemas.microsoft.com/office/powerpoint/2010/main" val="2829383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g20eba3b860f_0_98"/>
          <p:cNvSpPr txBox="1">
            <a:spLocks noGrp="1"/>
          </p:cNvSpPr>
          <p:nvPr>
            <p:ph type="title"/>
          </p:nvPr>
        </p:nvSpPr>
        <p:spPr>
          <a:xfrm>
            <a:off x="7887900" y="5191200"/>
            <a:ext cx="3770700" cy="9048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50860"/>
              </a:buClr>
              <a:buSzPct val="100000"/>
              <a:buFont typeface="Helvetica Neue"/>
              <a:buNone/>
            </a:pPr>
            <a:r>
              <a:rPr lang="en-US" dirty="0"/>
              <a:t>Thank You!</a:t>
            </a:r>
            <a:endParaRPr dirty="0"/>
          </a:p>
        </p:txBody>
      </p:sp>
    </p:spTree>
    <p:extLst>
      <p:ext uri="{BB962C8B-B14F-4D97-AF65-F5344CB8AC3E}">
        <p14:creationId xmlns:p14="http://schemas.microsoft.com/office/powerpoint/2010/main" val="4209639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Props1.xml><?xml version="1.0" encoding="utf-8"?>
<ds:datastoreItem xmlns:ds="http://schemas.openxmlformats.org/officeDocument/2006/customXml" ds:itemID="{BCE8259F-348E-412C-A2AD-273A8165308B}"/>
</file>

<file path=customXml/itemProps2.xml><?xml version="1.0" encoding="utf-8"?>
<ds:datastoreItem xmlns:ds="http://schemas.openxmlformats.org/officeDocument/2006/customXml" ds:itemID="{FD823727-D9CA-4B4C-9DD2-A1F41E86EBD4}"/>
</file>

<file path=customXml/itemProps3.xml><?xml version="1.0" encoding="utf-8"?>
<ds:datastoreItem xmlns:ds="http://schemas.openxmlformats.org/officeDocument/2006/customXml" ds:itemID="{5ACEF708-A86F-42CC-92A2-A71DBC9D1C9F}"/>
</file>

<file path=docProps/app.xml><?xml version="1.0" encoding="utf-8"?>
<Properties xmlns="http://schemas.openxmlformats.org/officeDocument/2006/extended-properties" xmlns:vt="http://schemas.openxmlformats.org/officeDocument/2006/docPropsVTypes">
  <Template>Office Theme</Template>
  <TotalTime>15646</TotalTime>
  <Words>3773</Words>
  <Application>Microsoft Office PowerPoint</Application>
  <PresentationFormat>Widescreen</PresentationFormat>
  <Paragraphs>612</Paragraphs>
  <Slides>55</Slides>
  <Notes>5</Notes>
  <HiddenSlides>0</HiddenSlides>
  <MMClips>0</MMClips>
  <ScaleCrop>false</ScaleCrop>
  <HeadingPairs>
    <vt:vector size="8" baseType="variant">
      <vt:variant>
        <vt:lpstr>Fonts Used</vt:lpstr>
      </vt:variant>
      <vt:variant>
        <vt:i4>15</vt:i4>
      </vt:variant>
      <vt:variant>
        <vt:lpstr>Theme</vt:lpstr>
      </vt:variant>
      <vt:variant>
        <vt:i4>3</vt:i4>
      </vt:variant>
      <vt:variant>
        <vt:lpstr>Embedded OLE Servers</vt:lpstr>
      </vt:variant>
      <vt:variant>
        <vt:i4>1</vt:i4>
      </vt:variant>
      <vt:variant>
        <vt:lpstr>Slide Titles</vt:lpstr>
      </vt:variant>
      <vt:variant>
        <vt:i4>55</vt:i4>
      </vt:variant>
    </vt:vector>
  </HeadingPairs>
  <TitlesOfParts>
    <vt:vector size="74" baseType="lpstr">
      <vt:lpstr>Arial</vt:lpstr>
      <vt:lpstr>Arial MT</vt:lpstr>
      <vt:lpstr>Calibri</vt:lpstr>
      <vt:lpstr>Calibri Light</vt:lpstr>
      <vt:lpstr>Cambria</vt:lpstr>
      <vt:lpstr>Cambria Math</vt:lpstr>
      <vt:lpstr>Courier New</vt:lpstr>
      <vt:lpstr>Helvetica</vt:lpstr>
      <vt:lpstr>Helvetica Light</vt:lpstr>
      <vt:lpstr>Helvetica LT Std Cond Light</vt:lpstr>
      <vt:lpstr>Helvetica Neue</vt:lpstr>
      <vt:lpstr>Tahoma</vt:lpstr>
      <vt:lpstr>Times New Roman</vt:lpstr>
      <vt:lpstr>Verdana</vt:lpstr>
      <vt:lpstr>Wingdings</vt:lpstr>
      <vt:lpstr>Office Theme</vt:lpstr>
      <vt:lpstr>1_Office Theme</vt:lpstr>
      <vt:lpstr>2_Office Theme</vt:lpstr>
      <vt:lpstr>Equation</vt:lpstr>
      <vt:lpstr>Introduction to Statistical Methods(ISM)</vt:lpstr>
      <vt:lpstr>PowerPoint Presentation</vt:lpstr>
      <vt:lpstr> Overview of the course </vt:lpstr>
      <vt:lpstr> TEXT BOOKS </vt:lpstr>
      <vt:lpstr>Evaluation Components </vt:lpstr>
      <vt:lpstr> Module 1: (Basic Probability &amp; Statistics) </vt:lpstr>
      <vt:lpstr>Statistics</vt:lpstr>
      <vt:lpstr> Statistics </vt:lpstr>
      <vt:lpstr>Data - Types</vt:lpstr>
      <vt:lpstr>Levels of Data Measurement</vt:lpstr>
      <vt:lpstr>Variables</vt:lpstr>
      <vt:lpstr>Example</vt:lpstr>
      <vt:lpstr>Measures of Central Tendency</vt:lpstr>
      <vt:lpstr>      Mean</vt:lpstr>
      <vt:lpstr>Mean: Ungrouped Data</vt:lpstr>
      <vt:lpstr>Mean: Frequency distribution</vt:lpstr>
      <vt:lpstr> Mean</vt:lpstr>
      <vt:lpstr>The Mode</vt:lpstr>
      <vt:lpstr>Mode</vt:lpstr>
      <vt:lpstr>The Median</vt:lpstr>
      <vt:lpstr>Median</vt:lpstr>
      <vt:lpstr>The Median</vt:lpstr>
      <vt:lpstr>Data distribution-Skew (Asymmetry) &amp; Symmetry</vt:lpstr>
      <vt:lpstr> Why mean(measure of central tendency) is not enough? </vt:lpstr>
      <vt:lpstr>PowerPoint Presentation</vt:lpstr>
      <vt:lpstr>PowerPoint Presentation</vt:lpstr>
      <vt:lpstr>Do we need any other measure?</vt:lpstr>
      <vt:lpstr>Measure of Variability</vt:lpstr>
      <vt:lpstr>The Ranges</vt:lpstr>
      <vt:lpstr>The Standard Deviation</vt:lpstr>
      <vt:lpstr>The Standard Deviation</vt:lpstr>
      <vt:lpstr>The Standard Deviation</vt:lpstr>
      <vt:lpstr>The Standard Deviation</vt:lpstr>
      <vt:lpstr>The Variance</vt:lpstr>
      <vt:lpstr>The Population Variance</vt:lpstr>
      <vt:lpstr>PowerPoint Presentation</vt:lpstr>
      <vt:lpstr>PowerPoint Presentation</vt:lpstr>
      <vt:lpstr>Standard Deviation and Variance for a Sample</vt:lpstr>
      <vt:lpstr> Sample  Standard Deviation and Variance </vt:lpstr>
      <vt:lpstr>Learning Check</vt:lpstr>
      <vt:lpstr>Learning Check</vt:lpstr>
      <vt:lpstr>Descriptive Statistics</vt:lpstr>
      <vt:lpstr>Five point summary of Data</vt:lpstr>
      <vt:lpstr>Interquartile range (IQR) &amp; Quartile Deviation (QD)</vt:lpstr>
      <vt:lpstr> Box and Whisker plot </vt:lpstr>
      <vt:lpstr> Box and Whisker plot </vt:lpstr>
      <vt:lpstr>Detection of outliers</vt:lpstr>
      <vt:lpstr>Potential outliers</vt:lpstr>
      <vt:lpstr>Summary</vt:lpstr>
      <vt:lpstr>Practice Problem:</vt:lpstr>
      <vt:lpstr>Discussion</vt:lpstr>
      <vt:lpstr>Practice Problems:</vt:lpstr>
      <vt:lpstr> Practice Problem: </vt:lpstr>
      <vt:lpstr> Practice Problem: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Srinath Naidu .</cp:lastModifiedBy>
  <cp:revision>543</cp:revision>
  <dcterms:created xsi:type="dcterms:W3CDTF">2018-10-16T06:13:57Z</dcterms:created>
  <dcterms:modified xsi:type="dcterms:W3CDTF">2026-05-02T11:02:43Z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