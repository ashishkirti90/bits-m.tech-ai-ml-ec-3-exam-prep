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72" r:id="rId4"/>
    <p:sldMasterId id="2147483790" r:id="rId5"/>
  </p:sldMasterIdLst>
  <p:notesMasterIdLst>
    <p:notesMasterId r:id="rId59"/>
  </p:notesMasterIdLst>
  <p:sldIdLst>
    <p:sldId id="1615" r:id="rId6"/>
    <p:sldId id="1616" r:id="rId7"/>
    <p:sldId id="1554" r:id="rId8"/>
    <p:sldId id="356" r:id="rId9"/>
    <p:sldId id="260" r:id="rId10"/>
    <p:sldId id="261" r:id="rId11"/>
    <p:sldId id="1617" r:id="rId12"/>
    <p:sldId id="1618" r:id="rId13"/>
    <p:sldId id="1583" r:id="rId14"/>
    <p:sldId id="1620" r:id="rId15"/>
    <p:sldId id="1622" r:id="rId16"/>
    <p:sldId id="1623" r:id="rId17"/>
    <p:sldId id="1624" r:id="rId18"/>
    <p:sldId id="1591" r:id="rId19"/>
    <p:sldId id="1592" r:id="rId20"/>
    <p:sldId id="1614" r:id="rId21"/>
    <p:sldId id="361" r:id="rId22"/>
    <p:sldId id="1569" r:id="rId23"/>
    <p:sldId id="1570" r:id="rId24"/>
    <p:sldId id="1572" r:id="rId25"/>
    <p:sldId id="1573" r:id="rId26"/>
    <p:sldId id="1599" r:id="rId27"/>
    <p:sldId id="1600" r:id="rId28"/>
    <p:sldId id="364" r:id="rId29"/>
    <p:sldId id="1565" r:id="rId30"/>
    <p:sldId id="1566" r:id="rId31"/>
    <p:sldId id="278" r:id="rId32"/>
    <p:sldId id="368" r:id="rId33"/>
    <p:sldId id="369" r:id="rId34"/>
    <p:sldId id="1594" r:id="rId35"/>
    <p:sldId id="1593" r:id="rId36"/>
    <p:sldId id="1596" r:id="rId37"/>
    <p:sldId id="371" r:id="rId38"/>
    <p:sldId id="1595" r:id="rId39"/>
    <p:sldId id="1577" r:id="rId40"/>
    <p:sldId id="1576" r:id="rId41"/>
    <p:sldId id="1602" r:id="rId42"/>
    <p:sldId id="1603" r:id="rId43"/>
    <p:sldId id="374" r:id="rId44"/>
    <p:sldId id="1578" r:id="rId45"/>
    <p:sldId id="1567" r:id="rId46"/>
    <p:sldId id="1579" r:id="rId47"/>
    <p:sldId id="1580" r:id="rId48"/>
    <p:sldId id="1601" r:id="rId49"/>
    <p:sldId id="1604" r:id="rId50"/>
    <p:sldId id="1611" r:id="rId51"/>
    <p:sldId id="1612" r:id="rId52"/>
    <p:sldId id="376" r:id="rId53"/>
    <p:sldId id="377" r:id="rId54"/>
    <p:sldId id="1568" r:id="rId55"/>
    <p:sldId id="1608" r:id="rId56"/>
    <p:sldId id="1609" r:id="rId57"/>
    <p:sldId id="1581" r:id="rId5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04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7" autoAdjust="0"/>
    <p:restoredTop sz="94660"/>
  </p:normalViewPr>
  <p:slideViewPr>
    <p:cSldViewPr snapToGrid="0" snapToObjects="1">
      <p:cViewPr varScale="1">
        <p:scale>
          <a:sx n="74" d="100"/>
          <a:sy n="74" d="100"/>
        </p:scale>
        <p:origin x="968" y="5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5" Type="http://schemas.openxmlformats.org/officeDocument/2006/relationships/slideMaster" Target="slideMasters/slideMaster2.xml"/><Relationship Id="rId61" Type="http://schemas.openxmlformats.org/officeDocument/2006/relationships/viewProps" Target="viewProps.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notesMaster" Target="notesMasters/notesMaster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09:00.099"/>
    </inkml:context>
    <inkml:brush xml:id="br0">
      <inkml:brushProperty name="width" value="0.025" units="cm"/>
      <inkml:brushProperty name="height" value="0.025" units="cm"/>
    </inkml:brush>
  </inkml:definitions>
  <inkml:trace contextRef="#ctx0" brushRef="#br0">1526 78 6645,'1'0'101,"0"0"1,0 0 0,0 1-1,1-1 1,-1 0 0,0 1-1,0 0 1,0-1 0,0 1 0,0-1-1,0 1 1,0 0 0,2 1-1,-14 7 1770,2-3 8062,-45-2-9194,37-2-598,1-1 1,-19 0-1,-158-4 580,-90-2-256,51 26-228,140-10-188,57-6-34,1 1 0,1 2 0,-40 15 0,-96 50 30,-3 13 294,169-84-336,0 0 0,-1 1 0,1-1 0,0 1 0,0 0 0,1-1 0,-1 1-1,0 1 1,1-1 0,-4 7 0,-14 39 14,9-21-9,7-14 3,0 0-1,1 0 0,0 0 1,1 0-1,0 0 1,1 1-1,1-1 1,1 0-1,0 1 0,4 22 1,-2-24-10,-1 0 1,2-1-1,0 1 1,0-1-1,1 0 1,13 22-1,-7-16-22,-7-12 18,0 0-1,0 0 1,0 0-1,0-1 1,9 8-1,42 41-12,-35-33 19,1-1 0,32 24 1,36 16-15,-41-31-2,-20-15 18,25 12-17,-24-16 23,0-1-1,1-1 1,52 7 0,12-12-5,-73-3-13,80-8-64,405-4-181,-385 6 226,70-2-58,-122 6 39,-37 0 17,50 3 1,-55 1 2,50-4 0,-18 0-21,-2 1 43,-9 0-11,50 5 0,-8-2 14,-20-1-29,-38-1 2,41-4 0,-6-1-37,154-15-220,-108 7 116,-47 3 0,89-13-49,182-36 152,-301 52 54,-22 5 68,-1 0 0,1-1 0,-1 0 0,0-1 0,0-1 0,0 0 0,-1-1 0,15-8 0,-25 12 3,0 0-33,2 0 1,-1 0 0,0 1-1,0-1 1,0 1-1,5-2 1,-6 2 93,14-20 233,-15 16-333,1 0-1,-1-1 0,0 1 0,-1-1 1,1 1-1,-1-1 0,-1-7 0,-1-22 39,2 23-34,0 1 0,-1-1 0,-2-11 0,2 17-9,-2-14 41,0 1 1,-1 0 0,-1 1-1,-8-20 1,-1 11-33,0 1 1,-2 1-1,-29-37 0,21 30-21,4 6 30,-2 1 1,-1 1 0,-1 2-1,-40-31 1,38 35-39,0 1 0,-1 1 1,-1 1-1,0 2 0,-37-12 0,-155-36-43,126 38 53,-56-7-16,65 15 10,23 6-3,-70-2 0,45 6 54,-164-1-19,172 7 9,4-1 63,-300-4 312,212 7-318,45 0 88,-92 4-16,104-2-24,-79 3 260,62-8 10,116 0-732,0 1-1,0 0 0,0 0 0,-13 5 1,0-1-2050,20-5 2194,-1 1-1,0-1 1,0 1 0,0-1-1,0 1 1,1-1-1,-1 1 1,0 0-1,1-1 1,-1 1 0,1 0-1,-1 0 1,0 0-1,1-1 1,0 1-1,-1 0 1,1 0 0,-1 1-1,0 0-452,-1 2-470,-1 0 1,1 0-1,0-1 1,1 1-1,-1 1 1,-1 4-1,-3 8-5915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09:01.366"/>
    </inkml:context>
    <inkml:brush xml:id="br0">
      <inkml:brushProperty name="width" value="0.025" units="cm"/>
      <inkml:brushProperty name="height" value="0.025" units="cm"/>
    </inkml:brush>
  </inkml:definitions>
  <inkml:trace contextRef="#ctx0" brushRef="#br0">49 135 12685,'0'0'279,"1"-1"1,-1 1-1,1 0 0,-1 0 0,1 0 1,-1 0-1,1 0 0,-1 0 0,1 0 1,-1 1-1,1-1 0,0 0 1,-1 0-1,0 0 0,1 0 0,-1 1 1,1-1-1,-1 0 0,1 0 0,-1 1 1,1-1-1,-1 0 0,1 1 0,3 13 2480,-7 30-2245,0-25 423,-16 175 1704,1-25-1536,-1 31-336,16 150-454,14-256-3159,-12-233 1602,1-108 414,3 180 658,22-116 0,-12 126 542,2 0 0,3 0 0,2 2 0,3 0 0,2 2 0,59-94 0,-79 138-203,1 1 0,0 0 0,0 1 0,1-1 0,0 1 0,0 1 0,1-1 0,-1 1 1,1 0-1,1 1 0,-1 0 0,1 0 0,0 1 0,0 0 0,13-3 0,-20 6-156,-1 1-1,1 0 1,0-1-1,0 1 1,0 0-1,-1 0 1,1 0 0,0 0-1,0 0 1,0 0-1,-1 1 1,1-1-1,0 1 1,-1-1 0,1 1-1,0 0 1,-1-1-1,1 1 1,0 0-1,-1 0 1,1 0 0,-1 0-1,0 0 1,1 1-1,-1-1 1,0 0-1,0 1 1,0-1 0,0 1-1,0-1 1,0 1-1,0-1 1,0 1-1,-1 0 1,1-1 0,-1 1-1,1 0 1,-1 0-1,1-1 1,-1 1-1,0 0 1,0 0 0,0 0-1,0-1 1,0 1-1,-1 0 1,1 0-1,-1 1 1,-3 14-180,-1-1 0,-1 0 0,0 0 1,-2-1-1,1 0 0,-2 0 0,0 0 0,-1-1 0,-18 20 0,-1-3-1575,-1-1-1,-59 46 0,32-37-2076,17-19-1554,-4-3-4652</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09:01.681"/>
    </inkml:context>
    <inkml:brush xml:id="br0">
      <inkml:brushProperty name="width" value="0.025" units="cm"/>
      <inkml:brushProperty name="height" value="0.025" units="cm"/>
    </inkml:brush>
  </inkml:definitions>
  <inkml:trace contextRef="#ctx0" brushRef="#br0">944 13 13465,'-11'-3'672,"1"0"-1,-1 1 1,0 0-1,1 1 0,-1 0 1,0 0-1,0 1 1,0 1-1,0 0 1,0 0-1,1 1 1,-14 4-1,-21 11-84,1 1 1,1 2-1,1 1 1,1 3-1,1 2 0,1 1 1,1 2-1,2 1 1,1 2-1,-54 64 0,52-51-452,3 1 0,2 2 0,2 2 0,2 0 0,2 2 0,3 1 0,2 1 0,-22 86 0,35-106-154,2 1 0,1-1 0,2 1 0,1 0 0,1 0 0,9 67 0,-4-78-250,1-1 1,1 0-1,1 0 1,1-1-1,1 0 1,0 0-1,2-1 0,1 0 1,0-1-1,2 0 1,16 18-1,-18-24-452,2-1-1,-1-1 1,1 0-1,1-1 0,0-1 1,26 14-1,-28-18-787,0-1 0,0 1 0,0-2-1,1 0 1,20 3 0,30-4-7915</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09:02.107"/>
    </inkml:context>
    <inkml:brush xml:id="br0">
      <inkml:brushProperty name="width" value="0.025" units="cm"/>
      <inkml:brushProperty name="height" value="0.025" units="cm"/>
    </inkml:brush>
  </inkml:definitions>
  <inkml:trace contextRef="#ctx0" brushRef="#br0">26 699 6833,'-23'106'3921,"22"-61"2280,0-3 96,3-49-6033,1-1-1,0 1 1,1 0-1,0 0 1,6-9-1,6-11-40,60-138 178,-32 67-360,25-62-226,-42 91 353,4 1 0,76-126 0,-101 186 5,0 0 0,1 0-1,13-13 1,-18 19-112,0 1 1,0-1-1,1 1 1,-1 0-1,0-1 0,0 1 1,1 0-1,4-1 0,-6 2-31,0-1 0,0 1 0,0 0 0,0 0 0,0 0 0,0 0 0,0 0 0,1 0 0,-1 1 0,0-1 0,0 0 0,0 1 0,0-1 0,0 0 0,0 1 0,-1-1-1,1 1 1,0-1 0,0 1 0,0 0 0,1 1 0,2 2 41,-1 1-1,1-1 1,-1 1-1,0 0 1,0 0-1,-1 0 0,0 0 1,0 0-1,0 1 1,0-1-1,0 7 1,2 11 119,1 33 1,-4-38-136,1 321 501,-16-114-2979,11-188 682,-10 45 0,8-57-3136,-11 27 0,2-22-6037</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09:02.261"/>
    </inkml:context>
    <inkml:brush xml:id="br0">
      <inkml:brushProperty name="width" value="0.025" units="cm"/>
      <inkml:brushProperty name="height" value="0.025" units="cm"/>
    </inkml:brush>
  </inkml:definitions>
  <inkml:trace contextRef="#ctx0" brushRef="#br0">0 41 17678,'6'-17'2240,"2"-1"-396,15 15-364,6 1-336,3 2-684,22 2-740,-10 1-392,-27-3-872,14-3-984,21 3-3365,-35 3-5052</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09:02.837"/>
    </inkml:context>
    <inkml:brush xml:id="br0">
      <inkml:brushProperty name="width" value="0.025" units="cm"/>
      <inkml:brushProperty name="height" value="0.025" units="cm"/>
    </inkml:brush>
  </inkml:definitions>
  <inkml:trace contextRef="#ctx0" brushRef="#br0">71 89 11933,'-1'0'366,"-1"1"-1,1 1 1,-1-1-1,1 0 1,-1 0-1,1 0 1,0 1-1,-1-1 1,1 1 0,0-1-1,0 1 1,0-1-1,0 1 1,1 0-1,-1-1 1,0 1-1,1 0 1,-1 0 0,1 0-1,0-1 1,-1 4-1,-4 51 4,3-25 246,1-28-581,-30 219 1296,27-184-1211,1-23-38,2-1-1,-1 1 1,2 0 0,2 21 0,-2-33 309,4-5-370,0 1 0,0 0 1,-1-1-1,1 0 0,-1 0 0,1 0 0,-1 0 0,0 0 1,0-1-1,0 0 0,0 1 0,5-7 0,-1-2 10,0 1 0,-1-1-1,0 0 1,-1 0 0,5-14 0,4-7-7,43-112-1,8-15-23,-45 112 37,-16 36 97,0 1-1,1-1 1,0 1-1,9-13 1,-14 22-61,1 0 0,-1 0 0,1 0 0,0 1 0,-1-1 0,1 0 0,0 0 0,0 1-1,-1-1 1,1 0 0,0 1 0,0-1 0,0 1 0,0-1 0,0 1 0,0 0 0,1-1 0,-1 1-28,-1 0 0,1 0 0,-1 0 0,1 0 0,-1 1 0,1-1 0,-1 0 0,0 0 0,1 1 0,-1-1-1,1 0 1,-1 0 0,0 1 0,1-1 0,-1 0 0,0 1 0,1-1 0,-1 1 0,0-1 0,1 0 0,-1 1 0,0-1-1,0 1 1,1 0 0,0 5 160,1-1 0,-1 1 0,0 0 0,1 8 0,-2-13-208,2 42 410,-1 0 0,-6 47 0,-17 89-92,15-124-502,1-10-538,-13 85-2658,2-47-3859,16-64 1424,10 0-3198</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09:03.153"/>
    </inkml:context>
    <inkml:brush xml:id="br0">
      <inkml:brushProperty name="width" value="0.025" units="cm"/>
      <inkml:brushProperty name="height" value="0.025" units="cm"/>
    </inkml:brush>
  </inkml:definitions>
  <inkml:trace contextRef="#ctx0" brushRef="#br0">90 34 14741,'-30'-33'8543,"26"49"-6026,-22 159 684,16-122-3611,3-1-1,1 1 0,2 73 1,4-3-4283,-2-53-7281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09:03.543"/>
    </inkml:context>
    <inkml:brush xml:id="br0">
      <inkml:brushProperty name="width" value="0.025" units="cm"/>
      <inkml:brushProperty name="height" value="0.025" units="cm"/>
    </inkml:brush>
  </inkml:definitions>
  <inkml:trace contextRef="#ctx0" brushRef="#br0">0 90 11349,'8'-1'557,"-6"1"-300,1 0 0,-1-1-1,1 1 1,-1-1-1,1 0 1,-1 1 0,1-1-1,-1 0 1,0 0-1,1-1 1,-1 1 0,0 0-1,0-1 1,4-3-1,1-1 694,1-1-1,1 1 0,-1 1 0,1 0 1,0 0-1,0 0 0,0 1 0,12-3 1,-4 2 27,1 0 1,-1 1-1,32-3 1,-46 7-909,0 0-1,0 0 1,0 0 0,-1 0 0,1 0 0,0 0 0,0 1 0,0-1 0,-1 1 0,1 0 0,0 0 0,-1 0 0,1 0 0,-1 0 0,1 1 0,3 2-1,-5-3-91,1 1 0,-1 0-1,0-1 1,0 1-1,1 0 1,-1 0-1,0 0 1,-1 0-1,1 0 1,0 0-1,0 0 1,-1 0-1,1 0 1,-1 1-1,0-1 1,0 3 0,0 5-271,-1 0 1,-1-1 0,0 1 0,0-1 0,-1 1 0,0-1 0,-6 14-1,-3 0-913,-1 0 1,0 0-1,-2-1 0,-23 27 0,-78 72-3363,91-95 4449,24-25 238,0-1-1,1 1 0,-1-1 0,1 1 0,-1 0 1,1-1-1,-1 1 0,1 0 0,-1-1 0,1 1 1,0 0-1,-1 0 0,1 0 0,0-1 0,0 1 1,-1 0-1,1 0 0,0 0 0,0 0 0,0-1 1,0 1-1,0 0 0,0 0 0,0 0 0,1 0 1,-1-1-1,0 1 0,0 0 0,1 0 0,-1 0 1,0-1-1,1 1 0,-1 0 0,1-1 0,-1 1 0,1 0 1,-1-1-1,1 1 0,-1 0 0,1-1 0,1 1 1,0 3-56,5-2 1369,24-2 341,101 3 3039,-116-1-4350,-1 0 1,1 0-1,-1 2 0,0 0 1,0 1-1,19 8 0,-32-12-438,0 0 0,0 0 0,0 0 0,0 0 0,0 0 0,-1 0 0,1 1 0,0-1 0,-1 1 0,1-1 0,-1 1 0,0 0 0,1-1 0,-1 1 0,0 0 0,0 0 0,0 0 0,0 0-1,-1 0 1,1 0 0,0 0 0,-1 0 0,1 0 0,-1 1 0,0-1 0,0 0 0,0 0 0,0 0 0,0 0 0,-1 3 0,0 2-119,-1-1 0,0 0 0,0 0 0,-1-1 0,1 1 0,-1 0 0,-1-1 0,1 0-1,-1 0 1,-6 8 0,-8 5-864,-22 20-1,38-37 924,-10 10-962,-1-1 0,-1 0 0,0-2 1,0 1-1,-30 11 0,30-14-1337,-1-2-1,0 1 1,-25 2 0,-17-4-9069</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09:03.811"/>
    </inkml:context>
    <inkml:brush xml:id="br0">
      <inkml:brushProperty name="width" value="0.025" units="cm"/>
      <inkml:brushProperty name="height" value="0.025" units="cm"/>
    </inkml:brush>
  </inkml:definitions>
  <inkml:trace contextRef="#ctx0" brushRef="#br0">570 1 14469,'-30'28'2791,"29"-27"-2587,0 0 0,0 1 0,0-1 0,0 1 0,0-1 0,1 1 0,-1-1 0,0 1 0,1-1 0,0 1 0,-1 0 0,1-1 1,0 1-1,0 0 0,0-1 0,0 1 0,0 0 0,0-1 0,0 1 0,1 0 0,-1-1 0,0 1 0,1-1 0,0 1 0,-1-1 0,1 1 1,0-1-1,0 1 0,0-1 0,0 1 0,1 0 0,3 9 514,7 23 1128,-2 0 0,7 37 1,-7-24-843,7 37-718,-4 1 0,-4 0 0,-3 0 0,-4 1 0,-10 89 0,0-97-503,-4-1 1,-3 0-1,-4-1 1,-3-1-1,-3-1 1,-3 0-1,-4-3 1,-68 115-1,77-153-1118,-3 0-1,0-2 1,-2-1-1,-33 27 0,7-6-1456,-23 24-4137,-1-7-4506</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10:23.320"/>
    </inkml:context>
    <inkml:brush xml:id="br0">
      <inkml:brushProperty name="width" value="0.025" units="cm"/>
      <inkml:brushProperty name="height" value="0.025" units="cm"/>
    </inkml:brush>
  </inkml:definitions>
  <inkml:trace contextRef="#ctx0" brushRef="#br0">265 929 6009,'27'-30'3429,"-26"28"-2466,1 0-66,53-91 4555,-54 91-3487,4-25-1020,-25 159-561,-2 140 0,19-225-287,-10 402 577,12-387-563,7 492 865,2-105-431,-5-56-293,-3-376-240,6 189 119,-1-177-137,2-19 10,-4-6 17,-1-1-14,1 0-1,-1 0 0,1-1 1,-1 1-1,1 0 0,0-1 0,0 0 1,0 0-1,0 0 0,1 0 1,-1 0-1,0 0 0,1-1 0,-1 0 1,1 0-1,0 0 0,-1 0 1,8 1-1,5-1 18,0 0-1,0-1 1,16-2 0,-8 0-21,57-3 8,22-1 28,31 3-15,65 0-20,1040 49 54,-662-56 18,-407 4-79,463-24 101,142-4-101,32 30 62,-38 0-389,-234 8-33,-308 3 179,-33-2 19,7-5-43,0 0 54,27 2-57,7-1-150,-98 1 201,36 2 39,-39-1 49,-112-3 90,-6-1-14,-1 0 1,1-1-1,-1-1 1,1-1-1,-1 0 1,18-7 0,85-44 9,-90 41-19,16-8-3,51-27-6,-86 44 26,0 1 0,0-1 0,19-4 0,-26 8 242,-2 1-248,1-1-1,-1 1 1,0-1-1,0 1 1,0-1-1,1 1 1,-1 0-1,0-1 1,0 1-1,1-1 1,-1 1-1,0 0 1,1-1-1,-1 1 1,0 0-1,1-1 1,-1 1-1,1 0 1,-1-1-1,1 1 1,0 0 0,0-1 0,-1 1 1,1-1-1,0 1 0,-1-1 0,1 1 1,-1-1-1,1 1 0,-1-1 1,1 1-1,-1-1 0,1 0 0,-1 1 1,1-1-1,-1 0 0,0 1 0,1-1 1,-1 0-1,0 0 0,0 1 0,0-1 1,1-1-1,0-13 70,0 0 0,5-17 0,-3 16 10,0-1 1,0-20-1,-1-6 234,-1 23-104,-1-29 1,-20-470 760,19 468-879,-2-74 51,5-293 469,6 244-458,5-57 145,6 38-238,18-221 31,-8 110-133,-1 116 23,-15 128-94,-9 47 83,-1 0 1,2-21-1,-4 16-20,-1 0 1,-3-23-1,3 38 39,-1 1 1,-1-1-1,1 1 1,0 0-1,0-1 0,-1 1 1,1 0-1,-1 0 1,0 0-1,0 0 0,0 0 1,0 1-1,0-1 1,0 1-1,0-1 0,0 1 1,-1-1-1,1 1 1,-1 0-1,-2 0 0,-2-3 1,5 3-26,-21-1 26,-35-5 0,-7-1-46,15 5 29,-286-7 125,83 10-78,74-5-54,30-1 22,-345-6 20,96-10-32,-291 15 77,159 6-112,-49-3-48,443 4 174,-355 6-116,387-6 13,-290-2 44,-653 4-95,512-2 23,337 0 121,-125 20-62,-15-15-63,283-5 77,-43-5-49,-49-3-5,-58 0 146,-153 43-232,220-19 325,-48 3-323,110-12 40,73-7 123,0 0-44,-37 0-14,14 0 98,-6 5-126,29-5 144,-14 0-299,16 0 198,0 0 0,0 0 0,0 0 1,0 0-1,0 0 0,0 1 1,-1-1-1,1 0 0,0 1 0,0-1 1,0 0-1,0 1 0,0-1 1,0 1-1,0-1 0,0 1 0,1 0 1,-1-1-1,0 1 0,0 0 1,0 0-1,1 0 0,-1 0 0,0-1 1,1 1-1,-1 0 0,1 0 1,-1 0-1,0 2 0,0 2 4,0 0-1,0 0 1,1 0 0,0 0-1,0 8 1,-2 18-9,-4-5 15,1 0-1,2 1 1,0-1-1,2 1 1,2 33-1,-3 96 91,-1 2-135,3 1 80,0-153-46,0 1 0,-1-1 0,1 0-1,-1 0 1,-1 0 0,1 0 0,-4 10-1,3-11 10,0 0-1,0 1 1,1-1-1,0 0 1,0 1-1,0 0 1,1 8-1,0 10-12,0 0 0,-2 0 0,-1-1 0,-6 25 0,5-20 28,-2 33 0,1 0-53,-3 30 37,7-62 112,-1 13-258,1-40 185,5 18-235,-4-19 131,0 1 0,0-1 0,0 1 0,0-1 0,1 0 0,-1 1 1,0-1-1,1 0 0,-1 1 0,1-1 0,-1 0 0,1 1 0,0-1 1,-1 0-1,3 2 0,-3-2-32,0-1 1,0 0-1,0 0 0,1 1 1,-1-1-1,0 0 1,0 0-1,1 0 1,-1 1-1,0-1 0,1 0 1,-1 0-1,0 0 1,0 0-1,1 0 0,-1 0 1,0 1-1,1-1 1,-1 0-1,0 0 0,1 0 1,-1 0-1,0 0 1,1 0-1,-1 0 0,0 0 1,1-1-1,-1 1 1,0 0-1,1 0 0,-1 0 1,0 0-1,0 0 1,1 0-1,-1-1 1,0 1-1,1 0 0,-1 0 1,0 0-1,0-1 1,1 1-1,-1 0 0,0 0 1,0-1-1,0 1 1,0 0-1,1 0 0,-1-1 1,0 1-1,0 0 1,0-1-1,0 1 0,0 0 1,0-1-1,0 1 1,0 0-1,0-1 0,0 1 1,6-30-4024,-5 21 543,2-11-4372</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10:23.946"/>
    </inkml:context>
    <inkml:brush xml:id="br0">
      <inkml:brushProperty name="width" value="0.025" units="cm"/>
      <inkml:brushProperty name="height" value="0.025" units="cm"/>
    </inkml:brush>
  </inkml:definitions>
  <inkml:trace contextRef="#ctx0" brushRef="#br0">0 1743 6873,'0'0'7712,"1"-2"-7043,0-5-224,0 0 0,0 0 0,-1 0 0,-1-11 1,0-1-36,0 0 1,1-1 0,1 1 0,5-27 0,-4 29-245,9-50 578,21-70 1,-15 72-443,38-149 431,28-121-112,-77 306-583,0 0 1,2-56-1,-6 52-40,-1 28 5,0 1 1,-1-1-1,1 0 0,-1 0 1,0 0-1,-1 0 0,1 0 1,-1 0-1,0 0 0,0 1 1,-2-7-1,2 10-3,1 0 0,0 0 0,-1 0-1,1-1 1,0 1 0,0 0 0,0 0 0,0-1-1,0 1 1,0 0 0,0 0 0,0-1 0,1 1-1,-1 0 1,1-3 0,1-1 2,1-54 19,-2 40-24,0-1 1,5-23 0,23-147 90,-4 54-22,-24 134-86,-5 80 1,-16 97 0,9-98 3,-67 465-4280,45-289-3468,18-119-283</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19.779"/>
    </inkml:context>
    <inkml:brush xml:id="br0">
      <inkml:brushProperty name="width" value="0.025" units="cm"/>
      <inkml:brushProperty name="height" value="0.025" units="cm"/>
    </inkml:brush>
  </inkml:definitions>
  <inkml:trace contextRef="#ctx0" brushRef="#br0">21 0 7413,'-20'29'10350,"21"-29"-10182,1 0 1,-1-1-1,1 1 0,-1-1 1,0 1-1,1-1 0,-1 1 1,0-1-1,1 0 0,-1 0 0,0 0 1,2-1-1,-2 1-67,0 0 1,1 0-1,-1 0 1,0 0-1,0 0 0,1 0 1,-1 1-1,1-1 1,-1 1-1,1-1 0,-1 1 1,1-1-1,-1 1 1,1 0-1,1 0 0,46 4 1741,190 11 1472,150 19-2283,-312-25-954,512 73 227,93 12-268,350 38-166,-642-81-14,301 25-22,-172-22-698,195 10-265,261-3 1011,-860-54 93,684 48-822,-582-39 663,87 8-78,307 22 366,-508-40-176,850 80-262,-279-26 187,-536-57 82,285 3 125,237 3-124,-471-6-5,439 20 111,-283-14-112,245 2 273,-442-10-130,134-2 110,348-4 128,-71 1-258,359-24 63,-231 42 1770,0 35 242,-576-41-1882,742 73 1743,-253-21-1264,-571-57-744,122 5-310,-137-9 49,0 0 0,0 0 1,0-1-1,0-1 0,0 0 1,-1-1-1,0-1 0,18-8 1,-28 12 109,0-1 1,-1 1 0,1-1 0,0 0 0,-1 0 0,0 0 0,1 0-1,-1-1 1,0 1 0,0-1 0,0 1 0,0-1 0,0 0 0,-1 1-1,0-1 1,1 0 0,0-4 0,-1 2-104,0 1 0,0-1-1,-1 0 1,0 1 0,0-1 0,0 1-1,-1-1 1,1 0 0,-1 1-1,-3-9 1,-3-4-1229,0 1 1,-1 0-1,0 1 0,-1 0 0,-17-21 0,-42-48-9193</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20.710"/>
    </inkml:context>
    <inkml:brush xml:id="br0">
      <inkml:brushProperty name="width" value="0.025" units="cm"/>
      <inkml:brushProperty name="height" value="0.025" units="cm"/>
    </inkml:brush>
  </inkml:definitions>
  <inkml:trace contextRef="#ctx0" brushRef="#br0">504 650 8905,'-19'15'1527,"2"0"0,-16 18 1,16-15-280,-36 29 0,-1-8 390,10-9-355,1 3 0,-74 72 0,106-92-1153,0-1 0,1 2 0,0-1 0,1 2 0,1-1 0,0 1 0,1 0 0,0 1 0,2 0 0,0 0 0,0 0 0,2 0 0,-4 30 0,7-40-59,0 0 0,0 0 0,0 1 0,1-1 0,-1 0 0,2 0 0,-1 1 0,1-1 1,0 0-1,0-1 0,0 1 0,1 0 0,0-1 0,0 1 0,1-1 0,-1 0 0,1 0 0,0 0 0,1 0 0,-1-1 0,1 0 0,0 0 0,7 5 0,-4-4 16,0-1 0,1 0 1,0 0-1,0-1 0,0 0 0,0 0 0,0-1 0,1 0 0,-1-1 1,1 0-1,-1 0 0,1-1 0,0-1 0,16-2 0,-8-1-65,1-1 0,-1 0-1,0-2 1,0 0-1,0-1 1,-1-1-1,24-16 1,-9 2-232,0-2 0,44-44-1,-36 25-41,-2-1-1,-3-1 0,-1-2 0,-2-2 0,-3-1 1,28-66-1,109-337-334,-69 134 1297,-93 299-552,-4 17-72,-3 8-17,-5 5-1,0 1 0,0 0 0,1 0 0,0 1 0,-8 17 1,-23 65 460,23-54-324,-25 66 315,5 2-1,4 1 0,-18 123 1,45-205-491,1 1 0,1 0 0,1 0 0,1 0 0,2 0 0,1 0 0,6 29 1,-8-52-27,0-1 1,0 1 0,1-1-1,-1 1 1,1-1 0,0 1 0,0-1-1,4 5 1,-6-7 0,1 0 0,0 0 0,0 0 0,0-1 0,0 1 0,0 0 0,0-1 0,0 1 0,0-1-1,1 1 1,-1-1 0,0 0 0,0 1 0,0-1 0,0 0 0,1 0 0,-1 0 0,0 0 0,0 0 0,0 0 0,1 0 0,-1 0 0,0 0 0,0-1 0,0 1 0,0 0 0,2-2 0,3 0-3,0-1 1,-1 0 0,1 0-1,-1 0 1,0-1 0,0 0 0,0 0-1,6-8 1,30-42-310,0 0-1186,-20 37 769,-21 17 689,1 0 0,0 0 0,0 1 0,-1-1 0,1 1 1,0-1-1,-1 1 0,1-1 0,0 1 0,-1-1 0,1 1 0,-1-1 0,1 1 0,-1 0 0,1 1 1,0-2-20,2 6 18,1-1 0,-1 1 0,0 0-1,-1 0 1,1 0 0,-1 0 0,-1 0 0,1 1 0,-1-1 0,1 10 0,2 4 9,47 170-231,-42-161 266,2-1 0,1-1 0,1 0-1,24 35 1,-35-57-103,2-1 1,-1 0-1,0 0 1,1 0-1,-1 0 1,1-1 0,0 1-1,1-1 1,-1 0-1,0 0 1,1-1-1,0 1 1,6 2-1,-8-4-120,1-1-1,-1 1 1,0-1-1,0 0 1,0 0-1,0 0 1,0 0-1,1 0 1,-1-1-1,0 1 1,0-1-1,0 0 1,0 0-1,0 0 1,0-1-1,0 1 1,-1 0-1,1-1 1,0 0-1,-1 0 1,1 0-1,-1 0 1,3-3-1,22-21-5427,-1-7-3502</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21.717"/>
    </inkml:context>
    <inkml:brush xml:id="br0">
      <inkml:brushProperty name="width" value="0.025" units="cm"/>
      <inkml:brushProperty name="height" value="0.025" units="cm"/>
    </inkml:brush>
  </inkml:definitions>
  <inkml:trace contextRef="#ctx0" brushRef="#br0">357 16 14029,'-14'3'978,"1"0"0,-1 0 0,1 1 0,0 1 0,-20 10 0,10-1-575,1 0-1,1 2 1,0 1 0,1 0-1,0 1 1,2 2-1,-21 26 1,29-34-352,-1 2 1,-1 1-1,1 0 0,1 1 0,-8 17 0,17-31 332,5-2-212,6-2-111,0-1 1,0 1-1,0-2 0,-1 1 1,1-1-1,-1-1 0,0 0 1,13-9-1,70-60 137,-54 41-155,92-82-995,-129 113 925,0 1 0,-1-1 1,1 0-1,0 1 1,0-1-1,-1 0 0,1 0 1,-1 1-1,0-1 1,1 0-1,-1 0 1,0 0-1,0 0 0,0 0 1,0 1-1,-1-5 1,0 0-151,-16-3-13,16 8 183,0 1-1,0-1 1,1 1 0,-1-1-1,0 1 1,0 0-1,0 0 1,0-1 0,0 1-1,0 0 1,0 0 0,-1 0-1,1 0 1,0 0-1,0 0 1,0 0 0,0 0-1,0 0 1,0 1 0,0-1-1,0 0 1,0 1-1,0-1 1,0 1 0,1-1-1,-1 1 1,0-1 0,0 1-1,0 0 1,0-1-1,1 1 1,-2 1 0,-4 3 40,4-4-15,1 2 12,1 0-18,-1 0 0,0-1 0,1 1 0,-1 0 0,1-1 0,0 1 0,0 0 0,0 0 0,0-1 0,0 1 0,1 0 0,-1-1 0,1 1 0,0 0 0,0-1 0,0 1 0,0-1 0,0 1 0,0-1 0,1 1 0,-1-1 0,1 0 0,0 0 0,-1 0 0,1 0 0,0 0-1,4 3 1,2-1 65,-1 0 0,1 0 0,0-1-1,0 0 1,0 0 0,0-1 0,0 0-1,15 1 1,73 0 300,-72-3-339,57-1-569,-1-3 0,120-22 1,-190 24 429,-1 1 1,1 0-1,0 1 0,17 2 1,5-1 3682,-24-11-2712,-8 10-960,0-1 0,0 0 1,1 1-1,-1-1 0,0 0 1,0 1-1,1-1 0,-1 0 1,1 1-1,-1-1 0,0 1 1,1-1-1,-1 1 1,1-1-1,0 1 0,-1-1 1,1 1-1,-1-1 0,1 1 1,0 0-1,-1-1 0,1 1 1,0 0-1,4 1-188,-1 1 1,0 1-1,0-1 0,0 1 0,0-1 1,0 1-1,-1 0 0,5 5 1,-3-3 56,0-1-1,0 0 1,0 0 0,1 0 0,8 4 0,2-2 166,0 0 1,0-2 0,1 0-1,0-1 1,-1 0-1,1-1 1,0-1 0,0-1-1,27-3 1,274-43 320,-275 38-210,-33 6 137,0 1 0,1-1 1,-1 2-1,0-1 0,1 1 0,-1 1 1,18 3-1,-25-4-127,0 1 1,-1-1-1,1 0 0,0 0 1,0 0-1,-1 0 1,1 0-1,5-2 0,-1 1 44,-5 1-89,-1 1-1,0-1 1,1 1 0,-1 0-1,0-1 1,0 1-1,0 0 1,0 0-1,0 0 1,0-1-1,0 1 1,0 0-1,0 0 1,0 1-1,0-1 1,-1 0-1,1 0 1,0 0 0,0 2-1,-1 2 14,0 1-1,0-1 1,0 0-1,-1 0 1,-2 8-1,0 2 46,-6 28 515,-3 0 1,-23 59 0,25-74-310,-45 114 363,-5-2-1,-6-2 0,-7-4 1,-129 181-1,177-279-748,-197 249-2928,208-269 1999,-1-1-1,-26 21 1,41-36 1017,0-1-1,0 1 1,0 0 0,0 0-1,0 0 1,0 0 0,0 0-1,0 0 1,0 0 0,0 0-1,0 0 1,0 0 0,0 0-1,0-1 1,0 1 0,0 0-1,0 0 1,0 0 0,0 0-1,0 0 1,0 0 0,0 0-1,0 0 1,0 0 0,0 0-1,0-1 1,0 1 0,0 0-1,0 0 1,0 0 0,0 0-1,0 0 1,0 0 0,-1 0-1,1 0 1,0 0 0,0 0 0,0 0-1,0 0 1,0 0 0,0 0-1,0 0 1,0 0 0,0 0-1,0 0 1,0 0 0,-1 0-1,1 0 1,0-1 0,0 1-1,0 0 1,0 1 0,0-1-1,0 0 1,0 0 0,0 0-1,0 0 1,0 0 0,-1 0-1,1 0 1,0-9-119,0 1-1,0 0 1,1-1 0,0 1-1,0-1 1,1 1 0,0 0-1,0 0 1,8-15 0,4-6 40,24-36 0,-32 55 57,44-65 331,95-109-1,79-57 1042,-45 50-300,201-188 1302,-351 354-2190,44-51 0,-70 72-156,-1 1 0,0-1-1,0 0 1,0 0 0,0 1 0,-1-1 0,1 0 0,-1-1 0,0 1 0,1-7 0,-2 10-1,0-1 0,1 1 0,-1-1 0,0 1 0,0-1 0,0 1 0,0-1 0,-1 1 1,1-1-1,0 1 0,-1-1 0,1 1 0,-1 0 0,1-1 0,-1 1 0,1-1 0,-1 1 0,0 0 0,0 0 0,0-1 0,0 1 0,0 0 0,0 0 0,0 0 0,0 0 0,0 0 1,-1 0-1,-1-1 0,1 2 3,1 0 1,-1 0 0,0 0 0,1 0 0,-1 0 0,1 0-1,-1 0 1,1 1 0,-1-1 0,1 1 0,-1-1-1,1 1 1,-1 0 0,1-1 0,-1 1 0,1 0 0,0 0-1,0 0 1,-1 0 0,0 2 0,-2-1-14,1 1-1,0 0 1,1 0 0,-1 1 0,0-1-1,-3 7 1,3-2-16,1 1-1,0-1 1,0 0 0,1 1-1,0-1 1,0 1 0,1-1-1,0 1 1,1 0-1,0-1 1,3 16 0,-2-17-31,0-1 0,1 1 1,0-1-1,0 0 0,0 0 1,0 0-1,1 0 1,0 0-1,0-1 0,1 0 1,0 0-1,0 0 0,0 0 1,0-1-1,1 0 0,-1 0 1,1 0-1,0-1 1,0 0-1,8 3 0,4 1-719,0-1 1,0-1-1,0-1 0,1 0 0,-1-1 0,23 0 1,24-3-4787,6-2-3392</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21.906"/>
    </inkml:context>
    <inkml:brush xml:id="br0">
      <inkml:brushProperty name="width" value="0.025" units="cm"/>
      <inkml:brushProperty name="height" value="0.025" units="cm"/>
    </inkml:brush>
  </inkml:definitions>
  <inkml:trace contextRef="#ctx0" brushRef="#br0">590 1 21290,'-6'17'2372,"-14"3"-472,-9 15-460,1-1-283,-1 9-205,-8 18-176,-4 11-164,-5 11-224,0 6-248,0 3-320,0 0-368,9-3-704,2-3-108,7-5-521,-7-15-755,4-5-884,2-7-2321,9-14-4984</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22.552"/>
    </inkml:context>
    <inkml:brush xml:id="br0">
      <inkml:brushProperty name="width" value="0.025" units="cm"/>
      <inkml:brushProperty name="height" value="0.025" units="cm"/>
    </inkml:brush>
  </inkml:definitions>
  <inkml:trace contextRef="#ctx0" brushRef="#br0">1 118 15497,'0'0'3301,"3"1"-2055,74 26 1403,10 3-1516,-37-11-869,1-1 0,0-3 0,97 15 0,-137-29-193,-1 0 0,1 0 0,-1-1 1,0 0-1,1-1 0,-1 0 1,0-1-1,1 0 0,-1 0 1,0-1-1,-1-1 0,1 0 0,0 0 1,-1-1-1,0 0 0,0 0 1,-1-1-1,1 0 0,-1-1 0,0 0 1,-1 0-1,0-1 0,0 0 1,-1 0-1,0 0 0,0-1 1,7-14-1,31-75 3172,-43 96-2937,-6-15 40,5 16-342,0 1 0,0 0 0,-1-1 0,1 1 0,0 0 0,0-1 0,0 1 0,0-1 0,-1 1 0,1 0 0,0 0 0,0-1 0,0 1 0,-1 0 0,1-1 0,0 1 0,-1 0 0,1 0 0,0-1 0,0 1 0,-1 0 0,1 0 0,-1 0 0,1 0 0,0-1 0,-1 1 0,1 0 0,0 0 0,-1 0 0,1 0 0,-1 0 0,1 0 0,0 0 0,-1 0 0,1 0 0,0 0 0,-1 0 0,1 0 0,-1 0 0,-17 14 133,-18 32 24,33-43-155,-21 33 21,2 1-1,1 1 1,2 0 0,-18 53-1,26-57-42,1 0 0,1 0-1,2 0 1,2 1 0,-2 59-1,7-82 0,1 1 0,0-1 0,1 1 1,6 23-1,-6-30-8,0 0 1,0-1-1,1 1 0,-1-1 1,1 0-1,1 0 1,-1 0-1,1 0 0,-1 0 1,1-1-1,1 0 1,5 5-1,-9-8-5,1 0-1,0 0 1,0 0-1,0 0 0,0 0 1,0-1-1,0 1 1,0-1-1,1 1 1,-1-1-1,0 0 1,0 0-1,0 0 1,0 0-1,0 0 1,1-1-1,-1 1 1,4-2-1,0 0-87,0 0-1,0-1 1,0 1-1,7-5 1,6-7-375,0 0 0,0-1 0,-2-2 0,0 1 0,-1-2 0,20-26 0,4-22-943,-33 52 771,1 0 1,1 0-1,0 1 1,12-14 0,-20 26 628,-1 0 0,1 1 0,0-1 0,-1 0 0,1 1 1,0-1-1,-1 0 0,1 1 0,0-1 0,0 1 0,-1-1 1,1 1-1,0-1 0,0 1 0,0 0 0,0-1 0,0 1 0,0 0 1,0 0-1,0-1 0,0 1 0,0 0 0,-1 0 0,1 0 1,0 0-1,0 1 0,0-1 0,0 0 0,0 0 0,0 0 1,0 1-1,0-1 0,0 0 0,0 1 0,-1-1 0,1 1 0,0-1 1,0 1-1,0 0 0,0 0 0,2 3 38,0-1 0,-1 1 0,1 0 0,-1 0 0,0 0 0,2 7 0,-1-4-27,6 16 390,10 41 0,-14-45-41,1 1 0,16 36 0,-21-55-305,6 15 253,1-1 0,1-1 1,0 0-1,0 0 1,2-1-1,13 15 1,-5-11-25,0 0 1,2-2 0,-1 0-1,2-1 1,0-2 0,0 0 0,1-1-1,1-1 1,-1-2 0,2 0 0,-1-1-1,1-2 1,36 4 0,-54-8-302,0-1 0,1 0 1,-1 0-1,0-1 0,1 0 0,-1 0 1,0-1-1,0 0 0,0 0 0,0-1 1,0 0-1,-1 0 0,1 0 0,-1-1 1,0 0-1,0 0 0,8-7 0,-12 8-1,1 0 0,-1 0-1,0-1 1,-1 1-1,1 0 1,0-1 0,-1 1-1,0-1 1,0 1-1,0-1 1,0 1 0,-1-1-1,1 0 1,-1 1 0,0-1-1,0 0 1,0 0-1,0 1 1,-1-1 0,0 0-1,0 1 1,0-1-1,0 1 1,-2-5 0,2 4 32,-1 1 1,1-1-1,-1 1 1,0-1-1,0 1 1,0 0 0,0 0-1,0 0 1,-1 0-1,0 0 1,1 0-1,-1 1 1,0-1-1,-1 1 1,1 0 0,0 0-1,0 0 1,-1 0-1,1 1 1,-1-1-1,0 1 1,-7-2 0,2 3 71,1 1 0,-1-1 1,-12 4-1,19-4-3,0 1 1,1 0-1,-1-1 1,0 1-1,1 0 1,-1 0 0,1 0-1,-1 0 1,1 0-1,0 0 1,-1 0-1,1 1 1,0-1-1,0 0 1,0 1-1,0-1 1,0 1-1,0-1 1,0 1-1,0-1 1,1 1-1,-1 2 1,-2 4 191,1 1-1,0-1 1,0 12 0,1-16-156,1 6-10,-1 1 0,1 0-1,1 0 1,0 0-1,1-1 1,0 1-1,1 0 1,0-1-1,0 0 1,1 0-1,0 0 1,1 0-1,0 0 1,1-1 0,0 0-1,0 0 1,14 13-1,-7-8-313,1-1-1,1 0 1,0-1 0,0 0-1,1-1 1,1-1-1,0-1 1,0 0 0,25 7-1,-10-5-1764,37 7-1,-2-9-5508,-17-8-3511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22.837"/>
    </inkml:context>
    <inkml:brush xml:id="br0">
      <inkml:brushProperty name="width" value="0.025" units="cm"/>
      <inkml:brushProperty name="height" value="0.025" units="cm"/>
    </inkml:brush>
  </inkml:definitions>
  <inkml:trace contextRef="#ctx0" brushRef="#br0">196 0 14013,'-76'19'1704,"70"-18"-1444,-1 1 0,1 1 0,-1-1 0,1 1 0,0 0 0,0 0 0,1 1 0,-1 0-1,1 0 1,-1 0 0,1 1 0,0 0 0,1 0 0,-1 0 0,1 0 0,0 1 0,1 0-1,-1 0 1,1 0 0,-4 9 0,5-8-137,0 1 1,0-1-1,1 1 0,-1-1 0,2 1 1,-1 0-1,1-1 0,0 1 1,1 0-1,0 0 0,0-1 0,1 1 1,-1-1-1,2 1 0,-1-1 1,6 11-1,-5-13 21,-1-1 0,1 1-1,0-1 1,0 0 0,1 0 0,-1-1 0,1 1 0,0 0 0,0-1 0,0 0 0,0 0-1,9 4 1,-4-3 108,0 0 0,0-1 0,0 0 0,1-1 0,-1 0 0,14 1 0,5-2 276,-1-1 0,0-1-1,0-1 1,28-6 0,-24 2 199,0-1 1,-1-2-1,58-23 1,-86 31-761,-1 1 0,0-1 1,1 0-1,-1 0 1,0 1-1,1-1 0,-1 0 1,0 0-1,0-1 0,0 1 1,0 0-1,0 0 1,0 0-1,0-1 0,0 1 1,-1 0-1,1-1 1,0 1-1,-1-1 0,1 1 1,-1-1-1,0 1 0,1-1 1,-1 1-1,0-1 1,0 1-1,0-1 0,0 1 1,0-1-1,0 0 1,0 1-1,-1-1 0,1 1 1,-1-1-1,1 1 0,-1-1 1,1 1-1,-1 0 1,0-1-1,0 1 0,0-2 1,-4-3-363,1-1 1,-1 1 0,0-1 0,0 1-1,-1 1 1,1-1 0,-10-6-1,-12-7-2300,-38-20 0,-3 6-5048,6 5-4069</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23.236"/>
    </inkml:context>
    <inkml:brush xml:id="br0">
      <inkml:brushProperty name="width" value="0.025" units="cm"/>
      <inkml:brushProperty name="height" value="0.025" units="cm"/>
    </inkml:brush>
  </inkml:definitions>
  <inkml:trace contextRef="#ctx0" brushRef="#br0">159 24 14421,'4'-13'1562,"-7"8"747,-17 9 1145,16-2-3399,2-1 182,-1 1 1,0-1 0,1 1-1,0 0 1,0 0-1,-1 0 1,1 0 0,0 0-1,0 0 1,1 1 0,-4 4-1,2-3 61,-13 21 486,-20 42 1,9-15-564,23-43-369,0 0-1,1 0 1,0 0-1,0 0 1,1 0-1,0 1 1,1-1-1,0 1 1,0 13-1,1-19 260,3-5 147,6-1-125,0-1 0,0 1 0,0-2 1,0 1-1,0-2 0,10-5 0,52-39 503,-20 13-229,28-9 98,84-34 0,-138 67-569,32-9-867,-41 17-1282,-2-1 0,23-12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24.076"/>
    </inkml:context>
    <inkml:brush xml:id="br0">
      <inkml:brushProperty name="width" value="0.025" units="cm"/>
      <inkml:brushProperty name="height" value="0.025" units="cm"/>
    </inkml:brush>
  </inkml:definitions>
  <inkml:trace contextRef="#ctx0" brushRef="#br0">69 777 8109,'0'0'76,"1"-1"1,-1 1-1,0 0 1,1 0-1,-1 0 0,0 0 1,0 0-1,1-1 1,-1 1-1,0 0 1,0 0-1,1 0 1,-1-1-1,0 1 1,0 0-1,0 0 0,0-1 1,1 1-1,-1 0 1,0 0-1,0-1 1,0 1-1,0 0 1,0-1-1,0 1 1,0 0-1,0-1 1,1 1-1,-1 0 0,0 0 1,0-1-1,-1 1 1,1 0-1,0-1 1,-14-2 4145,10 5-3161,0 1 1,0-1-1,0 1 0,0 0 1,-6 7-1,6-7-242,2-1-655,0 0 1,0-1-1,0 1 0,0 1 0,1-1 1,-1 0-1,0 0 0,1 1 0,-1-1 0,1 0 1,0 1-1,0 0 0,0-1 0,0 1 1,1 0-1,-1-1 0,1 1 0,-1 0 1,1 0-1,0-1 0,0 1 0,0 0 1,0 0-1,1-1 0,-1 1 0,1 0 1,0 0-1,0-1 0,0 1 0,0-1 1,0 1-1,0-1 0,1 1 0,-1-1 1,1 0-1,3 4 0,1 2-57,1-1-1,0 0 1,0 0-1,0-1 1,1 0-1,0-1 1,0 1 0,1-2-1,17 8 1,-19-9-235,0-1 0,0 0 0,1 0-1,-1 0 1,1-1 0,-1-1 0,1 1 0,0-1 0,-1 0 0,1-1 0,-1 0 0,1 0 0,-1-1 0,1 0 0,-1 0 0,0 0 0,0-1 0,0 0 0,0-1 0,0 0 0,-1 0-1,0 0 1,1-1 0,-2 1 0,1-2 0,0 1 0,-1 0 0,0-1 0,5-8 0,4-11-407,0 0 1,-1-1-1,-2 0 0,8-29 1,24-114-915,-29 95 1891,-4 0 0,-3-1 1,-3-1-1,-7-82 0,-13 57 2092,16 96-2206,-2 6-275,0-1 1,1 1-1,-1-1 0,1 1 1,-1 0-1,1 0 0,0 0 1,-1 0-1,1 0 1,0 0-1,0 0 0,-2 2 1,-2 2 74,-5 4-11,2 1 0,-1-1-1,1 2 1,1-1 0,0 1-1,0 0 1,1 1 0,1-1-1,0 1 1,-7 24 0,-1 15 274,-9 72 0,16-85-206,1 12-83,1 0 0,2 0 0,3 0 0,2 0 0,2 0 0,2 0 0,17 59 0,-20-96-206,0 0 0,0 0 0,1-1 1,1 1-1,0-1 0,1 0 0,0-1 0,0 0 1,15 17-1,-16-23-39,-1 0 1,1 0-1,0 0 1,0 0-1,0-1 1,1 0-1,0 0 1,-1-1 0,1 0-1,0 0 1,1-1-1,-1 0 1,0 0-1,1 0 1,-1-1-1,1 0 1,-1-1-1,13 0 1,-9-2-95,0 0 1,1 0-1,-1-1 1,0 0-1,0-1 1,-1-1-1,1 0 1,-1 0-1,0-1 1,0 0-1,-1 0 0,16-15 1,-1-1-414,-1-1 0,-1-2 0,23-31 0,-33 38 487,1 0-1,-2 0 1,-1-1-1,0-1 1,-1 0-1,7-23 0,-15 38 178,0-1-1,0 1 0,0 0 0,-1 0 0,0 0 0,0-1 0,0 1 1,-2-8-1,1 6 77,0 6-59,1 1-1,-1 0 1,0-1-1,1 1 1,-1 0-1,0-1 1,0 1 0,1 0-1,-1 0 1,0 0-1,0 0 1,1 0-1,-1 0 1,0 0-1,0 0 1,1 0 0,-1 0-1,0 0 1,0 0-1,1 0 1,-1 1-1,0-1 1,0 0 36,-1 1-14,0-1 0,0 1 0,0 0 0,0 0 0,-1 0 0,1 0 0,1 0 0,-1 0 0,0 0 0,0 1 0,0-1 0,1 1 0,-1-1 0,1 1 0,-1 0 0,1-1 0,-1 1 0,0 2 0,-23 44 528,19-34-290,1-3-24,0 1 0,0 0 0,1 1 1,1-1-1,0 1 0,1 0 0,0-1 0,1 1 0,1 0 0,0 0 0,2 15 1,-1-18-129,1-1 0,0 0 0,1 1 0,0-1 1,0-1-1,1 1 0,0 0 0,0-1 1,1 0-1,1 0 0,-1 0 0,1-1 1,0 0-1,1 0 0,12 11 0,-4-8-99,0 0 0,0 0 0,1-2 0,0 0 0,0-1 0,1 0 0,0-1 0,0-1 0,0-1 0,1 0 0,24 1 0,-29-4-262,0 0-1,0-1 1,-1-1-1,1 0 0,0-1 1,-1 0-1,1 0 0,-1-2 1,0 0-1,0 0 1,0-1-1,0 0 0,-1-1 1,0 0-1,0-1 1,15-13-1,3-7-1022,44-54 0,-67 74 1286,1 1 0,0 0 0,15-11 0,-19 15 739,1 25 1161,-4-20-1805,1 0 1,0 0-1,-1 0 0,0 1 1,0-1-1,1 0 0,-2 4 0,0-2 66,1 0 0,-1 0 0,1 1 0,0-1-1,0 0 1,1 1 0,0-1 0,0 0 0,0 0-1,0 1 1,1-1 0,0 0 0,0-1 0,0 1-1,1 0 1,5 8 0,-5-10-114,0 0-1,0 0 1,0 0 0,0 0-1,1-1 1,-1 1 0,1-1-1,-1 0 1,1 0 0,0 0 0,0-1-1,0 1 1,0-1 0,0 0-1,1 0 1,-1-1 0,0 1-1,0-1 1,1 0 0,-1 0 0,7-1-1,-1 0-132,1 0-1,0-1 0,-1 0 1,1-1-1,-1 0 1,0-1-1,0 0 1,0-1-1,0 0 0,13-10 1,25-19-982,29-23-5319,-61 39 626,-7 6 232,3 0-4048</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25.440"/>
    </inkml:context>
    <inkml:brush xml:id="br0">
      <inkml:brushProperty name="width" value="0.025" units="cm"/>
      <inkml:brushProperty name="height" value="0.025" units="cm"/>
    </inkml:brush>
  </inkml:definitions>
  <inkml:trace contextRef="#ctx0" brushRef="#br0">586 48 12433,'-72'-36'2049,"66"34"-1620,-1 0-1,1 0 1,-1 1 0,0-1-1,0 1 1,0 1 0,0 0-1,-13 0 1,-7 1 448,10-2-476,0 2 0,0 0 1,0 1-1,0 1 0,1 0 0,-1 1 0,1 1 0,-22 9 0,12-1-51,0 1-1,1 1 0,-26 21 0,39-26-174,0 0 0,0 1 0,1 0 1,0 1-1,1 0 0,0 1 0,-10 18 0,18-27-78,0 1 0,0-1 0,0 0 0,0 1 0,1-1 0,0 1 0,0-1 0,0 1 1,0 6-1,1-9-61,1 0 0,-1 0 1,0 0-1,0-1 0,1 1 1,-1 0-1,1 0 0,0 0 1,-1-1-1,1 1 0,0 0 1,0-1-1,0 1 0,0-1 1,0 1-1,1-1 0,-1 0 1,0 1-1,1-1 0,-1 0 1,1 0-1,-1 0 0,1 0 1,-1 0-1,1 0 0,1 0 1,6 2 40,1 0 1,-1 0 0,0-1-1,0-1 1,1 0 0,-1 0-1,1-1 1,-1 0 0,1 0-1,-1-1 1,1 0 0,-1-1-1,0 0 1,0-1 0,0 0 0,15-7-1,0-1-67,-1-1-1,-1-1 1,0-1 0,39-33-1,-29 19-953,-2-2-1,0 0 1,46-65 0,-74 90 822,10-8-426,-13 13 524,0 0 0,0 0 1,1 0-1,-1 0 0,0 0 1,0 0-1,1 0 1,-1 0-1,0 0 0,0 0 1,1 0-1,-1-1 1,0 1-1,1 0 0,-1-1 1,0 1-1,1 0 0,-2-1 1,2 0 16,-1 1 0,0-1 0,1 1-1,-1-1 1,0 1 0,0 0 0,0-1 0,1 1 0,-1 0 0,0 0 0,0-1 0,0 1 0,0 0-1,0 0 1,0 0 0,1 0 0,-1 0 0,0 1 0,-1-1 0,-1 3-4,0 0 0,0 0 0,0 0 0,0 0 0,1 1 0,0-1 0,-1 1 0,1 0 0,-3 7 0,0 0 12,-2 2 57,0 0 1,2 0 0,-1 1 0,2 0-1,-5 18 1,8-24 16,0 1 0,0-1 0,1 1-1,0-1 1,0 1 0,1 0 0,1-1 0,-1 0-1,1 1 1,4 10 0,-3-10 25,1 1 0,0-1 0,0 0 0,1 0 0,0 0 0,1-1 0,-1 0 1,2 0-1,-1 0 0,1-1 0,0 1 0,1-2 0,0 1 0,0-1 0,0-1 0,1 1 0,-1-1 0,1-1 0,0 0 0,1 0 0,13 4 0,-4-4-173,1-1-1,-1 0 0,1-1 0,-1-1 0,1-1 1,0-1-1,-1-1 0,1 0 0,-1-2 0,1 0 0,20-8 1,-30 9-74,1-1 0,0-1 0,-1 1 0,0-2 0,0 0 0,-1 0 0,0 0 0,0-1 0,0-1 0,-1 1 1,0-1-1,0-1 0,-1 1 0,0-2 0,-1 1 0,0 0 0,0-1 0,-1 0 0,0-1 0,5-16 0,-10 26 141,3-8-245,-1 1-1,0-1 0,1-17 0,-3 23 201,0-1 0,0 1 0,-1 0 0,1 0-1,-1 0 1,0 0 0,0 1 0,0-1 0,0 0-1,0 0 1,-1 0 0,1 1 0,-1-1 0,0 1-1,-3-4 1,5 5 44,-1 0 1,1 0-1,-1 0 0,0 1 0,1-1 0,-1 0 0,0 1 0,1-1 0,-1 1 0,0-1 0,0 1 1,0-1-1,0 1 0,0 0 0,1-1 0,-1 1 0,0 0 0,0-1 0,0 1 0,0 0 0,0 0 1,0 0-1,0 0 0,0 0 0,0 0 0,0 0 0,0 1 0,0-1 0,0 0 0,0 0 1,0 1-1,1-1 0,-3 1 0,-1 1 24,0-1 4,1 1 0,0 0 0,0 0 0,-1 0 0,1 0 0,0 1 0,1-1 1,-1 1-1,0 0 0,1 0 0,-1 0 0,1 0 0,0 0 0,0 0 0,-3 7 0,0 0 51,3-5-17,0 0-1,0-1 1,1 1-1,0 0 0,0 0 1,0 0-1,1 0 1,-1 0-1,1 0 1,0 0-1,1 0 0,-1 1 1,1-1-1,0-1 1,0 1-1,1 0 1,-1 0-1,1 0 0,0-1 1,1 1-1,3 6 1,-3-7 40,0 0 0,-1 0 1,1-1-1,1 1 0,-1-1 0,1 1 1,-1-1-1,1 0 0,0-1 0,0 1 1,0-1-1,0 1 0,1-1 1,7 3-1,-5-4 10,0 0 0,-1 0 0,1 0 1,0-1-1,0 0 0,-1 0 0,1 0 0,0-1 1,9-2-1,8-4-18,-1-1 0,0-2 1,0 0-1,32-19 0,-41 21-318,0 0 0,-1 0 0,0-2-1,0 1 1,-1-2 0,-1 1-1,13-16 1,19-34-2769,-42 57 2403,-3 5 122,-2 0 453,1 1 1,-1 0-1,1 0 1,0 1 0,0-1-1,0 1 1,0-1-1,1 1 1,0 0-1,-1 0 1,1 0 0,1 1-1,-1-1 1,0 0-1,1 1 1,0-1-1,0 1 1,1-1-1,-1 1 1,1-1 0,0 1-1,0-1 1,0 1-1,2 5 1,-1 0 130,0-1 0,1 0 0,1 0 0,-1 0 1,2 0-1,-1 0 0,1 0 0,0-1 0,1 1 1,0-1-1,10 12 0,-8-14-16,0 1 0,1-1 0,-1-1 0,1 0 0,1 0 0,-1 0 1,1-1-1,-1 0 0,1-1 0,1 0 0,-1 0 0,0-1 0,0-1 0,1 1 0,17-1 1,9 0 111,0-2 0,67-10 0,-45-1-1421,104-35 0,-158 46-128,-16 15-4490,-15 23 5085,25-34 871,2-1-47,0 0 0,-1 0-1,1 0 1,0 0 0,0 0 0,0 0 0,1 0 0,-1-1 0,0 1-1,1 0 1,0 0 0,-1 0 0,1-1 0,0 1 0,0 0 0,0 0-1,1 1 1,-1-2-15,0 0 0,0 1-1,1-1 1,-1 0 0,0 0-1,1 0 1,-1-1 0,1 1-1,-1 0 1,1 0 0,-1-1 0,1 1-1,0-1 1,-1 1 0,1-1-1,0 0 1,-1 0 0,4 0-1,32-3 758,-28 1-520,39-7 1057,54-19 1,11-3-8,-85 23-56,0-1-1,-1-1 1,49-26-1,-59 30-440,-17 6-736,1-1 1,-1 1-1,1 0 1,-1-1-1,1 1 1,-1 0-1,1 0 1,-1 0-1,1 0 1,-1-1-1,1 1 1,-1 0-1,1 0 1,-1 0-1,1 0 1,-1 0 0,1 0-1,-1 0 1,1 0-1,-1 1 1,1-1-1,-1 0 1,1 0-1,-1 0 1,1 0-1,0 1 1,-6 23 104,-2-1 0,0 0 1,-11 22-1,-37 71 155,23-52-181,-200 480 285,202-464-890,-31 92-3620,49-143 489,4-5-5962,16-26-1094</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25.928"/>
    </inkml:context>
    <inkml:brush xml:id="br0">
      <inkml:brushProperty name="width" value="0.025" units="cm"/>
      <inkml:brushProperty name="height" value="0.025" units="cm"/>
    </inkml:brush>
  </inkml:definitions>
  <inkml:trace contextRef="#ctx0" brushRef="#br0">13 167 8789,'-3'-23'12624,"-2"51"-11114,4-24-1405,0-1 0,0 1 0,1-1 0,-1 1 0,1-1 0,0 1 0,0 7 0,5 36 865,-5-37-805,0 1-1,1-1 1,1 0 0,0 0 0,0 1 0,1-1-1,0 0 1,1-1 0,0 1 0,8 14 0,-5-15-259,0 0 1,0 0-1,1 0 0,0-1 1,1 0-1,0-1 0,0 0 1,1 0-1,-1-1 1,1-1-1,1 1 0,-1-1 1,1-1-1,0 0 0,0-1 1,0 0-1,0 0 1,1-1-1,-1-1 0,1 0 1,-1-1-1,1 0 0,18-2 1,-21 0-140,-1-1 0,1 1 0,0-1 0,-1-1 0,0 0 0,0 0 0,0-1-1,-1 1 1,1-2 0,8-7 0,-9 7 47,16-12-64,-21 17 274,-1 1-1,0-1 0,1 1 0,-1-1 0,0 1 0,1 0 0,-1-1 0,1 1 1,-1 0-1,1 0 0,-1 0 0,0 0 0,1 0 0,-1 0 0,1 1 0,-1-1 0,0 0 1,3 2-1,18 5 669,0-1 0,0-1 0,1 0 1,0-2-1,0-1 0,0 0 0,40-4 0,-55 1-518,0 0-1,0 0 0,0 0 0,0-1 0,0-1 1,-1 1-1,9-5 0,-14 6-140,1 0-1,-1 0 1,1-1 0,-1 1-1,0-1 1,1 0-1,-1 0 1,0 0 0,0 0-1,0 0 1,0 0 0,-1 0-1,1 0 1,-1-1 0,1 1-1,-1-1 1,0 1 0,0-1-1,0 0 1,0 1-1,0-1 1,-1 0 0,1 0-1,-1-3 1,0-2-145,-1 0-1,0 1 0,-1-1 1,0 0-1,0 1 1,0 0-1,-1-1 1,0 1-1,-1 0 1,1 1-1,-7-9 1,-7-9-1269,-34-36-1,30 36 564,-114-112-8832,124 123 4975,4-5-2563</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26.699"/>
    </inkml:context>
    <inkml:brush xml:id="br0">
      <inkml:brushProperty name="width" value="0.025" units="cm"/>
      <inkml:brushProperty name="height" value="0.025" units="cm"/>
    </inkml:brush>
  </inkml:definitions>
  <inkml:trace contextRef="#ctx0" brushRef="#br0">255 62 11189,'9'7'2191,"-11"-8"1207,0 0-3085,0 0 0,0 1 0,1-1 0,-1 0 0,0 1 0,0 0 0,1-1 0,-1 1-1,0 0 1,0 0 0,-2 0 0,-40 15 902,1 2-1,-76 42 0,115-57-1080,0 1-1,1 0 1,0 0-1,-1 0 1,1 0-1,0 0 1,-4 7-1,7-9-104,0 0-1,-1 0 0,1 0 1,0 0-1,0 0 0,0 0 1,0 0-1,0 0 0,1 0 1,-1 0-1,0 0 0,0 0 1,1 0-1,-1 0 0,0 0 0,1 0 1,-1 0-1,1 0 0,0 1 46,0 1-40,0-1 1,0 0 0,0 0-1,0 0 1,0 0-1,0 0 1,1 0 0,-1 0-1,1 0 1,-1 0 0,1-1-1,0 1 1,-1-1-1,1 1 1,0-1 0,4 3-1,-2-3 7,1 1-1,-1 0 0,0-1 0,1 0 1,-1 0-1,1-1 0,-1 1 0,6-1 1,5 0-17,-1-1 1,1-1 0,-1-1 0,18-4 0,-18 3-173,0-1-1,-1 0 1,1 0 0,-1-2 0,0 1-1,-1-2 1,0 0 0,0 0-1,0-1 1,-1 0 0,-1-1-1,15-16 1,-23 23 91,-1 0-1,1 1 1,-1-1 0,1 0-1,-1 0 1,0 0 0,0 0-1,0 0 1,0 0 0,-1 0-1,0-1 1,1 1 0,-1 0-1,0 0 1,0 0 0,-1-1-1,0-3 1,0 2-2,0 0-1,-1-1 1,0 1-1,0 0 1,-1 0-1,1 0 1,-1 0 0,-4-5-1,6 9 51,0 1 0,1-1 0,-1 0 0,0 1-1,0-1 1,0 1 0,0-1 0,1 1 0,-1-1 0,0 1 0,0 0 0,0 0-1,0-1 1,0 1 0,0 0 0,-2 0 0,-2-1-13,-12-6 12,17 7 16,-1 0-1,0 0 1,1 0 0,-1 1 0,0-1-1,1 0 1,-1 0 0,0 0 0,1 1-1,-1-1 1,1 0 0,-1 1 0,0-1-1,1 0 1,-1 1 0,1-1 0,-1 1-1,1-1 1,-1 1 0,1-1 0,0 1-1,-1-1 1,1 1 0,-1 0 0,0 0 10,-1 2 27,0 0 0,0 1 0,0-1 0,0 0 0,0 1 0,1-1 1,-1 1-1,1-1 0,0 1 0,0 0 0,0 0 0,1-1 0,-1 1 0,1 0 0,0 0 1,0 0-1,0 0 0,1-1 0,-1 1 0,3 6 0,0 4 158,1 0 0,1-1 0,0 1-1,10 17 1,-11-24-104,0 1 0,0-1 0,1 0-1,0 0 1,0-1 0,1 1 0,0-1-1,0 0 1,1 0 0,-1-1 0,1 0 0,0 0-1,1-1 1,-1 0 0,1 0 0,0-1-1,0 0 1,0 0 0,0-1 0,16 3 0,-7-2-278,-1-2 0,0 0 1,1-1-1,-1 0 1,1-2-1,-1 0 1,0 0-1,0-2 0,0 0 1,0-1-1,-1 0 1,0-1-1,0-1 1,0-1-1,-1 0 0,0 0 1,0-2-1,-1 1 1,0-2-1,-1 0 1,11-13-1,-19 20 87,-1 0 0,0-1-1,0 1 1,-1 0 0,1-1-1,-1 0 1,0 0 0,0 0-1,-1 0 1,0 0 0,1 0-1,-1-7 1,0 14 137,0 0-1,0-1 1,0 1-1,1-1 1,-1 0 0,0 1-1,1-1 1,-1 0-1,4 2 1,4 6 118,13 29 347,-19-31-455,0 0-1,1 0 1,0-1 0,0 0 0,1 1 0,0-1 0,0-1-1,6 6 1,4 1 23,-1-1 0,2 0 0,-1-1 0,1-1 0,1-1 0,0 0-1,29 9 1,-38-15-174,0 0 0,0-1-1,0 1 1,0-1-1,0-1 1,0 0 0,0 0-1,0 0 1,0-1 0,0 0-1,0-1 1,0 0-1,0 0 1,-1 0 0,1-1-1,-1-1 1,1 1 0,-1-1-1,0 0 1,7-6-1,-3 1-102,-1-1 0,0 0 0,0-1-1,-1 0 1,0 0 0,-1-1 0,12-23 0,-15 23 569,0 1 0,0 0 0,-1-1 1,-1 0-1,3-16 0,-6 25 540,-3-12 920,-1 4-528,4 21 135,1 0-1289,-1 19 363,-1 0-1,-1 0 1,-8 36 0,-26 87 1591,25-111-1948,-7 29-255,-3-1 1,-3-2-1,-3 0 1,-68 121-1,91-182-358,1-1-1,-2 0 0,1-1 1,0 1-1,-1-1 1,0 1-1,0-2 0,0 1 1,0 0-1,-1-1 1,0 0-1,-11 4 0,8-4-1348,1 0-1,-1-1 0,0 0 0,0-1 1,-12 1-1,-23-7-10594</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27.703"/>
    </inkml:context>
    <inkml:brush xml:id="br0">
      <inkml:brushProperty name="width" value="0.025" units="cm"/>
      <inkml:brushProperty name="height" value="0.025" units="cm"/>
    </inkml:brush>
  </inkml:definitions>
  <inkml:trace contextRef="#ctx0" brushRef="#br0">136 93 9453,'-8'27'1709,"-2"-1"1,-14 28-1,-9 23 1387,32-74-2982,0 0 0,0 0 1,0 0-1,0 0 0,1 1 0,-1-1 1,1 0-1,0 0 0,0 0 0,0 1 0,1-1 1,-1 0-1,1 0 0,-1 0 0,1 0 1,0 0-1,0 0 0,1 0 0,-1 0 0,1 0 1,-1 0-1,4 4 0,-2-5-46,-1 1-1,1-1 1,0 0-1,0 0 1,0 0 0,0 0-1,0 0 1,0-1-1,1 1 1,-1-1-1,1 0 1,-1 0 0,1 0-1,-1 0 1,1-1-1,-1 0 1,1 1 0,0-1-1,-1 0 1,8-2-1,5-1 1,0-1-1,1 0 1,-1-1-1,-1-1 0,1 0 1,-1-2-1,0 1 1,-1-2-1,0 0 1,0-1-1,18-17 0,-12 9-78,-1-2 0,0 0-1,-2-1 1,0 0 0,-2-2-1,17-32 1,-7 15 13,-18 29 36,0 0-1,-1 1 1,7-17 0,-23 62 38,2 0 1,-5 58-1,3-18 118,7-55-140,-34 243 1007,-55 244 1029,77-448-2106,-3-1-1,-3 0 0,-2-1 0,-3-2 0,-48 78 0,70-127-101,0 0-1,0 0 1,-1-1-1,0 1 1,0-1 0,0 0-1,0 0 1,-1-1-1,0 0 1,-13 7-1,17-10 62,-1 0-1,1 0 1,-1 0-1,1 0 1,-1 0-1,1-1 1,-1 0-1,0 1 1,1-1-1,-1 0 1,0 0-1,1-1 1,-1 1-1,0 0 1,1-1-1,-1 0 1,1 1-1,-1-1 1,1 0-1,-1 0 1,1 0-1,-1-1 0,1 1 1,0-1-1,0 1 1,0-1-1,0 0 1,0 0-1,0 0 1,0 0-1,1 0 1,-1 0-1,-1-3 1,-3-6-103,0 0 1,0-1-1,1 1 1,0-1-1,1 0 1,1-1-1,0 1 1,1-1-1,0 1 1,0-25-1,2 8 3,1-1 0,1 1 1,11-49-1,-4 42 244,1 0 0,2 1 0,2 0 0,1 1 0,35-59 0,-23 52 169,2 1 0,2 2 0,68-67 0,-64 73 24,71-52 1,-89 73-233,0 1 0,1 0-1,0 2 1,0-1 0,1 2 0,36-9 0,-46 15-60,-1 0 1,1 1 0,-1 0-1,1 0 1,-1 1-1,1 0 1,-1 0 0,1 1-1,-1 0 1,0 1-1,0 0 1,0 0-1,0 1 1,-1 0 0,0 0-1,1 0 1,8 9-1,-15-12 9,0 0 0,0 0 0,0 0-1,1 0 1,-1-1 0,0 1 0,0 0-1,1 0 1,-1-1 0,0 1 0,1-1-1,-1 1 1,0-1 0,1 0 0,-1 1-1,1-1 1,-1 0 0,1 0 0,1 0-1,4 0 8,-1 0 6,1 0 0,0 0 0,-1-1 0,1 1-1,-1-2 1,1 1 0,-1-1 0,1 0 0,-1 0 0,0 0 0,7-4-1,1-2 18,0 0 0,-1-1-1,18-15 1,-4-1 286,-1 0 0,-2-2 0,0-1 0,-2-1 1,-1-1-1,25-47 0,-43 72-262,-1 1 0,0 0 1,-1-1-1,1 1 0,-1-1 0,1 1 0,0-8 1,-2 11-79,0 0 1,0 0 0,0 0 0,0-1 0,0 1 0,-1 0 0,1 0 0,0 0 0,0 0 0,-1 0 0,1 0 0,-1 0 0,1 0 0,-1 1 0,1-1 0,-1 0 0,1 0 0,-1 0 0,0 0 0,0 1 0,1-1 0,-1 0 0,0 1 0,0-1 0,0 0 0,0 1 0,0-1 0,0 1 0,0 0 0,0-1 0,0 1 0,0 0 0,0-1 0,0 1 0,0 0 0,0 0 0,-1 0 0,-6 0-189,0 0 0,-1 1 1,1 0-1,0 0 1,0 1-1,-14 4 1,6-2-147,-129 45-4371,67-20 1077,22-9-801,6-3-2360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28.176"/>
    </inkml:context>
    <inkml:brush xml:id="br0">
      <inkml:brushProperty name="width" value="0.025" units="cm"/>
      <inkml:brushProperty name="height" value="0.025" units="cm"/>
    </inkml:brush>
  </inkml:definitions>
  <inkml:trace contextRef="#ctx0" brushRef="#br0">38 78 10249,'-7'6'771,"-1"1"498,0-3 8481,8-2-9683,-1 0 1,0 0-1,1 0 0,-1 1 1,1-1-1,0 0 1,0 0-1,0 0 0,0 4 1,0 1 93,-5 16-51,3-16 0,0 0 0,1 0 0,0 1 0,0 13 0,1-19-80,1 1 0,-1 0 1,1-1-1,-1 1 0,1 0 0,0-1 0,0 1 0,0-1 0,1 0 0,-1 1 0,0-1 1,1 0-1,0 0 0,-1 1 0,1-1 0,0-1 0,4 4 0,-2-2 20,1 0-1,-1 0 1,1-1-1,0 1 1,0-1 0,0-1-1,1 1 1,-1-1-1,0 0 1,1 0-1,-1 0 1,0-1-1,1 1 1,10-2-1,-1-1 26,0 0-1,0-1 0,-1 0 0,21-8 0,-16 3-155,-1-1-1,1 0 0,-2-2 1,1 0-1,-1 0 0,-1-2 1,0 0-1,-1-1 1,0-1-1,13-17 0,-20 21-178,0 0 0,0 0 0,9-19-1,-16 28 230,-1 0-1,0 0 0,1 0 0,-1 0 0,0 0 0,0 0 0,0 0 0,-1 0 0,1 0 0,0 0 0,-1 0 0,1 0 0,-2-3 0,0 1-54,2 1-34,-1 7 83,1 5 90,-1 0-1,1 0 1,0 0-1,1 0 1,0 0-1,0 1 0,1-2 1,0 1-1,1 0 1,0 0-1,0-1 1,1 1-1,9 14 1,-7-13-89,1-1 1,0 0 0,0 0-1,1-1 1,0 0-1,1 0 1,0-1 0,0 0-1,1 0 1,-1-1 0,12 5-1,-8-5-689,0-1-1,0 0 1,0-1-1,20 3 0,29 0-6788,-19-4-1231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28.746"/>
    </inkml:context>
    <inkml:brush xml:id="br0">
      <inkml:brushProperty name="width" value="0.025" units="cm"/>
      <inkml:brushProperty name="height" value="0.025" units="cm"/>
    </inkml:brush>
  </inkml:definitions>
  <inkml:trace contextRef="#ctx0" brushRef="#br0">71 1 11273,'0'0'9928,"-2"1"-9373,-2 2-452,1 1 0,0-1 0,0 0 0,0 1 0,1 0 0,0 0 0,-1 0 0,1 0 0,0 0 0,1 0 0,-1 0 0,-1 6 0,-10 62 160,8-45-100,-2 6-26,5-23-49,-1 0 0,1-1-1,1 1 1,0 0-1,0 0 1,1 1-1,0-1 1,1 0-1,2 14 1,2-7 209,0-1 0,1 1 0,0-1 1,1 0-1,1 0 0,13 18 0,-18-31-254,-1-1-1,1 1 0,0 0 1,1-1-1,-1 0 0,0 1 0,1-1 1,-1-1-1,1 1 0,0 0 1,-1-1-1,1 0 0,0 0 1,0 0-1,0 0 0,4 0 0,3-1 7,0 1-1,-1-1 0,1-1 0,12-2 1,-16 1-95,0 1 1,0-1 0,-1 0 0,1-1-1,0 0 1,-1 0 0,0 0 0,0-1 0,0 0-1,0 0 1,0-1 0,6-6 0,3-6-456,0 0 0,19-29 0,4-6-581,-31 42 816,0 1 0,0-1 0,6-15 0,-12 23 159,0 4 23,7 19 109,1-1 0,15 24 0,-19-35 83,2 0 0,-1-1 0,1 0 0,0-1 0,1 0 0,0 0 0,16 11 0,-5-6 322,1-2 0,0 0 0,1-1 0,0-1 1,0-1-1,1-1 0,44 7 0,-58-13-300,0 0 0,-1 0 0,1-1 0,0 0 0,-1 0-1,15-5 1,-7 2 7,-12 4-128,0-1 0,0 0 0,-1 0 0,1 0 0,-1 0 0,1-1 0,-1 1 0,1-1 0,-1 1 0,0-1 0,0 0 0,0 0 0,0 0 0,0 0 0,0 0 0,0-1 0,-1 1 0,1 0 0,-1-1 0,0 1 0,1-1 0,-1 0 0,0 1 0,-1-1 0,1 0 0,0 1 0,-1-1 0,1 0 0,-1 0 0,0 0 0,0 0 0,0 1 0,-1-4 0,0-3-173,0 1 0,0-1 0,-1 1-1,0 0 1,0 0 0,-1 0 0,0 0 0,-1 1 0,-7-13 0,5 12-181,0-1 1,-1 1-1,0 1 0,-1-1 1,0 1-1,0 1 0,0-1 1,-1 1-1,0 1 0,0 0 1,-11-5-1,-8 0-1475,0 0 1,-45-8-1,26 7-715,9 4-3919,16 2 784</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29.616"/>
    </inkml:context>
    <inkml:brush xml:id="br0">
      <inkml:brushProperty name="width" value="0.025" units="cm"/>
      <inkml:brushProperty name="height" value="0.025" units="cm"/>
    </inkml:brush>
  </inkml:definitions>
  <inkml:trace contextRef="#ctx0" brushRef="#br0">250 375 11709,'-31'-22'1859,"24"18"4292,-7 12-5023,-3 2-709,4-2-186,0 0 0,0 1 0,0 0 0,-10 11 0,-7 7 73,18-17 5,0 2 1,-13 14-1,22-22-170,0 1 0,0-1 0,0 0 0,1 1 0,-1-1 0,1 1 0,0 0 0,1-1 0,-1 1 0,1 0 0,-1 8 0,2-11-103,1 0 1,-1 0-1,0 0 1,1-1-1,-1 1 0,1 0 1,0 0-1,0-1 1,0 1-1,0 0 0,0-1 1,0 1-1,0-1 1,0 1-1,0-1 0,1 0 1,-1 1-1,1-1 1,-1 0-1,1 0 0,-1 0 1,1 0-1,0 0 1,2 1-1,1 0 16,1 1-1,-1-1 1,1 0-1,-1-1 1,1 1 0,0-1-1,7 1 1,4-2-203,-1 0 1,1-1-1,0-1 0,0 0 1,0-1-1,-1-1 0,0-1 1,1 0-1,-2-1 0,1-1 1,-1 0-1,0-1 1,0-1-1,14-11 0,-25 16 56,0 1 0,0-1 0,-1 0 0,1 0 0,-1-1 0,0 1 0,0-1 0,0 1 0,3-9 0,-6 12 66,1-1 0,-1 0 0,1 0 0,-1 1 0,1-1 0,-1 0 0,0 0 0,0 0 0,0 0 0,0 1 0,0-1 0,-1 0 0,1 0 0,-1 1 0,1-1 0,-1 0 0,1 0 0,-1 1 0,0-1 0,0 0 0,0 1 1,0-1-1,0 1 0,0-1 0,0 1 0,0 0 0,-1 0 0,1-1 0,-3-1 0,-2-1-38,0-1 1,0 1 0,0 0 0,-1 1-1,1-1 1,-1 1 0,-14-4 0,19 7 299,-2 26 144,5-24-359,-1 0 1,1 0 0,0-1-1,0 1 1,0 0-1,0 0 1,0-1-1,1 1 1,-1-1 0,0 1-1,1-1 1,-1 1-1,1-1 1,-1 0 0,1 0-1,0 0 1,1 1-1,35 14 262,-28-13-278,15 4 84,0-1 0,1-1 0,0-2 0,0 0 0,-1-2 0,32-2 0,11 1-150,31 5-190,40 1-715,-100-10 374,-38 3 556,1 1 0,-1-1 1,0 1-1,1-1 0,-1 1 0,0-1 1,0 0-1,0 0 0,0 0 1,1 0-1,-1 1 0,0-1 0,-1 0 1,3-3-1,2-1-90,-21 2 262,-28-5 708,33 7-526,0-1 0,0 0 0,1 0 0,-1-2 0,1 1 0,-14-8 0,10 6-167,12 4 60,7 1-288,1 1 0,-1 0 0,0 0 1,0 0-1,0 1 0,0-1 0,0 1 0,0 0 0,0 1 0,7 4 0,33 21-432,-32-19 133,0-1 0,1 0 0,-1-1 0,2 0 0,-1-1-1,27 7 1,-21-8-24,1 0 0,0-2-1,0 0 1,34-1-1,-15-5-3,0-1-1,0-2 1,48-15-1,-62 13 266,0-2 1,0 0-1,-1-2 1,-1 0-1,39-27 1,-53 31 218,0 0 0,-1-1 1,0 0-1,0 0 0,-1-1 0,0 0 0,0-1 1,-1 0-1,-1 0 0,0 0 0,-1-1 1,0 1-1,0-1 0,4-22 0,-5 15 646,-1-1-1,-1 0 0,-1 0 0,0 1 1,-2-1-1,0 0 0,-1 0 0,-9-34 1,0 4 1894,11 48-1653,2 23-148,9 233 479,-8-129-1102,-8 127-1495,2-193 260,2-33-118,-2 1 0,-1-1 0,-8 29-1,4-28-3765,-13 31-1,4-25-5558</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29.744"/>
    </inkml:context>
    <inkml:brush xml:id="br0">
      <inkml:brushProperty name="width" value="0.025" units="cm"/>
      <inkml:brushProperty name="height" value="0.025" units="cm"/>
    </inkml:brush>
  </inkml:definitions>
  <inkml:trace contextRef="#ctx0" brushRef="#br0">1 52 20614,'80'-17'2680,"-45"17"-368,-15-3-491,15 0-385,16 1-328,-16-1-604,-1-3-1136,-16 6-1344,-1-9-161,3 1-5403,0 13-7666</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33.361"/>
    </inkml:context>
    <inkml:brush xml:id="br0">
      <inkml:brushProperty name="width" value="0.025" units="cm"/>
      <inkml:brushProperty name="height" value="0.025" units="cm"/>
    </inkml:brush>
  </inkml:definitions>
  <inkml:trace contextRef="#ctx0" brushRef="#br0">81 38 10609,'-2'-2'1653,"-3"-1"-940,1-1 0,-1 1 0,0 0 0,0 1 0,0-1 0,0 1 0,-8-2 4447,10 3-4823,-24-9 400,25 9 409,5 2-536,303 16 2881,-166-14-2772,712 61 1226,-2 40-1395,770 67-882,-1562-164 235,-37-3-110,1-2 1,-1 0-1,23-2 0,-1-10-3032,-60-5-259,11 11 2768,-1 1 0,1-1 0,-1 1 0,0 0 0,1 1 0,-11-3 0,-26-4-5707,1 6-2987</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33.726"/>
    </inkml:context>
    <inkml:brush xml:id="br0">
      <inkml:brushProperty name="width" value="0.025" units="cm"/>
      <inkml:brushProperty name="height" value="0.025" units="cm"/>
    </inkml:brush>
  </inkml:definitions>
  <inkml:trace contextRef="#ctx0" brushRef="#br0">0 144 11769,'168'-34'3366,"-42"15"1158,202-5 0,-248 20-3773,950-16 4101,-876 21-4489,425 10 739,307 21-1477,-776-29-1165,130-14 1,-237 11 1353,1-1 1,-1 1 0,0-1 0,1 0 0,-1 1 0,0-2 0,0 1 0,0 0 0,0 0 0,4-4-1,-6 5 150,-1 0-1,0 0 0,0 0 0,0 0 0,1-1 1,-1 1-1,0 0 0,0 0 0,0-1 0,0 1 1,0 0-1,1 0 0,-1-1 0,0 1 0,0 0 0,0-1 1,0 1-1,0 0 0,0 0 0,0-1 0,0 1 1,0 0-1,0-1 0,0 1 0,0 0 0,0 0 1,0-1-1,0 1 0,0 0 0,0-1 0,-1 1 0,1 0 1,0 0-1,0-1 0,0 1 0,-18-10-915,0 5 125,0 0-1,-1 2 1,-31-3-1,7 2-473,-97-13-6353,69 11-580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38.683"/>
    </inkml:context>
    <inkml:brush xml:id="br0">
      <inkml:brushProperty name="width" value="0.025" units="cm"/>
      <inkml:brushProperty name="height" value="0.025" units="cm"/>
    </inkml:brush>
  </inkml:definitions>
  <inkml:trace contextRef="#ctx0" brushRef="#br0">154 451 10965,'21'8'3001,"-38"-18"1880,15 10-3585,-2 5-948,0 1 0,0 0 0,0 0 0,1 1 0,0-1 0,0 1-1,0 0 1,1 0 0,0 0 0,0 0 0,1 0 0,0 0 0,0 13 0,-3 8 236,-44 240 1559,24-125-1621,-9 52-754,28-145-1040,1 98 0,4-73 239,0-77 1002,1 1 0,-1-1 0,1 1 1,-1-1-1,1 1 0,-1-1 1,1 1-1,0 0 0,-1-1 0,1 1 1,1-1-1,6-11-36,3-22-44,-1 0 0,-1-1 1,7-62-1,-5 23 38,137-580 39,-122 557 264,-14 47 350,2 1 0,23-53 0,21-30 1228,-55 126-1663,1 1 0,-1-1 0,1 1 0,0 0 0,1 0 0,-1 0-1,11-10 1,-15 16-141,0 0 0,0 0 0,0 0 0,0 0 0,0 0 0,0 0 0,0 0 0,0 0 0,1 0 0,-1 0 0,0 0 0,0 0 0,0 0 0,0 0 0,0 0 0,0 0 0,0 0 0,0 0 0,0 0 0,0-1 0,0 1 0,0 0 0,1 0 0,-1 0 0,0 0 0,0 0 0,0 1 0,0-1 0,0 0 0,0 0 0,0 0 0,0 0 0,0 0 0,0 0 0,0 0 0,1 0 0,-1 0 0,0 0 0,0 0 0,0 0 0,0 0 0,0 0 0,0 0 0,0 0 0,0 0 0,0 0 0,0 0 0,0 0 0,0 1 0,0-1 0,0 0 0,0 0 0,0 0 0,0 0 0,0 0 0,0 0 0,0 0 0,0 0 0,0 0 0,0 0 0,0 1 0,0-1 0,0 0 0,3 4 29,-1 0-1,0 0 1,0 0 0,-1 0 0,1 0 0,-1 0 0,0 1 0,0-1 0,-1 1 0,1-1 0,-1 1 0,0-1 0,0 1 0,-1 5 0,-2 8-147,0-1 1,-10 25 0,8-26-38,-17 48-1242,-2-1 1,-4-1-1,-35 60 1,-60 69-9043,71-120 760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39.031"/>
    </inkml:context>
    <inkml:brush xml:id="br0">
      <inkml:brushProperty name="width" value="0.025" units="cm"/>
      <inkml:brushProperty name="height" value="0.025" units="cm"/>
    </inkml:brush>
  </inkml:definitions>
  <inkml:trace contextRef="#ctx0" brushRef="#br0">1154 42 15705,'0'-2'252,"-1"0"-1,0 0 1,0 0-1,0 0 1,0 0-1,0 0 0,0 1 1,0-1-1,-1 0 1,1 1-1,-1-1 1,1 1-1,-1-1 1,0 1-1,0-1 0,1 1 1,-4-1-1,1 0 112,-1 0-1,1 1 1,-1-1 0,1 1-1,-1 0 1,0 0-1,-8 0 1,0 2 66,-1-1 0,1 1-1,-1 1 1,-22 6 0,17-2-224,0 2 0,1-1 1,-1 2-1,1 1 1,1 0-1,-29 22 0,6 2 63,-52 53 0,2 13-79,4 4 1,4 4-1,6 3 0,4 3 0,-97 211 1,138-258-241,4 3 1,-22 81 0,42-125-116,2 1 1,0 0-1,2 1 0,1-1 1,1 1-1,1-1 0,2 1 0,1-1 1,6 28-1,-6-43-37,0 0-1,1-1 0,0 0 1,1 1-1,0-1 1,1-1-1,12 18 1,-15-24-59,1 1-1,0-1 1,0 0 0,0 0 0,1 0 0,-1-1-1,1 0 1,0 0 0,0 0 0,0 0 0,0-1-1,0 0 1,1 0 0,-1 0 0,1 0 0,0-1 0,-1 0-1,8 0 1,2-1-1872,0 0 0,19-4 0,41-9-8447</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39.394"/>
    </inkml:context>
    <inkml:brush xml:id="br0">
      <inkml:brushProperty name="width" value="0.025" units="cm"/>
      <inkml:brushProperty name="height" value="0.025" units="cm"/>
    </inkml:brush>
  </inkml:definitions>
  <inkml:trace contextRef="#ctx0" brushRef="#br0">1 1070 7165,'14'26'1678,"-13"-24"-1229,0 0 0,0-1 0,0 1 0,0 0 1,0-1-1,1 1 0,-1-1 0,0 1 0,3 1 0,-3-3-250,-1 0-1,0 1 0,1-1 0,-1 0 0,0 0 0,1 0 1,-1 0-1,0 0 0,1 0 0,-1 0 0,0 0 0,0 0 1,1 0-1,-1 0 0,0 0 0,1 0 0,-1 0 0,0 0 1,1 0-1,-1 0 0,0 0 0,1 0 0,-1-1 0,0 1 1,1 0-1,-1 0 0,0 0 0,0 0 0,1-1 0,-1 1 0,0 0 1,1-1-1,1-2 934,0 0 0,-1-1 1,1 1-1,-1-1 0,1 0 1,-1 0-1,0-3 0,3-7-3017,54-127 3872,-10 28-1334,119-286 410,-107 276-586,89-135 0,-146 253-449,14-17 50,-17 21-70,1 1-1,-1 0 0,1-1 0,-1 1 0,1 0 0,-1-1 0,1 1 1,-1 0-1,1 0 0,-1 0 0,1-1 0,-1 1 0,1 0 0,-1 0 1,1 0-1,-1 0 0,1 0 0,0 0 0,-1 0 0,1 0 1,-1 0-1,1 0 0,-1 0 0,1 0 0,-1 1 0,1-1 0,-1 0 1,1 0-1,-1 0 0,1 1 0,-1-1 0,1 0 0,-1 1 0,1-1 1,-1 1-1,1-1 0,-1 0 0,0 1 0,1-1 0,-1 1 0,0-1 1,1 1-1,-1 0 0,5 9 4,0-1 1,-1 1-1,0 1 1,-1-1-1,0 0 1,0 1-1,-1 0 0,0 14 1,2-2-5,6 67-355,-2 129-1,-3-29-1826,-5-6-1644,-13-62-1950,3-62-678,3-12-3897</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39.566"/>
    </inkml:context>
    <inkml:brush xml:id="br0">
      <inkml:brushProperty name="width" value="0.025" units="cm"/>
      <inkml:brushProperty name="height" value="0.025" units="cm"/>
    </inkml:brush>
  </inkml:definitions>
  <inkml:trace contextRef="#ctx0" brushRef="#br0">21 53 19034,'-20'2'2428,"40"-7"-384,-3-1-280,21-3-396,19 1-303,-17 2-277,3 6-456,3-6-732,3 3-813,-3-8-1155,-3 11-1856,-2 6-1889,-24-1-5408</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40.149"/>
    </inkml:context>
    <inkml:brush xml:id="br0">
      <inkml:brushProperty name="width" value="0.025" units="cm"/>
      <inkml:brushProperty name="height" value="0.025" units="cm"/>
    </inkml:brush>
  </inkml:definitions>
  <inkml:trace contextRef="#ctx0" brushRef="#br0">197 230 9001,'-13'14'1440,"0"1"0,1 0 0,0 1-1,2 0 1,-18 35 0,6-12-520,9-13-367,2 0-1,0 1 0,2 0 0,-6 30 0,4-16 49,-4-8 1225,13-28 181,10-15-1244,21-30-587,-10 14-588,20-34 0,-32 44 166,0 0 1,-1 0-1,5-19 1,8-24-318,2-8 214,-17 50 373,1 0 0,1 0-1,1 1 1,14-29-1,-5 24 623,0 0 0,1 1 0,1 0-1,27-21 1,-32 31-210,0 1 1,0 0-1,1 1 0,21-9 0,-34 16-394,1 1 0,0-1 0,-1 0 0,1 1 0,0 0 0,0-1 0,-1 1 0,1 0 0,0 0 0,0 0 0,0 0 0,-1 0 0,1 0 0,0 0 0,0 1 0,-1-1 0,1 1 0,0-1 0,-1 1 0,4 1 0,-2 0 8,0 1 1,-1-1 0,1 0 0,0 1 0,-1-1-1,0 1 1,0 0 0,0 0 0,0 0-1,2 3 1,2 7 94,-1 0 0,0 1-1,0-1 1,3 21 0,-4-6-160,0 0 1,-2 1-1,-3 56 1,-19 88-1965,8-79-50,-15 64-4095,14-89-1966,9-44-2314</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40.844"/>
    </inkml:context>
    <inkml:brush xml:id="br0">
      <inkml:brushProperty name="width" value="0.025" units="cm"/>
      <inkml:brushProperty name="height" value="0.025" units="cm"/>
    </inkml:brush>
  </inkml:definitions>
  <inkml:trace contextRef="#ctx0" brushRef="#br0">140 443 12941,'-11'13'7126,"-1"16"-5998,2-4-734,-3 2-76,1 0 0,-17 56 0,17-38-168,2-11-55,1-1 0,-5 53 1,13-13 8,2-42 18,-1-29-114,1 0-1,-1 0 1,1 0-1,0 0 0,0 0 1,0 0-1,0 0 1,0-1-1,0 1 0,0 0 1,3 3-1,-1-2 10,-2-2-1,1 1 0,0-1-1,-1 0 1,1 0-1,0 0 1,0 0-1,-1 0 1,1 0 0,0-1-1,0 1 1,0-1-1,0 1 1,3-1-1,-3 1 31,1 0-24,-3-3-35,1 1-1,-1 0 1,1-1 0,-1 1 0,1 0 0,0-1 0,0 1-1,0 0 1,0 0 0,0 0 0,1-1 0,8-15-133,-9 7 26,0 0-1,-1 0 0,-1 0 1,0 0-1,0 0 0,-1 0 1,-5-16-1,5 16 14,-4-16-164,-40-189-591,40 176 1086,2 0 0,1 0 1,5-61-1,-1 78 34,1 0-1,1 1 1,1-1 0,1 1 0,1 0 0,11-27 0,-10 32 119,1-1 1,0 1-1,1 1 1,1-1-1,1 1 1,0 1-1,0 0 1,2 1-1,0 0 1,17-13 0,-21 20-207,1 0 0,-1 0 0,1 1 1,0 0-1,13-3 0,-20 6-156,1 1 0,-1 0 0,1 0 0,0 1 0,-1-1 0,1 1 0,-1-1 0,1 1 0,0 0 0,-1 1 0,1-1-1,0 1 1,-1-1 0,1 1 0,-1 0 0,1 1 0,-1-1 0,7 4 0,-7-2-75,0 0-1,0 0 1,0 1 0,0-1-1,0 1 1,-1 0 0,0 0 0,0 0-1,0 0 1,0 0 0,0 0-1,-1 0 1,2 9 0,0 0-248,-1-1-1,-1 1 1,0 22 0,-4-5-468,-2-1-1,-1-1 1,-1 1-1,-1-1 0,-21 47 1,-5 17-980,19-55 1578,12-32 541,0 1 1,1-1-1,0 1 0,0-1 1,0 1-1,1 0 1,0 0-1,-1 7 1,3-12-138,1 0-1,-1 0 1,0 0 0,1 0 0,-1 0 0,1 0-1,-1 0 1,1 0 0,-1 0 0,1-1 0,-1 1-1,1-1 1,0 1 0,2-1 0,58-13 2637,-36 11-2114,-16 0-461,-1 1 1,0 1 0,14 0-1,-20 1-236,1-1-1,-1 1 0,1 0 0,-1 0 0,1 0 0,-1 1 0,0-1 0,0 1 0,0-1 0,0 1 0,0 0 0,0 0 1,3 3-1,-4-3-52,0 0 0,0 0 0,0 0 0,0 0 0,0 1 0,0-1 1,-1 0-1,1 1 0,-1 0 0,0-1 0,1 1 0,-1 0 0,0-1 1,-1 1-1,1 0 0,0 0 0,-1 0 0,0 0 0,0 0 0,1 0 1,-2 0-1,1 0 0,0 0 0,-1-1 0,1 1 0,-2 3 0,-2 12-401,-1 0-1,-1-1 0,0 0 0,-1 0 1,-1-1-1,-1 1 0,0-2 0,-1 1 1,-1-2-1,0 1 0,-23 22 1,15-19-955,0-1 1,-2-1-1,-21 14 1,20-17-1740,-2 0 0,-42 17 1,10-11-7076</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41.377"/>
    </inkml:context>
    <inkml:brush xml:id="br0">
      <inkml:brushProperty name="width" value="0.025" units="cm"/>
      <inkml:brushProperty name="height" value="0.025" units="cm"/>
    </inkml:brush>
  </inkml:definitions>
  <inkml:trace contextRef="#ctx0" brushRef="#br0">173 289 8301,'-3'1'1703,"0"0"-1324,0 0 1,0 0-1,0 0 0,0 1 0,0 0 0,0-1 1,0 1-1,1 0 0,-1 0 0,-2 3 0,-21 34 2060,8-7-1515,0 1 0,3 1 0,0 0 1,-13 54-1,25-57-82,2-19-574,1-9 149,-1-1-146,0 0 0,1 0 1,-1 0-1,0 0 0,0 0 0,0-1 0,0 1 1,-1 0-1,-1 2 917,5-17-979,-1 0 0,2 0 0,0 0 0,0 1 0,1 0 0,10-21-1,3-8 6,68-245-152,-81 267-27,1 1 1,1 0-1,0 0 0,1 1 0,1-1 0,0 1 1,2 1-1,12-17 0,-21 30 5,1 1-1,0 0 1,0 0 0,0 0-1,0 1 1,0-1 0,0 0-1,1 1 1,-1-1 0,1 1-1,-1 0 1,1 0 0,-1 0-1,1 0 1,-1 0 0,1 1-1,0-1 1,0 1 0,-1 0-1,1-1 1,0 1 0,0 1-1,-1-1 1,1 0 0,0 1 0,-1-1-1,1 1 1,0 0 0,-1 0-1,1 0 1,-1 0 0,1 0-1,2 2 1,2 2 37,-1-1-1,0 1 1,0 0 0,0 0-1,0 1 1,-1-1 0,0 1-1,-1 0 1,1 1-1,-1-1 1,4 9 0,6 16 119,-2 1 0,-1 1 0,-2 0 0,6 38-1,7 138-986,-21-174-550,-5 64 1,1-82-56,0-1 0,-5 17 0,5-24-766,0 0 0,-1 0-1,0 0 1,-8 12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41.740"/>
    </inkml:context>
    <inkml:brush xml:id="br0">
      <inkml:brushProperty name="width" value="0.025" units="cm"/>
      <inkml:brushProperty name="height" value="0.025" units="cm"/>
    </inkml:brush>
  </inkml:definitions>
  <inkml:trace contextRef="#ctx0" brushRef="#br0">653 35 9809,'-14'14'1661,"12"-16"-1289,0 1-1,1-1 0,0 0 1,-1 0-1,1 0 0,0 0 0,0 0 1,0 0-1,-1-4 0,2 5-303,-1 0-1,0 0 1,1 0-1,-1 0 1,0 0-1,0 1 1,1-1-1,-1 0 1,0 1 0,0-1-1,0 1 1,0-1-1,0 1 1,0-1-1,0 1 1,0-1-1,0 1 1,-2 0-1,0-1 130,-5-2 34,0 0 0,-1 1 0,1 1 0,-1-1 0,1 1 0,-1 1 0,-13 0 0,-56 9 664,47-2-297,0 1 0,-50 21 0,38-13-109,23-8-115,0 1 1,1 0-1,0 2 1,1 0-1,-33 27 1,40-29-74,-1 2 0,2-1 1,0 1-1,0 1 0,1 0 0,0 0 1,1 1-1,1 0 0,-8 19 0,13-27-200,0 0 0,0 0 0,1 1 0,0-1 0,0 1 0,0-1 0,1 1 0,0-1 0,0 1-1,0 0 1,1-1 0,-1 1 0,2-1 0,-1 1 0,3 6 0,-1-4 31,1-1 0,0 0 0,0 0 0,0-1 0,1 0 0,0 1 0,1-1 0,-1-1 1,12 10-1,3-1 74,0-1 1,1-1-1,1 0 1,0-2-1,1 0 1,26 6 0,-34-11-181,16 6-303,-1-3 1,51 9-1,-74-16-31,1 0-1,0-1 0,0 0 0,-1 0 1,1 0-1,0-1 0,0 0 1,-1-1-1,1 0 0,-1 0 1,1 0-1,-1-1 0,0 0 0,0-1 1,0 0-1,7-4 0,30-29-4043,-17 10-2025,-5-6-5188</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42.119"/>
    </inkml:context>
    <inkml:brush xml:id="br0">
      <inkml:brushProperty name="width" value="0.025" units="cm"/>
      <inkml:brushProperty name="height" value="0.025" units="cm"/>
    </inkml:brush>
  </inkml:definitions>
  <inkml:trace contextRef="#ctx0" brushRef="#br0">337 8 15417,'-11'-8'4616,"22"19"1811,5 6-5570,-5-2-443,-1 0 1,-1 1 0,-1 0-1,0 0 1,0 1 0,-2-1 0,7 29-1,17 125 627,-29-160-978,9 84 164,-5 0 0,-3 0 0,-22 180-1,5-171-1209,-5-1 0,-5-1-1,-51 134 1,52-176-918,-3-1 1,-53 84-1,-32 12-7246,37-68-1732</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42.924"/>
    </inkml:context>
    <inkml:brush xml:id="br0">
      <inkml:brushProperty name="width" value="0.025" units="cm"/>
      <inkml:brushProperty name="height" value="0.025" units="cm"/>
    </inkml:brush>
  </inkml:definitions>
  <inkml:trace contextRef="#ctx0" brushRef="#br0">61 9 6005,'-1'-1'133,"-1"0"1,1 0-1,-1 0 1,1 0 0,-1 1-1,1-1 1,-1 0-1,0 1 1,1 0-1,-1-1 1,0 1 0,1 0-1,-1 0 1,0 0-1,1 0 1,-1 0 0,0 0-1,1 0 1,-1 1-1,0-1 1,-1 1 0,-6 1 414,6-1 1895,1 0-1659,-8 8 1215,10-3 2938,11-2 310,2-2-4748,-6-1-1668,295 31 5501,4-25-2666,-229-7-1264,1409 41 1437,-278-8-1591,-580-22-200,-280-2-48,1341 24 0,-1466-33 0,352 12 0,-405-1-9397,-175-11 4744,-2-4 2057,2 1 90,-19-10-8125</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43.415"/>
    </inkml:context>
    <inkml:brush xml:id="br0">
      <inkml:brushProperty name="width" value="0.025" units="cm"/>
      <inkml:brushProperty name="height" value="0.025" units="cm"/>
    </inkml:brush>
  </inkml:definitions>
  <inkml:trace contextRef="#ctx0" brushRef="#br0">1 0 10905,'0'0'9946,"0"4"-8413,4 108 3475,1 10-3573,-5-86-1140,-6 403 984,6-387-2752,11 68-1,-6-67-668,-4-47 752,-2-12-2644,-1-84-4345,5 27-146</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43.637"/>
    </inkml:context>
    <inkml:brush xml:id="br0">
      <inkml:brushProperty name="width" value="0.025" units="cm"/>
      <inkml:brushProperty name="height" value="0.025" units="cm"/>
    </inkml:brush>
  </inkml:definitions>
  <inkml:trace contextRef="#ctx0" brushRef="#br0">114 43 11145,'1'1'154,"0"0"1,0 0-1,0-1 1,0 1-1,1-1 0,-1 1 1,0-1-1,0 1 0,0-1 1,1 0-1,-1 1 1,0-1-1,0 0 0,1 0 1,-1 0-1,0 0 1,1 0-1,-1 0 0,0-1 1,2 1-1,23-15 3399,5-3 810,-20 14-3335,0 1 0,0 1 0,0-1 0,0 2 1,21-1-1,-27 2-819,1 0 1,-1 0-1,1 1 0,-1 0 1,0 0-1,1 0 1,-1 0-1,0 1 0,0 0 1,0 0-1,0 1 1,0-1-1,9 7 1,-13-8-199,0 1 1,0-1 0,0 1 0,0-1 0,0 1 0,0-1-1,0 1 1,-1 0 0,1-1 0,0 1 0,-1 0 0,1 0 0,-1 0-1,0-1 1,0 1 0,0 0 0,0 0 0,0 0 0,0-1-1,0 1 1,0 0 0,-1 0 0,0 1 0,0 7-12,-2 13-346,-1 0 0,-2 0 0,0 0 0,-1-1 0,-1 0 0,-20 36-1,1-9-2181,-59 77-1,79-117 1958,0 0 0,-1-1 0,0 0 0,0 0 0,-16 11 1,18-16 197,1 1 1,0-1 0,-1-1 0,0 1 0,1-1 0,-1 0 0,0 0 0,0 0 0,0-1 0,0 0 0,-10 0 0,14-1 216,-1 0 1,1-1-1,0 1 1,0-1-1,-1 0 1,1 0-1,0 0 1,0 0 0,0 0-1,0 0 1,0 0-1,0-1 1,0 1-1,0-1 1,1 1 0,-1-1-1,1 0 1,-1 1-1,1-1 1,0 0-1,-1 0 1,1 0 0,0 0-1,-1-3 1,0 0-320,0 0 0,0 0 0,1 0 0,-1-1 1,1 1-1,0-1 0,0 1 0,1 0 0,0-8 0,7-26-4224</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43.984"/>
    </inkml:context>
    <inkml:brush xml:id="br0">
      <inkml:brushProperty name="width" value="0.025" units="cm"/>
      <inkml:brushProperty name="height" value="0.025" units="cm"/>
    </inkml:brush>
  </inkml:definitions>
  <inkml:trace contextRef="#ctx0" brushRef="#br0">1145 8 15137,'-15'-3'627,"0"1"-1,-1 0 0,1 1 0,0 1 0,0 1 1,0 0-1,-1 1 0,1 0 0,-18 6 1,-2 3-186,0 1 0,-54 29 0,32-10 203,1 2 0,2 3 0,1 2 0,-73 70 0,62-45 6,3 2 1,-92 129-1,122-148-423,2 1 0,2 1-1,-23 60 1,38-80-164,3 0 0,0 0 1,2 1-1,1 0 0,1 1 0,1-1 0,1 46 0,4-62-172,-1 0-1,2 0 1,0 0-1,1 0 1,0 0-1,1-1 1,0 1-1,1-1 1,0 0-1,1 0 1,0-1-1,1 0 1,0 0-1,1 0 1,1-1-1,-1 0 1,1-1 0,1 0-1,0 0 1,0-1-1,1 0 1,0-1-1,0 0 1,1-1-1,-1 0 1,1-1-1,1 0 1,-1-1-1,1 0 1,22 3-1,-5-3-1405,-1-2-1,56-2 0,11-11-6118,-26-7-3113</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44.411"/>
    </inkml:context>
    <inkml:brush xml:id="br0">
      <inkml:brushProperty name="width" value="0.025" units="cm"/>
      <inkml:brushProperty name="height" value="0.025" units="cm"/>
    </inkml:brush>
  </inkml:definitions>
  <inkml:trace contextRef="#ctx0" brushRef="#br0">30 861 13761,'5'15'1151,"-6"-8"639,-6-3 4811,-19-19-1837,27 13-4202,50-91 162,39-103 1,-56 115-831,3 1-1,68-106 1,44-19 1415,-146 201-1245,-1 1 0,1 0 0,0 0 0,0 0 0,0 0 0,5-3 0,-7 5-58,0 1 1,-1-1 0,1 1-1,0 0 1,-1-1 0,1 1 0,0 0-1,-1 0 1,1 0 0,0-1-1,0 1 1,-1 0 0,1 0-1,0 0 1,0 0 0,-1 0-1,1 0 1,0 0 0,-1 1-1,1-1 1,0 0 0,0 0-1,-1 0 1,1 1 0,0-1-1,-1 0 1,1 1 0,0-1-1,-1 1 1,1-1 0,-1 1 0,1-1-1,-1 1 1,1-1 0,-1 1-1,1-1 1,-1 1 0,1 1-1,2 3 15,0 1-1,0 0 1,-1 0-1,0 0 0,0 0 1,-1 1-1,1-1 1,-1 0-1,0 9 1,-2 64-146,-1-43-43,6 144-1727,0-4-1729,-5-134-453,-2-1 0,-10 51-1,2-45-6875</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44.567"/>
    </inkml:context>
    <inkml:brush xml:id="br0">
      <inkml:brushProperty name="width" value="0.025" units="cm"/>
      <inkml:brushProperty name="height" value="0.025" units="cm"/>
    </inkml:brush>
  </inkml:definitions>
  <inkml:trace contextRef="#ctx0" brushRef="#br0">1 52 17662,'11'-9'4672,"-5"-11"-2812,0 6-388,17 8-352,-6 3-255,12 3-353,-4 0-592,7 0-873,14 3-883,-29 3-1664,-2-3-2941,2-1-5928</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45.057"/>
    </inkml:context>
    <inkml:brush xml:id="br0">
      <inkml:brushProperty name="width" value="0.025" units="cm"/>
      <inkml:brushProperty name="height" value="0.025" units="cm"/>
    </inkml:brush>
  </inkml:definitions>
  <inkml:trace contextRef="#ctx0" brushRef="#br0">121 21 15881,'-11'-11'1589,"8"5"341,8 3 4229,8 18-4031,-10-10-1754,2 3-8,0 0 0,0 1-1,-1-1 1,-1 1-1,6 18 1,8 53 1111,-9-37-1031,7 40-289,-4 1 0,1 85-1,-19 171-37,-56 168-1778,53-454-71,-2 0-1,-22 57 1,20-74-3667,-33 61 0,12-42-6742</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45.564"/>
    </inkml:context>
    <inkml:brush xml:id="br0">
      <inkml:brushProperty name="width" value="0.025" units="cm"/>
      <inkml:brushProperty name="height" value="0.025" units="cm"/>
    </inkml:brush>
  </inkml:definitions>
  <inkml:trace contextRef="#ctx0" brushRef="#br0">149 308 16946,'3'4'8515,"-3"5"-4983,-8 16-4053,3-6 1137,-33 187 788,-36 166-1195,57-281-789,7-34-327,23-77-687,0 2 1108,-3-7 10,-1 0 0,-1-1 1,0 0-1,6-52 0,-5 27 93,25-147-673,40-174 194,-65 344 1051,1 0 1,1 1-1,2 0 0,0 1 1,2 1-1,1 0 1,24-28-1,-39 52-105,-1 0 0,1 0 0,0 0 0,0 0-1,0 0 1,0 0 0,0 1 0,0-1 0,0 0 0,0 1 0,0-1 0,0 0 0,0 1 0,2-1 0,-2 1-57,-1 0 0,1 0-1,0 0 1,-1 0 0,1 0 0,-1 0 0,1 0 0,-1 0 0,1 0 0,-1 1-1,1-1 1,0 0 0,-1 0 0,1 1 0,-1-1 0,0 0 0,1 1 0,-1-1 0,1 0-1,-1 1 1,1-1 0,-1 1 0,2 1 7,-1 0 0,0-1-1,0 1 1,-1 0 0,1 0-1,0 0 1,0 0 0,-1 0 0,0 0-1,1 0 1,-1 0 0,0 0 0,0 0-1,0 0 1,0 3 0,-4 20-263,-1-1-1,-1 0 1,0-1 0,-2 1 0,-1-1 0,-1-1 0,-14 24 0,12-27-1349,0 1 1,-2-2 0,0 0 0,-25 24 0,12-15-3812,10-8-2905</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45.861"/>
    </inkml:context>
    <inkml:brush xml:id="br0">
      <inkml:brushProperty name="width" value="0.025" units="cm"/>
      <inkml:brushProperty name="height" value="0.025" units="cm"/>
    </inkml:brush>
  </inkml:definitions>
  <inkml:trace contextRef="#ctx0" brushRef="#br0">579 0 14757,'-115'3'6553,"105"-2"-6094,1 1 0,-1 0 0,1 0 0,0 1 0,0 1 0,0-1 1,0 2-1,0-1 0,1 1 0,0 0 0,0 1 0,0 0 0,-11 11 0,0 2-128,1 0 1,1 2-1,-26 41 0,8-4-82,4 3 0,1 0 0,4 2 0,2 0 0,3 2 0,3 1 0,3 0 0,3 1 0,-5 78 0,15-107-508,1 1 0,1-1-1,3 1 1,1-1 0,16 68-1,-14-85-460,1-1-1,0 1 1,2-2-1,0 1 1,2-1-1,0-1 1,0 0-1,2 0 1,1-2-1,0 1 0,32 27 1,-36-35-1013,0-2 0,1 1 0,15 7 1,36 9-9575,-61-24 11179</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46.177"/>
    </inkml:context>
    <inkml:brush xml:id="br0">
      <inkml:brushProperty name="width" value="0.025" units="cm"/>
      <inkml:brushProperty name="height" value="0.025" units="cm"/>
    </inkml:brush>
  </inkml:definitions>
  <inkml:trace contextRef="#ctx0" brushRef="#br0">74 1 15293,'-1'0'405,"0"0"0,0 0 0,0 0 0,0 0 0,0 0 0,0 0 0,0 1 0,0-1 0,0 0 0,1 1 0,-1-1 0,0 1 0,0-1-1,-1 2 1,-7 12 2091,1 25-1454,7-29-453,-31 395 2967,25-292-3314,6-69-795,1-1 1,3 1-1,8 48 0,-6-39-1272,-5-43 1101,1 1 0,0-1 0,2 11-1,-1-9-573,-3-12-46,-2-27-6460,5-7-1125</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46.525"/>
    </inkml:context>
    <inkml:brush xml:id="br0">
      <inkml:brushProperty name="width" value="0.025" units="cm"/>
      <inkml:brushProperty name="height" value="0.025" units="cm"/>
    </inkml:brush>
  </inkml:definitions>
  <inkml:trace contextRef="#ctx0" brushRef="#br0">12 36 12201,'-3'-4'1060,"-5"-9"9561,10 11-10322,-1 0 1,1 1 0,0 0 0,0-1 0,0 1 0,1 0 0,-1 0 0,0 0 0,0 1 0,1-1 0,3 0 0,4-1 517,1 1 1,0 0 0,20 1 0,-18 0-718,-9 0-54,0 1 0,0-1 0,0 1 0,0 0 0,0 0 0,7 3 0,-3-1-118,-4-2-287,4 28-1455,-7-21 1454,-1 0-1,0 0 0,0 1 1,0-1-1,-1 0 0,-1 1 1,-2 7-1,-20 62-3917,9-35 1830,-21 46-3000,16-42 3659,18-41 2301,0 1-1,0 0 1,0 0 0,1 0-1,0 0 1,0 0 0,1 0-1,0 1 1,0-1-1,1 0 1,0 0 0,2 11-1,-2-16-223,0-1-1,-1 1 0,1 0 0,0-1 0,0 1 1,0-1-1,0 1 0,0-1 0,0 1 0,0-1 1,0 1-1,1-1 0,-1 0 0,1 0 0,-1 0 0,1 0 1,-1 0-1,1 0 0,-1 0 0,3 1 0,3 0 343,0 0-1,1 0 1,11 1-1,1 0 700,123 35 2828,-141-38-4157,-1 0 0,1 0 0,0 1 0,-1-1 0,1 1 0,-1-1 0,1 1 0,-1 0 0,1-1 0,-1 1 0,1 0 0,-1 0 0,1 0 0,-1 0 0,0 0 0,0 0 0,0 1 0,1-1 0,-1 0 0,0 1 0,-1-1 0,1 0 0,0 1 0,0-1 0,-1 1 0,1 0 0,0 1 0,-1 1 0,-1-1 0,1 1 0,-1 0 0,0-1 0,0 1 0,0-1 0,-1 1 0,1-1 0,-1 0 0,1 1 0,-5 4 0,-5 7-551,-1 1 1,-1-2-1,0 0 0,-26 21 1,28-25 49,0-1-661,0 0-1,0-1 1,-1-1-1,-24 13 1,22-14-1589,1-1 0,-22 5-1,-22 0-9711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46.838"/>
    </inkml:context>
    <inkml:brush xml:id="br0">
      <inkml:brushProperty name="width" value="0.025" units="cm"/>
      <inkml:brushProperty name="height" value="0.025" units="cm"/>
    </inkml:brush>
  </inkml:definitions>
  <inkml:trace contextRef="#ctx0" brushRef="#br0">975 0 20098,'0'0'2230,"1"4"-286,-1 1-1664,0 0 0,0 0 0,0 0 0,-1 1 1,1-1-1,-1 0 0,-1 0 0,1 0 0,-1 0 0,1 0 0,-4 5 0,-5 10 163,-19 25 0,6-9 3,-102 176 777,-161 279-220,24 13-3587,137-235-859,84-179-400,0 0-3867,20-48-2917</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47.249"/>
    </inkml:context>
    <inkml:brush xml:id="br0">
      <inkml:brushProperty name="width" value="0.025" units="cm"/>
      <inkml:brushProperty name="height" value="0.025" units="cm"/>
    </inkml:brush>
  </inkml:definitions>
  <inkml:trace contextRef="#ctx0" brushRef="#br0">9 983 14385,'-6'-11'8821,"3"-7"-6145,3 11-2490,1 0 0,-1-1 0,1 1 0,0 0 0,1 0 1,0-1-1,0 1 0,0 0 0,1 1 0,0-1 0,6-9 0,9-23 198,51-197-469,-12 37-561,-18 87 368,25-77 561,-62 181-150,1 0 1,-1-1-1,2 1 0,-1 1 0,1-1 1,8-11-1,-11 17-101,0 1 1,0 0-1,1-1 1,-1 1-1,0 0 1,0 0-1,1 0 1,-1 0-1,0 0 1,1 0 0,-1 1-1,1-1 1,-1 0-1,1 1 1,0-1-1,-1 1 1,1-1-1,-1 1 1,1 0-1,0 0 1,-1-1-1,1 1 1,0 0-1,0 1 1,-1-1-1,1 0 1,-1 0-1,1 1 1,0-1-1,-1 1 1,1 0-1,-1-1 1,1 1-1,-1 0 1,1 0-1,-1 0 1,0 0-1,1 0 1,-1 0-1,2 2 1,5 5 54,0 0 1,-1 0 0,0 1-1,-1 0 1,0 0 0,0 0-1,-1 1 1,0 0 0,4 14-1,28 102 319,-34-114-391,17 76 69,12 102-1,-25-132-977,5 69-1654,-14-65-2104,0-47 1652,0 0 0,-5 15 0,1-11-8425</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47.391"/>
    </inkml:context>
    <inkml:brush xml:id="br0">
      <inkml:brushProperty name="width" value="0.025" units="cm"/>
      <inkml:brushProperty name="height" value="0.025" units="cm"/>
    </inkml:brush>
  </inkml:definitions>
  <inkml:trace contextRef="#ctx0" brushRef="#br0">0 55 17838,'15'-6'2196,"-7"-8"-544,13-3-224,-4 14-288,9-3-364,28 6-956,-8-3-468,-2-3-916,-7 12-1316,0-3-2993,-19-6-5028</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47.661"/>
    </inkml:context>
    <inkml:brush xml:id="br0">
      <inkml:brushProperty name="width" value="0.025" units="cm"/>
      <inkml:brushProperty name="height" value="0.025" units="cm"/>
    </inkml:brush>
  </inkml:definitions>
  <inkml:trace contextRef="#ctx0" brushRef="#br0">211 9 21254,'-38'-9'3857,"39"12"-2376,1 2-1454,74 277 3429,-21 8-764,-43-177-2692,-4 0 0,-6 1 0,-4-1 0,-25 162 0,-60 134-351,77-374-747,-2-1 0,-1 0 1,-2-1-1,-23 40 1,-18 28-3871,23-35-1571,-2 1-5898</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55.624"/>
    </inkml:context>
    <inkml:brush xml:id="br0">
      <inkml:brushProperty name="width" value="0.025" units="cm"/>
      <inkml:brushProperty name="height" value="0.025" units="cm"/>
    </inkml:brush>
  </inkml:definitions>
  <inkml:trace contextRef="#ctx0" brushRef="#br0">6343 406 4108,'0'0'38,"0"0"-1,-1 0 0,1 0 0,0 0 0,-1 0 0,1 0 0,0 0 0,-1 0 0,1-1 1,0 1-1,-1 0 0,1 0 0,0 0 0,-1 0 0,1-1 0,0 1 0,0 0 1,-1 0-1,1 0 0,0-1 0,0 1 0,-1 0 0,1-1 0,0 1 0,0 0 1,0 0-1,-1-1 0,1 1 0,0 0 0,0-1 0,0 1 0,0 0 0,0-1 1,0 1-1,0 0 0,0-1 0,0 1 0,0 0 0,0-1 0,0 1 0,0-1 1,0 1-1,0 0 0,0-1 0,0 1 0,0 0 0,1-1 0,-1 1 0,15-12 1416,-11 10 4889,-6 3-5930,-1 1-319,1-1 1,0 0-1,-1 0 0,1-1 1,0 1-1,-1 0 0,1-1 1,-1 1-1,1-1 0,-1 0 1,0 0-1,1 0 0,-1 0 0,1 0 1,-1-1-1,-4-1 0,-3-1 339,0-1 0,-18-9-1,2 0 135,-48-16 140,-1 4 0,-1 2 0,-116-18 0,-243-11-25,432 52-674,-1110-24 343,103 63-353,604-39 166,166-5-97,136 5-72,-286 6 22,310-2-19,-325 32-28,277-22 28,1 0-33,105-11 110,0 0 0,0-2 0,0-1 0,-28-3 0,-86-19 117,129 21-187,-308-63 80,288 59-71,-1 1-1,1 1 0,-1 2 0,0 0 1,-53 7-1,43-1-4,1 2 0,-1 2-1,-62 24 1,75-23 4,0 1 0,1 2 0,0 0 0,1 2-1,0 0 1,1 1 0,-32 32 0,42-35 1,0 1-1,0 0 1,2 0 0,0 1-1,0 1 1,1 0 0,1 0-1,1 1 1,0 0-1,1 0 1,1 0 0,-4 26-1,5-5 7,0 1-1,3 0 0,1 0 1,3 0-1,0 0 0,3 0 0,1-1 1,2 1-1,1-2 0,2 0 1,2 0-1,1-1 0,30 51 0,-10-28 0,3-1 0,2-2-1,2-1 1,3-3 0,2-1-1,62 51 1,-52-58-31,2-1 1,3-4-1,0-2 0,2-2 1,2-4-1,1-2 1,98 27-1,-27-21-42,1-5 0,256 20 0,163-17-2,333 35-52,-743-46 107,119 13 10,-122-22 32,132 5-14,-199-18-3,640-10 30,73-54-25,-127-72-84,-627 128 32,266-70 61,-183 46-36,-69 19 45,-1-2-1,-1-3 0,0-1 1,-1-3-1,-1-2 0,-1-2 1,42-32-1,-49 24 55,-2-1-1,-2-2 1,41-54 0,-72 86-102,33-43 230,-1-1-1,43-82 1,-68 110 11,-2-1-1,0 0 1,-1 0 0,7-33-1,-13 44-145,0-1-1,0 0 1,-2 0-1,1 0 1,-2 0-1,0 1 1,0-1-1,-1 0 0,0 1 1,-6-18-1,-6-9 105,-3 0 0,0 1-1,-3 1 1,-24-35 0,5 19 9,-2 2 0,-2 1 1,-3 2-1,-1 3 0,-2 1 0,-2 3 1,-80-48-1,62 48-261,-1 4 0,-2 2 0,-103-32 1,-234-48-3349,283 87 972,55 12-691,2-1-3968,29 4-2649</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47.948"/>
    </inkml:context>
    <inkml:brush xml:id="br0">
      <inkml:brushProperty name="width" value="0.025" units="cm"/>
      <inkml:brushProperty name="height" value="0.025" units="cm"/>
    </inkml:brush>
  </inkml:definitions>
  <inkml:trace contextRef="#ctx0" brushRef="#br0">7 29 17982,'-6'12'2724,"23"-12"-232,-2 0-124,5-3-359,0 3-389,0 0-320,3 0-264,3 0-260,0 0-388,-3 0-664,-3 0-444,0 0-924,0 0-492,-17-18 215,3 1-5683,-26 14-7806</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48.107"/>
    </inkml:context>
    <inkml:brush xml:id="br0">
      <inkml:brushProperty name="width" value="0.025" units="cm"/>
      <inkml:brushProperty name="height" value="0.025" units="cm"/>
    </inkml:brush>
  </inkml:definitions>
  <inkml:trace contextRef="#ctx0" brushRef="#br0">0 72 18018,'66'-6'2720,"-14"-2"-140,-17 13-224,-15-2-475,9-3-317,19 3-284,-30 3-396,13-6-572,1 6-576,-6-9-956,-3 3-720,-29-15-1317,3-2 181,-5 3-3377,-12-18-5948</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48.972"/>
    </inkml:context>
    <inkml:brush xml:id="br0">
      <inkml:brushProperty name="width" value="0.025" units="cm"/>
      <inkml:brushProperty name="height" value="0.025" units="cm"/>
    </inkml:brush>
  </inkml:definitions>
  <inkml:trace contextRef="#ctx0" brushRef="#br0">127 353 16878,'-9'22'6764,"3"-10"-6232,0 0 1,-5 19-1,-30 185 1959,25-118-1986,1-14-401,4 2 1,0 160 0,25-147-852,-10-116 407,1 4 201,7-49-675,7-111 0,-10 72 324,9-68 22,50-389 1628,-65 540-645,1 1 0,1 0 1,0 0-1,2 1 0,15-31 0,-20 44-431,0 0-1,0-1 1,0 1 0,0 1-1,0-1 1,1 0 0,4-3-1,-7 5-63,1 0 0,0 1-1,0-1 1,-1 1 0,1-1-1,0 1 1,0-1 0,0 1-1,0 0 1,0-1 0,0 1-1,0 0 1,0 0 0,-1 0-1,1-1 1,0 1-1,0 0 1,0 0 0,0 1-1,0-1 1,0 0 0,0 0-1,0 0 1,0 1 0,0-1-1,0 0 1,0 1 0,-1-1-1,1 1 1,0-1 0,0 1-1,0-1 1,-1 1-1,1 0 1,0 0 0,3 3-6,-1 0 1,-1 0 0,1 0 0,-1 0-1,1 0 1,-1 1 0,0-1-1,-1 1 1,1-1 0,-1 1-1,0 0 1,0-1 0,0 1 0,-1 6-1,1 11-288,-5 42 0,3-57 179,-3 26-699,-1-1 0,-2 0-1,-1-1 1,-18 47 0,-18 18-3549,-9-5-4054,25-45-1850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49.301"/>
    </inkml:context>
    <inkml:brush xml:id="br0">
      <inkml:brushProperty name="width" value="0.025" units="cm"/>
      <inkml:brushProperty name="height" value="0.025" units="cm"/>
    </inkml:brush>
  </inkml:definitions>
  <inkml:trace contextRef="#ctx0" brushRef="#br0">937 12 14849,'-14'-4'535,"9"2"-193,-1 1 0,0-1 0,0 1 0,0 0 0,0 1 0,0 0 0,0 0 0,0 0 0,0 0 0,-11 3 0,-11 3 734,0 0 1,0 2-1,1 1 0,0 1 1,0 2-1,-27 16 0,25-8-645,1 2 0,2 1-1,0 1 1,1 1-1,-21 29 1,-97 148 1125,91-118-1269,4 3-1,4 1 1,-46 130 0,73-170-198,3 0-1,2 1 1,2 1 0,3 0 0,1 0 0,3 0 0,2 1 0,8 77 0,-2-97-282,1 0 0,2-1 0,0 0 0,26 55 0,-26-69 3,0 1 0,2-1 0,0-1 0,0 1 1,2-2-1,-1 0 0,2 0 0,0-1 0,21 16 0,-27-24-124,-1-1-1,1 0 0,0-1 1,0 0-1,0 0 0,0 0 0,1-1 1,-1 0-1,10 1 0,4-1-1144,1-1 0,21-2 0,-14 0 70,58-2-5407,2-9-4414</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49.581"/>
    </inkml:context>
    <inkml:brush xml:id="br0">
      <inkml:brushProperty name="width" value="0.025" units="cm"/>
      <inkml:brushProperty name="height" value="0.025" units="cm"/>
    </inkml:brush>
  </inkml:definitions>
  <inkml:trace contextRef="#ctx0" brushRef="#br0">411 1 11365,'-17'3'831,"0"2"0,1 0 0,-1 0-1,1 2 1,0 0 0,0 1 0,-22 15 0,12-5 518,9-6-595,0 0 1,1 1-1,-14 16 1,27-26-628,-82 93 3320,76-83-2979,0 0 0,0 0 1,1 1-1,1 0 1,-10 29-1,15-35-301,1-1 0,0 1-1,1 0 1,0-1 0,0 1-1,0-1 1,1 1 0,0-1-1,1 1 1,3 11 0,-2-10-26,-1-1-88,0 0 0,1-1 1,1 1-1,-1-1 0,1 0 0,0 0 0,0 0 0,1 0 1,0-1-1,1 0 0,-1 0 0,1 0 0,0-1 0,0 1 1,1-2-1,0 1 0,0-1 0,0 0 0,0 0 0,9 3 1,3 0-367,1-1 0,-1-1 0,1-1 1,0-1-1,0 0 0,38-1 0,-38-3-444,0-2 0,-1 0 1,0-1-1,0-1 0,0-1 0,-1 0 0,24-13 0,3 1-1602,29-10-4527,-7-9-4495</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49.900"/>
    </inkml:context>
    <inkml:brush xml:id="br0">
      <inkml:brushProperty name="width" value="0.025" units="cm"/>
      <inkml:brushProperty name="height" value="0.025" units="cm"/>
    </inkml:brush>
  </inkml:definitions>
  <inkml:trace contextRef="#ctx0" brushRef="#br0">993 0 14893,'-4'0'300,"1"0"0,0 0 0,0 1 0,0-1 0,-1 1 0,1-1 0,0 1-1,0 0 1,0 0 0,0 1 0,0-1 0,-5 3 0,4 0 101,-1 0 0,1 0 0,0 1 0,0-1 0,1 1-1,-1 0 1,-2 6 0,-45 82 2255,-67 170-1,84-181-2000,-85 197 975,-117 285 140,34 9-2295,109-218-2865,53-197-941,25-109 914,11-26-2950,12-8-3984</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50.242"/>
    </inkml:context>
    <inkml:brush xml:id="br0">
      <inkml:brushProperty name="width" value="0.025" units="cm"/>
      <inkml:brushProperty name="height" value="0.025" units="cm"/>
    </inkml:brush>
  </inkml:definitions>
  <inkml:trace contextRef="#ctx0" brushRef="#br0">58 981 14005,'-46'26'1683,"45"-25"-1542,0-1-1,0 1 1,1-1-1,-1 1 0,0-1 1,1 1-1,-1 0 1,1-1-1,-1 1 1,1 0-1,-1-1 1,1 1-1,-1 0 1,1-1-1,-1 1 1,1 0-1,0 0 0,0 0 1,-1 0-1,1-1 1,0 1-1,0 0 1,0 0-1,0 0 1,0 0-1,0-1 1,0 1-1,0 0 1,0 0-1,0 0 1,1 0-1,-1-1 0,0 1 1,1 0-1,-1 0 1,0 0-1,1-1 1,-1 1-1,1 0 1,0 1-1,8 2-145,-5-6 212,0-1 0,0-1-1,0 1 1,0 0 0,0-1 0,-1 0 0,0 0 0,5-7-1,10-18 631,-1-1-1,-2-1 0,13-35 0,-5 10-252,-18 46-501,173-374 2155,-114 261-1169,84-122-1,-146 243-1041,-1 0 1,1-1 0,-1 1-1,1 0 1,0 0 0,0 0-1,0 0 1,0 0 0,0 1-1,0-1 1,0 1 0,1-1-1,-1 1 1,1 0 0,-1 0-1,5-2 1,-5 3-13,0 1 0,0-1 0,0 0 0,0 0-1,0 1 1,0-1 0,0 1 0,-1 0 0,1 0 0,0-1 0,0 1-1,-1 0 1,1 1 0,-1-1 0,1 0 0,-1 0 0,1 1 0,-1-1-1,0 0 1,1 1 0,-1-1 0,0 1 0,0 0 0,1 2 0,3 4 6,-1 0 1,0 0 0,-1 1-1,0-1 1,0 1 0,2 13-1,6 57 58,-8-53-74,12 313-1720,-10-141 264,-4-16-3428,-9-63-5460,4-68-1060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50.413"/>
    </inkml:context>
    <inkml:brush xml:id="br0">
      <inkml:brushProperty name="width" value="0.025" units="cm"/>
      <inkml:brushProperty name="height" value="0.025" units="cm"/>
    </inkml:brush>
  </inkml:definitions>
  <inkml:trace contextRef="#ctx0" brushRef="#br0">0 21 21678,'32'2'6117,"-3"-2"-4853,2 0-436,1 0-456,17-2-708,-6 2-980,-3 0-849,-8-9-1675,5 6-2829,1-6-6280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50.872"/>
    </inkml:context>
    <inkml:brush xml:id="br0">
      <inkml:brushProperty name="width" value="0.025" units="cm"/>
      <inkml:brushProperty name="height" value="0.025" units="cm"/>
    </inkml:brush>
  </inkml:definitions>
  <inkml:trace contextRef="#ctx0" brushRef="#br0">124 183 13797,'1'0'123,"-1"0"-1,1 0 1,0 0-1,0-1 1,0 1-1,-1 0 1,1 0-1,0 0 1,0 0-1,-1 0 1,1 1-1,0-1 0,0 0 1,-1 0-1,1 0 1,0 1-1,0-1 1,-1 0-1,1 1 1,0-1-1,-1 1 1,2 0-1,-14 10 3568,7-8-3086,1 1 0,0-1 0,0 0 0,1 1 0,-1 0 0,-3 5 0,-4 10 1200,-14 40 0,16-36-1207,2-4 64,1-1 0,-6 33 0,2-11 127,-9 48 471,28-107-1343,19-34 0,-7 13-89,12-25-282,54-99-373,-66 129 644,2 1 0,39-46 0,-56 73 167,0 1 0,0 0-1,1 0 1,-1 1-1,2-1 1,8-4-1,-14 9 15,0-1 0,1 1 0,0 0 0,-1 0 0,1 1 0,-1-1 0,1 0 0,0 1 0,-1 0 0,1-1 0,0 1 0,0 0 0,-1 0 0,1 1 0,0-1 0,0 0-1,-1 1 1,1 0 0,0 0 0,-1 0 0,1 0 0,-1 0 0,3 2 0,0 0-28,-1 0-1,0 1 1,0 0 0,0-1-1,0 1 1,-1 1 0,1-1-1,-1 0 1,0 1 0,0 0-1,-1 0 1,3 7 0,2 7-264,-1 1 1,4 21 0,4 18-361,-8-36-735,-1 0 0,-2 1 0,2 47 0,-1-9-7771,-1-42-1585</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51.473"/>
    </inkml:context>
    <inkml:brush xml:id="br0">
      <inkml:brushProperty name="width" value="0.025" units="cm"/>
      <inkml:brushProperty name="height" value="0.025" units="cm"/>
    </inkml:brush>
  </inkml:definitions>
  <inkml:trace contextRef="#ctx0" brushRef="#br0">120 333 15873,'-26'3'2669,"21"-3"-336,6 3-271,1 2-1392,0 1 0,-1 0 0,1 0-1,-1 0 1,0 0 0,0 0 0,-1 0 0,0 1 0,-1 9 0,-12 94 606,-7 75 579,13-24-1891,6-133-1135,-7 41 1,7-60 727,1-8 375,0 0 0,0-1 0,0 1 0,0 0 0,1-1 0,-1 1 0,0 0-1,0-1 1,1 1 0,-1 0 0,0-1 0,1 1 0,-1-1 0,1 1-1,-1-1 1,1 1 0,-1-1 0,1 1 0,-1-1 0,1 1 0,-1-1 0,2 1-1,0 0-200,8 7-1044,-10-20 131,-2 2 1126,-15-103-1800,0 4 1013,11 38 645,4-116 0,5 145 821,1 0 1,3 0-1,1 1 1,16-45-1,-19 72-196,2 0 0,-1 1 0,2-1 0,-1 1 0,2 1 0,0 0 0,18-20 0,-6 12 421,0 0-1,2 2 1,27-19 0,-45 33-850,1 1-1,0 0 1,0 1 0,0-1-1,11-2 1,-17 7-68,0-1-1,1 1 1,-1-1 0,0 1 0,1 0-1,-1-1 1,0 1 0,0 0 0,0-1-1,-1 1 1,1-1 0,-1 3 0,-2 12-539,-1 0 1,-1 0-1,0 0 0,-2-1 1,-13 25-1,-50 70-3751,4-26 413,-17 25-148,70-89 4719,-19 39 0,31-58-474,1 0 0,0 0 0,-1 0 0,1 0-1,0 0 1,0 1 0,0-1 0,0 0 0,0 0 0,0 0 0,0 0-1,0 1 1,0-1 0,0 0 0,1 0 0,-1 0 0,0 0 0,1 0 0,-1 0-1,1 0 1,0 1 0,-1-1 0,1-1 0,0 1 0,-1 0 0,1 0-1,0 0 1,0 0 0,0 0 0,0-1 0,0 1 0,0 0 0,0-1-1,0 1 1,0-1 0,0 1 0,0-1 0,0 0 0,3 1 0,5 2 663,1 0 0,0 0 1,16 1-1,-20-3-514,99 12 1525,-60-9-639,0 2 0,-1 3 0,74 22 0,-116-30-1185,0-1 0,-1 1-1,1-1 1,-1 1 0,1 0 0,-1 0-1,0 0 1,1 0 0,-1 0 0,0 0-1,1 0 1,-1 0 0,0 1 0,0-1 0,0 0-1,0 1 1,0-1 0,0 1 0,-1-1-1,1 1 1,0-1 0,-1 1 0,1-1 0,-1 1-1,0 0 1,1-1 0,-1 1 0,0 0-1,0-1 1,0 1 0,0 0 0,0-1 0,-1 1-1,1 0 1,0-1 0,-1 1 0,0 0-1,1-1 1,-1 1 0,-1 2 0,0 0-118,1-1 1,-1 1 0,0-1 0,0 0-1,0 1 1,0-1 0,0 0 0,-1 0-1,0-1 1,1 1 0,-1 0 0,0-1-1,0 0 1,-1 1 0,-4 1 0,-2 1-827,0-2 1,0 0 0,-1 0-1,-12 2 1,-23 6-2595,-5 5-3822,-5-5-4923</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51.725"/>
    </inkml:context>
    <inkml:brush xml:id="br0">
      <inkml:brushProperty name="width" value="0.025" units="cm"/>
      <inkml:brushProperty name="height" value="0.025" units="cm"/>
    </inkml:brush>
  </inkml:definitions>
  <inkml:trace contextRef="#ctx0" brushRef="#br0">621 1 18506,'-2'2'2067,"1"0"-1867,-1 0 0,1 0 1,-1 0-1,1 0 1,0 0-1,0 0 0,0 1 1,0-1-1,0 0 1,1 0-1,-1 1 0,1-1 1,0 1-1,-1-1 1,1 0-1,0 1 0,0-1 1,0 1-1,1-1 1,-1 1-1,1-1 0,-1 0 1,1 1-1,0-1 1,1 3-1,18 74 2331,16 129-1,-10 87-696,-17-128-1682,-7 1 0,-8 0 0,-46 290 0,28-346-447,-4 0 1,-50 127-1,43-153-1082,-4-2-1,-3-2 1,-63 93-1,-10-12-3588,34-58-1564,-17 4-5801,97-108 12250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58.741"/>
    </inkml:context>
    <inkml:brush xml:id="br0">
      <inkml:brushProperty name="width" value="0.025" units="cm"/>
      <inkml:brushProperty name="height" value="0.025" units="cm"/>
    </inkml:brush>
  </inkml:definitions>
  <inkml:trace contextRef="#ctx0" brushRef="#br0">133 635 15045,'-24'12'2396,"24"-12"-2286,0 0 0,-1 0 0,1 0 0,0 0 0,-1 0 0,1 0 0,0 0-1,-1 0 1,1 0 0,0 0 0,-1 0 0,1 0 0,0 0 0,-1 0 0,1 0 0,0 0 0,-1 0 0,1 0 0,0-1 0,-1 1 0,1 0 0,0 0 0,-1 0 0,1-1 0,0 1 0,0 0-1,-1 0 1,1 0 0,0-1 0,0 1 0,0 0 0,-1-1 0,1 1 0,-6-12 1175,5 9 1783,-2 12-2782,0 0 1,0 0 0,1 1 0,0-1 0,0 1-1,1-1 1,1 1 0,0 13 0,0 2 17,-19 200 1223,0 8-1005,-3-34-993,7-91-1045,15-103 1016,1-6 383,0 0 0,0-1 1,0 1-1,-1 0 0,1 0 1,0 0-1,-1 0 1,1-1-1,-1 1 0,1 0 1,0-2-1,2-12-106,0 1-1,-1-1 1,0 1-1,-1-1 0,-2-17 1,2-8-42,67-733-829,-20 532 2217,-39 207-566,3 1 0,0 0 0,2 1 1,36-60-1,-42 79-359,-1 1-10,0 0 0,1 1 0,1 0-1,0 0 1,0 0 0,1 2 0,21-18 0,-31 27-179,1-1 0,-1 1 0,1-1 0,-1 1 0,1-1 0,0 1 0,-1 0 0,1-1 0,0 1 0,-1 0 0,1 0 0,0-1 0,0 1 0,-1 0 0,1 0 0,0 0 0,-1 0 0,1 0 0,0 0 0,0 0 0,-1 0 0,1 0 0,0 0 0,0 1 0,-1-1 0,1 0 0,0 0 0,0 1 0,0 0-1,0 0 1,0 0-1,-1 0 1,1 0-1,0 1 1,-1-1 0,1 0-1,-1 0 1,1 0-1,-1 1 1,0-1-1,0 0 1,1 0-1,-1 1 1,0 0-1,0 5-17,0 0-1,0 0 0,-1 0 0,0 0 0,0-1 0,-3 10 0,-14 35-1468,-3-1 0,-2-1 1,-2 0-1,-63 88 0,68-111-503,-35 35 1,0-10-4651,17-18-2221</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59.053"/>
    </inkml:context>
    <inkml:brush xml:id="br0">
      <inkml:brushProperty name="width" value="0.025" units="cm"/>
      <inkml:brushProperty name="height" value="0.025" units="cm"/>
    </inkml:brush>
  </inkml:definitions>
  <inkml:trace contextRef="#ctx0" brushRef="#br0">1124 11 13541,'-30'-4'1289,"16"1"-232,0 2 0,0-1 0,0 2 0,-14 0 0,6 4-492,1 0 0,0 1 1,0 1-1,1 1 0,0 1 0,0 1 0,1 1 0,0 0 0,0 1 0,-16 14 1,-6 8-167,1 1 0,2 2 0,-36 43 0,15-6-23,2 2 0,4 2 1,-68 134-1,61-86-39,-79 239 0,116-291-424,3 0-1,4 2 1,3 0 0,-6 114-1,20-161-147,0-1 0,2 1 0,1-1 0,7 30 0,-6-38-70,1-1 0,1 0-1,0-1 1,1 0 0,1 0 0,19 28 0,-24-39 18,1-1 0,-1 1 1,1-1-1,1 0 0,-1 0 0,1-1 0,0 1 1,0-1-1,0 0 0,1-1 0,-1 0 0,1 0 1,12 4-1,-8-5-782,0 0-1,0-1 1,0 0 0,0-1-1,0 0 1,0-1-1,0 0 1,17-4 0,48-13-8667</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59.451"/>
    </inkml:context>
    <inkml:brush xml:id="br0">
      <inkml:brushProperty name="width" value="0.025" units="cm"/>
      <inkml:brushProperty name="height" value="0.025" units="cm"/>
    </inkml:brush>
  </inkml:definitions>
  <inkml:trace contextRef="#ctx0" brushRef="#br0">20 876 7537,'-3'5'459,"0"1"0,0 0 1,1 0-1,0 0 1,0 1-1,1-1 0,0 0 1,0 1-1,0-1 0,1 1 1,0-1-1,1 12 1,7 39 5049,-7-54-1878,5-17-1426,1-7-1419,-1 0 0,7-44 0,-4 17-412,83-354 836,-65 307-1006,5 0 1,49-103-1,-76 188-143,0 1 1,1 0 0,-1 0 0,10-10-1,-14 18-45,1 0 0,-1-1 0,0 1 0,1 0 0,-1 0-1,0 1 1,1-1 0,-1 0 0,1 0 0,0 1-1,-1-1 1,1 1 0,-1-1 0,1 1 0,0 0 0,-1-1-1,1 1 1,0 0 0,0 0 0,-1 0 0,1 1-1,0-1 1,-1 0 0,1 1 0,0-1 0,-1 1 0,1-1-1,1 2 1,1-1 6,-1 1 0,0 0 0,0 0 0,0 0 0,0 0 0,-1 1 1,1-1-1,-1 1 0,1-1 0,-1 1 0,0 0 0,2 3 0,4 10 49,-1 0 0,-1 0 0,-1 1 0,5 22 0,9 73 71,0 241-2006,-18-303 1020,-8 107-3329,-8-53-5839,6-54-1071</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3:59.606"/>
    </inkml:context>
    <inkml:brush xml:id="br0">
      <inkml:brushProperty name="width" value="0.025" units="cm"/>
      <inkml:brushProperty name="height" value="0.025" units="cm"/>
    </inkml:brush>
  </inkml:definitions>
  <inkml:trace contextRef="#ctx0" brushRef="#br0">1 18 19050,'0'0'6344,"20"-9"-4908,3 1-303,8 8-237,21 0-296,-14 8-448,-1-2-640,0 0-820,-2 2-981,-15-2-1443,6 6-2709,-3 2-5928</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4:00.110"/>
    </inkml:context>
    <inkml:brush xml:id="br0">
      <inkml:brushProperty name="width" value="0.025" units="cm"/>
      <inkml:brushProperty name="height" value="0.025" units="cm"/>
    </inkml:brush>
  </inkml:definitions>
  <inkml:trace contextRef="#ctx0" brushRef="#br0">89 196 13537,'-17'97'5966,"-1"44"-3848,1-8-1016,17-130-1007,0 0 0,-1 0 0,1 0 1,-1 0-1,0 0 0,0 0 0,0 0 1,0 0-1,0-1 0,-1 1 0,1 0 0,-1-1 1,0 1-1,0-1 0,0 1 0,0-1 1,0 0-1,0 0 0,-1 0 0,1 0 0,-4 2 1,4-23 818,6-13-559,2 0 0,14-48-1,-4 20-44,-2 1 137,23-59-1,-25 90-231,0 0 1,2 1-1,0 0 1,22-27 0,-31 46-121,0 0 7,1 1 1,-1 0-1,1 0 1,9-8-1,-15 14-88,1 0-1,0 0 1,0 1 0,0-1 0,0 0-1,0 0 1,0 1 0,0-1 0,0 1-1,1-1 1,-1 1 0,0-1 0,0 1-1,0 0 1,1-1 0,-1 1 0,0 0-1,0 0 1,0 0 0,1 0 0,-1 0 0,0 0-1,0 1 1,1-1 0,-1 0 0,0 0-1,0 1 1,0-1 0,0 1 0,1-1-1,-1 1 1,0 0 0,0-1 0,0 1-1,0 0 1,0 0 0,0 0 0,-1-1-1,2 3 1,2 3 8,-1-1 0,-1 1 0,1 0 0,-1 0 0,0 0 0,0 0 0,-1 1 0,1 8 0,0-4-6,4 27-345,-3 1 1,-1-1-1,-4 49 0,0 9-1437,2 15-1577,-1-51-280,1-1-3515,5-17-3141</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4:00.757"/>
    </inkml:context>
    <inkml:brush xml:id="br0">
      <inkml:brushProperty name="width" value="0.025" units="cm"/>
      <inkml:brushProperty name="height" value="0.025" units="cm"/>
    </inkml:brush>
  </inkml:definitions>
  <inkml:trace contextRef="#ctx0" brushRef="#br0">34 466 16890,'0'0'86,"0"0"1,0-1 0,0 1 0,0 0 0,0 0 0,1-1 0,-1 1 0,0 0 0,0 0 0,-1-1 0,1 1 0,0 0 0,0 0 0,0-1 0,0 1 0,0 0 0,0 0 0,0-1-1,0 1 1,0 0 0,0 0 0,-1-1 0,1 1 0,0 0 0,0 0 0,0 0 0,-1-1 0,1 1 0,0 0 0,0 0 0,0 0 0,-1 0 0,1-1 0,0 1 0,0 0-1,-1 0 1,1 0 0,0 0 0,0 0 0,-1 0 0,1 0 0,0 0 0,0 0 0,-1 0 0,1 0 0,0 0 0,-1 0 0,1 0 0,0 0 0,0 0 0,-1 0 0,1 0 0,0 0-1,0 0 1,-1 1 0,1-1 0,0 0 0,0 0 0,-1 1 0,0-1 127,0 1 0,0 0-1,0 0 1,-1 0 0,1 0 0,0 0-1,0 0 1,1 0 0,-1 0-1,0 0 1,-1 3 0,1-1-10,1 1 0,-1-1 0,1 1 1,0 0-1,0-1 0,0 1 0,1 3 0,-1 14 346,-8 168 2044,7-111-2189,2 84-902,2-82-662,-2-86 1082,-1 1 0,1 0 0,0-1 0,0 1-1,3-6 1,2-11-108,-2-17-450,-1-42 1,-1 4 127,1-238-731,-6 163 1413,5 113 614,10-52-1,-8 66-377,-3 18-281,0 1 0,0-1 0,0 1-1,1 0 1,0 0 0,1 0 0,-1 0 0,1 0 0,0 0 0,0 1 0,1-1 0,0 1 0,0 0 0,7-7 0,-2 4 74,0-1 1,1 2 0,1-1 0,21-11 0,-30 18-199,1-1 0,-1 1 0,1 0 0,-1 0 1,1 0-1,-1 0 0,1 1 0,0-1 0,-1 1 1,1-1-1,0 1 0,-1 0 0,1 0 0,0 0 1,0 0-1,-1 1 0,1-1 0,0 1 0,-1 0 1,1 0-1,-1-1 0,1 2 0,-1-1 0,1 0 1,-1 0-1,0 1 0,0-1 0,1 1 0,-1 0 1,3 3-1,-3-1-143,1 1 0,0-1 1,-1 1-1,0 0 0,0 0 1,0 0-1,-1 0 0,0 0 1,1 0-1,-2 0 0,1 0 1,-1 1-1,0-1 0,0 0 0,0 0 1,-1 0-1,1 1 0,-4 8 1,-2 10-1188,-2-1-1,-17 39 1,15-39 254,-72 132-6591,44-87 5682,24-34 3425,12-31-179,4-1-816,-1 0 0,1 0 0,0-1 0,0 1 0,0-1 0,0 1-1,0-1 1,0 1 0,3 0 0,2-2 201,-1 0 0,1-1 1,-1 0-1,1-1 0,-1 1 0,1-1 0,9-4 1,12-3 712,-5 4-178,0 1-1,42-2 0,-55 6-872,0 0-1,0 1 0,0 0 0,0 0 1,0 1-1,0 0 0,-1 1 1,18 8-1,-25-10-313,0 0 0,0 0 0,0 0 0,-1 0 0,1 1 0,0-1 0,-1 1 0,1 0 0,-1-1 0,1 1 0,-1 0 0,0 0 0,0 0 0,0 0 0,0 0 0,0 0 0,0 0 0,-1 0 0,1 0 0,-1 0 0,1 0 0,-1 1 0,0-1 0,0 0 0,0 0 0,0 3 0,-1 5 0,-1-1 0,0 1 0,0-1 0,-5 14 0,5-17 0,-9 21-705,-2 0 0,0-1 1,-1-1-1,-2 0 0,-1-1 0,0-1 0,-2 0 1,-27 25-1,37-39-145,-1 0 0,-1-1 0,1 0 1,-1-1-1,-19 10 0,21-13-678,-1 0-1,0 0 1,1-1-1,-15 3 1,-22-3-9171</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4:01.261"/>
    </inkml:context>
    <inkml:brush xml:id="br0">
      <inkml:brushProperty name="width" value="0.025" units="cm"/>
      <inkml:brushProperty name="height" value="0.025" units="cm"/>
    </inkml:brush>
  </inkml:definitions>
  <inkml:trace contextRef="#ctx0" brushRef="#br0">156 131 8777,'-1'4'1533,"-7"18"477,-1 0 0,-21 38 0,16-34-761,-16 42 0,21-45-820,4-11-41,1 0 0,0 0 1,1 1-1,-3 18 1,5-22-104,0 0 1,-1-1-1,1 1 1,-2-1-1,1 1 1,-1-1 0,-1 0-1,1 0 1,-8 11-1,10-16 2515,2-7-2295,74-206 942,-47 140-1272,-25 62-156,13-37 79,2 1 0,41-70 0,-57 111-77,0 0 0,0 1-1,0-1 1,1 0 0,-1 1 0,1-1-1,-1 1 1,1 0 0,0 0 0,0 0-1,0 0 1,0 0 0,0 1 0,0-1 0,1 1-1,-1 0 1,5-1 0,-5 2-6,0 0 0,-1 0 0,1 0 0,0 0 0,-1 0 0,1 1 0,-1-1 0,1 1 0,0 0 0,-1 0 0,1 0 0,-1 0 0,0 0 0,1 0 0,-1 1 0,0-1 0,0 1 1,0 0-1,0-1 0,0 1 0,0 0 0,0 0 0,2 4 0,4 7 21,0-1 1,0 2 0,-2-1-1,0 1 1,0 0-1,-1 0 1,-1 0 0,3 18-1,0 15-201,2 60 0,-6-56-295,0 1-1152,-5 53-1,-9 0-5428,8-69 734,5-13-3714</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4:01.623"/>
    </inkml:context>
    <inkml:brush xml:id="br0">
      <inkml:brushProperty name="width" value="0.025" units="cm"/>
      <inkml:brushProperty name="height" value="0.025" units="cm"/>
    </inkml:brush>
  </inkml:definitions>
  <inkml:trace contextRef="#ctx0" brushRef="#br0">453 5 11869,'0'-3'6954,"0"3"-6810,-1 0 1,1 0 0,0 0 0,0 0 0,0 0 0,0 0 0,0 0 0,0 0-1,0 0 1,0 0 0,0 0 0,-1 0 0,1 0 0,-12-1 2776,-24 2-4069,23 0 2176,-3 0-834,0 0 0,0 1 0,1 1 0,-1 1 0,1 0 0,-1 1 0,-19 9 0,-6 6 292,-56 31 567,86-45-903,1 1 0,0 1 0,0 0 0,1 0 0,0 1 0,-13 15 0,19-18-65,-1 0 1,1 0 0,0 0 0,1 1 0,-1-1-1,1 1 1,1 0 0,-1-1 0,1 1 0,0 0-1,1 0 1,0 0 0,0 0 0,0 0 0,1 0-1,0 0 1,0 0 0,0-1 0,1 1 0,1 0-1,-1-1 1,1 0 0,0 1 0,0-1 0,0 0-1,1 0 1,0-1 0,7 8 0,5 2 55,0-2 0,1 0 1,0 0-1,1-2 0,1 0 0,36 15 1,-26-15-699,1-1 0,0-1 0,60 8 0,-89-16 431,0-1 0,1 0 0,-1 0 0,0 0 0,0 0 0,0 0 0,1 0 0,-1 0 1,0-1-1,0 1 0,0 0 0,0-1 0,0 1 0,1-1 0,-1 1 0,0-1 0,0 1 0,0-1 0,0 0 0,0 1 0,-1-1 0,1 0 0,0 0 0,1-2 0,0 0-322,0 0 0,-1 0 0,1 0 0,-1-1-1,0 1 1,1-5 0,2-6-1742,-4 6-4442,-7-12-4318</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4:02.174"/>
    </inkml:context>
    <inkml:brush xml:id="br0">
      <inkml:brushProperty name="width" value="0.025" units="cm"/>
      <inkml:brushProperty name="height" value="0.025" units="cm"/>
    </inkml:brush>
  </inkml:definitions>
  <inkml:trace contextRef="#ctx0" brushRef="#br0">236 1 11665,'0'0'2370,"3"0"-81,0 1-1845,1 0-1,-1 1 1,0-1-1,0 1 0,1 0 1,-1-1-1,0 1 1,-1 1-1,1-1 1,0 0-1,-1 1 1,1-1-1,-1 1 1,1 0-1,-1 0 0,3 5 1,5 10 1207,14 34-1,-20-43-1255,11 29 410,-2 1-1,-2 0 1,-1 1 0,4 43-1,6 165 351,-19-128-1088,-5 0 1,-33 201-1,4-150-1147,-70 205 0,89-332-119,-2-2 0,-2 0 0,-24 40 0,27-56-1439,-2-1-1,-1 0 0,-22 22 1,-15 9-9807</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4:02.948"/>
    </inkml:context>
    <inkml:brush xml:id="br0">
      <inkml:brushProperty name="width" value="0.025" units="cm"/>
      <inkml:brushProperty name="height" value="0.025" units="cm"/>
    </inkml:brush>
  </inkml:definitions>
  <inkml:trace contextRef="#ctx0" brushRef="#br0">29 0 5809,'0'0'3258,"-3"0"-2393,-2 0-1787,-14 1 5614,17 3-1173,11 3-2022,-3-5-1145,0 0 0,1 0 1,-1 0-1,1-1 0,-1 0 0,1 0 1,0-1-1,-1 0 0,1 0 0,9-1 1,18 0 844,75 10 1185,28 2-723,1413-1 1767,-635-8-3117,472 29 365,-961-19-459,723 25 97,-676-23-312,-321-5-2285,-147-9 287,-9-2-792,-5 0 922,-1-1 0,1 2-1,0-1 1,-1 1-1,-13 1 1,-36-1-9632</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4:03.811"/>
    </inkml:context>
    <inkml:brush xml:id="br0">
      <inkml:brushProperty name="width" value="0.025" units="cm"/>
      <inkml:brushProperty name="height" value="0.025" units="cm"/>
    </inkml:brush>
  </inkml:definitions>
  <inkml:trace contextRef="#ctx0" brushRef="#br0">18 208 12233,'0'0'9887,"0"3"-8804,3 46 386,-2 0 0,-9 78 0,0 21-622,3 110-430,5-241-810,2 0 0,0 0 0,1-1 0,0 1 0,11 30 0,-13-45-207,0-6 46,2-53-254,-4-68 1,-1 6 404,4 57 239,22-123-1,-16 143 532,3 1 0,2 0 0,31-70 0,-9 18 1800,-24 62-975,15-30 0,-25 59-967,0 4-85,2 4-225,-1 0-1,0 0 0,0 0 1,-1-1-1,0 1 0,0 1 0,0-1 1,-1 0-1,0 0 0,0 0 1,0 0-1,-1 0 0,0 0 1,-2 9-1,-4 7-686,0 0 0,-18 34 0,6-15-544,-25 54-2985,10-33-3009,5-19-2577</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4:04.128"/>
    </inkml:context>
    <inkml:brush xml:id="br0">
      <inkml:brushProperty name="width" value="0.025" units="cm"/>
      <inkml:brushProperty name="height" value="0.025" units="cm"/>
    </inkml:brush>
  </inkml:definitions>
  <inkml:trace contextRef="#ctx0" brushRef="#br0">680 4 14705,'-71'-4'2133,"64"4"-1443,-1 0 0,1 1 0,-1 0 0,1 0 0,-1 0-1,-12 5 1,2-1 82,-3 2-246,0 0 0,0 1 0,0 1 0,1 1 0,1 0 0,0 2 0,0 0 0,1 2 0,-18 15 0,3 3-127,1 0 1,2 2-1,-37 54 1,46-58-219,3 0-1,0 1 1,2 1 0,2 1 0,0 0 0,-16 70 0,24-74-199,1 1 1,1 0-1,2 0 1,1 0 0,1 0-1,2 0 1,1 0 0,12 49-1,-12-67-199,1 0 1,0 0-1,1 0 1,1-1-1,-1 0 0,2 0 1,0-1-1,0 0 0,1 0 1,0 0-1,0-1 1,1-1-1,1 1 0,-1-1 1,1-1-1,0 0 0,14 7 1,-12-8-901,1 0 0,0-1 1,23 7-1,-22-9-960,0 0 1,0-1-1,24 0 1,22-4-8674</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4:04.489"/>
    </inkml:context>
    <inkml:brush xml:id="br0">
      <inkml:brushProperty name="width" value="0.025" units="cm"/>
      <inkml:brushProperty name="height" value="0.025" units="cm"/>
    </inkml:brush>
  </inkml:definitions>
  <inkml:trace contextRef="#ctx0" brushRef="#br0">11 858 10045,'3'-8'2274,"-3"7"-1613,0 0-1,0 1 0,0-1 1,0 0-1,0 0 0,-1 0 1,1 0-1,0 1 1,0-1-1,-1 0 0,1 0 1,0 1-1,-1-1 0,1 0 1,-1 0-1,0 0 1,-6-7 57,6 8-1045,1-7 1475,13-45 491,39-98 0,-17 55-1140,10-23 398,111-209-1,-152 319-814,1-1 0,0 1 0,0 0 0,1 0 0,0 1 0,0-1 0,15-11 0,-20 18-75,1 1 0,-1-1 0,0 1 0,1-1 0,-1 1 0,1 0 0,-1-1 0,1 1 0,-1 0 0,1 0 0,-1 0 0,1 0 0,-1 1 0,1-1 0,-1 0 0,1 1 0,-1-1 0,1 1 0,-1-1 0,0 1 0,1-1 0,-1 1 0,0 0 0,1 0 0,-1 0 0,0 0 0,0 0 0,0 0 0,0 0 0,0 0 0,1 2 0,4 3 8,0 2 0,0-1 0,0 0 0,5 12 0,-2 1-75,0 0 1,-2 1-1,0 0 0,7 40 1,-1-3-523,35 159-4420,-39-143 593,-6 0-3306,-3-29-2905</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4:04.661"/>
    </inkml:context>
    <inkml:brush xml:id="br0">
      <inkml:brushProperty name="width" value="0.025" units="cm"/>
      <inkml:brushProperty name="height" value="0.025" units="cm"/>
    </inkml:brush>
  </inkml:definitions>
  <inkml:trace contextRef="#ctx0" brushRef="#br0">0 61 20138,'9'-15'2040,"8"18"-412,18-3-336,-1-11-628,9 5-1116,-3-3-808,-5-8-1208,2 11-56,7 12-3157,-1-3-4712</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4:05.131"/>
    </inkml:context>
    <inkml:brush xml:id="br0">
      <inkml:brushProperty name="width" value="0.025" units="cm"/>
      <inkml:brushProperty name="height" value="0.025" units="cm"/>
    </inkml:brush>
  </inkml:definitions>
  <inkml:trace contextRef="#ctx0" brushRef="#br0">82 291 14661,'-29'22'1918,"24"-18"3012,5-1-4302,-10 112 1153,5-74-1619,-3 5 3,6-39 10,1 1 1,0 0 0,0 0 0,0 12 0,1-18-3,0 0 1,0 0 0,0 0 0,-1 0-1,1 0 1,0 0 0,-1 1-1,0-1 1,1 0 0,-1 0 0,0-1-1,0 1 1,0 0 0,0 0 0,0 0-1,-1-1 1,1 1 0,-1 0 0,1-1-1,-2 2 1,10-12-45,0 0 0,-1-1-1,0 0 1,-1 0 0,0 0 0,0 0 0,3-14 0,6-10 9,7-14 26,3 1 0,2 1 0,1 2 0,3 0-1,49-55 1,-57 74 89,1-1-21,1 0 1,0 2-1,40-29 1,-63 52-229,0 0 0,0 1 0,0-1 0,0 1 0,0-1 1,0 1-1,0-1 0,1 1 0,-1 0 0,0-1 0,0 1 0,0 0 0,1 0 0,-1 0 0,0 0 1,0 0-1,1 0 0,-1 1 0,0-1 0,0 0 0,0 0 0,1 1 0,-1-1 0,0 1 0,0-1 1,0 1-1,0 0 0,0-1 0,0 1 0,0 0 0,0 0 0,0 0 0,0-1 0,0 1 0,1 2 1,0 1-27,1 0 1,0 0-1,-1 0 1,0 0-1,0 1 1,0-1-1,2 8 1,-1 5-209,0 1-1,-1 0 1,-2 0-1,0 21 1,0 6-587,0 79-2005,0-11-2263,3-39-3091,2-27-2871</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4:05.449"/>
    </inkml:context>
    <inkml:brush xml:id="br0">
      <inkml:brushProperty name="width" value="0.025" units="cm"/>
      <inkml:brushProperty name="height" value="0.025" units="cm"/>
    </inkml:brush>
  </inkml:definitions>
  <inkml:trace contextRef="#ctx0" brushRef="#br0">49 12 15645,'-3'0'542,"0"-1"-1,0 1 0,0-1 0,1 0 1,-1 0-1,0 0 0,0 0 0,-6-4 3498,8 8-2691,-2 4-961,0 1-1,1-1 0,0 1 1,0 0-1,1 0 0,0-1 1,0 11-1,2 63 542,1-48-510,-1 2-189,7 123-274,-4-127-926,0-2 0,2 1 0,13 37 1,-3-25-1726,1-4-3860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4:05.843"/>
    </inkml:context>
    <inkml:brush xml:id="br0">
      <inkml:brushProperty name="width" value="0.025" units="cm"/>
      <inkml:brushProperty name="height" value="0.025" units="cm"/>
    </inkml:brush>
  </inkml:definitions>
  <inkml:trace contextRef="#ctx0" brushRef="#br0">0 54 13489,'2'-1'1910,"41"-33"5270,-42 32-5711,39-4 2045,-13 0-2293,-8 4-494,0 0 0,1 1 0,21 3 0,-37-2-810,2 17-1050,-4-11 816,-1 0 0,0 0 0,0 0-1,0 0 1,-1 0 0,0 0-1,0 0 1,0 0 0,-1 1 0,0-1-1,0 0 1,0 0 0,-1-1-1,0 1 1,-5 10 0,-4 6-1486,-1-1-1,-24 33 1,10-15-584,21-32 2014,-1 2 447,0 0-1,1 1 0,0-1 1,0 1-1,1 0 1,-4 12-1,8-19 1971,1-3-1831,0 1-1,0-1 1,0 1-1,0-1 0,0 0 1,-1 1-1,1 0 1,0-1-1,0 1 1,0-1-1,-1 1 1,1 0-1,1 1 1,10 7 1059,-7-8-967,0-1 1,0 0 0,0 0 0,-1 0 0,1-1 0,10-2 0,3 1 325,25 0 852,-1 2-1,0 1 1,53 10-1,-94-11-1479,35 9 33,-34-8-37,-1-1 1,0 1 0,1-1-1,-1 1 1,0 0 0,0 0 0,0-1-1,1 1 1,-1 0 0,0 0-1,0 0 1,0 0 0,0 0 0,-1 0-1,1 0 1,0 1 0,0-1-1,-1 0 1,1 0 0,0 1 0,-1-1-1,1 0 1,-1 1 0,0-1-1,1 3 1,-3 4-22,0 1 0,-1-1 0,1 0-1,-2 0 1,1 0 0,-1-1 0,-7 12 0,10-18 2,-7 12-524,0-1 1,-1 0-1,-1 0 0,0-1 0,-1 0 0,0-1 0,0 0 0,-1-1 1,-18 11-1,10-8-1695,0-2 0,-1 0 0,0-2-1,-1 0 1,-31 7 0,-2-7-8474</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4:06.159"/>
    </inkml:context>
    <inkml:brush xml:id="br0">
      <inkml:brushProperty name="width" value="0.025" units="cm"/>
      <inkml:brushProperty name="height" value="0.025" units="cm"/>
    </inkml:brush>
  </inkml:definitions>
  <inkml:trace contextRef="#ctx0" brushRef="#br0">1 0 16277,'7'7'974,"6"9"3322,-9-16-1920,2-1-1698,-1 0-230,1 1 0,-1-1-1,0 1 1,0 0 0,1 0-1,-1 1 1,0-1-1,0 1 1,0 0 0,10 4-1,1 3-281,-1 0-1,1 0 1,-1 2-1,-1 0 0,0 1 1,-1 0-1,0 1 1,0 0-1,-1 1 0,-1 1 1,16 24-1,-12-14 15,-2 2-1,0 0 1,-2 1-1,-1 0 1,-1 0-1,8 45 1,-7-17-174,-3 0 0,-3 1 0,-2 0 0,-6 68 0,-4-41-56,-4-2 0,-27 100 0,20-114-1568,-55 129 0,9-75-3114,41-84 145,-32 39-1,-4-8-7932</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4:07.061"/>
    </inkml:context>
    <inkml:brush xml:id="br0">
      <inkml:brushProperty name="width" value="0.025" units="cm"/>
      <inkml:brushProperty name="height" value="0.025" units="cm"/>
    </inkml:brush>
  </inkml:definitions>
  <inkml:trace contextRef="#ctx0" brushRef="#br0">0 7 18254,'19'-3'2246,"-11"2"-1092,0 0 1,0 0-1,0 1 1,14 0-1,244 18 5341,-217-7-6657,-42-9-62,0 0 1,0-1-1,0 1 1,11 0-1,-35 14-6479,-16 8-1373,-9-1-5648</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4:07.203"/>
    </inkml:context>
    <inkml:brush xml:id="br0">
      <inkml:brushProperty name="width" value="0.025" units="cm"/>
      <inkml:brushProperty name="height" value="0.025" units="cm"/>
    </inkml:brush>
  </inkml:definitions>
  <inkml:trace contextRef="#ctx0" brushRef="#br0">1 127 18974,'40'-40'2652,"-23"34"-120,15 0-344,17 1-491,-12-1-373,-2-3-324,5 6-504,0 1-588,-5-7-840,-4-3-1004,-10-8-1153,-7 12-75,-5 19-3237</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4:07.783"/>
    </inkml:context>
    <inkml:brush xml:id="br0">
      <inkml:brushProperty name="width" value="0.025" units="cm"/>
      <inkml:brushProperty name="height" value="0.025" units="cm"/>
    </inkml:brush>
  </inkml:definitions>
  <inkml:trace contextRef="#ctx0" brushRef="#br0">167 496 16650,'9'-5'2349,"-9"5"-2231,0-1 0,0 1 0,0 0 0,-1 0 0,1-1 0,0 1 0,0 0 0,0 0 0,-1 0 0,1-1 0,0 1 0,0 0 0,-1 0 0,1 0 0,0 0 0,0-1 0,-1 1 0,1 0 0,0 0 0,0 0 0,-1 0 0,1 0 0,0 0 0,-1 0 0,1 0 0,0 0 0,-1 0 0,1 0 0,0 0 0,0 0 0,-1 0 0,0 0 1599,-1 3-519,-4 5-905,1 1 1,0-1-1,0 1 1,1 0 0,0 1-1,1-1 1,0 1-1,-3 18 1,2-14-123,-89 453 1335,85-416-1524,0 0-798,-3 74 0,11-122 670,13-11-164,-9 2 223,0 1 0,-1-1 1,0 0-1,0 0 1,0 0-1,-1 0 0,0-1 1,0 1-1,0-1 1,1-11-1,3-9-183,11-59-596,8-110-1,-13 86 480,-11 97 348,67-432-631,-54 389 1545,22-55 0,-30 93-470,-2 7-135,1 0 0,1 0 0,0 1 0,0 0 0,1 0 0,0 0 0,0 1 0,1 0 0,1 0 0,0 1 0,0 0 0,20-13 0,-27 20-214,0-1-1,0 1 1,0-1 0,0 1-1,0 0 1,1 0 0,-1 0-1,0 0 1,1 0 0,-1 0-1,1 1 1,-1-1 0,1 1-1,0 0 1,-1 0 0,1 0-1,-1 0 1,1 0 0,-1 0-1,1 1 1,-1-1 0,1 1-1,-1 0 1,1 0 0,-1 0 0,0 0-1,1 0 1,-1 0 0,0 1-1,0-1 1,0 1 0,0-1-1,0 1 1,0 0 0,1 2-1,1 1-5,0 0 0,-1 1 0,0 0 0,0-1 0,-1 1 0,1 0 0,-1 1 0,-1-1 0,1 0 0,-1 0 0,0 1 0,0 8 0,-1 4-107,-1 1 0,-1-1 0,-1 0 0,-8 30 0,-31 75-1525,36-107 1231,-14 32-1494,-2-1 0,-37 61 0,-24 18-9119,53-84 495</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4:08.097"/>
    </inkml:context>
    <inkml:brush xml:id="br0">
      <inkml:brushProperty name="width" value="0.025" units="cm"/>
      <inkml:brushProperty name="height" value="0.025" units="cm"/>
    </inkml:brush>
  </inkml:definitions>
  <inkml:trace contextRef="#ctx0" brushRef="#br0">903 24 14497,'-5'-3'326,"1"0"-1,-1 0 0,1 1 0,-1 0 0,0 0 1,0 0-1,0 0 0,0 1 0,-1-1 1,1 2-1,0-1 0,0 0 0,-1 1 1,1 0-1,0 0 0,-1 1 0,1-1 0,0 1 1,-10 3-1,-1 1 335,0 1 1,0 1-1,0 0 0,0 1 0,1 1 1,-24 18-1,5 1 221,-45 46 0,42-33-293,1 2 0,-43 66 0,-45 103 674,76-119-814,5 1 0,-45 144 1,64-156-197,4 1 1,3 2-1,-8 115 1,22-152-425,3-1 1,1 0-1,3 0 0,1-1 1,3 1-1,15 54 1,-18-86-132,0 0 0,1-1 0,1 0 0,0 0 0,1 0 0,0-1 0,1 0 1,1-1-1,14 15 0,-15-18-506,1-1 1,-1 0-1,2-1 1,19 11-1,-18-12-1006,0-1 0,0 0 0,0-1-1,25 5 1,26 1-10619</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4:08.430"/>
    </inkml:context>
    <inkml:brush xml:id="br0">
      <inkml:brushProperty name="width" value="0.025" units="cm"/>
      <inkml:brushProperty name="height" value="0.025" units="cm"/>
    </inkml:brush>
  </inkml:definitions>
  <inkml:trace contextRef="#ctx0" brushRef="#br0">397 0 10337,'-7'17'1825,"6"-16"-1687,1-1 0,-1 0 0,0 1 0,0-1 0,1 0-1,-1 1 1,0-1 0,0 0 0,1 0 0,-1 0 0,0 0 0,0 0-1,1 0 1,-1 0 0,0 0 0,0 0 0,1 0 0,-1 0-1,0 0 1,0-1 0,1 1 0,-2-1 0,1 1 221,-21-1 2068,-1 0-1,-35 5 1,39-2-1840,1 2 0,-1 0 0,1 0-1,0 2 1,1 1 0,-23 11 0,31-14-433,1 1 1,0 0-1,1 0 1,-1 1-1,1 0 0,0 0 1,1 1-1,-1 0 1,1 0-1,1 1 1,-1 0-1,1-1 0,1 2 1,-1-1-1,1 0 1,1 1-1,0 0 1,0 0-1,-2 14 0,3-13-50,2 0-1,-1 0 1,1 0-1,0 1 1,1-1-1,1 0 1,-1 0-1,1 0 1,1 0-1,0-1 1,1 1-1,-1 0 1,2-1-1,-1 0 1,1 0-1,1-1 0,10 14 1,-5-10-255,-1 0 0,2-1 0,-1 0 0,2-1 0,-1 0 0,1-1 0,1-1 0,0 0 0,0 0 1,0-2-1,1 0 0,22 6 0,-31-11-212,-1 0-1,1 0 1,0-1 0,0 0 0,-1 0 0,1 0 0,0-1 0,-1 0-1,1 0 1,-1-1 0,1 1 0,-1-1 0,8-4 0,25-7-3147,6 2-3452,-2-4-4567</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4:08.743"/>
    </inkml:context>
    <inkml:brush xml:id="br0">
      <inkml:brushProperty name="width" value="0.025" units="cm"/>
      <inkml:brushProperty name="height" value="0.025" units="cm"/>
    </inkml:brush>
  </inkml:definitions>
  <inkml:trace contextRef="#ctx0" brushRef="#br0">663 10 13729,'-38'-10'2332,"38"10"-2264,0 0-1,-1 0 1,1 0-1,0 1 1,-1-1-1,1 0 0,0 0 1,0 0-1,-1 0 1,1 0-1,0 0 0,0 1 1,-1-1-1,1 0 1,0 0-1,0 0 0,-1 1 1,1-1-1,0 0 1,0 0-1,0 1 0,0-1 1,-1 0-1,1 0 1,0 1-1,0-1 1,0 0-1,0 0 0,0 1 1,0-1-1,0 0 1,0 1-1,0-1 0,0 0 1,0 0-1,0 1 1,0-1-1,0 0 0,0 1 1,0-1-1,0 0 1,0 0-1,0 1 1,0-1-1,1 0 0,-1 0 1,0 1-1,0-1 1,0 0-1,0 0 0,1 1 1,-1-1-1,0 0 1,0 0-1,1 3 477,-1 5-146,0-1 1,-1 0 0,0 1 0,0-1-1,-1 0 1,1 0 0,-2 0 0,1 0-1,-5 9 1,-3 10 275,-37 111 1434,-59 159 401,-22 14-991,-28 72-1197,27 7-5373,122-361 3782,-10 37-1139,13-20-6291,6-29-2315</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4:09.091"/>
    </inkml:context>
    <inkml:brush xml:id="br0">
      <inkml:brushProperty name="width" value="0.025" units="cm"/>
      <inkml:brushProperty name="height" value="0.025" units="cm"/>
    </inkml:brush>
  </inkml:definitions>
  <inkml:trace contextRef="#ctx0" brushRef="#br0">7 662 10189,'-6'11'6551,"21"-11"-4084,-13-1-2312,-1 1-1,1-1 1,0 1 0,0-1-1,0 1 1,-1-1 0,1 0-1,0 0 1,-1 0-1,1 0 1,-1 0 0,1 0-1,-1-1 1,1 1 0,-1 0-1,0-1 1,0 1 0,0-1-1,2-2 1,15-36 2423,-11 23-2204,16-42 902,15-64 0,-4 15-777,12-50-241,-5 18-174,-39 135 2,2 7 55,0 0-114,1 1 1,-1-1 0,0 1-1,0 1 1,0-1-1,0 0 1,0 1-1,0 0 1,-1 0-1,0 0 1,0 0-1,0 1 1,0-1-1,-1 1 1,0-1-1,0 1 1,2 8-1,5 13 63,-2 1 0,4 30 0,-7-34-50,26 161-289,0-4-5195,-26-135-4200,-4-43 9199,0 23-10466</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4:09.248"/>
    </inkml:context>
    <inkml:brush xml:id="br0">
      <inkml:brushProperty name="width" value="0.025" units="cm"/>
      <inkml:brushProperty name="height" value="0.025" units="cm"/>
    </inkml:brush>
  </inkml:definitions>
  <inkml:trace contextRef="#ctx0" brushRef="#br0">41 1 18594,'-40'14'5600,"54"-11"-4372,-2 3-404,8-3-616,-3 0-820,6 2-600,0-2-1080,-3 0-384,0 3-3169,0 3-4988</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4:09.720"/>
    </inkml:context>
    <inkml:brush xml:id="br0">
      <inkml:brushProperty name="width" value="0.025" units="cm"/>
      <inkml:brushProperty name="height" value="0.025" units="cm"/>
    </inkml:brush>
  </inkml:definitions>
  <inkml:trace contextRef="#ctx0" brushRef="#br0">28 144 12317,'-1'1'385,"1"0"0,-1 0 0,0-1 0,1 1 0,0 0 0,-1 0 0,1 0 0,-1 0 0,1 0 0,0 0 0,0 0 0,-1 0 0,1 0 0,0 0 0,0 0 0,0 0 0,1 2 0,-2 28 2324,1-26-3008,-1 27 953,-2-1-1,-10 50 0,13-79-676,-1 2 35,0 2-3,-1 16 252,2-22-258,0-1 0,0 1 0,0 0 0,0 0 0,0 0 0,0 0 0,0 0 0,0 0 0,0 0 0,0 0 0,0 0 0,0 0 0,0 0 0,0 0 0,0 0 0,0 0 0,1 0 0,-1 0 0,0 0-1,0 0 1,0 0 0,0 0 0,0 0 0,0 0 0,0 0 0,0 0 0,0 0 0,0 0 0,0 0 0,0 0 0,0 0 0,0 0 0,0 0 0,0 0 0,0 0 0,0 0 0,0 0 0,1 0 0,-1 0 0,0 0 0,0 0-1,0 0 1,0 0 0,0 0 0,0 0 0,0 0 0,0 0 0,0 0 0,6-15 61,73-196 1687,-74 196-1334,1-1 0,0 1 0,0 0 0,15-22 0,9-12 447,-29 46-684,0 3-173,0 0 0,0 1 0,1-1 1,-1 0-1,0 0 0,0 1 0,0-1 0,0 0 1,0 1-1,0-1 0,0 1 0,0 0 1,0-1-1,0 1 0,0 0 0,0-1 0,0 1 1,-1 0-1,1 0 0,0 0 0,0 0 1,-1 0-1,1 0 0,-1 0 0,1 0 0,-1 0 1,1 0-1,-1 0 0,0 0 0,1 0 1,-1 0-1,0 3 0,1 4-74,0-1 0,-1 1 0,-1 15 0,0-9-67,10 101-1724,-1-2-870,-7-38-1782,2-29-3191,2-24-1319</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4:10.351"/>
    </inkml:context>
    <inkml:brush xml:id="br0">
      <inkml:brushProperty name="width" value="0.025" units="cm"/>
      <inkml:brushProperty name="height" value="0.025" units="cm"/>
    </inkml:brush>
  </inkml:definitions>
  <inkml:trace contextRef="#ctx0" brushRef="#br0">132 291 15617,'0'0'97,"0"-1"0,0 1 0,0 0 0,0 0 0,0 0 0,0 0 0,0-1 0,0 1 0,0 0 0,0 0 0,0 0 0,0-1 0,0 1 0,0 0 0,0 0 0,0 0 0,-1 0 0,1 0 0,0-1 0,0 1 0,0 0 0,0 0 0,0 0 0,0 0 0,-1 0 0,1 0 0,0 0 0,0-1 0,0 1 0,0 0 0,0 0 0,-1 0 0,1 0 0,0 0 0,0 0 0,0 0 0,-1 0 0,1 0 0,0 0 0,0 0 0,-14 1 2765,11 0-2699,1-1 0,0 1-1,0 0 1,-1 0 0,1 0 0,0 1 0,0-1 0,0 1 0,0-1-1,0 1 1,1-1 0,-1 1 0,0 0 0,1 0 0,-3 3 0,-6 13 457,1 1 0,1 0 0,-10 33 0,-9 60 559,23-96-1104,3-8-219,0 0 0,0 0 1,1 1-1,0-1 0,0 0 0,1 0 1,0 0-1,0 0 0,1 0 1,0 0-1,1 0 0,-1 0 0,2-1 1,-1 1-1,1-1 0,0 0 0,0 0 1,1 0-1,8 8 0,-13-15 135,0 0 1,0 0-1,0 0 0,0 0 0,0 1 1,0-1-1,0 0 0,0 0 0,0 0 1,0 0-1,0 0 0,0 0 0,0 0 0,0 0 1,0 0-1,0 0 0,1 0 0,-1 0 1,0 1-1,0-1 0,0 0 0,0 0 1,0 0-1,0 0 0,0 0 0,0 0 1,0 0-1,1 0 0,-1 0 0,0 0 1,0 0-1,0 0 0,0 0 0,0 0 1,0 0-1,0 0 0,0 0 0,0 0 1,1 0-1,-1 0 0,0 0 0,0 0 1,0 0-1,0-1 0,0 1 0,0 0 1,0 0-1,0 0 0,0 0 0,0 0 1,1 0-1,-1 0 0,0 0 0,0 0 1,0 0-1,0 0 0,0 0 0,0-1 1,0 1-1,0 0 0,0 0 0,3-3-99,-1 1 3,1 0 1,-1-1-1,1 0 1,-1 1-1,0-1 1,0 0-1,0 0 0,0-1 1,0 1-1,-1 0 1,1-1-1,-1 1 1,0 0-1,1-8 1,12-129-1266,-8 67 1267,-3 11 664,-7-85 0,2 112 0,3 16 80,0-1 1,1 1 0,2 0 0,6-24-1,-6 33-280,0 0 0,0 0 0,1 1 0,0-1 0,0 1 0,9-10 0,-12 17-443,12 14-2645,-13-10 2585,1-1 0,-1 1 1,0-1-1,0 1 0,0 0 0,0-1 1,0 1-1,0 0 0,0 0 0,-1 0 1,1 0-1,-1 0 0,1 0 1,-1 0-1,0 0 0,0-1 0,0 1 1,0 0-1,0 3 0,-10 43-3224,2-9 795,5-16 1325,2-16 2066,0 0 0,1 0 0,0 0 0,0-1 1,1 10-1,-1-14 652,2-1-1177,0-1 0,0 1 0,0 0 0,0 0 0,0 0 0,-1 0 0,1 0 0,0 1 0,-1-1 0,3 2 0,3 3 445,19 9 897,-15-10-820,-1 1-1,17 13 1,-10-6-562,-11-8-118,1 0 1,0 0-1,-1 1 1,0 0-1,8 10 1,-13-13-117,1 0 0,-1 0 0,1 0 0,-1 0 0,0 0 1,0 0-1,0 0 0,0 0 0,-1 0 0,1 1 1,-1-1-1,0 0 0,0 1 0,0-1 0,0 0 0,-1 0 1,1 1-1,-3 4 0,-1 5-443,-1 1-1,-1-1 1,0 0 0,-1 0-1,0 0 1,-1-1 0,0 0-1,-1-1 1,-1 0 0,0 0-1,0-1 1,-1-1-1,0 1 1,-23 13 0,7-8-5346,-43 15 1,22-17-6146</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4:10.697"/>
    </inkml:context>
    <inkml:brush xml:id="br0">
      <inkml:brushProperty name="width" value="0.025" units="cm"/>
      <inkml:brushProperty name="height" value="0.025" units="cm"/>
    </inkml:brush>
  </inkml:definitions>
  <inkml:trace contextRef="#ctx0" brushRef="#br0">55 17 16009,'7'-6'713,"-6"6"-612,-1-1 1,1 0-1,-1 0 1,1 1-1,-1-1 0,1 0 1,0 1-1,-1-1 1,1 1-1,0-1 1,0 1-1,-1-1 1,1 1-1,0-1 1,0 1-1,0 0 0,0-1 1,0 1-1,-1 0 1,1 0-1,0 0 1,0 0-1,0 0 1,0 0-1,0 0 0,0 0 1,0 0-1,0 0 1,0 0-1,-1 0 1,1 1-1,0-1 1,0 0-1,0 1 1,0-1-1,-1 1 0,1-1 1,0 1-1,0-1 1,0 2-1,18 15 1849,-4-5-919,-1 1 0,-1 0 0,0 1 0,21 30 1,-8 3-487,-1 0 0,-3 2 0,-1 1 1,14 55-1,35 216 1509,-49-161-2262,-7 2 0,-6 0 0,-24 267 0,-11-187-707,-105 419 0,21-315-4713,12-129-4293,40-114-1651</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4:11.960"/>
    </inkml:context>
    <inkml:brush xml:id="br0">
      <inkml:brushProperty name="width" value="0.025" units="cm"/>
      <inkml:brushProperty name="height" value="0.025" units="cm"/>
    </inkml:brush>
  </inkml:definitions>
  <inkml:trace contextRef="#ctx0" brushRef="#br0">208 21 5865,'-24'-6'2277,"-37"-5"0,39 8 636,0 2-1,-24 2 1,17 1-730,26-2-1423,7 1 130,272 28 3579,312 8-2055,-186-14-1545,103 13-1259,-459-32-97,60 1-1909,-103-5 2161,0 0 0,1 0 0,-1 0 0,0 0 1,0-1-1,1 1 0,-1-1 0,0 0 0,0 0 0,0 0 0,4-2 0,-7 3 157,0-1 0,1 1 0,-1 0 0,0 0 0,0-1 0,1 1-1,-1-1 1,0 1 0,0 0 0,0-1 0,1 1 0,-1 0 0,0-1 0,0 1 0,0-1 0,0 1 0,0-1 0,0 1 0,0 0 0,0-1-1,0 1 1,0-1 0,0 1 0,0-1 0,0 1 0,0 0 0,0-1 0,-1 0 0,0-1-184,0 0 1,0 0-1,0 0 0,-1 0 1,1 0-1,-1 0 0,0 0 1,-2-1-1,-5-4-774,-1 0 0,0 1-1,0 0 1,-1 0 0,1 1-1,-1 1 1,-1 0 0,-19-4-1,25 6 364,-56-16-6374</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4:12.134"/>
    </inkml:context>
    <inkml:brush xml:id="br0">
      <inkml:brushProperty name="width" value="0.025" units="cm"/>
      <inkml:brushProperty name="height" value="0.025" units="cm"/>
    </inkml:brush>
  </inkml:definitions>
  <inkml:trace contextRef="#ctx0" brushRef="#br0">69 7 11193,'-13'-2'799,"-18"-3"83,6 6 4088,27 2-3743,2 2-945,1 0 0,-1 0-1,1-1 1,0 1 0,0-1 0,1 0 0,-1-1-1,1 1 1,0-1 0,0 0 0,0-1 0,0 1-1,9 1 1,16 4 732,49 6-1,-63-12-750,562 59 3586,-234-30-2949,119 11-3473,-438-40 1561,0-2 1,-1-1-1,33-4 0,2-7-9232,-37 6 37</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34:31.960"/>
    </inkml:context>
    <inkml:brush xml:id="br0">
      <inkml:brushProperty name="width" value="0.025" units="cm"/>
      <inkml:brushProperty name="height" value="0.025" units="cm"/>
    </inkml:brush>
  </inkml:definitions>
  <inkml:trace contextRef="#ctx0" brushRef="#br0">360 1047 6273,'3'-14'451,"-2"11"-325,0 0 1,-1 1-1,1-1 0,-1 0 1,0 0-1,0 1 1,0-1-1,0 0 1,0 0-1,-1 1 0,1-1 1,-1 0-1,0 1 1,0-1-1,0 0 0,-1-2 1,-1-3 395,1-1-1,0 1 1,1-1 0,0 0 0,0 0 0,1 1 0,0-1-1,2-13 1,2-8 1395,8-33-1,-11 55-1432,1 1-1,0 0 1,1 0-1,0 0 1,0 0-1,0 0 1,1 1-1,7-12 1,-9 17 331,-18 82 249,3-15-709,-116 866 2456,80 7-2141,51-250-282,-22-189-258,20-496-133,-28 257 12,14-136 47,13-120-54,1 0 1,0 0-1,1 0 0,-1 0 0,1 0 0,0 0 0,2 5 1,0 5 3,-2-9-5,1 1 1,0-1-1,0 0 1,1-1 0,-1 1-1,1 0 1,0-1 0,1 1-1,-1-1 1,7 6-1,7 8 32,23 20-1,-28-28-48,5 3 18,0-1 0,1 0 0,0-2 0,1 0 1,1-1-1,32 12 0,129 33-51,-32-21 106,211 19 0,156-17-14,-497-35-42,25 2 29,614 28-31,-431-30 10,-38-2-18,32 0 102,38 0-98,-34 1 18,-7 0-72,431 36 37,-219-9 19,301-5 0,-285-12-324,-92 1 124,-44-3 146,-202-7 81,790 5-440,-830-6 315,429-6-1326,-168-13 1023,-238 12 315,404-16-538,-442 23 379,80-12-1,-101 5 140,35-13 0,7-12 336,-52 21-112,32-9-1,-45 17-136,6-2 200,0 0 0,23-11 0,-20 9 392,-17 6-551,0 1-1,0 0 0,0 0 1,0-1-1,0 1 1,0 0-1,0-1 1,0 1-1,0-1 1,0 0-1,-1 1 0,1-1 1,0 1-1,0-1 1,-1 0-1,1 0 1,-1 1-1,1-1 0,0 0 1,-1 0-1,1 0 1,-1 0-1,0 0 1,1-1-1,5-16 119,-1 0 0,5-29 1,-6 27 23,0 1 0,7-20 0,2 6 199,15-66-1,-22 68-294,15-74 72,10-154-1,-14 113-123,-3 40-3,-1-14-45,8-126 145,-11 123-69,1-42 62,35-555-49,-6 369-58,11-185-50,-55 302 40,2 168 18,-9-190-50,2 47 1,7 182 39,0 0 1,-2 0-1,-12-41 1,13 58 4,0 1 1,-1-1-1,0 1 1,0 0-1,-1 1 0,0-1 1,-1 1-1,1 0 1,-2 0-1,1 0 1,-1 1-1,-14-11 1,-5 1-4,0 1 0,-1 2 1,-1 1-1,0 1 1,-1 1-1,-45-10 1,-185-26 19,239 44-15,-438-41-38,-2 26 11,414 17 29,-164-1-4,-47-1-37,-35-1 93,120 4-71,-430-6 4,117 11 45,34 4-47,258-6-5,-50 0 54,-118-11-15,-235-2-66,208 3 102,182 2-23,-327-38 47,224 12-139,-186-10 89,-212 10 105,283 22-31,206-22-29,150 19-11,-139-22 19,34 19 51,142 13-95,-52-4-48,79 6 43,-13-3-86,-38 5 110,52-1-40,0 0-3,-40 8-11,19-4 2,-42 12 0,63-16-1,-5 2-10,0 1 0,0-1 0,-14 9 0,13-7 15,3-1-14,-1-1 0,1 1 1,0 0-1,0 1 0,1-1 0,-1 1 0,1 1 0,0-1 0,0 1 0,1-1 0,0 1 0,0 0 1,-6 14-1,-4 13 10,2 1 0,1 1 0,-10 61 0,-6 113 24,26-204-26,-40 304-14,9-86 45,-11 68-10,-5 39 9,38-245-35,-18 191-2064,27-265 1424,-1 1 0,0 0 0,0-1-1,-6 16 1,5-20-2064,0 1 0,0-1 0,-8 11 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1:36.310"/>
    </inkml:context>
    <inkml:brush xml:id="br0">
      <inkml:brushProperty name="width" value="0.025" units="cm"/>
      <inkml:brushProperty name="height" value="0.025" units="cm"/>
    </inkml:brush>
  </inkml:definitions>
  <inkml:trace contextRef="#ctx0" brushRef="#br0">118 43 5845,'-2'-10'2121,"2"8"-936,0 1 1,0-1-1,0 1 0,0-1 0,0 0 1,0 1-1,0-1 0,1 1 1,-1-1-1,2-2 0,1-1-149,0-1-3659,-1 4 2549,-4 4-1397,-5 6 1126,4-4 130,0-1 0,1 0 1,-1 0-1,-1 0 0,-4 3 1,-4 1-27,10-6 55,0 1 95,0-1 17,-20 17-628,21-19 541,0 0 1,0 0-1,0 0 1,0 0-1,0 0 1,0 1-1,0-1 1,0 0-1,0 1 1,0-1-1,-1 1 1,1-1-1,0 1 1,-2-1-1,-5-2-1212,-6-9-2033,-1-3-1368</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1:42.832"/>
    </inkml:context>
    <inkml:brush xml:id="br0">
      <inkml:brushProperty name="width" value="0.025" units="cm"/>
      <inkml:brushProperty name="height" value="0.025" units="cm"/>
    </inkml:brush>
  </inkml:definitions>
  <inkml:trace contextRef="#ctx0" brushRef="#br0">1199 549 5637,'0'0'51,"0"0"0,0 1 0,1-1 0,-1 0 0,0 1 0,0-1 0,0 0 0,0 0 1,0 1-1,1-1 0,-1 0 0,0 0 0,0 1 0,0-1 0,1 0 0,-1 0 1,0 0-1,0 1 0,1-1 0,-1 0 0,0 0 0,1 0 0,-1 0 0,0 0 1,0 0-1,1 1 0,-1-1 0,0 0 0,1 0 0,-1 0 0,0 0 0,1 0 0,-1 0 1,0 0-1,0 0 0,1 0 0,-1-1 0,0 1 0,1 0 0,-1 0 0,5-12 2070,-2 1 4520,-2 8-6413,1 0 0,0-1 0,-1 1 0,1-1 1,0-4-1,0 3-68,0 0-1,1 0 1,-1 1-1,1-1 1,0 1 0,1 0-1,6-7 1,9-13 228,-16 19-255,-1 0-1,1-1 1,-1 0 0,0 1 0,2-8 0,-4 10 88,0 0-8,0-3-144,0 0-1,0 0 0,-1 0 1,0 0-1,-1 1 0,1-1 0,-1 0 1,0 1-1,0-1 0,-1 1 1,1 0-1,-1-1 0,-1 1 1,1 1-1,-1-1 0,-6-7 1,-28-21 183,36 31-98,-13-6 9,-26-7 186,34 13-337,4 1 60,-1 2-2,-17 3-25,1 1 1,0 1-1,0 1 1,0 1-1,1 0 1,0 1-1,1 2 1,0 0-1,1 0 1,0 2-1,-28 26 1,-31 42 139,28-27-142,-3 6 140,-72 107 0,75-98-19,14-15-83,-36 76 0,45-82-66,-25 54 31,-56 170 1,56-104-7,29-100-2,13-46 12,-8 32 1,-31 138 217,26-74 8,9-44-241,-17 120 108,6 12 37,12-88-155,-6 187 48,29-84-16,-5-134-68,-2-49 19,18 68-1,-4-23-73,-11-48 46,23 59 0,-19-63-30,-1 2 0,7 38 0,-10-32 15,23 62 0,5 19-140,-32-102 132,58 242-312,-23-112 239,-16-56 32,3-1 0,43 96 0,-39-118 97,-12-27-87,26 48 0,5 8 121,-29-52-109,43 67-58,-7-13-10,-45-81 127,1 0 0,25 30 1,14 21-54,61 89-30,-94-137 48,35 31 1,-7-8-50,-23-23 72,1-2-1,48 33 0,-22-18-41,-25-19 54,0-1 0,36 16 0,20 11-31,-44-23 38,1-1-1,58 18 0,-69-26-11,32 9 52,0-2 0,84 12 0,126-3 33,-196-22-57,1-4-1,-1-3 0,1-4 1,123-26-1,-106 14-28,-48 11 10,70-23 1,-69 15 88,-1-2 1,-1-1 0,-1-3-1,-1-1 1,64-49-1,66-75 650,-138 114-672,-20 20 25,0 1 1,20-17-1,11-7 257,-2-1 0,40-47-1,-59 56-51,0-2-1,-2-1 1,-2-1 0,28-63-1,-5 11-96,-20 43-49,-2-1 1,15-46-1,-20 45-35,14-49 155,-15 33-181,107-504 450,-117 549-495,8-49 92,25-83 1,-31 130-128,-2 0-1,3-26 1,5-23 5,16-44 288,-4-2 0,15-204 0,-4 22-184,-2 32-56,-24 152 94,3-115-79,-14 155-49,-22-127 0,-17 15-112,26 120 86,-104-402 148,110 425-77,-32-142-175,30 126 85,-2 1-1,-2 1 1,-3 0 0,-2 1 0,-2 1-1,-2 1 1,-44-61 0,42 65-55,20 31 82,-1 1-1,0 1 0,-1-1 1,-11-12-1,-18-15-22,21 21 46,-1 1 0,-24-20 0,-32-27-141,42 36 113,23 21-19,1 0 0,-1 1 0,-14-9 1,0 2-4,-1 0-19,-37-29 1,48 33 20,-1 1 0,-19-11 0,18 12 2,0-2 0,-15-11 0,3-1 39,-1 2-1,0 1 0,-2 1 1,0 1-1,-53-21 0,52 25-60,-29-10-18,11 8 59,-71-18-127,44 12 70,-38 1 99,56 7 10,35 7-71,-31-3 1,-92-11 119,-51-3-239,33 23 38,74 2 77,79-1 27,9 0-10,0 0 1,-1 0-1,1 0 1,0 0-1,0 0 1,0-1-1,0 1 1,-1-1-1,1 0 1,0 0-1,0 0 1,-3 0 0,-40 2 7,4 5 112,-13 4-166,0-2-1,-78 2 0,96-9 22,-50 8 1,51-5 40,-90 22 71,107-23-86,0 1-1,-25 10 0,29-10-30,2 0 25,1 0 0,1 1 0,-1 0 0,1 1 1,0 0-1,-16 15 0,-49 56-9,69-70 12,-12 13-11,-16 28 0,13-18 6,-15 24 16,-34 74 0,-20 81 48,82-191-92,-20 34 1,27-51-84,-10 27-828,10-26 316,0 5-2971,-3 8 2402,3-13-3651,-13-7-12060</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1:57.477"/>
    </inkml:context>
    <inkml:brush xml:id="br0">
      <inkml:brushProperty name="width" value="0.025" units="cm"/>
      <inkml:brushProperty name="height" value="0.025" units="cm"/>
    </inkml:brush>
  </inkml:definitions>
  <inkml:trace contextRef="#ctx0" brushRef="#br0">13 116 5056,'0'0'1599,"-2"2"-165,-8 12 14424,16-21-14684,2 0-763,1 0 1,-1 0-1,1 1 0,1 0 0,-1 0 1,1 1-1,0 1 0,0 0 0,0 0 1,13-2-1,13-7 639,116-33 1022,-131 43-2072,0 2 0,-19 1 0,-1 0 1,1 1-1,-1-1 0,1 0 1,-1 1-1,0-1 1,1 1-1,-1 0 0,0-1 1,1 1-1,-1 0 0,0 0 1,0 0-1,0 0 1,0 0-1,0 0 0,0 0 1,0 0-1,0 0 0,0 0 1,0 0-1,-1 1 0,1-1 1,0 0-1,-1 1 1,1-1-1,-1 1 0,1-1 1,-1 0-1,0 1 0,0-1 1,0 1-1,0-1 0,0 1 1,0-1-1,0 1 1,0-1-1,-1 3 0,-1 6-9,0-1-1,-1 0 1,0 1-1,-7 12 0,7-14-15,-8 14-271,-1 0 0,-21 29-1,-2 3-323,-29 43-388,36-56 630,-25 49 0,51-86 451,0 0 1,1 0 0,-1 0-1,1 1 1,0-1 0,0 0-1,0 7 1,1-10-13,0 1-1,0-1 1,0 0 0,0 1-1,0-1 1,0 0 0,0 0-1,1 1 1,-1-1-1,0 0 1,1 1 0,-1-1-1,1 0 1,0 0 0,-1 0-1,1 0 1,0 0 0,-1 0-1,1 1 1,0-2 0,0 1-1,0 0 1,0 0 0,0 0-1,0 0 1,0-1 0,1 1-1,0 0 1,9 3 31,1-1 0,-1-1 1,1 1-1,-1-2 0,14 1 0,65-3 272,-42 0-297,191 9-67,-229-7-2770,-26-1-1661,-19 6 127,14-2-2295,-5-3-5080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1:58.073"/>
    </inkml:context>
    <inkml:brush xml:id="br0">
      <inkml:brushProperty name="width" value="0.025" units="cm"/>
      <inkml:brushProperty name="height" value="0.025" units="cm"/>
    </inkml:brush>
  </inkml:definitions>
  <inkml:trace contextRef="#ctx0" brushRef="#br0">21 100 9709,'-8'-8'765,"4"3"-1753,-4-8 19111,11 11-17692,1 0 1,-1 0 0,1 1 0,0-1 0,-1 1 0,7-2-1,15-2 106,0 1-1,30-1 1,13-2-11,241-30-526,-277 34 0,-25 5 0,-2 1 0,-4-2 0,0-1 0,0 1 0,0-1 0,0 0 0,0 1 0,-1-1 0,1 1 0,0 0 0,0-1 0,-1 1 0,1 0 0,0-1 0,-1 1 0,1 0 0,-1 0 0,1-1 0,-1 1 0,1 0 0,-1 0 0,0 0 0,1 0 0,-1 0 0,0 0 0,0 0 0,1 1 0,-1 3 0,0-1 0,0 0 0,0 1 0,0-1 0,-1 0 0,-1 6 0,-3 8 0,0-1 0,-10 19 0,-32 67 0,15-36 0,-23 73 0,40-99-753,9-25-40,0 1 0,1 0-1,-3 18 1,8-35 769,0 0 0,0 0 0,0 0 0,0 0 0,0 1 0,0-1 0,-1 0-1,1 0 1,0 0 0,0 0 0,0 0 0,0 0 0,0 0 0,0 0 0,0 0 0,0 1-1,0-1 1,0 0 0,0 0 0,0 0 0,0 0 0,0 0 0,0 0 0,0 0 0,0 0 0,0 0-1,0 1 1,0-1 0,0 0 0,1 0 0,-1 0 0,0 0 0,0 0 0,0 0 0,0 0-1,0 0 1,0 0 0,0 0 0,0 0 0,0 1 0,0-1 0,0 0 0,0 0 0,0 0 0,1 0-1,-1 0 1,0 0 0,0 0 0,0 0 0,0 0 0,0 0 0,0 0 0,0 0 0,0 0-1,0 0 1,1 0 0,-1 0 0,0 0 0,0 0 0,0 0 0,0 0 0,0 0 0,0 0-1,0 0 1,0 0 0,1 0 0,-1 0 0,0 0 0,0-1 0,6 0-998,-1-1 0,1 0 0,-1-1 0,1 1 0,-1-1 1,0 0-1,0-1 0,0 1 0,0-1 0,-1 0 0,6-6 0,-8 8 336,29-26-10535</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1:58.673"/>
    </inkml:context>
    <inkml:brush xml:id="br0">
      <inkml:brushProperty name="width" value="0.025" units="cm"/>
      <inkml:brushProperty name="height" value="0.025" units="cm"/>
    </inkml:brush>
  </inkml:definitions>
  <inkml:trace contextRef="#ctx0" brushRef="#br0">1 15 8165,'0'0'12325,"4"0"-11593,27-6 842,-20 4-804,0-1-1,0 2 1,0 0 0,0 0-1,18 1 1,45 8 632,-72-7-1389,-1 1 0,1-1 0,0 0 0,0 1 1,0-1-1,-1 1 0,1 0 0,-1 0 0,0-1 0,1 1 0,-1 0 0,0 0 0,0 0 1,1 3-1,-2 0-108,0 0 0,0 0 0,0 0 1,-1 0-1,1 0 0,-1 0 1,-1 0-1,1 0 0,-1 0 0,-2 5 1,-2 6-448,-2 13-572,3-9 541,0-1 1,-2 1-1,-16 33 1,20-48 358,2-3 402,0-1 1,0 1-1,0 0 1,0 0-1,0 0 1,0 0 0,0 0-1,1 0 1,-1 3-1,1-4-101,0-1 0,0 1 0,0 0 0,1 0 0,-1-1 0,1 1 0,-1 0 0,0 0 0,1-1 1,-1 1-1,1-1 0,-1 1 0,1 0 0,0-1 0,-1 1 0,1-1 0,-1 1 0,1-1 0,0 0 0,0 1 0,-1-1 0,1 0 0,0 1 0,0-1 0,-1 0 0,1 0 0,0 0 0,0 1 0,1-1 0,76 6 2895,-67-3-2489,-1-1-1,19 9 1,-17-1-493,-12-8 2,1 0-1,-1 0 1,1 0-1,-1 1 1,0-1-1,0 0 1,1 0-1,-2 0 1,1 1-1,0-1 1,0 0-1,-1 0 1,1 0 0,-1 1-1,0-1 1,-1 3-1,-1 2-34,-1 0 1,0 0-1,-8 11 0,-51 58-2634,52-64 1673,0-1 0,0-1 0,-1 0 0,-20 12 0,27-19 503,0 0-1,-1-1 1,1 1 0,-1-1-1,1 0 1,-1-1-1,0 0 1,0 0 0,-6 1-1,8-2-557,1 0 0,0 0 0,-1-1 0,1 1 0,0-1 0,-6-2 0,-11-7-8735</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1:59.258"/>
    </inkml:context>
    <inkml:brush xml:id="br0">
      <inkml:brushProperty name="width" value="0.025" units="cm"/>
      <inkml:brushProperty name="height" value="0.025" units="cm"/>
    </inkml:brush>
  </inkml:definitions>
  <inkml:trace contextRef="#ctx0" brushRef="#br0">518 15 7693,'-3'-1'1149,"1"-1"1,-1 0-1,0 1 1,0-1-1,0 1 1,0 0-1,0 0 1,-6-1-1,3 1-614,1 1-1,-1 0 1,0 0-1,-8 1 1,1 1-419,1 1-1,0 0 1,0 0-1,-12 7 1,4-2 200,0 1 1,0 1-1,1 0 1,1 2-1,0 0 1,0 2 0,2-1-1,-1 2 1,-15 18-1,6-3 500,11-15-284,1 1 1,-18 27-1,29-38-394,0 1 0,0-1 0,0 0-1,1 1 1,0 0 0,0-1 0,0 1-1,1 0 1,0 0 0,0 0 0,1 0-1,-1 0 1,2 10 0,1-8-13,0-1 1,0 1-1,0-1 0,1 0 1,1 0-1,-1 0 0,1 0 1,0-1-1,1 1 0,-1-1 0,1 0 1,0-1-1,1 1 0,0-1 1,-1 0-1,2 0 0,8 5 1,5 3 136,0-2 1,1 0-1,0-1 1,35 11-1,37 1 29,-12-3-179,-81-19-112,3 1-17,-1 0 0,1 0 0,0-1 0,-1 1 0,1-1 0,0 1 0,0-1 0,-1 0 0,1 0 0,0 0 0,0-1-1,-1 1 1,1-1 0,0 1 0,2-2 0,-2 1-5,-2 1-46,0 0 0,-1 0 0,1-1 1,0 1-1,0 0 0,-1 0 0,1-1 0,0 1 1,0 0-1,-1-1 0,1 1 0,0-1 0,-1 1 1,1-1-1,-1 1 0,2-2 0,-2 1-10,0-1 0,-1 1 0,1 0 0,0 0 0,0-1 0,-1 1 0,1 0 0,-1 0-1,1 0 1,-1 0 0,0 0 0,1 0 0,-2-2 0,-2-1-130,1 0-1,-1-1 1,-1 1 0,1 0-1,0 1 1,-1-1 0,0 1-1,0 0 1,0 0 0,0 1-1,0-1 1,0 1 0,-1 0-1,1 0 1,-10-1 0,-13-2-913,-51-4 0,77 8 1070,-38 0-1453,-59 5-1,2 1-2236,72-4 2077,-1 0-542,5-3-2299,4-1-1986</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1:59.873"/>
    </inkml:context>
    <inkml:brush xml:id="br0">
      <inkml:brushProperty name="width" value="0.025" units="cm"/>
      <inkml:brushProperty name="height" value="0.025" units="cm"/>
    </inkml:brush>
  </inkml:definitions>
  <inkml:trace contextRef="#ctx0" brushRef="#br0">532 37 6217,'-5'7'565,"4"-6"-321,0 1-1,0-1 1,0 1-1,0-1 1,0 0-1,0 0 1,0 1-1,-1-1 0,1 0 1,0 0-1,-1 0 1,1 0-1,-1-1 1,1 1-1,-1 0 1,-2 0-1,1 0 65,0-1-1,0 0 1,0 0 0,0 0-1,0 0 1,0-1-1,0 1 1,0-1 0,0 0-1,1 0 1,-1 0 0,0 0-1,0 0 1,1-1-1,-1 1 1,1-1 0,-4-2-1,1 1-59,1 0-1,-1 0 1,0 1-1,0 0 1,0 0-1,-8-3 1,-25-2 287,-1 1 0,0 2 1,-48 1-1,52 5 23,-36 6 0,61-6-302,0 0 1,1 0-1,-1 1 0,1 1 1,-1-1-1,1 2 1,0-1-1,-11 9 1,19-8 581,3 0-650,-1 1-1,2-1 0,-1 0 1,1 0-1,-1 0 0,1-1 1,1 1-1,-1-1 0,1 1 1,0-1-1,0 0 0,0 0 1,8 5-1,8 4 447,0 0 1,24 10-1,4 2 294,3 8-22,-3 2 1,56 51-1,-101-83-904,1 0-1,-1 0 1,0 1-1,0 0 1,0-1 0,-1 1-1,1 0 1,-1 1 0,0-1-1,0 0 1,0 0-1,-1 1 1,0-1 0,0 1-1,0 0 1,1 8-1,-2-6-14,-1 0-1,1 0 0,-1 0 0,0 0 1,-1 0-1,0 0 0,0 0 0,0 0 1,-7 12-1,-5 3-558,0 0-1,-2-1 1,0-1 0,-1 0-1,-2-1 1,-26 22 0,36-34 297,-1 1 1,0-1-1,0-1 1,0 1-1,-1-2 1,0 0-1,-17 6 1,25-10 246,-1 0 0,0 0 0,1 0 0,-1-1 0,0 1 0,0-1 0,0 0 0,1 0 0,-1 0 0,0-1 0,0 0 0,1 1 0,-1-1 0,0 0 0,1-1 0,-1 1 0,1-1 0,-1 0 0,1 1 0,0-1 0,0-1 0,0 1 0,0 0 0,0-1 0,0 0 0,1 1 0,-4-5 0,3 1 100,0 1 0,0 0 0,1-1 0,-1 1-1,1-1 1,0 0 0,1 0 0,0 1 0,0-1 0,0 0 0,0 0 0,1 0 0,0 0-1,0 0 1,1 0 0,0 0 0,2-9 0,0 1 147,2-1 1,-1 1 0,2 0-1,-1 1 1,2-1-1,8-12 1,6-5 84,2 1 1,1 1-1,1 0 1,32-26 0,123-93 1782,-52 47-1432,-124 97-655,0 0 0,-1 1 0,1-1 0,5-9 0,-8 12 0,0 1-19,-1-1 1,1 1-1,-1-1 1,0 1-1,1-1 0,-1 1 1,0-1-1,1 1 1,-1-1-1,0 0 1,0 1-1,0-1 0,1 1 1,-1-1-1,0 0 1,0 1-1,0-1 1,0 1-1,0-1 1,0-1-1,-1 1-139,0 0 0,-1 0 0,1 0 0,0 0 0,0 0 0,-1 0 0,1 0 0,0 0 0,-1 0 0,1 1 0,-1-1 0,1 0 0,-1 1 0,0-1 0,-2 1 0,-31-6-2536,7 5-1288,1 2 1,-30 3-1,2 2-8244</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01.052"/>
    </inkml:context>
    <inkml:brush xml:id="br0">
      <inkml:brushProperty name="width" value="0.025" units="cm"/>
      <inkml:brushProperty name="height" value="0.025" units="cm"/>
    </inkml:brush>
  </inkml:definitions>
  <inkml:trace contextRef="#ctx0" brushRef="#br0">33 236 8161,'-10'-4'542,"9"3"-305,-1 0 0,0 0-1,0 0 1,0 0 0,1 1 0,-1-1 0,0 1 0,0-1 0,-4 1 7617,13-3-7088,0 0 0,1 1 0,-1 0 0,16-1 1,-1-1 1,16-3 49,-1 3 1,1 1-1,38 1 0,24 0-122,389-5 565,-206 9-859,455-11 464,-458 7-758,131-4-79,-104 4-10,-71 3 314,44-13 455,-33 1-308,-104 6-277,85-2-107,60 0-82,72-2 318,132 4 186,-289 6-439,690-36-76,-165-9-2,3 48 0,-349 7 0,-336-13-704,15 1-1836,-261-27-11924,98 11 2389</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02.364"/>
    </inkml:context>
    <inkml:brush xml:id="br0">
      <inkml:brushProperty name="width" value="0.025" units="cm"/>
      <inkml:brushProperty name="height" value="0.025" units="cm"/>
    </inkml:brush>
  </inkml:definitions>
  <inkml:trace contextRef="#ctx0" brushRef="#br0">23 128 8593,'-23'18'10217,"38"-27"-8565,8-9 110,-17 14-1338,-1 0 1,0 0-1,1 0 0,0 1 0,6-4 1,30-12 739,1 2 0,1 2 0,0 2 1,82-14-1,-124 27-1158,0-1 0,0 1-1,1 0 1,-1 0 0,0 0 0,0 0 0,0 0 0,0 0-1,1 1 1,-1-1 0,0 1 0,0 0 0,0-1 0,0 1 0,0 0-1,0 0 1,0 0 0,-1 0 0,4 3 0,-4-2-31,0 0 0,0 0 0,0 0 0,0 0 0,0 0 0,0 0 0,0 0 0,-1 0 0,1 1 0,-1-1 0,0 0 0,0 0 0,0 1 0,0-1 0,0 0 0,0 0-1,0 1 1,-1-1 0,-1 4 0,-8 34-890,-1-1-1,-3-1 1,-1 0-1,-2-1 0,-33 54 1,-82 140-1315,127-223 2360,0 0 0,0 0-1,-9 8 1,-1 3 1007,15-18-974,0 0 1,0 1-1,0-1 1,1 0-1,-1 1 1,0-1 0,1 0-1,-1 1 1,1-1-1,-1 0 1,1 0 0,0 0-1,-1 1 1,1-1-1,0 0 1,0 0-1,0 0 1,0 0 0,0 0-1,0 0 1,0-1-1,1 2 1,8-1 174,0 0 0,0-1 0,-1 0 0,1-1 0,0 0 0,-1 0 0,11-3 0,-10 2-78,335-68 1641,-261 51-1901,34-5 0,-103 20 64,-13 1 11,-13-2-586,10 5 322,-8-2-869,0 0 0,0 1 1,0 0-1,-1 1 0,1-1 0,0 2 1,-1 0-1,-13 2 0,-17 1-5218,-15-3-7150</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03.165"/>
    </inkml:context>
    <inkml:brush xml:id="br0">
      <inkml:brushProperty name="width" value="0.025" units="cm"/>
      <inkml:brushProperty name="height" value="0.025" units="cm"/>
    </inkml:brush>
  </inkml:definitions>
  <inkml:trace contextRef="#ctx0" brushRef="#br0">1 192 11073,'2'0'371,"1"1"0,-1-1 0,1 1 0,-1-1 0,1 0 0,-1 0 1,1 0-1,-1 0 0,1-1 0,-1 1 0,1-1 0,-1 1 0,1-1 0,-1 0 0,4-2 0,-6 3-360,3-1 1647,-3-1-1371,0 1 1,1-1-1,-1 0 0,0 1 0,1-1 1,0 0-1,-1 1 0,1-1 1,0 1-1,0-1 0,0 1 0,0-1 1,0 1-1,0 0 0,0-1 1,1 1-1,-1 0 0,0 0 0,1 0 1,1-1-1,34-17 1204,-27 15-818,274-116 5218,-252 110-5891,-13 9 0,-17 1 0,0 0 0,0 0 0,0 1 0,0-1 0,0 1 0,0-1 0,0 1 0,-1 0 0,1-1 0,0 1 0,0 0 0,-1 0 0,1 0 0,2 2 0,-3-1 0,0 0 0,-1 0 0,1-1 0,0 1 0,-1 0 0,1 0 0,-1 0 0,0-1 0,0 1 0,1 0 0,-1 0 0,0 0 0,-1 0 0,1 0 0,0-1 0,-1 4 0,-36 152 0,6-31 0,-5 16-2086,34-137 2019,2-2-121,-1 0 0,1 0 0,0-1 0,0 1 0,0 0 0,0 0 0,0-1 0,1 1 0,-1 0-1,1 0 1,-1-1 0,1 1 0,0-1 0,0 1 0,1-1 0,1 5 0,-2-5 5,0-2 148,-1 0 0,0 1 0,0-1 0,0 0 1,0 0-1,0 0 0,0 0 0,0 0 0,0 1 0,0-1 0,0 0 1,0 0-1,1 0 0,-1 0 0,0 0 0,0 0 0,0 0 0,0 0 1,0 1-1,0-1 0,1 0 0,-1 0 0,0 0 0,0 0 0,0 0 1,0 0-1,0 0 0,1 0 0,-1 0 0,0 0 0,0 0 0,0 0 1,0 0-1,0 0 0,1 0 0,-1 0 0,0 0 0,0 0 1,0 0-1,0 0 0,0 0 0,1 0 0,-1-1 0,0 1 0,0 0 1,0 0-1,33-11-4303,5-10-3919,-1-1-1760</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03.721"/>
    </inkml:context>
    <inkml:brush xml:id="br0">
      <inkml:brushProperty name="width" value="0.025" units="cm"/>
      <inkml:brushProperty name="height" value="0.025" units="cm"/>
    </inkml:brush>
  </inkml:definitions>
  <inkml:trace contextRef="#ctx0" brushRef="#br0">0 136 9721,'4'-3'776,"1"0"0,-1 1 0,1-1 0,-1 1 0,8-2 0,18-11 2789,-13 5-2060,0 1 0,0 0 0,1 2 0,26-9 0,77-15 2305,-119 31-3758,36-8 978,1 3 0,76-3 0,-114 8-1043,-1 0 0,1 0 0,0 0 0,-1 0 0,1 0 0,0 0 0,0 0 0,-1 0 0,1 1 0,0-1-1,-1 0 1,1 1 0,0-1 0,-1 0 0,1 1 0,0-1 0,-1 1 0,1-1 0,-1 0 0,1 1 0,-1 0 0,1-1 0,-1 1 0,1-1 0,-1 1 0,1 0 0,-1 0 0,1 1-29,-1 0 1,1 0-1,-1 0 1,0 0-1,0-1 1,0 1-1,0 0 0,0 0 1,0 0-1,-1 3 1,-2 6-331,0-1 1,0 1 0,-7 11-1,-10 15-1667,-47 68-1,-3 3-104,64-99 2437,0 0-1,0-1 0,-1 0 1,-13 12-1,16-15 470,8-4 282,11 4-280,1-2 1,0 0-1,0 0 1,0-2-1,29 0 1,226 11 259,-268-12-1024,8 0 0,-1 2 0,0-1 0,0 1 0,18 6 0,-27-7 0,0 0 0,0 0 0,0 0 0,0 0 0,0 0 0,0 0 0,0 1 0,0-1 0,0 0 0,-1 1 0,1-1 0,-1 0 0,1 1 0,-1-1 0,1 1 0,-1-1 0,0 1 0,0-1 0,0 1 0,1-1 0,-1 1 0,-1-1 0,1 1 0,0-1 0,0 1 0,-1-1 0,1 0 0,0 1 0,-2 1 0,-2 5 0,-1 1 0,0-1 0,-1 0 0,0 0 0,0 0 0,-1-1 0,0 0 0,0 0 0,-12 8 0,-8 9-274,7-5-822,0-2 0,-2 0 0,0-1 1,-1-1-1,-28 14 0,22-16-2643,0-1-1,-36 9 1,7-5-7977</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04.229"/>
    </inkml:context>
    <inkml:brush xml:id="br0">
      <inkml:brushProperty name="width" value="0.025" units="cm"/>
      <inkml:brushProperty name="height" value="0.025" units="cm"/>
    </inkml:brush>
  </inkml:definitions>
  <inkml:trace contextRef="#ctx0" brushRef="#br0">349 15 4816,'0'0'12678,"-2"-1"-11702,0-1-854,1 1 25,-1 0 0,1-1 0,-1 1 0,0 0 0,1 0 0,-1 0 0,0 0 0,0 1 0,-3-2 0,2 2-26,0 0 0,0 0 0,0 1 1,0 0-1,1-1 0,-1 1 0,0 0 0,-3 2 1,-11 4 147,1 1 0,0 1 0,0 1 0,1 0 0,1 1 0,0 0 0,-16 17 0,10-7 295,1 1-1,1 0 1,-29 48-1,39-56-326,0 0-1,1 1 1,1 0 0,1 0-1,0 0 1,1 1 0,0 0-1,2-1 1,-1 1 0,1 23-1,3-29-86,-1 0 0,2 0 0,-1 1-1,1-1 1,1 0 0,0-1 0,0 1 0,1 0 0,0-1-1,1 0 1,0 0 0,0 0 0,1-1 0,0 1-1,0-1 1,1-1 0,10 10 0,-6-7 35,2-1 1,-1 0-1,2 0 1,-1-1-1,27 11 1,-4-6 211,42 10 1,-72-22-407,1 1 1,-1-1-1,1-1 0,0 1 0,-1-1 1,10-1-1,0 0-108,-14 1-37,0-1 0,1 0 0,-1 0 0,0 0 0,1 0 0,-1 0 1,0-1-1,0 1 0,0-1 0,0 1 0,3-4 0,-4 3-258,-1 1 329,0 0-1,-1 0 1,1 0 0,-1 0 0,0 0-1,1 0 1,-1 0 0,0 0-1,0 0 1,1 0 0,-1 0-1,0 0 1,0 0 0,0 1-1,0-1 1,0 0 0,-2 0-1,-21-14-1092,1 7-251,1 0 1,-1 1-1,0 1 1,-43-5-1,26 5-774,-17-2-3671,2 4-3592</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04.763"/>
    </inkml:context>
    <inkml:brush xml:id="br0">
      <inkml:brushProperty name="width" value="0.025" units="cm"/>
      <inkml:brushProperty name="height" value="0.025" units="cm"/>
    </inkml:brush>
  </inkml:definitions>
  <inkml:trace contextRef="#ctx0" brushRef="#br0">463 25 10149,'-2'-2'1603,"0"0"-1338,-1-1 0,1 1 1,-1 0-1,0 1 1,1-1-1,-1 0 0,0 1 1,0 0-1,0-1 0,0 1 1,-1 0-1,1 1 0,0-1 1,0 0-1,0 1 0,-1 0 1,1 0-1,0 0 1,0 0-1,-5 1 0,-176 3 1653,73-2 181,44-8 262,64 6-2153,1 0-1,-1 0 1,1 0-1,0 1 0,-1-1 1,1 1-1,-5 1 1,0-1 1258,102 62 1249,-55-39-1993,-1 3 0,-1 1 0,36 34 1,-63-51-675,0 0 0,-1 1 0,0 0 1,-1 1-1,-1 0 0,0 0 0,10 24 1,-15-29-71,0 0 1,-1 0-1,0 0 1,-1 1-1,0-1 1,0 0-1,-1 0 1,0 1-1,0-1 1,-1 0 0,0 1-1,-1-1 1,0 0-1,0 0 1,-6 15-1,-3 2-524,-2 0 0,0 0-1,-1-2 1,-21 27-1,26-38 213,-1-1-1,0 0 1,-1 0-1,0-1 0,-1-1 1,0 0-1,0 0 1,-28 13-1,36-20 309,-1-1-1,1 1 0,-1-1 1,1 0-1,-1 0 1,1-1-1,-1 1 1,0-1-1,0 0 1,1-1-1,-9 0 1,11 0 59,-1 1 1,1-1 0,0 0 0,0 1 0,0-1 0,0 0 0,0 0 0,0 0-1,0 0 1,0-1 0,0 1 0,0 0 0,1-1 0,-1 1 0,1-1 0,-1 0-1,1 0 1,-1 1 0,1-1 0,0 0 0,0 0 0,0 0 0,0 0 0,0 0-1,1-1 1,-2-1 0,2-4 43,-1 0-1,1 0 1,0 0 0,1 0-1,-1 0 1,2 0 0,-1 0-1,1 0 1,0 0 0,1 0-1,0 1 1,0 0 0,1-1-1,4-6 1,10-14 246,1 0-1,25-27 1,-31 40-151,41-45 611,71-62 1,4-3-911,-96 87-1662,-31 35 1479,0 0 0,0 0 1,-1 0-1,1 0 0,-1 0 0,0 0 1,0-1-1,0 1 0,0 0 0,-1-1 1,1-5-1,-1 8 101,0 0 0,0 0 0,0 0 0,0 0-1,0 0 1,0 0 0,0 0 0,-1 0 0,1 0 0,0 0 0,-1 0 0,1 0 0,-1 0-1,1 0 1,-1 0 0,1 0 0,-2-1 0,-19-7-6863,-16-2-4659</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05.143"/>
    </inkml:context>
    <inkml:brush xml:id="br0">
      <inkml:brushProperty name="width" value="0.025" units="cm"/>
      <inkml:brushProperty name="height" value="0.025" units="cm"/>
    </inkml:brush>
  </inkml:definitions>
  <inkml:trace contextRef="#ctx0" brushRef="#br0">61 70 12385,'-12'1'753,"5"0"43,-1-1-1,0 0 1,1 0-1,-11-2 5714,21 0-4976,14-2-401,1 0-1,0 0 0,0 2 1,0 0-1,31 2 0,-5-1-221,213 6-314,-231-3-594,-23-2-179,-1 0 0,0 1 0,0-1 0,1 0 0,-1-1 0,0 1 0,1 0 0,-1-1 0,0 1 0,0-1 0,0 0 0,0 1 0,1-1 1,-1 0-1,0 0 0,0-1 0,2-1 0,-3 2-99,0 0 1,-1 0 0,1-1 0,0 1 0,-1 0 0,1-1 0,-1 1-1,1 0 1,-1-1 0,0 1 0,1-1 0,-1 1 0,0-1 0,0 1-1,0 0 1,0-1 0,0 1 0,0-1 0,-1 1 0,1-1 0,0 1-1,-1-1 1,1 1 0,-2-3 0,2 4 65,0 0 0,0 0 1,0-1-1,0 1 0,-1 0 0,1 0 0,0 0 0,0-1 0,0 1 1,0 0-1,0 0 0,-1 0 0,1-1 0,0 1 0,0 0 1,0 0-1,0 0 0,-1 0 0,1-1 0,0 1 0,0 0 0,-1 0 1,1 0-1,0 0 0,0 0 0,0 0 0,-1 0 0,1 0 1,0 0-1,0 0 0,-1 0 0,1 0 0,0 0 0,-1 0 0,-25-5-12055</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05.506"/>
    </inkml:context>
    <inkml:brush xml:id="br0">
      <inkml:brushProperty name="width" value="0.025" units="cm"/>
      <inkml:brushProperty name="height" value="0.025" units="cm"/>
    </inkml:brush>
  </inkml:definitions>
  <inkml:trace contextRef="#ctx0" brushRef="#br0">291 0 12285,'0'0'3205,"-2"1"-1922,-3 2-877,2-1-248,0 0 1,0 0 0,-1 0 0,2 0 0,-1 0 0,0 1 0,0 0 0,1-1 0,-1 1 0,1 0 0,0 0 0,0 0 0,-2 4 0,-40 80 930,-72 152 662,95-190-1967,3 0 0,-23 102 0,39-139-744,0 0-1,2 1 1,0 12-1,0-14-568,2-5-3598,7 2-2987</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05.885"/>
    </inkml:context>
    <inkml:brush xml:id="br0">
      <inkml:brushProperty name="width" value="0.025" units="cm"/>
      <inkml:brushProperty name="height" value="0.025" units="cm"/>
    </inkml:brush>
  </inkml:definitions>
  <inkml:trace contextRef="#ctx0" brushRef="#br0">458 1 14209,'-12'1'545,"9"-1"-372,0 0-1,0 0 0,0 1 0,1-1 0,-1 1 0,0 0 0,0 0 0,1 0 0,-1 0 1,1 0-1,-1 0 0,1 1 0,-1-1 0,1 1 0,0 0 0,-4 3 0,1 0 51,-53 48 2416,-98 117 0,123-127-2234,-48 85 1,70-108-282,2 0 1,0 1 0,1 1-1,0-1 1,2 1 0,-6 43-1,11-60-28,1-1 0,0 1 0,0 0 0,0-1 0,0 1 0,1-1 0,0 1 1,0-1-1,0 1 0,0-1 0,1 0 0,0 1 0,-1-1 0,2 0 0,-1 0 0,3 4 0,-1-4 13,0 0-1,0 0 1,0 0 0,1-1 0,0 1-1,-1-1 1,1 0 0,0-1 0,1 1 0,-1-1-1,7 2 1,11 2 260,1-1-1,-1-1 0,1-1 1,45-1-1,-55-2-223,151-2 128,191-27 0,-346 27-800,0 1 1,0-1-1,12-4 0,8-11-5082,-29 17 5503,-1 0 0,0 0 0,0 0 0,0 0 0,0 0 0,0 0 0,0 0 0,0 0 0,0 0-1,0 0 1,0-1 0,0 1 0,0 0 0,0 0 0,1 0 0,-1 0 0,0 0 0,0 0 0,0 0-1,0 0 1,0-1 0,0 1 0,0 0 0,0 0 0,0 0 0,0 0 0,0 0 0,0 0 0,0 0 0,0-1-1,-1 1 1,1 0 0,0 0 0,0 0 0,0 0 0,0 0 0,0 0 0,0 0 0,0 0 0,0 0-1,0-1 1,0 1 0,0 0 0,0 0 0,0 0 0,-1 0 0,1 0 0,0 0 0,0 0 0,0 0-1,0 0 1,0 0 0,0 0 0,0 0 0,0 0 0,-1 0 0,1 0 0,0 0 0,0 0 0,0 0 0,0 0-1,0 0 1,0 0 0,0 0 0,-1 0 0,1 0 0,0 0 0,0 0 0,-22-14-12209</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06.246"/>
    </inkml:context>
    <inkml:brush xml:id="br0">
      <inkml:brushProperty name="width" value="0.025" units="cm"/>
      <inkml:brushProperty name="height" value="0.025" units="cm"/>
    </inkml:brush>
  </inkml:definitions>
  <inkml:trace contextRef="#ctx0" brushRef="#br0">336 6 14649,'-51'-5'2225,"41"4"1716,10 4-3606,0 0 0,0 0 0,-1-1 1,1 1-1,-1 0 0,0-1 1,0 1-1,0 0 0,0-1 0,-2 3 1,-3 7 167,-71 154 1956,50-114-2315,2 0 0,-26 84 0,24-24-3026,-20 170 1,45-272 2217,1-4-436,0 0-1,0 0 1,1 0 0,0 0 0,0 0-1,0 0 1,1 1 0,2 7 0,-3-13 598,0 0 0,1-1-1,-1 1 1,1 0 0,0-1 0,-1 1 0,1-1 0,-1 1 0,1-1 0,0 1-1,-1-1 1,1 1 0,0-1 0,0 0 0,-1 1 0,2-1 0,-1 0 454</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06.770"/>
    </inkml:context>
    <inkml:brush xml:id="br0">
      <inkml:brushProperty name="width" value="0.025" units="cm"/>
      <inkml:brushProperty name="height" value="0.025" units="cm"/>
    </inkml:brush>
  </inkml:definitions>
  <inkml:trace contextRef="#ctx0" brushRef="#br0">504 62 11569,'-1'-2'362,"1"0"0,-1 0 1,0 1-1,0-1 0,0 0 0,0 0 1,0 1-1,0-1 0,0 0 0,-1 1 0,1-1 1,0 1-1,-1 0 0,1-1 0,-1 1 0,-2-2 1,-23-2 937,-44 3-711,-1 3 0,-121 17-1,154-12 1031,-40 13 1,79-19-1604,0 0 0,0 0 0,0 0 1,0 0-1,1 0 0,-1 0 0,0 0 1,0 0-1,0 0 0,0 0 0,0 0 1,0 1-1,0-1 0,0 0 0,0 0 1,0 0-1,0 0 0,0 0 0,0 0 1,0 0-1,1 0 0,-1 0 0,0 0 1,0 1-1,0-1 0,0 0 0,0 0 1,0 0-1,0 0 0,0 0 1,0 0-1,0 0 0,0 0 0,0 1 1,0-1-1,0 0 0,-1 0 0,1 0 1,0 0-1,0 0 0,0 0 0,0 0 1,0 0-1,0 0 0,0 0 0,0 1 1,0-1-1,0 0 0,0 0 0,0 0 1,0 0-1,0 0 0,0 0 0,-1 0 1,1 0-1,0 0 0,0 0 0,0 0 1,0 0-1,0 0 0,0 0 0,0 0 1,0 0-1,-1 0 0,1 0 1,0 0-1,0 0 0,10 13 666,1-1-1,0 0 1,0-1 0,16 11-1,60 41 1920,-51-38-1841,188 145 101,-217-164-861,0 0 0,0 1 0,-1 0 0,1 0 0,-1 1 0,8 14 0,-12-18 0,0 0 0,-1 0 0,1 0 0,-1 0 0,0 0 0,0 0 0,0 1 0,0-1 0,-1 0 0,0 0 0,0 1 0,0-1 0,0 0 0,-1 1 0,1-1 0,-1 0 0,-2 5 0,-1 2-313,-1 0 0,-1-1 0,1 1 0,-2-1-1,0 0 1,0-1 0,0 1 0,-1-1 0,-1-1 0,0 0 0,0 0 0,0-1 0,-1 0 0,-15 9-1,16-11 54,1-1 0,0 0 0,-1 0 0,0-1 1,1 0-1,-1-1 0,-1 0 0,1 0 0,0-1 0,0 0 0,-1 0 0,1-1 0,0-1 0,-1 1 0,1-1 0,0-1 0,0 0 0,-17-6 0,22 6 243,0 0 1,0 0 0,1 0 0,-1-1-1,1 1 1,-1-1 0,1 0-1,0 0 1,0 0 0,0 0-1,0-1 1,1 1 0,-5-9-1,4 6 72,0-1 0,1 0 0,0 0 0,0 0 0,0 0 0,1 0-1,-1-14 1,2 6 215,1-1-1,0 1 1,1 0-1,1-1 1,0 1 0,1 1-1,8-22 1,-3 18 97,1-1 1,0 1-1,1 1 1,1 0-1,1 0 1,0 1-1,24-22 1,119-88 1689,-50 44-1919,-101 79-589,-2-1 0,1 1 0,0-1-1,-1 0 1,6-7 0,-8 9 222,0 0 1,0 0 0,-1 0 0,1 0 0,0 0 0,-1-1 0,0 1 0,1 0 0,-1 0 0,0 0-1,0 0 1,0-5 0,0 7 81,0-1 0,0 0 0,0 0 0,-1 0 0,1 0 0,0 0 0,0 0 0,0 0 0,-1 0 0,1 0 0,0 1 0,-1-1 0,1 0 0,-1 0 0,1 0 0,-1 1 0,1-1 0,-1 0 0,0 1 0,1-1 0,-1 0 0,0 1-1,0-1 1,-1 0-493,0 1 0,0-1-1,0 1 1,0 0-1,0 0 1,0 0-1,0 0 1,0 0 0,0 1-1,-3 0 1,-35 5-10763</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07.148"/>
    </inkml:context>
    <inkml:brush xml:id="br0">
      <inkml:brushProperty name="width" value="0.025" units="cm"/>
      <inkml:brushProperty name="height" value="0.025" units="cm"/>
    </inkml:brush>
  </inkml:definitions>
  <inkml:trace contextRef="#ctx0" brushRef="#br0">49 1 13029,'-16'8'7548,"-5"-3"-6112,12-4-16,7-1 89,4 0-108,18 2-185,-1 0 0,0 1 0,23 7 0,31 4 197,43 6-1263,-70-6-3787,-44-13 773,-6-2-1000,-17-7-3414,-12-6-4865</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07.273"/>
    </inkml:context>
    <inkml:brush xml:id="br0">
      <inkml:brushProperty name="width" value="0.025" units="cm"/>
      <inkml:brushProperty name="height" value="0.025" units="cm"/>
    </inkml:brush>
  </inkml:definitions>
  <inkml:trace contextRef="#ctx0" brushRef="#br0">90 1 6849,'-58'6'-540,"47"8"-1325,-9-8 405</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07.475"/>
    </inkml:context>
    <inkml:brush xml:id="br0">
      <inkml:brushProperty name="width" value="0.025" units="cm"/>
      <inkml:brushProperty name="height" value="0.025" units="cm"/>
    </inkml:brush>
  </inkml:definitions>
  <inkml:trace contextRef="#ctx0" brushRef="#br0">2 1 13801,'0'0'133,"0"0"-1,-1 0 0,1 0 0,0 1 1,0-1-1,0 0 0,0 0 0,0 0 1,0 0-1,0 1 0,-1-1 1,1 0-1,0 0 0,0 0 0,0 0 1,0 1-1,0-1 0,0 0 1,0 0-1,0 0 0,0 1 0,0-1 1,0 0-1,0 0 0,0 0 0,0 1 1,0-1-1,0 0 0,0 0 1,0 0-1,0 1 0,1-1 0,-1 0 1,0 0-1,0 0 0,0 0 1,0 0-1,0 1 0,0-1 0,1 0 1,-1 0-1,0 0 0,0 0 0,0 0 1,0 0-1,1 1 0,-1-1 1,0 0-1,0 0 0,0 0 0,0 0 1,1 0-1,-1 0 0,0 0 0,0 0 1,0 0-1,1 0 0,23 10 3251,42 8-2144,-49-14-331,42 12 1388,106 44-1,-161-58-2259,1 0-1,-1 1 1,0-1-1,0 0 1,0 1 0,0 0-1,-1 0 1,1 0-1,3 4 1,-6-5-56,0 0 0,0 0 0,0 0-1,0 0 1,0 1 0,0-1 0,-1 0 0,1 0 0,-1 0 0,1 1 0,-1-1-1,0 0 1,0 1 0,0-1 0,0 0 0,0 0 0,0 1 0,-1-1 0,0 3 0,-4 11-358,-1-1 1,0 1 0,-1-1 0,0-1 0,-1 1 0,-1-1 0,-13 16 0,2-5-834,-1-2 0,0-1-1,-27 22 1,33-33 287,1 0 0,-2 0 0,1-2 1,-18 8-1,21-11-978,-1-2 1,1 1 0,-18 2 0,9-1-6577</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07.823"/>
    </inkml:context>
    <inkml:brush xml:id="br0">
      <inkml:brushProperty name="width" value="0.025" units="cm"/>
      <inkml:brushProperty name="height" value="0.025" units="cm"/>
    </inkml:brush>
  </inkml:definitions>
  <inkml:trace contextRef="#ctx0" brushRef="#br0">121 1 13753,'-22'9'2423,"18"-7"-225,2 1-259,-4 6-1268,0 0 0,0 1 0,1 0 0,1 0 0,-1 0 0,2 1 0,-5 17 0,-11 83 1166,17-100-1619,-11 89 653,-2 185 0,16-266-1256,9 36-1,-3-13-2832,-3 0-9276</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08.676"/>
    </inkml:context>
    <inkml:brush xml:id="br0">
      <inkml:brushProperty name="width" value="0.025" units="cm"/>
      <inkml:brushProperty name="height" value="0.025" units="cm"/>
    </inkml:brush>
  </inkml:definitions>
  <inkml:trace contextRef="#ctx0" brushRef="#br0">441 32 6213,'-20'-32'14023,"-29"44"-14389,11-4-236,29-6 575,-1 0-1,1 0 0,0 0 1,-12-1-1,-15 1 791,33-1-369,0-1 15,-7 4-150,-4 2 283,6-5 2792,3-1-3040,4 0-227,-1-1 0,1 1 1,-1 0-1,0-1 0,1 1 0,-1 0 0,1 0 0,-1 0 1,1 0-1,-1 1 0,0-1 0,1 0 0,-1 1 0,1-1 1,-1 1-1,1-1 0,-1 1 0,1 0 0,0 0 0,-1 0 1,1-1-1,0 1 0,0 1 0,-1-1 0,1 0 0,0 0 1,0 0-1,0 0 0,0 1 0,0-1 0,1 0 0,-1 1 1,0-1-1,0 3 0,-16 28 71,-14 40-1,-13 25-67,33-76 79,1 2 1,-10 32-1,4-10 845,15-43-793,1-2-199,8 0 11,0 0-1,1 0 1,-1-1 0,13-3-1,-18 3-178,-1 0-1,1 0 0,-1 0 0,1 0 0,-1 0 1,1-1-1,-1 0 0,0 1 0,0-1 1,0 0-1,0 0 0,0 0 0,0 0 0,0 0 1,-1 0-1,1-1 0,-1 1 0,2-3 0,-1 0-252,0 1 0,-1 0 0,1 0-1,-1 0 1,0-1 0,1-8-1,-3-2-2822,-3-1-3283,-2 3-4149</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09.355"/>
    </inkml:context>
    <inkml:brush xml:id="br0">
      <inkml:brushProperty name="width" value="0.025" units="cm"/>
      <inkml:brushProperty name="height" value="0.025" units="cm"/>
    </inkml:brush>
  </inkml:definitions>
  <inkml:trace contextRef="#ctx0" brushRef="#br0">0 171 7305,'0'0'8244,"2"-1"-6674,2-2-698,0 1 0,0-1 0,0 1 0,1 0 0,6-2 0,44-7 1964,-28 7-1789,147-22 1651,87-19 1137,-235 41-4335,-12 2-460,1-1 0,16-5 1,-28 8 763,-1-1 1,0 0-1,0 0 0,0 0 1,0 0-1,-1 0 0,1-1 1,3-1-1,-5 2 133,1 1 1,-1-1-1,1 0 1,-1 1-1,0-1 1,1 1-1,-1-1 1,0 0-1,1 1 1,-1-1-1,0 0 1,0 1-1,0-1 1,0 0-1,1 0 0,-1 1 1,0-1-1,0 0 1,-1 1-1,1-1 1,0 0-1,0 0 1,0 1-1,-1-2 1,1 1-239,0 0 0,-1 0 0,1-1 0,0 1 1,-1 0-1,1 0 0,-1 0 0,0 0 0,1 1 1,-1-1-1,0 0 0,0 0 0,1 0 0,-1 0 0,0 1 1,0-1-1,0 0 0,0 1 0,0-1 0,0 1 1,0-1-1,0 1 0,0-1 0,0 1 0,0 0 0,0-1 1,0 1-1,-1 0 0,1 0 0,0 0 0,0 0 0,0 0 1,0 0-1,0 0 0,-1 1 0,0-1 0,-33 3-11648</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09.498"/>
    </inkml:context>
    <inkml:brush xml:id="br0">
      <inkml:brushProperty name="width" value="0.025" units="cm"/>
      <inkml:brushProperty name="height" value="0.025" units="cm"/>
    </inkml:brush>
  </inkml:definitions>
  <inkml:trace contextRef="#ctx0" brushRef="#br0">0 0 7609,'0'0'-2201</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09.782"/>
    </inkml:context>
    <inkml:brush xml:id="br0">
      <inkml:brushProperty name="width" value="0.025" units="cm"/>
      <inkml:brushProperty name="height" value="0.025" units="cm"/>
    </inkml:brush>
  </inkml:definitions>
  <inkml:trace contextRef="#ctx0" brushRef="#br0">1 814 12357,'0'1'250,"0"-1"-1,0 1 0,0-1 1,0 1-1,0 0 0,0-1 1,0 1-1,0 0 1,0-1-1,0 1 0,0-1 1,1 1-1,-1 0 0,0-1 1,0 1-1,1-1 1,-1 1-1,0-1 0,1 1 1,-1-1-1,1 1 0,-1-1 1,0 1-1,1-1 1,-1 0-1,1 1 0,0 0 1,7-6 3465,0-3-164,-8 4-2745,6-23 98,0 0-1,14-37 1,9-31-188,-18 41-749,-1 0 0,-3-1 0,-3 0 0,-2-58 0,-1 50-610,0 34-351,-3-32 0,1 54 580,1 0-1,-2 0 1,1 0-1,-1 0 0,0 0 1,0 0-1,-1 1 1,0-1-1,-6-9 1,6 13-265,1 0 1,-1 0 0,0 0-1,0 0 1,-1 1 0,1 0-1,0 0 1,-1 0 0,1 0-1,-1 0 1,0 1 0,1-1-1,-1 1 1,-8-1 0,-20-3-10061</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12.929"/>
    </inkml:context>
    <inkml:brush xml:id="br0">
      <inkml:brushProperty name="width" value="0.025" units="cm"/>
      <inkml:brushProperty name="height" value="0.025" units="cm"/>
    </inkml:brush>
  </inkml:definitions>
  <inkml:trace contextRef="#ctx0" brushRef="#br0">1168 54 6681,'26'-8'4103,"0"-3"-764,-23 10-2315,-2 1-942,-1 0-1,1 0 0,0 0 1,-1 0-1,1 0 1,0 0-1,-1 0 0,1-1 1,-1 1-1,1 0 0,0 0 1,-1-1-1,1 1 0,-1 0 1,1-1-1,-1 1 0,2-1 1,-1 0 163,0 0 1,0 0-1,0 1 0,0-1 1,0 1-1,0-1 0,0 1 1,1-1-1,-1 1 1,0-1-1,0 1 0,3 0 1,18 0 437,-22 0-654,0 0 0,0 1 0,0-1 0,0 0-1,0 0 1,0 0 0,0 0 0,0 0 0,0 0 0,0 0 0,0 0 0,0 0-1,0 0 1,0 0 0,0 0 0,0 0 0,0 0 0,0 0 0,0 1 0,0-1-1,0 0 1,0 0 0,0 0 0,0 0 0,0 0 0,0 0 0,0 0 0,0 0-1,0 0 1,1 0 0,-1 0 0,-35 5 1434,6-1-1708,-42 3 377,-143-4 1,118-4-52,-7 1 712,1-5 0,-108-18 0,114 8 570,96 15-1352,-1 0 0,0 1 0,0-1 0,0 0 0,0 0 0,1 1 0,-1-1 1,0 0-1,0 1 0,1-1 0,-1 1 0,0-1 0,0 1 0,1-1 0,-1 1 0,1 0 0,-1-1 0,0 2 0,-1 0 18,1-1-22,-1 1-1,1-1 1,-1 1 0,1 0-1,0-1 1,0 1 0,0 0 0,0 0-1,0 0 1,0 0 0,0 0 0,1 0-1,-2 4 1,-1 30 47,2-19 1,-56 535 401,45-460-423,-52 555 54,42 340-92,32-668-59,8 369-173,-22-239-870,-4-323 297,-37 193 0,-24-19-174,41-222 1432,27-76 600,13-3-676,0-1 1,0-1-1,0 0 0,14-6 0,-12 5-214,31-7 111,0 1-1,0 3 1,1 2-1,64 0 1,316 29 85,-318-14-328,352 39 57,-334-36-99,81 6 176,-194-17-111,-1-1 0,0 2 0,-1-1 0,15 6 1,-23-7-128,-21 3-1127,-39 9-1395,54-13 2017,0 0-669,-31-7-112,31 6 626,9-79-4160,0 7-2522,-4 24 1115</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13.433"/>
    </inkml:context>
    <inkml:brush xml:id="br0">
      <inkml:brushProperty name="width" value="0.025" units="cm"/>
      <inkml:brushProperty name="height" value="0.025" units="cm"/>
    </inkml:brush>
  </inkml:definitions>
  <inkml:trace contextRef="#ctx0" brushRef="#br0">37 9 8861,'0'0'13682,"-2"-1"-13004,-30-6 853,29 7 2228,6 1-3339,140 31 911,-101-25-1215,1 2 0,-2 2 1,1 2-1,55 25 0,-56-16-79,0 1 1,55 44-1,-76-51-16,-2 0 1,0 0-1,-1 2 0,-1 0 0,-1 1 0,21 34 1,-32-45-1,0-1 1,-1 0 0,0 1 0,0 0-1,-1 0 1,0 0 0,0 0 0,-1 0 0,0 0-1,0 0 1,-1 0 0,-1 12 0,-1-8-11,0 0 0,-1 0 0,0 0 1,-1 0-1,0-1 0,-1 0 0,-9 17 0,-6 2 61,0-2 0,-2 0-1,-1-1 1,-48 42-1,-271 212-904,330-273-279,-29 23 1794,25-11-4851,15-18 2955,0-1 1,0 1 0,1 0-1,-1 0 1,0 0 0,1 0 0,0 0-1,-1 0 1,1 3 0</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29.338"/>
    </inkml:context>
    <inkml:brush xml:id="br0">
      <inkml:brushProperty name="width" value="0.025" units="cm"/>
      <inkml:brushProperty name="height" value="0.025" units="cm"/>
    </inkml:brush>
  </inkml:definitions>
  <inkml:trace contextRef="#ctx0" brushRef="#br0">2135 88 5993,'35'-9'15112,"-37"9"-14733,-4-1-274,1 0 1,-1 0-1,0 1 0,1 0 1,-1 0-1,1 0 0,-1 1 1,1 0-1,-9 2 0,10-2-76,1 0-1,-1-1 1,1 1-1,-1-1 1,1 0 0,-1 0-1,1 0 1,-5-1-1,-10 1 46,-187 3 897,128-4-616,-132 9 77,161-5-402,-20-3-20,44 0 2,-38 3 0,-38 6 44,-16 2-63,-39 4 101,-27 10-64,-39 7-60,57-6 119,93-15-2,48-9-60,0 2 0,1 0 0,0 1 0,0 1 0,-28 13 1,7-3-23,34-13 28,1 0-1,0 0 0,-13 8 1,15-7-9,1 0-1,0 0 1,1 1 0,-9 10 0,11-13 108,-6 16-132,-7 8-18,11-19 15,0 0 0,0 0 0,1 0 0,0 0 0,0 1-1,-2 9 1,-7 51-211,12-65 210,0 1 0,0-1 0,0 0 0,0 1-1,0-1 1,1 1 0,-1-1 0,1 1 0,0-1 0,0 0-1,0 1 1,3 3 0,-1-2-3,1 1-1,1-1 1,-1 0-1,1-1 1,7 7 0,16 11 28,2-1 1,0-2-1,1-1 1,59 25-1,103 32-102,-152-62 111,1-2-1,73 9 1,233 14-205,83 9-29,36 20 83,-23-10 82,-331-42-71,31 3 105,339 2-162,-228-12-53,4-1-52,52 3-62,-115-4 260,111 2-15,193 7-27,-150 3-33,-237-11 152,37 3-5,79 5 23,-46-2-34,217 8 1,-273-10 44,145 11-107,152 3 69,-402-20 33,603-29-406,-280 4 228,0-13 116,-290 30 34,280-56-27,-284 52 14,70-15 13,347-92-21,-339 69 58,-64 23-30,121-31 1,-93 36-3,96-18 334,-172 36-180,1 0-1,-1-2 0,0 0 1,0 0-1,27-14 1,-42 17-137,0 1 0,0-1 0,0 1 0,-1-1 1,1 1-1,0-1 0,-1 0 0,1 0 1,-1 0-1,0 0 0,0 0 0,2-4 0,2-3 6,-5 8-25,1 0 0,-1 0 0,1 0-1,-1 0 1,0 0 0,1 0 0,-1 0-1,0 0 1,0 0 0,0 0 0,0 0 0,0-1-1,0 1 1,0 0 0,0 0 0,-1-1-1,1-4 7,0-7 13,-1-1 0,0 1 0,0 0 1,-1 0-1,-1 0 0,-1 0 1,1 1-1,-8-14 0,5 10 21,-2 0 0,0 1 0,-1 1 0,0-1-1,-21-23 1,19 27-14,-1 0 0,0 1 0,-1 0 0,0 1 0,-1 0 0,-19-9 0,-93-33 27,56 24-24,-84-24-2,-8-4 151,121 39 30,-1 2 0,0 2 0,-74-11 0,-132-1 651,-220 20-71,418 5-803,-177 9 161,-67 0-43,-450-18 375,1 8-360,305 22-63,428-21-62,-162 13 36,-96 5-25,-139-20 38,196 2-98,76 3 94,-105 3-76,120-3 40,55-1 26,-203 2-6,185-7 111,-101-15 0,40 2 179,30 4-138,50 6-139,-81 3 0,77 3-4,-444 2 746,414 5-129,-100 1-84,100-3-81,73-4-383,15-1-22,-1 0 0,0-1 1,-19-1-1,15-1-19,0 2 1,0 0-1,0 1 1,-24 4-1,-12 12-684,39-13-21,1 0 0,-20 4 0,13-4-1039,1 1 0,-33 13-1,14-2-7946,34-15 8920,-21 10-11109</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33.947"/>
    </inkml:context>
    <inkml:brush xml:id="br0">
      <inkml:brushProperty name="width" value="0.025" units="cm"/>
      <inkml:brushProperty name="height" value="0.025" units="cm"/>
    </inkml:brush>
  </inkml:definitions>
  <inkml:trace contextRef="#ctx0" brushRef="#br0">1 40 16325,'0'0'121,"0"0"0,0 0-1,1 0 1,-1 0-1,0 1 1,0-1 0,1 0-1,-1 0 1,0 0-1,0 0 1,1 0 0,-1 0-1,0 0 1,0 0-1,1 0 1,-1-1 0,0 1-1,0 0 1,1 0-1,-1 0 1,0 0 0,0 0-1,1 0 1,-1 0-1,0-1 1,0 1 0,1 0-1,-1 0 1,0 0-1,0 0 1,0-1 0,0 1-1,1 0 1,-1 0-1,0 0 1,0-1 0,0 1-1,0-1 1,1 1 50,-1-1 1,1 0 0,-1 0 0,1 0-1,0 1 1,-1-1 0,1 0 0,0 1-1,0-1 1,0 0 0,-1 1 0,1-1-1,0 1 1,0-1 0,0 1-1,2-1 1,19-6 1088,1 2 0,0 0 0,0 2 0,1 0-1,-1 2 1,26 1 0,53 7-3869,-98-7-335,-8 3-1649,-19 13-2880,-22 6-4691</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34.092"/>
    </inkml:context>
    <inkml:brush xml:id="br0">
      <inkml:brushProperty name="width" value="0.025" units="cm"/>
      <inkml:brushProperty name="height" value="0.025" units="cm"/>
    </inkml:brush>
  </inkml:definitions>
  <inkml:trace contextRef="#ctx0" brushRef="#br0">1 101 22790,'48'-18'3032,"13"1"-427,-15 3-333,-6 5-424,0-2-1628,-5 2-220,-4 3 0,-13 1 0,10 5 0,1 0-1100,-9-9-1868,0 6-1761,-17 15-2319,-8 11-6890</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34.886"/>
    </inkml:context>
    <inkml:brush xml:id="br0">
      <inkml:brushProperty name="width" value="0.025" units="cm"/>
      <inkml:brushProperty name="height" value="0.025" units="cm"/>
    </inkml:brush>
  </inkml:definitions>
  <inkml:trace contextRef="#ctx0" brushRef="#br0">0 41 11533,'12'3'756,"-5"-2"-1505,-2 1 3211,0-1 2884,1 0 4074,8-12-7765,-10 8-1509,0 1-1,0 0 0,0 0 1,0 0-1,1 1 0,-1-1 0,1 1 1,-1 0-1,1 0 0,8 0 1,53 1 543,-39 1-663,985 7 4,1042 4-30,-1439-11 0,341 9 0,-651 3 0,350 14 0,-373-18 0,-275-9-4,46-2-311,-38-2-133,-15 3 431,0 1 1,0 0-1,0 0 0,0-1 0,0 1 0,0 0 1,0 0-1,0-1 0,0 1 0,0 0 0,0 0 0,0-1 1,0 1-1,0 0 0,0-1 0,0 1 0,0 0 1,0 0-1,0-1 0,0 1 0,0 0 0,0 0 1,0-1-1,-1 1 0,1 0 0,0 0 0,0 0 1,0-1-1,0 1 0,-1 0 0,1 0 0,0 0 1,0-1-1,-1 1 0,1 0 0,0 0 0,0 0 1,-1 0-1,1 0 0,0 0 0,0 0 0,-1-1 1,-12-7-835,0 1 0,-1 0 0,1 1 0,-1 0 1,-1 2-1,1-1 0,-18-2 0,-112-11-6432,111 15 4755,-98-10-9148</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35.344"/>
    </inkml:context>
    <inkml:brush xml:id="br0">
      <inkml:brushProperty name="width" value="0.025" units="cm"/>
      <inkml:brushProperty name="height" value="0.025" units="cm"/>
    </inkml:brush>
  </inkml:definitions>
  <inkml:trace contextRef="#ctx0" brushRef="#br0">84 2 14901,'0'0'168,"-1"-1"-1,1 1 1,0 0-1,-1 0 1,1 0-1,0 0 0,-1 0 1,1 0-1,0 0 1,-1 0-1,1 0 1,0 0-1,-1 0 0,1 0 1,0 0-1,0 0 1,-1 0-1,1 0 1,0 0-1,-1 0 0,1 0 1,0 0-1,-1 0 1,1 1-1,0-1 1,-1 0-1,1 0 0,0 0 1,0 1-1,-1-1 1,1 0-1,0 1 1,-6 12 2370,5 21-85,3 5-1158,-2 0 0,-1 0 0,-3 0 0,-10 53 0,4-30-692,-6 33-295,-3 14-1266,15-35-3763,4-70 2350,2-18-19399</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35.800"/>
    </inkml:context>
    <inkml:brush xml:id="br0">
      <inkml:brushProperty name="width" value="0.025" units="cm"/>
      <inkml:brushProperty name="height" value="0.025" units="cm"/>
    </inkml:brush>
  </inkml:definitions>
  <inkml:trace contextRef="#ctx0" brushRef="#br0">142 35 8549,'1'0'149,"0"0"-1,-1 0 1,1-1 0,-1 1 0,1 0 0,-1 0-1,1 0 1,-1-1 0,1 1 0,-1 0 0,1 0-1,-1-1 1,0 1 0,1 0 0,-1-1 0,1 1-1,-1-1 1,0 1 0,1 0 0,-1-1 0,0 1-1,1-1 1,-1 1 0,0-1 0,0 0 0,-12-3 3842,4 3-4379,7 1 451,0 0 0,0 0 0,0 0 0,0 1-1,0-1 1,0 0 0,0 0 0,0 1 0,0-1-1,0 1 1,0-1 0,0 1 0,0-1 0,0 1-1,0 0 1,0 0 0,1-1 0,-2 2 0,0 0 119,-5 2 120,1 1-1,0 0 1,0 0-1,1 1 1,-1-1 0,1 1-1,0 0 1,1 1-1,-1-1 1,-5 13 0,-5 6 518,10-17-305,0 0 0,0 1 0,-4 10 0,8-16-339,0 0-1,1 1 1,-1-1 0,0 0-1,1 1 1,0-1 0,-1 1 0,2-1-1,-1 1 1,0-1 0,1 0-1,1 7 1,0-4-7,1 0 1,-1-1-1,1 1 0,1-1 0,-1 0 0,1 0 1,0 0-1,0 0 0,0-1 0,0 0 1,1 0-1,0 0 0,0 0 0,0 0 1,10 4-1,10 4 491,0-1 0,35 10 0,-39-14-289,18 6-5,0-1 0,1-3-1,1-1 1,46 3 0,-64-11-433,-22 0 29,1 0 0,-1 0 0,0-1 0,0 1 0,0 0 0,0-1-1,0 1 1,0-1 0,0 1 0,0-1 0,-1 1 0,1-1 0,0 0-1,0 1 1,0-1 0,-1 0 0,1 0 0,1-1 0,-2 1-12,0 1-1,0-1 1,1 0 0,-1 0 0,0 0 0,0 1 0,0-1 0,0 0 0,0 0-1,0 1 1,0-1 0,-1 0 0,1 0 0,0 0 0,0 1 0,-1-1 0,1 0-1,0 1 1,-1-2 0,-2-3-247,-1 0 0,0 0 0,0 1 0,0 0 0,-5-5 0,6 6 157,-22-17-1109,0 1 0,0 1 0,-54-27-1,31 18-79,28 16 776,-50-29-2095,-78-59 0,145 97 2428,1 0 1,0 0-1,0 0 0,0 0 0,0 0 0,1 0 1,-1 0-1,1-1 0,-1 1 0,1-1 0,-1-2 1,1 4-41,1 0 0,0 0 1,-1 0-1,1-1 1,0 1-1,0 0 1,0 0-1,0 0 1,0 0-1,0-1 0,0 1 1,0 0-1,0 0 1,1 0-1,-1 0 1,0 0-1,1 0 1,-1-1-1,1 1 0,-1 0 1,1 0-1,1-1 1,7-10-5026</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36.084"/>
    </inkml:context>
    <inkml:brush xml:id="br0">
      <inkml:brushProperty name="width" value="0.025" units="cm"/>
      <inkml:brushProperty name="height" value="0.025" units="cm"/>
    </inkml:brush>
  </inkml:definitions>
  <inkml:trace contextRef="#ctx0" brushRef="#br0">10 29 15261,'-10'3'2316,"11"-6"-125,19-5 1458,-4 5-1543,-6 1-1049,0 0 0,1 1-1,-1 0 1,16 1 0,2 2-425,38-3-1,-39 0-282,48 4-1,-35 2-1299,-37-4-1075,-20-9-10928,14 6 10872,-29-9-9688</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36.223"/>
    </inkml:context>
    <inkml:brush xml:id="br0">
      <inkml:brushProperty name="width" value="0.025" units="cm"/>
      <inkml:brushProperty name="height" value="0.025" units="cm"/>
    </inkml:brush>
  </inkml:definitions>
  <inkml:trace contextRef="#ctx0" brushRef="#br0">116 0 8629,'-52'9'928,"35"-6"-1076,0 0-1076,-1 2-1136,7 1-481</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36.458"/>
    </inkml:context>
    <inkml:brush xml:id="br0">
      <inkml:brushProperty name="width" value="0.025" units="cm"/>
      <inkml:brushProperty name="height" value="0.025" units="cm"/>
    </inkml:brush>
  </inkml:definitions>
  <inkml:trace contextRef="#ctx0" brushRef="#br0">30 15 14433,'-1'-1'146,"1"0"0,-1 0 0,1 0 0,-1 1 0,1-1-1,-1 0 1,1 0 0,-1 1 0,1-1 0,-1 0 0,0 1 0,0-1-1,1 0 1,-1 1 0,0-1 0,0 1 0,0-1 0,0 1 0,1 0-1,-1-1 1,0 1 0,0 0 0,0 0 0,0-1 0,0 1-1,0 0 1,0 0 0,0 0 0,0 0 0,-1 1 0,2-1-126,-4 0 5531,6 1-4197,29 8 1128,-26-8-2245,0 0 1,0 0 0,-1 1 0,1-1 0,0 1-1,8 5 1,-11-5-207,0 0 0,0 0-1,0 1 1,0-1 0,0 0-1,-1 1 1,1-1 0,-1 1-1,1-1 1,-1 1-1,0 0 1,0-1 0,0 1-1,0 0 1,0 0 0,-1 3-1,2 11-172,-2 0-1,0 0 1,-1-1-1,0 1 1,-2 0-1,0-1 1,-9 29-1,6-26-264,2 0 1,0 1-1,1-1 0,-1 39 0,5-47 223,-1 1 0,0 0-1,-1-1 1,0 1 0,-1 0-1,-5 21 1,6-30 165,1-1-1,0 0 1,0 1-1,0-1 1,0 1 0,0-1-1,0 1 1,1-1-1,-1 1 1,1-1 0,0 3-1,1 1-100,-1-5 15,0 1 0,-1 0-1,1 0 1,0 0 0,1-1-1,-1 1 1,0 0 0,0-1-1,1 1 1,-1-1 0,1 0-1,-1 1 1,1-1 0,3 2-1,-3-2-308,-3 0 97,1 0 1,0 0 0,-1-1 0,0 1 0,1 0 0,-1-1 0,1 1 0,-1 0 0,0-1 0,1 1 0,-1-1 0,0 1 0,0-1 0,0 1-1,-1-1 1,-12 6-5714,-9-2-3634</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37.010"/>
    </inkml:context>
    <inkml:brush xml:id="br0">
      <inkml:brushProperty name="width" value="0.025" units="cm"/>
      <inkml:brushProperty name="height" value="0.025" units="cm"/>
    </inkml:brush>
  </inkml:definitions>
  <inkml:trace contextRef="#ctx0" brushRef="#br0">168 0 7753,'-69'23'1740,"63"-21"-1202,1-1 1,0 1-1,0 1 0,0-1 0,0 1 1,-4 3-1,-3 2 1054,9-6-1351,-1 0-1,1 1 1,0-1 0,0 1 0,0 0 0,0 0 0,0 0-1,1 0 1,-1 0 0,1 1 0,0-1 0,0 1 0,0 0-1,0-1 1,1 1 0,0 0 0,0 0 0,0 0 0,0 0 0,0 0-1,1 0 1,-1 5 0,1 0 128,1-1-1,-1 1 1,2-1 0,-1 1-1,1-1 1,0 0-1,0 1 1,1-1 0,7 12-1,-7-14-140,1 0 0,0-1 0,0 1 0,1-1 0,-1 0 0,1-1 1,1 1-1,-1-1 0,0 0 0,1 0 0,0 0 0,11 5 0,7 0 482,0 0 0,27 6 0,-29-9-210,52 11 1024,145 15 1,-193-29-1480,-1-3-45,-25 0-16,1 0 0,0 0-1,-1 0 1,1-1 0,0 1 0,-1 0-1,1 0 1,-1-1 0,1 1 0,-1 0-1,1-1 1,0 1 0,-1-1 0,1 1-1,-1-1 1,0 1 0,1-1 0,-1 1-1,1-1 1,-1 1 0,0-1 0,1 0 0,-1 1-1,0-1 1,0 0 0,0 1 0,1-1-1,-1 1 1,0-1 0,0 0 0,0 1-1,0-1 1,0 0 0,0 1 0,0-1-1,0 0 1,-1 1 0,1-1 0,0 0-1,0 1 1,0-1 0,-1 0 0,1 1 0,-1-1-1,0-3-235,-1 0-1,0 1 1,0 0-1,0-1 1,-6-5-1,-18-16-2781,-2 1 0,-61-39 0,52 37 228,-11-8-3215,4 0-3587</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37.548"/>
    </inkml:context>
    <inkml:brush xml:id="br0">
      <inkml:brushProperty name="width" value="0.025" units="cm"/>
      <inkml:brushProperty name="height" value="0.025" units="cm"/>
    </inkml:brush>
  </inkml:definitions>
  <inkml:trace contextRef="#ctx0" brushRef="#br0">4 84 8457,'0'-1'344,"-1"1"1,1 0 0,0-1-1,-1 1 1,1 0-1,0-1 1,0 1 0,-1 0-1,1-1 1,0 1-1,0-1 1,0 1 0,0 0-1,-1-1 1,1 1 0,0-1-1,0 1 1,0-1-1,0 1 1,0 0 0,0-1-1,0 1 1,0-1-1,0 1 1,0-1 0,1 1-1,-1 0 1,0-1-1,0 1 1,0-1 0,1 0-1,12-11 2797,26-5-1216,-7 7-479,1 2 0,63-6 0,-57 9-429,-28 3-890,0 1 1,0 1-1,-1 0 0,1 0 0,0 1 0,0 1 0,13 3 0,-23-5-132,0 0 0,-1 1 0,1-1 0,0 0 0,-1 0 1,1 1-1,0-1 0,-1 1 0,1-1 0,-1 0 0,1 1 0,-1-1 0,1 1 0,-1-1 0,1 1 0,-1 0 0,1-1 0,-1 1 0,0-1 0,1 1 0,-1 0 0,0-1 0,0 1 1,1 1-1,-1 0-24,0-1 0,0 1 1,0 0-1,0 0 0,0-1 1,-1 1-1,1 0 0,0-1 1,-1 1-1,0 2 0,-4 5-364,0 1 0,-11 16 0,13-21 151,-42 60-2158,-55 88-3271,87-133 5354,8-13 611,0 1 0,0 0 0,0 0 0,-3 12 1,8-18-130,0-1 1,0 0 0,0 1 0,1-1 0,-1 0-1,1 0 1,-1 1 0,1-1 0,-1 0-1,1 0 1,0 0 0,0 0 0,-1 0 0,1 0-1,0 0 1,0 0 0,0 0 0,0 0-1,0 0 1,0-1 0,2 2 0,4 1 137,0 0 0,0-1 0,0 0 0,0-1 0,0 1 0,0-1 0,12 0 0,21 3 1028,85 10 260,-84-12-1048,-1 2 0,55 13 0,-94-17-543,-1 0 0,1 1 0,0-1 0,0 0 0,0 0 0,0 0 0,0 1 0,-1-1 0,1 1 0,0-1 0,0 0 0,0 1 0,-1-1 0,1 1 0,0 0 0,-1-1 0,1 1 0,-1-1 0,1 1 0,0 0 0,-1 0 0,1-1 0,-1 1 0,0 0 0,1 0 0,-1 0 0,1 1 0,-1-1 0,-1 1 0,1-1 0,0 1 0,-1-1 0,1 0 0,-1 1 0,1-1 0,-1 0 0,0 0 0,0 1 0,1-1 0,-1 0 0,0 0 0,0 0 0,-2 2 0,-4 4 0,-1-1 0,-1 0 0,1 0 0,-13 7 0,-100 41-3962,76-38-378,-1-2-1,-54 8 1,40-14-8460</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37.923"/>
    </inkml:context>
    <inkml:brush xml:id="br0">
      <inkml:brushProperty name="width" value="0.025" units="cm"/>
      <inkml:brushProperty name="height" value="0.025" units="cm"/>
    </inkml:brush>
  </inkml:definitions>
  <inkml:trace contextRef="#ctx0" brushRef="#br0">15 21 9157,'-15'-3'14276,"18"4"-12647,29 7-28,0-2 0,0 0-1,35 0 1,-3 1-299,8-4-1283,-49-2-67,32 3 0,-54-4-242,1-1-1,-1 1 0,0-1 1,0 0-1,0 1 0,1-1 0,-1 0 1,0 0-1,0 0 0,0 0 1,0 0-1,0 0 0,0 0 1,-1 0-1,1 0 0,0 0 1,0-1-1,-1 1 0,1 0 0,-1-1 1,1-1-1,-2 2-476,0-1 1,0 1-1,0 0 0,0-1 1,0 1-1,0 0 0,0-1 1,-1 1-1,1 0 0,-2-1 1,-24-20-14112</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38.269"/>
    </inkml:context>
    <inkml:brush xml:id="br0">
      <inkml:brushProperty name="width" value="0.025" units="cm"/>
      <inkml:brushProperty name="height" value="0.025" units="cm"/>
    </inkml:brush>
  </inkml:definitions>
  <inkml:trace contextRef="#ctx0" brushRef="#br0">176 0 14521,'-31'5'3746,"28"-4"-2176,-3 13 683,2-5-1845,-35 92 1598,-29 122 0,60-186-2269,1-1 0,-1 41-1,7-49-1488,4 45-1,-3-72 1704,5 31-2623,-5-31 2328,1 1 1,-1-1-1,0 0 0,1 0 0,-1 1 0,1-1 0,-1 0 0,1 0 0,0 0 0,-1 0 0,1 0 0,0 0 0,0 0 0,0 0 0,0 0 0,0 0 0,0 0 0,0-1 0,0 1 0,0 0 0,0-1 0,2 2 0,13-7-8255</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38.755"/>
    </inkml:context>
    <inkml:brush xml:id="br0">
      <inkml:brushProperty name="width" value="0.025" units="cm"/>
      <inkml:brushProperty name="height" value="0.025" units="cm"/>
    </inkml:brush>
  </inkml:definitions>
  <inkml:trace contextRef="#ctx0" brushRef="#br0">35 170 7065,'0'0'1430,"-3"-1"-146,-26-4 776,26 5-1160,5-3-602,0 0 1,-1 0 0,1 0-1,0 0 1,0 0 0,1 0-1,-1 1 1,1-1 0,2-2-1,14-10 2209,24-15 0,-33 24-1713,7-4 282,0 0 0,1 2 0,0 0 0,0 2 0,24-7 0,94-13 3626,-134 26-4698,-1 0 0,0 1 0,0-1 0,1 1 0,-1-1 0,0 1 0,0 0 0,0-1 0,0 1 0,0 0 0,0 0 0,0 0 0,0 0 0,0 0 0,0 0 0,-1 0 0,1 0 0,1 2 0,-3 2-26,1 0 1,-1-1-1,0 1 1,-1 0-1,1-1 0,-1 0 1,0 1-1,0-1 0,0 0 1,-1 0-1,-5 7 1,-65 84-1144,50-67 603,1 0 0,1 2 0,-18 34 0,5 2 17,33-63 567,-1-1-1,1 0 1,0 1-1,0 0 1,0-1 0,0 1-1,0 0 1,0-1-1,1 1 1,0 0-1,-1 0 1,1-1 0,0 1-1,0 0 1,1 0-1,-1-1 1,0 1 0,1 0-1,0 0 1,-1-1-1,1 1 1,0-1 0,1 1-1,-1-1 1,0 1-1,1-1 1,-1 1 0,1-1-1,3 3 1,-1-1 41,0 1 0,1-1 1,0 0-1,0-1 0,0 0 1,0 1-1,0-1 0,1-1 1,-1 1-1,1-1 0,0 0 0,8 1 1,26 3 361,71 0 1,-57-4-261,21 1-1338,94-10 1,-167 6 990,-1 1 1,1 0-1,-1-1 1,1 1-1,-1 0 1,0-1-1,1 0 1,-1 1-1,0-1 1,1 0-1,-1 0 1,0 0-1,0 1 1,1-1-1,-1-1 1,0 1-1,0 0 0,0 0 1,-1 0-1,1 0 1,0-1-1,1-1 1,-1 1-439,-1 1 0,1-1 1,-1 1-1,0-1 0,1 1 0,-1-1 1,0 1-1,0-1 0,0 1 0,0-1 1,0 1-1,-1-3 0,1 2-727,-1 0-1,0 1 0,0-1 1,0 1-1,0-1 1,0 1-1,-1-1 0,1 1 1,-3-3-1</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39.226"/>
    </inkml:context>
    <inkml:brush xml:id="br0">
      <inkml:brushProperty name="width" value="0.025" units="cm"/>
      <inkml:brushProperty name="height" value="0.025" units="cm"/>
    </inkml:brush>
  </inkml:definitions>
  <inkml:trace contextRef="#ctx0" brushRef="#br0">17 48 6157,'2'-16'6372,"-11"18"3924,-1 3-8583,81-18 912,0 3 0,94-1 0,-119 9-2271,-40 1-354,5 0 0,0 1 0,0 0 0,0 0 0,0 1 0,0 0 0,12 3 0,-22-3 0,0 0 0,0-1 0,1 1 0,-1 0 0,0-1 0,0 1 0,0 0 0,0 0 0,0 0 0,0 0 0,0 0 0,0 0 0,0 0 0,0 0 0,0 1 0,-1-1 0,1 0 0,0 1 0,-1-1 0,1 0 0,-1 1 0,0-1 0,1 0 0,-1 1 0,0-1 0,0 1 0,0-1 0,0 0 0,0 1 0,0-1 0,0 1 0,-1-1 0,1 0 0,-1 2 0,-1 8 0,-1-1 0,0 0 0,-6 14 0,-16 29 0,-51 82 0,48-92-629,6-9-1094,-21 42 0,24-38-2427,17-36 817</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39.714"/>
    </inkml:context>
    <inkml:brush xml:id="br0">
      <inkml:brushProperty name="width" value="0.025" units="cm"/>
      <inkml:brushProperty name="height" value="0.025" units="cm"/>
    </inkml:brush>
  </inkml:definitions>
  <inkml:trace contextRef="#ctx0" brushRef="#br0">1 61 8193,'19'-4'7930,"0"-9"-3980,-17 11-3640,1 0-1,-1 0 0,0 0 0,1 0 1,-1 0-1,1 1 0,0-1 0,-1 1 1,1 0-1,0 0 0,0 0 0,0 0 1,3 0-1,98-21 5077,-102 22-4995,1 0-94,28 2 29,-31-2-326,0 0-1,0 0 0,0 0 1,0 0-1,1 0 0,-1 0 1,0 0-1,0 0 0,0 0 1,0 0-1,0 0 0,0 0 1,0 0-1,0 0 0,0 0 1,1 0-1,-1 0 1,0 0-1,0 0 0,0 0 1,0 0-1,0 0 0,0 0 1,0 0-1,0 0 0,0 0 1,0 0-1,0 0 0,1 1 1,-1-1-1,0 0 0,0 0 1,0 0-1,0 0 0,0 0 1,0 0-1,0 0 0,0 0 1,0 0-1,0 0 0,0 1 1,0-1-1,0 0 0,0 0 1,0 0-1,0 0 0,0 0 1,0 0-1,0 0 0,0 0 1,0 0-1,0 1 0,0-1 1,0 0-1,0 0 0,0 0 1,0 0-1,0 0 0,0 0 1,0 0-1,0 0 0,0 0 1,-1 0-1,1 0 0,0 1 1,0-1-1,0 0 0,0 0 0,-25 63-1119,17-38 66,-2 0 1,-1 0 0,-1-1-1,-25 38 1,36-60 992,-1 0 0,0 0 0,1 1 0,0-1 1,-1 1-1,1-1 0,0 1 0,0 0 0,0 4 0,-5 10 1376,17 0 594,-10-15-1810,0 0-1,1-1 1,-1 0-1,0 1 1,1-1-1,-1 0 1,1 1 0,-1-1-1,1 0 1,0 0-1,-1 0 1,1 0-1,0-1 1,0 1-1,2 0 1,34 5 1169,-3-1-286,147 37 973,-181-42-1955,0 0 0,-1 0 0,1 1 0,0-1 0,-1 0 0,1 0 0,-1 0 0,1 1 0,-1-1 0,1 0 0,-1 0 0,1 1 0,-1-1 0,1 1 0,-1-1 0,1 0 0,-1 1 0,1-1 0,-1 1 0,0-1 0,1 1 0,-1 1 2,-1-1 0,1 1 0,-1-1 0,0 1 0,1-1 0,-1 1 0,0-1 0,0 0 0,0 1 0,0-1 1,0 0-1,0 0 0,0 0 0,-2 1 0,-19 17-500,14-14-162,-1-1-1,1 1 1,-1-1 0,0-1-1,0 0 1,-13 3-1,-58 8-7936,63-12 5449,-32 3-9800</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40.173"/>
    </inkml:context>
    <inkml:brush xml:id="br0">
      <inkml:brushProperty name="width" value="0.025" units="cm"/>
      <inkml:brushProperty name="height" value="0.025" units="cm"/>
    </inkml:brush>
  </inkml:definitions>
  <inkml:trace contextRef="#ctx0" brushRef="#br0">440 1 8625,'0'0'2996,"-2"1"-1872,-1 1-872,0 0-1,-1 0 0,1 0 1,0-1-1,-1 1 0,0-1 1,1 0-1,-1 0 0,1 0 1,-1-1-1,-4 1 0,-1-1 53,1 0 0,-1 0 0,0 1-1,1 0 1,-1 1 0,1 0-1,0 0 1,-1 1 0,1 0-1,0 1 1,0-1 0,1 1-1,-9 6 1,-19 13 812,29-20-870,-1 1-1,1-1 1,0 2-1,0-1 1,0 1 0,-7 7-1,3-1 183,1 1 0,0 0 1,1 0-1,0 0 0,1 1 0,0 0 0,-8 25 1,12-31-296,2 1 1,-1-1 0,1 1 0,0-1 0,0 1-1,1 0 1,0 0 0,1-1 0,0 1 0,0-1-1,0 1 1,1-1 0,0 1 0,1-1 0,0 0-1,0 0 1,4 8 0,0-5 31,-1 0 0,2-1 0,-1 1-1,1-1 1,1-1 0,-1 0 0,1 0 0,17 10 0,8 4 471,45 19 1,-62-33-500,27 13 185,-23-12-221,34 20 1,-52-27-519,-19-15-1414,-8 0 404,0 0 0,-28-10 0,-5-2-836,9 2 161,-88-45-3351,53 16-1418,58 32 972</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40.676"/>
    </inkml:context>
    <inkml:brush xml:id="br0">
      <inkml:brushProperty name="width" value="0.025" units="cm"/>
      <inkml:brushProperty name="height" value="0.025" units="cm"/>
    </inkml:brush>
  </inkml:definitions>
  <inkml:trace contextRef="#ctx0" brushRef="#br0">334 81 11909,'0'0'5445,"-1"-3"-4245,0 1-1050,0-1 0,0 1-1,0 0 1,0 0 0,0 0-1,0 0 1,0 0 0,-1 0-1,1 1 1,-1-1 0,1 0-1,-4-2 1,1 2-103,0 0 1,0 0-1,0 0 1,0 0 0,0 0-1,-9-1 1,-150-24-76,104 20 630,22 6 638,36 2-1130,0-1 0,-1 1 0,1-1 0,0 1 0,0 0 0,0 0 0,1-1 0,-1 1 1,0 0-1,0 0 0,0 0 0,0 0 0,1 0 0,-1 0 0,1 0 0,-1 0 0,1 0 0,-1 0 0,1 0 0,-1 1 0,1-1 0,-1 2 0,3 2 57,0 0 0,1 0 0,-1 0 0,1 0 1,0-1-1,0 1 0,0-1 0,0 0 0,1 0 0,7 7 1,-9-9-77,121 115 2778,-63-54-2196,-12-16 33,-3 3-1,39 57 1,-79-101-706,-1 1 0,0 0 0,-1 0 0,0 0 0,0 0 0,0 0 0,-1 1 0,0-1 0,0 1 0,1 13 0,-3-16 0,0 0 0,-1 0 0,1 0 0,-1 0 0,0 0 0,0 0 0,-1 0 0,0 0 0,0 0 0,0-1 0,0 1 0,0-1 0,-1 1 0,0-1 0,0 0 0,0 0 0,-6 5 0,-1-1-347,1-1 0,-1 0 0,-1 0 0,0-1 0,1 0 0,-2-1 0,1-1 0,0 1 0,-1-2 0,-20 4 0,28-6 230,1 0 1,0-1 0,-1 0-1,1 1 1,-1-1-1,1-1 1,-1 1-1,1 0 1,-1-1-1,1 0 1,0 0-1,-1 0 1,1 0-1,0 0 1,0-1-1,0 1 1,0-1-1,0 0 1,0 0-1,0 0 1,1 0-1,-1-1 1,1 1-1,-1-1 1,1 1-1,0-1 1,-2-4-1,0 0 37,0 0 0,1 0-1,0 0 1,0-1 0,1 1 0,0-1 0,0 1-1,1-1 1,0 0 0,0-13 0,2 6 80,0 0 1,1 0 0,1 0-1,0 1 1,2-1 0,-1 1 0,2 0-1,-1 0 1,11-17 0,-4 10 63,1 1 1,1 0-1,1 1 1,0 1-1,22-20 1,-5 10-66,2 2 0,1 1 0,0 1 0,2 2 0,55-23 0,-87 42-396,1 1 0,-1-1 0,0 0 0,0 0 1,0-1-1,6-5 0,-9 8-2859,-7-1-2933,-19-5-3798</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41.432"/>
    </inkml:context>
    <inkml:brush xml:id="br0">
      <inkml:brushProperty name="width" value="0.025" units="cm"/>
      <inkml:brushProperty name="height" value="0.025" units="cm"/>
    </inkml:brush>
  </inkml:definitions>
  <inkml:trace contextRef="#ctx0" brushRef="#br0">0 104 16690,'6'-4'610,"0"0"0,1 0 0,-1 1 0,1 0 1,0 0-1,0 0 0,0 1 0,0 0 1,12-2-1,9 1 1850,35 0 1,-24 2-932,153-2 1073,-55 3-1679,-91-1-923,73-4 0,-112 4 3,0 1 1,0 0-1,1 0 0,10 2 0,11-1-86,-27-1-80,-1-1 1,0 1-1,0-1 1,0 0-1,1 0 1,-1 1-1,0-1 1,0 0-1,0 0 0,0 0 1,0 0-1,-1 0 1,1 0-1,0-1 1,0 0-1,1-1-1222,-2 3 1300,0 0 0,0 0 0,0 0 0,0 0 1,1 0-1,-1 0 0,0-1 0,0 1 0,0 0 0,0 0 0,0 0 0,0 0 1,0 0-1,0 0 0,0 0 0,0-1 0,0 1 0,0 0 0,0 0 0,0 0 1,0 0-1,0 0 0,0 0 0,0 0 0,0-1 0,0 1 0,0 0 0,0 0 0,0 0 1,0 0-1,-1 0 0,1 0 0,0 0 0,0 0 0,0 0 0,0-1 0,0 1 1,0 0-1,0 0 0,0 0 0,0 0 0,0 0 0,-1 0 0,1 0 0,0 0 1,0 0-1,0 0 0,0 0 0,0 0 0,0 0 0,0 0 0,0 0 0,-1 0 1,1 0-1,0 0 0,0 0 0,0 0 0,0 0 0,-22-14-7783,-16-7-4986</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41.744"/>
    </inkml:context>
    <inkml:brush xml:id="br0">
      <inkml:brushProperty name="width" value="0.025" units="cm"/>
      <inkml:brushProperty name="height" value="0.025" units="cm"/>
    </inkml:brush>
  </inkml:definitions>
  <inkml:trace contextRef="#ctx0" brushRef="#br0">171 0 16386,'19'12'2798,"-15"-10"1903,-5 1-2836,-40 114 2924,-11 66-2834,17-54-1910,-4 24-2503,18-55-2399,17-61-5646,4-18-1234</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42.185"/>
    </inkml:context>
    <inkml:brush xml:id="br0">
      <inkml:brushProperty name="width" value="0.025" units="cm"/>
      <inkml:brushProperty name="height" value="0.025" units="cm"/>
    </inkml:brush>
  </inkml:definitions>
  <inkml:trace contextRef="#ctx0" brushRef="#br0">21 104 12713,'-13'-13'1271,"6"6"5559,28 4-5143,2-3 368,30-12 0,-33 11-1152,1 1-1,22-5 1,20-3 735,-42 8-733,45-6 0,-66 12-905,1 0 0,0 0 0,0 0 0,0 0 0,0 0 0,-1 0 0,1 0 0,0 0 0,0 0 0,0 0 0,-1 0 0,1 1 0,0-1 0,0 0 0,-1 1 0,1-1 0,1 1 0,-2 0 0,1 0 0,-1 0 0,1 0 0,-1 0 0,1 0 0,-1 0 0,0 0 0,0 0 0,1 0 0,-1 0 0,0 1 0,0-1 0,0 0 0,0 0 0,0 0 0,0 0 0,-1 0 0,1 0 0,0 0 0,0 1 0,-1 0 0,-11 23 0,2-10-5,-2 0 1,-15 15-1,-13 16-196,-36 66-1497,66-95 1432,1 1 1,0 0 0,2 0-1,-10 34 1,16-49 284,0-1-1,1 1 1,-1 0 0,1 0 0,-1 0 0,1 0-1,0-1 1,0 1 0,1 0 0,-1 0 0,0 0-1,1 0 1,0-1 0,0 1 0,0 0 0,0-1-1,0 1 1,0 0 0,0-1 0,1 0 0,0 1 0,-1-1-1,1 0 1,0 0 0,0 0 0,0 0 0,0 0-1,1 0 1,-1 0 0,0-1 0,1 1 0,-1-1-1,1 0 1,-1 0 0,1 0 0,3 1 0,7 1 115,0 0 1,1 0 0,-1-1-1,1-1 1,-1-1 0,17 0 0,54-4-167,144-23 1,-221 26-260,0-1 0,1 0 0,-1 0 0,0 0 0,0-1 0,0 0 0,11-6 0,-16 7-10,0 1 1,0-1-1,-1 1 0,1-1 1,-1 0-1,1 1 0,-1-1 1,0 0-1,0 0 1,0 0-1,0 0 0,1-4 1,-1 2-646,0 1 1,-1-1-1,1 0 1,-1 1-1,0-1 1,0 0-1,0 1 1,-1-1-1,1 1 0,-2-5 1,-8-21-10537</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42.531"/>
    </inkml:context>
    <inkml:brush xml:id="br0">
      <inkml:brushProperty name="width" value="0.025" units="cm"/>
      <inkml:brushProperty name="height" value="0.025" units="cm"/>
    </inkml:brush>
  </inkml:definitions>
  <inkml:trace contextRef="#ctx0" brushRef="#br0">0 61 16718,'6'2'637,"0"1"1,0-2 0,0 1 0,1-1-1,-1 0 1,0 0 0,1-1 0,-1 0 0,0 0-1,1 0 1,-1-1 0,11-2 0,9-1 1269,157-8 3944,-177 12-5824,26-3-207,-3-4-2554,-29 6 2364,1 0 0,-1 0 1,0 0-1,0 0 0,0 0 0,0 0 0,0 0 0,-1 0 0,1 0 1,0 0-1,0 0 0,-1 0 0,1 0 0,0 0 0,-1 1 1,0-3-1,-9-11-7388,-8 5-5093</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42.891"/>
    </inkml:context>
    <inkml:brush xml:id="br0">
      <inkml:brushProperty name="width" value="0.025" units="cm"/>
      <inkml:brushProperty name="height" value="0.025" units="cm"/>
    </inkml:brush>
  </inkml:definitions>
  <inkml:trace contextRef="#ctx0" brushRef="#br0">96 1 4876,'-11'4'947,"-26"11"-2961,10-11 8607,26-1-4400,-3 31 1770,3-31 1100,-1-2-3567,1 0-1344,0 0-1,0-1 1,0 1 0,1 0-1,-1-1 1,0 1-1,0 0 1,1 0-1,-1 0 1,0 0-1,1 0 1,-1 0-1,1 0 1,-1 0-1,1 0 1,-1 0-1,1 0 1,0 0-1,0 0 1,-1 0-1,1 0 1,0 0-1,0 0 1,0 3-1,1-1 50,0 0 1,1 1-1,-1-1 0,1 0 0,-1 0 0,1 0 0,3 4 1,7 10 185,1-2 0,0 0 0,1 0 0,1-1 1,0-1-1,1 0 0,20 11 0,4 5-69,-13-13-113,-24-14-189,0-1-1,1 1 1,-1 0-1,0-1 1,0 1-1,-1 1 1,1-1-1,0 0 1,2 4-1,22 21-10,-26-26-9,-1 0 0,1 0 0,-1 0 0,0 0 1,1 0-1,-1 0 0,0 0 0,0 0 0,0 0 0,0 0 0,0 0 1,0 0-1,0 0 0,0 0 0,0-1 0,0 1 0,-1 2 0,1 0-20,0-1-8,-1 1 0,1-1 0,0 1 0,-1-1 0,0 0 0,1 1 1,-1-1-1,0 1 0,0-1 0,0 0 0,-1 0 0,1 0 0,0 1 0,-3 1 0,-29 26-857,9-10-788,21-17 1402,0 0 0,-1-1 0,1 1 1,-1-1-1,1 0 0,-1 0 0,0 0 0,0-1 0,0 1 0,0-1 0,0 0 0,0 0 1,0-1-1,0 1 0,0-1 0,0 0 0,0 0 0,-1 0 0,-5-1 0,3 0-681,0-1 0,0 0-1,1 0 1,0 0 0,-1 0-1,1-1 1,0-1-1,0 1 1,0-1 0,1 1-1,-8-7 1,2-1-8242</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43.434"/>
    </inkml:context>
    <inkml:brush xml:id="br0">
      <inkml:brushProperty name="width" value="0.025" units="cm"/>
      <inkml:brushProperty name="height" value="0.025" units="cm"/>
    </inkml:brush>
  </inkml:definitions>
  <inkml:trace contextRef="#ctx0" brushRef="#br0">301 4 8813,'-8'3'288,"-30"5"1731,36-8-1823,0 0 0,0 0 1,0 0-1,0 0 0,0-1 0,0 1 1,0 0-1,0-1 0,1 1 0,-1-1 0,0 0 1,0 0-1,0 1 0,1-1 0,-1 0 1,1-1-1,-4-1 0,5 3-108,-1-1 0,0 1 0,0-1 0,0 1-1,0 0 1,0 0 0,0-1 0,0 1 0,0 0 0,0 0 0,0 0 0,0 0-1,0 0 1,0 0 0,0 1 0,0-1 0,-1 1 0,-1-1 138,-6 1 188,-1 1 0,0 1 0,1-1 0,0 1 0,0 1 0,0 0-1,0 0 1,-11 7 0,-32 15 1606,47-24-1705,1 1-1,0 0 1,0 0 0,0 0-1,0 0 1,0 1-1,1-1 1,0 1-1,-1 0 1,1 0-1,1 0 1,-5 8-1,7-6 211,3-1-391,-2-1-67,1-1 0,-1 0-1,1 0 1,0 0-1,0 0 1,0 0-1,0 0 1,1 0-1,-1 0 1,1-1-1,-1 0 1,1 1-1,0-1 1,0 0-1,5 2 1,7 2 72,0-1 0,1-1 0,-1 0 0,1-2 0,0 1 0,29-1 0,-31-2-124,-9 1-46,0-1 0,-1 0 0,1 0 0,0 0-1,-1-1 1,1 0 0,-1 0 0,1 0 0,-1 0-1,1-1 1,5-2 0,-4 0-139,0 1 0,0-1-1,-1-1 1,1 1 0,-1-1 0,0 0 0,0 0-1,0 0 1,-1 0 0,0-1 0,0 0 0,0 0 0,-1 0-1,0 0 1,3-10 0,14-35-505,-19 48 776,-4-15 746,1 4 610,4 32-307,-6 73 996,0 9-483,9-5-1536,7 402-85,-12-469-42,-1-1 0,-1 1 0,-2-1 0,-8 31 0,8-43-357,3-13-432,-2-6-452,-27-38-5482,11 4-1473,-3-16-4281</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45.709"/>
    </inkml:context>
    <inkml:brush xml:id="br0">
      <inkml:brushProperty name="width" value="0.025" units="cm"/>
      <inkml:brushProperty name="height" value="0.025" units="cm"/>
    </inkml:brush>
  </inkml:definitions>
  <inkml:trace contextRef="#ctx0" brushRef="#br0">0 144 5649,'1'0'71,"0"1"1,0-1 0,0 0 0,0 0 0,0 0 0,0 1 0,0-1 0,0 0 0,0 0 0,0 0-1,0 0 1,0-1 0,0 1 0,0 0 0,0 0 0,0-1 0,0 1 0,0 0 0,0-1 0,0 1-1,2-2 1,-4 0 104,0 1-1,1-1 1,-1 0-1,0 1 1,0-1-1,0 0 1,0 1-1,0-1 1,0 1 0,0 0-1,-4-5 6837,20 11-5270,10 1-1107,1-1 0,0-2 0,0 0 0,0-2 0,28-2 0,133-19 496,-80 6-342,248-6 610,-178 12-1011,217-3 100,-325 10 270,85 10 1,51-1 1151,-146-12-1440,46 0 386,-104 4-989,1-1-1,-1 1 1,1-1-1,0 1 0,-1-1 1,1 1-1,-1-1 0,0 0 1,1 0-1,-1 0 0,0 0 1,1 0-1,-1 0 0,2-2 1,-7 0-326,-1-1 0,1 1 0,-1 0 0,0 0 0,1 1 0,-1-1 0,-1 1 0,-4-2 0,-73-18-10069,47 9-498</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53.706"/>
    </inkml:context>
    <inkml:brush xml:id="br0">
      <inkml:brushProperty name="width" value="0.025" units="cm"/>
      <inkml:brushProperty name="height" value="0.025" units="cm"/>
    </inkml:brush>
  </inkml:definitions>
  <inkml:trace contextRef="#ctx0" brushRef="#br0">80 81 5100,'-8'2'649,"1"0"-1,0 0 0,0 1 1,1 0-1,-12 6 0,16-7 1443,-10 18 12776,21-29-14452,1 0 0,0 0 0,0 1 0,1 0 1,0 1-1,0 0 0,1 1 0,20-8 0,4 0 1127,67-15-1,-86 26-1541,-17 3 0,1 0 0,0-1 0,-1 1 0,1 0 0,-1 0 0,1 0 0,0 0 0,-1 0 0,1 1 0,0-1 0,-1 0 0,1 0 0,0 0 0,-1 0 0,1 1 0,-1-1 0,1 0 0,-1 1 0,1-1 0,-1 0 0,1 1 0,-1-1 0,1 1 0,0 0 0,0 1-9,-1 0 1,1 0-1,-1 1 1,0-1-1,0 0 1,0 1-1,0-1 1,0 0-1,0 1 0,-1-1 1,1 0-1,-1 0 1,0 0-1,0 3 1,-15 33-615,-36 53-1856,16-31 1025,-82 131-1745,106-174 3160,-22 25 0,4-7 1601,31-30-519,0-3-921,0 0 1,0-1 0,0 1 0,0 0-1,0 0 1,1-1 0,-1 1 0,1-1 0,-1 1-1,1-1 1,-1 0 0,1 1 0,0-1 0,0 0-1,-1 0 1,1 0 0,0 0 0,0-1 0,0 1-1,0 0 1,0-1 0,0 0 0,0 1-1,0-1 1,0 0 0,1 0 0,-1 0 0,0 0-1,2-1 1,251-26 1290,-121 9-1153,-40 3-260,-77 12-111,-16-1-230,-13-1-1085,11 5 1100,-34-9-3434,-5 5-4570,-5 3-7159</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54.222"/>
    </inkml:context>
    <inkml:brush xml:id="br0">
      <inkml:brushProperty name="width" value="0.025" units="cm"/>
      <inkml:brushProperty name="height" value="0.025" units="cm"/>
    </inkml:brush>
  </inkml:definitions>
  <inkml:trace contextRef="#ctx0" brushRef="#br0">0 201 12569,'42'-19'9384,"-1"2"-4643,89-22-375,165-23-2659,-66 13-1707,-163 36 0,-64 13 0,-2 0 0,1-1 0,0 1 0,0 0 0,-1 0 0,1 0 0,0-1 0,-1 1 0,1 0 0,0 0 0,-1 0 0,1 0 0,0 0 0,0 1 0,-1-1 0,1 0 0,0 0 0,-1 0 0,1 0 0,1 1 0,-2 1 0,0 1 0,-1-1 0,1 0 0,0 0 0,-1 0 0,1 0 0,-1 0 0,0 0 0,1 0 0,-1 0 0,0 0 0,0 0 0,0-1 0,-2 3 0,-20 30 0,-46 52 0,16-22 0,-152 196-951,197-249 486,-1 0 0,1 0 0,1 0 1,0 1-1,1 0 0,0 1 1,-4 13-1,9-25 307,1 0 0,1 0 0,-1 0 0,0 0 0,0 0 1,0 0-1,0 0 0,1 0 0,-1 0 0,0 0 0,1 0 0,-1 0 0,1 0 0,-1-1 0,1 1 1,0 0-1,-1 0 0,1 0 0,0 0 0,-1-1 0,1 1 0,0 0 0,0-1 0,0 1 1,0-1-1,0 1 0,1 0 0,3-4-320,0 0 1,-1-1-1,0 0 1,0 0-1,0 0 1,0 0 0,-1 0-1,4-6 1,7-7-1253,24-22-4003,6 3-3200</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54.746"/>
    </inkml:context>
    <inkml:brush xml:id="br0">
      <inkml:brushProperty name="width" value="0.025" units="cm"/>
      <inkml:brushProperty name="height" value="0.025" units="cm"/>
    </inkml:brush>
  </inkml:definitions>
  <inkml:trace contextRef="#ctx0" brushRef="#br0">1 115 8453,'0'-3'2350,"8"-2"-94,20-6 1485,-10 4-1957,85-36 5614,-42 19-4940,-50 21-1956,-1 0 0,1 0 1,0 1-1,21-2 0,-6 1 147,11 0-695,-37 3 40,-1 0 1,1 0 0,0 0 0,0 0 0,0 0-1,0 0 1,0 0 0,0 0 0,0 1 0,0-1 0,0 0-1,0 0 1,0 0 0,0 0 0,0 0 0,0 0 0,0 0-1,0 0 1,0 1 0,0-1 0,0 0 0,0 0-1,0 0 1,0 0 0,0 0 0,0 0 0,0 0 0,0 0-1,0 1 1,0-1 0,0 0 0,0 0 0,0 0 0,0 0-1,0 0 1,0 0 0,0 0 0,0 0 0,0 0-1,0 1 1,0-1 0,0 0 0,0 0 0,1 0 0,-1 0-1,0 0 1,0 0 0,0 0 0,0 0 0,0 0-1,0 0 1,0 0 0,0 0 0,0 0 0,1 0 0,-1 0-1,0 0 1,0 0 0,0 0 0,0 0 0,0 0 0,0 0-1,1 0 1,-7 21-688,-1-1 0,-1 1-1,-1-1 1,0-1 0,-15 22-1,-8 4-748,-65 104-2113,94-143 3670,0 1-1,1-1 1,0 1 0,-2 7 0,2-4 369,2-9-314,0 1 1,0-1-1,0 1 1,0-1-1,1 1 0,-1-1 1,0 1-1,1-1 1,-1 1-1,1-1 1,-1 0-1,1 1 1,0-1-1,0 0 0,-1 1 1,1-1-1,0 0 1,0 0-1,0 0 1,0 0-1,2 2 0,3-1 155,-1 0-1,1 0 0,-1 0 1,1-1-1,-1 0 0,1 0 1,7 1-1,47 0 1651,-36-2-1451,172 7 277,-194-7-801,0 0 0,0 0 0,0 0 0,1 0 0,-1 0 0,0 1 0,0-1 0,0 1 0,0 0 0,0 0 0,0 0 0,0 0 0,0 0 0,0 0 0,0 0 0,0 0 0,1 3 0,-2-3 0,0 1 0,0 0 0,-1 0 0,1-1 0,-1 1 0,1 0 0,-1 0 0,0 0 0,0 0 0,1 0 0,-2 0 0,1-1 0,0 1 0,0 0 0,0 0 0,-1 0 0,1 0 0,-1-1 0,0 1 0,-1 2 0,-2 6-121,-1 0 1,0-1-1,0 1 0,-1-1 1,0-1-1,-14 15 1,-50 44-1987,59-57 974,-2-1 0,1-1 0,-1 0-1,-18 8 1,-29 8-7516,11-9-3868</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55.236"/>
    </inkml:context>
    <inkml:brush xml:id="br0">
      <inkml:brushProperty name="width" value="0.025" units="cm"/>
      <inkml:brushProperty name="height" value="0.025" units="cm"/>
    </inkml:brush>
  </inkml:definitions>
  <inkml:trace contextRef="#ctx0" brushRef="#br0">332 1 5901,'0'0'16803,"-3"0"-16368,-9 1-180,0 0 0,1 1-1,-1 1 1,1 0 0,0 0-1,0 1 1,0 1 0,0 0 0,1 0-1,-1 1 1,2 0 0,-14 11-1,3-2 127,2 2 0,0 0 0,1 0 0,1 2 0,-16 23 0,24-31-215,2 0-1,0 0 1,0 1 0,1 0 0,0 1-1,1-1 1,1 1 0,0-1 0,0 1-1,1 0 1,1 0 0,0 19-1,2-22-66,-1-1 0,1 0 0,1 0 0,0 0-1,0 0 1,1 0 0,0-1 0,0 1-1,1-1 1,0 0 0,1 0 0,-1 0-1,2 0 1,-1-1 0,1 0 0,0 0-1,1-1 1,13 12 0,-3-7-99,0 0 0,1-1 0,1-1 0,0-1 0,0 0 0,0-2 0,1 0 0,20 3 0,19 1 0,85 2 0,-136-12-58,0 0 1,0 0-1,1 0 1,13-4-1,-21 4 36,1 0 0,-1 0 0,0-1 0,0 1 0,0 0 1,0 0-1,0-1 0,0 1 0,0-1 0,0 1 0,0-1 0,0 1 0,0-1 0,-1 0 0,1 0 0,0 1 1,0-1-1,0 0 0,-1 0 0,1 0 0,0 0 0,-1 0 0,1 1 0,-1-1 0,1 0 0,-1-1 0,0 1 1,1 0-1,-1 0 0,0 0 0,0 0 0,0 0 0,1 0 0,-1 0 0,0 0 0,-1 0 0,1 0 0,0-1 1,0 1-1,0 0 0,-1-1 0,-1-1-171,0-1 0,-1 1 0,1 0 0,-1 0 0,0 0 0,1 0 1,-1 1-1,-1-1 0,1 1 0,0-1 0,-1 1 0,1 0 0,-7-2 0,7 2 76,-25-11-1583,0 0-1,-54-15 1,-65-7-3330,89 21 2685,-1 3-2782,11 4-3027</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2:55.804"/>
    </inkml:context>
    <inkml:brush xml:id="br0">
      <inkml:brushProperty name="width" value="0.025" units="cm"/>
      <inkml:brushProperty name="height" value="0.025" units="cm"/>
    </inkml:brush>
  </inkml:definitions>
  <inkml:trace contextRef="#ctx0" brushRef="#br0">305 38 5208,'0'0'11095,"-1"-1"-10148,-2-2-748,1 1 1,0-1 0,-1 1-1,1 0 1,-1 0 0,0-1-1,1 2 1,-1-1 0,0 0 0,0 1-1,-1-1 1,1 1 0,0 0-1,0 0 1,-1 0 0,1 0 0,0 1-1,-4-1 1,-30-2 632,1 1 0,0 1 1,-71 9-1,81 1 394,25-9-1211,1 0 0,0 0 1,0 0-1,0 0 0,0 1 0,0-1 1,0 0-1,0 0 0,-1 0 0,1 0 0,0 0 1,0 0-1,0 0 0,0 0 0,0 0 0,0 0 1,0 0-1,0 1 0,0-1 0,0 0 1,-1 0-1,1 0 0,0 0 0,0 0 0,0 0 1,0 0-1,0 1 0,0-1 0,0 0 1,0 0-1,0 0 0,0 0 0,0 0 0,0 0 1,0 0-1,0 1 0,0-1 0,0 0 0,0 0 1,0 0-1,0 0 0,0 0 0,1 0 1,-1 0-1,0 1 0,0-1 0,0 0 0,0 0 1,0 0-1,0 0 0,3 10 312,1 0 0,0 0 0,1 0 0,0-1 0,0 0-1,1 0 1,0 0 0,13 13 0,70 65 1806,-27-29-1191,-33-29-848,-2 1 0,-1 1-1,23 38 1,-46-63-94,0-1-1,-1 1 1,0 0 0,0 0-1,-1 0 1,1 0 0,-1 0-1,-1 0 1,1 0 0,-1 0-1,0 1 1,-1-1 0,1 0 0,-1 0-1,0 0 1,-1 0 0,1 0-1,-1 0 1,0 0 0,-1-1-1,0 1 1,-3 6 0,3-9-77,0 0 0,1 1 1,-1-1-1,-1 0 1,1 0-1,0-1 0,-1 1 1,1-1-1,-1 1 1,0-1-1,0 0 0,0 0 1,0-1-1,0 1 1,0-1-1,0 0 0,-1 0 1,1-1-1,0 1 1,-7-1-1,8 0 49,1 0-1,-1 0 1,0-1 0,0 1 0,1-1-1,-1 0 1,0 0 0,1 0 0,-1 0 0,1 0-1,-1 0 1,1-1 0,0 1 0,-1-1-1,1 0 1,0 0 0,0 0 0,0 0-1,0 0 1,1 0 0,-1 0 0,0 0-1,1-1 1,0 1 0,-1-1 0,1 1-1,0-1 1,0 1 0,1-1 0,-1 0 0,0 1-1,1-1 1,0-3 0,-1-2 44,0 0 0,1 0 0,1 0 0,-1 0 0,1 0 0,1 0 0,-1 0 1,1 1-1,1-1 0,-1 0 0,1 1 0,7-11 0,9-18 130,2 1 0,1 1 0,32-37 0,-43 59-179,6-6-431,0 0 1,22-19-1,-22 19-1511,-16 18 1895,-1 0-1,0 0 0,0 0 1,0-1-1,0 1 0,0 0 0,0 0 1,0-1-1,1 1 0,-1 0 0,0-1 1,0 1-1,0 0 0,0 0 0,0-1 1,0 1-1,0 0 0,0 0 0,-1-1 1,1 1-1,0 0 0,0 0 0,0-1 1,0 1-1,0 0 0,0 0 1,0-1-1,-1 1 0,1 0 0,0 0 1,0 0-1,0-1 0,0 1 0,-1 0 1,1 0-1,0 0 0,0 0 0,-1-1 1,1 1-1,-4-1-892,0 1-1,0-1 1,1 1 0,-1 0 0,0 0 0,0 0 0,0 0-1,0 1 1,-4 1 0,-27 5-10667</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1:28.010"/>
    </inkml:context>
    <inkml:brush xml:id="br0">
      <inkml:brushProperty name="width" value="0.025" units="cm"/>
      <inkml:brushProperty name="height" value="0.025" units="cm"/>
    </inkml:brush>
  </inkml:definitions>
  <inkml:trace contextRef="#ctx0" brushRef="#br0">44 29 8117,'-28'26'2051,"13"-18"3393,50-39-1808,-24 24-3250,-8 5-54,20-14 521,-20 15-384,13-2-90,0 1-75,1 1-1,20 1 0,-20 0-180,127 12 175,-60-4-229,-56-6-42,400 37 194,-324-24-266,3 2 72,165 5 1,-35-21-107,41-1 36,228-2 2,-261 3 37,84 10-103,-89-1-62,85-4 58,-241-4 81,58-2-3,-21 1 15,-22 0-11,231 9 3,-147-1-176,192 1-261,-84-7 325,-187-5 147,17 1-25,-66 1 21,75-8 0,14-1-71,178-2 122,-65 2 162,-22-1-245,1 0 101,-157 10-58,135 3 48,-44 0-32,76 3 80,-19-2-95,99 3-45,-311-7 40,151 14 25,-52-10 123,-33 3-76,145-7-1,-27-1-164,-173 1 86,1-1 0,32-6 0,-39 5 7,1 0 1,33 3-1,-31 0-7,37-4 1,468-41-26,-435 42 6,34-3 16,-62 0 4,74 5 0,5 0-6,39 0-18,-71 2 21,-32-2-6,212 5 116,24 2-6,-123-5-44,-47-2-7,158-2 25,85 4-47,-67-2-22,-53 2 6,10 0 82,-174 3-60,69 1-36,163 2-8,-246-7 72,250-7-111,-28-8-44,-30 17 84,-80 2 19,264 5-21,-422-8 12,317 15-21,-28-6-1,-78-17 62,-9 6 125,544 6 154,-574-4-41,91 5-15,-64 0 8,67 3 542,-222-4-286,59 5 479,78 8 846,-151-15-1490,-72-4-264,1 0-84,4 0-352,1 0 0,-1-1 0,0 0 0,1 0 0,9-3 1,-18 4 307,0 0 0,0 0 0,0 0 0,0 0 1,0 0-1,0-1 0,-1 1 0,1 0 0,0 0 1,0 0-1,0 0 0,0 0 0,0 0 1,0 0-1,0 0 0,0 0 0,0 0 0,0 0 1,0 0-1,0 0 0,0 0 0,0 0 1,0 0-1,0 0 0,0 0 0,0-1 0,0 1 1,0 0-1,-1 0 0,1 0 0,0 0 1,0 0-1,0 0 0,0 0 0,0 0 0,0 0 1,0 0-1,0 0 0,1-1 0,-1 1 1,0 0-1,0 0 0,0 0 0,0 0 0,0 0 1,0 0-1,0 0 0,0 0 0,0 0 1,0 0-1,0 0 0,0 0 0,0 0 0,0 0 1,0-1-1,0 1 0,0 0 0,0 0 1,0 0-1,1 0 0,-12-8-1755,-1 1 0,1 0 0,-1 0 0,0 1 0,-1 1 0,-23-8 0,-16-6-8687</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1:30.663"/>
    </inkml:context>
    <inkml:brush xml:id="br0">
      <inkml:brushProperty name="width" value="0.025" units="cm"/>
      <inkml:brushProperty name="height" value="0.025" units="cm"/>
    </inkml:brush>
  </inkml:definitions>
  <inkml:trace contextRef="#ctx0" brushRef="#br0">0 303 11501,'0'0'1645,"1"-2"-389,11-20 682,-10 20 796,1 2-2388,10-1 100,-1 0 0,21 3 0,-17-1-63,-1 0-1,20-3 1,211-17 1648,-129 12-1634,440-39 300,-163 11-574,166-5-102,-463 32-21,143-7 5,19-2-26,-1 0 12,155-6-79,-168 3 99,-103 6-34,-94 10 27,137-7-140,-139 11 164,88 3-78,13 0 70,-46-3-88,81-1 10,5 0-133,-30 7 201,185 3 30,-296-9-95,31 0-25,15 6 44,89 10-98,96 15 73,-119-16-4,158 10-145,-251-20 233,34 5-148,4 2 157,143-2 1,-117-7-82,208 6-17,-220-9 40,107 6 11,-174-6 17,26 0-16,200 3 72,-65 3-49,100 1 102,-147-2-120,13 0 61,106 4 164,-68-4-206,-122-6 131,-64-1-192,47 4 0,58 5 59,-40-4-1,142 6 21,-15 2 152,-122-6 128,188-15 1,19-10 40,-182 18-131,-11 1 708,-72 1-311,0 1 1,53 10 0,-31-3-336,66 10 261,67 6 152,-113-25 143,-38 0-127,-42 1-239,15 2-80,-2-1-272,-12-1 82,10-4-139,6-4-61,-17 5 0,2 1-6,-6 0-31,-11 1-248,-5-1-853,-57-37-6063,37 25-662,0-6-5390</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44.803"/>
    </inkml:context>
    <inkml:brush xml:id="br0">
      <inkml:brushProperty name="width" value="0.025" units="cm"/>
      <inkml:brushProperty name="height" value="0.025" units="cm"/>
    </inkml:brush>
  </inkml:definitions>
  <inkml:trace contextRef="#ctx0" brushRef="#br0">65 11 8001,'4'-8'3551,"-8"6"3952,-7 3 806,3 1-6550,4-2-4350,1 1 3268,1 0-105,0 0-507,0 1 0,0-1 0,1 0-1,-1 0 1,1 1 0,-1-1 0,1 1-1,0 0 1,-1-1 0,1 1 0,0 0 0,0-1-1,0 1 1,-1 3 0,-4 30 347,5-23-354,-5 57 154,4 0 1,6 69 0,0-106-872,0 1 0,2-2 0,2 1 0,1-1 0,21 50 0,-13-13-4146,-14-62 3383,-1-8 175,-3-14-1728,0-1-1401,1-8-3722</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45.073"/>
    </inkml:context>
    <inkml:brush xml:id="br0">
      <inkml:brushProperty name="width" value="0.025" units="cm"/>
      <inkml:brushProperty name="height" value="0.025" units="cm"/>
    </inkml:brush>
  </inkml:definitions>
  <inkml:trace contextRef="#ctx0" brushRef="#br0">6 117 9849,'-6'26'9367,"8"-29"-8556,4-7 57,0 1 1,1 0 0,0 0 0,0 0-1,12-10 1,-17 18-794,2-3 380,2 0 1,-1 0 0,0 0 0,1 1 0,-1 0-1,1 1 1,0-1 0,11-2 0,6-4 646,-4 2-727,1 1 0,0 1 0,1 0-1,-1 2 1,26-2 0,-45 4-374,1 1 1,-1 0-1,0 0 0,0 0 0,1 0 1,-1 0-1,0 0 0,0 0 0,1 0 1,-1 1-1,0-1 0,0 0 0,1 1 1,-1-1-1,0 1 0,1 0 0,-1 8-44,-2-6-28,1 4-196,-1 1-1,-1-1 0,1 1 1,-1-1-1,0 0 0,-1 0 1,0 0-1,0 0 0,-8 12 1,-6 8-1405,-22 25 1,34-45 1350,-20 23-2267,-37 34-1,-2-6-4831,9-9-3333</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46.778"/>
    </inkml:context>
    <inkml:brush xml:id="br0">
      <inkml:brushProperty name="width" value="0.025" units="cm"/>
      <inkml:brushProperty name="height" value="0.025" units="cm"/>
    </inkml:brush>
  </inkml:definitions>
  <inkml:trace contextRef="#ctx0" brushRef="#br0">621 6 6237,'1'-1'213,"17"-4"565,-9 6 1246,-5 6 5465,-8-7-6530,-3 1-732,-1 0-1,1 0 1,-1 0-1,1 1 0,0 0 1,-1 0-1,1 1 1,0 0-1,1 0 0,-1 0 1,-10 8-1,-28 20 442,1 2 0,-64 62 0,81-67-347,2 1 0,0 1-1,2 1 1,-28 51 0,13-8 607,-53 141 1,72-157-563,3 1 0,2 1 0,-8 71 1,19-101-255,2 0 0,1 1 0,1-1 0,1 1 0,2-1 0,1 0 1,1 0-1,19 51 0,-19-65-240,1-1 0,1 0-1,0 0 1,1-1 0,1 0 0,0-1 0,17 18 0,-17-22-216,0 0 0,0-1 1,1-1-1,0 1 0,0-1 1,1-1-1,0 0 0,0-1 1,0-1-1,18 5 0,-19-6-769,1 0-1,-1-1 1,0-1-1,0 0 1,1 0-1,-1-1 1,0-1-1,15-2 1,37-14-9432</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47.375"/>
    </inkml:context>
    <inkml:brush xml:id="br0">
      <inkml:brushProperty name="width" value="0.025" units="cm"/>
      <inkml:brushProperty name="height" value="0.025" units="cm"/>
    </inkml:brush>
  </inkml:definitions>
  <inkml:trace contextRef="#ctx0" brushRef="#br0">211 208 7273,'-11'6'384,"4"-3"14,0 1-1,1-1 1,-1 2-1,0-1 1,1 1-1,0 0 0,0 0 1,1 1-1,0-1 1,-1 1-1,2 1 1,-1-1-1,-6 13 1,-5 20 285,-3 7 1025,-23 82 0,34-92-975,0-7 61,2 0-1,1 0 0,-2 37 0,7-63-726,0 0-1,0 0 0,0 0 1,0 0-1,1 0 1,-1 0-1,1 0 0,0 0 1,0 0-1,0 0 1,0 0-1,0 0 0,1-1 1,-1 1-1,1 0 0,0-1 1,0 1-1,0-1 1,0 0-1,5 4 0,-5-4 38,14 3 8,-15-5-123,0 0 0,0 0 1,0 0-1,0 1 0,0-1 1,0-1-1,0 1 0,0 0 0,0 0 1,0 0-1,-1 0 0,1-1 1,0 1-1,0 0 0,0-1 1,0 1-1,-1 0 0,1-1 1,0 0-1,0 1 0,-1-1 0,1 1 1,0-1-1,-1 0 0,1 1 1,0-1-1,-1 0 0,1 0 1,-1 1-1,1-1 0,-1 0 0,0 0 1,1 0-1,-1 0 0,0 0 1,0 1-1,0-1 0,1 0 1,-1 0-1,0-1 0,1-7-181,0 1-1,0-1 0,-1-12 1,0 14 19,3-45-176,2 1 0,3-1 1,2 2-1,18-57 0,-14 67 986,2 1-1,1 1 1,2 1-1,2 0 1,1 2-1,40-50 1,-46 65 962,22-21 1,-38 41-1561,1-1 1,-1 0 0,1 1-1,-1-1 1,1 0 0,0 1-1,0-1 1,-1 1-1,1-1 1,0 1 0,0 0-1,-1-1 1,1 1 0,0 0-1,0-1 1,0 1-1,0 0 1,-1 0 0,1 0-1,0 0 1,0 0 0,0 0-1,0 0 1,0 0-1,0 0 1,-1 0 0,1 0-1,2 1 1,-2 0 12,1 0 0,-1 1 1,1-1-1,-1 0 0,1 1 0,-1-1 1,0 1-1,0-1 0,1 1 0,-1 0 1,-1 0-1,2 2 0,3 7 71,-1 0 0,-1 0 0,3 16 0,2 24-175,-2-1 0,-1 89 1,-2 139-4659,-3-259 3947,-1 88-3532,-4-37-4076,4-48-37</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47.553"/>
    </inkml:context>
    <inkml:brush xml:id="br0">
      <inkml:brushProperty name="width" value="0.025" units="cm"/>
      <inkml:brushProperty name="height" value="0.025" units="cm"/>
    </inkml:brush>
  </inkml:definitions>
  <inkml:trace contextRef="#ctx0" brushRef="#br0">1 75 18130,'0'0'2432,"11"-11"-352,18-1-376,6 7-348,-18 2-332,15 0-279,-7 0-445,10-3-668,14-2-581,-20-1-1015,-18 3-1396,12 1-2893,-3 2-5640</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47.962"/>
    </inkml:context>
    <inkml:brush xml:id="br0">
      <inkml:brushProperty name="width" value="0.025" units="cm"/>
      <inkml:brushProperty name="height" value="0.025" units="cm"/>
    </inkml:brush>
  </inkml:definitions>
  <inkml:trace contextRef="#ctx0" brushRef="#br0">671 7 14541,'-3'-1'1910,"0"0"-1624,0 0 1,1 0 0,-1 0-1,0 1 1,0-1 0,0 1-1,0 0 1,0 0 0,0 0-1,0 0 1,0 0-1,0 1 1,-3 0 0,3 0-159,0 1-1,0 0 1,-1 0 0,1 0 0,0 0 0,1 0 0,-1 1 0,0-1 0,1 1-1,-1 0 1,1 0 0,-2 3 0,-27 38 456,2 2-1,-28 60 1,-38 106 370,90-200-881,-165 467 1130,38 14-3075,119-443 1266,-26 127-4313,31-128-1046,2-24-3796</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48.307"/>
    </inkml:context>
    <inkml:brush xml:id="br0">
      <inkml:brushProperty name="width" value="0.025" units="cm"/>
      <inkml:brushProperty name="height" value="0.025" units="cm"/>
    </inkml:brush>
  </inkml:definitions>
  <inkml:trace contextRef="#ctx0" brushRef="#br0">21 8 12909,'0'0'66,"0"0"-1,0-1 1,0 1-1,0 0 1,0-1-1,0 1 1,0 0-1,0 0 1,0-1-1,-1 1 1,1 0-1,0-1 1,0 1 0,0 0-1,0 0 1,0-1-1,0 1 1,-1 0-1,1 0 1,0-1-1,0 1 1,0 0-1,-1 0 1,1 0-1,0-1 1,0 1-1,0 0 1,-1 0-1,1 0 1,0 0-1,0 0 1,-1 0 0,1-1-1,0 1 1,-1 0-1,1 0 1,0 0-1,0 0 1,-1 0-1,1 0 1,0 0-1,-1 0 1,1 0-1,0 0 1,0 0-1,-1 0 1,1 1-1,0-1 1,-1 0-1,1 0 1,0 0 0,0 0-1,-1 0 1,1 0-1,0 1 1,0-1-1,0 0 1,-1 0-1,1 0 1,0 1-1,0-1 1,0 0-1,-1 1 1,-1 0 3014,-1 62 668,6 215-2014,-3-244-1915,-3 54-602,1-40-2245,1-1-6698,1-27 763</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48.781"/>
    </inkml:context>
    <inkml:brush xml:id="br0">
      <inkml:brushProperty name="width" value="0.025" units="cm"/>
      <inkml:brushProperty name="height" value="0.025" units="cm"/>
    </inkml:brush>
  </inkml:definitions>
  <inkml:trace contextRef="#ctx0" brushRef="#br0">0 99 8885,'11'-13'980,"-10"11"-567,1-1 0,0 0 0,0 1 0,1-1 1,-1 1-1,0 0 0,1-1 0,-1 1 0,1 0 0,0 1 0,0-1 0,0 0 0,0 1 1,0 0-1,4-2 0,-3 2 99,0 0 1,0-1 0,0 1-1,-1-1 1,1 0-1,-1 0 1,7-4-1,-6 3 145,0 0-1,0 1 1,1-1-1,-1 1 1,1 0-1,-1 0 1,7-1-1,5-2 486,-12 3-888,1 0 0,-1 1 0,1 0 0,0-1-1,8 0 1,-12 2-298,0 0-1,0 0 0,0 1 1,0-1-1,0 0 1,-1 0-1,1 0 0,0 1 1,0-1-1,0 0 1,0 1-1,0-1 0,-1 1 1,1-1-1,0 1 1,-1-1-1,1 1 0,0-1 1,-1 1-1,1 0 1,0-1-1,-1 1 0,1 0 1,-1 0-1,1-1 0,-1 1 1,0 0-1,1 0 1,-1 0-1,0 0 0,1 0 1,-1-1-1,0 1 1,0 0-1,0 0 0,0 0 1,0 1-1,0 10-444,0 0 1,-1 0-1,-1 0 1,0 0-1,-1 0 0,0 0 1,0-1-1,-1 1 0,-1-1 1,-7 13-1,-10 17-1827,-35 46 0,55-83 2206,-29 52 808,24-41 202,-9 10 901,15-23 635,12-3-1391,0 0 0,0-1-1,-1 0 1,19-6 0,17-4 686,3 3-91,-21 3-823,32-2 1,-14 2-791,0 1-32,-45 5 5,1 0 0,-1 0 0,0 0 0,0 0 0,0 0 0,1 0 0,-1 0 0,0 0 0,0 1 0,0-1 0,0 1 0,0-1 0,0 1 0,0-1 0,1 1 0,-2-1 0,1 1 0,0 0 0,0 0 0,0-1 0,0 1 0,0 0 0,0 0 0,-1 0 0,1 0 1,-1 0-1,1 0 0,0 0 0,-1 0 0,1 0 0,-1 1 0,0-1 0,1 0 0,-1 0 0,0 0 0,0 0 0,0 1 0,0-1 0,0 0 0,0 0 0,0 0 0,0 0 0,0 1 0,-1-1 0,1 0 0,-1 2 0,-2 7-1,0 1 1,-1-1-1,0 0 1,-6 10-1,6-12-1,-12 25-1245,-1 0 1,-42 58-1,49-78 581,0-1 0,0-1 1,-1 0-1,-1 0 0,0-1 0,0 0 0,-1-1 0,0-1 0,-19 10 0,26-16 115,-1 0 1,1 0-1,-1 0 0,0-1 1,0 0-1,0 0 0,1-1 1,-1 0-1,0 0 0,0 0 1,0-1-1,0 0 0,-9-3 1,14 3 88,0 1 0,0-1 0,1 1 0,-1-1-1,1 0 1,-1 0 0,0 0 0,1 0 0,-3-2 0,-9-15-6588</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49.095"/>
    </inkml:context>
    <inkml:brush xml:id="br0">
      <inkml:brushProperty name="width" value="0.025" units="cm"/>
      <inkml:brushProperty name="height" value="0.025" units="cm"/>
    </inkml:brush>
  </inkml:definitions>
  <inkml:trace contextRef="#ctx0" brushRef="#br0">124 14 18362,'-5'-3'914,"-10"-6"1849,14 7-1294,10 6 5,-5-2-1143,0 1 1,0 0-1,0 0 1,0 0 0,0 0-1,-1 0 1,0 1 0,0 0-1,5 6 1,24 45 1659,-21-36-1517,2 7-263,-1 0-1,-1 1 0,-2 0 0,0 0 0,4 33 0,-3 0 161,4 84 1,-12-9-932,-7-1 1,-5 1-1,-47 229 0,41-292-2224,-51 136 1,-14-32-7303,28-82-1805</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3:54.404"/>
    </inkml:context>
    <inkml:brush xml:id="br0">
      <inkml:brushProperty name="width" value="0.025" units="cm"/>
      <inkml:brushProperty name="height" value="0.025" units="cm"/>
    </inkml:brush>
  </inkml:definitions>
  <inkml:trace contextRef="#ctx0" brushRef="#br0">204 90 6917,'-1'-1'100,"1"0"1,-1 0-1,0 0 1,0 0 0,0 0-1,0 1 1,0-1 0,0 0-1,0 1 1,0-1-1,0 0 1,0 1 0,-1-1-1,1 1 1,0 0 0,0-1-1,0 1 1,-1 0-1,1 0 1,0 0 0,0 0-1,-2 0 1,0 0 3008,2 2-2117,-1 0-709,-1 0-1,1 0 1,-1-1 0,1 1-1,-1-1 1,0 1-1,1-1 1,-1 0 0,0 0-1,0 0 1,0 0 0,0 0-1,0-1 1,0 0 0,0 1-1,-6-1 1,7 0-137,0 0 1,0 0-1,0 0 0,0 0 1,0 1-1,1-1 0,-1 1 1,0 0-1,0-1 0,-1 2 1,1-1-8,0 0 0,1 0 0,-1-1 0,0 1 0,1 0 0,-1-1 0,0 0 1,0 1-1,1-1 0,-1 0 0,0 0 0,0 0 0,1 0 0,-3 0 0,-34-3 1357,34 3 300,0 0-991,-20-2 470,35-3-66,47-5-36,415-44 612,0 30-390,90 16-1395,-529 5 0,-30 3 0,4 0 0,-18 5 0,-3 0 0,-13 7 0,-26 5-4239,44-18 2148,-56-22-8731,35 11-1809</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4:05.173"/>
    </inkml:context>
    <inkml:brush xml:id="br0">
      <inkml:brushProperty name="width" value="0.025" units="cm"/>
      <inkml:brushProperty name="height" value="0.025" units="cm"/>
    </inkml:brush>
  </inkml:definitions>
  <inkml:trace contextRef="#ctx0" brushRef="#br0">1476 12 5216,'39'0'941,"-32"0"1813,-4 1-2205,41 24 5844,-13-27-5101,-28 1 893,-5 0-2031,-5-3-70,1 0 0,-1 0 0,-1 1-1,1 0 1,0 0 0,-1 1 0,0 0-1,1 0 1,-14 0 0,-76-2 188,84 4-243,-134 5-16,-13 4 447,7 0-107,25-4-191,71-4-89,-130-4 130,161 2-202,0 1 0,1 1 0,-1 1 1,0 1-1,1 1 0,0 2 0,0 1 0,0 0 1,1 2-1,0 1 0,-31 17 0,27-12 25,11-6-49,1 1-1,0 0 1,-19 17-1,16-10 32,8-9-9,0 2 0,1 0 0,0 0 0,0 0 0,2 1-1,-14 21 1,18-22 9,-1 0-1,2 1 1,-1 0-1,2 0 1,-1 0-1,0 13 1,0 64 25,3-70-27,-1-9 2,2-3-6,8 16 4,-5-16 0,-1 0-1,1 0 0,-1-1 0,1 1 0,1-1 1,-1 0-1,1 0 0,0 0 0,0-1 1,1 0-1,-1 0 0,1 0 0,0-1 0,0 1 1,0-1-1,0-1 0,9 3 0,10 2 30,0-1 0,0-2 0,33 2 0,-19-2-21,82 0 77,-20-1-78,188 7 65,-119-7-23,172-14-129,-267 6 135,39-8-45,15 0 22,-49 3-27,-55 5 15,33 0 0,-26-1 28,-22 4-45,-6 1-11,21-12-1,-18 10 13,-4 2 13,0 0-2,11-3-12,-4 2-2,0-1 0,-1 0-1,0-1 1,16-7 0,-2-5 9,18-8 134,-40 23-139,1 1 0,-1-1 0,0 1 0,1-1 0,-1 0-1,0 1 1,0-1 0,0 0 0,1 0 0,-1 0 0,0 0 0,0 0 0,0 0 0,0 0 0,-1 0 0,1-1 0,0 1 0,0 0 0,-1-1 0,1 1 0,-1 0 0,1-1 0,-1 1 0,0 0 0,1-1 0,-1-2-1,6-15 176,-5 17-181,-1 0 0,0 0-1,1 0 1,-1 0 0,0 0 0,0 0 0,0 0-1,-1 0 1,1 0 0,0 0 0,-1 0-1,1 0 1,-1 0 0,0 0 0,0 0-1,-1-2 1,-17-24 38,15 24-31,-5-7 51,-1 1 0,-1 0 0,0 1 0,-16-10 0,2 0 92,-17-12 231,36 25-280,-1 0 0,-1 1 0,-12-8 0,-14-10 307,-7-4-69,30 21-241,9 4-64,-1 2-34,1-1 1,0 0-1,-1 0 1,1 0-1,0 0 1,0 0-1,-1-1 1,1 1-1,0-1 1,0 1-1,1-1 0,-1 0 1,0 0-1,-1-2 1,-8-7 62,9 10 2,-2 0-48,1-1 1,-1 1-1,1-1 0,-1 0 0,1 0 1,-5-4-1,-3-1-13,-28-3 146,34 9-134,3 0 35,-1 0-22,-24-9 127,25 10-40,-24-9 581,8 4-545,2 2-167,13 3 168,-14-4-126,5 2-1082,-17 0-7868,20 3 8511</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4:07.910"/>
    </inkml:context>
    <inkml:brush xml:id="br0">
      <inkml:brushProperty name="width" value="0.025" units="cm"/>
      <inkml:brushProperty name="height" value="0.025" units="cm"/>
    </inkml:brush>
  </inkml:definitions>
  <inkml:trace contextRef="#ctx0" brushRef="#br0">3066 328 8753,'-23'15'9452,"23"-18"-9009,-5-21 258,5 22-60,-3 1-468,-18-14 186,19 14-166,-1-1-11,-13-10-37,-1 1-1,-1 0 0,0 1 0,-1 1 1,0 1-1,0 1 0,0 1 1,-23-5-1,-70-23 351,28 8-183,-4 1-129,-272-65 211,245 73-380,-1 6 1,0 4 0,-126 11 0,140-5 42,-18 1-7,-137 15 32,-66 6-60,283-17-23,-251 32 48,206-21-42,-120 37 1,194-48-11,0 0 0,1 1 0,-1-1 0,1 2 0,0 0 0,1 0 0,0 1 0,0 0 0,-13 12 0,16-12-2,1-3 9,1 0 0,0 0 0,1 1 0,-1-1 0,0 1 0,1 0 0,0 0 1,1 0-1,-1 0 0,1 1 0,0-1 0,-3 11 0,3 7 10,1 0 1,1 1 0,0-1-1,2 0 1,1 1-1,1-1 1,1-1 0,1 1-1,1-1 1,10 22 0,-1-5 22,1-2 1,2 0 0,29 41 0,63 70 26,-85-116-92,2-2-1,45 39 1,92 56-19,-135-106 53,2-1 0,0-1 0,58 21 0,-26-16-35,0-3 1,1-3-1,99 13 0,-72-20 50,149 10-2,-209-17-10,307 2 2,-164-11 20,273-48 1,-385 40 202,-1-3 1,-1-3-1,0-3 1,-2-2-1,-1-3 1,107-72-1,-143 85 26,0-1 1,-1-1-1,-1 0 0,0-2 0,17-24 0,-24 29-4,-2-2-1,0 1 1,-1-1-1,-1-1 1,-1 0 0,0 0-1,9-35 1,-11 2 139,-5 38-273,0 1 1,1-1 0,4-13-1,-3 13 38,0 0 1,1-25-1,0 4-4,-4 29-149,1 0-1,-1 0 1,0 0 0,-1 0-1,1 0 1,-1 0 0,0 0-1,0 0 1,0 1 0,-1-1-1,0 0 1,0 0 0,0 1-1,-1-1 1,1 1 0,-1 0-1,-3-4 1,-6-6-200,-1 0 0,0 1 1,-18-13-1,20 16-45,-81-62-2569,54 45-1386,-45-44 0,69 56-1806,2-2-3674</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4:09.227"/>
    </inkml:context>
    <inkml:brush xml:id="br0">
      <inkml:brushProperty name="width" value="0.025" units="cm"/>
      <inkml:brushProperty name="height" value="0.025" units="cm"/>
    </inkml:brush>
  </inkml:definitions>
  <inkml:trace contextRef="#ctx0" brushRef="#br0">247 142 5701,'0'-1'95,"-1"1"1,0-1-1,1 0 1,-1 1 0,0-1-1,0 1 1,1-1-1,-1 1 1,0-1 0,0 1-1,0 0 1,0-1-1,0 1 1,1 0 0,-1 0-1,0 0 1,0 0-1,0 0 1,0 0 0,0 0-1,0 0 1,0 0 0,0 0-1,0 0 1,1 0-1,-1 1 1,0-1 0,0 0-1,-1 2 1,0-1 1102,-16-1 961,-21-2 711,29 1-2265,0 0 0,0 1 0,0 0 0,-20 4 0,-22 4 1742,49-7-1686,1-2 15,-30-1 790,29 2-443,6 0 77,141-12 2298,-26 1-2021,628-33 1521,-638 38-2898,517-22 0,-428 19-453,-206 10-598,-1-2 0,1 0 1,-1 0-1,-9-2 0,3-1-565,-26-5-6499,5-7-6230</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4:27.057"/>
    </inkml:context>
    <inkml:brush xml:id="br0">
      <inkml:brushProperty name="width" value="0.025" units="cm"/>
      <inkml:brushProperty name="height" value="0.025" units="cm"/>
    </inkml:brush>
  </inkml:definitions>
  <inkml:trace contextRef="#ctx0" brushRef="#br0">317 15 9681,'-9'5'-1063,"0"-1"3910,1 0 5105,19-5-4141,2-1-2953,1 2 0,-1 0 1,0 0-1,25 5 0,13 0-219,598-7 2522,-290 0-2453,-192 3-509,23 0-99,468-11 341,-412-12-441,-217 22 0,-7 2 0,-55-4 0,-142 11 0,-361-4 0,-241 12 0,455 5 0,-266 20 0,531-35 0,26-2 0,-35 0 0,-3-2 0,32-5 0,7 4-67,28-2-455,-1-2-3827,0 0 3122,0 0 0,1-1 0,-1 1 0,1 0 0,-1-1-1,1 0 1,0 1 0,0-1 0,-2-3 0,-7-16-11347</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4:38.725"/>
    </inkml:context>
    <inkml:brush xml:id="br0">
      <inkml:brushProperty name="width" value="0.025" units="cm"/>
      <inkml:brushProperty name="height" value="0.025" units="cm"/>
    </inkml:brush>
  </inkml:definitions>
  <inkml:trace contextRef="#ctx0" brushRef="#br0">2592 141 6249,'0'0'73,"1"0"0,-1 0 0,1 0 0,0 0 1,-1 1-1,1-1 0,-1 0 0,1 0 0,0 1 0,-1-1 1,1 0-1,-1 1 0,1-1 0,-1 0 0,1 1 1,-1-1-1,0 1 0,1-1 0,-1 1 0,1-1 0,-1 1 1,0-1-1,1 2 0,-14 1 1764,2-1 9978,9-3-11546,-13-5-57,0 0 1,0 1-1,0 0 1,-19-2-1,-70-8 184,27 5-249,-549-69 441,559 70-580,40 4-6,0 2-1,-33 0 0,-66 5 52,-147 9-55,181-3 23,-52 6 92,-100 18-74,165-23-50,-84 17 41,131-21-33,18-4 0,1 1 0,-1 0 1,1 2-1,0-1 0,0 1 1,1 1-1,-14 6 1,17-5 9,-12 5-15,1 2 0,-34 27 0,48-34 1,0-1 1,1 1 0,0 0 0,0 1-1,1-1 1,-1 1 0,1 0 0,1 0-1,-1 0 1,1 1 0,1-1 0,-3 11 0,-2 4 40,-12 32 0,12-37-46,1 0 0,0 0 0,-4 23 0,9-32-4,-2 12 24,0 0-1,2-1 1,0 30-1,2-33-7,1 0 0,1 0 0,0 0-1,1 0 1,1 0 0,0-1 0,1 0-1,12 22 1,-11-28 9,-1 0 0,2-1 1,-1 0-1,1 0 0,0-1 0,0 0 0,1-1 0,18 11 0,-2-4-12,0-1 1,31 10-1,18 3-6,1-3 0,0-4 0,84 10 0,208-3 27,-77-35 14,-212 6-20,44-7 176,-5 0-153,39-1-69,-8 15 71,-54 1 38,145-14 0,-188 3 291,-1-1-1,0-3 1,0-3-1,74-29 1,-91 26-14,-1-1 1,47-34-1,-79 52-352,20-12-1,-15 10 36,-1 0 1,0 0 0,0-1 0,1 0-1,-2 1 1,1-2 0,0 1 0,5-6-1,10-7 162,-17 14 428,-2 1-604,0 0 0,0 0 1,1 0-1,-1 0 0,0 0 0,0 0 0,1 1 0,-1-1 0,1 0 0,-1 0 0,1 0 0,-1 0 0,1 0 0,-1 1 0,2-2 1,-2 2-14,1 0 1,-1-1 0,0 1 0,1-1-1,-1 1 1,1-1 0,-1 1 0,0-1-1,0 1 1,1-1 0,-1 1 0,0-1-1,0 1 1,0-1 0,1 1 0,-1-1-1,0 1 1,0-1 0,0 1 0,0-1 0,0 0-1,0 1 1,0-1 0,0 1 0,0-1-1,-1 1 1,1-1 0,0 1 0,0-1-1,0 1 1,-1-1 0,1 1 0,0-1-1,0 1 1,-1-1 0,0 0 0,-8-9 35,0-1 1,-1 2 0,-17-15-1,5 6-25,6 4-24,6 6 54,0 0 0,1 0-1,0-1 1,1 0-1,0-1 1,0 0 0,1 0-1,-11-22 1,2 8 137,13 22-158,1-1 0,0 0-1,0 0 1,0 0 0,0 0 0,0 0-1,1 0 1,-1 0 0,1-1 0,0 1-1,-1-7 1,1 6-19,0-1-1,0 1 1,-1-1-1,1 1 0,-1 0 1,0-1-1,0 1 1,0 0-1,-1 0 1,1 1-1,-4-5 1,-2 0 20,1 0 1,-2 1-1,-17-13 0,2 5-32,-2 1 0,-33-13 0,6 2-3,-20-8 86,1 2-45,69 29-28,-14-6-1,2 3-25,12 4-33,1 0 53,-11-2-92,1 0-1,0 1 0,0 1 1,-1 0-1,1 1 0,-16 1 1,-78 12-7647,100-12 6622,-19 4-7496,10 0-1157</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4:41.540"/>
    </inkml:context>
    <inkml:brush xml:id="br0">
      <inkml:brushProperty name="width" value="0.025" units="cm"/>
      <inkml:brushProperty name="height" value="0.025" units="cm"/>
    </inkml:brush>
  </inkml:definitions>
  <inkml:trace contextRef="#ctx0" brushRef="#br0">1685 260 6357,'-11'4'2956,"10"-4"-2207,0 0 1,0 0 0,0-1-1,0 1 1,1 0-1,-1 0 1,0 0-1,0-1 1,0 1-1,0 0 1,1-1-1,-1 1 1,0 0-1,0-1 1,1 1 0,-1-1-1,0 0 1,1 1-1,-1-1 1,0 0-1,-6-5-3483,5 4 2896,-2 2-21,-84-22 381,28 6-305,-280-57 343,-8 30-430,281 40-131,0 4 1,1 2-1,-1 3 0,1 3 1,1 3-1,-121 38 0,171-44 52,2-3-56,1 1 0,0 1-1,1 0 1,-1 1 0,1 0 0,0 1 0,-13 10 0,11-5 37,5-5-43,0 0 0,0 1 0,0 0 0,-10 16 1,15-21 15,-1 3-5,0 1 0,0-1 0,1 1 0,-1 0 0,1 0-1,1 0 1,-1 0 0,-1 11 0,2-8 4,1-1 0,0 1 0,0 0 0,1-1 0,0 1 0,1 0 0,0-1 0,1 1 0,0-1 0,0 1 0,1-1 0,0 0 0,0 0 0,9 15 0,-1-5 7,1 0 0,1-1-1,0-1 1,2 0 0,0-1 0,0-1-1,2 0 1,-1-1 0,2 0 0,0-2 0,1 0-1,0-1 1,0-1 0,24 9 0,21 4-28,1-2 1,1-3 0,108 15 0,-10-10-5,108 11-1,-203-31 9,1-3 1,0-3 0,0-3-1,71-16 1,-54 2 24,-1-3-1,-1-5 1,-2-2-1,81-44 1,-122 53 299,-1-2 1,39-29-1,-76 49-231,0 0 0,-1 0 0,1 0 0,-1 0 0,0 0 0,0-1 0,0 0 0,-1 0 0,1 1 0,-1-1 0,0-1 0,0 1 0,0 0 0,-1 0 0,3-9 0,-4 7-12,1 1-1,-1-1 1,0 0-1,0 0 1,-1 1-1,0-1 1,0 0 0,0 1-1,-1-1 1,0 1-1,-3-7 1,-2-3 19,-1 1 1,-1 0 0,0 0-1,-1 1 1,-1 0 0,0 1 0,0 1-1,-14-11 1,-39-29-91,-3 3 1,-1 3-1,-2 3 1,-149-65-1,195 99-1969,-44-11 0,14 5-3401,39 11-550,-2 0-3802</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4:42.840"/>
    </inkml:context>
    <inkml:brush xml:id="br0">
      <inkml:brushProperty name="width" value="0.025" units="cm"/>
      <inkml:brushProperty name="height" value="0.025" units="cm"/>
    </inkml:brush>
  </inkml:definitions>
  <inkml:trace contextRef="#ctx0" brushRef="#br0">1611 220 8113,'-20'-5'10170,"3"-2"-7959,11 5-2283,0-1-1,1 2 1,-1-1-1,0 0 1,-8 0-1,-651-41 3051,625 46-2895,1 0 0,-74 18 0,63-10-62,13-1 19,0 2 0,1 1 0,-64 34 1,44-20-6,1 2-5,-79 56-1,98-61-12,18-12-16,0 2-1,1-1 0,-20 22 0,33-31 1,0 0 1,0 0-1,0 0 0,1 1 0,0-1 0,0 1 0,0 0 1,1 0-1,-1 0 0,1 0 0,0 0 0,1 1 0,-1-1 0,1 1 1,0-1-1,1 1 0,-1-1 0,1 9 0,3-5 4,0-1 1,0 1-1,1-1 0,0 1 0,0-1 1,1-1-1,0 1 0,1-1 0,11 13 0,5 7 3,-1 0 10,1-2-1,32 29 0,-1-1-21,-28-29 40,48 35 1,-4-5-68,-50-40 35,0-1 0,0-1 0,2 0 0,-1-2 0,1 0 0,1-2 0,30 9 0,-24-10 11,1 0 0,0-2 0,42 2 0,95-3 13,-153-4 5,143-1-7,280-40-1,-359 28-41,79-25 0,-129 29 16,1 0 0,-2-2 0,1-1 0,-2-1 1,1-2-1,27-20 0,-31 18 176,-1 0 1,-1-1-1,0-1 0,30-38 1,-45 50-81,0-1 0,-1 0 1,0 0-1,0 0 0,0 0 1,-1 0-1,0-1 0,-1 1 1,0-1-1,0 0 0,-1 0 1,0 0-1,-1 0 0,0 0 1,0 0-1,-1 0 0,0 1 1,-3-14-1,-2-2-64,-1 0-1,-1 0 1,0 1-1,-2 0 1,-1 1 0,-1 0-1,-1 1 1,0 0-1,-2 1 1,0 1 0,-1 0-1,-34-30 1,6 14-31,-1 2 0,-1 2 0,-2 2 0,-65-29-1,42 27-370,0 4 0,-2 3-1,0 3 1,-96-14-1,-10 14-1791,87 20-963,68 3-667,-40 7 0,17 4-5553</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4:43.820"/>
    </inkml:context>
    <inkml:brush xml:id="br0">
      <inkml:brushProperty name="width" value="0.025" units="cm"/>
      <inkml:brushProperty name="height" value="0.025" units="cm"/>
    </inkml:brush>
  </inkml:definitions>
  <inkml:trace contextRef="#ctx0" brushRef="#br0">1216 107 5893,'0'-9'1072,"-2"8"465,-7 11 872,5-4 3596,2-8-5435,-1-1-422,-1 0-1,1 0 1,-1 1-1,1 0 1,-1-1-1,0 1 1,0 1 0,0-1-1,0 0 1,0 1-1,0 0 1,-1 0-1,-7-1 1,-48-5 747,-80-20 0,62 10-568,19 5-149,0 3-1,-1 2 1,0 3-1,-71 4 1,93 3-106,-1 2 0,-41 10 0,60-10-48,1 1 0,0 1 0,0 1 0,1 0 0,-34 22 0,37-20-17,-1 0 0,2 1 0,-1 1 0,2 1 0,0 0 0,0 0 0,1 1 0,1 1 0,0 0 0,1 1 0,-14 30 0,20-36-2,0 1-1,1 0 0,1 0 1,0 1-1,0-1 0,1 0 1,0 1-1,1-1 0,0 1 1,1-1-1,1 1 0,0-1 1,0 0-1,1 0 0,5 14 1,-2-9 6,1-1 0,1 0 1,1 0-1,0 0 0,0-1 1,2 0-1,0-1 0,0-1 1,24 21-1,-5-10-1,0-1 1,2-2-1,0-1 0,1-2 1,1-1-1,1-2 0,0-1 0,1-2 1,0-1-1,1-2 0,60 6 0,115 3 10,-165-16-21,1-2 0,68-11 0,-26-3 27,122-39 0,-164 38 119,1-3-1,-2-1 1,87-54 0,-102 52 198,-2-1 1,53-53 0,-80 71-250,1 1 1,0-1-1,-1 1 0,0-1 1,0 0-1,-1-1 1,1 1-1,-1 0 1,0-1-1,0 1 0,-1-1 1,2-10-1,-2 5 73,0 0 0,-1 0 0,0 0-1,-1 0 1,-3-17 0,1 19-117,0-1 1,0 1-1,-1 0 1,0 0-1,0 1 1,-1-1-1,0 1 1,0 0 0,-1 0-1,0 1 1,-1-1-1,0 2 1,0-1-1,0 1 1,-9-6-1,-7-3-31,0 0-1,-1 2 1,0 1-1,-28-10 1,-8 1-156,-1 2 1,-101-18-1,-130-1-1632,235 32 1272,-155-6-2446,142 15-595,2 6-3528,50-6-1842</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4:44.831"/>
    </inkml:context>
    <inkml:brush xml:id="br0">
      <inkml:brushProperty name="width" value="0.025" units="cm"/>
      <inkml:brushProperty name="height" value="0.025" units="cm"/>
    </inkml:brush>
  </inkml:definitions>
  <inkml:trace contextRef="#ctx0" brushRef="#br0">0 55 26027,'2132'-54'0</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4:49.291"/>
    </inkml:context>
    <inkml:brush xml:id="br0">
      <inkml:brushProperty name="width" value="0.025" units="cm"/>
      <inkml:brushProperty name="height" value="0.025" units="cm"/>
    </inkml:brush>
  </inkml:definitions>
  <inkml:trace contextRef="#ctx0" brushRef="#br0">1 175 6941,'6'-5'3298,"1"0"1,1 0 0,-1 0 0,13-5-1,-8 5-1307,1 0 0,17-3 0,7 1-2804,44-3-1,-19 3 2667,400-39 382,3 27-1364,20 7-843,3 6-28,-383 3 0,-73 1 0,-27 2-11,-6 2-20,-15 3-85,-27 5-281,-79 16-442,-270 53-453,-5-23 948,208-43-414,1-9 0,-203-20 0,291 11 114,79 2 702,21 3-51,0 0 0,0-1 0,0 1 1,0 0-1,0 0 0,0 0 0,0 0 0,0-1 0,0 1 1,0 0-1,-1 0 0,1 0 0,0-1 0,0 1 0,0 0 1,0 0-1,0 0 0,0 0 0,1-1 0,-1 1 0,0 0 1,0 0-1,0 0 0,0-1 0,0 1 0,0 0 0,0 0 1,0 0-1,0 0 0,0-1 0,1 1 0,-1 0 0,0 0 1,0 0-1,0 0 0,0 0 0,0 0 0,1-1 0,-1 1 1,0 0-1,0 0 0,0 0 0,0 0 0,1 0 1,-1 0-1,0 0 0,5-3 61,-1 1 1,1 0 0,0 0-1,0 0 1,8-1-1,292-39 485,-203 31-373,1300-66 733,-1243 76-968,259-7 150,-364 6-86,54-4 119,-105 5-120,-9 1-40,0-1 0,0 0 0,0 0 0,1 0 0,-7-3 0,-5-1-71,-5 3-572,-1 0-1,-42 3 1,15 1-454,37-2 637,-145 1-4946,53 4-2654,44 0-908</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01.465"/>
    </inkml:context>
    <inkml:brush xml:id="br0">
      <inkml:brushProperty name="width" value="0.025" units="cm"/>
      <inkml:brushProperty name="height" value="0.025" units="cm"/>
    </inkml:brush>
  </inkml:definitions>
  <inkml:trace contextRef="#ctx0" brushRef="#br0">1 18 4308,'3'-13'1110,"2"14"538,4 22 10322,53-27-4069,-8 0-4469,123-5-819,125-2-4325,-299 11-895,-7 1-1542,-21 6-3845,-18 2-5542</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01.607"/>
    </inkml:context>
    <inkml:brush xml:id="br0">
      <inkml:brushProperty name="width" value="0.025" units="cm"/>
      <inkml:brushProperty name="height" value="0.025" units="cm"/>
    </inkml:brush>
  </inkml:definitions>
  <inkml:trace contextRef="#ctx0" brushRef="#br0">1 29 20690,'63'-11'3108,"-14"5"-336,5 3-499,-5 0-429,-3 0-372,-3 0-864,3 3-608,3 0 0,-8 3 0,-4-3 0,-17 3 0,9 0 0,2-3-2068,-8 3-420,-2 0-937</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02.222"/>
    </inkml:context>
    <inkml:brush xml:id="br0">
      <inkml:brushProperty name="width" value="0.025" units="cm"/>
      <inkml:brushProperty name="height" value="0.025" units="cm"/>
    </inkml:brush>
  </inkml:definitions>
  <inkml:trace contextRef="#ctx0" brushRef="#br0">1 125 12265,'11'-11'5664,"14"1"-3292,-1 2-374,15-7 558,0 1 0,78-15-1,-45 13-751,-50 9-1518,36-7 219,-55 14-492,0-1 0,0 1 0,0 0-1,0 0 1,0 0 0,0 0 0,0 1 0,0-1 0,0 1 0,0 0 0,0 0-1,0 0 1,0 0 0,0 0 0,3 2 0,-5-1-14,1-1 0,-1 1 0,0-1-1,0 1 1,0-1 0,0 1 0,0 0 0,0-1 0,0 1-1,-1 0 1,1 0 0,-1 0 0,1 0 0,-1-1 0,0 1-1,1 0 1,-1 0 0,0 0 0,0 0 0,-1 0 0,1 0-1,-1 3 1,-1 6-78,-1-1 0,-6 18 0,8-26 59,-20 46-1302,-51 84 0,15-30-109,41-71 1129,-62 134 433,77-164-69,1 1-1,-1 0 1,1-1-1,0 1 1,0 0-1,0 0 1,0-1-1,0 1 1,0 0-1,1-1 1,-1 1-1,0 0 1,1-1-1,-1 1 1,1 0-1,0-1 1,0 1 0,-1-1-1,1 1 1,0-1-1,0 1 1,0-1-1,0 0 1,1 1-1,2 1 1,-1 0 86,1 0 0,0 0 0,0 0 0,0-1 0,0 0 0,1 1 0,-1-1 0,8 2 0,12 0 51,1 0 0,-1-2 0,1-1 0,-1 0 0,1-2 0,24-4 0,25 0 6,57-1-306,-130 6-39,1 0-1,-1 1 0,1-1 1,-1 0-1,1 0 0,-1 0 1,1-1-1,-1 1 1,0 0-1,1 0 0,-1-1 1,1 1-1,-1-1 0,0 1 1,1-1-1,-1 0 0,0 0 1,1 1-1,-1-1 0,0 0 1,0 0-1,0 0 0,0 0 1,0 0-1,0-1 1,0 1-1,0 0 0,0 0 1,-1 0-1,1-1 0,-1 1 1,1-1-1,-1 1 0,1 0 1,-1-1-1,1 1 0,-1-1 1,0 1-1,0-1 0,0-2 1,0 3-213,0 0 0,0 0 0,-1 0 0,1 0 0,0 0 0,0 0 0,-1 0 0,1-1 0,-1 1 0,1 0 0,-1 0 0,0 1 0,1-1 0,-1 0-1,0 0 1,1 0 0,-1 0 0,0 0 0,0 1 0,0-1 0,0 0 0,0 1 0,0-1 0,0 1 0,0-1 0,0 1 0,-2-1 0,0-1-1193,-27-14-10939</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02.754"/>
    </inkml:context>
    <inkml:brush xml:id="br0">
      <inkml:brushProperty name="width" value="0.025" units="cm"/>
      <inkml:brushProperty name="height" value="0.025" units="cm"/>
    </inkml:brush>
  </inkml:definitions>
  <inkml:trace contextRef="#ctx0" brushRef="#br0">1 147 11265,'3'0'407,"0"0"0,1 0 0,-1-1 0,0 1 0,1-1 0,-1 1-1,0-1 1,0 0 0,0 0 0,1-1 0,-1 1 0,0-1 0,-1 1 0,1-1 0,0 0 0,0 0 0,-1 0 0,3-3-1,2-1 983,6-1-428,1 0 0,-1 1 0,1 0 0,0 1 0,1 0 0,-1 1 0,21-2 0,-4-1 263,50-15-104,-35 9-337,2 2 1,56-7-1,-87 20-783,-16-1 0,0-1 0,1 1 0,-1 0 0,1 0 0,-1 0 0,0 0 0,0 0 0,1 0 0,-1 0 0,0 0 0,0 1 0,0-1 0,0 0 0,-1 1 0,1-1 0,0 0 0,0 1 0,-1-1 0,1 1 0,-1 0 0,1-1 0,-1 1 0,0-1 0,0 1 0,0 0 0,0 1 0,0 4 0,0 0 0,-1 1 0,0-1 0,-2 10 0,-53 184 0,6-27 0,6-10-530,43-158 173,1-1-1,0 0 1,0 0 0,0 0 0,0 0-1,1 1 1,0-1 0,0 0 0,0 0-1,1 0 1,3 7 0,-5-11 160,0 0 0,1-1 0,-1 1 0,0 0 0,1 0-1,-1-1 1,0 1 0,1 0 0,-1-1 0,1 1 0,-1 0 0,1-1 0,0 1 0,-1-1 0,1 1 0,0-1 0,-1 1 0,1-1 0,0 1 0,-1-1 0,1 0-1,0 1 1,0-1 0,0 0 0,-1 0 0,1 1 0,0-1 0,0 0 0,1 0 0,0-1-484,0 1 0,0-1 0,0 1 1,0-1-1,0 0 0,0 0 0,-1 0 0,1 0 0,0 0 1,2-3-1,28-24-10884</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03.306"/>
    </inkml:context>
    <inkml:brush xml:id="br0">
      <inkml:brushProperty name="width" value="0.025" units="cm"/>
      <inkml:brushProperty name="height" value="0.025" units="cm"/>
    </inkml:brush>
  </inkml:definitions>
  <inkml:trace contextRef="#ctx0" brushRef="#br0">4 39 9517,'0'0'127,"0"0"0,-1 0 0,1-1 0,0 1 0,0 0 0,-1 0 0,1 0 0,0-1 0,0 1 0,0 0 0,0 0 0,0-1 0,-1 1 0,1 0 0,0 0 0,0-1 0,0 1 0,0 0 0,0-1 0,0 1 0,0 0 0,0 0 0,0-1 0,0 1 0,0 0 0,0-1 0,0 1 0,0 0 0,0 0 0,0-1 0,0 1 0,0 0 0,1 0 0,-1-1 0,0 1 0,0 0 0,0 0 0,0-1 0,1 1 0,-1 0 0,0-1 0,13 5 6348,1 0-4824,-4-10-98,-9 5-1440,0 0 0,0 1-1,0-1 1,0 0 0,0 0-1,0 1 1,0-1 0,0 1-1,0-1 1,0 1 0,1-1-1,0 0 1,26-4 729,-9 0-532,1 1 0,0 1 0,-1 1 0,1 0 0,38 3 0,-20 8-919,-38-9 600,0 0 0,0 0 1,0 0-1,0 0 0,1 0 0,-1 0 1,0 0-1,0 0 0,0 0 0,0 0 0,0 0 1,0 0-1,1 0 0,-1 0 0,0 0 1,0 0-1,0 0 0,0 0 0,0 0 0,0 0 1,1 1-1,-1-1 0,0 0 0,0 0 1,0 0-1,0 0 0,0 0 0,0 0 1,0 0-1,0 1 0,0-1 0,0 0 0,0 0 1,1 0-1,-1 0 0,0 0 0,0 0 1,0 1-1,0-1 0,0 0 0,0 0 1,0 0-1,0 0 0,0 1 0,3 40-1315,0 42 0,-4-12 2801,2-68-1198,1 0-1,0 1 1,0-1 0,0 0 0,0 0 0,0 0 0,1 0-1,2 2 1,5 3 61,-1-2 0,1 0-1,11 6 1,-14-9-170,-1 0 0,0 0-1,0 1 1,0-1 0,-1 1 0,1 1 0,-1-1-1,0 1 1,0 0 0,0 0 0,-1 0-1,0 1 1,7 10 0,-10-12-170,0-1 0,-1 1 0,1-1 0,-1 1 0,0-1 0,0 1 1,0 0-1,0-1 0,0 1 0,-1 0 0,0-1 0,0 1 0,0-1 0,0 1 0,-3 5 0,-2 3-1,0 0-1,-1-1 1,-10 14-1,-7 3-890,-2 0 0,-1-2 0,-34 26-1,44-39 4,0 0 1,-1-2-1,-1 0 0,0-1 0,-1-1 0,-22 7 0,38-14 525,0-1 0,-1 0-1,1-1 1,0 1-1,0-1 1,0 1 0,-1-1-1,1 0 1,0-1-1,-6 0 1,9 0 194,0 1 1,0 0-1,0-1 1,0 1-1,0 0 1,0-1-1,0 1 1,0-1-1,0 0 1,0 1-1,0-1 1,0 0-1,0 0 1,1 1-1,-1-1 1,0 0-1,0 0 1,1 0-1,-1 0 1,0-2-1,1 2-229,-1 0 0,1-1 0,0 1 0,0 0 1,0-1-1,0 1 0,0-1 0,0 1 0,0 0 0,0-1 0,1 1 0,0-3 1,10-17-6836</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03.763"/>
    </inkml:context>
    <inkml:brush xml:id="br0">
      <inkml:brushProperty name="width" value="0.025" units="cm"/>
      <inkml:brushProperty name="height" value="0.025" units="cm"/>
    </inkml:brush>
  </inkml:definitions>
  <inkml:trace contextRef="#ctx0" brushRef="#br0">387 5 13093,'-3'-1'206,"0"0"-1,1 0 1,-1 1 0,0-1-1,0 1 1,0-1 0,0 1-1,0 0 1,0 0 0,0 0-1,0 1 1,0-1-1,0 1 1,-5 1 0,0 2 499,1 0 1,0 0 0,1 1-1,-11 8 1,12-9-408,-35 28 495,1 1-1,1 3 1,3 1 0,-57 74 0,86-102-608,0 1 1,1-1 0,1 2-1,-1-1 1,2 0 0,-1 1 0,1 0-1,1-1 1,0 1 0,0 0 0,1 0-1,1 0 1,0 1 0,0-1 0,1 0-1,1 0 1,0 0 0,0 0 0,1-1-1,0 1 1,1-1 0,0 1 0,1-1-1,0 0 1,1-1 0,0 0-1,0 1 1,1-2 0,0 1 0,9 8-1,1-1 57,1 0 0,1-1 0,1-1 0,0-1 0,0-1-1,28 12 1,-13-9 95,1-2 1,1-1-1,40 7 0,-36-8-337,-21-8-103,-19-4 33,-1 1 1,1-1 0,0 0 0,0 1 0,-1-1 0,1 0-1,0 1 1,-1-1 0,1 0 0,0 0 0,-1 1-1,1-1 1,-1 0 0,1 0 0,-1 0 0,0 0-1,1 0 1,-1 0 0,0 0 0,0 0 0,0 0-1,0 0 1,1 0 0,-1 0 0,-1 0 0,1-1-1,-5-3-278,0 0 0,-1 1-1,0-1 1,0 1-1,0 1 1,0-1-1,-10-3 1,8 3-6,-110-50-5525,40 24-2451,31 12-2131</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04.303"/>
    </inkml:context>
    <inkml:brush xml:id="br0">
      <inkml:brushProperty name="width" value="0.025" units="cm"/>
      <inkml:brushProperty name="height" value="0.025" units="cm"/>
    </inkml:brush>
  </inkml:definitions>
  <inkml:trace contextRef="#ctx0" brushRef="#br0">533 92 12197,'-10'-3'1421,"13"-1"-825,-2 3-355,-1 1 0,1 0 0,-1-1 0,1 1 0,-1 0 0,1-1 0,-1 1 0,0-1 0,1 1 0,-1-1 0,0 1 0,1-1 0,-1 1 0,0-1 0,0 1 0,1-1 0,-1 1 0,0-1 0,0 0 0,-3 0 324,-52-17 2,32 9-585,-1 1 0,-41-7-1,-41 2 1166,-116 2 0,194 15 695,22-3-1277,6 0-457,0 0 1,0 0-1,0 0 0,0 0 1,0 1-1,0-1 1,0 0-1,1 0 1,-1 0-1,0 0 1,0-1-1,1 1 1,-1 0-1,1 0 1,-1 0-1,1 0 1,-1 0-1,2 1 0,10 12 484,0 0 0,0-1 0,2-1 0,-1 0-1,31 20 1,-18-13 0,26 19-247,83 67 596,-115-88-848,0 2 0,-2 0 1,0 1-1,19 29 0,-32-42-96,0 1 0,-1 0 0,0 0 0,0 0 0,-1 0 1,0 1-1,0-1 0,-1 1 0,0 0 0,0 0 0,-1 0 0,0 0 0,-1 0 0,0 0 0,0 0 0,-1 0 0,0 0 1,-1-1-1,0 1 0,0 0 0,-1-1 0,0 1 0,-1-1 0,0 0 0,0 0 0,0 0 0,-1 0 0,-1-1 1,-10 13-1,-6 0-860,1-1-1,-2-1 1,-1 0 0,-36 19 0,55-35 684,1 1 0,-1-2 1,1 1-1,-1 0 0,0-1 1,1 0-1,-1 0 0,0 0 0,0-1 1,-9 0-1,13 0 164,-1 0 1,0 0-1,0-1 0,1 1 0,-1 0 1,1-1-1,-1 0 0,0 1 1,1-1-1,-1 0 0,1 0 0,0 0 1,-1 0-1,1 0 0,0 0 1,-1 0-1,1 0 0,0-1 0,0 1 1,0 0-1,0-1 0,0 1 1,0-1-1,1 1 0,-1-1 0,0 0 1,1 1-1,-1-1 0,1 1 1,0-1-1,-1 0 0,1 0 0,0 1 1,0-4-1,1-8 137,-1 0 0,2 0 0,0 0 0,0 0 0,1 0 0,1 0 0,0 1 0,1 0 0,0 0 0,1 0 0,12-18 0,5-3 336,1 1 1,45-47 0,-10 20-85,1 3 0,4 2-1,102-67 1,-137 105-1458,-28 15 944,0 0-1,0 1 1,0-1 0,0 0 0,0 0-1,0-1 1,-1 1 0,1 0-1,0 0 1,-1 0 0,1 0 0,0-1-1,-1 1 1,0 0 0,1 0-1,-1-1 1,0 1 0,0 0 0,1-1-1,-1 1 1,0 0 0,0-1-1,-1 1 1,1 0 0,0-1-1,0 1 1,-1-3 0,0 2-186,0-1 0,1 0 0,-1 1 0,0-1 0,0 1 0,0 0 0,0-1 0,-1 1-1,1 0 1,-1 0 0,1-1 0,-4-2 0,3 4-149,0 1 0,0-1 0,0 1 0,0 0 0,0-1 0,0 1 0,0 0-1,-1 0 1,1 0 0,0 0 0,0 1 0,-4 0 0,3-1-131,-48 6-10595</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05.043"/>
    </inkml:context>
    <inkml:brush xml:id="br0">
      <inkml:brushProperty name="width" value="0.025" units="cm"/>
      <inkml:brushProperty name="height" value="0.025" units="cm"/>
    </inkml:brush>
  </inkml:definitions>
  <inkml:trace contextRef="#ctx0" brushRef="#br0">56 6 8665,'-12'-1'-1047,"-18"-2"8884,17 3 291,31 4-5361,3-1-2066,0-1-1,41-3 1,-17 0 23,143-3 1595,37 0-1124,701 40-1106,2 33-87,-55-4-16,-741-57 14,436 23 0,-3-37 0,-538 5 5,103-12 39,-116 11-80,0-1 1,0 0-1,0-1 1,-1-1-1,0 0 0,21-12 1,-33 17-52,0-1 0,0 1 0,0-1 0,0 0 0,0 0 0,0 0 0,0 0 0,0 1 0,0-1 0,0 0 0,0-1 0,-1 1 0,1 0 0,0 0 0,-1 0 0,1 0 0,-1 0 0,1-1 0,-1 1 0,0 0 0,1-1 0,-1 1 0,0 0 0,0 0 0,0-1 0,0 1 0,0 0 0,0-1 0,-1-1 0,0 1-105,0-1-1,0 0 1,0 0 0,-1 1 0,1-1 0,-1 1 0,1-1 0,-1 1 0,0 0-1,0 0 1,-3-3 0,-1 0-342,-1 0 0,-1 0 1,1 0-1,-1 1 0,0 0 0,0 0 0,-13-3 0,-67-15-6034,68 18 4186,-66-15-9064</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05.689"/>
    </inkml:context>
    <inkml:brush xml:id="br0">
      <inkml:brushProperty name="width" value="0.025" units="cm"/>
      <inkml:brushProperty name="height" value="0.025" units="cm"/>
    </inkml:brush>
  </inkml:definitions>
  <inkml:trace contextRef="#ctx0" brushRef="#br0">1 81 7893,'0'-1'140,"0"1"1,0-1-1,0 0 1,0 0-1,0 0 1,1 0-1,-1 0 1,0 0 0,1 0-1,-1 1 1,1-1-1,-1 0 1,1 0-1,-1 1 1,1-1-1,-1 0 1,1 1-1,0-1 1,-1 0-1,1 1 1,1-2 0,0 2 170,-1 0 1,1 1-1,-1-1 0,1 0 1,0 0-1,-1 1 1,1-1-1,-1 1 1,1-1-1,-1 1 1,2 0-1,-1 0-72,-1-1-41,-1 0 0,1 0 1,0 0-1,0 0 1,0 0-1,0 0 0,0 0 1,0-1-1,0 1 0,0 0 1,0 0-1,-1-1 0,1 1 1,0-1-1,0 1 1,0-1-1,1 0 0,3-2 507,21-6 1433,2 1 0,-1 1 0,51-5 0,14-3 1156,-75 12-2873,0 0 1,0 1-1,26 1 0,-15 2-421,-22 3 0,-3-1 0,-2-2-13,-1-1 0,1 1 1,0 0-1,-1-1 0,1 1 0,-1-1 0,1 1 1,-1 0-1,1 0 0,-1-1 0,0 1 1,1 0-1,-1-1 0,0 1 0,1 0 0,-1 0 1,0 0-1,0-1 0,0 1 0,0 0 0,0 0 1,0 0-1,0 0 0,0-1 0,0 1 0,0 0 1,0 0-1,-1 0 0,1-1 0,0 1 0,-1 0 1,1 0-1,-1 1 0,-18 31-998,12-22 460,-101 170-7114,104-172 7755,-1 0 1,1 1-1,1-1 1,0 1 0,-3 16-1,5-24 48,1 0 0,0-1 0,0 1 0,0-1 0,0 1 0,0 0-1,0-1 1,0 1 0,1-1 0,-1 1 0,0 0 0,1-1 0,0 1 0,-1-1 0,1 1 0,0-1 0,-1 0-1,1 1 1,0-1 0,0 0 0,0 0 0,0 1 0,1-1 0,-1 0 0,0 0 0,0 0 0,1 0-1,-1 0 1,0-1 0,3 2 0,3 1 168,0-1 0,0 0 0,0 0 1,0 0-1,9 0 0,-1 0 242,38 8-114,254 55 1591,-306-65-2025,4 1 0,-1 0 0,0 0 0,1 0 0,-1 1 0,0 0 0,1-1 0,5 5 0,-10-5 0,1-1 0,-1 0 0,0 1 0,1-1 0,-1 1 0,0-1 0,1 1 0,-1-1 0,0 1 0,0-1 0,1 1 0,-1-1 0,0 1 0,0-1 0,0 1 0,0 0 0,0-1 0,0 1 0,0-1 0,0 1 0,0-1 0,0 1 0,0 0 0,-1 1 0,1 0 0,-1 0 0,0 0 0,0 0 0,0 0 0,0-1 0,-1 1 0,1 0 0,-3 2 0,-10 10-619,0 0 1,-2-1-1,1 0 1,-2-1-1,0-1 1,0-1-1,-1 0 1,-28 11-1,22-13-950,0 0 0,-1-2-1,0 0 1,0-2 0,0-1 0,-39 1-1,-3-6-11661</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06.347"/>
    </inkml:context>
    <inkml:brush xml:id="br0">
      <inkml:brushProperty name="width" value="0.025" units="cm"/>
      <inkml:brushProperty name="height" value="0.025" units="cm"/>
    </inkml:brush>
  </inkml:definitions>
  <inkml:trace contextRef="#ctx0" brushRef="#br0">0 186 6745,'11'-8'7584,"-1"-1"-3904,-6 6-3217,0-1 1,0 1-1,1-1 1,0 1-1,0 0 0,5-2 1,61-21 4167,140-32 0,-86 35-3530,127-7 1,-202 25-1053,-47 4-49,1 1 0,-1 0 0,0-1 0,0 1 0,1 1 0,-1-1 0,0 0 0,1 1 0,-1 0 0,0 0 0,5 2 0,-7-3 0,0 1 0,0-1 0,-1 1 0,1-1 0,0 1 0,-1 0 0,1-1 0,0 1 0,-1 0 0,1 0 0,-1-1 0,0 1 0,1 0 0,-1 0 0,1 0 0,-1 0 0,0-1 0,0 1 0,0 0 0,1 0 0,-1 0 0,0 0 0,0 0 0,0 0 0,0 0 0,-1 1 0,-1 6 0,-1-1 0,0 1 0,0-1 0,-1 1 0,0-1 0,0-1 0,-7 10 0,-15 17 10,-45 46 0,23-26-169,-163 204-3661,159-189 3800,51-66 62,0-1 0,-1 1 1,1 0-1,0-1 0,0 1 0,0 0 1,0 0-1,1 0 0,-1 0 0,0 0 1,1 0-1,-1 0 0,1 0 0,0 0 1,0 0-1,0 3 0,0-3 14,1-1 0,-1 1 0,1-1 0,-1 1 0,1-1 0,0 1 1,-1-1-1,1 1 0,0-1 0,0 0 0,0 0 0,0 1 0,0-1 0,1 0 0,-1 0 0,2 1 0,3 2 93,-1-1 0,1 0-1,0-1 1,0 1 0,1-1-1,-1 0 1,0-1 0,9 2 0,16-1 33,-1-1 0,1-2 1,-1-1-1,53-10 1,-29 4-126,283-43-57,-332 50-19,6-1-596,0 0 0,19-6 0,-28 7 415,1 0 1,-1 0 0,0-1-1,1 1 1,-1-1 0,0 1-1,0-1 1,1 0 0,-1 1-1,-1-1 1,1 0 0,0 0-1,0-1 1,-1 1 0,3-4-1,-4 4-141,1 1 0,-1 0-1,1 0 1,-1 0 0,0 0 0,0 0-1,0 0 1,0-1 0,0 1 0,0 0-1,0 0 1,0 0 0,0 0 0,0 0-1,-1 0 1,1-1 0,0 1 0,-1 0-1,1 0 1,-1 0 0,1 0 0,-1 0-1,0 0 1,1 0 0,-1 0-1,0 1 1,0-1 0,1 0 0,-1 0-1,0 1 1,0-1 0,-1-1 0,1 2-111,-28-27-12564</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07.201"/>
    </inkml:context>
    <inkml:brush xml:id="br0">
      <inkml:brushProperty name="width" value="0.025" units="cm"/>
      <inkml:brushProperty name="height" value="0.025" units="cm"/>
    </inkml:brush>
  </inkml:definitions>
  <inkml:trace contextRef="#ctx0" brushRef="#br0">20 123 7585,'-20'-18'12197,"37"17"-10860,-1-1 0,0-1 0,0 0 0,0-1 0,28-12 0,-2 2 511,19-8-250,-39 13-839,39-11-1,-20 11-758,-41 9 0,1 0 0,0-1 0,0 1 0,0 0 0,0 0 0,0 0 0,0 0 0,0 0 0,0 0 0,-1 0 0,1 0 0,0 0 0,0 0 0,0 1 0,1-1 0,-1 1 0,-1-1 0,1 1 0,0 0 0,-1-1 0,1 1 0,-1 0 0,1 0 0,-1 0 0,1-1 0,-1 1 0,1 0 0,-1 0 0,0 0 0,1 0 0,-1 0 0,0 0 0,0-1 0,0 1 0,0 0 0,1 0 0,-2 0 0,1 0 0,0 0 0,0 1 0,-7 25 0,-3-8-469,-1 0 0,-18 24 1,-6 11-928,11-14 365,-97 177-2450,82-151 3043,23-41 914,15-24-401,0 0 0,0 0 0,0 1 0,1-1 0,-1 0 0,1 0 0,-1 1 0,0-1-1,1 0 1,0 0 0,-1 1 0,1-1 0,0 1 0,0-1 0,0 0 0,0 1 0,0-1 0,0 0 0,0 1 0,0-1 0,1 0 0,-1 1 0,0-1 0,1 0-1,-1 1 1,1-1 0,0 0 0,-1 0 0,1 0 0,0 1 0,0-1 0,0 0 0,0 0 0,-1 0 0,1 0 0,1 0 0,-1-1 0,0 1 0,0 0 0,2 0-1,3 3 223,1-1 0,0 0 0,1-1 0,-1 0-1,12 2 1,-17-3-264,22 2 403,0-1 1,0-1 0,1-1-1,40-5 1,-22 1-230,73-5-207,55-4 0,-168 13-7,6 0-555,1 0 1,0-1 0,-1 0-1,1-1 1,11-3-1,-20 5 439,-1-1 0,1 1 1,0 0-1,0-1 0,0 1 0,-1-1 0,1 1 0,0-1 1,0 1-1,-1-1 0,1 0 0,0 1 0,-1-1 0,1 0 0,-1 0 1,1 1-1,-1-1 0,1 0 0,-1 0 0,0 0 0,1 0 1,-1 1-1,0-2 0,0 0-58,0 0 0,0 0 0,-1 0 0,1 0 1,-1 0-1,1 0 0,-1 0 0,0 1 0,0-1 0,0 0 1,0 0-1,0 1 0,0-1 0,0 1 0,-3-3 0,2 2-916,0 0-1,-1 0 1,1 0-1,-1 1 1,1-1-1,-7-2 1,-28-14-11786</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07.559"/>
    </inkml:context>
    <inkml:brush xml:id="br0">
      <inkml:brushProperty name="width" value="0.025" units="cm"/>
      <inkml:brushProperty name="height" value="0.025" units="cm"/>
    </inkml:brush>
  </inkml:definitions>
  <inkml:trace contextRef="#ctx0" brushRef="#br0">103 1 16930,'10'5'2573,"-17"-10"8041,6 9-9773,-27 101 683,-31 152-1266,52-217-496,3-12-593,-2 34 1,6-54 46,0 1 1,0 0 0,1-1-1,1 1 1,-1-1 0,1 1 0,7 15-1,-9-24 722,0 0 0,0 0 0,0 1 0,0-1 0,0 0 0,0 0 0,0 0 0,0 0 0,0 0 0,0 0 0,0 0 0,0 1 0,0-1 0,0 0-1,0 0 1,0 0 0,0 0 0,0 0 0,0 0 0,1 0 0,-1 0 0,0 0 0,0 1 0,0-1 0,0 0 0,0 0 0,0 0 0,0 0 0,0 0 0,1 0 0,-1 0 0,0 0 0,0 0-1,0 0 1,0 0 0,0 0 0,0 0 0,0 0 0,1 0 0,-1 0 0,0 0 0,0 0 0,0 0 0,0 0 0,0 0 0,0 0 0,0 0 0,1 0 0,-1 0 0,0 0 0,0 0 0,0 0-1,0-1 1,0 1 0,0 0 0,0 0 0,20-10-6750,12-10-4429</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08.080"/>
    </inkml:context>
    <inkml:brush xml:id="br0">
      <inkml:brushProperty name="width" value="0.025" units="cm"/>
      <inkml:brushProperty name="height" value="0.025" units="cm"/>
    </inkml:brush>
  </inkml:definitions>
  <inkml:trace contextRef="#ctx0" brushRef="#br0">417 67 11129,'-15'-6'862,"-1"2"1,1-1-1,-1 2 1,1 0-1,-1 1 1,-28 0-1,20 3-328,1 1 0,0 1 0,0 1-1,-26 9 1,40-11-358,1 1 0,0 1-1,0-1 1,0 1 0,0 1-1,1-1 1,-1 1 0,1 1 0,0-1-1,1 1 1,-1 0 0,1 1-1,1 0 1,-1 0 0,1 0 0,0 0-1,1 1 1,-1 0 0,-3 11-1,7-17-105,1 0-1,-1 0 0,1 0 0,0 0 0,0-1 0,0 1 0,0 0 0,0 0 0,0 0 0,0 0 0,1 0 0,-1-1 0,1 1 0,-1 0 0,1 0 1,0-1-1,0 1 0,-1 0 0,1-1 0,0 1 0,1-1 0,-1 1 0,0-1 0,0 0 0,1 1 0,-1-1 0,0 0 0,3 1 0,3 3 150,-1 0-1,1 0 1,1-1-1,14 6 0,-4-4-50,1-1-1,0-1 0,0 0 1,0-2-1,0 0 0,0-1 0,0-1 1,0-1-1,0 0 0,22-6 1,-30 6-291,-1-2 1,1 0-1,-1 0 1,1 0-1,-1-2 1,0 1-1,0-1 1,-1-1-1,0 1 0,0-2 1,0 1-1,10-11 1,-13 11-8,-1 0 0,0 0-1,0 0 1,-1 0 0,1-1 0,-2 0 0,1 0 0,-1 0-1,0 0 1,0 0 0,-1-1 0,0 0 0,0 1 0,-1-1-1,0 0 1,0 1 0,-1-16 0,-2 11 512,0-1 0,0 1 0,-8-20 0,9 30 1028,-2 5-544,-3 6-646,0 1 0,0 0 0,1 0 0,0 0 0,0 0 0,1 1 0,1 0 1,0 0-1,0 0 0,-1 15 0,-1 23 869,1 51 0,3-90-1074,-2 418-15,1-362-423,-13 80-1,15-143-2461,-5-11-5789,0 2 4943,-8-20-9915</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3:58.585"/>
    </inkml:context>
    <inkml:brush xml:id="br0">
      <inkml:brushProperty name="width" value="0.025" units="cm"/>
      <inkml:brushProperty name="height" value="0.025" units="cm"/>
    </inkml:brush>
  </inkml:definitions>
  <inkml:trace contextRef="#ctx0" brushRef="#br0">135 0 4276,'-3'2'1320,"-106"57"12747,106-59-13739,-13 5 580,13 0 236,11-1-709,13 1-190,0-2-1,0 0 1,1-1 0,0-1-1,39-4 1,-29 1-49,290 14 336,-247-7-531,80 8 108,91 5-9,47-15 12,94 3 91,162 8-158,-349-16 99,-184 1-107,0 0 0,30-7 0,13-2 80,154 1 248,-190 12-1268,-21 0 165,-16-2-382,-20-1-1038,-49 0-6489,31 1-784</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4:00.271"/>
    </inkml:context>
    <inkml:brush xml:id="br0">
      <inkml:brushProperty name="width" value="0.025" units="cm"/>
      <inkml:brushProperty name="height" value="0.025" units="cm"/>
    </inkml:brush>
  </inkml:definitions>
  <inkml:trace contextRef="#ctx0" brushRef="#br0">0 151 6617,'0'0'4238,"1"-1"-3311,1-1-458,0 1 1,1-1-1,-1 1 1,0 0-1,0-1 1,1 1-1,-1 0 0,1 0 1,-1 1-1,1-1 1,-1 0-1,1 1 1,-1-1-1,1 1 1,-1 0-1,1 0 1,0 0-1,-1 0 1,1 1-1,3 0 1,2 0-1354,44 4 1764,29 1-268,53-1-1,30 0-186,-71-9-304,613-14 340,-355 12-135,296-23 21,-395 12-377,-83 7 108,247-11-150,-159 10 83,-158 6-18,330-5 54,125-8 118,-5 8-139,-63 23-4,162-3-126,-532-4 94,24 1 2,79 3 12,-39-2 29,73 16-59,-80-5 20,41 1 13,49 3 91,341 2 375,-409-18-179,-113-5-174,458 28 1285,-428-18-912,191 15 1116,-153-27 10,-146 0-1489,11-2 65,-11 2-81,6-2-2359,-23-4-126,9 4 2455,-16-6-2852,-38-10-1,2 8-4163,-6 4-4303</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22.060"/>
    </inkml:context>
    <inkml:brush xml:id="br0">
      <inkml:brushProperty name="width" value="0.025" units="cm"/>
      <inkml:brushProperty name="height" value="0.025" units="cm"/>
    </inkml:brush>
  </inkml:definitions>
  <inkml:trace contextRef="#ctx0" brushRef="#br0">97 325 16145,'0'0'2431,"-4"0"-444,-27 2 973,30-1-2884,1-1-1,-1 1 1,0 0-1,1-1 1,-1 1-1,0-1 1,1 1-1,-1 0 1,0-1-1,1 1 1,-1 0-1,1 0 1,0-1-1,-1 1 1,1 0-1,0 0 1,-1 0-1,1 0 1,0 0-1,0-1 1,0 2-1,-1 2 153,-10 36 351,2 1-1,2 1 0,-4 75 1,9-86-459,2-26-107,-10 176 320,10-150-684,1 0 1,2 1 0,10 49-1,-4-58-620,-9-22 960,0-1 0,1 0-1,-1 0 1,0 0 0,0 0 0,0 0 0,0 0 0,1 0 0,-1 0 0,0 0 0,0 0 0,0 1 0,0-1 0,1 0 0,-1 0 0,0 0 0,0 0-1,0 0 1,0 0 0,1 0 0,-1 0 0,0 0 0,0 0 0,0-1 0,1 1 0,-1 0 0,0 0 0,0 0 0,0 0 0,0 0 0,1 0-1,-1 0 1,0 0 0,0 0 0,0-1 0,0 1 0,0 0 0,0 0 0,1 0 0,-1 0 0,0 0 0,0-1 0,0 1 0,0 0 0,0 0-1,0 0 1,0 0 0,0-1 0,0 1 0,0 0 0,0 0 0,0 0 0,10-41-559,-10 37 518,15-185-948,-8 63 771,-5 96 207,50-350 2509,-46 357-1925,1 0 1,1 1 0,1 0 0,1 0 0,1 1 0,1 0-1,27-36 1,-38 55-488,0 1-1,0-1 1,1 1 0,-1-1-1,0 1 1,1 0-1,-1 0 1,1-1 0,-1 1-1,1 0 1,-1 0-1,1 0 1,0 1 0,-1-1-1,4-1 1,-4 2-51,0 0 1,0 0 0,0 0-1,0 1 1,-1-1-1,1 0 1,0 0 0,0 0-1,0 1 1,0-1 0,-1 0-1,1 1 1,0-1-1,0 1 1,-1-1 0,1 1-1,0-1 1,-1 1-1,1-1 1,-1 1 0,1 0-1,-1-1 1,1 1-1,0 1 1,1 1-29,-1 0 0,1 1 0,-1 0-1,0-1 1,0 1 0,0 0 0,0-1 0,-1 1-1,0 0 1,0 0 0,0 0 0,0-1 0,0 1-1,-2 5 1,-7 28-979,-1-1 0,-2 0 0,-31 61 0,-12 3-3796,-8-9-4723,31-47-1395</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22.358"/>
    </inkml:context>
    <inkml:brush xml:id="br0">
      <inkml:brushProperty name="width" value="0.025" units="cm"/>
      <inkml:brushProperty name="height" value="0.025" units="cm"/>
    </inkml:brush>
  </inkml:definitions>
  <inkml:trace contextRef="#ctx0" brushRef="#br0">589 0 16510,'-37'3'3238,"31"-3"-2699,-1 0 0,0 1 0,0-1 0,0 1 0,1 1 0,-1-1-1,1 1 1,-10 4 0,5 1-198,0 0-1,0 1 1,1 0-1,0 0 1,0 1-1,-11 13 0,-47 67 464,64-82-732,-51 72 350,4 3-1,-58 125 0,87-158-634,3 2-1,2 0 1,2 1-1,2 0 0,-11 104 1,22-126-109,2 1 1,1-1 0,1 1-1,8 37 1,-7-54-42,0 1 1,1-1-1,1 0 1,0 0 0,1-1-1,0 1 1,1-1-1,1-1 1,0 1-1,17 19 1,-20-27-249,0-1 1,0 1-1,0-1 1,1 0-1,0 0 0,0-1 1,0 1-1,0-1 1,1-1-1,-1 1 1,1-1-1,-1 0 0,1-1 1,10 2-1,43-1-9492</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22.755"/>
    </inkml:context>
    <inkml:brush xml:id="br0">
      <inkml:brushProperty name="width" value="0.025" units="cm"/>
      <inkml:brushProperty name="height" value="0.025" units="cm"/>
    </inkml:brush>
  </inkml:definitions>
  <inkml:trace contextRef="#ctx0" brushRef="#br0">0 782 8297,'6'-6'581,"-5"5"-434,0-1-1,0 1 1,0 0-1,0 0 1,0-1 0,0 1-1,0 0 1,0 0 0,0 0-1,0 1 1,1-1-1,-1 0 1,0 0 0,1 1-1,-1-1 1,1 0-1,-1 1 1,1 0 0,-1-1-1,1 1 1,-1 0-1,1 0 1,-1 0 0,1 0-1,4 1 5318,-11-12-2920,5 11-2477,-1-1 1,1 0-1,-1 0 0,1 1 1,-1-1-1,1 0 0,0 0 1,-1 0-1,1 0 0,0 0 1,0 0-1,0 0 1,0 1-1,-1-3 0,3-3 97,-1 1-1,1 0 0,-1 0 0,1-1 0,1 1 1,-1 1-1,1-1 0,0 0 0,4-5 0,14-26 445,1-21-173,-3-1 0,16-81 1,-14 51-365,-5 12-40,-13 54 27,1 1 0,1-1-1,1 1 1,12-27 0,16-26 1067,-34 73-1082,0 0-1,0 1 1,1-1 0,-1 0-1,0 0 1,1 1 0,-1-1-1,0 0 1,1 1 0,-1-1-1,1 0 1,-1 1 0,1-1-1,-1 1 1,1-1 0,-1 0-1,1 1 1,0-1 0,-1 1-1,1 0 1,0-1 0,0 1-1,-1 0 1,1-1 0,0 1-1,0 0 1,-1 0 0,1 0-1,0-1 1,0 1 0,-1 0-1,1 0 1,0 0 0,0 0-1,0 0 1,1 1-1,0 0-2,0 1-1,-1-1 1,1 0-1,0 1 1,-1 0-1,1-1 1,-1 1-1,0 0 1,1 0-1,-1 0 1,1 3-1,14 28 222,-1 1-1,-2 1 0,-2 0 1,14 70-1,9 155-241,-31-231-122,11 181-2368,-21-105-1467,4-78-860,-15 49-1,6-37-6104</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22.913"/>
    </inkml:context>
    <inkml:brush xml:id="br0">
      <inkml:brushProperty name="width" value="0.025" units="cm"/>
      <inkml:brushProperty name="height" value="0.025" units="cm"/>
    </inkml:brush>
  </inkml:definitions>
  <inkml:trace contextRef="#ctx0" brushRef="#br0">0 0 21038,'17'3'2612,"4"3"-464,2 2-375,-3-8-385,3 0-316,5 3-256,24 6-448,-12-6-552,4 0-916,-1 2-684,-9-13-1209,-8 14-219,9 19-3273,-7-2-5988</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23.372"/>
    </inkml:context>
    <inkml:brush xml:id="br0">
      <inkml:brushProperty name="width" value="0.025" units="cm"/>
      <inkml:brushProperty name="height" value="0.025" units="cm"/>
    </inkml:brush>
  </inkml:definitions>
  <inkml:trace contextRef="#ctx0" brushRef="#br0">116 235 15249,'-27'13'3169,"25"-12"-2143,2 3-247,-40 177 1461,6-33-1906,22-56-2,12-88 75,14-18 353,-6 4-520,0 0 0,0-1 0,-1 0 0,10-20-1,7-10 328,55-78 1361,149-171-1,-188 239-1445,-30 36-305,2 0 0,0 1 0,0 0 1,22-17-1,-34 31-170,1 0 1,0 1-1,-1-1 0,1 0 1,-1 1-1,1-1 1,-1 1-1,1-1 0,-1 1 1,1-1-1,-1 1 1,1-1-1,-1 1 0,1-1 1,-1 1-1,0 0 1,1-1-1,-1 1 0,0 0 1,0-1-1,0 1 1,1 1-1,0 1-21,0 1 1,0 0-1,-1 0 0,1 0 1,-1 0-1,0 0 0,0 0 1,0 0-1,-1 0 0,0 4 1,-14 42-347,5-18 44,-66 305-5018,58-223 854,4 0-3808,10-64-1255</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24.033"/>
    </inkml:context>
    <inkml:brush xml:id="br0">
      <inkml:brushProperty name="width" value="0.025" units="cm"/>
      <inkml:brushProperty name="height" value="0.025" units="cm"/>
    </inkml:brush>
  </inkml:definitions>
  <inkml:trace contextRef="#ctx0" brushRef="#br0">143 114 17578,'-5'-1'366,"-3"-1"377,1 1 0,0 1 0,-15-1 1,20 1-625,1 0 1,-1 1 0,0-1 0,1 0 0,-1 1 0,0-1-1,1 1 1,-1-1 0,1 1 0,-1 0 0,1-1 0,-1 1 0,1 0-1,-1 0 1,1 0 0,0 0 0,0 1 0,-1-1 0,1 0-1,0 1 1,0-1 0,0 0 0,-1 3 0,-8 21 295,1 1 0,0 1 0,2-1-1,1 2 1,-3 35 0,1 142-958,8-120-333,18 140 0,-16-214 737,0 0 0,1-1-1,7 18 1,-9-24 25,2-6 3,2 0 53,-1-1-1,0 1 0,0-1 0,0 0 0,0 0 1,-1 0-1,1-1 0,-1 1 0,0-1 0,0 0 1,0 0-1,-1 0 0,1 0 0,-1 0 0,0-1 1,0 1-1,1-6 0,4-11-401,-2-1-1,5-35 1,-7 37 165,4-38-511,-2 1 0,-2-1 0,-6-61 1,0-45 2857,3 153-1665,1 0 0,0 0-1,0 1 1,1-1-1,0 1 1,1-1-1,0 1 1,1 0-1,0 0 1,1 0-1,10-16 1,-8 15 192,2-1 0,-1 1 0,2 0 0,-1 1 0,1 0 0,1 0 0,0 1 0,16-10 0,-24 17-501,0 1 1,0-1-1,0 1 0,0-1 1,0 1-1,0 0 0,0 0 1,0 1-1,0-1 0,0 0 1,1 1-1,4 0 1,-7 0-83,0 0 0,0 1 0,1-1 0,-1 1 0,0-1 0,0 1 0,0-1 0,0 1 0,1 0 0,-1-1 0,0 1 0,0 0 0,0 0 0,-1 0 0,1 0 0,0 0 0,0 0 0,0 0 0,-1 0 0,1 0 1,0 0-1,-1 0 0,1 0 0,-1 1 0,0-1 0,1 0 0,-1 0 0,0 0 0,0 1 0,0-1 0,0 0 0,0 1 0,0 1 0,-1 16-581,-1-1-1,-1 0 1,-1 0 0,0 0 0,-1 0-1,-14 28 1,8-14-406,-13 26-2853,-42 72 1,-3 9 3665,68-136 2879,5-4-1065,53-16 2567,-32 8-2251,42-8 0,158-10 1290,-218 26-3242,0 1 0,1 0 0,-1 1 0,0-1 0,0 2 0,0-1 0,0 1 0,8 3 0,-13-5 0,0 1 0,0 0 0,0 0 0,0 0 0,0 1 0,0-1 0,-1 0 0,1 1 0,0-1 0,-1 1 0,1-1 0,-1 1 0,0 0 0,1 0 0,-1 0 0,0 0 0,0 0 0,0 0 0,-1 0 0,1 0 0,0 0 0,-1 0 0,1 0 0,-1 0 0,0 0 0,0 1 0,0 2 0,-2 5-77,0 0 1,-1-1-1,0 0 0,-1 1 0,0-1 1,0-1-1,-11 15 0,15-22 71,-9 12-904,-1-1 1,0 0-1,-1 0 0,0-1 1,-1 0-1,0-1 0,-27 17 1,8-4-1277,-33 25-5199,-4-6-4930</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24.347"/>
    </inkml:context>
    <inkml:brush xml:id="br0">
      <inkml:brushProperty name="width" value="0.025" units="cm"/>
      <inkml:brushProperty name="height" value="0.025" units="cm"/>
    </inkml:brush>
  </inkml:definitions>
  <inkml:trace contextRef="#ctx0" brushRef="#br0">38 21 17526,'-19'-13'1207,"10"5"1557,30 8 1674,-3 1-3626,1 1 0,-1 0 0,0 1 0,31 10 1,-42-10-629,0 0 1,0 1 0,0-1 0,-1 1-1,1 1 1,-1-1 0,0 1 0,0 0-1,-1 1 1,1-1 0,-1 1 0,0 0-1,-1 1 1,7 10 0,2 8-185,-2 1 0,-1-1 0,0 2 0,-2 0 0,8 47 0,-10-29 0,-2-1 0,-2 85 0,-11-35 0,-5 0 0,-32 116 0,9-48 0,-12 54-2655,-97 274-12661,120-412 3504</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24.694"/>
    </inkml:context>
    <inkml:brush xml:id="br0">
      <inkml:brushProperty name="width" value="0.025" units="cm"/>
      <inkml:brushProperty name="height" value="0.025" units="cm"/>
    </inkml:brush>
  </inkml:definitions>
  <inkml:trace contextRef="#ctx0" brushRef="#br0">0 40 13153,'12'-26'13180,"-9"27"-12006,9 2-364,0-1 0,-1-1 0,1 0 0,21-1 0,53-8-1734,-82 8 649,9-3-1002,-13 3 1219,0 0 0,0 0 0,0 0 0,1-1 0,-1 1 0,0 0 0,0 0 0,0 0 0,0 0 0,0 0 0,0-1 0,0 1 0,0 0 0,1 0 0,-1 0 0,0-1 0,0 1 0,0 0 0,0 0 0,0 0 0,0-1 0,0 1 0,0 0 1,0 0-1,0 0 0,0 0 0,0-1 0,-1 1 0,1 0 0,0 0 0,0 0 0,0-1 0,0 1 0,0 0 0,0 0 0,0 0 0,0 0 0,0 0 0,-1-1 0,1 1 0,0 0 0,0 0 0,0 0 0,0 0 0,-1 0 0,1 0 0,0 0 0,0-1 0,0 1 0,0 0 0,-1 0 0,1 0 0,0 0 0,-1 0-236,0-1 0,0 1 1,0-1-1,0 1 0,0 0 1,0 0-1,0-1 0,0 1 1,-1 0-1,1 0 0,0 0 1,0 0-1,0 0 0,0 1 1,0-1-1,0 0 0,0 0 1,0 1-1,0-1 0,0 0 1,0 1-1,0-1 0,0 1 1,0-1-1,0 1 0,0 0 1,1-1-1,-1 1 0,-1 1 1,-5 3-1964,-33 21-9642</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24.836"/>
    </inkml:context>
    <inkml:brush xml:id="br0">
      <inkml:brushProperty name="width" value="0.025" units="cm"/>
      <inkml:brushProperty name="height" value="0.025" units="cm"/>
    </inkml:brush>
  </inkml:definitions>
  <inkml:trace contextRef="#ctx0" brushRef="#br0">1 196 19574,'72'-32'2988,"-29"12"-252,-3 0-359,-5 2-437,-1 4-384,-8 5-424,6-2-668,-15 8-728,-3-11-1020,-2-21-1020,-15 15-201,-17 20-20921</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26.531"/>
    </inkml:context>
    <inkml:brush xml:id="br0">
      <inkml:brushProperty name="width" value="0.025" units="cm"/>
      <inkml:brushProperty name="height" value="0.025" units="cm"/>
    </inkml:brush>
  </inkml:definitions>
  <inkml:trace contextRef="#ctx0" brushRef="#br0">158 363 11353,'6'-14'10336,"-8"15"-9988,-1 1-1,1 0 0,0 0 0,0 0 0,0 0 1,0 1-1,0-1 0,-1 4 0,-7 11 88,1 0 0,1 1 0,0 0 0,-5 21 0,-17 82 415,18-71-586,-5 24-100,3 0 1,3 1-1,-1 90 1,13-132-598,2-1 0,1 0 0,11 41 0,-15-70 364,1 0-31,0 1 0,0 0 0,0 0 0,0-1-1,0 1 1,1-1 0,0 1 0,2 3 0,-3-7 82,-1 1 0,0-1 0,0 0 0,1 1 1,-1-1-1,0 0 0,1 0 0,-1 1 1,0-1-1,1 0 0,-1 0 0,1 0 0,-1 1 1,0-1-1,1 0 0,-1 0 0,1 0 0,-1 0 1,0 0-1,1 0 0,-1 0 0,1 0 1,-1 0-1,0 0 0,1 0 0,-1 0 0,1 0 1,-1 0-1,1-1 0,0 0-8,1 0 1,-1 0-1,0 0 0,1 0 0,-1-1 0,0 1 1,0 0-1,0-1 0,0 1 0,0-1 0,1-2 1,3-7-91,-1 0 0,0 0 0,0-1 1,-1 1-1,-1-1 0,2-16 0,0-79-451,-3 59 379,37-415-567,21 135 1571,-38 222 743,-17 91-976,0 1 1,0-1-1,11-22 1,-13 34-215,-1 3-326,0 1 1,0 0 0,0 0 0,1 0 0,-1 0 0,0 0 0,-1 0 0,1 1 0,0-1 0,0 0 0,0 0-1,0 3 1,0-3 12,2 7-80,0 0 1,0 0-1,-1 0 0,0 0 0,0 0 0,-1 0 1,0 0-1,-1 0 0,1 1 0,-2-1 0,1 0 1,-1 1-1,-3 11 0,-3 13-1082,-22 60 0,14-53-1312,-37 66 0,-1-14-5349,49-85 6875,-26 45-8683</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26.862"/>
    </inkml:context>
    <inkml:brush xml:id="br0">
      <inkml:brushProperty name="width" value="0.025" units="cm"/>
      <inkml:brushProperty name="height" value="0.025" units="cm"/>
    </inkml:brush>
  </inkml:definitions>
  <inkml:trace contextRef="#ctx0" brushRef="#br0">737 0 15353,'-10'4'998,"-9"4"10309,15-7-10302,-12 5-757,1 0-1,0 0 0,1 2 1,0 0-1,0 0 1,0 2-1,-15 13 0,-82 86 298,98-94-458,-54 57 15,3 4 1,-76 120-1,112-152-235,2 3 0,2 0 0,2 1 0,2 1 0,3 1 0,-15 66-1,29-95-45,0 1-1,1-1 0,1 1 0,1-1 0,1 1 0,1-1 0,1 1 0,11 39 0,-10-49-106,0 0 0,0 0 0,1 0 0,1 0 0,0-1 0,0 0 0,1 0 0,1-1 0,0 0 1,0 0-1,1-1 0,0 0 0,0 0 0,1-1 0,1-1 0,13 9 0,-15-12-333,0 0 1,0 0 0,0-1-1,0-1 1,0 0 0,14 2-1,31-2-5039,17-6-5540</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30.536"/>
    </inkml:context>
    <inkml:brush xml:id="br0">
      <inkml:brushProperty name="width" value="0.025" units="cm"/>
      <inkml:brushProperty name="height" value="0.025" units="cm"/>
    </inkml:brush>
  </inkml:definitions>
  <inkml:trace contextRef="#ctx0" brushRef="#br0">92 392 13241,'-3'0'2165,"-37"-2"9189,12 12-8477,26-8-2879,1 0 4,-1 0 0,1 0-1,-1-1 1,0 1-1,0-1 1,0 1-1,0-1 1,-3 2-1,15 12 76,-9-12-67,15 23 85,-2 2 0,-1 0-1,-1 1 1,13 49 0,-22-62-211,-1-1-1,0 1 1,-1 25-1,-2-28-344,2-1 0,-1 1 1,2 0-1,3 15 0,-4-25-159,0-7-1084,19-55 1180,-10 28 670,0 1-1,21-38 1,-22 49 297,2 1 1,0 0-1,1 1 1,1 1-1,28-29 1,-32 37-286,4-4 270,0 0 0,1 1 0,0 0 0,1 2 1,20-11-1,-34 19-414,-1 1 1,1-1-1,0 1 0,0 0 1,0-1-1,0 1 1,-1 0-1,1 0 1,0-1-1,0 1 0,0 0 1,0 0-1,0 0 1,0 0-1,-1 0 0,1 0 1,0 1-1,0-1 1,0 0-1,0 0 1,0 1-1,-1-1 0,1 0 1,0 1-1,0-1 1,0 1-1,0 0 1,0 0-9,0 1 1,0-1 0,0 0 0,0 1-1,-1-1 1,1 1 0,0 0 0,-1-1 0,1 1-1,-1-1 1,0 1 0,0 0 0,1 2 0,-1 4-53,0 1 1,-1 0 0,0-1 0,-3 15-1,-3 2-612,1 1 0,1 0 0,2 0 0,-1 32 0,3-30-145,0-15 331,1 0 1,0 1-1,0-1 1,1 0 0,4 14-1,-5-25 438,1 0 1,-1 0-1,1 0 0,0 1 0,0-1 1,-1 0-1,2-1 0,-1 1 0,0 0 0,0 0 1,1 0-1,-1-1 0,0 1 0,1 0 1,0-1-1,-1 0 0,1 1 0,0-1 0,0 0 1,0 0-1,0 0 0,0 0 0,0 0 1,0 0-1,0-1 0,0 1 0,0-1 0,0 1 1,1-1-1,-1 0 0,0 0 0,0 0 0,0 0 1,1 0-1,-1-1 0,3 0 0,13-3 167,0 0-1,-1-1 1,0-1-1,0-1 1,-1-1-1,17-9 1,92-67 2395,-54 34-958,-51 37-1149,-9 7-107,-1-1 1,17-14-1,-25 18-259,-3 8-737,1 0 475,-1 0 1,-1 0 0,1-1-1,-1 1 1,-3 8 0,0-1-74,-19 44-714,16-40 816,1 0 1,0 1 0,2-1-1,-5 19 1,10-32 274,0 0 1,0 0-1,0 0 1,1-1-1,-1 1 1,1 0-1,0 0 1,-1-1-1,1 1 1,0 0-1,1-1 1,-1 1-1,0-1 1,1 1-1,-1-1 1,1 0-1,0 1 1,0-1-1,0 0 1,0 0-1,0 0 0,0-1 1,0 1-1,1-1 1,-1 1-1,1-1 1,-1 1-1,4 0 1,3-2 51,0 1 0,1-1 1,-1-1-1,0 0 0,0 0 0,0-1 1,0 0-1,11-4 0,1 0 111,241-72 1429,-255 76-1778,-1 0 1,1 0-1,10-7 0,-5 3-371,-13 6 445,1 0 0,0 0 0,0 0-1,0 0 1,0 0 0,0 0 0,0 0-1,0 0 1,0-1 0,0 1 0,0 0 0,0 0-1,-1 0 1,1 0 0,0 0 0,0 0-1,0 0 1,0 0 0,0 0 0,0 0-1,0 0 1,0 0 0,0-1 0,0 1-1,0 0 1,0 0 0,0 0 0,0 0-1,0 0 1,0 0 0,0 0 0,0 0-1,0-1 1,0 1 0,0 0 0,0 0-1,0 0 1,0 0 0,0 0 0,0 0-1,0 0 1,0 0 0,0 0 0,0 0-1,0-1 1,0 1 0,0 0 0,0 0-1,1 0 1,-1 0 0,0 0 0,0 0 0,0 0-1,0 0 1,0 0 0,0 0 0,0 0-1,0 0 1,0 0 0,0 0 0,1 0-1,-1 0 1,0 0 0,0 0 0,0 0-1,-7-7-401,0 1-1,-1-1 0,0 2 0,0-1 1,0 1-1,0 1 0,-1 0 0,0 0 0,0 0 1,0 1-1,-17-3 0,-145-34-4142,164 38 4649,-1 0 0,1-1 0,0 0 0,-1 0 0,1-1 0,1 0 0,-1 0 0,0 0 0,-7-7 0,14 10-43,-1 0 0,0 0 0,1 0 0,-1 0 0,0 0-1,1-1 1,0 1 0,-1 0 0,1 0 0,0 0 0,-1 0 0,1 0 0,0-1 0,0 1 0,0 0 0,0 0 0,0 0 0,0-1 0,0 1-1,1 0 1,-1 0 0,0 0 0,1-1 0,-1 1 0,0 0 0,1 0 0,0 0 0,-1 0 0,1 0 0,0 0 0,-1 0 0,2-1 0,30-35 1501,-31 36-1478,12-10 589,0-1 0,1 2 0,0-1 0,29-14 0,68-25 1242,-40 20-828,23-12-66,186-92 720,-276 132-1880,0-1 0,-1 1 0,0-1 0,1 0 0,-1 0 0,0 0 0,0 0 0,0 0 0,-1-1 0,1 1 0,-1-1 0,0 0 0,0 0 0,0 0 0,0 0 0,-1 0 0,1 0 0,-1 0 0,0 0 0,-1-1 0,1 1 0,-1 0 0,0-1-1,0 1 1,0 0 0,0-1 0,-1 1 0,0 0 0,0-1 0,0 1 0,0 0 0,-3-5 0,-17-31-2076,16 60 2565,-3 45 895,1 119 0,22 67-461,-2-158-1374,0 14-1506,-12-91 1008,-1-1 0,-1 1 0,0 0 0,-7 29 0,-8 9-5602,1-16-4248</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30.676"/>
    </inkml:context>
    <inkml:brush xml:id="br0">
      <inkml:brushProperty name="width" value="0.025" units="cm"/>
      <inkml:brushProperty name="height" value="0.025" units="cm"/>
    </inkml:brush>
  </inkml:definitions>
  <inkml:trace contextRef="#ctx0" brushRef="#br0">1 116 20498,'57'-29'2488,"-39"23"-256,13-3-532,24-5-327,-18 5-249,1 1-872,5 2-708,-3 0-920,-8-14-1309,-9 12-699,-6 16-3049,0-5-5916</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31.620"/>
    </inkml:context>
    <inkml:brush xml:id="br0">
      <inkml:brushProperty name="width" value="0.025" units="cm"/>
      <inkml:brushProperty name="height" value="0.025" units="cm"/>
    </inkml:brush>
  </inkml:definitions>
  <inkml:trace contextRef="#ctx0" brushRef="#br0">471 665 12829,'-22'-8'1997,"21"7"-1880,0 1 1,0 0 0,0-1-1,0 0 1,0 1-1,0-1 1,0 1 0,1-1-1,-1 0 1,0 0 0,1 1-1,-1-1 1,0 0 0,1 0-1,-1 0 1,1 0-1,-1 0 1,1 0 0,-1 0-1,1 0 1,0-1 0,-4 3 478,-12 4-431,0 0 0,0 1 1,1 0-1,0 2 0,-17 9 1,-43 32 73,12-10 931,-68 57 0,124-91-924,1 0 0,1 1 0,-1 0 0,1 0 1,0 1-1,1-1 0,-6 11 0,9-16-209,1-1 0,0 1 0,0-1 0,-1 1-1,1-1 1,0 1 0,0-1 0,0 1 0,0 0 0,0-1-1,0 1 1,0 0 0,0-1 0,0 1 0,0-1 0,0 1-1,0 0 1,0-1 0,0 1 0,0-1 0,1 1 0,-1-1-1,0 1 1,0-1 0,1 1 0,-1 0 0,1-1 0,-1 0-1,0 1 1,1-1 0,-1 1 0,1-1 0,-1 1 0,1-1 0,-1 0-1,1 1 1,-1-1 0,1 0 0,-1 0 0,1 1 0,-1-1-1,1 0 1,0 0 0,-1 0 0,1 0 0,-1 0 0,1 0-1,1 0 1,3 1 119,0 0 0,0 0 0,0-1 1,0 0-1,8-1 0,3-2 57,1-1-1,-1 0 1,0-1 0,-1-1 0,0 0 0,1-1 0,23-15 0,-16 6-40,0 0 0,0-1 1,36-39-1,-29 25-359,-3-2 1,0 0-1,-3-2 0,0-1 1,-3-1-1,-1 0 0,23-61 0,-30 62-227,-2-1-1,-1 0 0,6-46 1,-14 69 300,-1 1 0,0-1 0,-1 1 1,-1-1-1,0 1 0,-1-1 1,0 1-1,-1 0 0,-1 0 0,0 0 1,0 0-1,-11-20 0,11 27 67,0 0 0,0 0 0,0 0 0,-1 0 0,0 1-1,0-1 1,-11-8 0,14 13 66,1 0 0,-1 0 0,0 0 0,1 0 0,-1 1-1,0-1 1,0 0 0,1 1 0,-1-1 0,0 1 0,0 0 0,0-1 0,0 1 0,0 0-1,0 0 1,0 0 0,1 1 0,-1-1 0,0 0 0,0 1 0,0-1 0,0 1 0,1 0-1,-1-1 1,0 1 0,0 0 0,1 0 0,-1 0 0,1 0 0,-1 0 0,1 1-1,-1-1 1,1 0 0,0 1 0,0-1 0,-2 3 0,-6 9 229,0 0 1,1 1 0,0 0-1,1 0 1,1 1-1,0 0 1,1 0-1,1 1 1,0-1-1,1 1 1,-2 31-1,4-24 3,1 1 0,0 0-1,2 0 1,1-1-1,1 1 1,1-1-1,12 36 1,-1-20-41,2 0-1,1-2 1,2 0-1,2-1 1,32 40-1,-46-65-754,0-1 0,0 0 0,1-1 0,0 0 0,1 0 0,0-1 0,0 0 0,16 7 0,-25-15 286,0-1-1,-1 1 1,1 0-1,0-1 1,0 0-1,0 1 1,0-1 0,-1 0-1,1 0 1,0 0-1,-1 0 1,1 0-1,-1 0 1,1-1-1,1-1 1,-1-1-116,0-1 1,0 0-1,0 0 1,0 0-1,-1 0 1,2-8-1,-1 4 534,-2 7 3086,4 3-3143,0 0 1,-1 1 0,1-1 0,0 1-1,-1 0 1,0 0 0,1 0-1,3 4 1,-3-2-31,0 0-1,-1 0 1,1 1-1,-1-1 1,0 1-1,0 0 1,2 6-1,15 23 230,4-5-262,2-1 0,32 28 0,-56-54-177,0 0 1,0 0-1,1 0 1,-1 0-1,0-1 1,0 1-1,1-1 1,-1 1 0,1-1-1,0 0 1,-1 0-1,1 0 1,0 0-1,0 0 1,-1-1-1,1 1 1,0-1-1,0 0 1,0 0 0,0 0-1,0 0 1,-1 0-1,1-1 1,0 1-1,0-1 1,0 0-1,-1 0 1,1 0-1,0 0 1,-1 0 0,1-1-1,-1 1 1,0-1-1,1 1 1,2-4-1,5-5-656,0-1 0,-1 0 0,0-1 0,-1 1 0,11-22 0,-12 22 336,101-166-2634,64-81 7344,-122 187-2373,56-85 3387,-59 86-81,-50 85-3437,-13 25-916,-35 62-1,10-21-439,-198 448 697,177-383-1008,-85 210-402,70-180-484,70-160 699,-1-1-117,6-12 36,0 1 0,0-1 0,1 1 0,-1 0 0,1 0 1,0 0-1,0 0 0,0 0 0,0 0 0,1 6 0,-1-13-1131,-3-10 414,1 0 0,1 0 1,0-1-1,0 1 1,2-18-1,6-70-5122,-4 74 3250,6-56-7972</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32.599"/>
    </inkml:context>
    <inkml:brush xml:id="br0">
      <inkml:brushProperty name="width" value="0.025" units="cm"/>
      <inkml:brushProperty name="height" value="0.025" units="cm"/>
    </inkml:brush>
  </inkml:definitions>
  <inkml:trace contextRef="#ctx0" brushRef="#br0">61 590 5637,'-34'19'2006,"27"-15"30,4-2 908,-10 13-1723,10-7 8176,3-6-9273,0 0 0,1-1 0,-1 1 0,1-1 0,-1 1 0,1-1 0,0 1 0,-1-1 0,1 1 0,0-1 0,0 0 0,0 0 0,0 1 0,0-1 1,1 0-1,-1 0 0,0 0 0,0 0 0,3 1 0,2 1 169,-1-1 0,1-1 1,-1 1-1,11 1 0,5 0-129,1-1 0,-1-1-1,1-1 1,31-4-1,-21 2-719,3 1-788,-34 1 1278,-1 0 1,1 0-1,-1-1 0,1 1 0,-1 0 0,1 0 0,-1-1 0,1 1 0,-1-1 0,1 1 0,-1 0 0,1-1 0,-1 1 1,0-1-1,1 1 0,-1-1 0,0 1 0,0-1 0,1 1 0,-1-1 0,0 1 0,0-1 0,0 1 0,1-1 0,-1 0 1,0 1-1,0-1 0,0 0 0,1-14-659,-2 12 521,-1-1-1,1 0 0,-1 0 1,0 1-1,0-1 1,0 1-1,0-1 0,0 1 1,-1 0-1,0 0 1,-5-5-1,7 7 203,-1-1-86,-18-12 1940,87 30 199,32 10 286,-71-16-1906,18 6-1933,90 18 1,-133-33 291,5-1-5071,-3 0 6435,0 0 0,0-1-1,-1 1 1,1-1 0,0 0 0,-1 0-1,1-1 1,0 1 0,4-4 0,0 1 281,-1 0 0,1 1 0,0-1 1,0 2-1,12-3 0,16-5 831,-20 5-569,0 1 0,34-4 0,-41 7-695,0 0-1,-1 1 1,1 1-1,0-1 0,-1 1 1,17 4-1,-23-4-429,0-1-177,9 1 74,13 1-3853,-22-4 4170,0 0 0,0 0 0,0 0 0,0 0 0,0-1-1,0 1 1,-1-1 0,3-3 0,46-59 540,69-76 2627,18-12 622,-106 110-1155,-31 36-1877,-3-33 3,2 38-587,-1 0-1,1 0 0,-1 0 1,1 0-1,-1 0 0,0 0 0,0 0 1,0 0-1,0 1 0,0-1 1,0 0-1,0 1 0,-2-2 0,0-1-158,-2 1-298,-8 3 148,-1 0 0,1 0 0,-1 2 0,1-1-1,0 2 1,-1 0 0,-15 5 0,27-7 280,0 1-1,0-1 1,0 0 0,0 1 0,0-1-1,0 1 1,0 0 0,1-1 0,-1 1-1,0 0 1,0 2 0,-1 0-17,1-2-23,2 0 115,0-1 1,0 1 0,0-1-1,0 1 1,1 0 0,-1-1-1,1 1 1,-1-1 0,1 1 0,0-1-1,-1 0 1,1 1 0,0-1-1,0 0 1,0 1 0,0-1-1,0 0 1,0 0 0,1 0-1,-1 0 1,0 0 0,0 0-1,1 0 1,-1 0 0,1-1 0,-1 1-1,1-1 1,-1 1 0,3 0-1,5 1 57,0 0-1,0-1 1,0 0-1,10-1 0,-7 1-25,110-3 288,-107 1-293,6-1-164,-1 0 0,1-1-1,29-9 1,-48 11-417,-1-1-155,-1 0 575,1 0 0,-1 1 0,1-1 0,-1 0 1,0 0-1,0 0 0,0 1 0,0-1 0,0 0 0,-1 0 0,1 0 0,0 1 0,-1-1 0,1 0 0,-1 0 0,0 1 0,0-1 0,1 1 0,-1-1 0,0 1 0,0-1 0,0 1 0,-1-1 0,1 1 1,0 0-1,-3-2 0,-1-3 81,2 2 93,0 0-1,0 0 0,1 1 0,-1-2 1,1 1-1,0 0 0,-2-7 0,2 2 803,0 0 0,0 0 0,1-1 0,1 1 0,0-10-1,-16-3 1223,13 18-1655,1 1 1663,0 3-1855,-30-5-497,32 5 261,0 0 0,0 0 0,0 0 0,0 0 0,-1 0 0,1 0 0,0 0 0,0 0 0,0 0 0,0 0 0,0 0 0,-1 0 0,1 0 0,0 0 0,0 0 0,0 0 0,0 0 0,-1 0 0,1 0 0,0 0 0,0 0 0,0 0 0,0 0 0,0 0 0,-1 1 0,1-1 0,0 0 0,0 0 0,0 0 0,0 0 0,0 0 0,0 0 0,0 1 0,0-1 0,-1 0 0,1 0 0,0 0 0,0 0 0,0 0-1,0 1 1,0-1 0,-4 6-549,-1 0-1,1-1 0,-2 1 0,1-1 0,0 0 1,-1 0-1,0-1 0,0 0 0,0 0 0,-13 6 1,-8 6-5775,-4 5-4924</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33.141"/>
    </inkml:context>
    <inkml:brush xml:id="br0">
      <inkml:brushProperty name="width" value="0.025" units="cm"/>
      <inkml:brushProperty name="height" value="0.025" units="cm"/>
    </inkml:brush>
  </inkml:definitions>
  <inkml:trace contextRef="#ctx0" brushRef="#br0">159 23 7853,'-17'12'5317,"7"-27"-1088,10 14-3840,-1 0-1,1-1 0,-1 1 0,0 0 0,1 0 1,-1 0-1,0 0 0,0 0 0,0 0 0,1 0 1,-1 1-1,0-1 0,0 0 0,0 0 0,-1 1 1,-1-2-1,2 2-303,1-1 0,-1 1 0,0 0 0,0-1 0,1 1 0,-1 0 0,0 0-1,0 0 1,0 0 0,1 0 0,-1 0 0,0 0 0,0 0 0,0 0 0,1 0 0,-1 1 0,0-1 0,0 0 0,0 0 0,1 1 0,-1-1 0,0 0 0,1 1 0,-2 0 0,0 1 11,0 0 0,1-1 1,-1 1-1,1 0 0,0 0 1,-1 0-1,1 0 0,-1 4 0,-3 5 128,2 1-1,-4 19 0,6-27-52,-22 146 1146,-7 252 0,31-250-2527,1-16-2169,-8-46-2538,2-64-577,-1-11-3986</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33.408"/>
    </inkml:context>
    <inkml:brush xml:id="br0">
      <inkml:brushProperty name="width" value="0.025" units="cm"/>
      <inkml:brushProperty name="height" value="0.025" units="cm"/>
    </inkml:brush>
  </inkml:definitions>
  <inkml:trace contextRef="#ctx0" brushRef="#br0">1 63 17246,'30'-20'3427,"-25"16"-2912,0 0 0,0 0-1,0 1 1,0 0 0,1 0 0,-1 0 0,1 1 0,0 0 0,7-2 0,12 0 488,1 0 1,-1 2-1,46 2 1,-63 0-923,1 1 0,-1 0 1,1 0-1,-1 1 0,0 0 0,0 0 1,0 1-1,0 0 0,0 0 1,0 1-1,-1 0 0,0 1 0,0-1 1,0 2-1,7 5 0,-11-6-187,1-1 1,-1 1-1,0 0 0,-1 0 0,1 1 0,-1-1 1,0 0-1,2 8 0,7 46-1494,-8-40 1033,6 76-4742,-8-94 5140,0 1 0,0-1 0,-1 1 1,1-1-1,0 1 0,0-1 0,1 0 0,-1 0 0,0 1 0,0-1 0,1 0 1,-1 0-1,0 0 0,1 0 0,1 0 0,-1 0-237,3-1-436,24-17 228,-1-1 0,38-34 0,-63 50 426,-1-1 0,1 0 1,-1 0-1,0 0 1,0 0-1,0 0 0,0 0 1,0-1-1,-1 1 1,3-7-1,0-22-5068,-4 9-1356</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33.885"/>
    </inkml:context>
    <inkml:brush xml:id="br0">
      <inkml:brushProperty name="width" value="0.025" units="cm"/>
      <inkml:brushProperty name="height" value="0.025" units="cm"/>
    </inkml:brush>
  </inkml:definitions>
  <inkml:trace contextRef="#ctx0" brushRef="#br0">196 0 16281,'26'0'2031,"-20"0"-469,-10 0-332,-1 0-1190,-1 1 1,0 0-1,1 0 0,-1 0 1,1 1-1,-1 0 1,1 0-1,0 0 0,0 0 1,0 1-1,0 0 1,0 0-1,0 0 0,1 1 1,0 0-1,-1 0 1,1 0-1,-5 7 0,7-9-74,-8 10-215,0-1-1,1 1 1,0 1-1,-11 19 1,-5 31 956,9-20 2410,4-16-939,12-27-2100,0 1-1,1 0 1,-1-1-1,0 1 1,1 0-1,-1-1 1,1 1-1,-1 0 1,1-1-1,-1 1 1,1-1-1,-1 1 0,1-1 1,0 1-1,-1-1 1,1 1-1,0-1 1,-1 0-1,1 1 1,1-1-1,-1 1 104,39 22 1663,-30-19-1462,0 2 0,0-1 1,11 10-1,-15-10-270,1 1 0,-1-1 0,-1 1 0,1 0 0,-1 1 0,0-1 0,-1 1 0,8 14 0,-10-16-120,0 1 0,-1 1 0,0-1-1,1 0 1,-2 0 0,1 0 0,-1 1 0,0-1-1,0 0 1,-1 0 0,0 1 0,-2 10-1,-7 16-1164,0 0-1,-2 0 1,-27 52-1,20-51-3181,-33 46 0,31-48-1929,10-12-3718</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34.436"/>
    </inkml:context>
    <inkml:brush xml:id="br0">
      <inkml:brushProperty name="width" value="0.025" units="cm"/>
      <inkml:brushProperty name="height" value="0.025" units="cm"/>
    </inkml:brush>
  </inkml:definitions>
  <inkml:trace contextRef="#ctx0" brushRef="#br0">293 1094 8569,'0'0'261,"-1"0"0,1 1 0,0-1 0,-1 0 0,1 1 0,0-1 0,-1 0 0,1 0 0,-1 1 0,1-1 0,-1 0 0,1 0 0,0 0 0,-1 1 0,1-1 0,-1 0 0,1 0 0,-1 0 0,1 0 0,-1 0 0,1 0 0,-1 0 1,1 0-1,-1 0 0,1 0 0,-1 0 0,1-1 0,-1 1 0,1 0 0,0 0 0,-1 0 0,1 0 0,-1-1 0,1 1 0,-1-1 0,-1 0 26,1-1 0,-1 0 0,1 1 0,0-1 0,-1 0 0,1 0 0,0 0 0,-1-4 0,-1-1-63,0-1 0,0 0 0,1 0 0,-1-12 0,-6-233 3703,3 55-3158,2 110-567,1 3 36,-3 0 1,-26-122-1,12 104 17,19 99 317,4 6-221,2 3-287,-1 0 0,0 0 0,-1 0 0,1 0 0,-1 0 0,0 1 0,0 0 0,0 0 0,-1-1 0,0 2 0,0-1 1,-1 0-1,1 0 0,-2 0 0,1 1 0,0-1 0,-2 10 0,0 16 95,-1-1 0,-9 40 0,9-58-115,-18 77 237,-57 160 0,45-157-340,-28 128-1,57-204 28,0 0 0,2 0 0,-1 0 0,2 0 0,0 0 0,2 0 0,5 31 0,-6-42-52,1 0 1,0 0-1,0 0 0,1 0 0,-1-1 0,1 1 0,0-1 0,1 1 0,-1-1 0,1 0 1,0-1-1,1 1 0,-1-1 0,1 0 0,0 0 0,0 0 0,0 0 0,0-1 0,0 0 0,1 0 1,0-1-1,-1 1 0,1-1 0,8 2 0,-8-4-240,-1 1 0,1-1 0,0 0 1,-1 0-1,1-1 0,0 1 0,-1-1 0,1-1 0,-1 1 1,1-1-1,-1 0 0,1 0 0,-1 0 0,0-1 0,5-3 1,17-7-2206,12-5-4108,-6-8-4256</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38.075"/>
    </inkml:context>
    <inkml:brush xml:id="br0">
      <inkml:brushProperty name="width" value="0.025" units="cm"/>
      <inkml:brushProperty name="height" value="0.025" units="cm"/>
    </inkml:brush>
  </inkml:definitions>
  <inkml:trace contextRef="#ctx0" brushRef="#br0">63 116 12881,'-20'9'2336,"17"-7"-383,-26 3 2334,29-5-4266,0 0 0,0 0-1,-1 0 1,1 0 0,0 0-1,0 0 1,0 0-1,0 0 1,0 0 0,0 0-1,-1 1 1,1-1 0,0 0-1,0 0 1,0 0 0,0 0-1,0 0 1,0 0-1,0 0 1,-1 0 0,1 0-1,0 0 1,0 0 0,0 1-1,0-1 1,0 0 0,0 0-1,0 0 1,0 0 0,0 0-1,0 0 1,0 0-1,0 1 1,0-1 0,0 0-1,0 0 1,0 0 0,0 0-1,0 0 1,0 0 0,0 1-1,0-1 1,0 0 0,0 0-1,0 0 1,0 0-1,0 0 1,0 0 0,0 1-1,-4 87 2179,2-47-1742,1 0 0,5 52 1,4-70-911,-5-17 328,14-22-300,17-24 217,-3-2 0,42-71 0,-41 61 100,50-63 1,-50 67-255,-30 46 269,-1 5 40,2 7 34,0 1 0,0 0 1,-1 0-1,-1 0 0,0 0 0,0 0 0,-3 19 0,2 16-21,1-40 37,-1 10-16,1 1 0,1 0 0,6 25 1,-6-38 27,-1 0 1,0 0-1,1 0 1,0 0-1,0 0 0,0-1 1,0 1-1,6 5 1,-7-8 5,1 1 1,-1-1-1,1 1 0,0-1 1,0 0-1,-1 0 1,1 0-1,0 0 0,0 0 1,0-1-1,0 1 1,0 0-1,0-1 0,0 0 1,1 1-1,-1-1 0,0 0 1,3 0-1,6-2 34,0 0-1,-1 0 0,1-1 0,0-1 1,-1 0-1,0 0 0,0-1 1,15-9-1,74-55 720,-95 66-724,136-119 1455,-90 76-972,-38 34-609,-10 13 59,-1-1-1,0 1 1,0 0 0,0-1-1,0 1 1,0 0-1,0 0 1,0 0 0,0 0-1,0 0 1,-1 0-1,1 0 1,0 0 0,-1 0-1,1 0 1,0 0-1,-1 0 1,1 1 0,-1-1-1,1 1 1,-2 6-34,1 0 1,-1-1 0,-1 1-1,-3 13 1,0 0-16,-2 13 49,2 0 1,1 0-1,2 0 0,1 0 1,7 60-1,-6-92 76,0 0 0,0 0 0,1 0 0,-1 1 0,0-1 0,1 0 0,0 0 0,-1 0 0,1 0 0,0 0 0,0 0 0,0 0 0,0 0 0,0-1 0,1 1 0,-1 0 0,0-1 0,1 1 0,-1-1 0,1 1-1,0-1 1,-1 0 0,1 1 0,0-1 0,0 0 0,0 0 0,0 0 0,0-1 0,0 1 0,0 0 0,0-1 0,0 0 0,0 1 0,0-1 0,1 0 0,-1 0 0,0 0 0,0 0 0,0 0 0,0-1 0,4 0 0,32-5 517,56-17 0,-60 14-133,0 0 0,65-6-1,-94 15-404,0 0-1,0 0 1,0 0-1,0 1 1,0-1-1,9 4 1,-12-4-35,-1 1 0,1 0 1,0 0-1,-1 0 0,1-1 1,-1 1-1,1 1 0,-1-1 1,0 0-1,1 0 0,-1 1 1,0-1-1,0 0 0,0 1 1,0-1-1,0 1 0,0-1 1,0 1-1,-1 0 0,1-1 1,0 1-1,-1 2 0,2 2-219,-1 1 0,0-1-1,-1 1 1,0-1 0,0 1 0,0-1 0,-1 0-1,0 1 1,0-1 0,0 1 0,-1-1-1,-4 11 1,-17 23-4436,-8-4-4794,16-23-1427</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38.202"/>
    </inkml:context>
    <inkml:brush xml:id="br0">
      <inkml:brushProperty name="width" value="0.025" units="cm"/>
      <inkml:brushProperty name="height" value="0.025" units="cm"/>
    </inkml:brush>
  </inkml:definitions>
  <inkml:trace contextRef="#ctx0" brushRef="#br0">219 36 18202,'-63'-29'2268,"40"26"-496,0 3 108,6-3-2200,-3 3-1404,-6 9-612,-9 11-3533,24-9-5020</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38.708"/>
    </inkml:context>
    <inkml:brush xml:id="br0">
      <inkml:brushProperty name="width" value="0.025" units="cm"/>
      <inkml:brushProperty name="height" value="0.025" units="cm"/>
    </inkml:brush>
  </inkml:definitions>
  <inkml:trace contextRef="#ctx0" brushRef="#br0">378 606 14965,'-29'0'2105,"28"0"-1996,1 0 1,-1 0-1,0 0 1,1 0-1,-1 0 1,1-1 0,-1 1-1,0 0 1,1 0-1,-1-1 1,1 1 0,-1 0-1,1-1 1,-1 1-1,1-1 1,-1 1-1,1-1 1,-1 1 0,1-1-1,0 1 1,-1-1-1,1 1 1,0-1-1,-1 1 1,1-1 0,0 1-1,0-1 1,-1 0-1,1 0 1,0-1 335,-1 1-320,0 1 0,0-1 0,0 0 0,0 0 1,0 0-1,0 0 0,0 1 0,0-1 0,0 1 0,-1-1 0,1 1 0,0-1 1,0 1-1,0-1 0,-1 1 0,1 0 0,0 0 0,-1 0 0,1 0 0,0 0 0,0 0 1,-1 0-1,0 0 0,-37 9 1194,32-7-1126,-16 6 148,-1 0 0,2 2 0,0 1 0,-25 15 0,32-17-349,1 1-1,1 0 0,0 1 0,0 0 0,1 1 0,0 1 0,-10 14 0,21-26 4,1 0 0,-1 0-1,0 0 1,1 0 0,-1 0 0,0 0-1,1 0 1,-1 1 0,1-1 0,0 0-1,-1 0 1,1 1 0,0-1 0,0 0-1,0 0 1,0 1 0,0-1 0,0 0-1,0 1 1,0-1 0,1 0 0,-1 0-1,0 1 1,1-1 0,-1 0 0,2 2-1,-1-2 11,0 1 0,0-1-1,1 0 1,-1 0-1,0 0 1,1 0 0,-1 0-1,1 0 1,-1 0-1,1-1 1,-1 1-1,1 0 1,-1-1 0,1 1-1,0-1 1,0 0-1,-1 1 1,1-1 0,0 0-1,2 0 1,12-1 36,0 0-1,1-1 1,-1 0 0,0-2 0,0 0 0,0 0 0,-1-2 0,27-12-1,-22 7-9,0-1-1,-1 0 0,-1-2 1,0 0-1,29-31 0,-23 18-37,-2-1 0,0-1 0,-2-1 0,-2-1 0,0 0 0,-2-2-1,-2 0 1,11-34 0,-8 14-165,10-54 0,-25 91 74,1 0 0,-2 0 0,0 0 0,-1 0 0,0 0 0,-2 0-1,1 0 1,-6-16 0,7 30 85,0 1 0,0 0 0,-1-1 0,1 1 0,-1 0 0,1-1 0,-1 1 0,1 0-1,-1-1 1,0 1 0,0 0 0,0 0 0,1 0 0,-1 0 0,0 0 0,0 0 0,-1 0 0,1 0-1,0 0 1,0 0 0,0 1 0,-1-1 0,1 0 0,0 1 0,0-1 0,-1 1 0,-1-1-1,1 1 8,0 0-1,0 0 0,1 1 0,-1-1 0,0 1 0,0-1 0,0 1 0,1-1 0,-1 1 0,0 0 0,1 0 0,-1 0 0,0 0 0,1 0 0,-1 0 0,1 1 1,0-1-1,-3 3 0,-6 9 53,0 0 0,1 0 0,1 1 0,0 0 0,1 1 0,-8 24 1,-26 100 779,36-120-746,-5 24 103,1 1 0,2 0 0,2 0 0,1 57 0,5-79-391,0-1-1,2 1 0,0-1 0,1 0 0,1 0 0,1 0 0,1 0 1,1-1-1,1 0 0,19 32 0,-24-46-170,1 1 0,0-1 0,0 0-1,1-1 1,0 1 0,0-1 0,0 0 0,0 0 0,1-1-1,0 0 1,11 5 0,-10-6-819,0 0 0,0 0 0,0-1 0,0-1 0,1 1 0,12-1-1,29-4-8393</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39.307"/>
    </inkml:context>
    <inkml:brush xml:id="br0">
      <inkml:brushProperty name="width" value="0.025" units="cm"/>
      <inkml:brushProperty name="height" value="0.025" units="cm"/>
    </inkml:brush>
  </inkml:definitions>
  <inkml:trace contextRef="#ctx0" brushRef="#br0">194 887 12117,'-18'7'709,"-1"1"-1,2 0 1,-27 17 0,37-19-348,-1 0 0,1 0 0,0 0 1,0 1-1,0 0 0,1 1 0,0-1 0,1 1 1,-9 15-1,10-14-125,1-1 0,-1 1 0,2 0 1,-1 0-1,1 0 0,-1 17 1,2-24-167,1 0 0,0 0 0,0 0 0,1 0 0,-1 0 0,0 0 0,1 0 0,-1 0 1,1 0-1,-1 0 0,1 0 0,0-1 0,0 1 0,0 0 0,2 3 0,-1-4-20,-1 0 0,1 0 0,-1 0-1,1 0 1,-1-1 0,1 1 0,0 0-1,-1-1 1,1 1 0,0-1 0,0 1-1,-1-1 1,1 0 0,0 0 0,0 0 0,-1 0-1,1 0 1,0 0 0,0 0 0,-1-1-1,4 0 1,9-3 213,0 0 0,0-1 0,0-1 1,-1 0-1,0 0 0,20-15 0,71-60 613,-66 50-713,-10 7-203,43-47 0,-58 56-113,0-1-1,-1 0 0,-1 0 1,17-35-1,-23 37 14,0 1 0,-2-1 1,1 0-1,-2 0 0,1-1 0,-2 1 0,0 0 1,-1-1-1,0 1 0,-2-1 0,-4-26 1,-5-6-491,-3 1 0,-21-51 1,-25-46 1935,59 141-85,-2 22 84,0 2-819,1 1 0,1 0 1,4 39-1,15 70 456,-11-93-1003,1 0 1,2-1-1,2 0 1,20 46-1,-26-69-436,2-1 0,-1 0-1,2-1 1,-1 0 0,20 22-1,-26-33 325,1 1 0,0-1 0,-1 0-1,1 1 1,0-1 0,0-1-1,0 1 1,1 0 0,-1-1 0,0 0-1,1 1 1,-1-1 0,1-1-1,-1 1 1,1 0 0,-1-1 0,1 0-1,-1 0 1,1 0 0,0 0-1,-1 0 1,1-1 0,-1 1 0,1-1-1,-1 0 1,0 0 0,1-1-1,-1 1 1,0-1 0,0 1 0,1-1-1,3-4 1,6-3-132,-1-1 0,-1-1-1,1 0 1,-2 0 0,1-1-1,-2 0 1,13-21 0,50-103-153,-39 64 1609,-4-1 0,-3-1 0,29-135 0,-52 195-728,-1 0 0,0-1 1,-1 1-1,-1 0 0,0 0 0,-1-1 0,0 1 0,-1 0 0,-6-19 0,8 31-347,0 0 0,-1 0 0,0 1-1,1-1 1,-1 0 0,0 1 0,1-1-1,-1 1 1,0-1 0,0 1 0,-1-1 0,1 1-1,0-1 1,0 1 0,-1 0 0,1 0 0,0 0-1,-1 0 1,-1-1 0,1 1-40,1 1 0,0 0 1,-1 0-1,1 0 0,0 0 1,-1 0-1,1 0 0,0 0 1,-1 1-1,1-1 0,0 0 0,-1 1 1,1-1-1,0 1 0,0-1 1,0 1-1,-1 0 0,1-1 0,-1 3 1,-6 3 48,1 1 0,0 0 0,0 1 1,1-1-1,-7 12 0,0 2 57,0 1-1,2 1 1,1-1-1,0 2 0,-7 30 1,-23 127 508,37-167-601,-4 30 28,2 0 0,1 0 0,2 0 1,3 1-1,1-1 0,14 78 0,-11-102-299,0 0 0,2-1 0,0 0 0,12 24 0,-16-37-35,1 0-1,-1 0 0,1 0 0,0 0 1,0 0-1,1-1 0,0 0 0,0 0 1,0 0-1,1-1 0,-1 1 0,1-1 1,0-1-1,0 1 0,11 4 1,-12-7-555,0-1 0,0 1 1,0-1-1,0 0 0,0 0 1,0 0-1,0-1 1,0 0-1,0 0 0,10-3 1,-10 3-369,35-10-9886</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39.641"/>
    </inkml:context>
    <inkml:brush xml:id="br0">
      <inkml:brushProperty name="width" value="0.025" units="cm"/>
      <inkml:brushProperty name="height" value="0.025" units="cm"/>
    </inkml:brush>
  </inkml:definitions>
  <inkml:trace contextRef="#ctx0" brushRef="#br0">195 181 15025,'11'-1'852,"-7"0"337,-5 2 245,-18 9 3636,21-8-4847,0-1-1,0 1 1,1-1-1,-1 1 1,0-1 0,1 0-1,-1 0 1,1 0-1,0-1 1,-1 1-1,1 0 1,0-1-1,-1 0 1,1 0 0,0 0-1,0 0 1,-1 0-1,1 0 1,0-1-1,3 0 1,-4 0-225,-1 0 0,1 1 0,-1-1-1,0 0 1,1 0 0,-1-1 0,0 1 0,0 0 0,0 0 0,1-1 0,-1 1-1,-1 0 1,1-1 0,0 1 0,0-1 0,0 1 0,-1-1 0,2-3-1,-1 3-85,0-1-17,0 0 0,-1 0 0,1 1-1,0-1 1,-1 0 0,0 0 0,1 0-1,-1 0 1,0 0 0,-1 0 0,1 0-1,0 0 1,-1 1 0,0-1 0,-1-4 0,0 2-89,0 0 1,-1 0-1,0 0 1,0 0 0,0 0-1,-1 1 1,-5-7-1,1 3-104,-1 0 0,0 1 0,0 0-1,-1 0 1,0 1 0,0 1-1,-11-6 1,11 8 144,0-1-1,0 1 1,0 1-1,-1-1 1,-16 0-1,23 3 245,1 0-1,-1 0 1,1 0-1,-1 0 1,1 1-1,-1-1 1,1 1-1,-1 0 1,1 0-1,0 0 1,-1 0-1,1 1 1,0 0-1,0-1 0,0 1 1,0 0-1,0 0 1,-5 6-1,7-7 24,0 1-1,0 0 0,0 0 1,0 0-1,0 0 0,1 0 1,-1 0-1,1 0 0,-1 0 1,1 0-1,0 0 0,-1 0 1,1 0-1,0 0 0,1 0 1,-1 1-1,1 2 0,0 0 60,0 0 0,0 1 0,1-1 0,0 0 0,5 9-1,0-3-80,-1-1 0,2-1 1,0 1-1,0-1 0,0-1 0,1 1 0,1-1 0,-1-1 0,1 0 0,0 0 0,1-1 0,0 0 0,16 6 0,-10-6-616,0-1 0,1 0 1,-1-1-1,1-1 0,0 0 0,0-2 1,1 0-1,26-2 0,66-9-8991,-58 2-860</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40.416"/>
    </inkml:context>
    <inkml:brush xml:id="br0">
      <inkml:brushProperty name="width" value="0.025" units="cm"/>
      <inkml:brushProperty name="height" value="0.025" units="cm"/>
    </inkml:brush>
  </inkml:definitions>
  <inkml:trace contextRef="#ctx0" brushRef="#br0">253 219 14725,'-30'5'1303,"18"-3"-635,0-1-1,0 2 1,1 0 0,-1 0 0,0 1-1,1 1 1,-18 9 0,17-6-672,0 0-1,0 2 1,1-1-1,0 1 1,1 1-1,1 0 1,-13 18 0,10 0 504,12-29-475,0 1 0,1 0 0,-1-1 0,0 1 0,1 0 0,-1-1 0,1 1 0,-1-1 0,0 1 0,1-1 0,-1 1 0,1-1 0,0 0 0,-1 1 0,1-1 0,-1 1 0,1-1 0,0 0-1,0 1 1,0-1 14,3 1 29,-1 0 0,1 0 0,0 0 0,0-1 0,0 0 0,0 0 0,0 0 0,0 0 0,0 0 0,0-1 0,0 1 0,0-1-1,0 0 1,-1-1 0,6-1 0,7-2 207,122-36 2428,-99 29-1783,-29 10-739,-1-1 1,1 0-1,-1-1 1,9-5-1,18-2-128,-30 10-1496,-25 8-12,10-4 1061,0 0 1,1 1 0,-1 0-1,1 0 1,0 1-1,-8 6 1,16-11 394,0 0-1,-1 0 1,1 0 0,0 0 0,-1 1-1,1-1 1,0 0 0,-1 0-1,1 1 1,0-1 0,0 0-1,-1 0 1,1 1 0,0-1 0,0 0-1,-1 1 1,1-1 0,0 0-1,0 1 1,0-1 0,0 0-1,-1 1 1,1-1 0,0 0 0,0 1-1,0-1 1,0 1 0,0-1-1,0 0 1,0 1 0,0-1-1,0 0 1,0 1 0,0-1-1,0 1 1,0-1 0,1 0 0,-1 1-1,0-1 1,0 0 0,0 1-1,0-1 1,1 0 0,-1 1-1,0-1 1,0 0 0,1 1 0,-1-1-1,0 0 1,1 0 0,-1 0-1,0 1 1,1-1 0,-1 0-1,0 0 1,1 0 0,-1 1 0,0-1-1,1 0 1,-1 0 0,0 0-1,1 0 1,-1 0 0,1 0-1,-1 0 1,6 3 46,-1-1 0,1 0-1,0 0 1,-1 0 0,1 0 0,0-1-1,0 0 1,0 0 0,0-1 0,0 0-1,10-1 1,8-1 278,37-10 0,-41 8-126,10-2 305,0-2 1,0-2-1,-1 0 1,48-25 0,-61 26-606,0-1 0,0 0 0,-1-1 0,-1-1 1,0 0-1,-1-1 0,0 0 0,-1-1 0,12-18 0,-19 24-62,-1 0-1,-1 0 0,1-1 1,-1 1-1,-1-1 0,0 0 1,0 1-1,1-15 0,1-4 474,-4 25-183,1 0 0,-1 0 1,-1 0-1,1 0 0,0 0 0,0 1 0,-1-1 1,1 0-1,-1 0 0,0 1 0,1-1 0,-3-2 1,2 1 157,0 0 465,-2 26 921,0 60 215,2-47-1177,-5 37 1,-3-25-601,-2-1 1,-2 0-1,-32 78 1,-76 125 71,81-172-171,-37 60-1380,44-84-3,4 2 0,-39 97 0,67-150 503,13-21-472,306-421 543,29 20 5163,-299 368-3261,44-65 0,-91 115-1098,0 0-1,0-1 0,0 1 0,0 0 0,0 0 0,0-1 0,-1 1 0,1-1 1,0 1-1,-1-1 0,0 1 0,1-1 0,-1 1 0,0-1 0,1 1 0,-1-1 1,0 1-1,0-1 0,-1 0 0,1 1 0,0-1 0,0 1 0,-1-1 0,1 1 1,-1-1-1,0-1 0,0 2-19,0 0 1,-1-1-1,1 1 1,0 0 0,-1 0-1,1 0 1,-1 0-1,0 1 1,1-1-1,-1 0 1,1 1-1,-1-1 1,0 1 0,0-1-1,1 1 1,-1 0-1,0 0 1,0 0-1,1 0 1,-4 0-1,-11 2-65,0 0-1,0 1 0,1 1 0,0 0 1,-1 1-1,1 1 0,1 1 0,-1 0 0,1 0 1,0 2-1,-16 12 0,28-19 84,-1-1 0,1 1 1,0 0-1,-1 0 0,1 0 0,0 0 0,0 1 0,1-1 1,-1 1-1,0-1 0,1 1 0,0-1 0,-1 1 0,1 0 1,0 0-1,0-1 0,0 5 0,1-5 8,0 0 1,0 0-1,0 0 0,1 0 1,-1 0-1,1 0 0,-1 0 0,1 0 1,0 0-1,0-1 0,0 1 1,0 0-1,0 0 0,0-1 1,0 1-1,0-1 0,1 1 0,-1-1 1,1 1-1,-1-1 0,1 0 1,-1 0-1,1 0 0,0 0 0,3 2 1,10 4 39,0-1 1,1 0 0,0-1 0,0-1-1,0 0 1,1-1 0,30 1-1,-7-2-399,0-3 0,50-7 0,-72 5-408,1-1 0,20-7 0,10-6-3944,-20 7-826,15-5-8392</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5:40.796"/>
    </inkml:context>
    <inkml:brush xml:id="br0">
      <inkml:brushProperty name="width" value="0.025" units="cm"/>
      <inkml:brushProperty name="height" value="0.025" units="cm"/>
    </inkml:brush>
  </inkml:definitions>
  <inkml:trace contextRef="#ctx0" brushRef="#br0">627 1 20534,'2'10'855,"0"-1"1,0 0-1,1 1 1,4 8-1,8 28 1211,-10-20-1156,-2 1 1,-1-1-1,-2 44 0,-13 81 682,-4-37-1304,-5-1 0,-43 133 0,-110 207-2261,144-393-142,-2-1 0,-66 90 0,-31 10-7788,47-77-1866</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6:06.088"/>
    </inkml:context>
    <inkml:brush xml:id="br0">
      <inkml:brushProperty name="width" value="0.025" units="cm"/>
      <inkml:brushProperty name="height" value="0.025" units="cm"/>
    </inkml:brush>
  </inkml:definitions>
  <inkml:trace contextRef="#ctx0" brushRef="#br0">2097 285 6265,'14'-5'1485,"-13"7"-653,-7 4 3769,17-17-2567,-5 7-1045,-1 1 0,0 0 0,1 0-1,10-4 4750,-17 5-5443,-1 1 1,1 0-1,-1-1 0,1 1 0,-1 0 0,1 0 0,-1 0 1,0 0-1,1 1 0,-1-1 0,0 0 0,0 1 0,-3-1 1,0 1-212,0 1 0,0-1-1,0 0 1,0-1 0,0 1 0,0-1 0,0 0 0,-10-3 0,-39-19 265,16 5-187,1 3-95,-129-48 525,113 43-475,33 12-39,-1 0-1,-30-7 1,-37 2-109,-99-3 1,11 2 45,-25-6 49,103 16-125,0 5 1,-125 16-1,164-10 58,-69 18 0,98-17 3,1 1 0,0 2 0,0 1 0,-27 15 0,39-17-7,0 0 0,1 2 1,0-1-1,-25 26 1,31-27-1,1 1 0,-1 1 1,2 0-1,-1 0 0,2 1 0,0 0 0,0 0 1,1 0-1,1 1 0,0 0 0,1 0 1,-3 21-1,6-28 3,1 0 1,0-1 0,0 1-1,1 0 1,0-1-1,0 1 1,4 12 0,-4-16 6,3 7-1,0 0 1,1 0-1,0-1 0,1 0 1,0 1-1,0-2 0,1 1 1,13 13-1,-13-15 2,11 13-2,2-2 1,0 0 0,2-1 0,-1-1 0,2-1 0,0-1 0,1-1 0,30 11 0,-17-7 12,56 19 50,-80-32-55,14 5 22,0-2 1,42 6 0,99-4-99,-118-11 71,1-2-1,-1-2 0,74-19 1,-86 16-58,1 2 0,78-3 1,-104 9 69,158-17-126,-86 8 103,49-5-49,-86 11 49,85-20-1,-103 15 36,0-2 1,-1-1-1,0-1 0,41-26 0,-39 22-15,13-14 628,-42 30 55,0 0-502,28-23 8,-20 10-203,-10 9 0,0 4 0,0 0 0,0 0 0,-1 0 0,1 0 0,0-1 0,0 1 0,0 0 0,0 0 0,0 0 0,1 0 0,-1-1 0,0 1 0,1 0 0,-1 0 0,0 0 0,1 0 0,-1 0 0,1 0 0,0 0 0,0-1 0,7-10 0,-2-1 0,-6 10 4,0 0-1,0 0 1,0 0-1,-1 0 1,1 0-1,-1 0 1,1 0-1,-1 0 1,0 0-1,0 0 1,-1 1-1,1-1 1,-4-5-1,-1 0-7,0 0-1,-15-13 0,-12-15-291,23 21-1126,-1 1-1,0 0 0,-1 1 0,-21-18 1,19 20-2025,-1 1-1,-22-12 1,-3-1-8620</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6:11.342"/>
    </inkml:context>
    <inkml:brush xml:id="br0">
      <inkml:brushProperty name="width" value="0.025" units="cm"/>
      <inkml:brushProperty name="height" value="0.025" units="cm"/>
    </inkml:brush>
  </inkml:definitions>
  <inkml:trace contextRef="#ctx0" brushRef="#br0">238 97 6509,'-27'7'1746,"22"-5"6328,-7-4-7335,0 0-1,-1 1 1,-16 0-1,26 1 1171,-19 12 729,24-17-2416,1 1 1,-1-1 0,1 1 0,0 0 0,0 0 0,0 0-1,1 0 1,-1 0 0,1 1 0,0 0 0,0-1 0,0 1-1,1 1 1,-1-1 0,1 1 0,9-4 0,125-42 2928,-134 50-2868,6 8-136,-10-10-144,0 1 1,1 1-1,-1-1 1,0 0-1,0 0 1,0 0-1,0 1 1,0-1-1,0 0 1,0 1 0,1 2-1,-2-2-22,0 1-1,0-1 1,0 0-1,0 1 1,0-1-1,-1 1 1,1-1-1,-1 0 1,1 1-1,-1-1 1,-1 4 0,-23 57-1993,-3-1 1,-62 103 0,-66 124-2424,137-252 4681,-10 25 1330,29-61-1467,0 0 0,-1 1 0,1-1 0,0 0 0,0 1 0,-1-1 0,1 0 0,0 0 0,0 1 0,1-1 0,-1 0 0,0 1 0,0-1 0,0 0 0,1 0 0,-1 1 0,1-1 0,-1 0 0,1 0 0,0 0 0,-1 0 0,1 0 0,0 0 0,0 0 0,-1 0 0,1 0 0,0 0 0,0 0-1,0 0 1,0 0 0,0-1 0,1 1 0,0 0 0,3 2 165,-1-1-1,1 1 0,0-1 1,0 0-1,0-1 1,0 1-1,0-1 0,6 1 1,13-1 577,0-1 1,0-1 0,28-4-1,-3 0-203,439-52-462,-479 54-148,-19 2 0,-22 1-417,5-1-1493,-29-3 0,-25-1-3745,23 7-1913,0-5-5059</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6:17.458"/>
    </inkml:context>
    <inkml:brush xml:id="br0">
      <inkml:brushProperty name="width" value="0.025" units="cm"/>
      <inkml:brushProperty name="height" value="0.025" units="cm"/>
    </inkml:brush>
  </inkml:definitions>
  <inkml:trace contextRef="#ctx0" brushRef="#br0">79 158 4128,'0'0'2711,"-2"2"-1387,1-1-942,1 0 0,-1 0-1,0 0 1,0 0 0,0 0 0,0 0 0,0 0 0,0 0 0,-1-1 0,1 1 0,0 0 0,0-1-1,-1 1 1,1-1 0,0 1 0,0-1 0,-2 1 0,-24-3 7843,8-1-6126,18 3-2037,1 0 1,0 0-1,0 1 1,-1-1-1,1 0 1,0 0-1,0 0 1,-1 0-1,1 0 1,0 0-1,0 0 1,-1 0-1,1 0 1,0 0-1,-1 0 1,1 0-1,0 0 1,0 0-1,-1 0 1,1-1-1,0 1 1,0 0-1,-1 0 1,1 0-1,0 0 1,0 0-1,0-1 1,-1 1-1,1 0 1,0 0-1,0 0 1,0-1-1,0 1 1,-1 0-1,1 0 1,0 0-1,0-1 1,0 1-1,0 0 1,0 0-1,0-1 1,0 1-1,12-7 1084,27-5 219,95-22-705,235-55 888,-339 82-1548,38-6 0,-61 12 0,1 0 0,-1 1 0,0 0 0,0 0 0,0 1 0,0 0 0,10 2 0,-16-2 0,-1-1 0,1 1 0,0 0 0,0-1 0,-1 1 0,1 0 0,-1 0 0,1-1 0,0 1 0,-1 0 0,1 0 0,-1 0 0,0 0 0,1 0 0,-1 0 0,0 0 0,0 0 0,1-1 0,-1 1 0,0 0 0,0 0 0,0 0 0,0 0 0,0 0 0,0 0 0,-1 0 0,1 0 0,0 0 0,0 0 0,-1 0 0,0 1 0,-13 40 0,11-34 0,-15 36 0,-34 60 0,17-38 0,-77 189 0,100-225 0,7-17 0,0-1 0,1 1 0,-5 21 0,9-33-99,0 1 1,0 0-1,0-1 0,1 1 1,-1 0-1,0-1 0,1 1 1,-1 0-1,1-1 1,0 1-1,1 2 0,-2-3 38,0-1 0,1 1 0,-1-1 0,0 1-1,1-1 1,-1 1 0,0-1 0,1 1 0,-1-1-1,0 1 1,1-1 0,-1 0 0,1 1 0,-1-1 0,1 0-1,-1 0 1,1 1 0,-1-1 0,1 0 0,-1 0 0,1 0-1,0 1 1,-1-1 0,1 0 0,-1 0 0,1 0-1,-1 0 1,1 0 0,-1 0 0,1 0 0,0 0 0,-1-1-1,1 1 1,-1 0 0,1 0 0,-1 0 0,1-1 0,0 1-1,3-5-738,0 1-1,-1-1 1,1 0-1,-1 0 0,4-9 1,-1 2-933,11-21-5611,-1-5-4989</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6:17.601"/>
    </inkml:context>
    <inkml:brush xml:id="br0">
      <inkml:brushProperty name="width" value="0.025" units="cm"/>
      <inkml:brushProperty name="height" value="0.025" units="cm"/>
    </inkml:brush>
  </inkml:definitions>
  <inkml:trace contextRef="#ctx0" brushRef="#br0">101 1 5064,'-81'23'-1480,"61"-20"880</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6:18.105"/>
    </inkml:context>
    <inkml:brush xml:id="br0">
      <inkml:brushProperty name="width" value="0.025" units="cm"/>
      <inkml:brushProperty name="height" value="0.025" units="cm"/>
    </inkml:brush>
  </inkml:definitions>
  <inkml:trace contextRef="#ctx0" brushRef="#br0">75 7 14541,'-19'4'1085,"-3"1"470,9-5 2266,30 1-2318,0-1 1,0-1-1,0 0 1,21-5-1,-14 2-295,30 0 0,-20 9-1145,-31-4-329,-2 1-980,6 19 539,-6-18 484,0-1 143,0 0 147,0 0 0,0 0-1,1 1 1,-1-1 0,1 0 0,-1 0 0,1 0 0,0 0-1,0-1 1,0 1 0,0 0 0,0-1 0,0 1 0,0-1-1,0 0 1,1 0 0,-1 0 0,1 0 0,-1 0-1,0 0 1,1-1 0,0 1 0,-1-1 0,1 0 0,4 0-1,16 4 254,0 1-1,0 0 0,-1 2 0,1 0 0,-1 2 1,-1 0-1,29 17 0,-48-24-319,0-1 0,-1 1 0,1-1 0,0 1 0,-1-1 0,1 1 0,-1 0 0,1 0 0,-1 0 0,0 0 0,0 0 0,0 0 0,0 0 0,0 0 0,0 1 0,-1-1 0,1 0 0,-1 0 0,1 1 0,-1-1 0,0 0 0,0 1 0,0-1 0,0 0 0,0 1 0,-1-1 0,-1 5 0,0 3 0,-1 1 0,0-1 0,-1 0 0,0 0 0,-6 11 0,-13 15-603,-2-2 0,0 0 0,-55 54-1,47-53 47,6-7-414,-1-2 0,-1-1 0,-1-1 0,-1-1 0,-2-2 1,-43 22-1,71-41 873,-25 10-878,29-12 915,-1 0 1,1 0-1,-1 1 1,1-1-1,-1 0 1,1 0-1,-1-1 1,1 1-1,-1 0 1,1 0-1,-1-1 1,1 1-1,-1-1 1,1 1-1,0-1 1,-1 0-1,1 0 1,-2-1-1,2 2 44,1-1 1,-1 0-1,0 0 0,1 1 0,-1-1 1,1 0-1,-1 0 0,1 0 0,0 0 1,-1 0-1,1 1 0,0-1 0,0 0 0,-1 0 1,1 0-1,0 0 0,0 0 0,0 0 1,0 0-1,0 0 0,0 0 0,1 0 1,-1 0-1,0 0 0,0 0 0,1 0 0,-1 1 1,0-1-1,1 0 0,-1 0 0,1 0 1,-1 0-1,1 1 0,0-1 0,0-1 1,27-28-146,-24 27 124,14-13-236,0 0 0,2 2 0,38-22 0,70-26-2821,-47 23-2176,-20 8-2257</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6:18.844"/>
    </inkml:context>
    <inkml:brush xml:id="br0">
      <inkml:brushProperty name="width" value="0.025" units="cm"/>
      <inkml:brushProperty name="height" value="0.025" units="cm"/>
    </inkml:brush>
  </inkml:definitions>
  <inkml:trace contextRef="#ctx0" brushRef="#br0">540 1 8169,'-28'3'4441,"-57"10"515,71-9-4661,0 1 1,1 0 0,-1 1 0,1 0 0,1 1 0,-1 1 0,-22 17-1,7-1 381,-50 54-1,-22 41 365,84-96-617,0 1 0,2 0-1,-18 39 1,29-55-226,0-1-1,1 1 1,0-1-1,0 1 1,1 0 0,0 0-1,0 0 1,1-1-1,0 1 1,0 0-1,1 0 1,3 15 0,-2-18-77,-1 0 1,1 0-1,0-1 1,1 1-1,-1 0 1,1-1-1,0 1 1,0-1-1,0 0 1,1 0-1,-1 0 1,1 0-1,0-1 1,0 0-1,0 1 1,1-2-1,-1 1 1,1 0-1,-1-1 1,8 3-1,6 1 193,1-1 1,0-1-1,1 0 1,-1-1-1,1-2 1,-1 0-1,22-1 1,135-21 832,-160 18-1141,-1 0-1,23-8 0,-36 11-34,-1-1 0,0 1 0,1-1 0,-1 1 0,0-1 0,0 0 0,0 1-1,0-1 1,0 0 0,0 0 0,0 0 0,0 0 0,0 0 0,0 0 0,0 0 0,0 0 0,-1 0 0,1 0 0,0 0 0,-1-1 0,1 1 0,-1 0-1,1 0 1,-1-1 0,0 1 0,0 0 0,1-1 0,-1 1 0,0 0 0,0-1 0,0-1 0,-1 1-66,0 0 1,1 0-1,-1 0 0,0 0 1,0 0-1,0 0 0,0 0 1,0 0-1,-1 1 0,1-1 0,0 0 1,-1 1-1,1-1 0,-1 1 1,0-1-1,1 1 0,-5-2 1,-6-3-484,-1 1 0,1 0 0,-1 1 0,0 1 0,0 0 0,-1 0 0,-19 0 0,-101 2-4861,92 3 3215,-29 0-3549,4 1-3254</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6:19.460"/>
    </inkml:context>
    <inkml:brush xml:id="br0">
      <inkml:brushProperty name="width" value="0.025" units="cm"/>
      <inkml:brushProperty name="height" value="0.025" units="cm"/>
    </inkml:brush>
  </inkml:definitions>
  <inkml:trace contextRef="#ctx0" brushRef="#br0">434 61 10901,'0'0'4138,"0"-3"-2475,0 0-1519,0 1 1,0 0-1,0 0 0,0 0 0,0 0 1,-1 0-1,1 0 0,-1 0 0,1 0 1,-1 0-1,0 1 0,0-1 0,0 0 1,0 0-1,0 0 0,0 1 0,0-1 1,0 1-1,-1-1 0,1 1 0,-1-1 1,1 1-1,-1 0 0,0 0 0,1-1 0,-1 1 1,0 0-1,0 1 0,0-1 0,1 0 1,-1 1-1,0-1 0,0 1 0,-4-1 1,-15-2 29,1 1 0,-1 1 1,1 1-1,-1 1 0,-25 5 0,25-4-85,-21 4 169,-58 17 0,74-17-99,23-5-25,-1 0 0,0 1-1,0-1 1,1 1 0,-1 0-1,-5 4 1,8-6-75,0 1 0,0-1-1,0 1 1,1 0 0,-1 0-1,0-1 1,1 1 0,-1 0-1,0 0 1,1 0 0,-1 0-1,1 0 1,-1-1 0,1 1 0,-1 0-1,1 0 1,0 0 0,0 0-1,-1 0 1,1 1 0,0-1-1,0 0 1,0 0 0,0 0 0,0 0-1,0 0 1,0 0 0,1 0-1,-1 0 1,0 0 0,1 0-1,0 2 1,5 5 236,0 1 1,1-1-1,0 0 1,1-1-1,9 8 0,-14-12-221,150 118 2378,2 4-416,-145-117-2036,-1 1 0,0 0 0,-1 0 0,0 1 0,-1 0 0,0 1 0,7 14 0,-11-19 0,-1 0 0,0 0 0,0 1 0,0-1 0,-1 0 0,0 1 0,0-1 0,0 1 0,-1 0 0,0-1 0,0 1 0,-1-1 0,0 1 0,0-1 0,-3 11 0,-1-5-191,-1 0 0,1-1 1,-2 1-1,0-1 0,0 0 0,-1-1 1,0 0-1,-17 16 0,-2-1-961,-57 40-1,71-56 818,-1 0 0,0-1 0,0-1 0,-1 0 0,0-1 0,-19 5 0,29-10 324,-1 1 1,1-1 0,0 0 0,-1-1-1,1 1 1,-1-1 0,1 0-1,0 0 1,-1-1 0,1 0 0,0 0-1,-1 0 1,1 0 0,0-1-1,0 0 1,0 0 0,0 0 0,0-1-1,1 1 1,-1-1 0,1 0-1,-5-5 1,6 6 67,1-1 0,-1 0 0,1 0 0,0 0 0,0 0 0,1 0 0,-1 0 0,1-1 0,-1 1 0,1-1 0,0 1 0,0-1 0,0 1 0,0-5 0,1 1 45,0 1 1,0-1 0,1 0-1,0 0 1,0 0-1,4-12 1,2-1 189,1 1 1,1 1 0,21-35 0,-3 14 319,2 0 1,2 1 0,42-39-1,115-91 842,-119 109-1608,-43 33-581,-24 25 529,-1-1 0,0 0 0,0 0 0,-1 0-1,1 1 1,0-1 0,0 0 0,-1 0 0,1 0 0,-1 0 0,0 0-1,0 0 1,1 0 0,-1-1 0,-1 1 0,1 0 0,0 0-1,-1-3 1,1 2-244,-1 1 0,0-1-1,1 1 1,-1-1-1,0 1 1,0 0 0,0-1-1,-1 1 1,1 0 0,0 0-1,-4-4 1,3 5-135,0 0 1,0 0-1,-1 0 0,1 1 1,0-1-1,-1 1 1,1-1-1,-1 1 0,1 0 1,-4 0-1,0 0-472,-55-5-11072</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6:20.564"/>
    </inkml:context>
    <inkml:brush xml:id="br0">
      <inkml:brushProperty name="width" value="0.025" units="cm"/>
      <inkml:brushProperty name="height" value="0.025" units="cm"/>
    </inkml:brush>
  </inkml:definitions>
  <inkml:trace contextRef="#ctx0" brushRef="#br0">0 54 7757,'11'-4'2875,"23"-3"14642,-19 5-13533,-2-1-7172,15-3 4009,51-5 0,-16 3-42,-26 4-482,37 1 1,9 0-33,-72 1-369,1 1 0,-1 1 0,0 0 0,0 1 0,0 0 0,0 1 0,0 0 0,0 0 0,0 1 0,0 1 0,12 5 0,-23-9 90,0 0 1,0 0-1,0 0 1,0 0-1,0 1 1,0-1-1,1 0 1,-1 0-1,0 0 1,0 0-1,0 0 1,0 0 0,0 0-1,0 0 1,0 1-1,0-1 1,1 0-1,-1 0 1,0 0-1,0 0 1,0 0-1,0 0 1,0 1 0,0-1-1,0 0 1,0 0-1,0 0 1,0 0-1,0 0 1,0 1-1,0-1 1,0 0-1,0 0 1,0 0 0,0 0-1,0 0 1,0 1-1,0-1 1,0 0-1,-1 0 1,1 0-1,0 0 1,0 0-1,-9 38-1419,4-12 435,-2 0-1,0-1 0,-16 35 1,6-24 240,12-24 589,0 0 0,-1-1 1,-13 19-1,14-24 570,0-1-1,0 0 1,0 0 0,0 0-1,-10 6 1,3-4 311,10-5 2647,1 0-3336,1 2-174,-1 0 0,0 0 0,0 0-1,0-1 1,0 1 0,-1 0 0,1-1 0,-1 0 0,-4 7 0,3-7-10,1-1 0,0 1 0,0 0 0,0 0 0,1-1 0,-1 1 0,1 1 0,0-1 0,-1 0 0,0 6 0,1-7 82,1 0 0,-1 0 0,0 0 0,0 0-1,0 0 1,0 0 0,0 0 0,-1-1 0,1 1 0,-2 2 0,0-1-56,1 0-15,-11 15 671,11-12 2533,23-2-2170,-1 0 1,1-1 0,23 1-1,-36-4-816,3 1-68,-1 0 0,0 0 0,1 1 0,-1 0 0,0 1 0,0 0 0,-1 0 0,1 1 0,-1 1 0,0-1 0,0 2 0,0-1 0,0 1 0,8 8 0,12 10 0,27 25 0,-51-44 0,1 0 0,-2 1 0,1 0 0,0 0 0,-1 1 0,0-1 0,3 10 0,-6-13-4,-1-1 0,1 1 0,-1-1 1,0 1-1,0-1 0,0 1 0,0-1 0,0 1 0,-1 0 1,1-1-1,-1 1 0,1-1 0,-1 0 0,0 1 0,0-1 1,0 0-1,-1 1 0,1-1 0,-3 3 0,-4 6-40,0-1 0,-15 15 0,9-12-91,-1-1 0,0 0 1,0-2-1,-1 1 1,0-2-1,-1 0 1,0-1-1,0-1 0,-29 8 1,-12 0-1832,-99 10 0,152-24 1832,-12 0-1126,0 0 0,-28-2 0,36 0-845,1 0 0,0 0-1,0-1 1,-11-3-1,7-3-7749</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6:21.246"/>
    </inkml:context>
    <inkml:brush xml:id="br0">
      <inkml:brushProperty name="width" value="0.025" units="cm"/>
      <inkml:brushProperty name="height" value="0.025" units="cm"/>
    </inkml:brush>
  </inkml:definitions>
  <inkml:trace contextRef="#ctx0" brushRef="#br0">0 55 11173,'1'0'116,"0"0"1,-1 1-1,1-1 1,0 0-1,-1 0 0,1 0 1,0 0-1,0 0 1,-1 0-1,1 0 0,0 0 1,-1 0-1,1 0 0,0 0 1,0 0-1,-1-1 1,1 1-1,0 0 0,-1-1 1,1 1-1,0 0 1,-1-1-1,1 1 0,-1 0 1,1-1-1,-1 1 1,1-1-1,-1 1 0,1-1 1,-1 0-1,1 1 1,-1-1-1,1 1 0,-1-1 1,0 0-1,1 1 0,-1-1 1,0-1-1,5-4 934,-5 5-913,1 0 1,0 1 0,0-1 0,-1 1 0,1-1 0,0 1 0,0 0-1,0-1 1,0 1 0,0 0 0,0 0 0,0 0 0,0-1 0,0 1-1,-1 0 1,1 0 0,2 1 0,1-2 275,46-9 1930,0 1-1,87-2 0,763 19 1519,3 25-3108,-357-14-7,854 46-170,-708-30-428,214-17-148,-683-16 0,653-14 0,-852 13-233,-16-1-101,0 0-1,1 0 1,-1 0-1,0-1 0,1-1 1,10-2-1,-19 4 290,0 0 0,0 0 0,1 0 0,-1 0 0,0 0 0,1 0 0,-1 0 0,0-1 0,0 1 0,1 0 0,-1 0 0,0 0 0,0 0 0,1-1 0,-1 1-1,0 0 1,0 0 0,0 0 0,0-1 0,1 1 0,-1 0 0,0 0 0,0-1 0,0 1 0,0 0 0,0 0 0,0-1 0,1 1 0,-1 0 0,0-1 0,0 1 0,0 0 0,0 0 0,0-1 0,0 1 0,0 0 0,0-1 0,0 1 0,-1 0 0,1 0 0,0-1 0,0 1-1,0 0 1,0 0 0,0-1 0,0 1 0,-1 0 0,1 0 0,0-1 0,0 1 0,0 0 0,0 0 0,-1 0 0,1-1 0,0 1 0,0 0 0,-1 0 0,1 0 0,0 0 0,0 0 0,-1-1 0,-19-9-2171,-26 0-5784,-17 4-6200</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6:22.636"/>
    </inkml:context>
    <inkml:brush xml:id="br0">
      <inkml:brushProperty name="width" value="0.025" units="cm"/>
      <inkml:brushProperty name="height" value="0.025" units="cm"/>
    </inkml:brush>
  </inkml:definitions>
  <inkml:trace contextRef="#ctx0" brushRef="#br0">242 1 9401,'-9'19'2087,"7"-15"2519,-1-2-4301,1 0 0,0 0 1,-1 0-1,1 1 0,0-1 0,0 1 0,0-1 0,-3 7 0,-33 64 809,-34 93 1,65-147-1036,-47 143 492,24-65 603,28-93-966,1 0 0,0 0 0,0 0 0,1 0 0,-1 1-1,1-1 1,0 0 0,0 0 0,0 0 0,2 9 0,-1-11-101,-1 0 1,1 0 0,0 0 0,0 0 0,0 0 0,0 0 0,1 0 0,-1 0-1,0 0 1,1 0 0,-1-1 0,1 1 0,0 0 0,0-1 0,-1 0-1,1 1 1,0-1 0,0 0 0,0 0 0,1 0 0,-1 0 0,4 1 0,9 1 230,1 0 0,-1 0 1,1-2-1,-1 0 1,24-1-1,82-13 2188,-54 4-1976,-3 0-550,59-4 0,-101 11 0,-21 2-22,0 0 1,0 0-1,-1 0 0,1 0 1,0-1-1,-1 1 0,1 0 1,0 0-1,-1 0 0,1-1 1,0 1-1,-1 0 0,1-1 1,-1 1-1,1 0 0,0-1 1,-1 1-1,1-1 0,0 0 1,-1 0-117,0 0 0,0 0-1,1 0 1,-1 0 0,0 0 0,0 0 0,-1 0 0,1 0 0,0 0 0,0 0 0,0 0 0,-1 0 0,1 0 0,0 0 0,-1 0 0,1 0 0,-1 1 0,1-1 0,-1 0 0,1 0 0,-1 0 0,0 1 0,1-1 0,-1 0 0,0 1 0,1-1-1,-1 0 1,0 1 0,-2-2 0,-1 0-1293,0 0 0,0 0-1,0 0 1,-1 0-1,1 0 1,-5 0-1,-32-9-13756</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6:23.095"/>
    </inkml:context>
    <inkml:brush xml:id="br0">
      <inkml:brushProperty name="width" value="0.025" units="cm"/>
      <inkml:brushProperty name="height" value="0.025" units="cm"/>
    </inkml:brush>
  </inkml:definitions>
  <inkml:trace contextRef="#ctx0" brushRef="#br0">199 8 11173,'12'-7'2602,"-21"8"902,6 0-3170,-1 0 0,1 0-1,0 1 1,0-1-1,-1 1 1,1 0 0,0 0-1,-3 3 1,-3 8 59,1-1 0,1 1 0,0 0 1,1 0-1,-5 15 0,-6 12 243,-6 13 281,-28 98-1,42-116-1301,1 1-1,3 0 1,-4 73 0,9-88-447,0 19-1798,3-16-5120</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6:23.912"/>
    </inkml:context>
    <inkml:brush xml:id="br0">
      <inkml:brushProperty name="width" value="0.025" units="cm"/>
      <inkml:brushProperty name="height" value="0.025" units="cm"/>
    </inkml:brush>
  </inkml:definitions>
  <inkml:trace contextRef="#ctx0" brushRef="#br0">331 0 8237,'-9'2'912,"0"0"-1,0 1 1,0 0 0,0 0 0,-10 6 0,17-8 431,-4-1-1040,1 1-1,-1 0 1,1 0-1,0 0 0,-1 1 1,1 0-1,0 0 1,0 0-1,0 0 0,0 1 1,-6 4-1,1 0 69,0 0 0,1 1-1,0 1 1,-8 9 0,0 5 236,0 2 1,2 0-1,1 0 1,0 1-1,2 1 1,-10 34-1,15-42-270,2 0 0,0 0-1,1 0 1,0 1 0,0 23-1,4-36-249,0 0 0,0 0 0,0 0-1,1 0 1,0 0 0,1 0 0,-1 0 0,1 0-1,1-1 1,-1 1 0,1-1 0,0 1 0,0-1-1,1 0 1,0 0 0,0-1 0,10 11 0,-5-9 1,1 0 0,0 0 1,0-1-1,1 0 0,0-1 1,0 0-1,0-1 1,0 0-1,1-1 0,0 0 1,22 2-1,-20-3-50,1-1 0,-1-1 0,1 0 1,-1-1-1,1-1 0,-1 0 0,1-1 0,-1 0 0,20-9 0,-29 10-72,1-1-1,-1-1 1,0 1 0,0-1 0,-1 1-1,9-10 1,-11 12-38,-1-1-1,1 0 1,-1 0-1,0 0 1,0 0 0,0 0-1,0 0 1,0 0-1,0 0 1,0 0 0,-1 0-1,1-1 1,-1 1-1,0 0 1,1 0-1,-1-1 1,0 1 0,0 0-1,-1 0 1,1-1-1,0 1 1,-1 0 0,-1-4-1,1 2-113,-1-1 0,0 1 0,0 0 1,0-1-1,-1 1 0,1 0 0,-1 1 0,0-1 0,-7-6 0,0 2-362,0 0 0,-1 1 0,0 1 0,0 0 0,-1 0 0,1 1 0,-1 1 0,-23-6 0,-6 1-2357,-57-4 0,84 11 1284,0 1 0,0 1 0,-20 1 0,13 5-4142</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6:24.749"/>
    </inkml:context>
    <inkml:brush xml:id="br0">
      <inkml:brushProperty name="width" value="0.025" units="cm"/>
      <inkml:brushProperty name="height" value="0.025" units="cm"/>
    </inkml:brush>
  </inkml:definitions>
  <inkml:trace contextRef="#ctx0" brushRef="#br0">425 64 7737,'0'0'13552,"-3"0"-13269,-113-7 486,83 3-720,0 1 0,0 2 0,0 2 1,-53 7-1,63-6 52,-16 2 360,37-4-401,1 0-1,-1 0 1,1 1-1,0-1 1,-1 1-1,1-1 1,-1 1 0,1-1-1,0 1 1,0 0-1,-1-1 1,1 1-1,0 0 1,0 0-1,0 0 1,0 0-1,0 0 1,-2 3-1,3-2 40,1 0 1,-1 0-1,1 0 0,-1 0 1,1 0-1,0 0 0,0 0 0,0 0 1,0 0-1,0-1 0,0 1 0,0 0 1,1 0-1,-1-1 0,2 2 0,-1 0 33,14 13 464,0 0 0,1-1 1,1 0-1,31 19 1,-22-15 145,33 28 1,-46-34-532,0 0 0,-1 1 1,-1 1-1,0 0 0,11 21 0,-19-31-227,-1 1 0,0 0 0,-1 0 0,1 0 0,-1 0 0,0 0 0,-1 0 0,0 0 0,0 1 0,0-1 0,-1 1 0,1-1 0,-1 0 0,-1 1 0,0-1 0,0 0 0,0 1 0,0-1 0,-4 8 0,-2 1-660,-1 0 1,0-1 0,-1 0-1,0 0 1,-1-1 0,-1-1-1,0 0 1,-22 19 0,30-29 512,1 0 0,-1 0 0,1-1 0,-1 1 0,0 0 0,0-1 0,0 0 0,0 0 0,0 0 0,0 0 0,0 0 0,0-1 0,0 1 0,0-1 0,-1 0 0,1 0 0,-4 0 0,4-1 156,0 1-1,1-1 0,-1 0 0,0 0 1,0 0-1,0 0 0,1 0 0,-1-1 0,1 1 1,-1-1-1,1 0 0,0 0 0,-1 0 1,1 0-1,0 0 0,0 0 0,0 0 0,1-1 1,-1 1-1,0-1 0,1 0 0,0 1 1,0-1-1,0 0 0,0 0 0,0 1 0,-1-6 1,1-4 140,0 0 1,1 0 0,0 1 0,1-1-1,0 0 1,1 0 0,0 1 0,5-16-1,7-12 838,18-39-1,-22 57-502,1 1 0,1 0 0,25-32 0,53-50 1010,-6 7-1037,-65 75-1721,-3 4-711,-16 15 1808,1 1 0,-1-1-1,0 0 1,0 1 0,1-1-1,-1 0 1,0 1-1,0-1 1,0 0 0,0 1-1,0-1 1,0 0 0,0 1-1,0-1 1,0 0 0,0 1-1,0-1 1,0 0 0,-1 1-1,1-1 1,0 0-1,0 1 1,-1-1 0,1 0-1,0 1 1,-1-1 0,0 0-198,1 0 1,-1 1 0,1-1-1,-1 0 1,1 1 0,-1-1-1,1 0 1,-1 1 0,0-1-1,1 1 1,-1-1 0,0 1-1,1 0 1,-1-1 0,0 1-1,0 0 1,0-1 0,-25 2-10689</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6:25.442"/>
    </inkml:context>
    <inkml:brush xml:id="br0">
      <inkml:brushProperty name="width" value="0.025" units="cm"/>
      <inkml:brushProperty name="height" value="0.025" units="cm"/>
    </inkml:brush>
  </inkml:definitions>
  <inkml:trace contextRef="#ctx0" brushRef="#br0">456 78 14513,'-40'-5'2119,"32"4"5393,-10 1-6487,5 1-1281,0 1 0,0 0 0,1 1 0,-24 7 0,-27 7-423,10-9 411,-57 18 1,83-16 580,-15 3 726,39-13 780,20 13 133,1-4-1215,1 0 1,0-2-1,30 9 1,5 2 245,-27-8-791,7 2-23,-2 1 0,1 1-1,-1 2 1,47 31 0,-74-43-169,-1-1 0,1 1 0,-1 0 0,0 0 0,0 0 0,0 1 0,-1-1 0,0 1 0,0 0 0,0 0 0,0 0 0,-1 0 0,0 0 0,0 1 0,0-1 0,0 1 0,-1-1 0,0 1 0,-1 0 0,1 0 0,-1-1 0,0 1 0,0 0 0,-1 0 0,0-1 0,0 1 0,0 0 0,0-1 0,-4 9 0,-3 3-466,1 0-1,-2-1 1,0 0 0,-1 0 0,-1-1-1,0-1 1,-1 1 0,-16 14 0,1-4-911,-1-2 1,-1-1 0,-38 23 0,54-38 665,1-1 0,-1 0 0,0 0 0,0-1 0,0-1 0,-1 0-1,0-1 1,-15 2 0,26-5 744,0 0 1,0 0-1,0 0 0,0-1 0,0 1 1,0-1-1,0 1 0,0-1 0,0 0 1,1 0-1,-1 0 0,0 0 0,1-1 1,-1 1-1,1-1 0,-1 0 0,1 0 1,-1 0-1,1 0 0,0 0 0,0 0 1,0 0-1,0-1 0,1 1 0,-1-1 1,1 1-1,-1-1 0,1 0 0,0 1 1,0-1-1,0 0 0,0 0 0,1 0 1,-1 0-1,1 0 0,0-5 0,1-4 327,0 0-1,1 0 0,1 0 0,0 0 0,9-20 1,30-56 1424,-27 59-1045,0 2-17,1 1 0,2 1-1,0 1 1,2 0-1,29-28 1,124-97 2601,-72 67-1825,-71 57-1244,-16 14-525,0-2 0,18-18 0,-31 29 30,0 1 1,-1-1-1,1 1 1,0-1-1,-1 0 1,0 1-1,1-1 1,-1 0-1,0 1 1,0-1-1,0 0 0,0 0 1,0 1-1,0-1 1,0 0-1,0 1 1,-1-1-1,1 0 1,-1 1-1,1-1 1,-1 0-1,0 1 1,0-1-1,0 1 1,0 0-1,0-1 1,0 1-1,0-1 0,0 1 1,0 0-1,0 0 1,-1 0-1,-1-1 1,0 1-589,-1 0-1,1 0 1,0 1 0,-1 0-1,1-1 1,-1 1 0,1 1 0,-4-1-1,-49 5-11711</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6:25.977"/>
    </inkml:context>
    <inkml:brush xml:id="br0">
      <inkml:brushProperty name="width" value="0.025" units="cm"/>
      <inkml:brushProperty name="height" value="0.025" units="cm"/>
    </inkml:brush>
  </inkml:definitions>
  <inkml:trace contextRef="#ctx0" brushRef="#br0">6 169 9117,'-6'4'3319,"14"-11"44,20-13 956,-2 9-2761,1 1 0,1 2 0,0 1 1,44-6-1,17-5 492,295-57 758,-379 74-2808,1 0 0,-1 0 0,1 1 0,-1-1 0,1 1 0,-1 1 0,1-1 0,-1 1 0,1 0 0,8 3 0,-12-3 0,-1 0 0,1 0 0,-1 0 0,1 0 0,-1 0 0,0 0 0,1 1 0,-1-1 0,0 1 0,0-1 0,0 1 0,0-1 0,0 1 0,0-1 0,0 1 0,-1 0 0,1 0 0,-1-1 0,1 1 0,-1 0 0,0 0 0,1 0 0,-1-1 0,0 1 0,0 0 0,0 0 0,0 0 0,-1 0 0,1-1 0,-1 1 0,0 3 0,-2 6 0,-1 0 0,0 0 0,-1-1 0,0 1 0,-1-1 0,0 0 0,-1-1 0,-8 11 0,-11 17 0,-130 242-384,43-69-154,104-195 250,1-3-79,0 0 0,-7 20 1,14-31 258,0 1 0,0 0 1,0 0-1,1 0 0,-1 0 0,1 1 1,-1-1-1,1 0 0,0 0 1,0 0-1,0 0 0,0 0 1,0 1-1,0-1 0,0 0 0,1 0 1,-1 0-1,1 0 0,0 0 1,-1 0-1,1 0 0,0 0 1,2 2-1,-2-3 4,1 0-1,-1 0 1,1 0-1,-1 0 1,1 0 0,0 0-1,-1-1 1,1 1 0,0 0-1,0-1 1,-1 0 0,1 1-1,0-1 1,0 0 0,0 0-1,-1 0 1,1 0-1,0 0 1,0-1 0,0 1-1,-1 0 1,1-1 0,0 0-1,-1 1 1,1-1 0,2-1-1,4-1-374,0-1 1,-1 0-1,0-1 0,8-5 0,-9 4-245,0 1 0,0-1 0,-1 0 0,0-1-1,7-10 1,11-15-5967,-3 11-1949</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6:26.246"/>
    </inkml:context>
    <inkml:brush xml:id="br0">
      <inkml:brushProperty name="width" value="0.025" units="cm"/>
      <inkml:brushProperty name="height" value="0.025" units="cm"/>
    </inkml:brush>
  </inkml:definitions>
  <inkml:trace contextRef="#ctx0" brushRef="#br0">29 205 13141,'-3'-2'2088,"-20"-20"2031,20 20-2037,7 2-95,67 1 2133,91-2 359,62-18-4103,237-50-1,-459 69-403,-1-1 1,1 1-1,-1-1 0,1 1 0,-1-1 1,0 0-1,1 1 0,-1-1 0,0 0 1,1 0-1,-1 0 0,0 0 0,0 0 1,0 0-1,0 0 0,0-1 0,0 1 1,0 0-1,0-1 0,-1 1 0,1 0 1,0-1-1,-1 1 0,1-1 0,-1 1 1,0-1-1,1 1 0,-1-1 0,0 1 1,0-1-1,0 1 0,0-3 0,0 2-174,0 0 0,-1-1 0,1 1-1,0-1 1,-1 1 0,0-1 0,1 1-1,-1 0 1,0-1 0,0 1 0,-1 0-1,1 0 1,0 0 0,-1 0 0,1 0-1,-1 0 1,0 0 0,-3-2 0,3 2-625,0 1 0,0 1 1,-1-1-1,1 0 0,-1 1 0,1-1 1,-1 1-1,1-1 0,-1 1 1,-2 0-1,-41 0-15104</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7:06.260"/>
    </inkml:context>
    <inkml:brush xml:id="br0">
      <inkml:brushProperty name="width" value="0.025" units="cm"/>
      <inkml:brushProperty name="height" value="0.025" units="cm"/>
    </inkml:brush>
  </inkml:definitions>
  <inkml:trace contextRef="#ctx0" brushRef="#br0">20 412 5100,'7'-6'411,"6"-5"17653,-37 0-17805,24 11-241,-1-1 1,0 0 0,1 0 0,-1 0-1,1 0 1,-1 1 0,1-1 0,-1 0 0,1 0-1,-1 0 1,1 0 0,0 0 0,0 0-1,-1 0 1,1 0 0,0 0 0,0-2 0,0 0 40,-2-3 15,0-1 0,1 0 0,0 0 0,0 1 0,0-1 0,1 0 0,0 0 0,0 0 0,1 0 0,0 0 0,0 1 0,4-13 1,-2 14 37,-1 0 0,1 0 0,-1 1 0,1-1 0,1 1 0,-1-1 0,1 1 1,-1 0-1,1 0 0,0 1 0,1-1 0,-1 1 0,1 0 0,-1 0 0,1 0 1,0 1-1,6-2 0,-1-1 18,0 1 0,0 0 0,1 1 1,-1 0-1,1 1 0,0 1 0,0-1 0,0 1 1,0 1-1,0 0 0,0 1 0,0 0 0,0 1 0,0 0 1,-1 0-1,1 1 0,-1 1 0,11 4 0,14 11 184,-1 1 0,-1 1 0,55 48 0,-34-25 1,-51-42-302,-1 0 0,1 0-1,0 0 1,-1 0-1,1-1 0,0 1 1,5 1-1,-7-2-11,0-1 0,-1 0 0,1 0 0,0 0 0,0 0 1,-1 0-1,1 0 0,0 0 0,0 0 0,-1-1 0,1 1 0,0 0 0,-1 0 0,1-1 0,0 1 0,-1 0 0,1-1 0,0 1 1,-1-1-1,1 1 0,-1 0 0,1-1 0,-1 0 0,1 1 0,-1-1 0,1 1 0,-1-1 0,1 1 0,-1-1 0,0 0 0,1 1 1,-1-1-1,0 0 0,0 0 0,1 0 0,7-23-38,-1 1 1,-2-1-1,0 0 0,-1 0 1,-1 0-1,-2-1 0,0 1 1,-2-1-1,-4-33 0,4 51-279,-1 0 0,2 0 0,-1 0 0,1-1 0,0 1 0,0 0 0,1 0 0,0-1 0,1 1 0,2-10 0,-3 15-1220,-6 3-1917,1 0 1980,-1 1 0,0-1-1,0 1 1,1 0 0,-1 0-1,-6 5 1,-2 6-7793</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7:06.823"/>
    </inkml:context>
    <inkml:brush xml:id="br0">
      <inkml:brushProperty name="width" value="0.025" units="cm"/>
      <inkml:brushProperty name="height" value="0.025" units="cm"/>
    </inkml:brush>
  </inkml:definitions>
  <inkml:trace contextRef="#ctx0" brushRef="#br0">4 272 6193,'5'9'462,"-4"-8"-269,0 0 0,-1 1 1,1 0-1,0-1 0,0 1 0,-1-1 0,1 1 1,-1 0-1,0-1 0,1 4 5004,-1-8-4309,6-26 6949,-7 29-7797,-1 0-1,1 0 0,0-1 0,0 1 1,0-1-1,0 1 0,0 0 0,0-1 0,0 0 1,1 1-1,-1-1 0,0 0 0,0 1 1,0-1-1,0 0 0,1 0 0,-1 0 1,0 0-1,1 0 0,-1 0 0,1 0 0,-1 0 1,1 0-1,-1-2 0,1 1-9,-1 0 0,1-1 0,0 1 0,0 0-1,1-1 1,-1 1 0,0-1 0,1 1 0,-1 0 0,1-1 0,1-1 0,1-3 77,-1 1 1,2 0 0,-1 0 0,1 1 0,-1-1 0,2 1 0,6-8 0,-7 10 25,0 0 1,0 0-1,0 1 1,1-1 0,-1 1-1,1 0 1,0 0-1,0 0 1,-1 1 0,1 0-1,0 0 1,0 0-1,0 0 1,0 1 0,0 0-1,0 0 1,1 0-1,-1 1 1,0 0 0,7 1-1,8 4 157,0 1-1,-1 1 1,32 16-1,-24-11-35,53 28 105,87 37 90,-93-57-194,-73-21-251,1 0 0,-1 1 0,1-1 1,-1 0-1,1 0 0,0 0 0,-1-1 0,1 1 0,-1 0 0,1 0 0,-1-1 1,1 1-1,-1-1 0,0 1 0,1-1 0,-1 0 0,0 0 0,1 1 0,-1-1 1,0 0-1,0 0 0,1 0 0,-1 0 0,0 0 0,0-1 0,0 1 0,-1 0 1,1 0-1,0-1 0,0 1 0,-1-1 0,1 1 0,-1 0 0,1-1 0,-1 1 1,1-1-1,-1 1 0,0-4 0,2-2-3,-2-1 1,1 0-1,-1 0 1,0 0-1,0 0 1,-3-14-1,-24-76-289,-3-17-5950,22 95-1633,5 16 4318</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7:07.296"/>
    </inkml:context>
    <inkml:brush xml:id="br0">
      <inkml:brushProperty name="width" value="0.025" units="cm"/>
      <inkml:brushProperty name="height" value="0.025" units="cm"/>
    </inkml:brush>
  </inkml:definitions>
  <inkml:trace contextRef="#ctx0" brushRef="#br0">521 216 7265,'-9'-3'1388,"-1"-1"0,1 2 0,-1-1 1,1 1-1,-1 0 0,-13 0 0,10 2-650,0 1-1,-19 3 1,-25 8 1011,-84 28-1,124-34-1403,0 1 0,1 0-1,0 2 1,-22 14 0,29-16-104,1-1 0,-1 1 1,2 0-1,-1 1 0,1 0 0,0 0 1,0 1-1,-7 13 0,13-19-176,0-1-1,0 0 1,1 1 0,-1-1-1,1 1 1,0-1-1,-1 1 1,1-1 0,0 1-1,0-1 1,1 1 0,-1-1-1,0 1 1,1-1-1,0 1 1,-1-1 0,1 0-1,2 4 1,1 2 64,-1-1 0,2 0 1,6 10-1,-6-12-40,-1 0-1,1 0 1,0-1 0,0 1 0,0-1 0,1 0-1,-1-1 1,13 7 0,1-2 201,31 9-1,-33-12-122,21 6 61,1-2 0,0-1 0,0-2 0,1-2 0,-1-2 0,45-2 0,-52-2-84,-1-2 0,0 0-1,1-3 1,-2 0 0,1-2 0,-1-1-1,-1-2 1,34-17 0,-54 23-143,1 1-1,-2-1 1,1-1 0,-1 0 0,0 0-1,0 0 1,-1-1 0,12-16 0,-16 20-3,0-1 0,0 0 1,-1 0-1,1 1 0,-1-2 1,0 1-1,-1 0 1,1 0-1,-1 0 0,0-1 1,0 1-1,-1-1 0,0 1 1,0-1-1,0 1 1,-1 0-1,1-1 0,-1 1 1,-2-7-1,-2 0-263,0 0 1,-1 0-1,-1 1 0,0 0 0,0 0 1,-1 0-1,0 1 0,-1 0 0,-15-14 1,-1 3-999,0 1 1,-49-28 0,45 31-23,-1 3 0,-1 0 0,0 2 1,-50-13-1,-10 7-6512,45 10-1305</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7:07.594"/>
    </inkml:context>
    <inkml:brush xml:id="br0">
      <inkml:brushProperty name="width" value="0.025" units="cm"/>
      <inkml:brushProperty name="height" value="0.025" units="cm"/>
    </inkml:brush>
  </inkml:definitions>
  <inkml:trace contextRef="#ctx0" brushRef="#br0">14 15 18162,'-14'-3'9741,"28"6"-8217,-2 3 1816,-21-18-10397,1 4 3669</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7:07.955"/>
    </inkml:context>
    <inkml:brush xml:id="br0">
      <inkml:brushProperty name="width" value="0.025" units="cm"/>
      <inkml:brushProperty name="height" value="0.025" units="cm"/>
    </inkml:brush>
  </inkml:definitions>
  <inkml:trace contextRef="#ctx0" brushRef="#br0">26 63 15493,'-24'12'2711,"22"-16"1081,2 2-3551,0 0 1,1 0 0,-1 0-1,0 0 1,1 0-1,0 0 1,-1 0-1,1 0 1,1-2 0,3 2 130,0 0 1,-1 1-1,1 0 1,0 0-1,0 0 1,0 0-1,0 1 1,0 0-1,9 1 1,12-2 587,283-10 2710,-283 10-4399,0 2 1,40 4-1,-66-8-2566,-5-13 1176,-3 2-1675,-11 13-3178,-17 4-4445</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7:08.097"/>
    </inkml:context>
    <inkml:brush xml:id="br0">
      <inkml:brushProperty name="width" value="0.025" units="cm"/>
      <inkml:brushProperty name="height" value="0.025" units="cm"/>
    </inkml:brush>
  </inkml:definitions>
  <inkml:trace contextRef="#ctx0" brushRef="#br0">93 0 5821,'-18'41'356,"-10"-41"-1068,2 0-909,6 5 761</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7:08.398"/>
    </inkml:context>
    <inkml:brush xml:id="br0">
      <inkml:brushProperty name="width" value="0.025" units="cm"/>
      <inkml:brushProperty name="height" value="0.025" units="cm"/>
    </inkml:brush>
  </inkml:definitions>
  <inkml:trace contextRef="#ctx0" brushRef="#br0">196 16 12233,'10'-9'1355,"-10"4"-16,-19 4 1339,8 1-1556,8 0 3004,1 1-3172,-9 7-647,1-1 1,0 2 0,0-1-1,1 1 1,1 1-1,-1 0 1,-12 20-1,1-4-39,11-13-356,1 1-1,0 0 1,0 0-1,2 1 1,0 0-1,0 0 1,-5 25-1,11-38 138,0 1-1,-1 0 1,1 0-1,0-1 1,0 1 0,0 0-1,1 0 1,-1-1-1,1 1 1,0 0 0,-1-1-1,1 1 1,0 0-1,1-1 1,-1 0-1,0 1 1,1-1 0,-1 1-1,1-1 1,0 0-1,-1 0 1,1 0 0,0 0-1,1 0 1,-1-1-1,0 1 1,0-1 0,1 1-1,-1-1 1,4 2-1,5 2 179,1 0 0,0-1 0,0 0-1,0-1 1,16 3 0,562 114 3846,-577-117-4073,-11-3 0,0 0 0,0 0 0,0 0 0,0 1 0,0-1 0,0 1 0,-1-1 0,1 1 0,0 0 0,0-1 0,0 1 0,-1 0 0,1 0 0,0 0 0,-1 1 0,1-1 0,-1 0 0,1 1 0,-1-1 0,0 0 0,1 1 0,-1 0 0,0-1 0,0 1 0,0 0 0,0 0 0,0 3 0,0-2-6,-1 0 0,0 0 0,0 0 0,0 0 0,-1 0 0,1 0 0,-1 0 0,1 0 0,-1 0 0,0 0 0,0-1 0,-1 1 0,1 0 0,-1 0 0,1-1 1,-1 1-1,0-1 0,0 1 0,0-1 0,0 0 0,0 0 0,-5 4 0,-7 5-200,-1 0 0,-30 15 0,22-13-168,-3 2-737,-1-1-1,0-2 1,-1 0-1,-32 7 1,24-9-4016,-50 5 0,9-6-7716</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7:08.961"/>
    </inkml:context>
    <inkml:brush xml:id="br0">
      <inkml:brushProperty name="width" value="0.025" units="cm"/>
      <inkml:brushProperty name="height" value="0.025" units="cm"/>
    </inkml:brush>
  </inkml:definitions>
  <inkml:trace contextRef="#ctx0" brushRef="#br0">460 119 8177,'-54'11'1475,"51"-10"-1250,-1-1 0,1 0 0,-1 0 0,0 0 0,1 0 0,-1-1 0,1 1 0,-1-1 0,1 0 1,-5-1-1,-7-2 492,-2 1-137,0 2-1,1 0 1,-25 2-1,-20-1 305,46-1-394,1 1 1,-1 0-1,0 1 0,1 0 0,-1 1 0,0 1 0,-20 7 1,-21 19 2043,56-28-2477,-1 0 0,1 0 0,0-1-1,0 1 1,-1 0 0,1 0 0,0 0-1,0 0 1,0 0 0,0-1 0,0 1-1,0 0 1,0 0 0,1 0 0,-1 0-1,0-1 1,0 1 0,1 0 0,-1 1-1,0-2-17,1 2 55,0 0 0,-1 0 0,1-1 0,0 1-1,0 0 1,0 0 0,0-1 0,0 1 0,1 0-1,-1-1 1,0 0 0,1 1 0,-1-1-1,1 0 1,2 2 0,26 13 562,-24-13-507,11 3 37,0 1 0,1-2 0,0-1 0,-1 0 0,2-1 0,-1 0 1,0-2-1,0 0 0,1-2 0,-1 0 0,36-6 0,-44 4-325,-1 0 1,1-1-1,-1 0 0,1 0 1,-1-1-1,0 0 0,-1-1 1,1 0-1,-1 0 0,8-9 1,-11 10 15,0 0 0,0 0 1,-1 0-1,0-1 1,0 0-1,-1 0 0,1 0 1,-1 0-1,-1 0 1,1 0-1,-1-1 0,0 0 1,0 1-1,-1-1 0,0 0 1,0-7-1,-1 9 86,-1-1-1,0 1 0,-1 0 1,1 0-1,-1 0 0,0 0 1,-4-7-1,6 10 65,-1 0-1,0 0 1,0 0-1,-1 0 1,1 0 0,0 0-1,0 1 1,-1-1 0,1 0-1,-1 1 1,0-1 0,1 1-1,-1 0 1,0 0-1,0-1 1,0 1 0,0 0-1,0 0 1,0 1 0,-4-2-1,4 3 56,-1 0-1,1 0 0,0 0 0,-1 0 1,1 1-1,0-1 0,0 1 0,0 0 1,0 0-1,1-1 0,-1 1 0,0 0 1,1 0-1,-1 1 0,-1 2 0,2-4-39,-6 11 273,1 0 1,0 0 0,1 0-1,0 1 1,1 0-1,-5 22 1,-8 83 1365,15-102-1476,-5 56 289,3 0-1,3 0 0,4 1 0,17 106 0,-12-120-956,-6-39-122,0 0 1,2 0-1,0 0 1,2 0-1,10 26 1,-14-51-4216,5-9 997,-5 3-1645,-6-22-6314</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7:09.827"/>
    </inkml:context>
    <inkml:brush xml:id="br0">
      <inkml:brushProperty name="width" value="0.025" units="cm"/>
      <inkml:brushProperty name="height" value="0.025" units="cm"/>
    </inkml:brush>
  </inkml:definitions>
  <inkml:trace contextRef="#ctx0" brushRef="#br0">1 18 10005,'0'0'14899,"2"-1"-16536,22-6 1447,-21 6 123,0 1-31,16 2 445,-8-2-5560,-27-5-1394,-4 0-1848</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7:10.570"/>
    </inkml:context>
    <inkml:brush xml:id="br0">
      <inkml:brushProperty name="width" value="0.025" units="cm"/>
      <inkml:brushProperty name="height" value="0.025" units="cm"/>
    </inkml:brush>
  </inkml:definitions>
  <inkml:trace contextRef="#ctx0" brushRef="#br0">593 29 6873,'-6'-3'7592,"19"-3"2073,-5 2-11666,-5 3 2949,-6 0-871,-16-3-3,-35-5-69,34 8-17,0 2-1,1 1 1,-1 0-1,0 1 1,1 1-1,0 1 1,0 1-1,-35 15 1,30-9-20,1 0 1,0 2-1,1 1 0,0 0 1,1 2-1,-21 21 0,-33 41-377,62-65 135,2 1 0,0 0 1,-15 27-1,24-37 38,0 0-1,0 0 1,1 0 0,-1 0-1,1 0 1,1 0-1,-1 1 1,1-1-1,-1 0 1,2 1-1,0 7 1,3 14-7063</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7:12.130"/>
    </inkml:context>
    <inkml:brush xml:id="br0">
      <inkml:brushProperty name="width" value="0.025" units="cm"/>
      <inkml:brushProperty name="height" value="0.025" units="cm"/>
    </inkml:brush>
  </inkml:definitions>
  <inkml:trace contextRef="#ctx0" brushRef="#br0">18 164 9769,'-1'0'130,"0"-1"1,0 1 0,0 0-1,0-1 1,0 1-1,0-1 1,0 1-1,1-1 1,-1 1-1,0-1 1,0 0-1,1 1 1,-1-1 0,0 0-1,1 0 1,-1 0-1,0 1 1,1-1-1,-1 0 1,1 0-1,0 0 1,-1 0-1,1 0 1,0 0 0,0 0-1,-1 0 1,1 0-1,0 0 1,0-2-1,1 1 3017,12-8-1093,-7 4-1695,2 0-35,1 0-1,0 0 1,1 1-1,-1 1 1,1-1-1,0 2 1,0-1-1,12-2 1,91-12 1607,-93 16-1666,870-54 5521,3 65-3540,715 63-1903,-531-19-304,-1071-53-39,132 3-25,-113-4-131,0-2 0,-1 0-1,35-9 1,-58 12 21,1-1 1,0 1-1,0-1 1,-1 1-1,1-1 0,-1 0 1,1 1-1,0-1 1,-1 0-1,0 0 1,1 0-1,-1 0 0,3-3 1,-4 4 36,0-1 0,0 0 0,0 0 1,0 0-1,0 0 0,0 1 0,0-1 1,0 0-1,0 0 0,0 0 0,-1 1 0,1-1 1,0 0-1,0 0 0,-1 1 0,1-1 1,-1 0-1,1 0 0,-1 1 0,1-1 0,-1 1 1,1-1-1,-1 0 0,1 1 0,-1-1 1,0 1-1,1-1 0,-2 0 0,-4-3-506,1 0-1,-1 1 1,0-1 0,1 1-1,-2 0 1,1 0-1,-10-2 1,-52-12-5337,58 15 4928,-93-18-11611</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7:49.110"/>
    </inkml:context>
    <inkml:brush xml:id="br0">
      <inkml:brushProperty name="width" value="0.025" units="cm"/>
      <inkml:brushProperty name="height" value="0.025" units="cm"/>
    </inkml:brush>
  </inkml:definitions>
  <inkml:trace contextRef="#ctx0" brushRef="#br0">16 274 4888,'-15'16'2511,"25"-32"7057,-1 1-7166,1 1-1455,2 1-1,-1-1 1,2 2-1,0 0 1,0 0 0,1 1-1,17-10 1,15-5 681,51-22 1,-47 25-356,59-24 22,-87 42-1295,-21 4-3,0 1 0,0 0-1,0 0 1,0 0 0,0 0 0,0 0 0,0 1-1,0-1 1,0 0 0,0 0 0,0 1 0,0-1-1,-1 0 1,1 1 0,0-1 0,0 1 0,0-1-1,0 1 1,-1 0 0,1-1 0,0 1-1,-1 0 1,1-1 0,0 1 0,-1 0 0,1 0-1,-1 0 1,1-1 0,-1 1 0,1 0 0,-1 0-1,0 0 1,1 0 0,-1 0 0,0 0 0,0 0-1,0 0 1,0 0 0,0 0 0,0 0 0,0 0-1,0 1 1,-1 2-54,0 0-1,0 0 0,0 1 1,0-1-1,0 0 0,-1 0 1,0 0-1,-3 4 0,-57 91-2408,-147 225-2263,197-308 4740,-1-1 1,-21 20-1,19-20 1191,-19 24 0,34-38-1111,0 0 0,0-1 0,0 1 0,0 0 1,0-1-1,0 1 0,0 0 0,1-1 0,-1 1 1,0 0-1,1-1 0,-1 1 0,0 0 0,1-1 1,-1 1-1,1-1 0,-1 1 0,1-1 0,-1 1 1,1-1-1,-1 1 0,1-1 0,0 0 1,1 1-1,1 1 83,1 0 1,0-1 0,0 0-1,0 0 1,0 0 0,0 0-1,0-1 1,0 1 0,1-1-1,-1 0 1,0-1 0,5 0-1,5 1 125,274-25 226,-50 4-485,-228 20-38,0 0 0,0 1 0,14 2 1,-24-2-4,0 0 1,1 0 0,-1 0 0,0 0 0,0 0 0,0 0-1,1 0 1,-1 0 0,0 0 0,0 0 0,0 1 0,0-1 0,1 0-1,-1 0 1,0 0 0,0 0 0,0 0 0,0 0 0,0 0 0,0 0-1,1 1 1,-1-1 0,0 0 0,0 0 0,0 0 0,0 0-1,0 0 1,0 0 0,0 1 0,0-1 0,1 0 0,-1 0 0,0 0-1,0 0 1,0 1 0,0-1 0,0 0 0,0 0 0,0 0 0,0 0-1,0 1 1,0-1 0,0 0 0,0 0 0,0 0 0,0 1 0,-1-1-1,1 0 1,0 0 0,0 0 0,0 0 0,0 0 0,0 1-1,0-1 1,0 0 0,0 0 0,-1 0 0,-22 15-34,7-9-1104,0 1-1,-26 5 1,-35 4-6274,38-9 1779,-14 3-7656</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7:49.787"/>
    </inkml:context>
    <inkml:brush xml:id="br0">
      <inkml:brushProperty name="width" value="0.025" units="cm"/>
      <inkml:brushProperty name="height" value="0.025" units="cm"/>
    </inkml:brush>
  </inkml:definitions>
  <inkml:trace contextRef="#ctx0" brushRef="#br0">0 59 11225,'3'-3'1094,"6"-8"-707,-4 8 8780,24 5-4065,-20-1-4311,0-1-1,0 0 0,11-1 1,101-20 1839,-51 10-2630,-53 7 0,0 1 0,1 1 0,-1 1 0,1 0 0,25 2 0,-24 3 0,-17-3 0,0-1 0,-1 1 0,1 0 0,0 0 0,-1-1 0,1 1 0,-1 0 0,0 0 0,1 0 0,-1 1 0,0-1 0,0 0 0,1 0 0,-1 1 0,0-1 0,0 1 0,0-1 0,-1 1 0,1-1 0,0 1 0,-1 0 0,1-1 0,-1 1 0,1 0 0,-1 2 0,0 2 0,0 0 0,-1 0 0,0 0 0,0 0 0,-1 0 0,-2 7 0,-3 10 0,-22 76 14,-10 46-73,33-117-40,1 1 0,1-1 1,1 32-1,2-58-331,1 0 0,0 0 0,0 1 0,0-1 0,0 0 0,0 0 0,0 0 0,1 1 0,-1-1 0,1 0 0,-1 0 0,3 3 0,4-13-4387,-1-7-1904,3-4-5494</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7:50.448"/>
    </inkml:context>
    <inkml:brush xml:id="br0">
      <inkml:brushProperty name="width" value="0.025" units="cm"/>
      <inkml:brushProperty name="height" value="0.025" units="cm"/>
    </inkml:brush>
  </inkml:definitions>
  <inkml:trace contextRef="#ctx0" brushRef="#br0">9 3 7665,'-4'8'-1972,"0"5"17255,12-17-13432,-1 1-1229,1 0-1,-1 0 1,0 1 0,1 0 0,-1 0-1,1 0 1,0 1 0,11 0 0,-2 1-404,0 0 1,29 4-1,-44-4-314,1 0 1,-1 1-1,1-1 1,-1 1-1,0-1 1,1 1-1,-1 0 1,1 0-1,-1-1 1,0 2-1,0-1 1,0 0-1,0 0 0,1 1 1,-2-1-1,1 1 1,0 0-1,0 0 1,0-1-1,-1 1 1,1 0-1,2 5 1,-4-4-39,1 1 1,-1 0 0,0-1-1,0 1 1,0-1 0,-1 1 0,1 0-1,-1-1 1,0 1 0,0-1 0,0 1-1,0-1 1,0 0 0,-1 1 0,-2 2-1,-71 154-3925,65-141 4201,1-3 2967,18-1-821,-8-14-2187,0 0 0,1 1 0,-1-1 0,0 0 0,0 0 0,1 0 0,-1 0 0,1 0 0,-1 0 0,1-1 0,-1 1 0,1 0 0,0-1 0,-1 1 1,1-1-1,0 0 0,1 1 0,35-1 1255,-15 0-642,4 1-269,-3-1 106,0 2 1,-1 0-1,26 7 0,-49-9-551,1 0 0,0 0 0,-1 0 0,1 1 0,0-1 0,-1 0 0,1 0 0,-1 1 0,1-1 0,-1 0 0,1 0 0,-1 1 0,1-1 0,-1 1 0,1-1 0,-1 0 0,1 1 0,-1-1 0,0 1 0,1-1 0,-1 1 0,1 0 0,-2 5-53,-1-1 0,1 0 0,-1 0 0,0 1 0,-1-1 1,1-1-1,-1 1 0,0 0 0,-4 4 0,5-5-95,-10 13-727,0 0 1,-1-1-1,-1 0 1,-1-1 0,0-1-1,-1-1 1,0 0 0,-1-1-1,-1 0 1,-20 9-1,20-13-2338,-1-2 0,-34 7 0,14-6-6635</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7:51.048"/>
    </inkml:context>
    <inkml:brush xml:id="br0">
      <inkml:brushProperty name="width" value="0.025" units="cm"/>
      <inkml:brushProperty name="height" value="0.025" units="cm"/>
    </inkml:brush>
  </inkml:definitions>
  <inkml:trace contextRef="#ctx0" brushRef="#br0">367 4 7717,'-19'-3'1633,"15"3"2984,-5 5-2989,9-4-1521,-1 0 0,1-1 0,-1 1 0,0 0 0,0-1 0,1 1 0,-1 0 0,0-1 0,0 1 0,0-1 0,0 1 0,0-1 0,0 0 0,0 1 0,0-1 0,-1 0 0,-9 3 374,-1-1 0,1 1 0,0 1 0,0 0 0,0 0 1,-12 8-1,-5 4 631,-27 22-1,43-28-740,1 1-1,1 0 0,0 0 0,1 1 1,0 1-1,1 0 0,0 0 0,-7 17 1,13-26-249,0 1 1,0-1 0,0 1 0,0-1-1,1 1 1,0 0 0,0 0-1,0 0 1,1-1 0,-1 1-1,1 0 1,1 0 0,-1 0-1,0 0 1,1 0 0,2 6-1,-1-5 3,1 0 0,0-1-1,-1 0 1,2 1-1,-1-1 1,1-1-1,0 1 1,0 0-1,0-1 1,0 0-1,9 6 1,2 1 111,1-2-1,0 0 1,1-1 0,0 0 0,0-2 0,0 0 0,29 6 0,36 2-885,-79-13 94,-17-10-4514,3 4 4677,0 1 1,0 0-1,0 1 0,0 0 0,0 1 0,-16-2 0,-72 2-1560,31 1 52,7-11-2200,60 12 3996,1 0-1,0 0 0,0 0 1,-1 0-1,1 0 0,0-1 1,0 1-1,-1 0 0,1 0 1,0 0-1,0 0 0,0-1 0,-1 1 1,1 0-1,0 0 0,0-1 1,0 1-1,0 0 0,0 0 1,-1-1-1,1 1 0,0 0 1,0 0-1,0-1 0,0 1 1,0 0-1,0-1 0,0 1 1,0 0-1,0 0 0,0-1 0,0 1 1,0 0-1,0-1 0,0 1 1,0 0-1,1-1 0,2-8-1913,11-13-3839</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7:51.595"/>
    </inkml:context>
    <inkml:brush xml:id="br0">
      <inkml:brushProperty name="width" value="0.025" units="cm"/>
      <inkml:brushProperty name="height" value="0.025" units="cm"/>
    </inkml:brush>
  </inkml:definitions>
  <inkml:trace contextRef="#ctx0" brushRef="#br0">343 53 8337,'0'0'7564,"-2"-3"-7177,-15-24 422,17 27-780,-1-1 1,1 1-1,-1-1 0,0 1 1,1-1-1,-1 1 1,0 0-1,0-1 0,1 1 1,-1 0-1,0 0 0,0-1 1,1 1-1,-1 0 1,0 0-1,0 0 0,1 0 1,-1 0-1,0 0 0,-1 0 1,-1 0 82,-11-2 209,-17-4 60,0 2 0,-1 1 0,0 1 0,1 1 0,-41 6 0,62-4 114,5 0-31,0 0 0,0-1 1,-1 2-1,1-1 0,0 1 0,0 0 0,-7 4 0,11-6-424,1 0-1,0 0 1,0 0 0,0 1-1,-1-1 1,1 0 0,0 0-1,0 1 1,0-1 0,-1 0 0,1 0-1,0 1 1,0-1 0,0 0-1,0 1 1,0-1 0,0 0-1,0 1 1,0-1 0,0 0 0,0 1-1,0-1 1,0 0 0,0 1-1,0-1 1,0 0 0,0 1-1,0-1 1,0 0 0,0 0-1,0 1 1,0-1 0,1 0 0,-1 1-1,0-1 1,0 0 0,0 0-1,1 1 1,-1-1 0,16 17 1070,28 13 3,-38-26-1022,10 6 189,-1 1-1,0 1 0,-1 0 1,0 1-1,18 21 1,-27-28-268,-1 0 0,0 0 0,0 1 0,0-1 0,-1 1 0,0 0 0,0 0 0,0 0 0,-1 0 0,0 0 0,-1 0-1,0 1 1,0-1 0,0 1 0,-1-1 0,-1 10 0,-3 8-493,-1-1 0,-1 0-1,-2 0 1,0-1-1,-1 0 1,-1 0-1,-17 25 1,-15 8-780,20-29 684,21-25 572,0-1-1,0 1 0,-1-1 1,1 1-1,-1-1 0,1 0 1,-1 1-1,1-1 1,-1 0-1,0 0 0,0 0 1,1 0-1,-1 0 0,0-1 1,0 1-1,0-1 1,0 1-1,0-1 0,-2 1 1,3-1 37,0-1 0,0 1 0,-1 0 0,1 0 0,0-1 0,0 1 0,0 0 0,0-1 0,0 1 0,0-1 0,0 0 0,1 1 0,-1-1 0,0 0 0,0 1 0,0-1 0,0 0 0,1 0 0,-1 0 0,0 0 0,1 0 0,-1 0 0,1 0 0,-1 0 0,1 0 0,0 0 0,-1 0 0,1 0 0,0 0 0,0 0 0,-1 0 0,1 0 0,0-2 0,0-2 82,0 0-1,0 0 0,1 0 1,0 0-1,-1 0 0,2 0 1,-1 0-1,0 1 1,1-1-1,4-7 0,28-45 872,4 7 96,3 2 1,2 2-1,55-46 0,-36 33-581,22-22-500,-83 80-94,0 0 0,0-1-1,0 1 1,0 0 0,-1 0 0,1-1-1,0 1 1,-1 0 0,1-1 0,-1 1 0,1 0-1,-1-1 1,0 1 0,1-1 0,-1 1 0,0-1-1,0 1 1,0-1 0,0 1 0,0-1-1,0 1 1,-1 0 0,1-1 0,0 1 0,-1-1-1,1 1 1,-1 0 0,0-1 0,1 1-1,-1 0 1,0-1 0,0 1 0,0 0 0,-1-2-1,-1 1-278,1-1 0,0 1 0,-1 0 0,0 0 0,1 1 0,-1-1 0,0 0-1,0 1 1,0 0 0,0 0 0,0 0 0,0 0 0,0 0 0,0 0 0,-5 0-1,-36 4-7283,-8-2-5201</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7:52.628"/>
    </inkml:context>
    <inkml:brush xml:id="br0">
      <inkml:brushProperty name="width" value="0.025" units="cm"/>
      <inkml:brushProperty name="height" value="0.025" units="cm"/>
    </inkml:brush>
  </inkml:definitions>
  <inkml:trace contextRef="#ctx0" brushRef="#br0">1 84 11697,'0'0'9140,"3"0"-8605,54 0 2047,129-4 1152,-117 1-3255,72 6-1,-21 1-72,401 5 488,-264 6-757,74 1-26,-195-13-82,206 0 48,90-11 43,362-16-61,-42 9 681,-594 16 221,-89 4-377,-29-4-580,-35-2-4,22 7 0,-1 5-83,-24-10-389,-13-22-4291,5 10 3742,3 5 219,0 1 0,0-1 0,0 1 1,-1 0-1,-8-8 0,9 11-38,1-1-1,-2 1 1,1 0-1,0 0 1,0 0-1,-1 0 1,1 1-1,-5-2 1,-40-13-10229</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7:54.871"/>
    </inkml:context>
    <inkml:brush xml:id="br0">
      <inkml:brushProperty name="width" value="0.025" units="cm"/>
      <inkml:brushProperty name="height" value="0.025" units="cm"/>
    </inkml:brush>
  </inkml:definitions>
  <inkml:trace contextRef="#ctx0" brushRef="#br0">241 12 9753,'0'0'2144,"-9"-9"1426,9 9-3471,-1-1 0,1 1 0,0 0 0,-1 0 0,1 0-1,-1-1 1,1 1 0,0 0 0,-1 0 0,1 0 0,-1 0-1,1 0 1,0 0 0,-1 0 0,1 0 0,-1 0-1,1 0 1,-1 0 0,1 0 0,0 0 0,-1 0 0,1 0-1,-1 1 1,1-1 0,0 0 0,-1 0 0,1 0 0,-1 1-1,1-1 1,0 0 0,-1 1 0,-16 15 1184,-15 29-854,28-38-143,-15 26 180,1 0-1,-20 53 1,13-26-50,-31 83 975,54-139-1207,0 0 0,1 1 0,0 0 1,0-1-1,0 1 0,0 0 0,1 0 1,-1-1-1,1 1 0,1 0 1,-1 0-1,1-1 0,0 1 0,1 5 1,-1-8-103,0 1 0,1-1 0,-1 1 0,1-1 0,-1 0 0,1 1 0,0-1 0,0 0 0,0 0 0,0 0 0,0 0 0,1-1 1,-1 1-1,0 0 0,1-1 0,0 0 0,-1 0 0,1 1 0,-1-2 0,1 1 0,0 0 0,0 0 0,4 0 0,43 3 824,0-1-1,73-6 0,-14 0-1491,-106 3 292,1 0 0,-1 0 0,0 0-1,1-1 1,-1 1 0,1-1 0,-1 0 0,0 0 0,1 0 0,5-3 0,-3 0-3064,-17 7-2455,9-2 4296,-14 5-12271</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7:55.280"/>
    </inkml:context>
    <inkml:brush xml:id="br0">
      <inkml:brushProperty name="width" value="0.025" units="cm"/>
      <inkml:brushProperty name="height" value="0.025" units="cm"/>
    </inkml:brush>
  </inkml:definitions>
  <inkml:trace contextRef="#ctx0" brushRef="#br0">73 1 9945,'-15'34'2484,"7"10"-292,-1-30-71,0 12-485,-5 17-288,5-14-136,6-18-92,1 21-140,-1-1-188,3-5-236,5 20-464,-2-31-300,0 8-240,0-3-544</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7:55.706"/>
    </inkml:context>
    <inkml:brush xml:id="br0">
      <inkml:brushProperty name="width" value="0.025" units="cm"/>
      <inkml:brushProperty name="height" value="0.025" units="cm"/>
    </inkml:brush>
  </inkml:definitions>
  <inkml:trace contextRef="#ctx0" brushRef="#br0">393 1 9813,'0'0'5546,"-3"1"-4798,-9 3-498,0 1 0,0 1-1,1 0 1,0 0 0,0 1 0,-12 11 0,-64 57 809,74-63-826,-78 84 1390,24-24 49,63-68-1461,1 0 0,-1 0 0,0 1 1,1-1-1,0 1 0,0 0 0,0 0 0,1 0 1,-1 0-1,1 1 0,1-1 0,-2 7 1,2-10-126,1 1 1,0 0 0,0 0-1,0-1 1,0 1 0,0 0-1,1-1 1,-1 1 0,1 0-1,0-1 1,0 1 0,0-1 0,0 1-1,0-1 1,1 0 0,-1 1-1,0-1 1,1 0 0,0 0-1,0 0 1,0 0 0,0 0-1,0 0 1,0-1 0,4 3 0,2 1 77,0 0 1,1-1 0,0-1 0,0 0 0,0 0 0,0 0-1,0-1 1,11 1 0,79 2 805,-57-4-648,82 5-1652,-121-6 227,-22-4-1927,-125-19-10473,106 15 5235</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7:56.400"/>
    </inkml:context>
    <inkml:brush xml:id="br0">
      <inkml:brushProperty name="width" value="0.025" units="cm"/>
      <inkml:brushProperty name="height" value="0.025" units="cm"/>
    </inkml:brush>
  </inkml:definitions>
  <inkml:trace contextRef="#ctx0" brushRef="#br0">346 14 12885,'0'-1'79,"0"1"0,0 0 0,0 0 0,0-1 0,1 1-1,-1 0 1,0-1 0,0 1 0,0 0 0,0-1 0,0 1 0,0 0 0,0-1-1,0 1 1,0 0 0,0 0 0,0-1 0,0 1 0,0 0 0,0-1 0,0 1 0,0 0-1,0-1 1,-1 1 0,1 0 0,0-1 0,0 1 0,0 0 0,0 0 0,-1-1-1,1 1 1,0 0 0,0 0 0,0-1 0,-1 1 0,1 0 0,0 0 0,-1 0-1,1 0 1,0-1 0,0 1 0,-1 0 0,0 0 0,-22-2 2774,-34 11-1013,50-8-2420,-13 2 570,-36 0 0,40-3 253,0 0-1,0 2 0,-27 5 1,37-6 172,-1 0 0,0 0 1,0-1-1,1 0 1,-9-1-1,-21 2 2128,34-1-2045,3 2-401,1 0 0,0 0 1,0 0-1,-1 0 0,0 1 0,1-1 1,-1 0-1,0 1 0,1 2 0,0-2 44,7 17-176,0 0-1,-1 0 1,-1 1-1,-2 0 1,0 0-1,0 1 1,-2-1 0,-1 1-1,-1 0 1,-2 34-1,-3-9-1589,-2 0 0,-3 0-1,-24 79 1,20-89 1544,7-30 789,7-23-172,5-15 161,1 1 0,2 0 0,1 0 0,1 1 0,2 0 0,15-26 0,8-5 1492,70-90 0,-64 85-2827,-42 65 603,0 0 0,0 0-1,0 0 1,0 0 0,1 0 0,-1-1 0,0 1-1,0 0 1,0 0 0,0 0 0,0 0-1,0 0 1,0 0 0,0 0 0,0-1-1,0 1 1,0 0 0,0 0 0,0 0 0,0 0-1,0 0 1,0-1 0,0 1 0,0 0-1,0 0 1,0 0 0,0 0 0,0 0-1,0 0 1,0-1 0,0 1 0,0 0 0,0 0-1,0 0 1,0 0 0,0 0 0,0 0-1,0-1 1,0 1 0,-1 0 0,1 0-1,0 0 1,0 0 0,-2-3-499,0 0-1,0 0 1,0 0 0,0 1-1,-1-1 1,1 1-1,-1 0 1,0-1 0,0 1-1,1 0 1,-8-3 0,8 4-208,-1 1 0,0-1 0,0 0 1,1 1-1,-1-1 0,0 1 0,0 0 1,0 0-1,-5 1 0,-25 6-11850</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7:56.650"/>
    </inkml:context>
    <inkml:brush xml:id="br0">
      <inkml:brushProperty name="width" value="0.025" units="cm"/>
      <inkml:brushProperty name="height" value="0.025" units="cm"/>
    </inkml:brush>
  </inkml:definitions>
  <inkml:trace contextRef="#ctx0" brushRef="#br0">1 18 4032,'17'-17'-196</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7:57.025"/>
    </inkml:context>
    <inkml:brush xml:id="br0">
      <inkml:brushProperty name="width" value="0.025" units="cm"/>
      <inkml:brushProperty name="height" value="0.025" units="cm"/>
    </inkml:brush>
  </inkml:definitions>
  <inkml:trace contextRef="#ctx0" brushRef="#br0">396 14 12633,'-21'1'2698,"11"1"5626,6-2-8118,0 0 1,0-1-1,0 1 1,1-1-1,-1 0 1,0 0-1,0 0 1,-4-2-1,-27-6-101,9 9-192,1 1 1,-1 1-1,-27 7 1,-71 19 145,122-28 21,0 1 0,0 0 0,0-1 0,0 1 0,0 0-1,0 0 1,0 0 0,0 0 0,0 0 0,0 1 0,0-1 0,1 0 0,-1 1 0,0 0 0,-1 2 0,2-3-29,1 0 0,-1 0 0,1 1 0,-1-1 1,1 0-1,0 1 0,-1-1 0,1 0 0,0 1 0,0-1 1,0 0-1,0 1 0,0-1 0,0 0 0,0 1 1,1-1-1,-1 1 0,1 1 0,1 1 51,0 1-1,1-1 1,0 1 0,-1-1-1,1 0 1,1 0 0,-1 0-1,1 0 1,-1-1-1,6 5 1,15 9 711,47 24 0,-4-2 94,-3 0-237,-33-21-390,-2 0 1,29 25-1,-57-42-300,1 0-1,-1 0 1,0 0-1,0 0 1,0 0-1,0 0 0,-1 1 1,1-1-1,0 0 1,0 0-1,-1 1 1,1-1-1,-1 1 1,1-1-1,-1 0 0,1 1 1,-1-1-1,0 1 1,0-1-1,0 1 1,0-1-1,0 1 1,0-1-1,-1 3 0,0 1-151,-1 0-1,0 0 0,0 1 0,-1-1 1,-3 6-1,5-10 142,-3 6-352,-1 0-1,1 0 1,-2 0 0,1 0 0,-1-1 0,0 0-1,0 0 1,-1-1 0,0 1 0,0-2-1,0 1 1,-1-1 0,1 0 0,-1 0 0,0-1-1,0 0 1,-11 2 0,10-3 215,-1 0 0,0-1 1,0-1-1,0 1 0,0-2 1,0 1-1,1-1 0,-1-1 1,0 0-1,0 0 0,1-1 0,-1 0 1,1-1-1,-13-6 0,20 8 242,0 1 0,-1-1 0,1 0 0,1 0 0,-1 0 0,0 0 0,0 0 0,1 0 0,-1 0 0,1-1 0,0 1 0,-1 0 0,1-1 0,0 1 0,1-1 0,-1 1 0,0-1 0,1 0 0,-1 1 0,1-1 0,0 0 0,0 1 0,0-1 0,0 0 0,1 1 0,0-5 0,1-3 260,0 0 0,0 0-1,1 0 1,1 0-1,6-13 1,-4 13-45,0 0-1,1 1 0,1 0 1,-1 0-1,1 1 1,1 0-1,10-9 1,3-2 262,12-10 520,67-42 0,11-9-1894,-110 78 581,0 0 1,-1 1-1,1-1 1,-1 0-1,1 0 0,-1 0 1,0 0-1,0-1 1,0 1-1,0 0 1,0 0-1,-1-1 1,1 1-1,0 0 1,-1-1-1,0-3 1,0 5-55,0-1 1,0 1-1,0 0 1,0-1-1,0 1 1,-1 0-1,1 0 1,0-1-1,-1 1 1,1 0-1,-2-3 1,1 4-51,1-1 0,0 1 0,-1-1 0,1 1 1,-1-1-1,0 1 0,1-1 0,-1 1 0,1-1 1,-1 1-1,0 0 0,1-1 0,-1 1 1,0 0-1,1 0 0,-1 0 0,0-1 0,0 1 1,1 0-1,-1 0 0,-1 0 0,-17 0-11337</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7:57.641"/>
    </inkml:context>
    <inkml:brush xml:id="br0">
      <inkml:brushProperty name="width" value="0.025" units="cm"/>
      <inkml:brushProperty name="height" value="0.025" units="cm"/>
    </inkml:brush>
  </inkml:definitions>
  <inkml:trace contextRef="#ctx0" brushRef="#br0">0 113 10837,'9'-5'2872,"-1"0"1,0-1-1,8-7 1,-10 8-2242,0 0 0,1 1 0,-1-1 0,1 1 0,0 0 0,0 1 0,9-4 0,12 0 154,51-7 0,-27 7-277,118-9 571,-139 14-890,-23 2-167,-1 0 0,1 0-1,-1 1 1,8 1 0,-13-2-17,0 0 0,1 1 1,-1 0-1,-1-1 0,1 1 0,0 0 1,0 0-1,0 0 0,0 0 1,0 0-1,-1 0 0,1 0 0,-1 1 1,1-1-1,-1 1 0,1-1 1,-1 1-1,0 0 0,1-1 1,0 4-1,0 2-8,0 0 1,-1 0-1,0 1 1,0-1-1,0 0 1,-1 1-1,0-1 1,-1 1-1,-1 8 1,-1 9-6,-4 55 15,-21 85 1,15-73 2,10-63-292,-2 0 0,0 0 0,-12 35 0,16-62 131,1 0-1,-1 0 1,1 0-1,0 0 1,0 0-1,-1 0 0,1 1 1,1-1-1,-1 0 1,0 0-1,0 0 1,1 0-1,0 0 0,-1 0 1,1 0-1,0 0 1,0-1-1,0 1 1,0 0-1,1 1 0,-1 0-1473,11-20-20388</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7:57.911"/>
    </inkml:context>
    <inkml:brush xml:id="br0">
      <inkml:brushProperty name="width" value="0.025" units="cm"/>
      <inkml:brushProperty name="height" value="0.025" units="cm"/>
    </inkml:brush>
  </inkml:definitions>
  <inkml:trace contextRef="#ctx0" brushRef="#br0">0 76 8813,'0'0'3960,"1"-3"-2784,0 2-933,-1 0 0,1 0 0,-1 0 0,1 0 0,-1 0 0,1 0 0,0 0 0,-1 0 0,1 0 0,0 0 0,0 0 0,0 0 0,-1 1 0,1-1 0,0 0 0,0 0 0,0 1 0,2-2 0,26 0 3855,-27 2-4115,271-11 9588,-181 9-9267,211-11-59,-290 11-207,13 3-128,0 2-262,-26-3 299,0 0 1,0 0-1,0 0 1,0 0-1,0 0 1,0 0-1,0 0 0,0 0 1,0 0-1,0-1 1,0 1-1,0 0 0,0 0 1,0 0-1,0 0 1,0 0-1,0 0 1,0 0-1,0 0 0,0 0 1,0-1-1,0 1 1,0 0-1,0 0 1,0 0-1,0 0 0,0 0 1,0 0-1,0 0 1,0 0-1,0 0 1,0 0-1,0 0 0,0-1 1,0 1-1,1 0 1,-1 0-1,0 0 0,0 0 1,0 0-1,0 0 1,-2-2-323,0 0-1,0 0 1,0 0 0,0 0 0,0 0 0,0 0-1,-1 1 1,1-1 0,-1 1 0,1-1 0,-1 1 0,0 0-1,1 0 1,-1 1 0,-5-2 0,1 2-880,0 0 0,-1 0 0,1 1 1,0 0-1,0 1 0,-7 1 0,-44 7-11129</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7:58.894"/>
    </inkml:context>
    <inkml:brush xml:id="br0">
      <inkml:brushProperty name="width" value="0.025" units="cm"/>
      <inkml:brushProperty name="height" value="0.025" units="cm"/>
    </inkml:brush>
  </inkml:definitions>
  <inkml:trace contextRef="#ctx0" brushRef="#br0">1 492 5973,'0'0'5525,"3"0"-4529,31-3 7965,-16-5-8002,-3 2 70,1 1-1,1 0 1,-1 1 0,30-4 0,-27 7-666,-1 0 0,0 2 0,1 0 0,18 3 0,-5 7-183,-32-10-184,1-1 0,0 1-1,-1-1 1,1 1 0,-1-1 0,1 1-1,-1 0 1,1-1 0,-1 1-1,1 0 1,-1 0 0,0-1-1,1 1 1,-1 0 0,0 0 0,1-1-1,-1 1 1,0 0 0,0 0-1,0 1 1,1 0-24,1 5-185,0 0 0,0 0 0,0 1 0,-1-1 0,0 0 0,-1 0 1,1 1-1,-1-1 0,-1 0 0,1 1 0,-1-1 0,-1 0 0,-2 11 0,-2-1-280,0 0 0,-2-1 0,1 0 0,-15 22 0,20-36 467,1 0-1,-1 0 1,0 0-1,0 0 1,0-1 0,0 1-1,0 0 1,0-1 0,-3 2-1,-4 2 52,4-5 135,-11-6-58,11 5-34,0-1 0,0 0 0,1 0 1,-1 0-1,1 0 0,-1-1 0,1 0 0,0 0 0,0 0 0,0 0 0,1 0 0,-1-1 0,1 0 0,-1 0 0,1 0 1,-3-6-1,-17-29-66,17 31-9,1-2 1,0 1-1,0-1 0,1 0 0,-6-17 1,-31-188-828,37 195 900,3 16-25,0 1 1,0-1-1,0 0 1,1 0-1,0 0 0,0 0 1,0 0-1,0 0 1,2-6-1,0 0 198,1 0-1,1 1 1,0-1-1,0 1 1,1 0 0,0 0-1,1 1 1,-1-1-1,2 1 1,11-12-1,7-3 731,51-37 0,-49 40-740,-3 7-916,-21 12 428,-1 1-1,0-1 0,0 0 0,0 0 0,0 0 0,0-1 0,0 1 1,0 0-1,0-1 0,0 0 0,-1 1 0,1-1 0,-1 0 0,1 0 1,-1 0-1,2-3 0,2-5-1043,-3 6-2750,0 0-925</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00.794"/>
    </inkml:context>
    <inkml:brush xml:id="br0">
      <inkml:brushProperty name="width" value="0.025" units="cm"/>
      <inkml:brushProperty name="height" value="0.025" units="cm"/>
    </inkml:brush>
  </inkml:definitions>
  <inkml:trace contextRef="#ctx0" brushRef="#br0">18 0 6849,'-17'6'15137,"20"-6"-14853,127 7 2210,10 0-1286,73 4 558,-54-1-1201,92 4-293,184 1-118,-95-13-90,47 15-59,-126-8-4,-121-8-21,133-2 33,17 5-47,-263-3 51,684 0 27,-593 3-90,-22 0 84,10 1-30,44-2 230,-4-12-41,179 12 0,-78 7 1402,-171-13-1136,-49 1-160,1 1-1,0 2 1,32 4 0,-49-3-290,1-2 0,0 1 0,19-3 0,7 0-22,-32 1 9,23 0 0,-22 3 0,-3-1 0,-1 0 0,0 0 0,1-1 0,-1 0 0,0 1 0,1-1 0,-1 0 0,1 0 0,3-1 0,-1 1 0,25-3 0,-16-2 0,-15 5 2,1 0-1,-1 0 1,1 0-1,-1 0 1,0 0 0,1 0-1,-1-1 1,1 1-1,-1 0 1,0 0 0,1 0-1,-1-1 1,1 1-1,-1 0 1,0 0 0,1-1-1,-1 1 1,0 0 0,0 0-1,1-1 1,-1 1-1,0-1 1,0 1 0,1 0-1,-1-1 1,0 1-1,0 0 1,0-1 0,0 1-1,1-1 1,-1 1-1,0 0 1,0-1 0,-7-6-425,4 6-34,-21-21-2614,2 2-1279,-3-1-3503,-8-5-5831</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07.368"/>
    </inkml:context>
    <inkml:brush xml:id="br0">
      <inkml:brushProperty name="width" value="0.025" units="cm"/>
      <inkml:brushProperty name="height" value="0.025" units="cm"/>
    </inkml:brush>
  </inkml:definitions>
  <inkml:trace contextRef="#ctx0" brushRef="#br0">0 147 4888,'37'6'13087,"-36"-9"-11923,2-3-606,-1 1-1,1 0 1,0 0 0,0 0-1,1 0 1,-1 0 0,1 1-1,0 0 1,0 0 0,9-7-1,8-4 974,27-16-1,-21 14-351,-19 13-931,1-1-1,0 1 1,0 0 0,0 1 0,17-4 0,-23 6-307,-1 4-139,1 2 73,-1 0 0,0 0 0,0 1 1,0-1-1,0 0 0,-1 1 0,0 0 1,0-1-1,0 1 0,-1-1 0,0 1 1,0 0-1,-1-1 0,1 1 0,-3 9 0,-3 10-520,-2 1-1,-11 26 0,10-28 211,-12 35-550,-60 180-1609,72-210 2559,5-18 442,1 1 0,0-1 1,0 0-1,1 1 0,-1 16 1,3-27-330,1 0 0,-1 0 0,0 0 1,0 0-1,0 0 0,1-1 0,-1 1 1,0 0-1,1 0 0,-1 0 1,1 0-1,-1-1 0,1 1 0,-1 0 1,1 0-1,0-1 0,-1 1 0,1 0 1,0-1-1,0 1 0,-1-1 0,1 1 1,0-1-1,0 1 0,0-1 1,0 0-1,0 1 0,1-1 0,28 3 1284,-24-3-1190,60-5 936,1-2 1,105-25-1,-77 13-673,61-11-3608,-218 32-2305,29-2-3561,2-1-3054</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07.968"/>
    </inkml:context>
    <inkml:brush xml:id="br0">
      <inkml:brushProperty name="width" value="0.025" units="cm"/>
      <inkml:brushProperty name="height" value="0.025" units="cm"/>
    </inkml:brush>
  </inkml:definitions>
  <inkml:trace contextRef="#ctx0" brushRef="#br0">27 181 6641,'-26'-23'17250,"46"2"-14014,56-14-1004,112-38-1,-168 66-2067,-1 0 0,1 2-1,34-5 1,-53 10-168,0 0 0,-1 0 0,1 0 0,0 0 0,-1 0 1,1 1-1,0-1 0,-1 0 0,1 0 0,0 0 0,-1 1 0,1-1 0,-1 0 0,1 0 0,0 1 1,-1-1-1,1 1 0,-1-1 0,1 0 0,-1 1 0,1-1 0,-1 1 0,1 0 0,-1-1 0,0 1 1,1-1-1,-1 1 0,0-1 0,1 1 0,-1 0 0,0-1 0,0 2 0,1 2-7,0-1 0,-1 1 0,0-1 0,1 1-1,-1 0 1,-1-1 0,0 5 0,-2 9-63,0 0 1,-8 19-1,-71 155-949,41-102 342,23-49 219,6-15-249,0 1 1,2 0-1,-9 39 1,18-61 587,0-1 1,1 1-1,0-1 0,0 1 1,0-1-1,1 1 1,0 4-1,-1-7 83,0-1 0,0 1 0,0-1 0,1 1-1,-1-1 1,0 1 0,0-1 0,0 1 0,1-1 0,-1 1 0,0-1 0,1 0 0,-1 1 0,0-1 0,1 0 0,-1 1-1,1-1 1,-1 0 0,1 1 0,-1-1 0,1 1 0,0-1-21,0 0 0,-1 0 0,1-1 0,0 1 0,0 0 0,0 0 0,-1 0 0,1 0 0,0-1 0,-1 1 0,1 0 0,0-1 0,-1 1 0,1 0 0,0-1 0,-1 1 0,1-1 0,-1 1 0,1-1 0,0 0 0,7-7-607,23-21-3143,-11 6-2379,0-2-3811</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08.502"/>
    </inkml:context>
    <inkml:brush xml:id="br0">
      <inkml:brushProperty name="width" value="0.025" units="cm"/>
      <inkml:brushProperty name="height" value="0.025" units="cm"/>
    </inkml:brush>
  </inkml:definitions>
  <inkml:trace contextRef="#ctx0" brushRef="#br0">27 52 7545,'-3'-1'1484,"-10"-2"-573,3 1 2709,22 0-1345,2 1-701,-5 1-1042,0-1 0,0 0 0,0 0 1,0-1-1,0 0 0,0 0 0,-1-1 0,1 0 1,12-7-1,-16 8-331,1-1 0,0 1 0,-1 0 1,1 1-1,0-1 0,0 1 0,0 0 0,10 0 0,5-1 78,-18 1-373,14 10-454,-16-8 502,0-1 1,0 1-1,0 0 1,0 0-1,0-1 1,0 1-1,0 0 1,0 0 0,-1 0-1,1 0 1,0 0-1,-1 0 1,1 0-1,-1 0 1,1 1-1,-1-1 1,1 0 0,-1 0-1,0 3 1,1 0-98,-1 0 1,1 0-1,-2 1 1,1-1-1,-1 8 1,-2 1-348,0-1 1,-1 1-1,-7 14 0,-12 20-1345,-10 24-902,22-42 1972,-15 44-557,24-64 2346,1 0-1,-1 0 0,1 15 1,1-22-649,1-1 0,0 1 0,0 0 0,0-1 1,0 1-1,0-1 0,1 0 0,-1 1 0,0-1 0,1 0 1,-1 0-1,1 0 0,-1 0 0,1 0 0,-1 0 0,4 1 1,10-2 771,0-2 0,17-3 1,-12 2-160,0 0 0,0 2 0,0 0 0,28 2 0,-29 2-871,-18-3-117,0 0 0,-1 0 0,1 0 0,0 0 0,0 0 0,0 1 0,0-1 0,0 0 0,0 1 0,0-1 0,0 1 0,-1-1 0,1 1 0,1 0 0,-1 1 2,-1-1 0,1 1 0,-1-1-1,0 1 1,1-1 0,-1 1 0,0-1 0,0 1 0,0-1 0,0 1 0,0-1-1,0 1 1,0-1 0,0 1 0,-1-1 0,0 2 0,-8 25-161,2-14-366,0 0 1,-1 0-1,-1-1 1,0 0-1,-1 0 1,-12 12-1,1-5-1781,-1 0 1,-33 23-1,12-16-4838,-1-13-4779</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09.038"/>
    </inkml:context>
    <inkml:brush xml:id="br0">
      <inkml:brushProperty name="width" value="0.025" units="cm"/>
      <inkml:brushProperty name="height" value="0.025" units="cm"/>
    </inkml:brush>
  </inkml:definitions>
  <inkml:trace contextRef="#ctx0" brushRef="#br0">343 11 8589,'-5'-11'3410,"-1"14"1352,5-2-4443,-1 0-1,1 0 1,0 0 0,-1 0-1,1-1 1,0 1-1,-1 0 1,1-1 0,-1 1-1,1-1 1,-3 1 0,-9 1-142,0 0 0,0 1 0,0 1 1,1 0-1,-1 1 0,1 0 0,0 1 1,-18 11-1,15-6-50,1 0 0,0 1 0,1 0 0,0 1 0,-22 29 0,23-27 331,1 1 0,0 1 1,1-1-1,1 2 0,-9 22 0,17-36-306,-1 0 0,1 0-1,0 0 1,1 0 0,-1 1 0,1-1-1,0 0 1,0 1 0,0-1 0,1 0-1,-1 0 1,3 8 0,-2-8-68,1-1-1,0 0 1,0 0-1,0 1 1,0-1 0,0-1-1,1 1 1,-1 0-1,1 0 1,0-1 0,0 0-1,0 1 1,0-1-1,0 0 1,0-1-1,0 1 1,5 1 0,7 3 160,0-2 1,0 0 0,1 0 0,-1-2 0,17 2-1,13 1-38,-42-4-340,-1 0-169,0 0 1,0 0-1,0 0 1,0-1-1,1 1 0,-1 0 1,0-1-1,1 0 1,-1 1-1,3-1 1,-22-5-1594,-1 1 1,-1 1 0,1 0 0,-24 1 0,-10-2-4710,32 0-1711</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09.543"/>
    </inkml:context>
    <inkml:brush xml:id="br0">
      <inkml:brushProperty name="width" value="0.025" units="cm"/>
      <inkml:brushProperty name="height" value="0.025" units="cm"/>
    </inkml:brush>
  </inkml:definitions>
  <inkml:trace contextRef="#ctx0" brushRef="#br0">438 62 11985,'0'0'5120,"-1"-2"-3946,0 0-1073,0 0-1,0 1 1,0-1 0,0 0-1,-1 0 1,1 0 0,-1 1-1,1-1 1,-1 1 0,0-1-1,0 1 1,0 0 0,1 0-1,-1 0 1,0 0 0,0 0 0,0 0-1,-1 0 1,1 1 0,0-1-1,0 1 1,0-1 0,0 1-1,-1 0 1,1 0 0,0 0-1,-4 1 1,-85 6 218,31-1-215,-65 11 54,52-6 260,70-10-352,1-1-1,-1 1 0,1 0 0,0 0 1,-1 0-1,1 0 0,0 0 1,0 0-1,-1 1 0,-2 1 0,1 1 241,4-4-210,0 1-1,1 0 0,-1-1 0,0 1 0,1 0 0,-1-1 0,0 1 0,1-1 0,-1 1 0,1-1 0,-1 1 0,1-1 1,0 1-1,-1-1 0,1 1 0,-1-1 0,2 1 0,-2-1 71,11 7 207,-1-2 0,1 1 1,0-1-1,1-1 0,-1 0 0,1 0 1,20 3-1,-4 0 211,26 4 303,-33-7-473,0 1 0,-1 1 0,33 13 0,-28-8-86,-17-8-184,0 0-1,0 1 1,0 0-1,-1 0 1,0 1 0,0 0-1,9 7 1,-14-10-157,0-1-1,-1 1 1,1-1-1,0 1 1,0 0 0,-1 0-1,1 0 1,-1 0-1,1 0 1,-1 0 0,0 0-1,0 0 1,0 1-1,0-1 1,0 0 0,-1 1-1,1-1 1,-1 1-1,1-1 1,-1 0 0,0 1-1,0-1 1,0 1-1,0-1 1,0 1 0,-1-1-1,1 1 1,-1-1-1,0 0 1,-1 4 0,-4 12-469,-2 0 0,0-1 1,-1 1-1,0-2 1,-1 1-1,-1-1 0,-1-1 1,-1 0-1,0-1 0,0 0 1,-1-1-1,-1 0 1,-27 17-1,40-29 429,0 1-1,-1-1 1,1 0 0,0 0-1,-1 0 1,1 0-1,-1 0 1,1 0 0,-1 0-1,1-1 1,-1 0 0,0 1-1,1-1 1,-1 0-1,1 0 1,-1 0 0,0-1-1,1 1 1,-4-2 0,3 1 61,1 0 0,0-1 0,-1 1 0,1-1 0,0 1 0,0-1 0,0 0 0,0 0 0,0 0 0,1 0 1,-1 0-1,0-1 0,1 1 0,0 0 0,-2-4 0,-1-4 185,1 0 0,0 1 0,1-1 0,0 0 0,0 0 0,1 0 0,1-1 0,0-13 0,2 10 79,0 0 0,1 0 0,1 1 0,0-1 0,1 1 1,0 0-1,1 0 0,0 1 0,1-1 0,9-11 0,14-16 987,52-54 0,-44 52-620,-18 21-497,-14 15-665,0 0 0,0 0 0,0-1 0,-1 0 0,0 0 0,6-11 0,-11 17 441,0 1 0,1 0 0,-1 0 0,0-1 0,0 1 0,0 0 0,0 0 0,0-1 0,1 1 0,-1 0 0,0 0 0,0-1 0,0 1 0,0 0 0,0 0 0,0-1 0,0 1 0,0 0 0,0-1 0,0 1 0,0 0 0,0 0 0,0-1 0,0 1 0,0 0 0,-1 0 0,1-1 0,0 1 0,0 0 0,0 0 0,0-1 0,0 1 0,-1 0 0,1 0 0,0-1 0,0 1 0,0 0 0,-1 0 0,1 0 0,0 0 0,0-1 0,-1 1-1,1 0 1,-16 3-3057,-19 15-4099,5 6-4653</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10.225"/>
    </inkml:context>
    <inkml:brush xml:id="br0">
      <inkml:brushProperty name="width" value="0.025" units="cm"/>
      <inkml:brushProperty name="height" value="0.025" units="cm"/>
    </inkml:brush>
  </inkml:definitions>
  <inkml:trace contextRef="#ctx0" brushRef="#br0">1 6 8549,'0'0'16764,"3"0"-15275,38-4 499,-1 2 1,42 5-1,-73-3-1994,35 2-940,51 10 0,-93-12-1151</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10.599"/>
    </inkml:context>
    <inkml:brush xml:id="br0">
      <inkml:brushProperty name="width" value="0.025" units="cm"/>
      <inkml:brushProperty name="height" value="0.025" units="cm"/>
    </inkml:brush>
  </inkml:definitions>
  <inkml:trace contextRef="#ctx0" brushRef="#br0">274 1 13169,'15'1'1622,"-24"1"3687,-9 3-4121,16-4-1146,-1 0 1,1 1-1,-1-1 0,1 1 0,-1 0 1,1-1-1,0 1 0,0 0 1,0 0-1,0 1 0,0-1 1,0 0-1,1 1 0,-1-1 1,1 1-1,-1-1 0,1 1 0,0 0 1,0-1-1,-1 5 0,-5 9 53,-27 50 194,11-23-151,-24 60 0,-45 184-69,89-273-155,-1-2-93,0 1-1,2 0 0,-1 0 0,2 1 0,0-1 0,1 20 1,0-33 99,0 1 0,-1 0-1,1-1 1,0 1 0,0 0 0,0-1 0,1 1 0,-1 0 0,0-1 0,0 1 0,0 0 0,0-1 0,1 1 0,-1 0 0,0-1 0,1 1 0,-1-1 0,0 1 0,1-1 0,-1 1 0,1-1 0,-1 1 0,1-1-1,-1 1 1,1-1 0,-1 1 0,1-1 0,-1 0 0,1 1 0,0-1 0,-1 0 0,1 1 0,0-1 0,-1 0 0,1 0 0,0 0 0,-1 0 0,1 0 0,0 0 0,-1 0 0,1 0 0,0 0 0,-1 0 0,1 0-1,0 0 1,-1 0 0,2-1 0,2-1-838,0 0 0,0 0 0,-1-1 0,1 0-1,-1 1 1,1-1 0,3-6 0,25-23-6471</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12.317"/>
    </inkml:context>
    <inkml:brush xml:id="br0">
      <inkml:brushProperty name="width" value="0.025" units="cm"/>
      <inkml:brushProperty name="height" value="0.025" units="cm"/>
    </inkml:brush>
  </inkml:definitions>
  <inkml:trace contextRef="#ctx0" brushRef="#br0">109 127 6341,'4'-5'536,"-6"7"2137,-1 1 1257,8-11-2341,1-2-1120,-4 8 869,-8-8-1245,0-2 431,0 9 2831,0 4-3349,3 0-26,0-1 0,0 1 1,0 0-1,0 0 1,0 0-1,0 0 0,0 1 1,1-1-1,-1 1 1,0 0-1,1-1 1,-1 1-1,1 0 0,-4 5 1,-39 59-1303,44-64 1238,19-23 19,21-14 682,-15 12 691,45-33 0,-49 45-873,-16 10-362,-1-1 0,1 0 0,-1 0 1,1 0-1,5-5 0,-8 5 9,-4 2-2441,-25-3 966,25 3 943,-16 1-478,10-1 4392,23-8-1372,-12 7-1894,-3 4-727,-10 15 11,-1 1 0,-19 22 0,-18 28-531,28-38 876,14-22 459,0 1 0,1 0-1,-6 13 1,11-21 635,19-4 690,-13 0-1070,0 1-1,1-1 1,-1 0-1,0 0 0,0 0 1,-1-1-1,10-6 1,-8 5-173,1 0 0,-1 0 0,15-5 0,22-4-2339,-43 13 1939,-1-1-1,1 1 1,0 0-1,0 0 1,0 0-1,0 0 1,0 0-1,0 0 1,0 0-1,0 0 1,0 0-1,0 0 1,0 0-1,0 0 1,0 0-1,0 0 1,-1 0-1,1 0 1,0-1-1,0 1 1,0 0-1,0 0 1,0 0-1,0 0 1,0 0-1,0 0 1,0 0-1,0 0 1,0 0-1,0 0 1,0-1-1,0 1 1,0 0-1,0 0 1,0 0-1,0 0 1,0 0-1,0 0 1,0 0-1,1 0 1,-1 0-1,0 0 1,0-1-1,0 1 1,0 0-1,0 0 1,0 0-1,0 0 1,0 0-1,0 0 1,0 0-1,0 0 1,0 0-1,0 0 1,0 0-1,1 0 1,-1 0-1,0 0 1,0 0-1,0 0 1,0 0-1,0 0 1,-4-6-977,-13-15-3472,1 11-2482,1 7-3650</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12.571"/>
    </inkml:context>
    <inkml:brush xml:id="br0">
      <inkml:brushProperty name="width" value="0.025" units="cm"/>
      <inkml:brushProperty name="height" value="0.025" units="cm"/>
    </inkml:brush>
  </inkml:definitions>
  <inkml:trace contextRef="#ctx0" brushRef="#br0">167 22 12973,'0'0'14,"0"-2"137,0 1 0,1-1 0,-1 1 0,0-1 0,1 1 0,-1-1 0,1 1 0,-1-1 0,1 1 0,0 0 0,0-1 0,1-1 0,7 3 2405,6 7 4756,-15-7-7359,0 0 1,0 0-1,1 0 0,-1 1 1,0-1-1,1 0 1,-1 0-1,0 1 1,0-1-1,0 0 0,1 0 1,-1 1-1,0-1 1,0 0-1,0 0 1,0 1-1,0-1 1,1 0-1,-1 1 0,0-1 1,0 0-1,0 0 1,0 1-1,0-1 1,0 0-1,0 1 1,0-1-1,0 0 0,0 1 1,0 0-1,-8 9-1195,-25 13-1028,16-11 644,-4 3-1017,0 0 0,-31 15 0,48-28 2634,0 1 1,0 0-1,0 0 1,1 0-1,0 0 0,-1 1 1,1 0-1,-3 4 1,-10 11 5031,18-20-4699,0 0 1,0 1-1,0-1 0,0 1 1,0-1-1,0 1 0,0 0 1,4-1-1,2 0 296,89-20 2150,-81 16-4718,28-13-1</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13.171"/>
    </inkml:context>
    <inkml:brush xml:id="br0">
      <inkml:brushProperty name="width" value="0.025" units="cm"/>
      <inkml:brushProperty name="height" value="0.025" units="cm"/>
    </inkml:brush>
  </inkml:definitions>
  <inkml:trace contextRef="#ctx0" brushRef="#br0">214 35 7777,'9'-29'2080,"-7"24"7241,-4 7-9189,0 1 0,0 0 0,0-1-1,-1 0 1,1 1 0,-1-1 0,-4 3-1,-11 9-110,-7 12-24,1 0 0,1 2 0,-19 31 0,32-43 167,0 1 0,2 1 0,-1-1 0,2 2 0,0-1-1,2 1 1,-5 21 0,9-33 52,0 1 0,0-1 0,1 1 0,0-1-1,0 1 1,1-1 0,2 12 0,-2-16-80,-1 0 0,1-1 0,0 1 0,1-1 0,-1 1 0,0-1-1,1 1 1,-1-1 0,1 0 0,-1 0 0,1 0 0,0 0 0,0 0 0,0 0 0,0 0 0,1-1 0,-1 1 0,0-1-1,1 1 1,-1-1 0,1 0 0,3 1 0,14 3 529,0 0 1,0-2-1,1 0 0,-1-2 1,29-1-1,105-14 1492,-124 10-1978,-6 1-281,-8 0-85,0 0 0,1 2 1,-1 0-1,0 1 0,0 0 1,27 5-1,-69-18-5336,23 12 4994,-1 1 0,0 0 1,0 0-1,0 0 0,0 0 0,1 1 0,-1 0 0,0 0 1,0 0-1,1 0 0,-1 0 0,0 1 0,1-1 0,0 1 1,-1 0-1,1 0 0,0 0 0,-3 3 0,2-2-406,-33 16-10899</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13.753"/>
    </inkml:context>
    <inkml:brush xml:id="br0">
      <inkml:brushProperty name="width" value="0.025" units="cm"/>
      <inkml:brushProperty name="height" value="0.025" units="cm"/>
    </inkml:brush>
  </inkml:definitions>
  <inkml:trace contextRef="#ctx0" brushRef="#br0">26 1 11629,'0'0'11214,"-8"9"-11069,3 0-15,4-7 138,1 3-103,3 91 727,-1-41 297,-8 103-1,1-120-820,1-1-1,2 1 1,5 62-1,-2-91-375,0 3-437,0 0-1,1-1 0,0 1 1,1-1-1,0 1 1,6 12-1,-8-21-971,-2-14-7200,0 4 5867,0-10-6645</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14.478"/>
    </inkml:context>
    <inkml:brush xml:id="br0">
      <inkml:brushProperty name="width" value="0.025" units="cm"/>
      <inkml:brushProperty name="height" value="0.025" units="cm"/>
    </inkml:brush>
  </inkml:definitions>
  <inkml:trace contextRef="#ctx0" brushRef="#br0">284 1 8077,'1'2'289,"-1"0"0,0 0 1,0 0-1,0 0 0,-1 1 0,1-1 1,0 0-1,-1 0 0,0 0 1,1 0-1,-1 0 0,0 0 1,0 0-1,-2 3 0,0 1 2193,-14-6-1874,7 1-364,1-1 0,-1-1 0,1 1 0,0-1 0,-1-1 0,-13-4 0,2 1 399,-48-9 1759,41 12-1199,26 3-1121,-1-1 0,0 0 0,0 0 0,0 0 0,1-1 0,-1 1 0,-4-2 0,6 2-51,0-1-1,0 1 1,0 0-1,1-1 1,-1 1-1,0 0 1,0 0-1,0 0 1,0-1-1,0 1 1,0 0-1,0 0 1,0 0-1,0 1 1,0-1-1,0 0 1,1 0-1,-1 0 1,0 1-1,0-1 1,0 0-1,0 1 1,0-1 0,1 1-1,-3 0 1,3 1-9,-1-1 0,0 0 1,0 0-1,1 1 0,-1-1 1,0 1-1,1-1 0,0 1 1,-1-1-1,1 1 0,0-1 1,-1 1-1,1-1 0,0 2 1,1 7 36,0-1 0,0 1 1,5 16-1,23 125 322,-21-108-327,-1 0 0,2 70 0,-7-89-11,0 39-37,-2-59 79,-6 26 1064,4-21-768,0-11-156,-1 0 0,1 0 0,0 0 0,0 0 1,0 0-1,0-1 0,-2-2 0,3 0-106,-1 1 0,1-1 1,0 0-1,1 1 0,-1-1 0,1 0 0,0 0 1,0 1-1,0-1 0,1 0 0,-1 1 1,1-1-1,2-5 0,3-8 238,1 0 0,10-18 1,4-10 736,21-35-432,-42 78-915,1 0-1,-1 0 1,0 0 0,-1 0 0,1 0-1,0 0 1,-1 0 0,0 0 0,0 0 0,0 0-1,0 0 1,0 1 0,0-1 0,-1 0-1,1 1 1,-3-3 0,-34-40-10067,33 39 7562,-12-9-8864</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14.795"/>
    </inkml:context>
    <inkml:brush xml:id="br0">
      <inkml:brushProperty name="width" value="0.025" units="cm"/>
      <inkml:brushProperty name="height" value="0.025" units="cm"/>
    </inkml:brush>
  </inkml:definitions>
  <inkml:trace contextRef="#ctx0" brushRef="#br0">0 49 15377,'2'-1'330,"-1"0"-1,0 0 0,0 0 0,0 0 0,1 0 1,-1 0-1,0 0 0,1 0 0,-1 1 0,0-1 0,1 1 1,-1-1-1,1 1 0,0-1 0,-1 1 0,3-1 1,30-2 1438,-28 3-1059,288-24 8607,-258 19-12821,-27 3 321,-25 0 111,-5 3-4481,-4 1-4913</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15.172"/>
    </inkml:context>
    <inkml:brush xml:id="br0">
      <inkml:brushProperty name="width" value="0.025" units="cm"/>
      <inkml:brushProperty name="height" value="0.025" units="cm"/>
    </inkml:brush>
  </inkml:definitions>
  <inkml:trace contextRef="#ctx0" brushRef="#br0">0 0 9913,'0'0'13034,"1"2"-12710,9 21 223,13 45-1,7 17-436,-26-76-59,0 0 0,1 0 0,0-1 0,1 0 0,0 0 0,0 0 0,8 7 0,48 49 1971,-47-47-1267,-10-11-692,0-1 0,-1 1 0,1 0 0,-1 1 0,5 8 0,-8-13-145,0 0 0,-1 0 0,1 1-1,-1-1 1,1 0 0,-1 0-1,0 0 1,0 1 0,0-1-1,0 0 1,0 0 0,0 0-1,-1 1 1,1-1 0,-1 0 0,0 0-1,1 0 1,-1 0 0,0 0-1,0 0 1,0 0 0,-3 3-1,1-1-242,0-1-1,0 1 0,-1-1 0,1 0 0,-1 0 1,0-1-1,0 1 0,0-1 0,0 0 1,-5 2-1,-47 15-7274,53-18 6832,-45 11-10441</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15.520"/>
    </inkml:context>
    <inkml:brush xml:id="br0">
      <inkml:brushProperty name="width" value="0.025" units="cm"/>
      <inkml:brushProperty name="height" value="0.025" units="cm"/>
    </inkml:brush>
  </inkml:definitions>
  <inkml:trace contextRef="#ctx0" brushRef="#br0">104 3 13033,'4'7'2214,"-5"-14"-489,1 5 1995,-2 6-3009,-18 58 90,3 0-1,-17 113 1,17-59-780,16-109-253,0 0 0,-1 0 0,0 1 0,-5 9 0,4-10-287,2-5-943,13-8-6829,2 0-1119</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16.089"/>
    </inkml:context>
    <inkml:brush xml:id="br0">
      <inkml:brushProperty name="width" value="0.025" units="cm"/>
      <inkml:brushProperty name="height" value="0.025" units="cm"/>
    </inkml:brush>
  </inkml:definitions>
  <inkml:trace contextRef="#ctx0" brushRef="#br0">23 12 8229,'-19'33'1487,"15"-26"3035,8-5-4228,-1 0-1,0 0 1,1 0 0,-1-1 0,1 0-1,-1 1 1,1-1 0,-1-1-1,1 1 1,0 0 0,0-1 0,-1 0-1,1 0 1,5 0 0,0 0 91,168-8 3459,-64 1-1995,353-17 2284,105-3-1833,-342 34-3285,-178-9-976,-46 2 746,-9 2-239,-1 1 878,-2 1-177,0 1-1,0-2 1,0 1-1,-1-1 1,1-1-1,-1 1 1,0-1-1,-15 2 1,-19 1-5101,-4 1-3491</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17.693"/>
    </inkml:context>
    <inkml:brush xml:id="br0">
      <inkml:brushProperty name="width" value="0.025" units="cm"/>
      <inkml:brushProperty name="height" value="0.025" units="cm"/>
    </inkml:brush>
  </inkml:definitions>
  <inkml:trace contextRef="#ctx0" brushRef="#br0">26 44 7001,'-2'0'1564,"-8"3"-1770,-2 0 6580,12-4-6273,0 1 0,0 0 0,-1 0 1,1-1-1,0 1 0,0 0 0,0 0 1,0-1-1,-1 1 0,1 0 0,0-1 1,0 1-1,0 0 0,0-1 0,0 1 1,0 0-1,0 0 0,0-1 1,0 1-1,0 0 0,0-1 0,0 1 1,0 0-1,0-1 0,0 1 0,1 0 1,-1 0-1,0-1 0,0 1 0,0 0 1,0-1-1,1 1 0,-1 0 0,0 0 1,0 0-1,0-1 0,1 1 1,-1 0-1,1-1 0,-1 0-26,1 0-1,0 0 1,0 0 0,0 0-1,0 0 1,0 0 0,0 1-1,0-1 1,0 0 0,1 0-1,-1 1 1,0-1 0,0 1-1,1-1 1,-1 1 0,0 0-1,0-1 1,3 1 0,31-2 811,-24 3-677,213-12 1745,-63 1-937,134 8-83,332 39 0,508 33-228,-734-51-140,1174 59 444,-374-38-621,-1018-45-1537,-178 5 800,-1 0 0,1-1 0,-1 1 0,1-1 0,-1 0 0,1 0 0,8-4 0,-13 5 295,0 0 0,0 0 0,0 0 0,1 0-1,-1-1 1,0 1 0,0 0 0,0 0 0,0 0-1,1 0 1,-1 0 0,0-1 0,0 1 0,0 0 0,0 0-1,0 0 1,0 0 0,0-1 0,0 1 0,1 0-1,-1 0 1,0 0 0,0-1 0,0 1 0,0 0 0,0 0-1,0 0 1,0-1 0,0 1 0,0 0 0,0 0-1,0 0 1,0-1 0,0 1 0,0 0 0,-1 0-1,1 0 1,0-1 0,0 1 0,0 0 0,0 0 0,0 0-1,0 0 1,0-1 0,0 1 0,-1 0 0,-20-10-2500,-29 0-3853,-11 3-4027</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18.226"/>
    </inkml:context>
    <inkml:brush xml:id="br0">
      <inkml:brushProperty name="width" value="0.025" units="cm"/>
      <inkml:brushProperty name="height" value="0.025" units="cm"/>
    </inkml:brush>
  </inkml:definitions>
  <inkml:trace contextRef="#ctx0" brushRef="#br0">164 18 10613,'6'-7'1264,"-7"4"-197,-1-5 7984,-19 32-8452,-6 15-90,1 1 0,-40 84 1,62-114-178,1 0 1,0 1 0,0-1 0,-1 13 0,-3 8 431,7-29-688,-1 0-1,1 0 0,-1 1 1,1-1-1,0 0 0,0 0 0,0 1 1,0-1-1,0 0 0,1 0 0,-1 1 1,1-1-1,-1 0 0,1 0 1,0 0-1,0 0 0,0 0 0,2 3 1,-1-2 36,0 0 0,1-1 0,-1 1 0,1-1 1,0 0-1,0 1 0,0-1 0,0-1 0,0 1 0,6 2 1,3 0 239,0 0 1,0-1-1,0-1 1,1 0-1,22 1 1,184-5 1084,-153-4-4142,-7 0-2160,-76 12-17348</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18.575"/>
    </inkml:context>
    <inkml:brush xml:id="br0">
      <inkml:brushProperty name="width" value="0.025" units="cm"/>
      <inkml:brushProperty name="height" value="0.025" units="cm"/>
    </inkml:brush>
  </inkml:definitions>
  <inkml:trace contextRef="#ctx0" brushRef="#br0">185 1 11805,'-7'25'7317,"1"-1"-5373,-10 34-1806,-21 40 661,5 1 1,-32 171-1,56-223-802,3-22-1196,1 0 0,-1 27 0,5-52 991,0 1 1,0-1-1,0 1 1,0-1-1,0 0 1,0 1-1,0-1 0,0 1 1,1-1-1,-1 0 1,0 1-1,0-1 1,0 0-1,1 1 1,-1-1-1,0 0 0,0 1 1,1-1-1,-1 0 1,0 1-1,1-1 1,-1 0-1,0 0 1,1 1-1,-1-1 1,0 0-1,1 0 0,-1 0 1,0 0-1,2 1 1,-1-1-1422,13 9-7326</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18.983"/>
    </inkml:context>
    <inkml:brush xml:id="br0">
      <inkml:brushProperty name="width" value="0.025" units="cm"/>
      <inkml:brushProperty name="height" value="0.025" units="cm"/>
    </inkml:brush>
  </inkml:definitions>
  <inkml:trace contextRef="#ctx0" brushRef="#br0">317 1 12221,'-34'6'957,"22"-5"-343,0 1 0,0 1 0,0 0 0,0 1-1,0 0 1,1 0 0,-12 8 0,10-4-335,0 1 1,1 1-1,0 0 0,1 1 1,0 0-1,-11 17 1,-1 4 610,-24 44 1,45-72-766,0 0 1,0 0-1,1 1 0,-1-1 0,1 0 1,0 1-1,0 0 0,1-1 1,-1 1-1,1-1 0,0 1 0,1 0 1,-1-1-1,1 1 0,-1-1 1,2 1-1,-1-1 0,0 1 0,1-1 1,3 7-1,-2-5 70,0 0 0,1-1 1,-1 0-1,1 0 0,0 0 1,1 0-1,-1 0 0,1-1 0,0 0 1,0 0-1,0 0 0,1-1 0,-1 0 1,10 5-1,6-1 112,-1-1 0,1-1 0,1 0-1,-1-2 1,25 1 0,-26-3-822,0-1 0,40-5-1,-57 4-453,-38-5-2452,9 2 2151,-105-4-9197,90 0 1897</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19.504"/>
    </inkml:context>
    <inkml:brush xml:id="br0">
      <inkml:brushProperty name="width" value="0.025" units="cm"/>
      <inkml:brushProperty name="height" value="0.025" units="cm"/>
    </inkml:brush>
  </inkml:definitions>
  <inkml:trace contextRef="#ctx0" brushRef="#br0">311 96 11849,'-2'1'1763,"-1"1"-1168,0 0 1,0 0-1,0 0 1,0-1-1,0 0 1,0 1-1,-1-1 1,1 0-1,0-1 0,-1 1 1,1-1-1,-6 1 1,-15-1-565,22 0-221,-61 1 377,-79 10 0,111-3 1370,32-4-858,-1-2-571,0 1-1,0-1 1,1 0 0,-1 1-1,1-1 1,0 1-1,0-1 1,0 0-1,0 0 1,0 1 0,0-1-1,0 0 1,1 0-1,-1 0 1,1 0 0,0-1-1,-1 1 1,1 0-1,0-1 1,0 1 0,2 1-1,61 36 1463,-36-22-734,47 35 0,-73-50-852,0 1 0,0 0 0,0 0 0,0 0 0,-1 0 0,1 0 0,-1 0 0,0 1 0,0-1 0,0 1 0,0-1 0,-1 1 0,1 0 0,-1 0 0,0 0 1,0 0-1,0 0 0,-1 0 0,1 0 0,-1 0 0,0 0 0,0 0 0,-1 0 0,1 0 0,-1 0 0,-1 4 0,-4 20-1028,-2 1 0,-1-1 0,-23 50 0,26-65 508,-1-1 1,0 0-1,0-1 1,-2 0-1,1 0 0,-1 0 1,-1-1-1,0-1 1,0 0-1,-21 14 1,31-22 525,-1-1 0,1 1 1,-1-1-1,0 1 1,0-1-1,1 1 1,-1-1-1,0 0 1,0 1-1,1-1 1,-1 0-1,0 0 1,0 0-1,0 0 1,0 1-1,1-1 1,-1 0-1,0-1 0,0 1 1,0 0-1,0 0 1,1 0-1,-1 0 1,0-1-1,0 1 1,0 0-1,1-1 1,-1 1-1,0 0 1,0-1-1,0 0 1,0-1 40,-1 0 0,1 1-1,0-1 1,0 0 0,0 0 0,1 0 0,-1 0 0,0 0 0,1-1 0,0 1 0,-1 0 0,1-2 0,-1-10 301,1 0-1,3-24 1,-3 38-349,3-20 494,2 0-1,0 1 0,1-1 1,0 1-1,2 0 1,0 1-1,19-30 1,3 2 1095,55-65 1,36-38 880,-106 130-2382,13-16-936,-27 33 561,0 0 1,0 0-1,0 0 1,0-1 0,0 1-1,0 0 1,0-1-1,-1 1 1,0-1-1,1 1 1,-1-1-1,0 1 1,0-1-1,0-3 1,-1 5 100,1 1 1,0-1-1,0 1 1,0-1-1,0 0 1,0 1-1,-1-1 1,1 1-1,0-1 1,0 1-1,-1-1 1,1 1-1,0-1 0,-1 1 1,1-1-1,-1 1 1,1-1-1,0 1 1,-1 0-1,1-1 1,-1 1-1,1 0 1,-1-1-1,0 1 1,1 0-1,-2-1 1,-15 2-5186,13 0 4172,-22 4-11282</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19.957"/>
    </inkml:context>
    <inkml:brush xml:id="br0">
      <inkml:brushProperty name="width" value="0.025" units="cm"/>
      <inkml:brushProperty name="height" value="0.025" units="cm"/>
    </inkml:brush>
  </inkml:definitions>
  <inkml:trace contextRef="#ctx0" brushRef="#br0">391 21 15273,'-26'2'2165,"20"-1"2950,7-2-4995,-1 0 0,0 0 1,0 0-1,1 1 0,-1-1 0,1 0 1,-1 0-1,1 0 0,-1 1 1,1-1-1,-1 0 0,1 1 0,-1-1 1,1 0-1,0 1 0,-1-1 1,2 0-1,3-4 37,-17 1-281,-10 4-221,-1 0 1,1 2-1,-33 5 0,5 1-53,11-4 257,0-1 582,-55 14 1,93-17-324,0 0 0,0 0 0,0 0 1,-1 0-1,1 1 0,0-1 1,0 0-1,0 1 0,0-1 1,0 1-1,0 0 0,0-1 1,0 1-1,-2 1 0,4-1-24,0 0-1,0 0 0,-1 0 0,1 0 0,0 0 0,0 0 1,0 0-1,1-1 0,-1 1 0,0 0 0,0-1 1,0 1-1,0-1 0,1 1 0,-1-1 0,2 1 0,120 44 2477,-4-2-572,-85-29-1623,-1 1 0,38 24 0,-68-37-401,-1 0 0,0 0 0,0 0 0,0 0 0,0 0 0,-1 0 0,1 0 0,0 1 0,-1-1 0,1 0-1,-1 1 1,0-1 0,0 1 0,0 0 0,0-1 0,-1 1 0,1 0 0,-1 0 0,1 0 0,-1 3 0,0-1-116,0 1-1,-1 0 1,0 0 0,0 0-1,0 0 1,0-1 0,-1 1-1,-4 8 1,-2 2-719,0-2 0,-1 1-1,-1-1 1,-1 0 0,0-1 0,0-1 0,-1 0 0,-22 17 0,22-20-690,0 0 1,0-1 0,-1-1-1,0 0 1,-1-1 0,-14 5-1,-17-1-7801</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20.097"/>
    </inkml:context>
    <inkml:brush xml:id="br0">
      <inkml:brushProperty name="width" value="0.025" units="cm"/>
      <inkml:brushProperty name="height" value="0.025" units="cm"/>
    </inkml:brush>
  </inkml:definitions>
  <inkml:trace contextRef="#ctx0" brushRef="#br0">0 383 16061,'46'-78'1497,"-8"41"-241,-4 8 172,-8 6 112,-9 3 20,6 0-180,6-1-188,3 1-232,-1-3-203,1 3-129,-3 3-260,0 0-408,2-1-932,-13 13-641,-24-10-83,3-2-5448,-14 14-7034</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20.570"/>
    </inkml:context>
    <inkml:brush xml:id="br0">
      <inkml:brushProperty name="width" value="0.025" units="cm"/>
      <inkml:brushProperty name="height" value="0.025" units="cm"/>
    </inkml:brush>
  </inkml:definitions>
  <inkml:trace contextRef="#ctx0" brushRef="#br0">1 87 13921,'12'-5'730,"-3"0"359,1 1 0,0 0 0,0 0 0,0 1 0,1 0 0,15-1-1,201-31 6744,-185 31-7310,152-11 1618,-193 15-2140,1 0 0,0 0 0,0 0 0,-1 0 0,1 0 0,0 0 0,0 1 0,-1-1 0,1 1 0,0-1 0,-1 1 0,1 0 0,0 0 0,-1 0 0,1 0 0,-1 0 0,0 0 0,1 0 0,-1 0 0,0 0 0,1 0 0,-1 1 0,0-1 0,0 1 0,0-1 0,0 1 0,0-1 0,-1 1 0,1 0 0,0-1 0,-1 1 0,1 0 0,-1-1 0,0 1 0,1 0 0,-1 0 0,0-1 0,0 1 0,0 2 0,-2 10 0,0-1 0,-1 0 0,-1 0 0,0 0 0,0 0 0,-1 0 0,-10 17 0,2-3 0,-206 457-2170,214-475 1747,1 1 1,0 1 0,0-1-1,1 0 1,1 1 0,-1 0-1,2 0 1,0-1-1,0 23 1,14-49-2582,-6 5 1556,-1-1 0,-1-1 0,6-19 0,0 2-3793,3-4-4111</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20.788"/>
    </inkml:context>
    <inkml:brush xml:id="br0">
      <inkml:brushProperty name="width" value="0.025" units="cm"/>
      <inkml:brushProperty name="height" value="0.025" units="cm"/>
    </inkml:brush>
  </inkml:definitions>
  <inkml:trace contextRef="#ctx0" brushRef="#br0">0 173 18586,'7'-6'686,"1"0"0,0 1 0,0 0 1,0 1-1,1 0 0,-1 0 0,1 1 0,0 0 1,17-3-1,7 1 1281,48-2 0,-38 4-825,83-7-530,432-28 1019,-556 38-1728,0 0-1,0 0 1,0 0 0,0-1-1,0 1 1,0-1 0,0 1-1,0-1 1,0 1 0,-1-1-1,1 0 1,0 0 0,0 0-1,-1 0 1,1 0 0,-1 0-1,3-2 1,-3 1-91,-1 1 0,1 0 0,0 0 0,-1-1 0,1 1 0,-1 0-1,1-1 1,-1 1 0,1-1 0,-1 1 0,0-1 0,0 1 0,0-1 0,0 1 0,0-1-1,0 1 1,0 0 0,-1-3 0,1 3 1,0 0 0,0 1 0,-1-1 0,1 0 0,0 0 0,0 0-1,-1 0 1,1 1 0,-1-1 0,1 0 0,-1 0 0,1 1 0,-1-1 0,1 0-1,-1 1 1,1-1 0,-1 1 0,0-1 0,1 1 0,-1-1 0,0 1 0,0-1 0,-1 0-1,-23-1-5333,17 1 3740,-50-1-10883</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20.931"/>
    </inkml:context>
    <inkml:brush xml:id="br0">
      <inkml:brushProperty name="width" value="0.025" units="cm"/>
      <inkml:brushProperty name="height" value="0.025" units="cm"/>
    </inkml:brush>
  </inkml:definitions>
  <inkml:trace contextRef="#ctx0" brushRef="#br0">14 4 3548,'-14'-3'-564</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21.542"/>
    </inkml:context>
    <inkml:brush xml:id="br0">
      <inkml:brushProperty name="width" value="0.025" units="cm"/>
      <inkml:brushProperty name="height" value="0.025" units="cm"/>
    </inkml:brush>
  </inkml:definitions>
  <inkml:trace contextRef="#ctx0" brushRef="#br0">235 0 6481,'0'0'2545,"-3"0"-1471,-23 3 610,24-3-444,-22 14 35,-3 7 188,12-7-546,-78 48 3211,91-61-3556,0 1-526,0 0-1,0 0 0,1 0 0,-1 0 1,1 0-1,0 1 0,0-1 1,0 0-1,0 1 0,0-1 1,-1 3-1,2-5-34,-10 25 286,8-23-278,1 1 0,-1 0 1,1 0-1,0 0 0,0 0 1,0 0-1,1 0 0,-1 3 1,-2 15 110,2-12-59,0-1-1,1 1 1,-1 0 0,3 13-1,0-9-45,-1-5 24,0 1 0,1-1 1,4 13-1,-5-19-38,1 1-1,-1-1 1,0 1 0,1-1-1,-1 0 1,1 1-1,0-1 1,0 0 0,-1 0-1,1 0 1,1-1 0,-1 1-1,0 0 1,0-1-1,3 2 1,7 1-850,-11-3 107,1-1 0,0 0 0,0 0 0,-1 0 0,1 0 0,0 0 0,-1 0 0,1 0 0,0-1 0,-1 1 0,3-2 0,14-3-9941</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27.269"/>
    </inkml:context>
    <inkml:brush xml:id="br0">
      <inkml:brushProperty name="width" value="0.025" units="cm"/>
      <inkml:brushProperty name="height" value="0.025" units="cm"/>
    </inkml:brush>
  </inkml:definitions>
  <inkml:trace contextRef="#ctx0" brushRef="#br0">244 487 6021,'-2'-2'135,"1"1"0,-1 0 0,0 0 0,0 0 0,0 1 0,0-1 0,0 0 0,0 1 0,0-1 0,0 1 0,0 0 0,0-1 1,0 1-1,-3 0 0,3 1 697,-2 0 37,-56 17 3241,57-17-3485,0-1 64,-7-1-2,-1 1 1,1 0-1,-1 1 1,-14 3-1,-17 1 1528,14 2 104,26-7-997,10-2-403,-2 0-779,27-7 534,0 2 1,54-5-1,-8 2-78,1031-119 3515,-197 69-3748,-134 11-213,-259 0-150,-307 30 0,-166 15 0,-20 4 0,1 3 0,-12-4 0,-16 1 0,1 0 0,0 0 0,-1 0 0,1 0 0,0 0 0,-1 0 0,1 0 0,-1 0 0,1 0 0,0-1 0,-1 1 0,1 0 0,-1 0 0,1-1 0,-1 1 0,1 0 0,-1-1 0,1 1 0,-1 0 0,1-1 0,0 0 0,-2 0-33,1-1 1,-1 0-1,0 1 1,0-1-1,0 1 1,0 0-1,0-1 1,0 1-1,0 0 1,0-1-1,0 1 1,-3-2-1,-21-18-1822,23 19 1481,-88-66-12615,41 21-1153</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9T04:48:28.404"/>
    </inkml:context>
    <inkml:brush xml:id="br0">
      <inkml:brushProperty name="width" value="0.025" units="cm"/>
      <inkml:brushProperty name="height" value="0.025" units="cm"/>
    </inkml:brush>
  </inkml:definitions>
  <inkml:trace contextRef="#ctx0" brushRef="#br0">0 578 23691,'3724'-578'0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64E130D9-E425-457B-ACBB-F0C2E6A682B1}" type="datetimeFigureOut">
              <a:rPr lang="en-IN"/>
              <a:pPr>
                <a:defRPr/>
              </a:pPr>
              <a:t>10-05-2026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en-IN"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IN" noProof="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478FC0C7-B5CC-47DC-B866-C56246D7500F}" type="slidenum">
              <a:rPr lang="en-IN" altLang="en-US"/>
              <a:pPr/>
              <a:t>‹#›</a:t>
            </a:fld>
            <a:endParaRPr lang="en-IN" altLang="en-US"/>
          </a:p>
        </p:txBody>
      </p:sp>
    </p:spTree>
    <p:extLst>
      <p:ext uri="{BB962C8B-B14F-4D97-AF65-F5344CB8AC3E}">
        <p14:creationId xmlns:p14="http://schemas.microsoft.com/office/powerpoint/2010/main" val="146573817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4274" name="Google Shape;36;p1:notes"/>
          <p:cNvSpPr>
            <a:spLocks noGrp="1" noChangeArrowheads="1"/>
          </p:cNvSpPr>
          <p:nvPr>
            <p:ph type="body" idx="1"/>
          </p:nvPr>
        </p:nvSpPr>
        <p:spPr bwMode="auto">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numCol="1" anchor="t" anchorCtr="0" compatLnSpc="1"/>
          <a:lstStyle/>
          <a:p>
            <a:pPr>
              <a:spcBef>
                <a:spcPct val="0"/>
              </a:spcBef>
              <a:buSzPts val="1100"/>
            </a:pPr>
            <a:endParaRPr lang="x-none" altLang="x-none" dirty="0"/>
          </a:p>
        </p:txBody>
      </p:sp>
      <p:sp>
        <p:nvSpPr>
          <p:cNvPr id="54275" name="Google Shape;37;p1:notes"/>
          <p:cNvSpPr>
            <a:spLocks noGrp="1" noRot="1" noChangeAspect="1" noTextEdit="1"/>
          </p:cNvSpPr>
          <p:nvPr>
            <p:ph type="sldImg" idx="2"/>
          </p:nvPr>
        </p:nvSpPr>
        <p:spPr bwMode="auto">
          <a:xfrm>
            <a:off x="1143000" y="685800"/>
            <a:ext cx="4572000" cy="3429000"/>
          </a:xfrm>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w="9525" cap="flat">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sp>
    </p:spTree>
    <p:extLst>
      <p:ext uri="{BB962C8B-B14F-4D97-AF65-F5344CB8AC3E}">
        <p14:creationId xmlns:p14="http://schemas.microsoft.com/office/powerpoint/2010/main" val="14768295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a:defRPr/>
            </a:pPr>
            <a:fld id="{6E638C57-FA78-4465-A16E-061E11A07CA5}" type="datetimeFigureOut">
              <a:rPr lang="en-US" smtClean="0"/>
              <a:pPr>
                <a:defRPr/>
              </a:pPr>
              <a:t>5/10/2026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a:xfrm>
            <a:off x="0" y="6521852"/>
            <a:ext cx="914400" cy="365125"/>
          </a:xfrm>
        </p:spPr>
        <p:txBody>
          <a:bodyPr/>
          <a:lstStyle/>
          <a:p>
            <a:fld id="{EF406659-594D-4C8C-9DC4-2E8C6B112FAB}" type="slidenum">
              <a:rPr lang="en-US" altLang="en-US" smtClean="0"/>
              <a:pPr/>
              <a:t>‹#›</a:t>
            </a:fld>
            <a:endParaRPr lang="en-US" altLang="en-US"/>
          </a:p>
        </p:txBody>
      </p:sp>
    </p:spTree>
    <p:extLst>
      <p:ext uri="{BB962C8B-B14F-4D97-AF65-F5344CB8AC3E}">
        <p14:creationId xmlns:p14="http://schemas.microsoft.com/office/powerpoint/2010/main" val="1948047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a:defRPr/>
            </a:pPr>
            <a:fld id="{CF497629-2743-49E9-BFF6-D72148661D86}" type="datetimeFigureOut">
              <a:rPr lang="en-US" smtClean="0"/>
              <a:pPr>
                <a:defRPr/>
              </a:pPr>
              <a:t>5/10/2026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0228BFB1-FC66-4AB1-B320-171BC5405B15}" type="slidenum">
              <a:rPr lang="en-US" altLang="en-US" smtClean="0"/>
              <a:pPr/>
              <a:t>‹#›</a:t>
            </a:fld>
            <a:endParaRPr lang="en-US" altLang="en-US"/>
          </a:p>
        </p:txBody>
      </p:sp>
    </p:spTree>
    <p:extLst>
      <p:ext uri="{BB962C8B-B14F-4D97-AF65-F5344CB8AC3E}">
        <p14:creationId xmlns:p14="http://schemas.microsoft.com/office/powerpoint/2010/main" val="27861600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a:defRPr/>
            </a:pPr>
            <a:fld id="{6C992D67-88F9-465C-A6D7-8C767C17590B}" type="datetimeFigureOut">
              <a:rPr lang="en-US" smtClean="0"/>
              <a:pPr>
                <a:defRPr/>
              </a:pPr>
              <a:t>5/10/2026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fld id="{24921C08-076E-4AF6-9082-66CE845E7B53}" type="slidenum">
              <a:rPr lang="en-US" altLang="en-US" smtClean="0"/>
              <a:pPr/>
              <a:t>‹#›</a:t>
            </a:fld>
            <a:endParaRPr lang="en-US" altLang="en-US"/>
          </a:p>
        </p:txBody>
      </p:sp>
    </p:spTree>
    <p:extLst>
      <p:ext uri="{BB962C8B-B14F-4D97-AF65-F5344CB8AC3E}">
        <p14:creationId xmlns:p14="http://schemas.microsoft.com/office/powerpoint/2010/main" val="575878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a:defRPr/>
            </a:pPr>
            <a:fld id="{F2824D82-D428-412B-BF04-1C651D99E8F6}" type="datetimeFigureOut">
              <a:rPr lang="en-US" smtClean="0"/>
              <a:pPr>
                <a:defRPr/>
              </a:pPr>
              <a:t>5/10/2026</a:t>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fld id="{95D5C063-5826-4956-A3D9-8CFF3C1D3BD3}" type="slidenum">
              <a:rPr lang="en-US" altLang="en-US" smtClean="0"/>
              <a:pPr/>
              <a:t>‹#›</a:t>
            </a:fld>
            <a:endParaRPr lang="en-US" altLang="en-US"/>
          </a:p>
        </p:txBody>
      </p:sp>
    </p:spTree>
    <p:extLst>
      <p:ext uri="{BB962C8B-B14F-4D97-AF65-F5344CB8AC3E}">
        <p14:creationId xmlns:p14="http://schemas.microsoft.com/office/powerpoint/2010/main" val="4135734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fld id="{913DAA1E-5EB7-4FEC-B1A5-4CA6CED9EA2A}" type="datetimeFigureOut">
              <a:rPr lang="en-US" smtClean="0"/>
              <a:pPr>
                <a:defRPr/>
              </a:pPr>
              <a:t>5/10/2026</a:t>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fld id="{34DAF4F5-D805-49A4-88BE-83AAF576205A}" type="slidenum">
              <a:rPr lang="en-US" altLang="en-US" smtClean="0"/>
              <a:pPr/>
              <a:t>‹#›</a:t>
            </a:fld>
            <a:endParaRPr lang="en-US" altLang="en-US"/>
          </a:p>
        </p:txBody>
      </p:sp>
    </p:spTree>
    <p:extLst>
      <p:ext uri="{BB962C8B-B14F-4D97-AF65-F5344CB8AC3E}">
        <p14:creationId xmlns:p14="http://schemas.microsoft.com/office/powerpoint/2010/main" val="17380004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DB8C9F29-9B0C-4241-9E7C-DF554C4405B4}" type="datetimeFigureOut">
              <a:rPr lang="en-US" smtClean="0"/>
              <a:pPr>
                <a:defRPr/>
              </a:pPr>
              <a:t>5/10/2026</a:t>
            </a:fld>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fld id="{96082E71-27E1-4208-9888-DDAC50854E61}" type="slidenum">
              <a:rPr lang="en-US" altLang="en-US" smtClean="0"/>
              <a:pPr/>
              <a:t>‹#›</a:t>
            </a:fld>
            <a:endParaRPr lang="en-US" altLang="en-US"/>
          </a:p>
        </p:txBody>
      </p:sp>
    </p:spTree>
    <p:extLst>
      <p:ext uri="{BB962C8B-B14F-4D97-AF65-F5344CB8AC3E}">
        <p14:creationId xmlns:p14="http://schemas.microsoft.com/office/powerpoint/2010/main" val="24300841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pPr>
              <a:defRPr/>
            </a:pPr>
            <a:fld id="{13731018-BA37-4FE0-BF18-DEBE2047A334}" type="datetimeFigureOut">
              <a:rPr lang="en-US" smtClean="0"/>
              <a:pPr>
                <a:defRPr/>
              </a:pPr>
              <a:t>5/10/2026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fld id="{5F335B2E-A190-410C-ADBC-A4EF4E713DFC}" type="slidenum">
              <a:rPr lang="en-US" altLang="en-US" smtClean="0"/>
              <a:pPr/>
              <a:t>‹#›</a:t>
            </a:fld>
            <a:endParaRPr lang="en-US" altLang="en-US"/>
          </a:p>
        </p:txBody>
      </p:sp>
    </p:spTree>
    <p:extLst>
      <p:ext uri="{BB962C8B-B14F-4D97-AF65-F5344CB8AC3E}">
        <p14:creationId xmlns:p14="http://schemas.microsoft.com/office/powerpoint/2010/main" val="11884972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pPr>
              <a:defRPr/>
            </a:pPr>
            <a:fld id="{933C0747-4BBB-4A78-A7EA-A8E4D9B2362F}" type="datetimeFigureOut">
              <a:rPr lang="en-US" smtClean="0"/>
              <a:pPr>
                <a:defRPr/>
              </a:pPr>
              <a:t>5/10/2026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fld id="{CD785D5B-74E4-458E-A7A2-21EF743CEE0C}" type="slidenum">
              <a:rPr lang="en-US" altLang="en-US" smtClean="0"/>
              <a:pPr/>
              <a:t>‹#›</a:t>
            </a:fld>
            <a:endParaRPr lang="en-US" altLang="en-US"/>
          </a:p>
        </p:txBody>
      </p:sp>
    </p:spTree>
    <p:extLst>
      <p:ext uri="{BB962C8B-B14F-4D97-AF65-F5344CB8AC3E}">
        <p14:creationId xmlns:p14="http://schemas.microsoft.com/office/powerpoint/2010/main" val="18297194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E04E1B34-9F8C-4CC6-8C90-4F73A1205166}" type="datetimeFigureOut">
              <a:rPr lang="en-US" smtClean="0"/>
              <a:pPr>
                <a:defRPr/>
              </a:pPr>
              <a:t>5/10/2026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6EEE8062-60C9-421D-A5E5-A14A89CED5EF}" type="slidenum">
              <a:rPr lang="en-US" altLang="en-US" smtClean="0"/>
              <a:pPr/>
              <a:t>‹#›</a:t>
            </a:fld>
            <a:endParaRPr lang="en-US" altLang="en-US"/>
          </a:p>
        </p:txBody>
      </p:sp>
    </p:spTree>
    <p:extLst>
      <p:ext uri="{BB962C8B-B14F-4D97-AF65-F5344CB8AC3E}">
        <p14:creationId xmlns:p14="http://schemas.microsoft.com/office/powerpoint/2010/main" val="8704890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82FE5693-2203-48EA-AEC6-222163D19B17}" type="datetimeFigureOut">
              <a:rPr lang="en-US" smtClean="0"/>
              <a:pPr>
                <a:defRPr/>
              </a:pPr>
              <a:t>5/10/2026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D0114116-6328-4B5E-BA58-9F389645577F}" type="slidenum">
              <a:rPr lang="en-US" altLang="en-US" smtClean="0"/>
              <a:pPr/>
              <a:t>‹#›</a:t>
            </a:fld>
            <a:endParaRPr lang="en-US" altLang="en-US"/>
          </a:p>
        </p:txBody>
      </p:sp>
    </p:spTree>
    <p:extLst>
      <p:ext uri="{BB962C8B-B14F-4D97-AF65-F5344CB8AC3E}">
        <p14:creationId xmlns:p14="http://schemas.microsoft.com/office/powerpoint/2010/main" val="21847068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52400" y="1417319"/>
            <a:ext cx="8839200" cy="4907281"/>
          </a:xfrm>
          <a:gradFill>
            <a:gsLst>
              <a:gs pos="0">
                <a:schemeClr val="accent4">
                  <a:lumMod val="4000"/>
                  <a:lumOff val="96000"/>
                  <a:alpha val="36000"/>
                </a:schemeClr>
              </a:gs>
              <a:gs pos="35000">
                <a:schemeClr val="accent3">
                  <a:lumMod val="9000"/>
                  <a:lumOff val="91000"/>
                  <a:alpha val="39000"/>
                </a:schemeClr>
              </a:gs>
              <a:gs pos="100000">
                <a:schemeClr val="accent4">
                  <a:lumMod val="0"/>
                  <a:lumOff val="100000"/>
                  <a:alpha val="54000"/>
                </a:schemeClr>
              </a:gs>
            </a:gsLst>
          </a:gradFill>
          <a:ln>
            <a:noFill/>
          </a:ln>
          <a:effectLst>
            <a:softEdge rad="50800"/>
          </a:effectLst>
        </p:spPr>
        <p:style>
          <a:lnRef idx="1">
            <a:schemeClr val="accent3"/>
          </a:lnRef>
          <a:fillRef idx="2">
            <a:schemeClr val="accent3"/>
          </a:fillRef>
          <a:effectRef idx="1">
            <a:schemeClr val="accent3"/>
          </a:effectRef>
          <a:fontRef idx="none"/>
        </p:style>
        <p:txBody>
          <a:bodyPr lIns="72000" tIns="36000" rIns="72000" bIns="36000"/>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anose="020B0604020202020204" pitchFamily="34" charset="0"/>
              <a:buNone/>
              <a:defRPr sz="2400">
                <a:latin typeface="Arial" panose="020B0604020202020204" pitchFamily="34" charset="0"/>
                <a:cs typeface="Arial" panose="020B0604020202020204"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sz="2400">
                <a:latin typeface="Arial" panose="020B0604020202020204" pitchFamily="34" charset="0"/>
                <a:cs typeface="Arial" panose="020B0604020202020204" pitchFamily="34" charset="0"/>
              </a:defRPr>
            </a:lvl2pPr>
            <a:lvl3pPr>
              <a:defRPr sz="2000"/>
            </a:lvl3pPr>
            <a:lvl4pPr>
              <a:defRPr baseline="0"/>
            </a:lvl4pPr>
            <a:lvl5pPr>
              <a:defRPr/>
            </a:lvl5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anose="020B0604020202020204" pitchFamily="34" charset="0"/>
              <a:buChar char="•"/>
              <a:defRPr/>
            </a:pPr>
            <a:r>
              <a:rPr kumimoji="0" lang="en-GB" sz="2400" u="none" strike="noStrike" kern="1200" cap="none" spc="0" normalizeH="0" baseline="0" noProof="0" dirty="0" err="1">
                <a:ln>
                  <a:noFill/>
                </a:ln>
                <a:solidFill>
                  <a:srgbClr val="101141"/>
                </a:solidFill>
                <a:effectLst/>
                <a:uLnTx/>
                <a:uFillTx/>
                <a:latin typeface="Arial" panose="020B0604020202020204"/>
                <a:cs typeface="Arial" panose="020B0604020202020204"/>
              </a:rPr>
              <a:t>Lorem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ipsum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dolor</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sit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amet</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dolor</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ipsum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p>
          <a:p>
            <a:pPr marL="74295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dirty="0"/>
              <a:t>Second level</a:t>
            </a:r>
          </a:p>
          <a:p>
            <a:pPr marL="1143000" marR="0" lvl="2"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dirty="0"/>
              <a:t>Third Level</a:t>
            </a:r>
          </a:p>
          <a:p>
            <a:pPr marL="1600200" marR="0" lvl="3"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dirty="0"/>
              <a:t>Fourth level</a:t>
            </a:r>
          </a:p>
          <a:p>
            <a:pPr marL="2057400" marR="0" lvl="4"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dirty="0"/>
              <a:t>Fifth Level</a:t>
            </a:r>
          </a:p>
          <a:p>
            <a:pPr marL="74295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dirty="0"/>
              <a:t>Second level</a:t>
            </a:r>
            <a:endPar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anose="020B0604020202020204" pitchFamily="34" charset="0"/>
              <a:buChar char="•"/>
              <a:defRPr/>
            </a:pPr>
            <a:r>
              <a:rPr kumimoji="0" lang="en-GB" sz="2400" u="none" strike="noStrike" kern="1200" cap="none" spc="0" normalizeH="0" baseline="0" noProof="0" dirty="0" err="1">
                <a:ln>
                  <a:noFill/>
                </a:ln>
                <a:solidFill>
                  <a:srgbClr val="101141"/>
                </a:solidFill>
                <a:effectLst/>
                <a:uLnTx/>
                <a:uFillTx/>
                <a:latin typeface="Arial" panose="020B0604020202020204"/>
                <a:cs typeface="Arial" panose="020B0604020202020204"/>
              </a:rPr>
              <a:t>Lorem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ipsum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dolor</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sit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amet</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dolor</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ipsum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anose="020B0604020202020204" pitchFamily="34" charset="0"/>
              <a:buChar char="•"/>
              <a:defRPr/>
            </a:pPr>
            <a:r>
              <a:rPr kumimoji="0" lang="en-GB" sz="2400" u="none" strike="noStrike" kern="1200" cap="none" spc="0" normalizeH="0" baseline="0" noProof="0" dirty="0" err="1">
                <a:ln>
                  <a:noFill/>
                </a:ln>
                <a:solidFill>
                  <a:srgbClr val="101141"/>
                </a:solidFill>
                <a:effectLst/>
                <a:uLnTx/>
                <a:uFillTx/>
                <a:latin typeface="Arial" panose="020B0604020202020204"/>
                <a:cs typeface="Arial" panose="020B0604020202020204"/>
              </a:rPr>
              <a:t>Lorem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ipsum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dolor</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sit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amet</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dolor</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ipsum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anose="020B0604020202020204" pitchFamily="34" charset="0"/>
              <a:buChar char="•"/>
              <a:defRPr/>
            </a:pPr>
            <a:r>
              <a:rPr kumimoji="0" lang="en-GB" sz="2400" u="none" strike="noStrike" kern="1200" cap="none" spc="0" normalizeH="0" baseline="0" noProof="0" dirty="0" err="1">
                <a:ln>
                  <a:noFill/>
                </a:ln>
                <a:solidFill>
                  <a:srgbClr val="101141"/>
                </a:solidFill>
                <a:effectLst/>
                <a:uLnTx/>
                <a:uFillTx/>
                <a:latin typeface="Arial" panose="020B0604020202020204"/>
                <a:cs typeface="Arial" panose="020B0604020202020204"/>
              </a:rPr>
              <a:t>Lorem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ipsum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dolor</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sit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amet</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dolor</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ipsum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endParaRPr lang="en-US" dirty="0"/>
          </a:p>
        </p:txBody>
      </p:sp>
      <p:grpSp>
        <p:nvGrpSpPr>
          <p:cNvPr id="12" name="Group 11"/>
          <p:cNvGrpSpPr/>
          <p:nvPr/>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6" name="Picture 15" descr="Picture 7.png"/>
          <p:cNvPicPr>
            <a:picLocks noChangeAspect="1"/>
          </p:cNvPicPr>
          <p:nvPr/>
        </p:nvPicPr>
        <p:blipFill>
          <a:blip r:embed="rId2" cstate="print"/>
          <a:srcRect l="1923" b="5336"/>
          <a:stretch>
            <a:fillRect/>
          </a:stretch>
        </p:blipFill>
        <p:spPr>
          <a:xfrm>
            <a:off x="6950807" y="-1"/>
            <a:ext cx="2193193" cy="692697"/>
          </a:xfrm>
          <a:prstGeom prst="rect">
            <a:avLst/>
          </a:prstGeom>
        </p:spPr>
      </p:pic>
      <p:grpSp>
        <p:nvGrpSpPr>
          <p:cNvPr id="19" name="Group 18"/>
          <p:cNvGrpSpPr/>
          <p:nvPr/>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3" name="Group 22"/>
          <p:cNvGrpSpPr/>
          <p:nvPr/>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8" name="Rectangle 2" descr="Large confetti"/>
          <p:cNvSpPr>
            <a:spLocks noGrp="1" noChangeArrowheads="1"/>
          </p:cNvSpPr>
          <p:nvPr>
            <p:ph type="title" idx="4294967295" hasCustomPrompt="1"/>
          </p:nvPr>
        </p:nvSpPr>
        <p:spPr>
          <a:xfrm>
            <a:off x="66239" y="26442"/>
            <a:ext cx="6791761" cy="1192758"/>
          </a:xfrm>
        </p:spPr>
        <p:txBody>
          <a:bodyPr>
            <a:noAutofit/>
          </a:bodyPr>
          <a:lstStyle>
            <a:lvl1pPr algn="l" eaLnBrk="1" hangingPunct="1">
              <a:defRPr sz="3600">
                <a:latin typeface="Arial" panose="020B0604020202020204" pitchFamily="34" charset="0"/>
                <a:cs typeface="Arial" panose="020B0604020202020204" pitchFamily="34" charset="0"/>
              </a:defRPr>
            </a:lvl1pPr>
          </a:lstStyle>
          <a:p>
            <a:pPr eaLnBrk="1" hangingPunct="1"/>
            <a:r>
              <a:rPr lang="en-US" dirty="0"/>
              <a:t>Slide heading here and </a:t>
            </a:r>
            <a:br>
              <a:rPr lang="en-US" dirty="0"/>
            </a:br>
            <a:r>
              <a:rPr lang="en-US" dirty="0"/>
              <a:t>it can run in two lines</a:t>
            </a:r>
            <a:endParaRPr lang="en-US" altLang="en-US" dirty="0"/>
          </a:p>
        </p:txBody>
      </p:sp>
    </p:spTree>
    <p:extLst>
      <p:ext uri="{BB962C8B-B14F-4D97-AF65-F5344CB8AC3E}">
        <p14:creationId xmlns:p14="http://schemas.microsoft.com/office/powerpoint/2010/main" val="11520798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90688"/>
            <a:ext cx="4038600" cy="44338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48200" y="1690688"/>
            <a:ext cx="4038600" cy="4433887"/>
          </a:xfrm>
        </p:spPr>
        <p:txBody>
          <a:bodyPr/>
          <a:lstStyle/>
          <a:p>
            <a:pPr lvl="0"/>
            <a:r>
              <a:rPr lang="en-US" noProof="0"/>
              <a:t>Click icon to add online image</a:t>
            </a:r>
          </a:p>
        </p:txBody>
      </p:sp>
      <p:sp>
        <p:nvSpPr>
          <p:cNvPr id="5" name="Slide Number Placeholder 4"/>
          <p:cNvSpPr>
            <a:spLocks noGrp="1"/>
          </p:cNvSpPr>
          <p:nvPr>
            <p:ph type="sldNum" sz="quarter" idx="10"/>
          </p:nvPr>
        </p:nvSpPr>
        <p:spPr>
          <a:xfrm>
            <a:off x="6553200" y="6248400"/>
            <a:ext cx="2133600" cy="476250"/>
          </a:xfrm>
        </p:spPr>
        <p:txBody>
          <a:bodyPr/>
          <a:lstStyle>
            <a:lvl1pPr>
              <a:defRPr/>
            </a:lvl1pPr>
          </a:lstStyle>
          <a:p>
            <a:fld id="{65A81A0D-4507-432C-ADFD-66D1EF0C23E1}" type="slidenum">
              <a:rPr lang="en-US" altLang="en-US" smtClean="0"/>
              <a:pPr/>
              <a:t>‹#›</a:t>
            </a:fld>
            <a:endParaRPr lang="en-US" altLang="en-US"/>
          </a:p>
        </p:txBody>
      </p:sp>
    </p:spTree>
    <p:extLst>
      <p:ext uri="{BB962C8B-B14F-4D97-AF65-F5344CB8AC3E}">
        <p14:creationId xmlns:p14="http://schemas.microsoft.com/office/powerpoint/2010/main" val="34752800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le,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395640" y="274680"/>
            <a:ext cx="6120360" cy="849960"/>
          </a:xfrm>
          <a:prstGeom prst="rect">
            <a:avLst/>
          </a:prstGeom>
        </p:spPr>
        <p:txBody>
          <a:bodyPr lIns="0" tIns="0" rIns="0" bIns="0" anchor="ctr"/>
          <a:lstStyle/>
          <a:p>
            <a:r>
              <a:rPr lang="en-US" sz="1400" b="0" strike="noStrike" spc="-1">
                <a:solidFill>
                  <a:srgbClr val="000000"/>
                </a:solidFill>
                <a:latin typeface="Arial" panose="020B0604020202020204"/>
              </a:rPr>
              <a:t>Click to edit Master title style</a:t>
            </a:r>
            <a:endParaRPr lang="en-IN" sz="1400" b="0" strike="noStrike" spc="-1">
              <a:solidFill>
                <a:srgbClr val="000000"/>
              </a:solidFill>
              <a:latin typeface="Arial" panose="020B0604020202020204"/>
            </a:endParaRPr>
          </a:p>
        </p:txBody>
      </p:sp>
      <p:sp>
        <p:nvSpPr>
          <p:cNvPr id="61" name="PlaceHolder 2"/>
          <p:cNvSpPr>
            <a:spLocks noGrp="1"/>
          </p:cNvSpPr>
          <p:nvPr>
            <p:ph type="body"/>
          </p:nvPr>
        </p:nvSpPr>
        <p:spPr>
          <a:xfrm>
            <a:off x="457200" y="1600200"/>
            <a:ext cx="8229240" cy="4525920"/>
          </a:xfrm>
          <a:prstGeom prst="rect">
            <a:avLst/>
          </a:prstGeom>
        </p:spPr>
        <p:txBody>
          <a:bodyPr lIns="0" tIns="0" rIns="0" bIns="0">
            <a:normAutofit/>
          </a:bodyPr>
          <a:lstStyle/>
          <a:p>
            <a:pPr lvl="0"/>
            <a:r>
              <a:rPr lang="en-US" sz="1400" b="0" strike="noStrike" spc="-1">
                <a:solidFill>
                  <a:srgbClr val="000000"/>
                </a:solidFill>
                <a:latin typeface="Arial" panose="020B0604020202020204"/>
              </a:rPr>
              <a:t>Edit Master text styles</a:t>
            </a:r>
          </a:p>
        </p:txBody>
      </p:sp>
    </p:spTree>
    <p:extLst>
      <p:ext uri="{BB962C8B-B14F-4D97-AF65-F5344CB8AC3E}">
        <p14:creationId xmlns:p14="http://schemas.microsoft.com/office/powerpoint/2010/main" val="15820699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2_Title and Content">
    <p:spTree>
      <p:nvGrpSpPr>
        <p:cNvPr id="1" name=""/>
        <p:cNvGrpSpPr/>
        <p:nvPr/>
      </p:nvGrpSpPr>
      <p:grpSpPr>
        <a:xfrm>
          <a:off x="0" y="0"/>
          <a:ext cx="0" cy="0"/>
          <a:chOff x="0" y="0"/>
          <a:chExt cx="0" cy="0"/>
        </a:xfrm>
      </p:grpSpPr>
      <p:sp>
        <p:nvSpPr>
          <p:cNvPr id="4" name="TextBox 3"/>
          <p:cNvSpPr txBox="1"/>
          <p:nvPr/>
        </p:nvSpPr>
        <p:spPr>
          <a:xfrm>
            <a:off x="3276600" y="6596065"/>
            <a:ext cx="5867400" cy="219291"/>
          </a:xfrm>
          <a:prstGeom prst="rect">
            <a:avLst/>
          </a:prstGeom>
          <a:noFill/>
        </p:spPr>
        <p:txBody>
          <a:bodyPr>
            <a:spAutoFit/>
          </a:bodyPr>
          <a:lstStyle/>
          <a:p>
            <a:pPr algn="r">
              <a:defRPr/>
            </a:pPr>
            <a:r>
              <a:rPr lang="en-US" sz="825" b="1" dirty="0">
                <a:solidFill>
                  <a:srgbClr val="101141"/>
                </a:solidFill>
                <a:latin typeface="Arial" panose="020B0604020202020204"/>
                <a:cs typeface="Arial" panose="020B0604020202020204"/>
              </a:rPr>
              <a:t>BITS </a:t>
            </a:r>
            <a:r>
              <a:rPr lang="en-US" sz="825" dirty="0">
                <a:solidFill>
                  <a:srgbClr val="101141"/>
                </a:solidFill>
                <a:latin typeface="Arial" panose="020B0604020202020204"/>
                <a:cs typeface="Arial" panose="020B0604020202020204"/>
              </a:rPr>
              <a:t>Pilani, Pilani Campus</a:t>
            </a:r>
          </a:p>
        </p:txBody>
      </p:sp>
      <p:grpSp>
        <p:nvGrpSpPr>
          <p:cNvPr id="5" name="Group 11"/>
          <p:cNvGrpSpPr/>
          <p:nvPr/>
        </p:nvGrpSpPr>
        <p:grpSpPr bwMode="auto">
          <a:xfrm>
            <a:off x="2084388" y="6550027"/>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6629401" y="0"/>
            <a:ext cx="2193925" cy="692150"/>
          </a:xfrm>
          <a:prstGeom prst="rect">
            <a:avLst/>
          </a:prstGeom>
          <a:noFill/>
          <a:ln w="9525">
            <a:noFill/>
            <a:miter lim="800000"/>
            <a:headEnd/>
            <a:tailEnd/>
          </a:ln>
        </p:spPr>
      </p:pic>
      <p:grpSp>
        <p:nvGrpSpPr>
          <p:cNvPr id="10" name="Group 18"/>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grpSp>
      <p:grpSp>
        <p:nvGrpSpPr>
          <p:cNvPr id="14" name="Group 22"/>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grpSp>
      <p:sp>
        <p:nvSpPr>
          <p:cNvPr id="3" name="Content Placeholder 2"/>
          <p:cNvSpPr>
            <a:spLocks noGrp="1"/>
          </p:cNvSpPr>
          <p:nvPr>
            <p:ph idx="1"/>
          </p:nvPr>
        </p:nvSpPr>
        <p:spPr>
          <a:xfrm>
            <a:off x="304800" y="1493839"/>
            <a:ext cx="82296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anose="020B0604020202020204" pitchFamily="34" charset="0"/>
              <a:buNone/>
              <a:defRPr sz="1800">
                <a:latin typeface="Arial" panose="020B0604020202020204" pitchFamily="34" charset="0"/>
                <a:cs typeface="Arial" panose="020B0604020202020204" pitchFamily="34" charset="0"/>
              </a:defRPr>
            </a:lvl1pPr>
            <a:lvl2pPr marL="557530" marR="0" indent="-214630" algn="l" defTabSz="685800" rtl="0" eaLnBrk="1" fontAlgn="auto" latinLnBrk="0" hangingPunct="1">
              <a:lnSpc>
                <a:spcPct val="100000"/>
              </a:lnSpc>
              <a:spcBef>
                <a:spcPct val="20000"/>
              </a:spcBef>
              <a:spcAft>
                <a:spcPts val="0"/>
              </a:spcAft>
              <a:buClrTx/>
              <a:buSzTx/>
              <a:buFont typeface="Arial" panose="020B0604020202020204" pitchFamily="34" charset="0"/>
              <a:buChar char="–"/>
              <a:defRPr sz="1200">
                <a:latin typeface="Arial" panose="020B0604020202020204" pitchFamily="34" charset="0"/>
                <a:cs typeface="Arial" panose="020B0604020202020204" pitchFamily="34" charset="0"/>
              </a:defRPr>
            </a:lvl2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anose="020B0604020202020204" pitchFamily="34" charset="0"/>
                <a:cs typeface="Arial" panose="020B0604020202020204" pitchFamily="34" charset="0"/>
              </a:defRPr>
            </a:lvl1pPr>
          </a:lstStyle>
          <a:p>
            <a:pPr lvl="0"/>
            <a:r>
              <a:rPr lang="en-US"/>
              <a:t>Edit Master text styles</a:t>
            </a:r>
          </a:p>
        </p:txBody>
      </p:sp>
      <p:sp>
        <p:nvSpPr>
          <p:cNvPr id="18" name="TextBox 17"/>
          <p:cNvSpPr txBox="1">
            <a:spLocks noChangeArrowheads="1"/>
          </p:cNvSpPr>
          <p:nvPr userDrawn="1"/>
        </p:nvSpPr>
        <p:spPr bwMode="auto">
          <a:xfrm>
            <a:off x="3276600" y="6596063"/>
            <a:ext cx="5867400" cy="261937"/>
          </a:xfrm>
          <a:prstGeom prst="rect">
            <a:avLst/>
          </a:prstGeom>
          <a:noFill/>
          <a:ln>
            <a:noFill/>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eaLnBrk="1" fontAlgn="auto" hangingPunct="1">
              <a:spcBef>
                <a:spcPts val="0"/>
              </a:spcBef>
              <a:spcAft>
                <a:spcPts val="0"/>
              </a:spcAft>
              <a:defRPr/>
            </a:pPr>
            <a:r>
              <a:rPr lang="en-US" sz="1100" b="1">
                <a:solidFill>
                  <a:srgbClr val="101141"/>
                </a:solidFill>
              </a:rPr>
              <a:t>BITS </a:t>
            </a:r>
            <a:r>
              <a:rPr lang="en-US" sz="1100">
                <a:solidFill>
                  <a:srgbClr val="101141"/>
                </a:solidFill>
              </a:rPr>
              <a:t>Pilani, Pilani Campus</a:t>
            </a:r>
          </a:p>
        </p:txBody>
      </p:sp>
      <p:grpSp>
        <p:nvGrpSpPr>
          <p:cNvPr id="19" name="Group 11"/>
          <p:cNvGrpSpPr>
            <a:grpSpLocks/>
          </p:cNvGrpSpPr>
          <p:nvPr userDrawn="1"/>
        </p:nvGrpSpPr>
        <p:grpSpPr bwMode="auto">
          <a:xfrm>
            <a:off x="2084388" y="6550025"/>
            <a:ext cx="7059612" cy="49213"/>
            <a:chOff x="2083888" y="6550671"/>
            <a:chExt cx="7060112" cy="48665"/>
          </a:xfrm>
        </p:grpSpPr>
        <p:sp>
          <p:nvSpPr>
            <p:cNvPr id="20" name="Rectangle 19"/>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1" name="Rectangle 20"/>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2" name="Rectangle 21"/>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23" name="Picture 11" descr="Picture 7.png"/>
          <p:cNvPicPr>
            <a:picLocks noChangeAspect="1" noChangeArrowheads="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4" name="Group 18"/>
          <p:cNvGrpSpPr>
            <a:grpSpLocks/>
          </p:cNvGrpSpPr>
          <p:nvPr userDrawn="1"/>
        </p:nvGrpSpPr>
        <p:grpSpPr bwMode="auto">
          <a:xfrm>
            <a:off x="2133600" y="6553200"/>
            <a:ext cx="7010400" cy="46038"/>
            <a:chOff x="1905000" y="6553200"/>
            <a:chExt cx="7010400" cy="45719"/>
          </a:xfrm>
        </p:grpSpPr>
        <p:sp>
          <p:nvSpPr>
            <p:cNvPr id="25" name="Rectangle 2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6" name="Rectangle 2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8" name="Rectangle 27"/>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29" name="Group 22"/>
          <p:cNvGrpSpPr>
            <a:grpSpLocks/>
          </p:cNvGrpSpPr>
          <p:nvPr userDrawn="1"/>
        </p:nvGrpSpPr>
        <p:grpSpPr bwMode="auto">
          <a:xfrm>
            <a:off x="0" y="1295400"/>
            <a:ext cx="7010400" cy="46038"/>
            <a:chOff x="1905000" y="6553200"/>
            <a:chExt cx="7010400" cy="45719"/>
          </a:xfrm>
        </p:grpSpPr>
        <p:sp>
          <p:nvSpPr>
            <p:cNvPr id="30" name="Rectangle 2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2" name="Rectangle 3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Tree>
    <p:extLst>
      <p:ext uri="{BB962C8B-B14F-4D97-AF65-F5344CB8AC3E}">
        <p14:creationId xmlns:p14="http://schemas.microsoft.com/office/powerpoint/2010/main" val="41490651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8"/>
        <p:cNvGrpSpPr/>
        <p:nvPr/>
      </p:nvGrpSpPr>
      <p:grpSpPr>
        <a:xfrm>
          <a:off x="0" y="0"/>
          <a:ext cx="0" cy="0"/>
          <a:chOff x="0" y="0"/>
          <a:chExt cx="0" cy="0"/>
        </a:xfrm>
      </p:grpSpPr>
      <p:pic>
        <p:nvPicPr>
          <p:cNvPr id="5" name="Google Shape;9;p6"/>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t="3185" b="1180"/>
          <a:stretch>
            <a:fillRect/>
          </a:stretch>
        </p:blipFill>
        <p:spPr bwMode="auto">
          <a:xfrm>
            <a:off x="0" y="0"/>
            <a:ext cx="914400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6" name="Google Shape;10;p6"/>
          <p:cNvPicPr preferRelativeResize="0">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6858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Google Shape;11;p6"/>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85950" y="2551113"/>
            <a:ext cx="7259638" cy="179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Google Shape;12;p6"/>
          <p:cNvPicPr preferRelativeResize="0">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47675"/>
            <a:ext cx="8058150" cy="805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Google Shape;15;p6"/>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92863" y="896938"/>
            <a:ext cx="2322512" cy="108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Google Shape;16;p6"/>
          <p:cNvPicPr preferRelativeResize="0">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083175" y="4800600"/>
            <a:ext cx="3843338" cy="2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Google Shape;13;p6"/>
          <p:cNvSpPr txBox="1">
            <a:spLocks noGrp="1"/>
          </p:cNvSpPr>
          <p:nvPr>
            <p:ph type="ctrTitle"/>
          </p:nvPr>
        </p:nvSpPr>
        <p:spPr>
          <a:xfrm>
            <a:off x="3429001" y="2549770"/>
            <a:ext cx="5498123" cy="1600725"/>
          </a:xfrm>
          <a:prstGeom prst="rect">
            <a:avLst/>
          </a:prstGeom>
          <a:noFill/>
          <a:ln>
            <a:noFill/>
          </a:ln>
        </p:spPr>
        <p:txBody>
          <a:bodyPr spcFirstLastPara="1" lIns="91425" tIns="45700" rIns="91425" bIns="45700">
            <a:normAutofit/>
          </a:bodyPr>
          <a:lstStyle>
            <a:lvl1pPr lvl="0" algn="r">
              <a:lnSpc>
                <a:spcPct val="90000"/>
              </a:lnSpc>
              <a:spcBef>
                <a:spcPts val="0"/>
              </a:spcBef>
              <a:spcAft>
                <a:spcPts val="0"/>
              </a:spcAft>
              <a:buClr>
                <a:schemeClr val="lt1"/>
              </a:buClr>
              <a:buSzPts val="3200"/>
              <a:buFont typeface="Helvetica Neue"/>
              <a:buNone/>
              <a:defRPr sz="2400" b="1">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14" name="Google Shape;14;p6"/>
          <p:cNvSpPr txBox="1">
            <a:spLocks noGrp="1"/>
          </p:cNvSpPr>
          <p:nvPr>
            <p:ph type="subTitle" idx="1"/>
          </p:nvPr>
        </p:nvSpPr>
        <p:spPr>
          <a:xfrm>
            <a:off x="4431323" y="4452631"/>
            <a:ext cx="4495800" cy="343327"/>
          </a:xfrm>
          <a:prstGeom prst="rect">
            <a:avLst/>
          </a:prstGeom>
          <a:noFill/>
          <a:ln>
            <a:noFill/>
          </a:ln>
        </p:spPr>
        <p:txBody>
          <a:bodyPr spcFirstLastPara="1" lIns="91425" tIns="45700" rIns="91425" bIns="45700" anchor="ctr">
            <a:normAutofit/>
          </a:bodyPr>
          <a:lstStyle>
            <a:lvl1pPr lvl="0" algn="r">
              <a:lnSpc>
                <a:spcPct val="90000"/>
              </a:lnSpc>
              <a:spcBef>
                <a:spcPts val="750"/>
              </a:spcBef>
              <a:spcAft>
                <a:spcPts val="0"/>
              </a:spcAft>
              <a:buClr>
                <a:srgbClr val="1C1573"/>
              </a:buClr>
              <a:buSzPts val="1700"/>
              <a:buNone/>
              <a:defRPr sz="1275" b="1">
                <a:solidFill>
                  <a:srgbClr val="1C1573"/>
                </a:solidFill>
                <a:latin typeface="Helvetica Neue"/>
                <a:ea typeface="Helvetica Neue"/>
                <a:cs typeface="Helvetica Neue"/>
                <a:sym typeface="Helvetica Neue"/>
              </a:defRPr>
            </a:lvl1pPr>
            <a:lvl2pPr lvl="1" algn="ctr">
              <a:lnSpc>
                <a:spcPct val="90000"/>
              </a:lnSpc>
              <a:spcBef>
                <a:spcPts val="375"/>
              </a:spcBef>
              <a:spcAft>
                <a:spcPts val="0"/>
              </a:spcAft>
              <a:buClr>
                <a:schemeClr val="dk1"/>
              </a:buClr>
              <a:buSzPts val="1500"/>
              <a:buNone/>
              <a:defRPr sz="1125"/>
            </a:lvl2pPr>
            <a:lvl3pPr lvl="2" algn="ctr">
              <a:lnSpc>
                <a:spcPct val="90000"/>
              </a:lnSpc>
              <a:spcBef>
                <a:spcPts val="375"/>
              </a:spcBef>
              <a:spcAft>
                <a:spcPts val="0"/>
              </a:spcAft>
              <a:buClr>
                <a:schemeClr val="dk1"/>
              </a:buClr>
              <a:buSzPts val="1350"/>
              <a:buNone/>
              <a:defRPr sz="1015"/>
            </a:lvl3pPr>
            <a:lvl4pPr lvl="3" algn="ctr">
              <a:lnSpc>
                <a:spcPct val="90000"/>
              </a:lnSpc>
              <a:spcBef>
                <a:spcPts val="375"/>
              </a:spcBef>
              <a:spcAft>
                <a:spcPts val="0"/>
              </a:spcAft>
              <a:buClr>
                <a:schemeClr val="dk1"/>
              </a:buClr>
              <a:buSzPts val="1200"/>
              <a:buNone/>
              <a:defRPr sz="900"/>
            </a:lvl4pPr>
            <a:lvl5pPr lvl="4" algn="ctr">
              <a:lnSpc>
                <a:spcPct val="90000"/>
              </a:lnSpc>
              <a:spcBef>
                <a:spcPts val="375"/>
              </a:spcBef>
              <a:spcAft>
                <a:spcPts val="0"/>
              </a:spcAft>
              <a:buClr>
                <a:schemeClr val="dk1"/>
              </a:buClr>
              <a:buSzPts val="1200"/>
              <a:buNone/>
              <a:defRPr sz="900"/>
            </a:lvl5pPr>
            <a:lvl6pPr lvl="5" algn="ctr">
              <a:lnSpc>
                <a:spcPct val="90000"/>
              </a:lnSpc>
              <a:spcBef>
                <a:spcPts val="375"/>
              </a:spcBef>
              <a:spcAft>
                <a:spcPts val="0"/>
              </a:spcAft>
              <a:buClr>
                <a:schemeClr val="dk1"/>
              </a:buClr>
              <a:buSzPts val="1200"/>
              <a:buNone/>
              <a:defRPr sz="900"/>
            </a:lvl6pPr>
            <a:lvl7pPr lvl="6" algn="ctr">
              <a:lnSpc>
                <a:spcPct val="90000"/>
              </a:lnSpc>
              <a:spcBef>
                <a:spcPts val="375"/>
              </a:spcBef>
              <a:spcAft>
                <a:spcPts val="0"/>
              </a:spcAft>
              <a:buClr>
                <a:schemeClr val="dk1"/>
              </a:buClr>
              <a:buSzPts val="1200"/>
              <a:buNone/>
              <a:defRPr sz="900"/>
            </a:lvl7pPr>
            <a:lvl8pPr lvl="7" algn="ctr">
              <a:lnSpc>
                <a:spcPct val="90000"/>
              </a:lnSpc>
              <a:spcBef>
                <a:spcPts val="375"/>
              </a:spcBef>
              <a:spcAft>
                <a:spcPts val="0"/>
              </a:spcAft>
              <a:buClr>
                <a:schemeClr val="dk1"/>
              </a:buClr>
              <a:buSzPts val="1200"/>
              <a:buNone/>
              <a:defRPr sz="900"/>
            </a:lvl8pPr>
            <a:lvl9pPr lvl="8" algn="ctr">
              <a:lnSpc>
                <a:spcPct val="90000"/>
              </a:lnSpc>
              <a:spcBef>
                <a:spcPts val="375"/>
              </a:spcBef>
              <a:spcAft>
                <a:spcPts val="0"/>
              </a:spcAft>
              <a:buClr>
                <a:schemeClr val="dk1"/>
              </a:buClr>
              <a:buSzPts val="1200"/>
              <a:buNone/>
              <a:defRPr sz="900"/>
            </a:lvl9pPr>
          </a:lstStyle>
          <a:p>
            <a:r>
              <a:rPr lang="en-US"/>
              <a:t>Click to edit Master subtitle style</a:t>
            </a:r>
            <a:endParaRPr/>
          </a:p>
        </p:txBody>
      </p:sp>
      <p:sp>
        <p:nvSpPr>
          <p:cNvPr id="17" name="Google Shape;17;p6"/>
          <p:cNvSpPr txBox="1">
            <a:spLocks noGrp="1"/>
          </p:cNvSpPr>
          <p:nvPr>
            <p:ph type="body" idx="2"/>
          </p:nvPr>
        </p:nvSpPr>
        <p:spPr>
          <a:xfrm>
            <a:off x="3892060" y="4826978"/>
            <a:ext cx="5035064" cy="1108563"/>
          </a:xfrm>
          <a:prstGeom prst="rect">
            <a:avLst/>
          </a:prstGeom>
          <a:noFill/>
          <a:ln>
            <a:noFill/>
          </a:ln>
        </p:spPr>
        <p:txBody>
          <a:bodyPr spcFirstLastPara="1" lIns="91425" tIns="45700" rIns="91425" bIns="45700">
            <a:normAutofit/>
          </a:bodyPr>
          <a:lstStyle>
            <a:lvl1pPr marL="342900" lvl="0" indent="-171450" algn="r">
              <a:lnSpc>
                <a:spcPct val="90000"/>
              </a:lnSpc>
              <a:spcBef>
                <a:spcPts val="0"/>
              </a:spcBef>
              <a:spcAft>
                <a:spcPts val="0"/>
              </a:spcAft>
              <a:buClr>
                <a:srgbClr val="1C1573"/>
              </a:buClr>
              <a:buSzPts val="1700"/>
              <a:buNone/>
              <a:defRPr sz="1275">
                <a:solidFill>
                  <a:srgbClr val="1C1573"/>
                </a:solidFill>
                <a:latin typeface="Helvetica Neue"/>
                <a:ea typeface="Helvetica Neue"/>
                <a:cs typeface="Helvetica Neue"/>
                <a:sym typeface="Helvetica Neue"/>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Edit Master text styles</a:t>
            </a:r>
          </a:p>
        </p:txBody>
      </p:sp>
    </p:spTree>
    <p:extLst>
      <p:ext uri="{BB962C8B-B14F-4D97-AF65-F5344CB8AC3E}">
        <p14:creationId xmlns:p14="http://schemas.microsoft.com/office/powerpoint/2010/main" val="2337866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200"/>
                                        <p:tgtEl>
                                          <p:spTgt spid="6"/>
                                        </p:tgtEl>
                                      </p:cBhvr>
                                    </p:animEffect>
                                  </p:childTnLst>
                                </p:cTn>
                              </p:par>
                            </p:childTnLst>
                          </p:cTn>
                        </p:par>
                        <p:par>
                          <p:cTn id="8" fill="hold">
                            <p:stCondLst>
                              <p:cond delay="150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300"/>
                                        <p:tgtEl>
                                          <p:spTgt spid="8"/>
                                        </p:tgtEl>
                                      </p:cBhvr>
                                    </p:animEffect>
                                  </p:childTnLst>
                                </p:cTn>
                              </p:par>
                            </p:childTnLst>
                          </p:cTn>
                        </p:par>
                        <p:par>
                          <p:cTn id="12" fill="hold">
                            <p:stCondLst>
                              <p:cond delay="3000"/>
                            </p:stCondLst>
                            <p:childTnLst>
                              <p:par>
                                <p:cTn id="13" presetID="10" presetClass="entr" presetSubtype="0"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par>
                          <p:cTn id="16" fill="hold">
                            <p:stCondLst>
                              <p:cond delay="3500"/>
                            </p:stCondLst>
                            <p:childTnLst>
                              <p:par>
                                <p:cTn id="17" presetID="10" presetClass="entr" presetSubtype="0"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par>
                          <p:cTn id="20" fill="hold">
                            <p:stCondLst>
                              <p:cond delay="4000"/>
                            </p:stCondLst>
                            <p:childTnLst>
                              <p:par>
                                <p:cTn id="21" presetID="10" presetClass="entr" presetSubtype="0"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pic>
        <p:nvPicPr>
          <p:cNvPr id="9" name="Picture 8"/>
          <p:cNvPicPr>
            <a:picLocks noChangeAspect="1"/>
          </p:cNvPicPr>
          <p:nvPr/>
        </p:nvPicPr>
        <p:blipFill rotWithShape="1">
          <a:blip r:embed="rId2" cstate="print">
            <a:alphaModFix amt="50000"/>
            <a:extLst>
              <a:ext uri="{28A0092B-C50C-407E-A947-70E740481C1C}">
                <a14:useLocalDpi xmlns:a14="http://schemas.microsoft.com/office/drawing/2010/main" val="0"/>
              </a:ext>
            </a:extLst>
          </a:blip>
          <a:srcRect l="178" t="-543" r="178" b="-543"/>
          <a:stretch>
            <a:fillRect/>
          </a:stretch>
        </p:blipFill>
        <p:spPr>
          <a:xfrm>
            <a:off x="3563108" y="2223656"/>
            <a:ext cx="2017786" cy="2729344"/>
          </a:xfrm>
          <a:prstGeom prst="rect">
            <a:avLst/>
          </a:prstGeom>
        </p:spPr>
      </p:pic>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817420"/>
            <a:ext cx="9144000" cy="40580"/>
          </a:xfrm>
          <a:prstGeom prst="rect">
            <a:avLst/>
          </a:prstGeom>
        </p:spPr>
      </p:pic>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160569"/>
            <a:ext cx="8001000" cy="764364"/>
          </a:xfrm>
          <a:prstGeom prst="rect">
            <a:avLst/>
          </a:prstGeom>
        </p:spPr>
      </p:pic>
      <p:sp>
        <p:nvSpPr>
          <p:cNvPr id="2" name="Title 1"/>
          <p:cNvSpPr>
            <a:spLocks noGrp="1"/>
          </p:cNvSpPr>
          <p:nvPr>
            <p:ph type="title"/>
          </p:nvPr>
        </p:nvSpPr>
        <p:spPr>
          <a:xfrm>
            <a:off x="628650" y="160569"/>
            <a:ext cx="6991350" cy="764364"/>
          </a:xfrm>
        </p:spPr>
        <p:txBody>
          <a:bodyPr>
            <a:normAutofit/>
          </a:bodyPr>
          <a:lstStyle>
            <a:lvl1pPr>
              <a:defRPr sz="24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643304" y="1600202"/>
            <a:ext cx="7620000" cy="2728913"/>
          </a:xfrm>
        </p:spPr>
        <p:txBody>
          <a:bodyPr/>
          <a:lstStyle>
            <a:lvl1pPr>
              <a:defRPr sz="1350">
                <a:latin typeface="Helvetica" panose="020B0604020202030204" pitchFamily="34" charset="0"/>
              </a:defRPr>
            </a:lvl1pPr>
            <a:lvl2pPr>
              <a:defRPr sz="1200">
                <a:latin typeface="Helvetica" panose="020B0604020202030204" pitchFamily="34" charset="0"/>
              </a:defRPr>
            </a:lvl2pPr>
            <a:lvl3pPr>
              <a:defRPr sz="1050">
                <a:latin typeface="Helvetica" panose="020B0604020202030204" pitchFamily="34" charset="0"/>
              </a:defRPr>
            </a:lvl3pPr>
            <a:lvl4pPr>
              <a:defRPr sz="900">
                <a:latin typeface="Helvetica" panose="020B0604020202030204" pitchFamily="34" charset="0"/>
              </a:defRPr>
            </a:lvl4pPr>
            <a:lvl5pPr>
              <a:defRPr sz="900">
                <a:latin typeface="Helvetica" panose="020B060402020203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2"/>
          <p:cNvSpPr>
            <a:spLocks noGrp="1"/>
          </p:cNvSpPr>
          <p:nvPr>
            <p:ph type="body" sz="quarter" idx="14"/>
          </p:nvPr>
        </p:nvSpPr>
        <p:spPr>
          <a:xfrm>
            <a:off x="246935" y="1143002"/>
            <a:ext cx="8397717" cy="395287"/>
          </a:xfrm>
        </p:spPr>
        <p:txBody>
          <a:bodyPr>
            <a:normAutofit/>
          </a:bodyPr>
          <a:lstStyle>
            <a:lvl1pPr marL="0" indent="0">
              <a:buNone/>
              <a:defRPr sz="15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a:t>Edit Master text styles</a:t>
            </a:r>
          </a:p>
        </p:txBody>
      </p:sp>
    </p:spTree>
    <p:extLst>
      <p:ext uri="{BB962C8B-B14F-4D97-AF65-F5344CB8AC3E}">
        <p14:creationId xmlns:p14="http://schemas.microsoft.com/office/powerpoint/2010/main" val="12041829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x-none"/>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x-none"/>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6E638C57-FA78-4465-A16E-061E11A07CA5}" type="datetimeFigureOut">
              <a:rPr lang="en-US"/>
              <a:pPr>
                <a:defRPr/>
              </a:pPr>
              <a:t>5/10/2026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EF406659-594D-4C8C-9DC4-2E8C6B112FAB}" type="slidenum">
              <a:rPr lang="en-US" altLang="en-US"/>
              <a:pPr/>
              <a:t>‹#›</a:t>
            </a:fld>
            <a:endParaRPr lang="en-US" altLang="en-US"/>
          </a:p>
        </p:txBody>
      </p:sp>
    </p:spTree>
    <p:extLst>
      <p:ext uri="{BB962C8B-B14F-4D97-AF65-F5344CB8AC3E}">
        <p14:creationId xmlns:p14="http://schemas.microsoft.com/office/powerpoint/2010/main" val="241424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eaLnBrk="1" fontAlgn="auto" hangingPunct="1">
              <a:spcBef>
                <a:spcPts val="0"/>
              </a:spcBef>
              <a:spcAft>
                <a:spcPts val="0"/>
              </a:spcAft>
              <a:defRPr/>
            </a:pPr>
            <a:r>
              <a:rPr lang="en-US" sz="1100" b="1">
                <a:solidFill>
                  <a:srgbClr val="101141"/>
                </a:solidFill>
              </a:rPr>
              <a:t>BITS </a:t>
            </a:r>
            <a:r>
              <a:rPr lang="en-US" sz="1100">
                <a:solidFill>
                  <a:srgbClr val="101141"/>
                </a:solidFill>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9" name="Picture 11" descr="Picture 7.png"/>
          <p:cNvPicPr>
            <a:picLocks noChangeAspect="1" noChangeArrowheads="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p:cNvGrpSpPr>
            <a:grpSpLocks/>
          </p:cNvGrpSpPr>
          <p:nvPr userDrawn="1"/>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4" name="Group 22"/>
          <p:cNvGrpSpPr>
            <a:grpSpLocks/>
          </p:cNvGrpSpPr>
          <p:nvPr userDrawn="1"/>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81308500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eaLnBrk="1" fontAlgn="auto" hangingPunct="1">
              <a:spcBef>
                <a:spcPts val="0"/>
              </a:spcBef>
              <a:spcAft>
                <a:spcPts val="0"/>
              </a:spcAft>
              <a:defRPr/>
            </a:pPr>
            <a:r>
              <a:rPr lang="en-US" sz="1100" b="1">
                <a:solidFill>
                  <a:srgbClr val="101141"/>
                </a:solidFill>
              </a:rPr>
              <a:t>BITS </a:t>
            </a:r>
            <a:r>
              <a:rPr lang="en-US" sz="1100">
                <a:solidFill>
                  <a:srgbClr val="101141"/>
                </a:solidFill>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9" name="Picture 11" descr="Picture 7.png"/>
          <p:cNvPicPr>
            <a:picLocks noChangeAspect="1" noChangeArrowheads="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p:cNvGrpSpPr>
            <a:grpSpLocks/>
          </p:cNvGrpSpPr>
          <p:nvPr userDrawn="1"/>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4" name="Group 22"/>
          <p:cNvGrpSpPr>
            <a:grpSpLocks/>
          </p:cNvGrpSpPr>
          <p:nvPr userDrawn="1"/>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6370613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eaLnBrk="1" fontAlgn="auto" hangingPunct="1">
              <a:spcBef>
                <a:spcPts val="0"/>
              </a:spcBef>
              <a:spcAft>
                <a:spcPts val="0"/>
              </a:spcAft>
              <a:defRPr/>
            </a:pPr>
            <a:r>
              <a:rPr lang="en-US" sz="1100" b="1">
                <a:solidFill>
                  <a:srgbClr val="101141"/>
                </a:solidFill>
              </a:rPr>
              <a:t>BITS </a:t>
            </a:r>
            <a:r>
              <a:rPr lang="en-US" sz="1100">
                <a:solidFill>
                  <a:srgbClr val="101141"/>
                </a:solidFill>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9" name="Picture 11" descr="Picture 7.png"/>
          <p:cNvPicPr>
            <a:picLocks noChangeAspect="1" noChangeArrowheads="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p:cNvGrpSpPr>
            <a:grpSpLocks/>
          </p:cNvGrpSpPr>
          <p:nvPr userDrawn="1"/>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4" name="Group 22"/>
          <p:cNvGrpSpPr>
            <a:grpSpLocks/>
          </p:cNvGrpSpPr>
          <p:nvPr userDrawn="1"/>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403936954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3563108" y="2223656"/>
            <a:ext cx="2017786" cy="2729344"/>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9144000" cy="40580"/>
          </a:xfrm>
          <a:prstGeom prst="rect">
            <a:avLst/>
          </a:prstGeom>
        </p:spPr>
      </p:pic>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307502" y="2482116"/>
            <a:ext cx="6636349" cy="2130566"/>
          </a:xfrm>
          <a:prstGeom prst="rect">
            <a:avLst/>
          </a:prstGeom>
        </p:spPr>
      </p:pic>
      <p:sp>
        <p:nvSpPr>
          <p:cNvPr id="7" name="Title 1"/>
          <p:cNvSpPr txBox="1">
            <a:spLocks/>
          </p:cNvSpPr>
          <p:nvPr userDrawn="1"/>
        </p:nvSpPr>
        <p:spPr>
          <a:xfrm>
            <a:off x="1373631" y="2575123"/>
            <a:ext cx="6500241" cy="1936878"/>
          </a:xfrm>
          <a:prstGeom prst="rect">
            <a:avLst/>
          </a:prstGeom>
        </p:spPr>
        <p:txBody>
          <a:bodyPr vert="horz" lIns="68580" tIns="34290" rIns="68580" bIns="34290" rtlCol="0" anchor="ctr">
            <a:normAutofit/>
          </a:bodyPr>
          <a:lstStyle>
            <a:lvl1pPr algn="r" defTabSz="685800" rtl="0" eaLnBrk="1" latinLnBrk="0" hangingPunct="1">
              <a:lnSpc>
                <a:spcPct val="90000"/>
              </a:lnSpc>
              <a:spcBef>
                <a:spcPct val="0"/>
              </a:spcBef>
              <a:buNone/>
              <a:defRPr sz="3200" b="1" kern="1200">
                <a:solidFill>
                  <a:schemeClr val="bg1"/>
                </a:solidFill>
                <a:latin typeface="Helvetica" panose="020B0604020202030204" pitchFamily="34" charset="0"/>
                <a:ea typeface="+mj-ea"/>
                <a:cs typeface="+mj-cs"/>
              </a:defRPr>
            </a:lvl1pPr>
          </a:lstStyle>
          <a:p>
            <a:pPr marL="0" marR="0" lvl="0" indent="0" algn="ctr" defTabSz="514350" rtl="0" eaLnBrk="1" fontAlgn="auto" latinLnBrk="0" hangingPunct="1">
              <a:lnSpc>
                <a:spcPct val="90000"/>
              </a:lnSpc>
              <a:spcBef>
                <a:spcPct val="0"/>
              </a:spcBef>
              <a:spcAft>
                <a:spcPts val="0"/>
              </a:spcAft>
              <a:buClrTx/>
              <a:buSzTx/>
              <a:buFontTx/>
              <a:buNone/>
              <a:tabLst/>
              <a:defRPr/>
            </a:pPr>
            <a:r>
              <a:rPr kumimoji="0" lang="en-US" sz="2700" b="1" i="0" u="none" strike="noStrike" kern="1200" cap="none" spc="0" normalizeH="0" baseline="0" noProof="0" dirty="0">
                <a:ln>
                  <a:noFill/>
                </a:ln>
                <a:solidFill>
                  <a:prstClr val="white"/>
                </a:solidFill>
                <a:effectLst/>
                <a:uLnTx/>
                <a:uFillTx/>
                <a:latin typeface="Helvetica" panose="020B0604020202030204" pitchFamily="34" charset="0"/>
                <a:ea typeface="+mj-ea"/>
                <a:cs typeface="+mj-cs"/>
              </a:rPr>
              <a:t>Click to edit Session title</a:t>
            </a:r>
          </a:p>
        </p:txBody>
      </p:sp>
    </p:spTree>
    <p:extLst>
      <p:ext uri="{BB962C8B-B14F-4D97-AF65-F5344CB8AC3E}">
        <p14:creationId xmlns:p14="http://schemas.microsoft.com/office/powerpoint/2010/main" val="3046619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3563108" y="2223656"/>
            <a:ext cx="2017786" cy="2729344"/>
          </a:xfrm>
          <a:prstGeom prst="rect">
            <a:avLst/>
          </a:prstGeom>
        </p:spPr>
      </p:pic>
      <p:sp>
        <p:nvSpPr>
          <p:cNvPr id="2" name="Title 1"/>
          <p:cNvSpPr>
            <a:spLocks noGrp="1"/>
          </p:cNvSpPr>
          <p:nvPr>
            <p:ph type="title"/>
          </p:nvPr>
        </p:nvSpPr>
        <p:spPr>
          <a:xfrm>
            <a:off x="623888" y="1709739"/>
            <a:ext cx="7886700" cy="2852737"/>
          </a:xfrm>
        </p:spPr>
        <p:txBody>
          <a:bodyPr anchor="b">
            <a:normAutofit/>
          </a:bodyPr>
          <a:lstStyle>
            <a:lvl1pPr algn="r">
              <a:defRPr sz="4050" b="1">
                <a:solidFill>
                  <a:srgbClr val="150860"/>
                </a:solidFill>
                <a:latin typeface="Helvetica"/>
                <a:cs typeface="Helvetica"/>
              </a:defRPr>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lgn="r">
              <a:buNone/>
              <a:defRPr sz="1800" b="0" i="0">
                <a:solidFill>
                  <a:schemeClr val="tx1">
                    <a:tint val="75000"/>
                  </a:schemeClr>
                </a:solidFill>
                <a:latin typeface="Helvetica Light"/>
                <a:cs typeface="Helvetica Light"/>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9144000" cy="40580"/>
          </a:xfrm>
          <a:prstGeom prst="rect">
            <a:avLst/>
          </a:prstGeom>
        </p:spPr>
      </p:pic>
    </p:spTree>
    <p:extLst>
      <p:ext uri="{BB962C8B-B14F-4D97-AF65-F5344CB8AC3E}">
        <p14:creationId xmlns:p14="http://schemas.microsoft.com/office/powerpoint/2010/main" val="163991647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Section Header">
    <p:spTree>
      <p:nvGrpSpPr>
        <p:cNvPr id="1" name=""/>
        <p:cNvGrpSpPr/>
        <p:nvPr/>
      </p:nvGrpSpPr>
      <p:grpSpPr>
        <a:xfrm>
          <a:off x="0" y="0"/>
          <a:ext cx="0" cy="0"/>
          <a:chOff x="0" y="0"/>
          <a:chExt cx="0" cy="0"/>
        </a:xfrm>
      </p:grpSpPr>
      <p:pic>
        <p:nvPicPr>
          <p:cNvPr id="2" name="Picture 6" descr="\\Server\D\jyoti\FI023_BITS_v1\styleguide img\IMG_5627_b.jpg">
            <a:extLst>
              <a:ext uri="{FF2B5EF4-FFF2-40B4-BE49-F238E27FC236}">
                <a16:creationId xmlns:a16="http://schemas.microsoft.com/office/drawing/2014/main" id="{C0189C86-2CFC-A5A0-767A-D4DD8814AE6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C8FCFD15-45C7-5D0F-0914-2A89FFBA2555}"/>
              </a:ext>
            </a:extLst>
          </p:cNvPr>
          <p:cNvSpPr/>
          <p:nvPr userDrawn="1"/>
        </p:nvSpPr>
        <p:spPr>
          <a:xfrm>
            <a:off x="0" y="4281488"/>
            <a:ext cx="9144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pic>
        <p:nvPicPr>
          <p:cNvPr id="4" name="Picture 8" descr="Picture 7.png">
            <a:extLst>
              <a:ext uri="{FF2B5EF4-FFF2-40B4-BE49-F238E27FC236}">
                <a16:creationId xmlns:a16="http://schemas.microsoft.com/office/drawing/2014/main" id="{899E7625-D9BF-7B77-D4BA-90D8837078A0}"/>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l="1923" b="5336"/>
          <a:stretch>
            <a:fillRect/>
          </a:stretch>
        </p:blipFill>
        <p:spPr bwMode="auto">
          <a:xfrm>
            <a:off x="6629401"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354487A8-CFC5-A53B-78A1-82E94FEA9730}"/>
              </a:ext>
            </a:extLst>
          </p:cNvPr>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F87091E3-5640-3ED0-685B-A74EC3B69E4D}"/>
              </a:ext>
            </a:extLst>
          </p:cNvPr>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a:extLst>
              <a:ext uri="{FF2B5EF4-FFF2-40B4-BE49-F238E27FC236}">
                <a16:creationId xmlns:a16="http://schemas.microsoft.com/office/drawing/2014/main" id="{C478C882-6981-E2E1-4C2E-2F0E727DE248}"/>
              </a:ext>
            </a:extLst>
          </p:cNvPr>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8" name="TextBox 7">
            <a:extLst>
              <a:ext uri="{FF2B5EF4-FFF2-40B4-BE49-F238E27FC236}">
                <a16:creationId xmlns:a16="http://schemas.microsoft.com/office/drawing/2014/main" id="{F930D992-5DE6-8CBF-5464-AE793FEEF7CC}"/>
              </a:ext>
            </a:extLst>
          </p:cNvPr>
          <p:cNvSpPr txBox="1"/>
          <p:nvPr userDrawn="1"/>
        </p:nvSpPr>
        <p:spPr>
          <a:xfrm>
            <a:off x="6858000" y="762000"/>
            <a:ext cx="2209800" cy="427040"/>
          </a:xfrm>
          <a:prstGeom prst="rect">
            <a:avLst/>
          </a:prstGeom>
          <a:noFill/>
        </p:spPr>
        <p:txBody>
          <a:bodyPr>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2175" b="1" i="0" u="none" strike="noStrike" kern="1200" cap="none" spc="-113" normalizeH="0" baseline="0" noProof="0" dirty="0">
                <a:ln>
                  <a:noFill/>
                </a:ln>
                <a:solidFill>
                  <a:prstClr val="white"/>
                </a:solidFill>
                <a:effectLst/>
                <a:uLnTx/>
                <a:uFillTx/>
                <a:latin typeface="Arial"/>
                <a:ea typeface="+mn-ea"/>
                <a:cs typeface="Arial"/>
              </a:rPr>
              <a:t>BITS</a:t>
            </a:r>
            <a:r>
              <a:rPr kumimoji="0" lang="en-US" sz="2175" b="0" i="0" u="none" strike="noStrike" kern="1200" cap="none" spc="-113" normalizeH="0" baseline="0" noProof="0" dirty="0">
                <a:ln>
                  <a:noFill/>
                </a:ln>
                <a:solidFill>
                  <a:prstClr val="white"/>
                </a:solidFill>
                <a:effectLst/>
                <a:uLnTx/>
                <a:uFillTx/>
                <a:latin typeface="Arial"/>
                <a:ea typeface="+mn-ea"/>
                <a:cs typeface="Arial"/>
              </a:rPr>
              <a:t> Pilani</a:t>
            </a:r>
          </a:p>
        </p:txBody>
      </p:sp>
      <p:sp>
        <p:nvSpPr>
          <p:cNvPr id="9" name="TextBox 8">
            <a:extLst>
              <a:ext uri="{FF2B5EF4-FFF2-40B4-BE49-F238E27FC236}">
                <a16:creationId xmlns:a16="http://schemas.microsoft.com/office/drawing/2014/main" id="{19389F12-0C58-1376-EE5F-4A0DBF73827E}"/>
              </a:ext>
            </a:extLst>
          </p:cNvPr>
          <p:cNvSpPr txBox="1"/>
          <p:nvPr userDrawn="1"/>
        </p:nvSpPr>
        <p:spPr>
          <a:xfrm>
            <a:off x="7086600" y="1171576"/>
            <a:ext cx="1905000" cy="230832"/>
          </a:xfrm>
          <a:prstGeom prst="rect">
            <a:avLst/>
          </a:prstGeom>
          <a:noFill/>
        </p:spPr>
        <p:txBody>
          <a:bodyPr>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Arial"/>
              </a:rPr>
              <a:t>Pilani Campus</a:t>
            </a:r>
          </a:p>
        </p:txBody>
      </p:sp>
      <p:sp>
        <p:nvSpPr>
          <p:cNvPr id="17" name="Content Placeholder 16"/>
          <p:cNvSpPr>
            <a:spLocks noGrp="1"/>
          </p:cNvSpPr>
          <p:nvPr>
            <p:ph sz="quarter" idx="10"/>
          </p:nvPr>
        </p:nvSpPr>
        <p:spPr>
          <a:xfrm>
            <a:off x="304800" y="4648200"/>
            <a:ext cx="8458200" cy="1600200"/>
          </a:xfrm>
        </p:spPr>
        <p:txBody>
          <a:bodyPr>
            <a:noAutofit/>
          </a:bodyPr>
          <a:lstStyle>
            <a:lvl1pPr marL="0" indent="0">
              <a:lnSpc>
                <a:spcPts val="3150"/>
              </a:lnSpc>
              <a:spcBef>
                <a:spcPts val="0"/>
              </a:spcBef>
              <a:buNone/>
              <a:defRPr sz="3000" b="1" spc="-113" baseline="0">
                <a:latin typeface="Arial" pitchFamily="34" charset="0"/>
                <a:cs typeface="Arial" pitchFamily="34" charset="0"/>
              </a:defRPr>
            </a:lvl1pPr>
          </a:lstStyle>
          <a:p>
            <a:pPr lvl="0"/>
            <a:r>
              <a:rPr lang="en-US"/>
              <a:t>Edit Master text styles</a:t>
            </a:r>
          </a:p>
          <a:p>
            <a:pPr lvl="1"/>
            <a:r>
              <a:rPr lang="en-US"/>
              <a:t>Second level</a:t>
            </a:r>
          </a:p>
        </p:txBody>
      </p:sp>
    </p:spTree>
    <p:extLst>
      <p:ext uri="{BB962C8B-B14F-4D97-AF65-F5344CB8AC3E}">
        <p14:creationId xmlns:p14="http://schemas.microsoft.com/office/powerpoint/2010/main" val="156521196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1_Title Slide" preserve="1">
  <p:cSld name="1_Title Slide">
    <p:spTree>
      <p:nvGrpSpPr>
        <p:cNvPr id="1" name="Shape 8"/>
        <p:cNvGrpSpPr/>
        <p:nvPr/>
      </p:nvGrpSpPr>
      <p:grpSpPr>
        <a:xfrm>
          <a:off x="0" y="0"/>
          <a:ext cx="0" cy="0"/>
          <a:chOff x="0" y="0"/>
          <a:chExt cx="0" cy="0"/>
        </a:xfrm>
      </p:grpSpPr>
      <p:pic>
        <p:nvPicPr>
          <p:cNvPr id="5" name="Google Shape;9;p6">
            <a:extLst>
              <a:ext uri="{FF2B5EF4-FFF2-40B4-BE49-F238E27FC236}">
                <a16:creationId xmlns:a16="http://schemas.microsoft.com/office/drawing/2014/main" id="{F25B0690-2AA3-4D32-A3BE-F758AA0F052D}"/>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t="3185" b="1180"/>
          <a:stretch>
            <a:fillRect/>
          </a:stretch>
        </p:blipFill>
        <p:spPr bwMode="auto">
          <a:xfrm>
            <a:off x="0" y="0"/>
            <a:ext cx="914400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6" name="Google Shape;10;p6">
            <a:extLst>
              <a:ext uri="{FF2B5EF4-FFF2-40B4-BE49-F238E27FC236}">
                <a16:creationId xmlns:a16="http://schemas.microsoft.com/office/drawing/2014/main" id="{893C1886-432F-4E8C-89E4-EA62A101C202}"/>
              </a:ext>
            </a:extLst>
          </p:cNvPr>
          <p:cNvPicPr preferRelativeResize="0">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6858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Google Shape;11;p6">
            <a:extLst>
              <a:ext uri="{FF2B5EF4-FFF2-40B4-BE49-F238E27FC236}">
                <a16:creationId xmlns:a16="http://schemas.microsoft.com/office/drawing/2014/main" id="{144E1ABE-9DE4-4A16-BAF4-B78FB9377E0A}"/>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85950" y="2551113"/>
            <a:ext cx="7259638" cy="179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Google Shape;12;p6">
            <a:extLst>
              <a:ext uri="{FF2B5EF4-FFF2-40B4-BE49-F238E27FC236}">
                <a16:creationId xmlns:a16="http://schemas.microsoft.com/office/drawing/2014/main" id="{83A8598A-4A6D-4252-A238-3D78D1272072}"/>
              </a:ext>
            </a:extLst>
          </p:cNvPr>
          <p:cNvPicPr preferRelativeResize="0">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47675"/>
            <a:ext cx="8058150" cy="805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Google Shape;15;p6">
            <a:extLst>
              <a:ext uri="{FF2B5EF4-FFF2-40B4-BE49-F238E27FC236}">
                <a16:creationId xmlns:a16="http://schemas.microsoft.com/office/drawing/2014/main" id="{E7FD79E3-6B96-4CE0-B3D1-A3DCED65C62A}"/>
              </a:ext>
            </a:extLst>
          </p:cNvPr>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92863" y="896938"/>
            <a:ext cx="2322512" cy="108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Google Shape;16;p6">
            <a:extLst>
              <a:ext uri="{FF2B5EF4-FFF2-40B4-BE49-F238E27FC236}">
                <a16:creationId xmlns:a16="http://schemas.microsoft.com/office/drawing/2014/main" id="{F029E66F-4D8A-4B60-AB6F-AAE31A525006}"/>
              </a:ext>
            </a:extLst>
          </p:cNvPr>
          <p:cNvPicPr preferRelativeResize="0">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083176" y="4800600"/>
            <a:ext cx="3843338" cy="2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Google Shape;13;p6"/>
          <p:cNvSpPr txBox="1">
            <a:spLocks noGrp="1"/>
          </p:cNvSpPr>
          <p:nvPr>
            <p:ph type="ctrTitle"/>
          </p:nvPr>
        </p:nvSpPr>
        <p:spPr>
          <a:xfrm>
            <a:off x="3429002" y="2549772"/>
            <a:ext cx="5498123" cy="1600725"/>
          </a:xfrm>
          <a:prstGeom prst="rect">
            <a:avLst/>
          </a:prstGeom>
          <a:noFill/>
          <a:ln>
            <a:noFill/>
          </a:ln>
        </p:spPr>
        <p:txBody>
          <a:bodyPr spcFirstLastPara="1" lIns="91425" tIns="45700" rIns="91425" bIns="45700">
            <a:normAutofit/>
          </a:bodyPr>
          <a:lstStyle>
            <a:lvl1pPr lvl="0" algn="r">
              <a:lnSpc>
                <a:spcPct val="90000"/>
              </a:lnSpc>
              <a:spcBef>
                <a:spcPts val="0"/>
              </a:spcBef>
              <a:spcAft>
                <a:spcPts val="0"/>
              </a:spcAft>
              <a:buClr>
                <a:schemeClr val="lt1"/>
              </a:buClr>
              <a:buSzPts val="3200"/>
              <a:buFont typeface="Helvetica Neue"/>
              <a:buNone/>
              <a:defRPr sz="1800" b="1">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14" name="Google Shape;14;p6"/>
          <p:cNvSpPr txBox="1">
            <a:spLocks noGrp="1"/>
          </p:cNvSpPr>
          <p:nvPr>
            <p:ph type="subTitle" idx="1"/>
          </p:nvPr>
        </p:nvSpPr>
        <p:spPr>
          <a:xfrm>
            <a:off x="4431323" y="4452633"/>
            <a:ext cx="4495800" cy="343327"/>
          </a:xfrm>
          <a:prstGeom prst="rect">
            <a:avLst/>
          </a:prstGeom>
          <a:noFill/>
          <a:ln>
            <a:noFill/>
          </a:ln>
        </p:spPr>
        <p:txBody>
          <a:bodyPr spcFirstLastPara="1" lIns="91425" tIns="45700" rIns="91425" bIns="45700" anchor="ctr">
            <a:normAutofit/>
          </a:bodyPr>
          <a:lstStyle>
            <a:lvl1pPr lvl="0" algn="r">
              <a:lnSpc>
                <a:spcPct val="90000"/>
              </a:lnSpc>
              <a:spcBef>
                <a:spcPts val="563"/>
              </a:spcBef>
              <a:spcAft>
                <a:spcPts val="0"/>
              </a:spcAft>
              <a:buClr>
                <a:srgbClr val="1C1573"/>
              </a:buClr>
              <a:buSzPts val="1700"/>
              <a:buNone/>
              <a:defRPr sz="956" b="1">
                <a:solidFill>
                  <a:srgbClr val="1C1573"/>
                </a:solidFill>
                <a:latin typeface="Helvetica Neue"/>
                <a:ea typeface="Helvetica Neue"/>
                <a:cs typeface="Helvetica Neue"/>
                <a:sym typeface="Helvetica Neue"/>
              </a:defRPr>
            </a:lvl1pPr>
            <a:lvl2pPr lvl="1" algn="ctr">
              <a:lnSpc>
                <a:spcPct val="90000"/>
              </a:lnSpc>
              <a:spcBef>
                <a:spcPts val="281"/>
              </a:spcBef>
              <a:spcAft>
                <a:spcPts val="0"/>
              </a:spcAft>
              <a:buClr>
                <a:schemeClr val="dk1"/>
              </a:buClr>
              <a:buSzPts val="1500"/>
              <a:buNone/>
              <a:defRPr sz="844"/>
            </a:lvl2pPr>
            <a:lvl3pPr lvl="2" algn="ctr">
              <a:lnSpc>
                <a:spcPct val="90000"/>
              </a:lnSpc>
              <a:spcBef>
                <a:spcPts val="281"/>
              </a:spcBef>
              <a:spcAft>
                <a:spcPts val="0"/>
              </a:spcAft>
              <a:buClr>
                <a:schemeClr val="dk1"/>
              </a:buClr>
              <a:buSzPts val="1350"/>
              <a:buNone/>
              <a:defRPr sz="760"/>
            </a:lvl3pPr>
            <a:lvl4pPr lvl="3" algn="ctr">
              <a:lnSpc>
                <a:spcPct val="90000"/>
              </a:lnSpc>
              <a:spcBef>
                <a:spcPts val="281"/>
              </a:spcBef>
              <a:spcAft>
                <a:spcPts val="0"/>
              </a:spcAft>
              <a:buClr>
                <a:schemeClr val="dk1"/>
              </a:buClr>
              <a:buSzPts val="1200"/>
              <a:buNone/>
              <a:defRPr sz="675"/>
            </a:lvl4pPr>
            <a:lvl5pPr lvl="4" algn="ctr">
              <a:lnSpc>
                <a:spcPct val="90000"/>
              </a:lnSpc>
              <a:spcBef>
                <a:spcPts val="281"/>
              </a:spcBef>
              <a:spcAft>
                <a:spcPts val="0"/>
              </a:spcAft>
              <a:buClr>
                <a:schemeClr val="dk1"/>
              </a:buClr>
              <a:buSzPts val="1200"/>
              <a:buNone/>
              <a:defRPr sz="675"/>
            </a:lvl5pPr>
            <a:lvl6pPr lvl="5" algn="ctr">
              <a:lnSpc>
                <a:spcPct val="90000"/>
              </a:lnSpc>
              <a:spcBef>
                <a:spcPts val="281"/>
              </a:spcBef>
              <a:spcAft>
                <a:spcPts val="0"/>
              </a:spcAft>
              <a:buClr>
                <a:schemeClr val="dk1"/>
              </a:buClr>
              <a:buSzPts val="1200"/>
              <a:buNone/>
              <a:defRPr sz="675"/>
            </a:lvl6pPr>
            <a:lvl7pPr lvl="6" algn="ctr">
              <a:lnSpc>
                <a:spcPct val="90000"/>
              </a:lnSpc>
              <a:spcBef>
                <a:spcPts val="281"/>
              </a:spcBef>
              <a:spcAft>
                <a:spcPts val="0"/>
              </a:spcAft>
              <a:buClr>
                <a:schemeClr val="dk1"/>
              </a:buClr>
              <a:buSzPts val="1200"/>
              <a:buNone/>
              <a:defRPr sz="675"/>
            </a:lvl7pPr>
            <a:lvl8pPr lvl="7" algn="ctr">
              <a:lnSpc>
                <a:spcPct val="90000"/>
              </a:lnSpc>
              <a:spcBef>
                <a:spcPts val="281"/>
              </a:spcBef>
              <a:spcAft>
                <a:spcPts val="0"/>
              </a:spcAft>
              <a:buClr>
                <a:schemeClr val="dk1"/>
              </a:buClr>
              <a:buSzPts val="1200"/>
              <a:buNone/>
              <a:defRPr sz="675"/>
            </a:lvl8pPr>
            <a:lvl9pPr lvl="8" algn="ctr">
              <a:lnSpc>
                <a:spcPct val="90000"/>
              </a:lnSpc>
              <a:spcBef>
                <a:spcPts val="281"/>
              </a:spcBef>
              <a:spcAft>
                <a:spcPts val="0"/>
              </a:spcAft>
              <a:buClr>
                <a:schemeClr val="dk1"/>
              </a:buClr>
              <a:buSzPts val="1200"/>
              <a:buNone/>
              <a:defRPr sz="675"/>
            </a:lvl9pPr>
          </a:lstStyle>
          <a:p>
            <a:r>
              <a:rPr lang="en-US"/>
              <a:t>Click to edit Master subtitle style</a:t>
            </a:r>
            <a:endParaRPr/>
          </a:p>
        </p:txBody>
      </p:sp>
      <p:sp>
        <p:nvSpPr>
          <p:cNvPr id="17" name="Google Shape;17;p6"/>
          <p:cNvSpPr txBox="1">
            <a:spLocks noGrp="1"/>
          </p:cNvSpPr>
          <p:nvPr>
            <p:ph type="body" idx="2"/>
          </p:nvPr>
        </p:nvSpPr>
        <p:spPr>
          <a:xfrm>
            <a:off x="3892060" y="4826980"/>
            <a:ext cx="5035064" cy="1108563"/>
          </a:xfrm>
          <a:prstGeom prst="rect">
            <a:avLst/>
          </a:prstGeom>
          <a:noFill/>
          <a:ln>
            <a:noFill/>
          </a:ln>
        </p:spPr>
        <p:txBody>
          <a:bodyPr spcFirstLastPara="1" lIns="91425" tIns="45700" rIns="91425" bIns="45700">
            <a:normAutofit/>
          </a:bodyPr>
          <a:lstStyle>
            <a:lvl1pPr marL="257175" lvl="0" indent="-128588" algn="r">
              <a:lnSpc>
                <a:spcPct val="90000"/>
              </a:lnSpc>
              <a:spcBef>
                <a:spcPts val="0"/>
              </a:spcBef>
              <a:spcAft>
                <a:spcPts val="0"/>
              </a:spcAft>
              <a:buClr>
                <a:srgbClr val="1C1573"/>
              </a:buClr>
              <a:buSzPts val="1700"/>
              <a:buNone/>
              <a:defRPr sz="956">
                <a:solidFill>
                  <a:srgbClr val="1C1573"/>
                </a:solidFill>
                <a:latin typeface="Helvetica Neue"/>
                <a:ea typeface="Helvetica Neue"/>
                <a:cs typeface="Helvetica Neue"/>
                <a:sym typeface="Helvetica Neue"/>
              </a:defRPr>
            </a:lvl1pPr>
            <a:lvl2pPr marL="514350" lvl="1" indent="-192881" algn="l">
              <a:lnSpc>
                <a:spcPct val="90000"/>
              </a:lnSpc>
              <a:spcBef>
                <a:spcPts val="281"/>
              </a:spcBef>
              <a:spcAft>
                <a:spcPts val="0"/>
              </a:spcAft>
              <a:buClr>
                <a:schemeClr val="dk1"/>
              </a:buClr>
              <a:buSzPts val="1800"/>
              <a:buChar char="•"/>
              <a:defRPr/>
            </a:lvl2pPr>
            <a:lvl3pPr marL="771525" lvl="2" indent="-192881" algn="l">
              <a:lnSpc>
                <a:spcPct val="90000"/>
              </a:lnSpc>
              <a:spcBef>
                <a:spcPts val="281"/>
              </a:spcBef>
              <a:spcAft>
                <a:spcPts val="0"/>
              </a:spcAft>
              <a:buClr>
                <a:schemeClr val="dk1"/>
              </a:buClr>
              <a:buSzPts val="1800"/>
              <a:buChar char="•"/>
              <a:defRPr/>
            </a:lvl3pPr>
            <a:lvl4pPr marL="1028700" lvl="3" indent="-192881" algn="l">
              <a:lnSpc>
                <a:spcPct val="90000"/>
              </a:lnSpc>
              <a:spcBef>
                <a:spcPts val="281"/>
              </a:spcBef>
              <a:spcAft>
                <a:spcPts val="0"/>
              </a:spcAft>
              <a:buClr>
                <a:schemeClr val="dk1"/>
              </a:buClr>
              <a:buSzPts val="1800"/>
              <a:buChar char="•"/>
              <a:defRPr/>
            </a:lvl4pPr>
            <a:lvl5pPr marL="1285875" lvl="4" indent="-192881" algn="l">
              <a:lnSpc>
                <a:spcPct val="90000"/>
              </a:lnSpc>
              <a:spcBef>
                <a:spcPts val="281"/>
              </a:spcBef>
              <a:spcAft>
                <a:spcPts val="0"/>
              </a:spcAft>
              <a:buClr>
                <a:schemeClr val="dk1"/>
              </a:buClr>
              <a:buSzPts val="1800"/>
              <a:buChar char="•"/>
              <a:defRPr/>
            </a:lvl5pPr>
            <a:lvl6pPr marL="1543050" lvl="5" indent="-192881" algn="l">
              <a:lnSpc>
                <a:spcPct val="90000"/>
              </a:lnSpc>
              <a:spcBef>
                <a:spcPts val="281"/>
              </a:spcBef>
              <a:spcAft>
                <a:spcPts val="0"/>
              </a:spcAft>
              <a:buClr>
                <a:schemeClr val="dk1"/>
              </a:buClr>
              <a:buSzPts val="1800"/>
              <a:buChar char="•"/>
              <a:defRPr/>
            </a:lvl6pPr>
            <a:lvl7pPr marL="1800225" lvl="6" indent="-192881" algn="l">
              <a:lnSpc>
                <a:spcPct val="90000"/>
              </a:lnSpc>
              <a:spcBef>
                <a:spcPts val="281"/>
              </a:spcBef>
              <a:spcAft>
                <a:spcPts val="0"/>
              </a:spcAft>
              <a:buClr>
                <a:schemeClr val="dk1"/>
              </a:buClr>
              <a:buSzPts val="1800"/>
              <a:buChar char="•"/>
              <a:defRPr/>
            </a:lvl7pPr>
            <a:lvl8pPr marL="2057400" lvl="7" indent="-192881" algn="l">
              <a:lnSpc>
                <a:spcPct val="90000"/>
              </a:lnSpc>
              <a:spcBef>
                <a:spcPts val="281"/>
              </a:spcBef>
              <a:spcAft>
                <a:spcPts val="0"/>
              </a:spcAft>
              <a:buClr>
                <a:schemeClr val="dk1"/>
              </a:buClr>
              <a:buSzPts val="1800"/>
              <a:buChar char="•"/>
              <a:defRPr/>
            </a:lvl8pPr>
            <a:lvl9pPr marL="2314575" lvl="8" indent="-192881" algn="l">
              <a:lnSpc>
                <a:spcPct val="90000"/>
              </a:lnSpc>
              <a:spcBef>
                <a:spcPts val="281"/>
              </a:spcBef>
              <a:spcAft>
                <a:spcPts val="0"/>
              </a:spcAft>
              <a:buClr>
                <a:schemeClr val="dk1"/>
              </a:buClr>
              <a:buSzPts val="1800"/>
              <a:buChar char="•"/>
              <a:defRPr/>
            </a:lvl9pPr>
          </a:lstStyle>
          <a:p>
            <a:pPr lvl="0"/>
            <a:r>
              <a:rPr lang="en-US"/>
              <a:t>Edit Master text styles</a:t>
            </a:r>
          </a:p>
        </p:txBody>
      </p:sp>
    </p:spTree>
    <p:extLst>
      <p:ext uri="{BB962C8B-B14F-4D97-AF65-F5344CB8AC3E}">
        <p14:creationId xmlns:p14="http://schemas.microsoft.com/office/powerpoint/2010/main" val="3677047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200"/>
                                        <p:tgtEl>
                                          <p:spTgt spid="6"/>
                                        </p:tgtEl>
                                      </p:cBhvr>
                                    </p:animEffect>
                                  </p:childTnLst>
                                </p:cTn>
                              </p:par>
                            </p:childTnLst>
                          </p:cTn>
                        </p:par>
                        <p:par>
                          <p:cTn id="8" fill="hold">
                            <p:stCondLst>
                              <p:cond delay="120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300"/>
                                        <p:tgtEl>
                                          <p:spTgt spid="8"/>
                                        </p:tgtEl>
                                      </p:cBhvr>
                                    </p:animEffect>
                                  </p:childTnLst>
                                </p:cTn>
                              </p:par>
                            </p:childTnLst>
                          </p:cTn>
                        </p:par>
                        <p:par>
                          <p:cTn id="12" fill="hold">
                            <p:stCondLst>
                              <p:cond delay="2500"/>
                            </p:stCondLst>
                            <p:childTnLst>
                              <p:par>
                                <p:cTn id="13" presetID="10" presetClass="entr" presetSubtype="0"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_one" preserve="1">
  <p:cSld name="Blank_one">
    <p:spTree>
      <p:nvGrpSpPr>
        <p:cNvPr id="1" name="Shape 56"/>
        <p:cNvGrpSpPr/>
        <p:nvPr/>
      </p:nvGrpSpPr>
      <p:grpSpPr>
        <a:xfrm>
          <a:off x="0" y="0"/>
          <a:ext cx="0" cy="0"/>
          <a:chOff x="0" y="0"/>
          <a:chExt cx="0" cy="0"/>
        </a:xfrm>
      </p:grpSpPr>
      <p:sp>
        <p:nvSpPr>
          <p:cNvPr id="57" name="Google Shape;57;p110"/>
          <p:cNvSpPr txBox="1"/>
          <p:nvPr/>
        </p:nvSpPr>
        <p:spPr>
          <a:xfrm>
            <a:off x="8153400" y="6550025"/>
            <a:ext cx="990600" cy="196177"/>
          </a:xfrm>
          <a:prstGeom prst="rect">
            <a:avLst/>
          </a:prstGeom>
          <a:noFill/>
          <a:ln>
            <a:noFill/>
          </a:ln>
        </p:spPr>
        <p:txBody>
          <a:bodyPr spcFirstLastPara="1" wrap="square" lIns="68569" tIns="34275" rIns="68569" bIns="34275" anchor="t" anchorCtr="0">
            <a:spAutoFit/>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kumimoji="0" lang="en-US" sz="825" b="1" i="0" u="none" strike="noStrike" kern="1200" cap="none" spc="0" normalizeH="0" baseline="0" noProof="0">
                <a:ln>
                  <a:noFill/>
                </a:ln>
                <a:solidFill>
                  <a:srgbClr val="101141"/>
                </a:solidFill>
                <a:effectLst/>
                <a:uLnTx/>
                <a:uFillTx/>
                <a:latin typeface="Arial"/>
                <a:ea typeface="Arial"/>
                <a:cs typeface="Arial"/>
                <a:sym typeface="Arial"/>
              </a:rPr>
              <a:t>BITS </a:t>
            </a:r>
            <a:r>
              <a:rPr kumimoji="0" lang="en-US" sz="825" b="0" i="0" u="none" strike="noStrike" kern="1200" cap="none" spc="0" normalizeH="0" baseline="0" noProof="0">
                <a:ln>
                  <a:noFill/>
                </a:ln>
                <a:solidFill>
                  <a:srgbClr val="101141"/>
                </a:solidFill>
                <a:effectLst/>
                <a:uLnTx/>
                <a:uFillTx/>
                <a:latin typeface="Arial"/>
                <a:ea typeface="Arial"/>
                <a:cs typeface="Arial"/>
                <a:sym typeface="Arial"/>
              </a:rPr>
              <a:t>Pilani</a:t>
            </a:r>
            <a:endParaRPr kumimoji="0" sz="825" b="0" i="0" u="none" strike="noStrike" kern="1200" cap="none" spc="0" normalizeH="0" baseline="0" noProof="0">
              <a:ln>
                <a:noFill/>
              </a:ln>
              <a:solidFill>
                <a:srgbClr val="101141"/>
              </a:solidFill>
              <a:effectLst/>
              <a:uLnTx/>
              <a:uFillTx/>
              <a:latin typeface="Arial"/>
              <a:ea typeface="Arial"/>
              <a:cs typeface="Arial"/>
              <a:sym typeface="Arial"/>
            </a:endParaRPr>
          </a:p>
        </p:txBody>
      </p:sp>
      <p:grpSp>
        <p:nvGrpSpPr>
          <p:cNvPr id="58" name="Google Shape;58;p110"/>
          <p:cNvGrpSpPr/>
          <p:nvPr/>
        </p:nvGrpSpPr>
        <p:grpSpPr>
          <a:xfrm>
            <a:off x="2084388" y="6550027"/>
            <a:ext cx="7059612" cy="49213"/>
            <a:chOff x="2083888" y="6550671"/>
            <a:chExt cx="7060112" cy="48665"/>
          </a:xfrm>
        </p:grpSpPr>
        <p:sp>
          <p:nvSpPr>
            <p:cNvPr id="59" name="Google Shape;59;p110"/>
            <p:cNvSpPr/>
            <p:nvPr/>
          </p:nvSpPr>
          <p:spPr>
            <a:xfrm>
              <a:off x="4630418" y="6550671"/>
              <a:ext cx="2329027" cy="48665"/>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60" name="Google Shape;60;p110"/>
            <p:cNvSpPr/>
            <p:nvPr/>
          </p:nvSpPr>
          <p:spPr>
            <a:xfrm>
              <a:off x="6908642" y="6550671"/>
              <a:ext cx="2235358" cy="45525"/>
            </a:xfrm>
            <a:prstGeom prst="rect">
              <a:avLst/>
            </a:prstGeom>
            <a:solidFill>
              <a:srgbClr val="E31C24"/>
            </a:solidFill>
            <a:ln>
              <a:noFill/>
            </a:ln>
          </p:spPr>
          <p:txBody>
            <a:bodyPr spcFirstLastPara="1" wrap="square" lIns="91425" tIns="45700" rIns="91425" bIns="45700"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61" name="Google Shape;61;p110"/>
            <p:cNvSpPr/>
            <p:nvPr/>
          </p:nvSpPr>
          <p:spPr>
            <a:xfrm>
              <a:off x="2083888" y="6550671"/>
              <a:ext cx="2581458" cy="48665"/>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Tahoma"/>
                <a:ea typeface="Tahoma"/>
                <a:cs typeface="Tahoma"/>
                <a:sym typeface="Tahoma"/>
              </a:endParaRPr>
            </a:p>
          </p:txBody>
        </p:sp>
      </p:grpSp>
      <p:pic>
        <p:nvPicPr>
          <p:cNvPr id="62" name="Google Shape;62;p110" descr="Picture 7.png"/>
          <p:cNvPicPr preferRelativeResize="0"/>
          <p:nvPr/>
        </p:nvPicPr>
        <p:blipFill rotWithShape="1">
          <a:blip r:embed="rId2">
            <a:alphaModFix/>
          </a:blip>
          <a:srcRect l="1923" b="5335"/>
          <a:stretch/>
        </p:blipFill>
        <p:spPr>
          <a:xfrm>
            <a:off x="6629401" y="0"/>
            <a:ext cx="2193925" cy="692150"/>
          </a:xfrm>
          <a:prstGeom prst="rect">
            <a:avLst/>
          </a:prstGeom>
          <a:noFill/>
          <a:ln>
            <a:noFill/>
          </a:ln>
        </p:spPr>
      </p:pic>
      <p:grpSp>
        <p:nvGrpSpPr>
          <p:cNvPr id="63" name="Google Shape;63;p110"/>
          <p:cNvGrpSpPr/>
          <p:nvPr/>
        </p:nvGrpSpPr>
        <p:grpSpPr>
          <a:xfrm>
            <a:off x="2133600" y="6553200"/>
            <a:ext cx="7010400" cy="46038"/>
            <a:chOff x="1905000" y="6553200"/>
            <a:chExt cx="7010400" cy="45719"/>
          </a:xfrm>
        </p:grpSpPr>
        <p:sp>
          <p:nvSpPr>
            <p:cNvPr id="64" name="Google Shape;64;p110"/>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65" name="Google Shape;65;p110"/>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66" name="Google Shape;66;p110"/>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Tahoma"/>
                <a:ea typeface="Tahoma"/>
                <a:cs typeface="Tahoma"/>
                <a:sym typeface="Tahoma"/>
              </a:endParaRPr>
            </a:p>
          </p:txBody>
        </p:sp>
      </p:grpSp>
      <p:grpSp>
        <p:nvGrpSpPr>
          <p:cNvPr id="67" name="Google Shape;67;p110"/>
          <p:cNvGrpSpPr/>
          <p:nvPr/>
        </p:nvGrpSpPr>
        <p:grpSpPr>
          <a:xfrm>
            <a:off x="0" y="1295400"/>
            <a:ext cx="7010400" cy="46038"/>
            <a:chOff x="1905000" y="6553200"/>
            <a:chExt cx="7010400" cy="45719"/>
          </a:xfrm>
        </p:grpSpPr>
        <p:sp>
          <p:nvSpPr>
            <p:cNvPr id="68" name="Google Shape;68;p110"/>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69" name="Google Shape;69;p110"/>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70" name="Google Shape;70;p110"/>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Tahoma"/>
                <a:ea typeface="Tahoma"/>
                <a:cs typeface="Tahoma"/>
                <a:sym typeface="Tahoma"/>
              </a:endParaRPr>
            </a:p>
          </p:txBody>
        </p:sp>
      </p:grpSp>
    </p:spTree>
    <p:extLst>
      <p:ext uri="{BB962C8B-B14F-4D97-AF65-F5344CB8AC3E}">
        <p14:creationId xmlns:p14="http://schemas.microsoft.com/office/powerpoint/2010/main" val="257198386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7_Title and Content">
    <p:spTree>
      <p:nvGrpSpPr>
        <p:cNvPr id="1" name=""/>
        <p:cNvGrpSpPr/>
        <p:nvPr/>
      </p:nvGrpSpPr>
      <p:grpSpPr>
        <a:xfrm>
          <a:off x="0" y="0"/>
          <a:ext cx="0" cy="0"/>
          <a:chOff x="0" y="0"/>
          <a:chExt cx="0" cy="0"/>
        </a:xfrm>
      </p:grpSpPr>
      <p:sp>
        <p:nvSpPr>
          <p:cNvPr id="4" name="TextBox 3"/>
          <p:cNvSpPr txBox="1"/>
          <p:nvPr/>
        </p:nvSpPr>
        <p:spPr>
          <a:xfrm>
            <a:off x="3276600" y="6596065"/>
            <a:ext cx="5867400" cy="219291"/>
          </a:xfrm>
          <a:prstGeom prst="rect">
            <a:avLst/>
          </a:prstGeom>
          <a:noFill/>
        </p:spPr>
        <p:txBody>
          <a:bodyPr>
            <a:spAutoFit/>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kumimoji="0" lang="en-US" sz="825" b="1" i="0" u="none" strike="noStrike" kern="1200" cap="none" spc="0" normalizeH="0" baseline="0" noProof="0" dirty="0">
                <a:ln>
                  <a:noFill/>
                </a:ln>
                <a:solidFill>
                  <a:srgbClr val="101141"/>
                </a:solidFill>
                <a:effectLst/>
                <a:uLnTx/>
                <a:uFillTx/>
                <a:latin typeface="Arial"/>
                <a:ea typeface="+mn-ea"/>
                <a:cs typeface="Arial"/>
              </a:rPr>
              <a:t>BITS </a:t>
            </a:r>
            <a:r>
              <a:rPr kumimoji="0" lang="en-US" sz="825" b="0" i="0" u="none" strike="noStrike" kern="1200" cap="none" spc="0" normalizeH="0" baseline="0" noProof="0" dirty="0">
                <a:ln>
                  <a:noFill/>
                </a:ln>
                <a:solidFill>
                  <a:srgbClr val="101141"/>
                </a:solidFill>
                <a:effectLst/>
                <a:uLnTx/>
                <a:uFillTx/>
                <a:latin typeface="Arial"/>
                <a:ea typeface="+mn-ea"/>
                <a:cs typeface="Arial"/>
              </a:rPr>
              <a:t>Pilani, Pilani Campus</a:t>
            </a:r>
          </a:p>
        </p:txBody>
      </p:sp>
      <p:grpSp>
        <p:nvGrpSpPr>
          <p:cNvPr id="5" name="Group 11"/>
          <p:cNvGrpSpPr>
            <a:grpSpLocks/>
          </p:cNvGrpSpPr>
          <p:nvPr/>
        </p:nvGrpSpPr>
        <p:grpSpPr bwMode="auto">
          <a:xfrm>
            <a:off x="2084388" y="6550027"/>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6629401" y="0"/>
            <a:ext cx="2193925" cy="692150"/>
          </a:xfrm>
          <a:prstGeom prst="rect">
            <a:avLst/>
          </a:prstGeom>
          <a:noFill/>
          <a:ln w="9525">
            <a:noFill/>
            <a:miter lim="800000"/>
            <a:headEnd/>
            <a:tailEnd/>
          </a:ln>
        </p:spPr>
      </p:pic>
      <p:grpSp>
        <p:nvGrpSpPr>
          <p:cNvPr id="10" name="Group 1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4" name="Group 22"/>
          <p:cNvGrpSpPr>
            <a:grpSpLocks/>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304800" y="1493839"/>
            <a:ext cx="82296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Edit Master text styles</a:t>
            </a:r>
          </a:p>
        </p:txBody>
      </p:sp>
    </p:spTree>
    <p:extLst>
      <p:ext uri="{BB962C8B-B14F-4D97-AF65-F5344CB8AC3E}">
        <p14:creationId xmlns:p14="http://schemas.microsoft.com/office/powerpoint/2010/main" val="122781953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1_Blank_one">
    <p:spTree>
      <p:nvGrpSpPr>
        <p:cNvPr id="1" name="Shape 56"/>
        <p:cNvGrpSpPr/>
        <p:nvPr/>
      </p:nvGrpSpPr>
      <p:grpSpPr>
        <a:xfrm>
          <a:off x="0" y="0"/>
          <a:ext cx="0" cy="0"/>
          <a:chOff x="0" y="0"/>
          <a:chExt cx="0" cy="0"/>
        </a:xfrm>
      </p:grpSpPr>
      <p:grpSp>
        <p:nvGrpSpPr>
          <p:cNvPr id="2" name="Google Shape;58;p106">
            <a:extLst>
              <a:ext uri="{FF2B5EF4-FFF2-40B4-BE49-F238E27FC236}">
                <a16:creationId xmlns:a16="http://schemas.microsoft.com/office/drawing/2014/main" id="{388B7AC2-9338-42ED-B0AC-AFF798FA35AB}"/>
              </a:ext>
            </a:extLst>
          </p:cNvPr>
          <p:cNvGrpSpPr>
            <a:grpSpLocks/>
          </p:cNvGrpSpPr>
          <p:nvPr/>
        </p:nvGrpSpPr>
        <p:grpSpPr bwMode="auto">
          <a:xfrm>
            <a:off x="1" y="2"/>
            <a:ext cx="7059613" cy="49213"/>
            <a:chOff x="0" y="0"/>
            <a:chExt cx="7060112" cy="48665"/>
          </a:xfrm>
        </p:grpSpPr>
        <p:sp>
          <p:nvSpPr>
            <p:cNvPr id="3" name="Google Shape;59;p106">
              <a:extLst>
                <a:ext uri="{FF2B5EF4-FFF2-40B4-BE49-F238E27FC236}">
                  <a16:creationId xmlns:a16="http://schemas.microsoft.com/office/drawing/2014/main" id="{2E2AE42B-B438-40E3-A12D-DECB0826EF1E}"/>
                </a:ext>
              </a:extLst>
            </p:cNvPr>
            <p:cNvSpPr>
              <a:spLocks noChangeArrowheads="1"/>
            </p:cNvSpPr>
            <p:nvPr/>
          </p:nvSpPr>
          <p:spPr bwMode="auto">
            <a:xfrm>
              <a:off x="4631065" y="6550871"/>
              <a:ext cx="2329027" cy="48664"/>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4" name="Google Shape;60;p106">
              <a:extLst>
                <a:ext uri="{FF2B5EF4-FFF2-40B4-BE49-F238E27FC236}">
                  <a16:creationId xmlns:a16="http://schemas.microsoft.com/office/drawing/2014/main" id="{CA611BA7-FBE6-4FDE-95B2-F4DBDD85F2C7}"/>
                </a:ext>
              </a:extLst>
            </p:cNvPr>
            <p:cNvSpPr>
              <a:spLocks noChangeArrowheads="1"/>
            </p:cNvSpPr>
            <p:nvPr/>
          </p:nvSpPr>
          <p:spPr bwMode="auto">
            <a:xfrm>
              <a:off x="6909288" y="6550871"/>
              <a:ext cx="2235358" cy="45524"/>
            </a:xfrm>
            <a:prstGeom prst="rect">
              <a:avLst/>
            </a:prstGeom>
            <a:solidFill>
              <a:srgbClr val="E31C24"/>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5" name="Google Shape;61;p106">
              <a:extLst>
                <a:ext uri="{FF2B5EF4-FFF2-40B4-BE49-F238E27FC236}">
                  <a16:creationId xmlns:a16="http://schemas.microsoft.com/office/drawing/2014/main" id="{C5730040-5703-4D01-B41E-68DEE797B669}"/>
                </a:ext>
              </a:extLst>
            </p:cNvPr>
            <p:cNvSpPr>
              <a:spLocks noChangeArrowheads="1"/>
            </p:cNvSpPr>
            <p:nvPr/>
          </p:nvSpPr>
          <p:spPr bwMode="auto">
            <a:xfrm>
              <a:off x="2084535" y="6550871"/>
              <a:ext cx="2581457" cy="48664"/>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grpSp>
      <p:pic>
        <p:nvPicPr>
          <p:cNvPr id="6" name="Google Shape;62;p106" descr="Picture 7.png">
            <a:extLst>
              <a:ext uri="{FF2B5EF4-FFF2-40B4-BE49-F238E27FC236}">
                <a16:creationId xmlns:a16="http://schemas.microsoft.com/office/drawing/2014/main" id="{7B6FCF6E-79D1-40AF-913E-45A83B4CDB7F}"/>
              </a:ext>
            </a:extLst>
          </p:cNvPr>
          <p:cNvPicPr preferRelativeResize="0">
            <a:picLocks noChangeAspect="1" noChangeArrowheads="1"/>
          </p:cNvPicPr>
          <p:nvPr/>
        </p:nvPicPr>
        <p:blipFill>
          <a:blip r:embed="rId2" cstate="print">
            <a:extLst>
              <a:ext uri="{28A0092B-C50C-407E-A947-70E740481C1C}">
                <a14:useLocalDpi xmlns:a14="http://schemas.microsoft.com/office/drawing/2010/main" val="0"/>
              </a:ext>
            </a:extLst>
          </a:blip>
          <a:srcRect l="1923" b="5334"/>
          <a:stretch>
            <a:fillRect/>
          </a:stretch>
        </p:blipFill>
        <p:spPr bwMode="auto">
          <a:xfrm>
            <a:off x="6629401"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 name="Google Shape;63;p106">
            <a:extLst>
              <a:ext uri="{FF2B5EF4-FFF2-40B4-BE49-F238E27FC236}">
                <a16:creationId xmlns:a16="http://schemas.microsoft.com/office/drawing/2014/main" id="{C7582CFB-964D-4412-A074-E14A1A931162}"/>
              </a:ext>
            </a:extLst>
          </p:cNvPr>
          <p:cNvGrpSpPr>
            <a:grpSpLocks/>
          </p:cNvGrpSpPr>
          <p:nvPr/>
        </p:nvGrpSpPr>
        <p:grpSpPr bwMode="auto">
          <a:xfrm>
            <a:off x="0" y="0"/>
            <a:ext cx="7010400" cy="46038"/>
            <a:chOff x="0" y="0"/>
            <a:chExt cx="7010400" cy="45719"/>
          </a:xfrm>
        </p:grpSpPr>
        <p:sp>
          <p:nvSpPr>
            <p:cNvPr id="8" name="Google Shape;64;p106">
              <a:extLst>
                <a:ext uri="{FF2B5EF4-FFF2-40B4-BE49-F238E27FC236}">
                  <a16:creationId xmlns:a16="http://schemas.microsoft.com/office/drawing/2014/main" id="{25E78CE8-FE67-4F17-84C6-F00B05BB4D4C}"/>
                </a:ext>
              </a:extLst>
            </p:cNvPr>
            <p:cNvSpPr>
              <a:spLocks noChangeArrowheads="1"/>
            </p:cNvSpPr>
            <p:nvPr/>
          </p:nvSpPr>
          <p:spPr bwMode="auto">
            <a:xfrm>
              <a:off x="4267200" y="6553511"/>
              <a:ext cx="2328863" cy="45718"/>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9" name="Google Shape;65;p106">
              <a:extLst>
                <a:ext uri="{FF2B5EF4-FFF2-40B4-BE49-F238E27FC236}">
                  <a16:creationId xmlns:a16="http://schemas.microsoft.com/office/drawing/2014/main" id="{EDEAF392-8D63-4C70-89CE-1BF9B0B6ADE3}"/>
                </a:ext>
              </a:extLst>
            </p:cNvPr>
            <p:cNvSpPr>
              <a:spLocks noChangeArrowheads="1"/>
            </p:cNvSpPr>
            <p:nvPr/>
          </p:nvSpPr>
          <p:spPr bwMode="auto">
            <a:xfrm>
              <a:off x="1905000" y="6553511"/>
              <a:ext cx="2362200" cy="45718"/>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10" name="Google Shape;66;p106">
              <a:extLst>
                <a:ext uri="{FF2B5EF4-FFF2-40B4-BE49-F238E27FC236}">
                  <a16:creationId xmlns:a16="http://schemas.microsoft.com/office/drawing/2014/main" id="{1B76DF7F-CE0E-4786-B387-FD7F280597DC}"/>
                </a:ext>
              </a:extLst>
            </p:cNvPr>
            <p:cNvSpPr>
              <a:spLocks noChangeArrowheads="1"/>
            </p:cNvSpPr>
            <p:nvPr/>
          </p:nvSpPr>
          <p:spPr bwMode="auto">
            <a:xfrm>
              <a:off x="6586538" y="6553511"/>
              <a:ext cx="2328862" cy="45718"/>
            </a:xfrm>
            <a:prstGeom prst="rect">
              <a:avLst/>
            </a:prstGeom>
            <a:solidFill>
              <a:srgbClr val="FF0000"/>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grpSp>
      <p:grpSp>
        <p:nvGrpSpPr>
          <p:cNvPr id="11" name="Google Shape;67;p106">
            <a:extLst>
              <a:ext uri="{FF2B5EF4-FFF2-40B4-BE49-F238E27FC236}">
                <a16:creationId xmlns:a16="http://schemas.microsoft.com/office/drawing/2014/main" id="{F0D82B4B-C293-468C-9CC8-E37979E1F7E5}"/>
              </a:ext>
            </a:extLst>
          </p:cNvPr>
          <p:cNvGrpSpPr>
            <a:grpSpLocks/>
          </p:cNvGrpSpPr>
          <p:nvPr/>
        </p:nvGrpSpPr>
        <p:grpSpPr bwMode="auto">
          <a:xfrm>
            <a:off x="0" y="0"/>
            <a:ext cx="7010400" cy="46038"/>
            <a:chOff x="0" y="0"/>
            <a:chExt cx="7010400" cy="45719"/>
          </a:xfrm>
        </p:grpSpPr>
        <p:sp>
          <p:nvSpPr>
            <p:cNvPr id="12" name="Google Shape;68;p106">
              <a:extLst>
                <a:ext uri="{FF2B5EF4-FFF2-40B4-BE49-F238E27FC236}">
                  <a16:creationId xmlns:a16="http://schemas.microsoft.com/office/drawing/2014/main" id="{E314DE30-AC45-4CE5-A2D0-B61F39D63F93}"/>
                </a:ext>
              </a:extLst>
            </p:cNvPr>
            <p:cNvSpPr>
              <a:spLocks noChangeArrowheads="1"/>
            </p:cNvSpPr>
            <p:nvPr/>
          </p:nvSpPr>
          <p:spPr bwMode="auto">
            <a:xfrm>
              <a:off x="4267200" y="6553511"/>
              <a:ext cx="2328863" cy="45718"/>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13" name="Google Shape;69;p106">
              <a:extLst>
                <a:ext uri="{FF2B5EF4-FFF2-40B4-BE49-F238E27FC236}">
                  <a16:creationId xmlns:a16="http://schemas.microsoft.com/office/drawing/2014/main" id="{7C259459-26E1-4435-9DB8-4F8CB1CB1AB2}"/>
                </a:ext>
              </a:extLst>
            </p:cNvPr>
            <p:cNvSpPr>
              <a:spLocks noChangeArrowheads="1"/>
            </p:cNvSpPr>
            <p:nvPr/>
          </p:nvSpPr>
          <p:spPr bwMode="auto">
            <a:xfrm>
              <a:off x="1905000" y="6553511"/>
              <a:ext cx="2362200" cy="45718"/>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14" name="Google Shape;70;p106">
              <a:extLst>
                <a:ext uri="{FF2B5EF4-FFF2-40B4-BE49-F238E27FC236}">
                  <a16:creationId xmlns:a16="http://schemas.microsoft.com/office/drawing/2014/main" id="{83B36E22-03F2-4FF9-8495-AE8691BCDAD2}"/>
                </a:ext>
              </a:extLst>
            </p:cNvPr>
            <p:cNvSpPr>
              <a:spLocks noChangeArrowheads="1"/>
            </p:cNvSpPr>
            <p:nvPr/>
          </p:nvSpPr>
          <p:spPr bwMode="auto">
            <a:xfrm>
              <a:off x="6586538" y="6553511"/>
              <a:ext cx="2328862" cy="45718"/>
            </a:xfrm>
            <a:prstGeom prst="rect">
              <a:avLst/>
            </a:prstGeom>
            <a:solidFill>
              <a:srgbClr val="FF0000"/>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grpSp>
    </p:spTree>
    <p:extLst>
      <p:ext uri="{BB962C8B-B14F-4D97-AF65-F5344CB8AC3E}">
        <p14:creationId xmlns:p14="http://schemas.microsoft.com/office/powerpoint/2010/main" val="383122841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Section header" type="secHead" preserve="1">
  <p:cSld name="3_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867800"/>
            <a:ext cx="8520600" cy="1122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r>
              <a:rPr lang="en-US"/>
              <a:t>Click to edit Master title style</a:t>
            </a:r>
            <a:endParaRPr/>
          </a:p>
        </p:txBody>
      </p:sp>
      <p:sp>
        <p:nvSpPr>
          <p:cNvPr id="15" name="Google Shape;15;p3"/>
          <p:cNvSpPr txBox="1">
            <a:spLocks noGrp="1"/>
          </p:cNvSpPr>
          <p:nvPr>
            <p:ph type="sldNum" idx="12"/>
          </p:nvPr>
        </p:nvSpPr>
        <p:spPr>
          <a:xfrm>
            <a:off x="8472458" y="6217623"/>
            <a:ext cx="5487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defTabSz="685800"/>
            <a:fld id="{00000000-1234-1234-1234-123412341234}" type="slidenum">
              <a:rPr lang="en" sz="1350" smtClean="0">
                <a:solidFill>
                  <a:prstClr val="black"/>
                </a:solidFill>
              </a:rPr>
              <a:pPr algn="r" defTabSz="685800"/>
              <a:t>‹#›</a:t>
            </a:fld>
            <a:endParaRPr lang="en" sz="1350">
              <a:solidFill>
                <a:prstClr val="black"/>
              </a:solidFill>
            </a:endParaRPr>
          </a:p>
        </p:txBody>
      </p:sp>
    </p:spTree>
    <p:extLst>
      <p:ext uri="{BB962C8B-B14F-4D97-AF65-F5344CB8AC3E}">
        <p14:creationId xmlns:p14="http://schemas.microsoft.com/office/powerpoint/2010/main" val="358420773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7358634" y="6639737"/>
            <a:ext cx="1706245" cy="182245"/>
          </a:xfrm>
          <a:prstGeom prst="rect">
            <a:avLst/>
          </a:prstGeom>
        </p:spPr>
        <p:txBody>
          <a:bodyPr lIns="0" tIns="0" rIns="0" bIns="0"/>
          <a:lstStyle>
            <a:lvl1pPr>
              <a:defRPr sz="825" b="0" i="0">
                <a:solidFill>
                  <a:srgbClr val="0F1141"/>
                </a:solidFill>
                <a:latin typeface="Arial MT"/>
                <a:cs typeface="Arial MT"/>
              </a:defRPr>
            </a:lvl1pPr>
          </a:lstStyle>
          <a:p>
            <a:pPr marL="9525" defTabSz="685800"/>
            <a:r>
              <a:rPr lang="en-IN" b="1">
                <a:latin typeface="Arial"/>
                <a:cs typeface="Arial"/>
              </a:rPr>
              <a:t>BITS</a:t>
            </a:r>
            <a:r>
              <a:rPr lang="en-IN" b="1" spc="-41">
                <a:latin typeface="Arial"/>
                <a:cs typeface="Arial"/>
              </a:rPr>
              <a:t> </a:t>
            </a:r>
            <a:r>
              <a:rPr lang="en-IN"/>
              <a:t>Pilani,</a:t>
            </a:r>
            <a:r>
              <a:rPr lang="en-IN" spc="-26"/>
              <a:t> </a:t>
            </a:r>
            <a:r>
              <a:rPr lang="en-IN"/>
              <a:t>Pilani</a:t>
            </a:r>
            <a:r>
              <a:rPr lang="en-IN" spc="-23"/>
              <a:t> </a:t>
            </a:r>
            <a:r>
              <a:rPr lang="en-IN" spc="-8"/>
              <a:t>Campus</a:t>
            </a:r>
            <a:endParaRPr lang="en-IN" spc="-8" dirty="0"/>
          </a:p>
        </p:txBody>
      </p:sp>
      <p:sp>
        <p:nvSpPr>
          <p:cNvPr id="8" name="Content Placeholder 2"/>
          <p:cNvSpPr>
            <a:spLocks noGrp="1"/>
          </p:cNvSpPr>
          <p:nvPr>
            <p:ph idx="10"/>
          </p:nvPr>
        </p:nvSpPr>
        <p:spPr>
          <a:xfrm>
            <a:off x="228600" y="1545224"/>
            <a:ext cx="8610600" cy="4525963"/>
          </a:xfrm>
          <a:prstGeom prst="rect">
            <a:avLst/>
          </a:prstGeom>
        </p:spPr>
        <p:txBody>
          <a:bodyPr>
            <a:normAutofit/>
          </a:bodyPr>
          <a:lstStyle>
            <a:lvl1pPr>
              <a:defRPr sz="1800">
                <a:latin typeface="Cambria" panose="02040503050406030204" pitchFamily="18" charset="0"/>
                <a:ea typeface="Cambria" panose="02040503050406030204" pitchFamily="18" charset="0"/>
              </a:defRPr>
            </a:lvl1pPr>
            <a:lvl2pPr>
              <a:defRPr sz="1800">
                <a:latin typeface="Cambria" panose="02040503050406030204" pitchFamily="18" charset="0"/>
                <a:ea typeface="Cambria" panose="02040503050406030204" pitchFamily="18" charset="0"/>
              </a:defRPr>
            </a:lvl2pPr>
            <a:lvl3pPr>
              <a:defRPr sz="1800">
                <a:latin typeface="Cambria" panose="02040503050406030204" pitchFamily="18" charset="0"/>
                <a:ea typeface="Cambria" panose="02040503050406030204" pitchFamily="18" charset="0"/>
              </a:defRPr>
            </a:lvl3pPr>
            <a:lvl4pPr>
              <a:defRPr sz="1800">
                <a:latin typeface="Cambria" panose="02040503050406030204" pitchFamily="18" charset="0"/>
                <a:ea typeface="Cambria" panose="02040503050406030204" pitchFamily="18" charset="0"/>
              </a:defRPr>
            </a:lvl4pPr>
            <a:lvl5pPr>
              <a:defRPr sz="1800">
                <a:latin typeface="Cambria" panose="02040503050406030204" pitchFamily="18" charset="0"/>
                <a:ea typeface="Cambria" panose="02040503050406030204" pitchFamily="18"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9" name="Title 1"/>
          <p:cNvSpPr>
            <a:spLocks noGrp="1"/>
          </p:cNvSpPr>
          <p:nvPr>
            <p:ph type="title"/>
          </p:nvPr>
        </p:nvSpPr>
        <p:spPr>
          <a:xfrm>
            <a:off x="228601" y="0"/>
            <a:ext cx="8160907" cy="1219200"/>
          </a:xfrm>
          <a:prstGeom prst="rect">
            <a:avLst/>
          </a:prstGeom>
        </p:spPr>
        <p:txBody>
          <a:bodyPr anchor="ctr"/>
          <a:lstStyle>
            <a:lvl1pPr algn="l">
              <a:defRPr sz="2700" b="0">
                <a:latin typeface="Cambria" panose="02040503050406030204" pitchFamily="18" charset="0"/>
                <a:ea typeface="Cambria" panose="02040503050406030204" pitchFamily="18" charset="0"/>
              </a:defRPr>
            </a:lvl1pPr>
          </a:lstStyle>
          <a:p>
            <a:r>
              <a:rPr lang="en-US"/>
              <a:t>Click to edit Master title style</a:t>
            </a:r>
            <a:endParaRPr lang="en-IN" dirty="0"/>
          </a:p>
        </p:txBody>
      </p:sp>
    </p:spTree>
    <p:extLst>
      <p:ext uri="{BB962C8B-B14F-4D97-AF65-F5344CB8AC3E}">
        <p14:creationId xmlns:p14="http://schemas.microsoft.com/office/powerpoint/2010/main" val="83799042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86_Title and Content">
    <p:spTree>
      <p:nvGrpSpPr>
        <p:cNvPr id="1" name=""/>
        <p:cNvGrpSpPr/>
        <p:nvPr/>
      </p:nvGrpSpPr>
      <p:grpSpPr>
        <a:xfrm>
          <a:off x="0" y="0"/>
          <a:ext cx="0" cy="0"/>
          <a:chOff x="0" y="0"/>
          <a:chExt cx="0" cy="0"/>
        </a:xfrm>
      </p:grpSpPr>
      <p:sp>
        <p:nvSpPr>
          <p:cNvPr id="4" name="TextBox 3"/>
          <p:cNvSpPr txBox="1"/>
          <p:nvPr/>
        </p:nvSpPr>
        <p:spPr>
          <a:xfrm>
            <a:off x="3276600" y="6596067"/>
            <a:ext cx="5867400" cy="187615"/>
          </a:xfrm>
          <a:prstGeom prst="rect">
            <a:avLst/>
          </a:prstGeom>
          <a:noFill/>
        </p:spPr>
        <p:txBody>
          <a:bodyPr>
            <a:spAutoFit/>
          </a:bodyPr>
          <a:lstStyle/>
          <a:p>
            <a:pPr marL="0" marR="0" lvl="0" indent="0" algn="r" defTabSz="685800" rtl="0" eaLnBrk="1" fontAlgn="base" latinLnBrk="0" hangingPunct="1">
              <a:lnSpc>
                <a:spcPct val="100000"/>
              </a:lnSpc>
              <a:spcBef>
                <a:spcPct val="0"/>
              </a:spcBef>
              <a:spcAft>
                <a:spcPct val="0"/>
              </a:spcAft>
              <a:buClrTx/>
              <a:buSzTx/>
              <a:buFontTx/>
              <a:buNone/>
              <a:tabLst/>
              <a:defRPr/>
            </a:pPr>
            <a:r>
              <a:rPr kumimoji="0" lang="en-US" sz="619" b="1" i="0" u="none" strike="noStrike" kern="1200" cap="none" spc="0" normalizeH="0" baseline="0" noProof="0" dirty="0">
                <a:ln>
                  <a:noFill/>
                </a:ln>
                <a:solidFill>
                  <a:srgbClr val="101141"/>
                </a:solidFill>
                <a:effectLst/>
                <a:uLnTx/>
                <a:uFillTx/>
                <a:latin typeface="Arial"/>
                <a:ea typeface="+mn-ea"/>
                <a:cs typeface="Arial"/>
              </a:rPr>
              <a:t>BITS </a:t>
            </a:r>
            <a:r>
              <a:rPr kumimoji="0" lang="en-US" sz="619" b="0" i="0" u="none" strike="noStrike" kern="1200" cap="none" spc="0" normalizeH="0" baseline="0" noProof="0" dirty="0">
                <a:ln>
                  <a:noFill/>
                </a:ln>
                <a:solidFill>
                  <a:srgbClr val="101141"/>
                </a:solidFill>
                <a:effectLst/>
                <a:uLnTx/>
                <a:uFillTx/>
                <a:latin typeface="Arial"/>
                <a:ea typeface="+mn-ea"/>
                <a:cs typeface="Arial"/>
              </a:rPr>
              <a:t>Pilani, Pilani Campus</a:t>
            </a:r>
          </a:p>
        </p:txBody>
      </p:sp>
      <p:grpSp>
        <p:nvGrpSpPr>
          <p:cNvPr id="5" name="Group 11"/>
          <p:cNvGrpSpPr>
            <a:grpSpLocks/>
          </p:cNvGrpSpPr>
          <p:nvPr/>
        </p:nvGrpSpPr>
        <p:grpSpPr bwMode="auto">
          <a:xfrm>
            <a:off x="2084388" y="6550029"/>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6629402" y="0"/>
            <a:ext cx="2193925" cy="692150"/>
          </a:xfrm>
          <a:prstGeom prst="rect">
            <a:avLst/>
          </a:prstGeom>
          <a:noFill/>
          <a:ln w="9525">
            <a:noFill/>
            <a:miter lim="800000"/>
            <a:headEnd/>
            <a:tailEnd/>
          </a:ln>
        </p:spPr>
      </p:pic>
      <p:grpSp>
        <p:nvGrpSpPr>
          <p:cNvPr id="10" name="Group 1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4" name="Group 22"/>
          <p:cNvGrpSpPr>
            <a:grpSpLocks/>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304800" y="1493841"/>
            <a:ext cx="8229600" cy="4525963"/>
          </a:xfr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2025"/>
              </a:lnSpc>
              <a:spcBef>
                <a:spcPts val="0"/>
              </a:spcBef>
              <a:buNone/>
              <a:defRPr sz="2025" b="1" spc="-85" baseline="0">
                <a:latin typeface="Arial" pitchFamily="34" charset="0"/>
                <a:cs typeface="Arial" pitchFamily="34" charset="0"/>
              </a:defRPr>
            </a:lvl1pPr>
          </a:lstStyle>
          <a:p>
            <a:pPr lvl="0"/>
            <a:r>
              <a:rPr lang="en-US"/>
              <a:t>Edit Master text styles</a:t>
            </a:r>
          </a:p>
        </p:txBody>
      </p:sp>
    </p:spTree>
    <p:extLst>
      <p:ext uri="{BB962C8B-B14F-4D97-AF65-F5344CB8AC3E}">
        <p14:creationId xmlns:p14="http://schemas.microsoft.com/office/powerpoint/2010/main" val="143865969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3563108" y="2223656"/>
            <a:ext cx="2017786" cy="2729344"/>
          </a:xfrm>
          <a:prstGeom prst="rect">
            <a:avLst/>
          </a:prstGeom>
        </p:spPr>
      </p:pic>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9144000" cy="40580"/>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60569"/>
            <a:ext cx="8001000" cy="764364"/>
          </a:xfrm>
          <a:prstGeom prst="rect">
            <a:avLst/>
          </a:prstGeom>
        </p:spPr>
      </p:pic>
      <p:sp>
        <p:nvSpPr>
          <p:cNvPr id="2" name="Title 1"/>
          <p:cNvSpPr>
            <a:spLocks noGrp="1"/>
          </p:cNvSpPr>
          <p:nvPr>
            <p:ph type="title"/>
          </p:nvPr>
        </p:nvSpPr>
        <p:spPr>
          <a:xfrm>
            <a:off x="628650" y="160569"/>
            <a:ext cx="6991350" cy="764364"/>
          </a:xfrm>
        </p:spPr>
        <p:txBody>
          <a:bodyPr>
            <a:normAutofit/>
          </a:bodyPr>
          <a:lstStyle>
            <a:lvl1pPr>
              <a:defRPr sz="24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643304" y="1600202"/>
            <a:ext cx="7620000" cy="2728913"/>
          </a:xfrm>
        </p:spPr>
        <p:txBody>
          <a:bodyPr/>
          <a:lstStyle>
            <a:lvl1pPr>
              <a:defRPr sz="1350">
                <a:latin typeface="Helvetica" panose="020B0604020202030204" pitchFamily="34" charset="0"/>
              </a:defRPr>
            </a:lvl1pPr>
            <a:lvl2pPr>
              <a:defRPr sz="1200">
                <a:latin typeface="Helvetica" panose="020B0604020202030204" pitchFamily="34" charset="0"/>
              </a:defRPr>
            </a:lvl2pPr>
            <a:lvl3pPr>
              <a:defRPr sz="1050">
                <a:latin typeface="Helvetica" panose="020B0604020202030204" pitchFamily="34" charset="0"/>
              </a:defRPr>
            </a:lvl3pPr>
            <a:lvl4pPr>
              <a:defRPr sz="900">
                <a:latin typeface="Helvetica" panose="020B0604020202030204" pitchFamily="34" charset="0"/>
              </a:defRPr>
            </a:lvl4pPr>
            <a:lvl5pPr>
              <a:defRPr sz="900">
                <a:latin typeface="Helvetica" panose="020B060402020203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2"/>
          <p:cNvSpPr>
            <a:spLocks noGrp="1"/>
          </p:cNvSpPr>
          <p:nvPr>
            <p:ph type="body" sz="quarter" idx="14"/>
          </p:nvPr>
        </p:nvSpPr>
        <p:spPr>
          <a:xfrm>
            <a:off x="246935" y="1143002"/>
            <a:ext cx="8397717" cy="395287"/>
          </a:xfrm>
        </p:spPr>
        <p:txBody>
          <a:bodyPr>
            <a:normAutofit/>
          </a:bodyPr>
          <a:lstStyle>
            <a:lvl1pPr marL="0" indent="0">
              <a:buNone/>
              <a:defRPr sz="15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a:t>Edit Master text styles</a:t>
            </a:r>
          </a:p>
        </p:txBody>
      </p:sp>
    </p:spTree>
    <p:extLst>
      <p:ext uri="{BB962C8B-B14F-4D97-AF65-F5344CB8AC3E}">
        <p14:creationId xmlns:p14="http://schemas.microsoft.com/office/powerpoint/2010/main" val="326551241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395640" y="274680"/>
            <a:ext cx="6120360" cy="849960"/>
          </a:xfrm>
          <a:prstGeom prst="rect">
            <a:avLst/>
          </a:prstGeom>
        </p:spPr>
        <p:txBody>
          <a:bodyPr lIns="0" tIns="0" rIns="0" bIns="0" anchor="ctr"/>
          <a:lstStyle/>
          <a:p>
            <a:r>
              <a:rPr lang="en-US" sz="1050" b="0" strike="noStrike" spc="-1">
                <a:solidFill>
                  <a:srgbClr val="000000"/>
                </a:solidFill>
                <a:latin typeface="Arial"/>
              </a:rPr>
              <a:t>Click to edit Master title style</a:t>
            </a:r>
            <a:endParaRPr lang="en-IN" sz="1050" b="0" strike="noStrike" spc="-1">
              <a:solidFill>
                <a:srgbClr val="000000"/>
              </a:solidFill>
              <a:latin typeface="Arial"/>
            </a:endParaRPr>
          </a:p>
        </p:txBody>
      </p:sp>
      <p:sp>
        <p:nvSpPr>
          <p:cNvPr id="61" name="PlaceHolder 2"/>
          <p:cNvSpPr>
            <a:spLocks noGrp="1"/>
          </p:cNvSpPr>
          <p:nvPr>
            <p:ph type="body"/>
          </p:nvPr>
        </p:nvSpPr>
        <p:spPr>
          <a:xfrm>
            <a:off x="457200" y="1600200"/>
            <a:ext cx="8229240" cy="4525920"/>
          </a:xfrm>
          <a:prstGeom prst="rect">
            <a:avLst/>
          </a:prstGeom>
        </p:spPr>
        <p:txBody>
          <a:bodyPr lIns="0" tIns="0" rIns="0" bIns="0">
            <a:normAutofit/>
          </a:bodyPr>
          <a:lstStyle/>
          <a:p>
            <a:pPr lvl="0"/>
            <a:r>
              <a:rPr lang="en-US" sz="1050" b="0" strike="noStrike" spc="-1">
                <a:solidFill>
                  <a:srgbClr val="000000"/>
                </a:solidFill>
                <a:latin typeface="Arial"/>
              </a:rPr>
              <a:t>Edit Master text styles</a:t>
            </a:r>
          </a:p>
        </p:txBody>
      </p:sp>
    </p:spTree>
    <p:extLst>
      <p:ext uri="{BB962C8B-B14F-4D97-AF65-F5344CB8AC3E}">
        <p14:creationId xmlns:p14="http://schemas.microsoft.com/office/powerpoint/2010/main" val="15586156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theme" Target="../theme/theme2.xml"/><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slideLayout" Target="../slideLayouts/slideLayout32.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0" y="6172200"/>
            <a:ext cx="1219200" cy="304800"/>
          </a:xfrm>
          <a:prstGeom prst="rect">
            <a:avLst/>
          </a:prstGeom>
        </p:spPr>
        <p:txBody>
          <a:bodyPr vert="horz" lIns="91440" tIns="45720" rIns="91440" bIns="45720" rtlCol="0" anchor="ctr"/>
          <a:lstStyle>
            <a:lvl1pPr algn="l">
              <a:defRPr sz="1200">
                <a:solidFill>
                  <a:schemeClr val="tx1"/>
                </a:solidFill>
              </a:defRPr>
            </a:lvl1pPr>
          </a:lstStyle>
          <a:p>
            <a:pPr>
              <a:defRPr/>
            </a:pPr>
            <a:fld id="{169CF039-14E9-4D0E-9662-C764433E1C63}" type="datetimeFigureOut">
              <a:rPr lang="en-US" smtClean="0"/>
              <a:pPr>
                <a:defRPr/>
              </a:pPr>
              <a:t>5/10/2026</a:t>
            </a:fld>
            <a:endParaRPr lang="en-US"/>
          </a:p>
        </p:txBody>
      </p:sp>
      <p:sp>
        <p:nvSpPr>
          <p:cNvPr id="5" name="Footer Placeholder 4"/>
          <p:cNvSpPr>
            <a:spLocks noGrp="1"/>
          </p:cNvSpPr>
          <p:nvPr>
            <p:ph type="ftr" sz="quarter" idx="3"/>
          </p:nvPr>
        </p:nvSpPr>
        <p:spPr>
          <a:xfrm>
            <a:off x="990600" y="6553200"/>
            <a:ext cx="2895600" cy="228600"/>
          </a:xfrm>
          <a:prstGeom prst="rect">
            <a:avLst/>
          </a:prstGeom>
        </p:spPr>
        <p:txBody>
          <a:bodyPr vert="horz" lIns="91440" tIns="45720" rIns="91440" bIns="45720" rtlCol="0" anchor="ctr"/>
          <a:lstStyle>
            <a:lvl1pPr algn="ctr">
              <a:defRPr sz="1200">
                <a:solidFill>
                  <a:schemeClr val="tx1"/>
                </a:solidFill>
              </a:defRPr>
            </a:lvl1pPr>
          </a:lstStyle>
          <a:p>
            <a:pPr>
              <a:defRPr/>
            </a:pPr>
            <a:endParaRPr lang="en-US"/>
          </a:p>
        </p:txBody>
      </p:sp>
      <p:sp>
        <p:nvSpPr>
          <p:cNvPr id="6" name="Slide Number Placeholder 5"/>
          <p:cNvSpPr>
            <a:spLocks noGrp="1"/>
          </p:cNvSpPr>
          <p:nvPr>
            <p:ph type="sldNum" sz="quarter" idx="4"/>
          </p:nvPr>
        </p:nvSpPr>
        <p:spPr>
          <a:xfrm>
            <a:off x="0" y="6492875"/>
            <a:ext cx="914400" cy="365125"/>
          </a:xfrm>
          <a:prstGeom prst="rect">
            <a:avLst/>
          </a:prstGeom>
        </p:spPr>
        <p:txBody>
          <a:bodyPr vert="horz" lIns="91440" tIns="45720" rIns="91440" bIns="45720" rtlCol="0" anchor="ctr"/>
          <a:lstStyle>
            <a:lvl1pPr algn="r">
              <a:defRPr sz="1200">
                <a:solidFill>
                  <a:schemeClr val="tx1"/>
                </a:solidFill>
              </a:defRPr>
            </a:lvl1pPr>
          </a:lstStyle>
          <a:p>
            <a:fld id="{65A81A0D-4507-432C-ADFD-66D1EF0C23E1}" type="slidenum">
              <a:rPr lang="en-US" altLang="en-US" smtClean="0"/>
              <a:pPr/>
              <a:t>‹#›</a:t>
            </a:fld>
            <a:endParaRPr lang="en-US" altLang="en-US"/>
          </a:p>
        </p:txBody>
      </p:sp>
    </p:spTree>
    <p:extLst>
      <p:ext uri="{BB962C8B-B14F-4D97-AF65-F5344CB8AC3E}">
        <p14:creationId xmlns:p14="http://schemas.microsoft.com/office/powerpoint/2010/main" val="187611443"/>
      </p:ext>
    </p:extLst>
  </p:cSld>
  <p:clrMap bg1="lt1" tx1="dk1" bg2="lt2" tx2="dk2" accent1="accent1" accent2="accent2" accent3="accent3" accent4="accent4" accent5="accent5" accent6="accent6" hlink="hlink" folHlink="folHlink"/>
  <p:sldLayoutIdLst>
    <p:sldLayoutId id="2147483773" r:id="rId1"/>
    <p:sldLayoutId id="2147483774" r:id="rId2"/>
    <p:sldLayoutId id="2147483775" r:id="rId3"/>
    <p:sldLayoutId id="2147483776" r:id="rId4"/>
    <p:sldLayoutId id="2147483777" r:id="rId5"/>
    <p:sldLayoutId id="2147483778" r:id="rId6"/>
    <p:sldLayoutId id="2147483779" r:id="rId7"/>
    <p:sldLayoutId id="2147483780" r:id="rId8"/>
    <p:sldLayoutId id="2147483781" r:id="rId9"/>
    <p:sldLayoutId id="2147483782" r:id="rId10"/>
    <p:sldLayoutId id="2147483783" r:id="rId11"/>
    <p:sldLayoutId id="2147483784" r:id="rId12"/>
    <p:sldLayoutId id="2147483785" r:id="rId13"/>
    <p:sldLayoutId id="2147483786" r:id="rId14"/>
    <p:sldLayoutId id="2147483787" r:id="rId15"/>
    <p:sldLayoutId id="2147483788" r:id="rId16"/>
    <p:sldLayoutId id="2147483756" r:id="rId17"/>
    <p:sldLayoutId id="2147483768" r:id="rId18"/>
    <p:sldLayoutId id="2147483769" r:id="rId19"/>
    <p:sldLayoutId id="2147483770" r:id="rId20"/>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98052645"/>
      </p:ext>
    </p:extLst>
  </p:cSld>
  <p:clrMap bg1="lt1" tx1="dk1" bg2="lt2" tx2="dk2" accent1="accent1" accent2="accent2" accent3="accent3" accent4="accent4" accent5="accent5" accent6="accent6" hlink="hlink" folHlink="folHlink"/>
  <p:sldLayoutIdLst>
    <p:sldLayoutId id="2147483791" r:id="rId1"/>
    <p:sldLayoutId id="2147483792" r:id="rId2"/>
    <p:sldLayoutId id="2147483793" r:id="rId3"/>
    <p:sldLayoutId id="2147483794" r:id="rId4"/>
    <p:sldLayoutId id="2147483795" r:id="rId5"/>
    <p:sldLayoutId id="2147483796" r:id="rId6"/>
    <p:sldLayoutId id="2147483797" r:id="rId7"/>
    <p:sldLayoutId id="2147483798" r:id="rId8"/>
    <p:sldLayoutId id="2147483799" r:id="rId9"/>
    <p:sldLayoutId id="2147483800" r:id="rId10"/>
    <p:sldLayoutId id="2147483801" r:id="rId11"/>
    <p:sldLayoutId id="2147483802" r:id="rId12"/>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customXml" Target="../ink/ink5.xml"/><Relationship Id="rId18" Type="http://schemas.openxmlformats.org/officeDocument/2006/relationships/image" Target="../media/image23.png"/><Relationship Id="rId26" Type="http://schemas.openxmlformats.org/officeDocument/2006/relationships/image" Target="../media/image27.png"/><Relationship Id="rId3" Type="http://schemas.openxmlformats.org/officeDocument/2006/relationships/image" Target="../media/image15.png"/><Relationship Id="rId21" Type="http://schemas.openxmlformats.org/officeDocument/2006/relationships/customXml" Target="../ink/ink9.xml"/><Relationship Id="rId7" Type="http://schemas.openxmlformats.org/officeDocument/2006/relationships/customXml" Target="../ink/ink2.xml"/><Relationship Id="rId12" Type="http://schemas.openxmlformats.org/officeDocument/2006/relationships/image" Target="../media/image20.png"/><Relationship Id="rId17" Type="http://schemas.openxmlformats.org/officeDocument/2006/relationships/customXml" Target="../ink/ink7.xml"/><Relationship Id="rId25" Type="http://schemas.openxmlformats.org/officeDocument/2006/relationships/customXml" Target="../ink/ink11.xml"/><Relationship Id="rId2" Type="http://schemas.openxmlformats.org/officeDocument/2006/relationships/image" Target="../media/image14.png"/><Relationship Id="rId16" Type="http://schemas.openxmlformats.org/officeDocument/2006/relationships/image" Target="../media/image22.png"/><Relationship Id="rId20" Type="http://schemas.openxmlformats.org/officeDocument/2006/relationships/image" Target="../media/image24.png"/><Relationship Id="rId1" Type="http://schemas.openxmlformats.org/officeDocument/2006/relationships/slideLayout" Target="../slideLayouts/slideLayout16.xml"/><Relationship Id="rId6" Type="http://schemas.openxmlformats.org/officeDocument/2006/relationships/image" Target="../media/image17.png"/><Relationship Id="rId11" Type="http://schemas.openxmlformats.org/officeDocument/2006/relationships/customXml" Target="../ink/ink4.xml"/><Relationship Id="rId24" Type="http://schemas.openxmlformats.org/officeDocument/2006/relationships/image" Target="../media/image26.png"/><Relationship Id="rId5" Type="http://schemas.openxmlformats.org/officeDocument/2006/relationships/customXml" Target="../ink/ink1.xml"/><Relationship Id="rId15" Type="http://schemas.openxmlformats.org/officeDocument/2006/relationships/customXml" Target="../ink/ink6.xml"/><Relationship Id="rId23" Type="http://schemas.openxmlformats.org/officeDocument/2006/relationships/customXml" Target="../ink/ink10.xml"/><Relationship Id="rId10" Type="http://schemas.openxmlformats.org/officeDocument/2006/relationships/image" Target="../media/image19.png"/><Relationship Id="rId19" Type="http://schemas.openxmlformats.org/officeDocument/2006/relationships/customXml" Target="../ink/ink8.xml"/><Relationship Id="rId4" Type="http://schemas.openxmlformats.org/officeDocument/2006/relationships/image" Target="../media/image16.png"/><Relationship Id="rId9" Type="http://schemas.openxmlformats.org/officeDocument/2006/relationships/customXml" Target="../ink/ink3.xml"/><Relationship Id="rId14" Type="http://schemas.openxmlformats.org/officeDocument/2006/relationships/image" Target="../media/image21.png"/><Relationship Id="rId22" Type="http://schemas.openxmlformats.org/officeDocument/2006/relationships/image" Target="../media/image25.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8.png"/><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117" Type="http://schemas.openxmlformats.org/officeDocument/2006/relationships/customXml" Target="../ink/ink69.xml"/><Relationship Id="rId21" Type="http://schemas.openxmlformats.org/officeDocument/2006/relationships/customXml" Target="../ink/ink21.xml"/><Relationship Id="rId42" Type="http://schemas.openxmlformats.org/officeDocument/2006/relationships/image" Target="../media/image49.png"/><Relationship Id="rId63" Type="http://schemas.openxmlformats.org/officeDocument/2006/relationships/customXml" Target="../ink/ink42.xml"/><Relationship Id="rId84" Type="http://schemas.openxmlformats.org/officeDocument/2006/relationships/image" Target="../media/image70.png"/><Relationship Id="rId138" Type="http://schemas.openxmlformats.org/officeDocument/2006/relationships/image" Target="../media/image97.png"/><Relationship Id="rId159" Type="http://schemas.openxmlformats.org/officeDocument/2006/relationships/customXml" Target="../ink/ink90.xml"/><Relationship Id="rId170" Type="http://schemas.openxmlformats.org/officeDocument/2006/relationships/image" Target="../media/image113.png"/><Relationship Id="rId107" Type="http://schemas.openxmlformats.org/officeDocument/2006/relationships/customXml" Target="../ink/ink64.xml"/><Relationship Id="rId11" Type="http://schemas.openxmlformats.org/officeDocument/2006/relationships/customXml" Target="../ink/ink16.xml"/><Relationship Id="rId32" Type="http://schemas.openxmlformats.org/officeDocument/2006/relationships/image" Target="../media/image44.png"/><Relationship Id="rId53" Type="http://schemas.openxmlformats.org/officeDocument/2006/relationships/customXml" Target="../ink/ink37.xml"/><Relationship Id="rId74" Type="http://schemas.openxmlformats.org/officeDocument/2006/relationships/image" Target="../media/image65.png"/><Relationship Id="rId128" Type="http://schemas.openxmlformats.org/officeDocument/2006/relationships/image" Target="../media/image92.png"/><Relationship Id="rId149" Type="http://schemas.openxmlformats.org/officeDocument/2006/relationships/customXml" Target="../ink/ink85.xml"/><Relationship Id="rId5" Type="http://schemas.openxmlformats.org/officeDocument/2006/relationships/customXml" Target="../ink/ink13.xml"/><Relationship Id="rId95" Type="http://schemas.openxmlformats.org/officeDocument/2006/relationships/customXml" Target="../ink/ink58.xml"/><Relationship Id="rId160" Type="http://schemas.openxmlformats.org/officeDocument/2006/relationships/image" Target="../media/image108.png"/><Relationship Id="rId22" Type="http://schemas.openxmlformats.org/officeDocument/2006/relationships/image" Target="../media/image39.png"/><Relationship Id="rId43" Type="http://schemas.openxmlformats.org/officeDocument/2006/relationships/customXml" Target="../ink/ink32.xml"/><Relationship Id="rId64" Type="http://schemas.openxmlformats.org/officeDocument/2006/relationships/image" Target="../media/image60.png"/><Relationship Id="rId118" Type="http://schemas.openxmlformats.org/officeDocument/2006/relationships/image" Target="../media/image87.png"/><Relationship Id="rId139" Type="http://schemas.openxmlformats.org/officeDocument/2006/relationships/customXml" Target="../ink/ink80.xml"/><Relationship Id="rId85" Type="http://schemas.openxmlformats.org/officeDocument/2006/relationships/customXml" Target="../ink/ink53.xml"/><Relationship Id="rId150" Type="http://schemas.openxmlformats.org/officeDocument/2006/relationships/image" Target="../media/image103.png"/><Relationship Id="rId171" Type="http://schemas.openxmlformats.org/officeDocument/2006/relationships/customXml" Target="../ink/ink96.xml"/><Relationship Id="rId12" Type="http://schemas.openxmlformats.org/officeDocument/2006/relationships/image" Target="../media/image34.png"/><Relationship Id="rId33" Type="http://schemas.openxmlformats.org/officeDocument/2006/relationships/customXml" Target="../ink/ink27.xml"/><Relationship Id="rId108" Type="http://schemas.openxmlformats.org/officeDocument/2006/relationships/image" Target="../media/image82.png"/><Relationship Id="rId129" Type="http://schemas.openxmlformats.org/officeDocument/2006/relationships/customXml" Target="../ink/ink75.xml"/><Relationship Id="rId54" Type="http://schemas.openxmlformats.org/officeDocument/2006/relationships/image" Target="../media/image55.png"/><Relationship Id="rId75" Type="http://schemas.openxmlformats.org/officeDocument/2006/relationships/customXml" Target="../ink/ink48.xml"/><Relationship Id="rId96" Type="http://schemas.openxmlformats.org/officeDocument/2006/relationships/image" Target="../media/image76.png"/><Relationship Id="rId140" Type="http://schemas.openxmlformats.org/officeDocument/2006/relationships/image" Target="../media/image98.png"/><Relationship Id="rId161" Type="http://schemas.openxmlformats.org/officeDocument/2006/relationships/customXml" Target="../ink/ink91.xml"/><Relationship Id="rId1" Type="http://schemas.openxmlformats.org/officeDocument/2006/relationships/slideLayout" Target="../slideLayouts/slideLayout16.xml"/><Relationship Id="rId6" Type="http://schemas.openxmlformats.org/officeDocument/2006/relationships/image" Target="../media/image31.png"/><Relationship Id="rId23" Type="http://schemas.openxmlformats.org/officeDocument/2006/relationships/customXml" Target="../ink/ink22.xml"/><Relationship Id="rId28" Type="http://schemas.openxmlformats.org/officeDocument/2006/relationships/image" Target="../media/image42.png"/><Relationship Id="rId49" Type="http://schemas.openxmlformats.org/officeDocument/2006/relationships/customXml" Target="../ink/ink35.xml"/><Relationship Id="rId114" Type="http://schemas.openxmlformats.org/officeDocument/2006/relationships/image" Target="../media/image85.png"/><Relationship Id="rId119" Type="http://schemas.openxmlformats.org/officeDocument/2006/relationships/customXml" Target="../ink/ink70.xml"/><Relationship Id="rId44" Type="http://schemas.openxmlformats.org/officeDocument/2006/relationships/image" Target="../media/image50.png"/><Relationship Id="rId60" Type="http://schemas.openxmlformats.org/officeDocument/2006/relationships/image" Target="../media/image58.png"/><Relationship Id="rId65" Type="http://schemas.openxmlformats.org/officeDocument/2006/relationships/customXml" Target="../ink/ink43.xml"/><Relationship Id="rId81" Type="http://schemas.openxmlformats.org/officeDocument/2006/relationships/customXml" Target="../ink/ink51.xml"/><Relationship Id="rId86" Type="http://schemas.openxmlformats.org/officeDocument/2006/relationships/image" Target="../media/image71.png"/><Relationship Id="rId130" Type="http://schemas.openxmlformats.org/officeDocument/2006/relationships/image" Target="../media/image93.png"/><Relationship Id="rId135" Type="http://schemas.openxmlformats.org/officeDocument/2006/relationships/customXml" Target="../ink/ink78.xml"/><Relationship Id="rId151" Type="http://schemas.openxmlformats.org/officeDocument/2006/relationships/customXml" Target="../ink/ink86.xml"/><Relationship Id="rId156" Type="http://schemas.openxmlformats.org/officeDocument/2006/relationships/image" Target="../media/image106.png"/><Relationship Id="rId172" Type="http://schemas.openxmlformats.org/officeDocument/2006/relationships/image" Target="../media/image114.png"/><Relationship Id="rId13" Type="http://schemas.openxmlformats.org/officeDocument/2006/relationships/customXml" Target="../ink/ink17.xml"/><Relationship Id="rId18" Type="http://schemas.openxmlformats.org/officeDocument/2006/relationships/image" Target="../media/image37.png"/><Relationship Id="rId39" Type="http://schemas.openxmlformats.org/officeDocument/2006/relationships/customXml" Target="../ink/ink30.xml"/><Relationship Id="rId109" Type="http://schemas.openxmlformats.org/officeDocument/2006/relationships/customXml" Target="../ink/ink65.xml"/><Relationship Id="rId34" Type="http://schemas.openxmlformats.org/officeDocument/2006/relationships/image" Target="../media/image45.png"/><Relationship Id="rId50" Type="http://schemas.openxmlformats.org/officeDocument/2006/relationships/image" Target="../media/image53.png"/><Relationship Id="rId55" Type="http://schemas.openxmlformats.org/officeDocument/2006/relationships/customXml" Target="../ink/ink38.xml"/><Relationship Id="rId76" Type="http://schemas.openxmlformats.org/officeDocument/2006/relationships/image" Target="../media/image66.png"/><Relationship Id="rId97" Type="http://schemas.openxmlformats.org/officeDocument/2006/relationships/customXml" Target="../ink/ink59.xml"/><Relationship Id="rId104" Type="http://schemas.openxmlformats.org/officeDocument/2006/relationships/image" Target="../media/image80.png"/><Relationship Id="rId120" Type="http://schemas.openxmlformats.org/officeDocument/2006/relationships/image" Target="../media/image88.png"/><Relationship Id="rId125" Type="http://schemas.openxmlformats.org/officeDocument/2006/relationships/customXml" Target="../ink/ink73.xml"/><Relationship Id="rId141" Type="http://schemas.openxmlformats.org/officeDocument/2006/relationships/customXml" Target="../ink/ink81.xml"/><Relationship Id="rId146" Type="http://schemas.openxmlformats.org/officeDocument/2006/relationships/image" Target="../media/image101.png"/><Relationship Id="rId167" Type="http://schemas.openxmlformats.org/officeDocument/2006/relationships/customXml" Target="../ink/ink94.xml"/><Relationship Id="rId7" Type="http://schemas.openxmlformats.org/officeDocument/2006/relationships/customXml" Target="../ink/ink14.xml"/><Relationship Id="rId71" Type="http://schemas.openxmlformats.org/officeDocument/2006/relationships/customXml" Target="../ink/ink46.xml"/><Relationship Id="rId92" Type="http://schemas.openxmlformats.org/officeDocument/2006/relationships/image" Target="../media/image74.png"/><Relationship Id="rId162" Type="http://schemas.openxmlformats.org/officeDocument/2006/relationships/image" Target="../media/image109.png"/><Relationship Id="rId2" Type="http://schemas.openxmlformats.org/officeDocument/2006/relationships/image" Target="../media/image29.png"/><Relationship Id="rId29" Type="http://schemas.openxmlformats.org/officeDocument/2006/relationships/customXml" Target="../ink/ink25.xml"/><Relationship Id="rId24" Type="http://schemas.openxmlformats.org/officeDocument/2006/relationships/image" Target="../media/image40.png"/><Relationship Id="rId40" Type="http://schemas.openxmlformats.org/officeDocument/2006/relationships/image" Target="../media/image48.png"/><Relationship Id="rId45" Type="http://schemas.openxmlformats.org/officeDocument/2006/relationships/customXml" Target="../ink/ink33.xml"/><Relationship Id="rId66" Type="http://schemas.openxmlformats.org/officeDocument/2006/relationships/image" Target="../media/image61.png"/><Relationship Id="rId87" Type="http://schemas.openxmlformats.org/officeDocument/2006/relationships/customXml" Target="../ink/ink54.xml"/><Relationship Id="rId110" Type="http://schemas.openxmlformats.org/officeDocument/2006/relationships/image" Target="../media/image83.png"/><Relationship Id="rId115" Type="http://schemas.openxmlformats.org/officeDocument/2006/relationships/customXml" Target="../ink/ink68.xml"/><Relationship Id="rId131" Type="http://schemas.openxmlformats.org/officeDocument/2006/relationships/customXml" Target="../ink/ink76.xml"/><Relationship Id="rId136" Type="http://schemas.openxmlformats.org/officeDocument/2006/relationships/image" Target="../media/image96.png"/><Relationship Id="rId157" Type="http://schemas.openxmlformats.org/officeDocument/2006/relationships/customXml" Target="../ink/ink89.xml"/><Relationship Id="rId61" Type="http://schemas.openxmlformats.org/officeDocument/2006/relationships/customXml" Target="../ink/ink41.xml"/><Relationship Id="rId82" Type="http://schemas.openxmlformats.org/officeDocument/2006/relationships/image" Target="../media/image69.png"/><Relationship Id="rId152" Type="http://schemas.openxmlformats.org/officeDocument/2006/relationships/image" Target="../media/image104.png"/><Relationship Id="rId173" Type="http://schemas.openxmlformats.org/officeDocument/2006/relationships/customXml" Target="../ink/ink97.xml"/><Relationship Id="rId19" Type="http://schemas.openxmlformats.org/officeDocument/2006/relationships/customXml" Target="../ink/ink20.xml"/><Relationship Id="rId14" Type="http://schemas.openxmlformats.org/officeDocument/2006/relationships/image" Target="../media/image35.png"/><Relationship Id="rId30" Type="http://schemas.openxmlformats.org/officeDocument/2006/relationships/image" Target="../media/image43.png"/><Relationship Id="rId35" Type="http://schemas.openxmlformats.org/officeDocument/2006/relationships/customXml" Target="../ink/ink28.xml"/><Relationship Id="rId56" Type="http://schemas.openxmlformats.org/officeDocument/2006/relationships/image" Target="../media/image56.png"/><Relationship Id="rId77" Type="http://schemas.openxmlformats.org/officeDocument/2006/relationships/customXml" Target="../ink/ink49.xml"/><Relationship Id="rId100" Type="http://schemas.openxmlformats.org/officeDocument/2006/relationships/image" Target="../media/image78.png"/><Relationship Id="rId105" Type="http://schemas.openxmlformats.org/officeDocument/2006/relationships/customXml" Target="../ink/ink63.xml"/><Relationship Id="rId126" Type="http://schemas.openxmlformats.org/officeDocument/2006/relationships/image" Target="../media/image91.png"/><Relationship Id="rId147" Type="http://schemas.openxmlformats.org/officeDocument/2006/relationships/customXml" Target="../ink/ink84.xml"/><Relationship Id="rId168" Type="http://schemas.openxmlformats.org/officeDocument/2006/relationships/image" Target="../media/image112.png"/><Relationship Id="rId8" Type="http://schemas.openxmlformats.org/officeDocument/2006/relationships/image" Target="../media/image32.png"/><Relationship Id="rId51" Type="http://schemas.openxmlformats.org/officeDocument/2006/relationships/customXml" Target="../ink/ink36.xml"/><Relationship Id="rId72" Type="http://schemas.openxmlformats.org/officeDocument/2006/relationships/image" Target="../media/image64.png"/><Relationship Id="rId93" Type="http://schemas.openxmlformats.org/officeDocument/2006/relationships/customXml" Target="../ink/ink57.xml"/><Relationship Id="rId98" Type="http://schemas.openxmlformats.org/officeDocument/2006/relationships/image" Target="../media/image77.png"/><Relationship Id="rId121" Type="http://schemas.openxmlformats.org/officeDocument/2006/relationships/customXml" Target="../ink/ink71.xml"/><Relationship Id="rId142" Type="http://schemas.openxmlformats.org/officeDocument/2006/relationships/image" Target="../media/image99.png"/><Relationship Id="rId163" Type="http://schemas.openxmlformats.org/officeDocument/2006/relationships/customXml" Target="../ink/ink92.xml"/><Relationship Id="rId3" Type="http://schemas.openxmlformats.org/officeDocument/2006/relationships/customXml" Target="../ink/ink12.xml"/><Relationship Id="rId25" Type="http://schemas.openxmlformats.org/officeDocument/2006/relationships/customXml" Target="../ink/ink23.xml"/><Relationship Id="rId46" Type="http://schemas.openxmlformats.org/officeDocument/2006/relationships/image" Target="../media/image51.png"/><Relationship Id="rId67" Type="http://schemas.openxmlformats.org/officeDocument/2006/relationships/customXml" Target="../ink/ink44.xml"/><Relationship Id="rId116" Type="http://schemas.openxmlformats.org/officeDocument/2006/relationships/image" Target="../media/image86.png"/><Relationship Id="rId137" Type="http://schemas.openxmlformats.org/officeDocument/2006/relationships/customXml" Target="../ink/ink79.xml"/><Relationship Id="rId158" Type="http://schemas.openxmlformats.org/officeDocument/2006/relationships/image" Target="../media/image107.png"/><Relationship Id="rId20" Type="http://schemas.openxmlformats.org/officeDocument/2006/relationships/image" Target="../media/image38.png"/><Relationship Id="rId41" Type="http://schemas.openxmlformats.org/officeDocument/2006/relationships/customXml" Target="../ink/ink31.xml"/><Relationship Id="rId62" Type="http://schemas.openxmlformats.org/officeDocument/2006/relationships/image" Target="../media/image59.png"/><Relationship Id="rId83" Type="http://schemas.openxmlformats.org/officeDocument/2006/relationships/customXml" Target="../ink/ink52.xml"/><Relationship Id="rId88" Type="http://schemas.openxmlformats.org/officeDocument/2006/relationships/image" Target="../media/image72.png"/><Relationship Id="rId111" Type="http://schemas.openxmlformats.org/officeDocument/2006/relationships/customXml" Target="../ink/ink66.xml"/><Relationship Id="rId132" Type="http://schemas.openxmlformats.org/officeDocument/2006/relationships/image" Target="../media/image94.png"/><Relationship Id="rId153" Type="http://schemas.openxmlformats.org/officeDocument/2006/relationships/customXml" Target="../ink/ink87.xml"/><Relationship Id="rId174" Type="http://schemas.openxmlformats.org/officeDocument/2006/relationships/image" Target="../media/image115.png"/><Relationship Id="rId15" Type="http://schemas.openxmlformats.org/officeDocument/2006/relationships/customXml" Target="../ink/ink18.xml"/><Relationship Id="rId36" Type="http://schemas.openxmlformats.org/officeDocument/2006/relationships/image" Target="../media/image46.png"/><Relationship Id="rId57" Type="http://schemas.openxmlformats.org/officeDocument/2006/relationships/customXml" Target="../ink/ink39.xml"/><Relationship Id="rId106" Type="http://schemas.openxmlformats.org/officeDocument/2006/relationships/image" Target="../media/image81.png"/><Relationship Id="rId127" Type="http://schemas.openxmlformats.org/officeDocument/2006/relationships/customXml" Target="../ink/ink74.xml"/><Relationship Id="rId10" Type="http://schemas.openxmlformats.org/officeDocument/2006/relationships/image" Target="../media/image33.png"/><Relationship Id="rId31" Type="http://schemas.openxmlformats.org/officeDocument/2006/relationships/customXml" Target="../ink/ink26.xml"/><Relationship Id="rId52" Type="http://schemas.openxmlformats.org/officeDocument/2006/relationships/image" Target="../media/image54.png"/><Relationship Id="rId73" Type="http://schemas.openxmlformats.org/officeDocument/2006/relationships/customXml" Target="../ink/ink47.xml"/><Relationship Id="rId78" Type="http://schemas.openxmlformats.org/officeDocument/2006/relationships/image" Target="../media/image67.png"/><Relationship Id="rId94" Type="http://schemas.openxmlformats.org/officeDocument/2006/relationships/image" Target="../media/image75.png"/><Relationship Id="rId99" Type="http://schemas.openxmlformats.org/officeDocument/2006/relationships/customXml" Target="../ink/ink60.xml"/><Relationship Id="rId101" Type="http://schemas.openxmlformats.org/officeDocument/2006/relationships/customXml" Target="../ink/ink61.xml"/><Relationship Id="rId122" Type="http://schemas.openxmlformats.org/officeDocument/2006/relationships/image" Target="../media/image89.png"/><Relationship Id="rId143" Type="http://schemas.openxmlformats.org/officeDocument/2006/relationships/customXml" Target="../ink/ink82.xml"/><Relationship Id="rId148" Type="http://schemas.openxmlformats.org/officeDocument/2006/relationships/image" Target="../media/image102.png"/><Relationship Id="rId164" Type="http://schemas.openxmlformats.org/officeDocument/2006/relationships/image" Target="../media/image110.png"/><Relationship Id="rId169" Type="http://schemas.openxmlformats.org/officeDocument/2006/relationships/customXml" Target="../ink/ink95.xml"/><Relationship Id="rId4" Type="http://schemas.openxmlformats.org/officeDocument/2006/relationships/image" Target="../media/image30.png"/><Relationship Id="rId9" Type="http://schemas.openxmlformats.org/officeDocument/2006/relationships/customXml" Target="../ink/ink15.xml"/><Relationship Id="rId26" Type="http://schemas.openxmlformats.org/officeDocument/2006/relationships/image" Target="../media/image41.png"/><Relationship Id="rId47" Type="http://schemas.openxmlformats.org/officeDocument/2006/relationships/customXml" Target="../ink/ink34.xml"/><Relationship Id="rId68" Type="http://schemas.openxmlformats.org/officeDocument/2006/relationships/image" Target="../media/image62.png"/><Relationship Id="rId89" Type="http://schemas.openxmlformats.org/officeDocument/2006/relationships/customXml" Target="../ink/ink55.xml"/><Relationship Id="rId112" Type="http://schemas.openxmlformats.org/officeDocument/2006/relationships/image" Target="../media/image84.png"/><Relationship Id="rId133" Type="http://schemas.openxmlformats.org/officeDocument/2006/relationships/customXml" Target="../ink/ink77.xml"/><Relationship Id="rId154" Type="http://schemas.openxmlformats.org/officeDocument/2006/relationships/image" Target="../media/image105.png"/><Relationship Id="rId16" Type="http://schemas.openxmlformats.org/officeDocument/2006/relationships/image" Target="../media/image36.png"/><Relationship Id="rId37" Type="http://schemas.openxmlformats.org/officeDocument/2006/relationships/customXml" Target="../ink/ink29.xml"/><Relationship Id="rId58" Type="http://schemas.openxmlformats.org/officeDocument/2006/relationships/image" Target="../media/image57.png"/><Relationship Id="rId79" Type="http://schemas.openxmlformats.org/officeDocument/2006/relationships/customXml" Target="../ink/ink50.xml"/><Relationship Id="rId102" Type="http://schemas.openxmlformats.org/officeDocument/2006/relationships/image" Target="../media/image79.png"/><Relationship Id="rId123" Type="http://schemas.openxmlformats.org/officeDocument/2006/relationships/customXml" Target="../ink/ink72.xml"/><Relationship Id="rId144" Type="http://schemas.openxmlformats.org/officeDocument/2006/relationships/image" Target="../media/image100.png"/><Relationship Id="rId90" Type="http://schemas.openxmlformats.org/officeDocument/2006/relationships/image" Target="../media/image73.png"/><Relationship Id="rId165" Type="http://schemas.openxmlformats.org/officeDocument/2006/relationships/customXml" Target="../ink/ink93.xml"/><Relationship Id="rId27" Type="http://schemas.openxmlformats.org/officeDocument/2006/relationships/customXml" Target="../ink/ink24.xml"/><Relationship Id="rId48" Type="http://schemas.openxmlformats.org/officeDocument/2006/relationships/image" Target="../media/image52.png"/><Relationship Id="rId69" Type="http://schemas.openxmlformats.org/officeDocument/2006/relationships/customXml" Target="../ink/ink45.xml"/><Relationship Id="rId113" Type="http://schemas.openxmlformats.org/officeDocument/2006/relationships/customXml" Target="../ink/ink67.xml"/><Relationship Id="rId134" Type="http://schemas.openxmlformats.org/officeDocument/2006/relationships/image" Target="../media/image95.png"/><Relationship Id="rId80" Type="http://schemas.openxmlformats.org/officeDocument/2006/relationships/image" Target="../media/image68.png"/><Relationship Id="rId155" Type="http://schemas.openxmlformats.org/officeDocument/2006/relationships/customXml" Target="../ink/ink88.xml"/><Relationship Id="rId17" Type="http://schemas.openxmlformats.org/officeDocument/2006/relationships/customXml" Target="../ink/ink19.xml"/><Relationship Id="rId38" Type="http://schemas.openxmlformats.org/officeDocument/2006/relationships/image" Target="../media/image47.png"/><Relationship Id="rId59" Type="http://schemas.openxmlformats.org/officeDocument/2006/relationships/customXml" Target="../ink/ink40.xml"/><Relationship Id="rId103" Type="http://schemas.openxmlformats.org/officeDocument/2006/relationships/customXml" Target="../ink/ink62.xml"/><Relationship Id="rId124" Type="http://schemas.openxmlformats.org/officeDocument/2006/relationships/image" Target="../media/image90.png"/><Relationship Id="rId70" Type="http://schemas.openxmlformats.org/officeDocument/2006/relationships/image" Target="../media/image63.png"/><Relationship Id="rId91" Type="http://schemas.openxmlformats.org/officeDocument/2006/relationships/customXml" Target="../ink/ink56.xml"/><Relationship Id="rId145" Type="http://schemas.openxmlformats.org/officeDocument/2006/relationships/customXml" Target="../ink/ink83.xml"/><Relationship Id="rId166" Type="http://schemas.openxmlformats.org/officeDocument/2006/relationships/image" Target="../media/image111.png"/></Relationships>
</file>

<file path=ppt/slides/_rels/slide10.xml.rels><?xml version="1.0" encoding="UTF-8" standalone="yes"?>
<Relationships xmlns="http://schemas.openxmlformats.org/package/2006/relationships"><Relationship Id="rId117" Type="http://schemas.openxmlformats.org/officeDocument/2006/relationships/image" Target="../media/image173.png"/><Relationship Id="rId21" Type="http://schemas.openxmlformats.org/officeDocument/2006/relationships/image" Target="../media/image125.png"/><Relationship Id="rId42" Type="http://schemas.openxmlformats.org/officeDocument/2006/relationships/customXml" Target="../ink/ink118.xml"/><Relationship Id="rId63" Type="http://schemas.openxmlformats.org/officeDocument/2006/relationships/image" Target="../media/image146.png"/><Relationship Id="rId84" Type="http://schemas.openxmlformats.org/officeDocument/2006/relationships/customXml" Target="../ink/ink139.xml"/><Relationship Id="rId138" Type="http://schemas.openxmlformats.org/officeDocument/2006/relationships/customXml" Target="../ink/ink166.xml"/><Relationship Id="rId16" Type="http://schemas.openxmlformats.org/officeDocument/2006/relationships/customXml" Target="../ink/ink105.xml"/><Relationship Id="rId107" Type="http://schemas.openxmlformats.org/officeDocument/2006/relationships/image" Target="../media/image168.png"/><Relationship Id="rId11" Type="http://schemas.openxmlformats.org/officeDocument/2006/relationships/image" Target="../media/image120.png"/><Relationship Id="rId32" Type="http://schemas.openxmlformats.org/officeDocument/2006/relationships/customXml" Target="../ink/ink113.xml"/><Relationship Id="rId37" Type="http://schemas.openxmlformats.org/officeDocument/2006/relationships/image" Target="../media/image133.png"/><Relationship Id="rId53" Type="http://schemas.openxmlformats.org/officeDocument/2006/relationships/image" Target="../media/image141.png"/><Relationship Id="rId58" Type="http://schemas.openxmlformats.org/officeDocument/2006/relationships/customXml" Target="../ink/ink126.xml"/><Relationship Id="rId74" Type="http://schemas.openxmlformats.org/officeDocument/2006/relationships/customXml" Target="../ink/ink134.xml"/><Relationship Id="rId79" Type="http://schemas.openxmlformats.org/officeDocument/2006/relationships/image" Target="../media/image154.png"/><Relationship Id="rId102" Type="http://schemas.openxmlformats.org/officeDocument/2006/relationships/customXml" Target="../ink/ink148.xml"/><Relationship Id="rId123" Type="http://schemas.openxmlformats.org/officeDocument/2006/relationships/image" Target="../media/image176.png"/><Relationship Id="rId128" Type="http://schemas.openxmlformats.org/officeDocument/2006/relationships/customXml" Target="../ink/ink161.xml"/><Relationship Id="rId5" Type="http://schemas.openxmlformats.org/officeDocument/2006/relationships/image" Target="../media/image117.png"/><Relationship Id="rId90" Type="http://schemas.openxmlformats.org/officeDocument/2006/relationships/customXml" Target="../ink/ink142.xml"/><Relationship Id="rId95" Type="http://schemas.openxmlformats.org/officeDocument/2006/relationships/image" Target="../media/image162.png"/><Relationship Id="rId22" Type="http://schemas.openxmlformats.org/officeDocument/2006/relationships/customXml" Target="../ink/ink108.xml"/><Relationship Id="rId27" Type="http://schemas.openxmlformats.org/officeDocument/2006/relationships/image" Target="../media/image128.png"/><Relationship Id="rId43" Type="http://schemas.openxmlformats.org/officeDocument/2006/relationships/image" Target="../media/image136.png"/><Relationship Id="rId48" Type="http://schemas.openxmlformats.org/officeDocument/2006/relationships/customXml" Target="../ink/ink121.xml"/><Relationship Id="rId64" Type="http://schemas.openxmlformats.org/officeDocument/2006/relationships/customXml" Target="../ink/ink129.xml"/><Relationship Id="rId69" Type="http://schemas.openxmlformats.org/officeDocument/2006/relationships/image" Target="../media/image149.png"/><Relationship Id="rId113" Type="http://schemas.openxmlformats.org/officeDocument/2006/relationships/image" Target="../media/image171.png"/><Relationship Id="rId118" Type="http://schemas.openxmlformats.org/officeDocument/2006/relationships/customXml" Target="../ink/ink156.xml"/><Relationship Id="rId134" Type="http://schemas.openxmlformats.org/officeDocument/2006/relationships/customXml" Target="../ink/ink164.xml"/><Relationship Id="rId139" Type="http://schemas.openxmlformats.org/officeDocument/2006/relationships/image" Target="../media/image184.png"/><Relationship Id="rId80" Type="http://schemas.openxmlformats.org/officeDocument/2006/relationships/customXml" Target="../ink/ink137.xml"/><Relationship Id="rId85" Type="http://schemas.openxmlformats.org/officeDocument/2006/relationships/image" Target="../media/image157.png"/><Relationship Id="rId12" Type="http://schemas.openxmlformats.org/officeDocument/2006/relationships/customXml" Target="../ink/ink103.xml"/><Relationship Id="rId17" Type="http://schemas.openxmlformats.org/officeDocument/2006/relationships/image" Target="../media/image123.png"/><Relationship Id="rId33" Type="http://schemas.openxmlformats.org/officeDocument/2006/relationships/image" Target="../media/image131.png"/><Relationship Id="rId38" Type="http://schemas.openxmlformats.org/officeDocument/2006/relationships/customXml" Target="../ink/ink116.xml"/><Relationship Id="rId59" Type="http://schemas.openxmlformats.org/officeDocument/2006/relationships/image" Target="../media/image144.png"/><Relationship Id="rId103" Type="http://schemas.openxmlformats.org/officeDocument/2006/relationships/image" Target="../media/image166.png"/><Relationship Id="rId108" Type="http://schemas.openxmlformats.org/officeDocument/2006/relationships/customXml" Target="../ink/ink151.xml"/><Relationship Id="rId124" Type="http://schemas.openxmlformats.org/officeDocument/2006/relationships/customXml" Target="../ink/ink159.xml"/><Relationship Id="rId129" Type="http://schemas.openxmlformats.org/officeDocument/2006/relationships/image" Target="../media/image179.png"/><Relationship Id="rId54" Type="http://schemas.openxmlformats.org/officeDocument/2006/relationships/customXml" Target="../ink/ink124.xml"/><Relationship Id="rId70" Type="http://schemas.openxmlformats.org/officeDocument/2006/relationships/customXml" Target="../ink/ink132.xml"/><Relationship Id="rId75" Type="http://schemas.openxmlformats.org/officeDocument/2006/relationships/image" Target="../media/image152.png"/><Relationship Id="rId91" Type="http://schemas.openxmlformats.org/officeDocument/2006/relationships/image" Target="../media/image160.png"/><Relationship Id="rId96" Type="http://schemas.openxmlformats.org/officeDocument/2006/relationships/customXml" Target="../ink/ink145.xml"/><Relationship Id="rId1" Type="http://schemas.openxmlformats.org/officeDocument/2006/relationships/slideLayout" Target="../slideLayouts/slideLayout16.xml"/><Relationship Id="rId6" Type="http://schemas.openxmlformats.org/officeDocument/2006/relationships/customXml" Target="../ink/ink100.xml"/><Relationship Id="rId23" Type="http://schemas.openxmlformats.org/officeDocument/2006/relationships/image" Target="../media/image126.png"/><Relationship Id="rId28" Type="http://schemas.openxmlformats.org/officeDocument/2006/relationships/customXml" Target="../ink/ink111.xml"/><Relationship Id="rId49" Type="http://schemas.openxmlformats.org/officeDocument/2006/relationships/image" Target="../media/image139.png"/><Relationship Id="rId114" Type="http://schemas.openxmlformats.org/officeDocument/2006/relationships/customXml" Target="../ink/ink154.xml"/><Relationship Id="rId119" Type="http://schemas.openxmlformats.org/officeDocument/2006/relationships/image" Target="../media/image174.png"/><Relationship Id="rId44" Type="http://schemas.openxmlformats.org/officeDocument/2006/relationships/customXml" Target="../ink/ink119.xml"/><Relationship Id="rId60" Type="http://schemas.openxmlformats.org/officeDocument/2006/relationships/customXml" Target="../ink/ink127.xml"/><Relationship Id="rId65" Type="http://schemas.openxmlformats.org/officeDocument/2006/relationships/image" Target="../media/image147.png"/><Relationship Id="rId81" Type="http://schemas.openxmlformats.org/officeDocument/2006/relationships/image" Target="../media/image155.png"/><Relationship Id="rId86" Type="http://schemas.openxmlformats.org/officeDocument/2006/relationships/customXml" Target="../ink/ink140.xml"/><Relationship Id="rId130" Type="http://schemas.openxmlformats.org/officeDocument/2006/relationships/customXml" Target="../ink/ink162.xml"/><Relationship Id="rId135" Type="http://schemas.openxmlformats.org/officeDocument/2006/relationships/image" Target="../media/image182.png"/><Relationship Id="rId13" Type="http://schemas.openxmlformats.org/officeDocument/2006/relationships/image" Target="../media/image121.png"/><Relationship Id="rId18" Type="http://schemas.openxmlformats.org/officeDocument/2006/relationships/customXml" Target="../ink/ink106.xml"/><Relationship Id="rId39" Type="http://schemas.openxmlformats.org/officeDocument/2006/relationships/image" Target="../media/image134.png"/><Relationship Id="rId109" Type="http://schemas.openxmlformats.org/officeDocument/2006/relationships/image" Target="../media/image169.png"/><Relationship Id="rId34" Type="http://schemas.openxmlformats.org/officeDocument/2006/relationships/customXml" Target="../ink/ink114.xml"/><Relationship Id="rId50" Type="http://schemas.openxmlformats.org/officeDocument/2006/relationships/customXml" Target="../ink/ink122.xml"/><Relationship Id="rId55" Type="http://schemas.openxmlformats.org/officeDocument/2006/relationships/image" Target="../media/image142.png"/><Relationship Id="rId76" Type="http://schemas.openxmlformats.org/officeDocument/2006/relationships/customXml" Target="../ink/ink135.xml"/><Relationship Id="rId97" Type="http://schemas.openxmlformats.org/officeDocument/2006/relationships/image" Target="../media/image163.png"/><Relationship Id="rId104" Type="http://schemas.openxmlformats.org/officeDocument/2006/relationships/customXml" Target="../ink/ink149.xml"/><Relationship Id="rId120" Type="http://schemas.openxmlformats.org/officeDocument/2006/relationships/customXml" Target="../ink/ink157.xml"/><Relationship Id="rId125" Type="http://schemas.openxmlformats.org/officeDocument/2006/relationships/image" Target="../media/image177.png"/><Relationship Id="rId7" Type="http://schemas.openxmlformats.org/officeDocument/2006/relationships/image" Target="../media/image118.png"/><Relationship Id="rId71" Type="http://schemas.openxmlformats.org/officeDocument/2006/relationships/image" Target="../media/image150.png"/><Relationship Id="rId92" Type="http://schemas.openxmlformats.org/officeDocument/2006/relationships/customXml" Target="../ink/ink143.xml"/><Relationship Id="rId2" Type="http://schemas.openxmlformats.org/officeDocument/2006/relationships/customXml" Target="../ink/ink98.xml"/><Relationship Id="rId29" Type="http://schemas.openxmlformats.org/officeDocument/2006/relationships/image" Target="../media/image129.png"/><Relationship Id="rId24" Type="http://schemas.openxmlformats.org/officeDocument/2006/relationships/customXml" Target="../ink/ink109.xml"/><Relationship Id="rId40" Type="http://schemas.openxmlformats.org/officeDocument/2006/relationships/customXml" Target="../ink/ink117.xml"/><Relationship Id="rId45" Type="http://schemas.openxmlformats.org/officeDocument/2006/relationships/image" Target="../media/image137.png"/><Relationship Id="rId66" Type="http://schemas.openxmlformats.org/officeDocument/2006/relationships/customXml" Target="../ink/ink130.xml"/><Relationship Id="rId87" Type="http://schemas.openxmlformats.org/officeDocument/2006/relationships/image" Target="../media/image158.png"/><Relationship Id="rId110" Type="http://schemas.openxmlformats.org/officeDocument/2006/relationships/customXml" Target="../ink/ink152.xml"/><Relationship Id="rId115" Type="http://schemas.openxmlformats.org/officeDocument/2006/relationships/image" Target="../media/image172.png"/><Relationship Id="rId131" Type="http://schemas.openxmlformats.org/officeDocument/2006/relationships/image" Target="../media/image180.png"/><Relationship Id="rId136" Type="http://schemas.openxmlformats.org/officeDocument/2006/relationships/customXml" Target="../ink/ink165.xml"/><Relationship Id="rId61" Type="http://schemas.openxmlformats.org/officeDocument/2006/relationships/image" Target="../media/image145.png"/><Relationship Id="rId82" Type="http://schemas.openxmlformats.org/officeDocument/2006/relationships/customXml" Target="../ink/ink138.xml"/><Relationship Id="rId19" Type="http://schemas.openxmlformats.org/officeDocument/2006/relationships/image" Target="../media/image124.png"/><Relationship Id="rId14" Type="http://schemas.openxmlformats.org/officeDocument/2006/relationships/customXml" Target="../ink/ink104.xml"/><Relationship Id="rId30" Type="http://schemas.openxmlformats.org/officeDocument/2006/relationships/customXml" Target="../ink/ink112.xml"/><Relationship Id="rId35" Type="http://schemas.openxmlformats.org/officeDocument/2006/relationships/image" Target="../media/image132.png"/><Relationship Id="rId56" Type="http://schemas.openxmlformats.org/officeDocument/2006/relationships/customXml" Target="../ink/ink125.xml"/><Relationship Id="rId77" Type="http://schemas.openxmlformats.org/officeDocument/2006/relationships/image" Target="../media/image153.png"/><Relationship Id="rId100" Type="http://schemas.openxmlformats.org/officeDocument/2006/relationships/customXml" Target="../ink/ink147.xml"/><Relationship Id="rId105" Type="http://schemas.openxmlformats.org/officeDocument/2006/relationships/image" Target="../media/image167.png"/><Relationship Id="rId126" Type="http://schemas.openxmlformats.org/officeDocument/2006/relationships/customXml" Target="../ink/ink160.xml"/><Relationship Id="rId8" Type="http://schemas.openxmlformats.org/officeDocument/2006/relationships/customXml" Target="../ink/ink101.xml"/><Relationship Id="rId51" Type="http://schemas.openxmlformats.org/officeDocument/2006/relationships/image" Target="../media/image140.png"/><Relationship Id="rId72" Type="http://schemas.openxmlformats.org/officeDocument/2006/relationships/customXml" Target="../ink/ink133.xml"/><Relationship Id="rId93" Type="http://schemas.openxmlformats.org/officeDocument/2006/relationships/image" Target="../media/image161.png"/><Relationship Id="rId98" Type="http://schemas.openxmlformats.org/officeDocument/2006/relationships/customXml" Target="../ink/ink146.xml"/><Relationship Id="rId121" Type="http://schemas.openxmlformats.org/officeDocument/2006/relationships/image" Target="../media/image175.png"/><Relationship Id="rId3" Type="http://schemas.openxmlformats.org/officeDocument/2006/relationships/image" Target="../media/image116.png"/><Relationship Id="rId25" Type="http://schemas.openxmlformats.org/officeDocument/2006/relationships/image" Target="../media/image127.png"/><Relationship Id="rId46" Type="http://schemas.openxmlformats.org/officeDocument/2006/relationships/customXml" Target="../ink/ink120.xml"/><Relationship Id="rId67" Type="http://schemas.openxmlformats.org/officeDocument/2006/relationships/image" Target="../media/image148.png"/><Relationship Id="rId116" Type="http://schemas.openxmlformats.org/officeDocument/2006/relationships/customXml" Target="../ink/ink155.xml"/><Relationship Id="rId137" Type="http://schemas.openxmlformats.org/officeDocument/2006/relationships/image" Target="../media/image183.png"/><Relationship Id="rId20" Type="http://schemas.openxmlformats.org/officeDocument/2006/relationships/customXml" Target="../ink/ink107.xml"/><Relationship Id="rId41" Type="http://schemas.openxmlformats.org/officeDocument/2006/relationships/image" Target="../media/image135.png"/><Relationship Id="rId62" Type="http://schemas.openxmlformats.org/officeDocument/2006/relationships/customXml" Target="../ink/ink128.xml"/><Relationship Id="rId83" Type="http://schemas.openxmlformats.org/officeDocument/2006/relationships/image" Target="../media/image156.png"/><Relationship Id="rId88" Type="http://schemas.openxmlformats.org/officeDocument/2006/relationships/customXml" Target="../ink/ink141.xml"/><Relationship Id="rId111" Type="http://schemas.openxmlformats.org/officeDocument/2006/relationships/image" Target="../media/image170.png"/><Relationship Id="rId132" Type="http://schemas.openxmlformats.org/officeDocument/2006/relationships/customXml" Target="../ink/ink163.xml"/><Relationship Id="rId15" Type="http://schemas.openxmlformats.org/officeDocument/2006/relationships/image" Target="../media/image122.png"/><Relationship Id="rId36" Type="http://schemas.openxmlformats.org/officeDocument/2006/relationships/customXml" Target="../ink/ink115.xml"/><Relationship Id="rId57" Type="http://schemas.openxmlformats.org/officeDocument/2006/relationships/image" Target="../media/image143.png"/><Relationship Id="rId106" Type="http://schemas.openxmlformats.org/officeDocument/2006/relationships/customXml" Target="../ink/ink150.xml"/><Relationship Id="rId127" Type="http://schemas.openxmlformats.org/officeDocument/2006/relationships/image" Target="../media/image178.png"/><Relationship Id="rId10" Type="http://schemas.openxmlformats.org/officeDocument/2006/relationships/customXml" Target="../ink/ink102.xml"/><Relationship Id="rId31" Type="http://schemas.openxmlformats.org/officeDocument/2006/relationships/image" Target="../media/image130.png"/><Relationship Id="rId52" Type="http://schemas.openxmlformats.org/officeDocument/2006/relationships/customXml" Target="../ink/ink123.xml"/><Relationship Id="rId73" Type="http://schemas.openxmlformats.org/officeDocument/2006/relationships/image" Target="../media/image151.png"/><Relationship Id="rId78" Type="http://schemas.openxmlformats.org/officeDocument/2006/relationships/customXml" Target="../ink/ink136.xml"/><Relationship Id="rId94" Type="http://schemas.openxmlformats.org/officeDocument/2006/relationships/customXml" Target="../ink/ink144.xml"/><Relationship Id="rId99" Type="http://schemas.openxmlformats.org/officeDocument/2006/relationships/image" Target="../media/image164.png"/><Relationship Id="rId101" Type="http://schemas.openxmlformats.org/officeDocument/2006/relationships/image" Target="../media/image165.png"/><Relationship Id="rId122" Type="http://schemas.openxmlformats.org/officeDocument/2006/relationships/customXml" Target="../ink/ink158.xml"/><Relationship Id="rId4" Type="http://schemas.openxmlformats.org/officeDocument/2006/relationships/customXml" Target="../ink/ink99.xml"/><Relationship Id="rId9" Type="http://schemas.openxmlformats.org/officeDocument/2006/relationships/image" Target="../media/image119.png"/><Relationship Id="rId26" Type="http://schemas.openxmlformats.org/officeDocument/2006/relationships/customXml" Target="../ink/ink110.xml"/><Relationship Id="rId47" Type="http://schemas.openxmlformats.org/officeDocument/2006/relationships/image" Target="../media/image138.png"/><Relationship Id="rId68" Type="http://schemas.openxmlformats.org/officeDocument/2006/relationships/customXml" Target="../ink/ink131.xml"/><Relationship Id="rId89" Type="http://schemas.openxmlformats.org/officeDocument/2006/relationships/image" Target="../media/image159.png"/><Relationship Id="rId112" Type="http://schemas.openxmlformats.org/officeDocument/2006/relationships/customXml" Target="../ink/ink153.xml"/><Relationship Id="rId133" Type="http://schemas.openxmlformats.org/officeDocument/2006/relationships/image" Target="../media/image181.png"/></Relationships>
</file>

<file path=ppt/slides/_rels/slide11.xml.rels><?xml version="1.0" encoding="UTF-8" standalone="yes"?>
<Relationships xmlns="http://schemas.openxmlformats.org/package/2006/relationships"><Relationship Id="rId117" Type="http://schemas.openxmlformats.org/officeDocument/2006/relationships/customXml" Target="../ink/ink224.xml"/><Relationship Id="rId21" Type="http://schemas.openxmlformats.org/officeDocument/2006/relationships/customXml" Target="../ink/ink176.xml"/><Relationship Id="rId42" Type="http://schemas.openxmlformats.org/officeDocument/2006/relationships/image" Target="../media/image205.png"/><Relationship Id="rId63" Type="http://schemas.openxmlformats.org/officeDocument/2006/relationships/customXml" Target="../ink/ink197.xml"/><Relationship Id="rId84" Type="http://schemas.openxmlformats.org/officeDocument/2006/relationships/image" Target="../media/image226.png"/><Relationship Id="rId138" Type="http://schemas.openxmlformats.org/officeDocument/2006/relationships/image" Target="../media/image253.png"/><Relationship Id="rId159" Type="http://schemas.openxmlformats.org/officeDocument/2006/relationships/customXml" Target="../ink/ink245.xml"/><Relationship Id="rId170" Type="http://schemas.openxmlformats.org/officeDocument/2006/relationships/image" Target="../media/image269.png"/><Relationship Id="rId191" Type="http://schemas.openxmlformats.org/officeDocument/2006/relationships/customXml" Target="../ink/ink261.xml"/><Relationship Id="rId205" Type="http://schemas.openxmlformats.org/officeDocument/2006/relationships/customXml" Target="../ink/ink268.xml"/><Relationship Id="rId226" Type="http://schemas.openxmlformats.org/officeDocument/2006/relationships/image" Target="../media/image297.png"/><Relationship Id="rId247" Type="http://schemas.openxmlformats.org/officeDocument/2006/relationships/customXml" Target="../ink/ink289.xml"/><Relationship Id="rId107" Type="http://schemas.openxmlformats.org/officeDocument/2006/relationships/customXml" Target="../ink/ink219.xml"/><Relationship Id="rId11" Type="http://schemas.openxmlformats.org/officeDocument/2006/relationships/customXml" Target="../ink/ink171.xml"/><Relationship Id="rId32" Type="http://schemas.openxmlformats.org/officeDocument/2006/relationships/image" Target="../media/image200.png"/><Relationship Id="rId53" Type="http://schemas.openxmlformats.org/officeDocument/2006/relationships/customXml" Target="../ink/ink192.xml"/><Relationship Id="rId74" Type="http://schemas.openxmlformats.org/officeDocument/2006/relationships/image" Target="../media/image221.png"/><Relationship Id="rId128" Type="http://schemas.openxmlformats.org/officeDocument/2006/relationships/image" Target="../media/image248.png"/><Relationship Id="rId149" Type="http://schemas.openxmlformats.org/officeDocument/2006/relationships/customXml" Target="../ink/ink240.xml"/><Relationship Id="rId5" Type="http://schemas.openxmlformats.org/officeDocument/2006/relationships/customXml" Target="../ink/ink168.xml"/><Relationship Id="rId95" Type="http://schemas.openxmlformats.org/officeDocument/2006/relationships/customXml" Target="../ink/ink213.xml"/><Relationship Id="rId160" Type="http://schemas.openxmlformats.org/officeDocument/2006/relationships/image" Target="../media/image264.png"/><Relationship Id="rId181" Type="http://schemas.openxmlformats.org/officeDocument/2006/relationships/customXml" Target="../ink/ink256.xml"/><Relationship Id="rId216" Type="http://schemas.openxmlformats.org/officeDocument/2006/relationships/image" Target="../media/image292.png"/><Relationship Id="rId237" Type="http://schemas.openxmlformats.org/officeDocument/2006/relationships/customXml" Target="../ink/ink284.xml"/><Relationship Id="rId22" Type="http://schemas.openxmlformats.org/officeDocument/2006/relationships/image" Target="../media/image195.png"/><Relationship Id="rId43" Type="http://schemas.openxmlformats.org/officeDocument/2006/relationships/customXml" Target="../ink/ink187.xml"/><Relationship Id="rId64" Type="http://schemas.openxmlformats.org/officeDocument/2006/relationships/image" Target="../media/image216.png"/><Relationship Id="rId118" Type="http://schemas.openxmlformats.org/officeDocument/2006/relationships/image" Target="../media/image243.png"/><Relationship Id="rId139" Type="http://schemas.openxmlformats.org/officeDocument/2006/relationships/customXml" Target="../ink/ink235.xml"/><Relationship Id="rId85" Type="http://schemas.openxmlformats.org/officeDocument/2006/relationships/customXml" Target="../ink/ink208.xml"/><Relationship Id="rId150" Type="http://schemas.openxmlformats.org/officeDocument/2006/relationships/image" Target="../media/image259.png"/><Relationship Id="rId171" Type="http://schemas.openxmlformats.org/officeDocument/2006/relationships/customXml" Target="../ink/ink251.xml"/><Relationship Id="rId192" Type="http://schemas.openxmlformats.org/officeDocument/2006/relationships/image" Target="../media/image280.png"/><Relationship Id="rId206" Type="http://schemas.openxmlformats.org/officeDocument/2006/relationships/image" Target="../media/image287.png"/><Relationship Id="rId227" Type="http://schemas.openxmlformats.org/officeDocument/2006/relationships/customXml" Target="../ink/ink279.xml"/><Relationship Id="rId248" Type="http://schemas.openxmlformats.org/officeDocument/2006/relationships/image" Target="../media/image308.png"/><Relationship Id="rId12" Type="http://schemas.openxmlformats.org/officeDocument/2006/relationships/image" Target="../media/image190.png"/><Relationship Id="rId33" Type="http://schemas.openxmlformats.org/officeDocument/2006/relationships/customXml" Target="../ink/ink182.xml"/><Relationship Id="rId108" Type="http://schemas.openxmlformats.org/officeDocument/2006/relationships/image" Target="../media/image238.png"/><Relationship Id="rId129" Type="http://schemas.openxmlformats.org/officeDocument/2006/relationships/customXml" Target="../ink/ink230.xml"/><Relationship Id="rId54" Type="http://schemas.openxmlformats.org/officeDocument/2006/relationships/image" Target="../media/image211.png"/><Relationship Id="rId75" Type="http://schemas.openxmlformats.org/officeDocument/2006/relationships/customXml" Target="../ink/ink203.xml"/><Relationship Id="rId96" Type="http://schemas.openxmlformats.org/officeDocument/2006/relationships/image" Target="../media/image232.png"/><Relationship Id="rId140" Type="http://schemas.openxmlformats.org/officeDocument/2006/relationships/image" Target="../media/image254.png"/><Relationship Id="rId161" Type="http://schemas.openxmlformats.org/officeDocument/2006/relationships/customXml" Target="../ink/ink246.xml"/><Relationship Id="rId182" Type="http://schemas.openxmlformats.org/officeDocument/2006/relationships/image" Target="../media/image275.png"/><Relationship Id="rId217" Type="http://schemas.openxmlformats.org/officeDocument/2006/relationships/customXml" Target="../ink/ink274.xml"/><Relationship Id="rId6" Type="http://schemas.openxmlformats.org/officeDocument/2006/relationships/image" Target="../media/image187.png"/><Relationship Id="rId238" Type="http://schemas.openxmlformats.org/officeDocument/2006/relationships/image" Target="../media/image303.png"/><Relationship Id="rId23" Type="http://schemas.openxmlformats.org/officeDocument/2006/relationships/customXml" Target="../ink/ink177.xml"/><Relationship Id="rId119" Type="http://schemas.openxmlformats.org/officeDocument/2006/relationships/customXml" Target="../ink/ink225.xml"/><Relationship Id="rId44" Type="http://schemas.openxmlformats.org/officeDocument/2006/relationships/image" Target="../media/image206.png"/><Relationship Id="rId65" Type="http://schemas.openxmlformats.org/officeDocument/2006/relationships/customXml" Target="../ink/ink198.xml"/><Relationship Id="rId86" Type="http://schemas.openxmlformats.org/officeDocument/2006/relationships/image" Target="../media/image227.png"/><Relationship Id="rId130" Type="http://schemas.openxmlformats.org/officeDocument/2006/relationships/image" Target="../media/image249.png"/><Relationship Id="rId151" Type="http://schemas.openxmlformats.org/officeDocument/2006/relationships/customXml" Target="../ink/ink241.xml"/><Relationship Id="rId172" Type="http://schemas.openxmlformats.org/officeDocument/2006/relationships/image" Target="../media/image270.png"/><Relationship Id="rId193" Type="http://schemas.openxmlformats.org/officeDocument/2006/relationships/customXml" Target="../ink/ink262.xml"/><Relationship Id="rId207" Type="http://schemas.openxmlformats.org/officeDocument/2006/relationships/customXml" Target="../ink/ink269.xml"/><Relationship Id="rId228" Type="http://schemas.openxmlformats.org/officeDocument/2006/relationships/image" Target="../media/image298.png"/><Relationship Id="rId249" Type="http://schemas.openxmlformats.org/officeDocument/2006/relationships/customXml" Target="../ink/ink290.xml"/><Relationship Id="rId13" Type="http://schemas.openxmlformats.org/officeDocument/2006/relationships/customXml" Target="../ink/ink172.xml"/><Relationship Id="rId109" Type="http://schemas.openxmlformats.org/officeDocument/2006/relationships/customXml" Target="../ink/ink220.xml"/><Relationship Id="rId34" Type="http://schemas.openxmlformats.org/officeDocument/2006/relationships/image" Target="../media/image201.png"/><Relationship Id="rId55" Type="http://schemas.openxmlformats.org/officeDocument/2006/relationships/customXml" Target="../ink/ink193.xml"/><Relationship Id="rId76" Type="http://schemas.openxmlformats.org/officeDocument/2006/relationships/image" Target="../media/image222.png"/><Relationship Id="rId97" Type="http://schemas.openxmlformats.org/officeDocument/2006/relationships/customXml" Target="../ink/ink214.xml"/><Relationship Id="rId120" Type="http://schemas.openxmlformats.org/officeDocument/2006/relationships/image" Target="../media/image244.png"/><Relationship Id="rId141" Type="http://schemas.openxmlformats.org/officeDocument/2006/relationships/customXml" Target="../ink/ink236.xml"/><Relationship Id="rId7" Type="http://schemas.openxmlformats.org/officeDocument/2006/relationships/customXml" Target="../ink/ink169.xml"/><Relationship Id="rId162" Type="http://schemas.openxmlformats.org/officeDocument/2006/relationships/image" Target="../media/image265.png"/><Relationship Id="rId183" Type="http://schemas.openxmlformats.org/officeDocument/2006/relationships/customXml" Target="../ink/ink257.xml"/><Relationship Id="rId218" Type="http://schemas.openxmlformats.org/officeDocument/2006/relationships/image" Target="../media/image293.png"/><Relationship Id="rId239" Type="http://schemas.openxmlformats.org/officeDocument/2006/relationships/customXml" Target="../ink/ink285.xml"/><Relationship Id="rId250" Type="http://schemas.openxmlformats.org/officeDocument/2006/relationships/image" Target="../media/image309.png"/><Relationship Id="rId24" Type="http://schemas.openxmlformats.org/officeDocument/2006/relationships/image" Target="../media/image196.png"/><Relationship Id="rId45" Type="http://schemas.openxmlformats.org/officeDocument/2006/relationships/customXml" Target="../ink/ink188.xml"/><Relationship Id="rId66" Type="http://schemas.openxmlformats.org/officeDocument/2006/relationships/image" Target="../media/image217.png"/><Relationship Id="rId87" Type="http://schemas.openxmlformats.org/officeDocument/2006/relationships/customXml" Target="../ink/ink209.xml"/><Relationship Id="rId110" Type="http://schemas.openxmlformats.org/officeDocument/2006/relationships/image" Target="../media/image239.png"/><Relationship Id="rId131" Type="http://schemas.openxmlformats.org/officeDocument/2006/relationships/customXml" Target="../ink/ink231.xml"/><Relationship Id="rId152" Type="http://schemas.openxmlformats.org/officeDocument/2006/relationships/image" Target="../media/image260.png"/><Relationship Id="rId173" Type="http://schemas.openxmlformats.org/officeDocument/2006/relationships/customXml" Target="../ink/ink252.xml"/><Relationship Id="rId194" Type="http://schemas.openxmlformats.org/officeDocument/2006/relationships/image" Target="../media/image281.png"/><Relationship Id="rId208" Type="http://schemas.openxmlformats.org/officeDocument/2006/relationships/image" Target="../media/image288.png"/><Relationship Id="rId229" Type="http://schemas.openxmlformats.org/officeDocument/2006/relationships/customXml" Target="../ink/ink280.xml"/><Relationship Id="rId240" Type="http://schemas.openxmlformats.org/officeDocument/2006/relationships/image" Target="../media/image304.png"/><Relationship Id="rId14" Type="http://schemas.openxmlformats.org/officeDocument/2006/relationships/image" Target="../media/image191.png"/><Relationship Id="rId35" Type="http://schemas.openxmlformats.org/officeDocument/2006/relationships/customXml" Target="../ink/ink183.xml"/><Relationship Id="rId56" Type="http://schemas.openxmlformats.org/officeDocument/2006/relationships/image" Target="../media/image212.png"/><Relationship Id="rId77" Type="http://schemas.openxmlformats.org/officeDocument/2006/relationships/customXml" Target="../ink/ink204.xml"/><Relationship Id="rId100" Type="http://schemas.openxmlformats.org/officeDocument/2006/relationships/image" Target="../media/image234.png"/><Relationship Id="rId8" Type="http://schemas.openxmlformats.org/officeDocument/2006/relationships/image" Target="../media/image188.png"/><Relationship Id="rId98" Type="http://schemas.openxmlformats.org/officeDocument/2006/relationships/image" Target="../media/image233.png"/><Relationship Id="rId121" Type="http://schemas.openxmlformats.org/officeDocument/2006/relationships/customXml" Target="../ink/ink226.xml"/><Relationship Id="rId142" Type="http://schemas.openxmlformats.org/officeDocument/2006/relationships/image" Target="../media/image255.png"/><Relationship Id="rId163" Type="http://schemas.openxmlformats.org/officeDocument/2006/relationships/customXml" Target="../ink/ink247.xml"/><Relationship Id="rId184" Type="http://schemas.openxmlformats.org/officeDocument/2006/relationships/image" Target="../media/image276.png"/><Relationship Id="rId219" Type="http://schemas.openxmlformats.org/officeDocument/2006/relationships/customXml" Target="../ink/ink275.xml"/><Relationship Id="rId230" Type="http://schemas.openxmlformats.org/officeDocument/2006/relationships/image" Target="../media/image299.png"/><Relationship Id="rId25" Type="http://schemas.openxmlformats.org/officeDocument/2006/relationships/customXml" Target="../ink/ink178.xml"/><Relationship Id="rId46" Type="http://schemas.openxmlformats.org/officeDocument/2006/relationships/image" Target="../media/image207.png"/><Relationship Id="rId67" Type="http://schemas.openxmlformats.org/officeDocument/2006/relationships/customXml" Target="../ink/ink199.xml"/><Relationship Id="rId88" Type="http://schemas.openxmlformats.org/officeDocument/2006/relationships/image" Target="../media/image228.png"/><Relationship Id="rId111" Type="http://schemas.openxmlformats.org/officeDocument/2006/relationships/customXml" Target="../ink/ink221.xml"/><Relationship Id="rId132" Type="http://schemas.openxmlformats.org/officeDocument/2006/relationships/image" Target="../media/image250.png"/><Relationship Id="rId153" Type="http://schemas.openxmlformats.org/officeDocument/2006/relationships/customXml" Target="../ink/ink242.xml"/><Relationship Id="rId174" Type="http://schemas.openxmlformats.org/officeDocument/2006/relationships/image" Target="../media/image271.png"/><Relationship Id="rId195" Type="http://schemas.openxmlformats.org/officeDocument/2006/relationships/customXml" Target="../ink/ink263.xml"/><Relationship Id="rId209" Type="http://schemas.openxmlformats.org/officeDocument/2006/relationships/customXml" Target="../ink/ink270.xml"/><Relationship Id="rId220" Type="http://schemas.openxmlformats.org/officeDocument/2006/relationships/image" Target="../media/image294.png"/><Relationship Id="rId241" Type="http://schemas.openxmlformats.org/officeDocument/2006/relationships/customXml" Target="../ink/ink286.xml"/><Relationship Id="rId15" Type="http://schemas.openxmlformats.org/officeDocument/2006/relationships/customXml" Target="../ink/ink173.xml"/><Relationship Id="rId36" Type="http://schemas.openxmlformats.org/officeDocument/2006/relationships/image" Target="../media/image202.png"/><Relationship Id="rId57" Type="http://schemas.openxmlformats.org/officeDocument/2006/relationships/customXml" Target="../ink/ink194.xml"/><Relationship Id="rId78" Type="http://schemas.openxmlformats.org/officeDocument/2006/relationships/image" Target="../media/image223.png"/><Relationship Id="rId99" Type="http://schemas.openxmlformats.org/officeDocument/2006/relationships/customXml" Target="../ink/ink215.xml"/><Relationship Id="rId101" Type="http://schemas.openxmlformats.org/officeDocument/2006/relationships/customXml" Target="../ink/ink216.xml"/><Relationship Id="rId122" Type="http://schemas.openxmlformats.org/officeDocument/2006/relationships/image" Target="../media/image245.png"/><Relationship Id="rId143" Type="http://schemas.openxmlformats.org/officeDocument/2006/relationships/customXml" Target="../ink/ink237.xml"/><Relationship Id="rId164" Type="http://schemas.openxmlformats.org/officeDocument/2006/relationships/image" Target="../media/image266.png"/><Relationship Id="rId185" Type="http://schemas.openxmlformats.org/officeDocument/2006/relationships/customXml" Target="../ink/ink258.xml"/><Relationship Id="rId4" Type="http://schemas.openxmlformats.org/officeDocument/2006/relationships/image" Target="../media/image186.png"/><Relationship Id="rId9" Type="http://schemas.openxmlformats.org/officeDocument/2006/relationships/customXml" Target="../ink/ink170.xml"/><Relationship Id="rId180" Type="http://schemas.openxmlformats.org/officeDocument/2006/relationships/image" Target="../media/image274.png"/><Relationship Id="rId210" Type="http://schemas.openxmlformats.org/officeDocument/2006/relationships/image" Target="../media/image289.png"/><Relationship Id="rId215" Type="http://schemas.openxmlformats.org/officeDocument/2006/relationships/customXml" Target="../ink/ink273.xml"/><Relationship Id="rId236" Type="http://schemas.openxmlformats.org/officeDocument/2006/relationships/image" Target="../media/image302.png"/><Relationship Id="rId26" Type="http://schemas.openxmlformats.org/officeDocument/2006/relationships/image" Target="../media/image197.png"/><Relationship Id="rId231" Type="http://schemas.openxmlformats.org/officeDocument/2006/relationships/customXml" Target="../ink/ink281.xml"/><Relationship Id="rId47" Type="http://schemas.openxmlformats.org/officeDocument/2006/relationships/customXml" Target="../ink/ink189.xml"/><Relationship Id="rId68" Type="http://schemas.openxmlformats.org/officeDocument/2006/relationships/image" Target="../media/image218.png"/><Relationship Id="rId89" Type="http://schemas.openxmlformats.org/officeDocument/2006/relationships/customXml" Target="../ink/ink210.xml"/><Relationship Id="rId112" Type="http://schemas.openxmlformats.org/officeDocument/2006/relationships/image" Target="../media/image240.png"/><Relationship Id="rId133" Type="http://schemas.openxmlformats.org/officeDocument/2006/relationships/customXml" Target="../ink/ink232.xml"/><Relationship Id="rId154" Type="http://schemas.openxmlformats.org/officeDocument/2006/relationships/image" Target="../media/image261.png"/><Relationship Id="rId175" Type="http://schemas.openxmlformats.org/officeDocument/2006/relationships/customXml" Target="../ink/ink253.xml"/><Relationship Id="rId196" Type="http://schemas.openxmlformats.org/officeDocument/2006/relationships/image" Target="../media/image282.png"/><Relationship Id="rId200" Type="http://schemas.openxmlformats.org/officeDocument/2006/relationships/image" Target="../media/image284.png"/><Relationship Id="rId16" Type="http://schemas.openxmlformats.org/officeDocument/2006/relationships/image" Target="../media/image192.png"/><Relationship Id="rId221" Type="http://schemas.openxmlformats.org/officeDocument/2006/relationships/customXml" Target="../ink/ink276.xml"/><Relationship Id="rId242" Type="http://schemas.openxmlformats.org/officeDocument/2006/relationships/image" Target="../media/image305.png"/><Relationship Id="rId37" Type="http://schemas.openxmlformats.org/officeDocument/2006/relationships/customXml" Target="../ink/ink184.xml"/><Relationship Id="rId58" Type="http://schemas.openxmlformats.org/officeDocument/2006/relationships/image" Target="../media/image213.png"/><Relationship Id="rId79" Type="http://schemas.openxmlformats.org/officeDocument/2006/relationships/customXml" Target="../ink/ink205.xml"/><Relationship Id="rId102" Type="http://schemas.openxmlformats.org/officeDocument/2006/relationships/image" Target="../media/image235.png"/><Relationship Id="rId123" Type="http://schemas.openxmlformats.org/officeDocument/2006/relationships/customXml" Target="../ink/ink227.xml"/><Relationship Id="rId144" Type="http://schemas.openxmlformats.org/officeDocument/2006/relationships/image" Target="../media/image256.png"/><Relationship Id="rId90" Type="http://schemas.openxmlformats.org/officeDocument/2006/relationships/image" Target="../media/image229.png"/><Relationship Id="rId165" Type="http://schemas.openxmlformats.org/officeDocument/2006/relationships/customXml" Target="../ink/ink248.xml"/><Relationship Id="rId186" Type="http://schemas.openxmlformats.org/officeDocument/2006/relationships/image" Target="../media/image277.png"/><Relationship Id="rId211" Type="http://schemas.openxmlformats.org/officeDocument/2006/relationships/customXml" Target="../ink/ink271.xml"/><Relationship Id="rId232" Type="http://schemas.openxmlformats.org/officeDocument/2006/relationships/image" Target="../media/image300.png"/><Relationship Id="rId27" Type="http://schemas.openxmlformats.org/officeDocument/2006/relationships/customXml" Target="../ink/ink179.xml"/><Relationship Id="rId48" Type="http://schemas.openxmlformats.org/officeDocument/2006/relationships/image" Target="../media/image208.png"/><Relationship Id="rId69" Type="http://schemas.openxmlformats.org/officeDocument/2006/relationships/customXml" Target="../ink/ink200.xml"/><Relationship Id="rId113" Type="http://schemas.openxmlformats.org/officeDocument/2006/relationships/customXml" Target="../ink/ink222.xml"/><Relationship Id="rId134" Type="http://schemas.openxmlformats.org/officeDocument/2006/relationships/image" Target="../media/image251.png"/><Relationship Id="rId80" Type="http://schemas.openxmlformats.org/officeDocument/2006/relationships/image" Target="../media/image224.png"/><Relationship Id="rId155" Type="http://schemas.openxmlformats.org/officeDocument/2006/relationships/customXml" Target="../ink/ink243.xml"/><Relationship Id="rId176" Type="http://schemas.openxmlformats.org/officeDocument/2006/relationships/image" Target="../media/image272.png"/><Relationship Id="rId197" Type="http://schemas.openxmlformats.org/officeDocument/2006/relationships/customXml" Target="../ink/ink264.xml"/><Relationship Id="rId201" Type="http://schemas.openxmlformats.org/officeDocument/2006/relationships/customXml" Target="../ink/ink266.xml"/><Relationship Id="rId222" Type="http://schemas.openxmlformats.org/officeDocument/2006/relationships/image" Target="../media/image295.png"/><Relationship Id="rId243" Type="http://schemas.openxmlformats.org/officeDocument/2006/relationships/customXml" Target="../ink/ink287.xml"/><Relationship Id="rId17" Type="http://schemas.openxmlformats.org/officeDocument/2006/relationships/customXml" Target="../ink/ink174.xml"/><Relationship Id="rId38" Type="http://schemas.openxmlformats.org/officeDocument/2006/relationships/image" Target="../media/image203.png"/><Relationship Id="rId59" Type="http://schemas.openxmlformats.org/officeDocument/2006/relationships/customXml" Target="../ink/ink195.xml"/><Relationship Id="rId103" Type="http://schemas.openxmlformats.org/officeDocument/2006/relationships/customXml" Target="../ink/ink217.xml"/><Relationship Id="rId124" Type="http://schemas.openxmlformats.org/officeDocument/2006/relationships/image" Target="../media/image246.png"/><Relationship Id="rId70" Type="http://schemas.openxmlformats.org/officeDocument/2006/relationships/image" Target="../media/image219.png"/><Relationship Id="rId91" Type="http://schemas.openxmlformats.org/officeDocument/2006/relationships/customXml" Target="../ink/ink211.xml"/><Relationship Id="rId145" Type="http://schemas.openxmlformats.org/officeDocument/2006/relationships/customXml" Target="../ink/ink238.xml"/><Relationship Id="rId166" Type="http://schemas.openxmlformats.org/officeDocument/2006/relationships/image" Target="../media/image267.png"/><Relationship Id="rId187" Type="http://schemas.openxmlformats.org/officeDocument/2006/relationships/customXml" Target="../ink/ink259.xml"/><Relationship Id="rId1" Type="http://schemas.openxmlformats.org/officeDocument/2006/relationships/slideLayout" Target="../slideLayouts/slideLayout16.xml"/><Relationship Id="rId212" Type="http://schemas.openxmlformats.org/officeDocument/2006/relationships/image" Target="../media/image290.png"/><Relationship Id="rId233" Type="http://schemas.openxmlformats.org/officeDocument/2006/relationships/customXml" Target="../ink/ink282.xml"/><Relationship Id="rId28" Type="http://schemas.openxmlformats.org/officeDocument/2006/relationships/image" Target="../media/image198.png"/><Relationship Id="rId49" Type="http://schemas.openxmlformats.org/officeDocument/2006/relationships/customXml" Target="../ink/ink190.xml"/><Relationship Id="rId114" Type="http://schemas.openxmlformats.org/officeDocument/2006/relationships/image" Target="../media/image241.png"/><Relationship Id="rId60" Type="http://schemas.openxmlformats.org/officeDocument/2006/relationships/image" Target="../media/image214.png"/><Relationship Id="rId81" Type="http://schemas.openxmlformats.org/officeDocument/2006/relationships/customXml" Target="../ink/ink206.xml"/><Relationship Id="rId135" Type="http://schemas.openxmlformats.org/officeDocument/2006/relationships/customXml" Target="../ink/ink233.xml"/><Relationship Id="rId156" Type="http://schemas.openxmlformats.org/officeDocument/2006/relationships/image" Target="../media/image262.png"/><Relationship Id="rId177" Type="http://schemas.openxmlformats.org/officeDocument/2006/relationships/customXml" Target="../ink/ink254.xml"/><Relationship Id="rId198" Type="http://schemas.openxmlformats.org/officeDocument/2006/relationships/image" Target="../media/image283.png"/><Relationship Id="rId202" Type="http://schemas.openxmlformats.org/officeDocument/2006/relationships/image" Target="../media/image285.png"/><Relationship Id="rId223" Type="http://schemas.openxmlformats.org/officeDocument/2006/relationships/customXml" Target="../ink/ink277.xml"/><Relationship Id="rId244" Type="http://schemas.openxmlformats.org/officeDocument/2006/relationships/image" Target="../media/image306.png"/><Relationship Id="rId18" Type="http://schemas.openxmlformats.org/officeDocument/2006/relationships/image" Target="../media/image193.png"/><Relationship Id="rId39" Type="http://schemas.openxmlformats.org/officeDocument/2006/relationships/customXml" Target="../ink/ink185.xml"/><Relationship Id="rId50" Type="http://schemas.openxmlformats.org/officeDocument/2006/relationships/image" Target="../media/image209.png"/><Relationship Id="rId104" Type="http://schemas.openxmlformats.org/officeDocument/2006/relationships/image" Target="../media/image236.png"/><Relationship Id="rId125" Type="http://schemas.openxmlformats.org/officeDocument/2006/relationships/customXml" Target="../ink/ink228.xml"/><Relationship Id="rId146" Type="http://schemas.openxmlformats.org/officeDocument/2006/relationships/image" Target="../media/image257.png"/><Relationship Id="rId167" Type="http://schemas.openxmlformats.org/officeDocument/2006/relationships/customXml" Target="../ink/ink249.xml"/><Relationship Id="rId188" Type="http://schemas.openxmlformats.org/officeDocument/2006/relationships/image" Target="../media/image278.png"/><Relationship Id="rId71" Type="http://schemas.openxmlformats.org/officeDocument/2006/relationships/customXml" Target="../ink/ink201.xml"/><Relationship Id="rId92" Type="http://schemas.openxmlformats.org/officeDocument/2006/relationships/image" Target="../media/image230.png"/><Relationship Id="rId213" Type="http://schemas.openxmlformats.org/officeDocument/2006/relationships/customXml" Target="../ink/ink272.xml"/><Relationship Id="rId234" Type="http://schemas.openxmlformats.org/officeDocument/2006/relationships/image" Target="../media/image301.png"/><Relationship Id="rId2" Type="http://schemas.openxmlformats.org/officeDocument/2006/relationships/image" Target="../media/image185.png"/><Relationship Id="rId29" Type="http://schemas.openxmlformats.org/officeDocument/2006/relationships/customXml" Target="../ink/ink180.xml"/><Relationship Id="rId40" Type="http://schemas.openxmlformats.org/officeDocument/2006/relationships/image" Target="../media/image204.png"/><Relationship Id="rId115" Type="http://schemas.openxmlformats.org/officeDocument/2006/relationships/customXml" Target="../ink/ink223.xml"/><Relationship Id="rId136" Type="http://schemas.openxmlformats.org/officeDocument/2006/relationships/image" Target="../media/image252.png"/><Relationship Id="rId157" Type="http://schemas.openxmlformats.org/officeDocument/2006/relationships/customXml" Target="../ink/ink244.xml"/><Relationship Id="rId178" Type="http://schemas.openxmlformats.org/officeDocument/2006/relationships/image" Target="../media/image273.png"/><Relationship Id="rId61" Type="http://schemas.openxmlformats.org/officeDocument/2006/relationships/customXml" Target="../ink/ink196.xml"/><Relationship Id="rId82" Type="http://schemas.openxmlformats.org/officeDocument/2006/relationships/image" Target="../media/image225.png"/><Relationship Id="rId199" Type="http://schemas.openxmlformats.org/officeDocument/2006/relationships/customXml" Target="../ink/ink265.xml"/><Relationship Id="rId203" Type="http://schemas.openxmlformats.org/officeDocument/2006/relationships/customXml" Target="../ink/ink267.xml"/><Relationship Id="rId19" Type="http://schemas.openxmlformats.org/officeDocument/2006/relationships/customXml" Target="../ink/ink175.xml"/><Relationship Id="rId224" Type="http://schemas.openxmlformats.org/officeDocument/2006/relationships/image" Target="../media/image296.png"/><Relationship Id="rId245" Type="http://schemas.openxmlformats.org/officeDocument/2006/relationships/customXml" Target="../ink/ink288.xml"/><Relationship Id="rId30" Type="http://schemas.openxmlformats.org/officeDocument/2006/relationships/image" Target="../media/image199.png"/><Relationship Id="rId105" Type="http://schemas.openxmlformats.org/officeDocument/2006/relationships/customXml" Target="../ink/ink218.xml"/><Relationship Id="rId126" Type="http://schemas.openxmlformats.org/officeDocument/2006/relationships/image" Target="../media/image247.png"/><Relationship Id="rId147" Type="http://schemas.openxmlformats.org/officeDocument/2006/relationships/customXml" Target="../ink/ink239.xml"/><Relationship Id="rId168" Type="http://schemas.openxmlformats.org/officeDocument/2006/relationships/image" Target="../media/image268.png"/><Relationship Id="rId51" Type="http://schemas.openxmlformats.org/officeDocument/2006/relationships/customXml" Target="../ink/ink191.xml"/><Relationship Id="rId72" Type="http://schemas.openxmlformats.org/officeDocument/2006/relationships/image" Target="../media/image220.png"/><Relationship Id="rId93" Type="http://schemas.openxmlformats.org/officeDocument/2006/relationships/customXml" Target="../ink/ink212.xml"/><Relationship Id="rId189" Type="http://schemas.openxmlformats.org/officeDocument/2006/relationships/customXml" Target="../ink/ink260.xml"/><Relationship Id="rId3" Type="http://schemas.openxmlformats.org/officeDocument/2006/relationships/customXml" Target="../ink/ink167.xml"/><Relationship Id="rId214" Type="http://schemas.openxmlformats.org/officeDocument/2006/relationships/image" Target="../media/image291.png"/><Relationship Id="rId235" Type="http://schemas.openxmlformats.org/officeDocument/2006/relationships/customXml" Target="../ink/ink283.xml"/><Relationship Id="rId116" Type="http://schemas.openxmlformats.org/officeDocument/2006/relationships/image" Target="../media/image242.png"/><Relationship Id="rId137" Type="http://schemas.openxmlformats.org/officeDocument/2006/relationships/customXml" Target="../ink/ink234.xml"/><Relationship Id="rId158" Type="http://schemas.openxmlformats.org/officeDocument/2006/relationships/image" Target="../media/image263.png"/><Relationship Id="rId20" Type="http://schemas.openxmlformats.org/officeDocument/2006/relationships/image" Target="../media/image194.png"/><Relationship Id="rId41" Type="http://schemas.openxmlformats.org/officeDocument/2006/relationships/customXml" Target="../ink/ink186.xml"/><Relationship Id="rId62" Type="http://schemas.openxmlformats.org/officeDocument/2006/relationships/image" Target="../media/image215.png"/><Relationship Id="rId83" Type="http://schemas.openxmlformats.org/officeDocument/2006/relationships/customXml" Target="../ink/ink207.xml"/><Relationship Id="rId179" Type="http://schemas.openxmlformats.org/officeDocument/2006/relationships/customXml" Target="../ink/ink255.xml"/><Relationship Id="rId190" Type="http://schemas.openxmlformats.org/officeDocument/2006/relationships/image" Target="../media/image279.png"/><Relationship Id="rId204" Type="http://schemas.openxmlformats.org/officeDocument/2006/relationships/image" Target="../media/image286.png"/><Relationship Id="rId225" Type="http://schemas.openxmlformats.org/officeDocument/2006/relationships/customXml" Target="../ink/ink278.xml"/><Relationship Id="rId246" Type="http://schemas.openxmlformats.org/officeDocument/2006/relationships/image" Target="../media/image307.png"/><Relationship Id="rId106" Type="http://schemas.openxmlformats.org/officeDocument/2006/relationships/image" Target="../media/image237.png"/><Relationship Id="rId127" Type="http://schemas.openxmlformats.org/officeDocument/2006/relationships/customXml" Target="../ink/ink229.xml"/><Relationship Id="rId10" Type="http://schemas.openxmlformats.org/officeDocument/2006/relationships/image" Target="../media/image189.png"/><Relationship Id="rId31" Type="http://schemas.openxmlformats.org/officeDocument/2006/relationships/customXml" Target="../ink/ink181.xml"/><Relationship Id="rId52" Type="http://schemas.openxmlformats.org/officeDocument/2006/relationships/image" Target="../media/image210.png"/><Relationship Id="rId73" Type="http://schemas.openxmlformats.org/officeDocument/2006/relationships/customXml" Target="../ink/ink202.xml"/><Relationship Id="rId94" Type="http://schemas.openxmlformats.org/officeDocument/2006/relationships/image" Target="../media/image231.png"/><Relationship Id="rId148" Type="http://schemas.openxmlformats.org/officeDocument/2006/relationships/image" Target="../media/image258.png"/><Relationship Id="rId169" Type="http://schemas.openxmlformats.org/officeDocument/2006/relationships/customXml" Target="../ink/ink250.xml"/></Relationships>
</file>

<file path=ppt/slides/_rels/slide12.xml.rels><?xml version="1.0" encoding="UTF-8" standalone="yes"?>
<Relationships xmlns="http://schemas.openxmlformats.org/package/2006/relationships"><Relationship Id="rId2" Type="http://schemas.openxmlformats.org/officeDocument/2006/relationships/image" Target="../media/image310.png"/><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image" Target="../media/image311.png"/><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image" Target="../media/image312.png"/><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image" Target="../media/image313.png"/><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image" Target="../media/image314.png"/><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2" Type="http://schemas.openxmlformats.org/officeDocument/2006/relationships/image" Target="../media/image315.png"/><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2" Type="http://schemas.openxmlformats.org/officeDocument/2006/relationships/image" Target="../media/image316.png"/><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2" Type="http://schemas.openxmlformats.org/officeDocument/2006/relationships/image" Target="../media/image317.png"/><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2" Type="http://schemas.openxmlformats.org/officeDocument/2006/relationships/image" Target="../media/image318.png"/><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3" Type="http://schemas.openxmlformats.org/officeDocument/2006/relationships/image" Target="../media/image319.wmf"/><Relationship Id="rId2" Type="http://schemas.openxmlformats.org/officeDocument/2006/relationships/oleObject" Target="../embeddings/oleObject1.bin"/><Relationship Id="rId1" Type="http://schemas.openxmlformats.org/officeDocument/2006/relationships/slideLayout" Target="../slideLayouts/slideLayout16.xml"/><Relationship Id="rId6" Type="http://schemas.openxmlformats.org/officeDocument/2006/relationships/image" Target="../media/image321.png"/><Relationship Id="rId5" Type="http://schemas.openxmlformats.org/officeDocument/2006/relationships/image" Target="../media/image320.wmf"/><Relationship Id="rId4" Type="http://schemas.openxmlformats.org/officeDocument/2006/relationships/oleObject" Target="../embeddings/oleObject2.bin"/></Relationships>
</file>

<file path=ppt/slides/_rels/slide26.xml.rels><?xml version="1.0" encoding="UTF-8" standalone="yes"?>
<Relationships xmlns="http://schemas.openxmlformats.org/package/2006/relationships"><Relationship Id="rId2" Type="http://schemas.openxmlformats.org/officeDocument/2006/relationships/image" Target="../media/image322.png"/><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8" Type="http://schemas.openxmlformats.org/officeDocument/2006/relationships/image" Target="../media/image329.png"/><Relationship Id="rId3" Type="http://schemas.openxmlformats.org/officeDocument/2006/relationships/image" Target="../media/image324.png"/><Relationship Id="rId7" Type="http://schemas.openxmlformats.org/officeDocument/2006/relationships/image" Target="../media/image328.png"/><Relationship Id="rId2" Type="http://schemas.openxmlformats.org/officeDocument/2006/relationships/image" Target="../media/image323.png"/><Relationship Id="rId1" Type="http://schemas.openxmlformats.org/officeDocument/2006/relationships/slideLayout" Target="../slideLayouts/slideLayout16.xml"/><Relationship Id="rId6" Type="http://schemas.openxmlformats.org/officeDocument/2006/relationships/image" Target="../media/image327.png"/><Relationship Id="rId5" Type="http://schemas.openxmlformats.org/officeDocument/2006/relationships/image" Target="../media/image326.png"/><Relationship Id="rId4" Type="http://schemas.openxmlformats.org/officeDocument/2006/relationships/image" Target="../media/image325.png"/><Relationship Id="rId9" Type="http://schemas.openxmlformats.org/officeDocument/2006/relationships/image" Target="../media/image330.png"/></Relationships>
</file>

<file path=ppt/slides/_rels/slide28.xml.rels><?xml version="1.0" encoding="UTF-8" standalone="yes"?>
<Relationships xmlns="http://schemas.openxmlformats.org/package/2006/relationships"><Relationship Id="rId2" Type="http://schemas.openxmlformats.org/officeDocument/2006/relationships/image" Target="../media/image331.png"/><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6.bin"/><Relationship Id="rId13" Type="http://schemas.openxmlformats.org/officeDocument/2006/relationships/image" Target="../media/image337.wmf"/><Relationship Id="rId18" Type="http://schemas.openxmlformats.org/officeDocument/2006/relationships/oleObject" Target="../embeddings/oleObject11.bin"/><Relationship Id="rId3" Type="http://schemas.openxmlformats.org/officeDocument/2006/relationships/image" Target="../media/image332.wmf"/><Relationship Id="rId21" Type="http://schemas.openxmlformats.org/officeDocument/2006/relationships/image" Target="../media/image341.wmf"/><Relationship Id="rId7" Type="http://schemas.openxmlformats.org/officeDocument/2006/relationships/image" Target="../media/image334.wmf"/><Relationship Id="rId12" Type="http://schemas.openxmlformats.org/officeDocument/2006/relationships/oleObject" Target="../embeddings/oleObject8.bin"/><Relationship Id="rId17" Type="http://schemas.openxmlformats.org/officeDocument/2006/relationships/image" Target="../media/image339.wmf"/><Relationship Id="rId25" Type="http://schemas.openxmlformats.org/officeDocument/2006/relationships/image" Target="../media/image343.wmf"/><Relationship Id="rId2" Type="http://schemas.openxmlformats.org/officeDocument/2006/relationships/oleObject" Target="../embeddings/oleObject3.bin"/><Relationship Id="rId16" Type="http://schemas.openxmlformats.org/officeDocument/2006/relationships/oleObject" Target="../embeddings/oleObject10.bin"/><Relationship Id="rId20" Type="http://schemas.openxmlformats.org/officeDocument/2006/relationships/oleObject" Target="../embeddings/oleObject12.bin"/><Relationship Id="rId1" Type="http://schemas.openxmlformats.org/officeDocument/2006/relationships/slideLayout" Target="../slideLayouts/slideLayout16.xml"/><Relationship Id="rId6" Type="http://schemas.openxmlformats.org/officeDocument/2006/relationships/oleObject" Target="../embeddings/oleObject5.bin"/><Relationship Id="rId11" Type="http://schemas.openxmlformats.org/officeDocument/2006/relationships/image" Target="../media/image336.wmf"/><Relationship Id="rId24" Type="http://schemas.openxmlformats.org/officeDocument/2006/relationships/oleObject" Target="../embeddings/oleObject14.bin"/><Relationship Id="rId5" Type="http://schemas.openxmlformats.org/officeDocument/2006/relationships/image" Target="../media/image333.wmf"/><Relationship Id="rId15" Type="http://schemas.openxmlformats.org/officeDocument/2006/relationships/image" Target="../media/image338.wmf"/><Relationship Id="rId23" Type="http://schemas.openxmlformats.org/officeDocument/2006/relationships/image" Target="../media/image342.wmf"/><Relationship Id="rId10" Type="http://schemas.openxmlformats.org/officeDocument/2006/relationships/oleObject" Target="../embeddings/oleObject7.bin"/><Relationship Id="rId19" Type="http://schemas.openxmlformats.org/officeDocument/2006/relationships/image" Target="../media/image340.wmf"/><Relationship Id="rId4" Type="http://schemas.openxmlformats.org/officeDocument/2006/relationships/oleObject" Target="../embeddings/oleObject4.bin"/><Relationship Id="rId9" Type="http://schemas.openxmlformats.org/officeDocument/2006/relationships/image" Target="../media/image335.wmf"/><Relationship Id="rId14" Type="http://schemas.openxmlformats.org/officeDocument/2006/relationships/oleObject" Target="../embeddings/oleObject9.bin"/><Relationship Id="rId22" Type="http://schemas.openxmlformats.org/officeDocument/2006/relationships/oleObject" Target="../embeddings/oleObject13.bin"/></Relationships>
</file>

<file path=ppt/slides/_rels/slide30.xml.rels><?xml version="1.0" encoding="UTF-8" standalone="yes"?>
<Relationships xmlns="http://schemas.openxmlformats.org/package/2006/relationships"><Relationship Id="rId2" Type="http://schemas.openxmlformats.org/officeDocument/2006/relationships/image" Target="../media/image344.png"/><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2" Type="http://schemas.openxmlformats.org/officeDocument/2006/relationships/image" Target="../media/image345.png"/><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3" Type="http://schemas.openxmlformats.org/officeDocument/2006/relationships/image" Target="../media/image347.png"/><Relationship Id="rId2" Type="http://schemas.openxmlformats.org/officeDocument/2006/relationships/image" Target="../media/image346.png"/><Relationship Id="rId1" Type="http://schemas.openxmlformats.org/officeDocument/2006/relationships/slideLayout" Target="../slideLayouts/slideLayout16.xml"/><Relationship Id="rId4" Type="http://schemas.openxmlformats.org/officeDocument/2006/relationships/image" Target="../media/image34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4.xml.rels><?xml version="1.0" encoding="UTF-8" standalone="yes"?>
<Relationships xmlns="http://schemas.openxmlformats.org/package/2006/relationships"><Relationship Id="rId2" Type="http://schemas.openxmlformats.org/officeDocument/2006/relationships/image" Target="../media/image349.png"/><Relationship Id="rId1" Type="http://schemas.openxmlformats.org/officeDocument/2006/relationships/slideLayout" Target="../slideLayouts/slideLayout16.xml"/></Relationships>
</file>

<file path=ppt/slides/_rels/slide35.xml.rels><?xml version="1.0" encoding="UTF-8" standalone="yes"?>
<Relationships xmlns="http://schemas.openxmlformats.org/package/2006/relationships"><Relationship Id="rId3" Type="http://schemas.openxmlformats.org/officeDocument/2006/relationships/image" Target="../media/image351.png"/><Relationship Id="rId2" Type="http://schemas.openxmlformats.org/officeDocument/2006/relationships/image" Target="../media/image350.png"/><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3" Type="http://schemas.openxmlformats.org/officeDocument/2006/relationships/image" Target="../media/image352.png"/><Relationship Id="rId2" Type="http://schemas.openxmlformats.org/officeDocument/2006/relationships/image" Target="../media/image350.png"/><Relationship Id="rId1" Type="http://schemas.openxmlformats.org/officeDocument/2006/relationships/slideLayout" Target="../slideLayouts/slideLayout16.xml"/><Relationship Id="rId5" Type="http://schemas.openxmlformats.org/officeDocument/2006/relationships/image" Target="../media/image354.png"/><Relationship Id="rId4" Type="http://schemas.openxmlformats.org/officeDocument/2006/relationships/image" Target="../media/image35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8.xml.rels><?xml version="1.0" encoding="UTF-8" standalone="yes"?>
<Relationships xmlns="http://schemas.openxmlformats.org/package/2006/relationships"><Relationship Id="rId2" Type="http://schemas.openxmlformats.org/officeDocument/2006/relationships/image" Target="../media/image355.png"/><Relationship Id="rId1" Type="http://schemas.openxmlformats.org/officeDocument/2006/relationships/slideLayout" Target="../slideLayouts/slideLayout1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0.xml.rels><?xml version="1.0" encoding="UTF-8" standalone="yes"?>
<Relationships xmlns="http://schemas.openxmlformats.org/package/2006/relationships"><Relationship Id="rId2" Type="http://schemas.openxmlformats.org/officeDocument/2006/relationships/image" Target="../media/image356.png"/><Relationship Id="rId1" Type="http://schemas.openxmlformats.org/officeDocument/2006/relationships/slideLayout" Target="../slideLayouts/slideLayout16.xml"/></Relationships>
</file>

<file path=ppt/slides/_rels/slide41.xml.rels><?xml version="1.0" encoding="UTF-8" standalone="yes"?>
<Relationships xmlns="http://schemas.openxmlformats.org/package/2006/relationships"><Relationship Id="rId2" Type="http://schemas.openxmlformats.org/officeDocument/2006/relationships/image" Target="../media/image348.png"/><Relationship Id="rId1" Type="http://schemas.openxmlformats.org/officeDocument/2006/relationships/slideLayout" Target="../slideLayouts/slideLayout1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5.xml.rels><?xml version="1.0" encoding="UTF-8" standalone="yes"?>
<Relationships xmlns="http://schemas.openxmlformats.org/package/2006/relationships"><Relationship Id="rId2" Type="http://schemas.openxmlformats.org/officeDocument/2006/relationships/image" Target="../media/image357.png"/><Relationship Id="rId1" Type="http://schemas.openxmlformats.org/officeDocument/2006/relationships/slideLayout" Target="../slideLayouts/slideLayout16.xml"/></Relationships>
</file>

<file path=ppt/slides/_rels/slide46.xml.rels><?xml version="1.0" encoding="UTF-8" standalone="yes"?>
<Relationships xmlns="http://schemas.openxmlformats.org/package/2006/relationships"><Relationship Id="rId3" Type="http://schemas.openxmlformats.org/officeDocument/2006/relationships/image" Target="../media/image359.png"/><Relationship Id="rId2" Type="http://schemas.openxmlformats.org/officeDocument/2006/relationships/image" Target="../media/image358.png"/><Relationship Id="rId1" Type="http://schemas.openxmlformats.org/officeDocument/2006/relationships/slideLayout" Target="../slideLayouts/slideLayout16.xml"/></Relationships>
</file>

<file path=ppt/slides/_rels/slide47.xml.rels><?xml version="1.0" encoding="UTF-8" standalone="yes"?>
<Relationships xmlns="http://schemas.openxmlformats.org/package/2006/relationships"><Relationship Id="rId3" Type="http://schemas.openxmlformats.org/officeDocument/2006/relationships/image" Target="../media/image680.png"/><Relationship Id="rId2" Type="http://schemas.openxmlformats.org/officeDocument/2006/relationships/image" Target="../media/image360.png"/><Relationship Id="rId1" Type="http://schemas.openxmlformats.org/officeDocument/2006/relationships/slideLayout" Target="../slideLayouts/slideLayout16.xml"/><Relationship Id="rId4" Type="http://schemas.openxmlformats.org/officeDocument/2006/relationships/image" Target="../media/image69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1.xml.rels><?xml version="1.0" encoding="UTF-8" standalone="yes"?>
<Relationships xmlns="http://schemas.openxmlformats.org/package/2006/relationships"><Relationship Id="rId2" Type="http://schemas.openxmlformats.org/officeDocument/2006/relationships/image" Target="../media/image361.png"/><Relationship Id="rId1" Type="http://schemas.openxmlformats.org/officeDocument/2006/relationships/slideLayout" Target="../slideLayouts/slideLayout1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Google Shape;39;p1"/>
          <p:cNvSpPr>
            <a:spLocks noGrp="1"/>
          </p:cNvSpPr>
          <p:nvPr>
            <p:ph type="ctrTitle"/>
          </p:nvPr>
        </p:nvSpPr>
        <p:spPr>
          <a:xfrm>
            <a:off x="3276601" y="2770188"/>
            <a:ext cx="5181600" cy="1344612"/>
          </a:xfrm>
        </p:spPr>
        <p:txBody>
          <a:bodyPr lIns="68569" tIns="34275" rIns="68569" bIns="34275">
            <a:normAutofit fontScale="90000"/>
          </a:bodyPr>
          <a:lstStyle/>
          <a:p>
            <a:pPr algn="ctr">
              <a:spcBef>
                <a:spcPct val="0"/>
              </a:spcBef>
              <a:spcAft>
                <a:spcPct val="0"/>
              </a:spcAft>
              <a:buClr>
                <a:srgbClr val="FFFFFF"/>
              </a:buClr>
            </a:pPr>
            <a:r>
              <a:rPr lang="en-IN" sz="4000" dirty="0">
                <a:latin typeface="Arial" panose="020B0604020202020204" pitchFamily="34" charset="0"/>
                <a:cs typeface="Arial" panose="020B0604020202020204" pitchFamily="34" charset="0"/>
              </a:rPr>
              <a:t>Introduction </a:t>
            </a:r>
            <a:br>
              <a:rPr lang="en-IN" sz="4000" dirty="0">
                <a:latin typeface="Arial" panose="020B0604020202020204" pitchFamily="34" charset="0"/>
                <a:cs typeface="Arial" panose="020B0604020202020204" pitchFamily="34" charset="0"/>
              </a:rPr>
            </a:br>
            <a:r>
              <a:rPr lang="en-IN" sz="4000" dirty="0">
                <a:latin typeface="Arial" panose="020B0604020202020204" pitchFamily="34" charset="0"/>
                <a:cs typeface="Arial" panose="020B0604020202020204" pitchFamily="34" charset="0"/>
              </a:rPr>
              <a:t>to Statistical Methods</a:t>
            </a:r>
            <a:r>
              <a:rPr lang="en-US" altLang="x-none" sz="3600" dirty="0">
                <a:solidFill>
                  <a:srgbClr val="FFFFFF"/>
                </a:solidFill>
                <a:latin typeface="+mn-lt"/>
              </a:rPr>
              <a:t> </a:t>
            </a:r>
            <a:endParaRPr lang="x-none" altLang="x-none" sz="3600" dirty="0">
              <a:solidFill>
                <a:srgbClr val="FFFFFF"/>
              </a:solidFill>
              <a:latin typeface="+mn-lt"/>
            </a:endParaRPr>
          </a:p>
        </p:txBody>
      </p:sp>
      <p:sp>
        <p:nvSpPr>
          <p:cNvPr id="53251" name="Google Shape;41;p1"/>
          <p:cNvSpPr>
            <a:spLocks noGrp="1"/>
          </p:cNvSpPr>
          <p:nvPr>
            <p:ph type="body" idx="2"/>
          </p:nvPr>
        </p:nvSpPr>
        <p:spPr>
          <a:xfrm>
            <a:off x="3892550" y="4953000"/>
            <a:ext cx="5033963" cy="914400"/>
          </a:xfrm>
        </p:spPr>
        <p:txBody>
          <a:bodyPr lIns="68569" tIns="34275" rIns="68569" bIns="34275"/>
          <a:lstStyle/>
          <a:p>
            <a:pPr marL="0" indent="0" algn="ctr">
              <a:spcBef>
                <a:spcPct val="0"/>
              </a:spcBef>
              <a:spcAft>
                <a:spcPct val="0"/>
              </a:spcAft>
            </a:pPr>
            <a:r>
              <a:rPr lang="en-US" altLang="x-none" sz="2400" b="1" dirty="0">
                <a:solidFill>
                  <a:schemeClr val="tx1"/>
                </a:solidFill>
                <a:latin typeface="Helvetica" panose="020B0604020202030204" pitchFamily="34" charset="0"/>
              </a:rPr>
              <a:t>ISM Team</a:t>
            </a:r>
            <a:endParaRPr lang="x-none" altLang="x-none" sz="2400" b="1" dirty="0">
              <a:solidFill>
                <a:schemeClr val="tx1"/>
              </a:solidFill>
              <a:latin typeface="Helvetica" panose="020B0604020202030204" pitchFamily="34" charset="0"/>
            </a:endParaRPr>
          </a:p>
        </p:txBody>
      </p:sp>
    </p:spTree>
    <p:extLst>
      <p:ext uri="{BB962C8B-B14F-4D97-AF65-F5344CB8AC3E}">
        <p14:creationId xmlns:p14="http://schemas.microsoft.com/office/powerpoint/2010/main" val="25318072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0"/>
          <p:cNvSpPr>
            <a:spLocks noGrp="1"/>
          </p:cNvSpPr>
          <p:nvPr>
            <p:ph type="body" idx="1"/>
          </p:nvPr>
        </p:nvSpPr>
        <p:spPr>
          <a:xfrm>
            <a:off x="623888" y="2872816"/>
            <a:ext cx="7886700" cy="940063"/>
          </a:xfrm>
        </p:spPr>
        <p:txBody>
          <a:bodyPr>
            <a:normAutofit/>
          </a:bodyPr>
          <a:lstStyle/>
          <a:p>
            <a:pPr algn="ctr">
              <a:lnSpc>
                <a:spcPct val="100000"/>
              </a:lnSpc>
              <a:spcBef>
                <a:spcPct val="0"/>
              </a:spcBef>
              <a:defRPr/>
            </a:pPr>
            <a:r>
              <a:rPr lang="en-US" sz="2700" b="1" dirty="0">
                <a:solidFill>
                  <a:schemeClr val="tx1"/>
                </a:solidFill>
                <a:latin typeface="Arial" charset="0"/>
                <a:cs typeface="Arial" charset="0"/>
              </a:rPr>
              <a:t>Session 3</a:t>
            </a:r>
          </a:p>
          <a:p>
            <a:pPr algn="ctr">
              <a:lnSpc>
                <a:spcPct val="100000"/>
              </a:lnSpc>
              <a:spcBef>
                <a:spcPct val="0"/>
              </a:spcBef>
              <a:defRPr/>
            </a:pPr>
            <a:r>
              <a:rPr lang="en-US" sz="2700" b="1" dirty="0">
                <a:solidFill>
                  <a:schemeClr val="tx1"/>
                </a:solidFill>
                <a:latin typeface="Arial" charset="0"/>
                <a:cs typeface="Arial" charset="0"/>
              </a:rPr>
              <a:t>(</a:t>
            </a:r>
            <a:r>
              <a:rPr lang="en-US" b="1" dirty="0">
                <a:solidFill>
                  <a:schemeClr val="tx1"/>
                </a:solidFill>
                <a:latin typeface="+mn-lt"/>
                <a:cs typeface="Arial" charset="0"/>
              </a:rPr>
              <a:t>8</a:t>
            </a:r>
            <a:r>
              <a:rPr lang="en-US" b="1" baseline="30000" dirty="0">
                <a:solidFill>
                  <a:schemeClr val="tx1"/>
                </a:solidFill>
                <a:latin typeface="+mn-lt"/>
                <a:cs typeface="Arial" charset="0"/>
              </a:rPr>
              <a:t>th</a:t>
            </a:r>
            <a:r>
              <a:rPr lang="en-US" b="1" dirty="0">
                <a:solidFill>
                  <a:schemeClr val="tx1"/>
                </a:solidFill>
                <a:latin typeface="+mn-lt"/>
                <a:cs typeface="Arial" charset="0"/>
              </a:rPr>
              <a:t> / </a:t>
            </a:r>
            <a:r>
              <a:rPr lang="en-US" b="1" dirty="0">
                <a:solidFill>
                  <a:schemeClr val="tx1"/>
                </a:solidFill>
                <a:cs typeface="Arial" charset="0"/>
              </a:rPr>
              <a:t>9</a:t>
            </a:r>
            <a:r>
              <a:rPr lang="en-US" b="1" baseline="30000" dirty="0">
                <a:solidFill>
                  <a:schemeClr val="tx1"/>
                </a:solidFill>
                <a:cs typeface="Arial" charset="0"/>
              </a:rPr>
              <a:t>th </a:t>
            </a:r>
            <a:r>
              <a:rPr lang="en-US" b="1" dirty="0">
                <a:solidFill>
                  <a:schemeClr val="tx1"/>
                </a:solidFill>
                <a:latin typeface="+mn-lt"/>
                <a:cs typeface="Arial" charset="0"/>
              </a:rPr>
              <a:t>November,2025)</a:t>
            </a:r>
          </a:p>
          <a:p>
            <a:endParaRPr lang="en-IN" dirty="0"/>
          </a:p>
        </p:txBody>
      </p:sp>
      <p:sp>
        <p:nvSpPr>
          <p:cNvPr id="2" name="Rectangle 1"/>
          <p:cNvSpPr/>
          <p:nvPr/>
        </p:nvSpPr>
        <p:spPr>
          <a:xfrm>
            <a:off x="1073791" y="5169152"/>
            <a:ext cx="7851311" cy="415498"/>
          </a:xfrm>
          <a:prstGeom prst="rect">
            <a:avLst/>
          </a:prstGeom>
        </p:spPr>
        <p:txBody>
          <a:bodyPr wrap="square">
            <a:spAutoFit/>
          </a:bodyPr>
          <a:lstStyle/>
          <a:p>
            <a:pPr algn="ctr">
              <a:defRPr/>
            </a:pPr>
            <a:r>
              <a:rPr lang="en-IN" sz="2100" b="1" dirty="0"/>
              <a:t>Conditional Probability &amp; Bayes theorem</a:t>
            </a:r>
          </a:p>
        </p:txBody>
      </p:sp>
    </p:spTree>
    <p:extLst>
      <p:ext uri="{BB962C8B-B14F-4D97-AF65-F5344CB8AC3E}">
        <p14:creationId xmlns:p14="http://schemas.microsoft.com/office/powerpoint/2010/main" val="541948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7620000" cy="764364"/>
          </a:xfrm>
        </p:spPr>
        <p:txBody>
          <a:bodyPr>
            <a:normAutofit fontScale="90000"/>
          </a:bodyPr>
          <a:lstStyle/>
          <a:p>
            <a:pPr algn="l"/>
            <a:r>
              <a:rPr lang="en-IN" sz="3600" spc="-8" dirty="0">
                <a:latin typeface="Calibri"/>
                <a:cs typeface="Calibri"/>
              </a:rPr>
              <a:t>Contact</a:t>
            </a:r>
            <a:r>
              <a:rPr lang="en-IN" sz="3600" spc="-41" dirty="0">
                <a:latin typeface="Calibri"/>
                <a:cs typeface="Calibri"/>
              </a:rPr>
              <a:t> </a:t>
            </a:r>
            <a:r>
              <a:rPr lang="en-IN" sz="3600" dirty="0">
                <a:latin typeface="Calibri"/>
                <a:cs typeface="Calibri"/>
              </a:rPr>
              <a:t>Session</a:t>
            </a:r>
            <a:r>
              <a:rPr lang="en-IN" sz="3600" spc="-23" dirty="0">
                <a:latin typeface="Calibri"/>
                <a:cs typeface="Calibri"/>
              </a:rPr>
              <a:t> </a:t>
            </a:r>
            <a:r>
              <a:rPr lang="en-IN" sz="3600" dirty="0">
                <a:latin typeface="Calibri"/>
                <a:cs typeface="Calibri"/>
              </a:rPr>
              <a:t>3</a:t>
            </a:r>
            <a:br>
              <a:rPr lang="en-IN" dirty="0">
                <a:latin typeface="Calibri"/>
                <a:cs typeface="Calibri"/>
              </a:rPr>
            </a:br>
            <a:endParaRPr lang="en-IN" dirty="0"/>
          </a:p>
        </p:txBody>
      </p:sp>
      <p:pic>
        <p:nvPicPr>
          <p:cNvPr id="15362" name="object 3"/>
          <p:cNvPicPr>
            <a:picLocks noGrp="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569342" y="1960563"/>
            <a:ext cx="8039819" cy="2952750"/>
          </a:xfr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160569"/>
            <a:ext cx="2648309" cy="764364"/>
          </a:xfrm>
        </p:spPr>
        <p:txBody>
          <a:bodyPr>
            <a:normAutofit fontScale="90000"/>
          </a:bodyPr>
          <a:lstStyle/>
          <a:p>
            <a:pPr algn="l"/>
            <a:br>
              <a:rPr lang="en-US" sz="3600" spc="-8" dirty="0">
                <a:latin typeface="Calibri"/>
                <a:cs typeface="Calibri"/>
              </a:rPr>
            </a:br>
            <a:r>
              <a:rPr lang="en-US" sz="3600" spc="-8" dirty="0">
                <a:latin typeface="Calibri"/>
                <a:cs typeface="Calibri"/>
              </a:rPr>
              <a:t>Agenda</a:t>
            </a:r>
            <a:br>
              <a:rPr lang="en-US" dirty="0">
                <a:latin typeface="Calibri"/>
                <a:cs typeface="Calibri"/>
              </a:rPr>
            </a:br>
            <a:endParaRPr lang="en-IN" dirty="0"/>
          </a:p>
        </p:txBody>
      </p:sp>
      <p:sp>
        <p:nvSpPr>
          <p:cNvPr id="17411" name="Content Placeholder 2"/>
          <p:cNvSpPr>
            <a:spLocks noGrp="1" noChangeArrowheads="1"/>
          </p:cNvSpPr>
          <p:nvPr>
            <p:ph idx="4294967295"/>
          </p:nvPr>
        </p:nvSpPr>
        <p:spPr>
          <a:xfrm>
            <a:off x="672860" y="1251727"/>
            <a:ext cx="7715766" cy="4525962"/>
          </a:xfrm>
        </p:spPr>
        <p:txBody>
          <a:bodyPr/>
          <a:lstStyle/>
          <a:p>
            <a:pPr marL="457200" indent="-457200" algn="just" fontAlgn="base">
              <a:spcAft>
                <a:spcPct val="0"/>
              </a:spcAft>
              <a:buFont typeface="Wingdings" panose="05000000000000000000" pitchFamily="2" charset="2"/>
              <a:buChar char="Ø"/>
            </a:pPr>
            <a:r>
              <a:rPr lang="en-US" altLang="en-US" sz="2800" dirty="0">
                <a:cs typeface="Times New Roman" panose="02020603050405020304" pitchFamily="18" charset="0"/>
              </a:rPr>
              <a:t>Conditional Probability</a:t>
            </a:r>
          </a:p>
          <a:p>
            <a:pPr marL="457200" indent="-457200" algn="just" fontAlgn="base">
              <a:spcAft>
                <a:spcPct val="0"/>
              </a:spcAft>
              <a:buFont typeface="Wingdings" panose="05000000000000000000" pitchFamily="2" charset="2"/>
              <a:buChar char="Ø"/>
            </a:pPr>
            <a:r>
              <a:rPr lang="en-US" altLang="en-US" sz="2800" dirty="0">
                <a:cs typeface="Times New Roman" panose="02020603050405020304" pitchFamily="18" charset="0"/>
              </a:rPr>
              <a:t>Independent Events</a:t>
            </a:r>
          </a:p>
          <a:p>
            <a:pPr marL="457200" indent="-457200" algn="just" fontAlgn="base">
              <a:spcAft>
                <a:spcPct val="0"/>
              </a:spcAft>
              <a:buFont typeface="Wingdings" panose="05000000000000000000" pitchFamily="2" charset="2"/>
              <a:buChar char="Ø"/>
            </a:pPr>
            <a:r>
              <a:rPr lang="en-US" altLang="en-US" sz="2800" dirty="0">
                <a:cs typeface="Times New Roman" panose="02020603050405020304" pitchFamily="18" charset="0"/>
              </a:rPr>
              <a:t>Total Probability</a:t>
            </a:r>
          </a:p>
          <a:p>
            <a:pPr marL="457200" indent="-457200" algn="just" fontAlgn="base">
              <a:spcAft>
                <a:spcPct val="0"/>
              </a:spcAft>
              <a:buFont typeface="Wingdings" panose="05000000000000000000" pitchFamily="2" charset="2"/>
              <a:buAutoNum type="arabicPeriod"/>
            </a:pPr>
            <a:endParaRPr lang="en-US" altLang="en-US" dirty="0">
              <a:latin typeface="Times New Roman" panose="02020603050405020304" pitchFamily="18" charset="0"/>
              <a:cs typeface="Times New Roman" panose="02020603050405020304" pitchFamily="18" charset="0"/>
            </a:endParaRPr>
          </a:p>
          <a:p>
            <a:pPr marL="457200" indent="-457200" algn="just" fontAlgn="base">
              <a:spcAft>
                <a:spcPct val="0"/>
              </a:spcAft>
              <a:buFont typeface="Wingdings" panose="05000000000000000000" pitchFamily="2" charset="2"/>
              <a:buAutoNum type="arabicPeriod"/>
            </a:pPr>
            <a:endParaRPr lang="en-US" altLang="en-US" dirty="0">
              <a:latin typeface="Times New Roman" panose="02020603050405020304" pitchFamily="18" charset="0"/>
              <a:cs typeface="Times New Roman" panose="02020603050405020304" pitchFamily="18" charset="0"/>
            </a:endParaRPr>
          </a:p>
          <a:p>
            <a:pPr marL="457200" indent="-457200" algn="just" fontAlgn="base">
              <a:spcAft>
                <a:spcPct val="0"/>
              </a:spcAft>
              <a:buFont typeface="Wingdings" panose="05000000000000000000" pitchFamily="2" charset="2"/>
              <a:buAutoNum type="arabicPeriod"/>
            </a:pP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6" presetClass="entr" presetSubtype="21" fill="hold" nodeType="clickEffect">
                                  <p:stCondLst>
                                    <p:cond delay="0"/>
                                  </p:stCondLst>
                                  <p:childTnLst>
                                    <p:set>
                                      <p:cBhvr>
                                        <p:cTn id="10" dur="1" fill="hold">
                                          <p:stCondLst>
                                            <p:cond delay="0"/>
                                          </p:stCondLst>
                                        </p:cTn>
                                        <p:tgtEl>
                                          <p:spTgt spid="17411">
                                            <p:txEl>
                                              <p:pRg st="1" end="1"/>
                                            </p:txEl>
                                          </p:spTgt>
                                        </p:tgtEl>
                                        <p:attrNameLst>
                                          <p:attrName>style.visibility</p:attrName>
                                        </p:attrNameLst>
                                      </p:cBhvr>
                                      <p:to>
                                        <p:strVal val="visible"/>
                                      </p:to>
                                    </p:set>
                                    <p:animEffect transition="in" filter="barn(inVertical)">
                                      <p:cBhvr>
                                        <p:cTn id="11" dur="500"/>
                                        <p:tgtEl>
                                          <p:spTgt spid="17411">
                                            <p:txEl>
                                              <p:pRg st="1" end="1"/>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6" presetClass="entr" presetSubtype="21" fill="hold" nodeType="clickEffect">
                                  <p:stCondLst>
                                    <p:cond delay="0"/>
                                  </p:stCondLst>
                                  <p:childTnLst>
                                    <p:set>
                                      <p:cBhvr>
                                        <p:cTn id="15" dur="1" fill="hold">
                                          <p:stCondLst>
                                            <p:cond delay="0"/>
                                          </p:stCondLst>
                                        </p:cTn>
                                        <p:tgtEl>
                                          <p:spTgt spid="17411">
                                            <p:txEl>
                                              <p:pRg st="2" end="2"/>
                                            </p:txEl>
                                          </p:spTgt>
                                        </p:tgtEl>
                                        <p:attrNameLst>
                                          <p:attrName>style.visibility</p:attrName>
                                        </p:attrNameLst>
                                      </p:cBhvr>
                                      <p:to>
                                        <p:strVal val="visible"/>
                                      </p:to>
                                    </p:set>
                                    <p:animEffect transition="in" filter="barn(inVertical)">
                                      <p:cBhvr>
                                        <p:cTn id="16" dur="500"/>
                                        <p:tgtEl>
                                          <p:spTgt spid="174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object 15"/>
          <p:cNvSpPr txBox="1">
            <a:spLocks noChangeArrowheads="1"/>
          </p:cNvSpPr>
          <p:nvPr/>
        </p:nvSpPr>
        <p:spPr bwMode="auto">
          <a:xfrm>
            <a:off x="517585" y="1876425"/>
            <a:ext cx="8039819" cy="3913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9525" rIns="0" bIns="0">
            <a:spAutoFit/>
          </a:bodyPr>
          <a:lstStyle>
            <a:lvl1pPr marL="9525" indent="92233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eaLnBrk="1" hangingPunct="1">
              <a:lnSpc>
                <a:spcPct val="150000"/>
              </a:lnSpc>
              <a:spcBef>
                <a:spcPts val="75"/>
              </a:spcBef>
              <a:buFont typeface="Wingdings" panose="05000000000000000000" pitchFamily="2" charset="2"/>
              <a:buChar char="Ø"/>
            </a:pPr>
            <a:r>
              <a:rPr lang="en-US" altLang="en-US" sz="2400" dirty="0">
                <a:latin typeface="+mn-lt"/>
                <a:cs typeface="Times New Roman" panose="02020603050405020304" pitchFamily="18" charset="0"/>
              </a:rPr>
              <a:t>The probabilities assigned to various events depend on the experimental situation when the assignment is made. </a:t>
            </a:r>
          </a:p>
          <a:p>
            <a:pPr algn="just" eaLnBrk="1" hangingPunct="1">
              <a:lnSpc>
                <a:spcPct val="150000"/>
              </a:lnSpc>
              <a:spcBef>
                <a:spcPts val="75"/>
              </a:spcBef>
              <a:buFont typeface="Wingdings" panose="05000000000000000000" pitchFamily="2" charset="2"/>
              <a:buChar char="Ø"/>
            </a:pPr>
            <a:r>
              <a:rPr lang="en-US" altLang="en-US" sz="2400" dirty="0">
                <a:latin typeface="+mn-lt"/>
                <a:cs typeface="Times New Roman" panose="02020603050405020304" pitchFamily="18" charset="0"/>
              </a:rPr>
              <a:t>Subsequent to  the initial assignment, partial information relevant to the outcome of the  experiment may become available. </a:t>
            </a:r>
          </a:p>
          <a:p>
            <a:pPr algn="just" eaLnBrk="1" hangingPunct="1">
              <a:lnSpc>
                <a:spcPct val="150000"/>
              </a:lnSpc>
              <a:spcBef>
                <a:spcPts val="75"/>
              </a:spcBef>
              <a:buFont typeface="Wingdings" panose="05000000000000000000" pitchFamily="2" charset="2"/>
              <a:buChar char="Ø"/>
            </a:pPr>
            <a:r>
              <a:rPr lang="en-US" altLang="en-US" sz="2400" dirty="0">
                <a:latin typeface="+mn-lt"/>
                <a:cs typeface="Times New Roman" panose="02020603050405020304" pitchFamily="18" charset="0"/>
              </a:rPr>
              <a:t>Such information may cause us to revise  some of our probability assignments</a:t>
            </a:r>
            <a:r>
              <a:rPr lang="en-IN" altLang="en-US" sz="2400" dirty="0">
                <a:latin typeface="+mn-lt"/>
                <a:cs typeface="Times New Roman" panose="02020603050405020304" pitchFamily="18" charset="0"/>
              </a:rPr>
              <a:t>.</a:t>
            </a:r>
            <a:endParaRPr lang="en-US" altLang="en-US" sz="2400" dirty="0">
              <a:latin typeface="+mn-lt"/>
              <a:cs typeface="Times New Roman" panose="02020603050405020304" pitchFamily="18" charset="0"/>
            </a:endParaRPr>
          </a:p>
        </p:txBody>
      </p:sp>
      <p:sp>
        <p:nvSpPr>
          <p:cNvPr id="3" name="Title 2"/>
          <p:cNvSpPr>
            <a:spLocks noGrp="1"/>
          </p:cNvSpPr>
          <p:nvPr>
            <p:ph type="title"/>
          </p:nvPr>
        </p:nvSpPr>
        <p:spPr>
          <a:xfrm>
            <a:off x="0" y="160569"/>
            <a:ext cx="7620000" cy="764364"/>
          </a:xfrm>
        </p:spPr>
        <p:txBody>
          <a:bodyPr>
            <a:normAutofit fontScale="90000"/>
          </a:bodyPr>
          <a:lstStyle/>
          <a:p>
            <a:pPr algn="l"/>
            <a:br>
              <a:rPr lang="en-US" sz="3600" spc="-8" dirty="0">
                <a:latin typeface="Calibri"/>
                <a:cs typeface="Calibri"/>
              </a:rPr>
            </a:br>
            <a:r>
              <a:rPr lang="en-US" sz="3600" spc="-8" dirty="0">
                <a:latin typeface="Calibri"/>
                <a:cs typeface="Calibri"/>
              </a:rPr>
              <a:t>Conditional Probability</a:t>
            </a:r>
            <a:br>
              <a:rPr lang="en-US" dirty="0">
                <a:latin typeface="Calibri"/>
                <a:cs typeface="Calibri"/>
              </a:rPr>
            </a:br>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object 15"/>
          <p:cNvSpPr txBox="1">
            <a:spLocks noChangeArrowheads="1"/>
          </p:cNvSpPr>
          <p:nvPr/>
        </p:nvSpPr>
        <p:spPr bwMode="auto">
          <a:xfrm>
            <a:off x="439947" y="1052129"/>
            <a:ext cx="8272732" cy="5126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10001" rIns="0" bIns="0">
            <a:spAutoFit/>
          </a:bodyPr>
          <a:lstStyle>
            <a:lvl1pPr marL="352425"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eaLnBrk="1" hangingPunct="1">
              <a:lnSpc>
                <a:spcPct val="150000"/>
              </a:lnSpc>
              <a:spcBef>
                <a:spcPts val="75"/>
              </a:spcBef>
              <a:buFont typeface="Wingdings" panose="05000000000000000000" pitchFamily="2" charset="2"/>
              <a:buChar char="v"/>
            </a:pPr>
            <a:r>
              <a:rPr lang="en-US" altLang="en-US" sz="2200" dirty="0">
                <a:latin typeface="+mn-lt"/>
                <a:cs typeface="Times New Roman" panose="02020603050405020304" pitchFamily="18" charset="0"/>
              </a:rPr>
              <a:t>We examine how the information “an event A has occurred” affects the  probability assigned to B.</a:t>
            </a:r>
          </a:p>
          <a:p>
            <a:pPr algn="just" eaLnBrk="1" hangingPunct="1">
              <a:lnSpc>
                <a:spcPct val="150000"/>
              </a:lnSpc>
              <a:spcBef>
                <a:spcPts val="75"/>
              </a:spcBef>
              <a:buFont typeface="Wingdings" panose="05000000000000000000" pitchFamily="2" charset="2"/>
              <a:buChar char="v"/>
            </a:pPr>
            <a:r>
              <a:rPr lang="en-US" altLang="en-US" sz="2200" dirty="0">
                <a:latin typeface="+mn-lt"/>
                <a:cs typeface="Times New Roman" panose="02020603050405020304" pitchFamily="18" charset="0"/>
              </a:rPr>
              <a:t>For </a:t>
            </a:r>
            <a:r>
              <a:rPr lang="en-US" altLang="en-US" sz="2200" dirty="0">
                <a:solidFill>
                  <a:srgbClr val="FF0000"/>
                </a:solidFill>
                <a:latin typeface="+mn-lt"/>
                <a:cs typeface="Times New Roman" panose="02020603050405020304" pitchFamily="18" charset="0"/>
              </a:rPr>
              <a:t>example</a:t>
            </a:r>
            <a:r>
              <a:rPr lang="en-US" altLang="en-US" sz="2200" dirty="0">
                <a:latin typeface="+mn-lt"/>
                <a:cs typeface="Times New Roman" panose="02020603050405020304" pitchFamily="18" charset="0"/>
              </a:rPr>
              <a:t>, B might refer to an individual having a particular disease in the presence of certain symptoms. </a:t>
            </a:r>
          </a:p>
          <a:p>
            <a:pPr algn="just" eaLnBrk="1" hangingPunct="1">
              <a:lnSpc>
                <a:spcPct val="150000"/>
              </a:lnSpc>
              <a:spcBef>
                <a:spcPts val="75"/>
              </a:spcBef>
              <a:buFont typeface="Wingdings" panose="05000000000000000000" pitchFamily="2" charset="2"/>
              <a:buChar char="v"/>
            </a:pPr>
            <a:r>
              <a:rPr lang="en-US" altLang="en-US" sz="2200" dirty="0">
                <a:latin typeface="+mn-lt"/>
                <a:cs typeface="Times New Roman" panose="02020603050405020304" pitchFamily="18" charset="0"/>
              </a:rPr>
              <a:t>If a blood test is  performed on the individual and the result is negative, then the probability of  having the disease will change (it should decrease, but not usually to zero, since  blood tests are not infallible). </a:t>
            </a:r>
          </a:p>
          <a:p>
            <a:pPr algn="just" eaLnBrk="1" hangingPunct="1">
              <a:lnSpc>
                <a:spcPct val="150000"/>
              </a:lnSpc>
              <a:spcBef>
                <a:spcPts val="75"/>
              </a:spcBef>
              <a:buFont typeface="Wingdings" panose="05000000000000000000" pitchFamily="2" charset="2"/>
              <a:buChar char="v"/>
            </a:pPr>
            <a:r>
              <a:rPr lang="en-US" altLang="en-US" sz="2200" dirty="0">
                <a:latin typeface="+mn-lt"/>
                <a:cs typeface="Times New Roman" panose="02020603050405020304" pitchFamily="18" charset="0"/>
              </a:rPr>
              <a:t>We will use the notation to represent the conditional  probability of B given that the event A has occurred. A is the “conditioning  event.”</a:t>
            </a:r>
          </a:p>
        </p:txBody>
      </p:sp>
      <p:sp>
        <p:nvSpPr>
          <p:cNvPr id="7" name="object 2">
            <a:extLst>
              <a:ext uri="{FF2B5EF4-FFF2-40B4-BE49-F238E27FC236}">
                <a16:creationId xmlns:a16="http://schemas.microsoft.com/office/drawing/2014/main" id="{B7F75377-F6E6-4BA4-8B76-2CCF17B1BF0C}"/>
              </a:ext>
            </a:extLst>
          </p:cNvPr>
          <p:cNvSpPr txBox="1">
            <a:spLocks noGrp="1"/>
          </p:cNvSpPr>
          <p:nvPr>
            <p:ph type="title"/>
          </p:nvPr>
        </p:nvSpPr>
        <p:spPr bwMode="auto">
          <a:xfrm>
            <a:off x="0" y="307043"/>
            <a:ext cx="7620000" cy="471764"/>
          </a:xfrm>
          <a:prstGeom prst="rect">
            <a:avLst/>
          </a:prstGeom>
          <a:noFill/>
          <a:ln>
            <a:noFill/>
          </a:ln>
        </p:spPr>
        <p:txBody>
          <a:bodyPr wrap="square" lIns="0" tIns="10001" rIns="0" bIns="0" anchor="ctr">
            <a:spAutoFit/>
          </a:bodyPr>
          <a:lstStyle>
            <a:lvl1pPr marL="0" indent="-342900" algn="l" defTabSz="457200" rtl="0" eaLnBrk="0" fontAlgn="base" hangingPunct="0">
              <a:lnSpc>
                <a:spcPts val="3600"/>
              </a:lnSpc>
              <a:spcBef>
                <a:spcPts val="0"/>
              </a:spcBef>
              <a:spcAft>
                <a:spcPct val="0"/>
              </a:spcAft>
              <a:buFont typeface="Arial" panose="020B0604020202020204" pitchFamily="34" charset="0"/>
              <a:buNone/>
              <a:defRPr sz="3600" b="1" kern="1200" spc="-150" baseline="0">
                <a:solidFill>
                  <a:schemeClr val="tx1"/>
                </a:solidFill>
                <a:latin typeface="Arial" pitchFamily="34" charset="0"/>
                <a:ea typeface="+mn-ea"/>
                <a:cs typeface="Arial" pitchFamily="34" charset="0"/>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9525" eaLnBrk="1" fontAlgn="auto" hangingPunct="1">
              <a:spcBef>
                <a:spcPts val="79"/>
              </a:spcBef>
              <a:spcAft>
                <a:spcPts val="0"/>
              </a:spcAft>
              <a:buFont typeface="Arial"/>
              <a:buNone/>
              <a:defRPr/>
            </a:pPr>
            <a:r>
              <a:rPr lang="en-US" sz="3300" spc="-8" dirty="0">
                <a:solidFill>
                  <a:schemeClr val="bg1"/>
                </a:solidFill>
                <a:latin typeface="Calibri"/>
                <a:cs typeface="Calibri"/>
              </a:rPr>
              <a:t>Conditional Probability: Example</a:t>
            </a:r>
            <a:endParaRPr lang="en-US" sz="3300" dirty="0">
              <a:solidFill>
                <a:schemeClr val="bg1"/>
              </a:solidFill>
              <a:latin typeface="Calibri"/>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3804249" cy="764364"/>
          </a:xfrm>
        </p:spPr>
        <p:txBody>
          <a:bodyPr>
            <a:noAutofit/>
          </a:bodyPr>
          <a:lstStyle/>
          <a:p>
            <a:br>
              <a:rPr lang="en-US" sz="2800" spc="-8" dirty="0">
                <a:latin typeface="+mj-lt"/>
                <a:cs typeface="Calibri"/>
              </a:rPr>
            </a:br>
            <a:r>
              <a:rPr lang="en-US" sz="2800" spc="-8" dirty="0">
                <a:latin typeface="+mj-lt"/>
                <a:cs typeface="Calibri"/>
              </a:rPr>
              <a:t>Conditional Probability</a:t>
            </a:r>
            <a:br>
              <a:rPr lang="en-US" sz="2800" dirty="0">
                <a:latin typeface="+mj-lt"/>
                <a:cs typeface="Calibri"/>
              </a:rPr>
            </a:br>
            <a:endParaRPr lang="en-IN" sz="2800" dirty="0">
              <a:latin typeface="+mj-lt"/>
            </a:endParaRPr>
          </a:p>
        </p:txBody>
      </p:sp>
      <p:sp>
        <p:nvSpPr>
          <p:cNvPr id="3" name="Text Placeholder 2"/>
          <p:cNvSpPr>
            <a:spLocks noGrp="1"/>
          </p:cNvSpPr>
          <p:nvPr>
            <p:ph type="body" sz="quarter" idx="13"/>
          </p:nvPr>
        </p:nvSpPr>
        <p:spPr>
          <a:xfrm>
            <a:off x="643304" y="1151636"/>
            <a:ext cx="7620000" cy="892986"/>
          </a:xfrm>
        </p:spPr>
        <p:txBody>
          <a:bodyPr>
            <a:noAutofit/>
          </a:bodyPr>
          <a:lstStyle/>
          <a:p>
            <a:pPr algn="just">
              <a:buFont typeface="Wingdings" panose="05000000000000000000" pitchFamily="2" charset="2"/>
              <a:buChar char="Ø"/>
            </a:pPr>
            <a:r>
              <a:rPr lang="en-IN" sz="2000" dirty="0">
                <a:latin typeface="+mn-lt"/>
              </a:rPr>
              <a:t>Let A and B be two events in a sample space . The conditional probability that event B occurs given that event A has occurred is denoted by B / A ( B given A – not to read this as B by A) and its probability is </a:t>
            </a:r>
          </a:p>
        </p:txBody>
      </p:sp>
      <p:pic>
        <p:nvPicPr>
          <p:cNvPr id="5" name="Picture 4"/>
          <p:cNvPicPr>
            <a:picLocks noChangeAspect="1"/>
          </p:cNvPicPr>
          <p:nvPr/>
        </p:nvPicPr>
        <p:blipFill>
          <a:blip r:embed="rId2"/>
          <a:stretch>
            <a:fillRect/>
          </a:stretch>
        </p:blipFill>
        <p:spPr>
          <a:xfrm>
            <a:off x="3005137" y="2600328"/>
            <a:ext cx="2817693" cy="496555"/>
          </a:xfrm>
          <a:prstGeom prst="rect">
            <a:avLst/>
          </a:prstGeom>
        </p:spPr>
      </p:pic>
      <p:sp>
        <p:nvSpPr>
          <p:cNvPr id="6" name="Rectangle 5"/>
          <p:cNvSpPr/>
          <p:nvPr/>
        </p:nvSpPr>
        <p:spPr>
          <a:xfrm>
            <a:off x="681490" y="3364149"/>
            <a:ext cx="7581814" cy="707886"/>
          </a:xfrm>
          <a:prstGeom prst="rect">
            <a:avLst/>
          </a:prstGeom>
        </p:spPr>
        <p:txBody>
          <a:bodyPr wrap="square">
            <a:spAutoFit/>
          </a:bodyPr>
          <a:lstStyle/>
          <a:p>
            <a:pPr marL="285750" indent="-285750" algn="just">
              <a:buFont typeface="Wingdings" panose="05000000000000000000" pitchFamily="2" charset="2"/>
              <a:buChar char="Ø"/>
            </a:pPr>
            <a:r>
              <a:rPr lang="en-IN" sz="2000" dirty="0"/>
              <a:t>The conditional probability that event A occurs given that event B has occurred is denoted by A / B and its probability is </a:t>
            </a:r>
          </a:p>
        </p:txBody>
      </p:sp>
      <p:pic>
        <p:nvPicPr>
          <p:cNvPr id="7" name="Picture 6"/>
          <p:cNvPicPr>
            <a:picLocks noChangeAspect="1"/>
          </p:cNvPicPr>
          <p:nvPr/>
        </p:nvPicPr>
        <p:blipFill>
          <a:blip r:embed="rId3"/>
          <a:stretch>
            <a:fillRect/>
          </a:stretch>
        </p:blipFill>
        <p:spPr>
          <a:xfrm>
            <a:off x="3095625" y="4263159"/>
            <a:ext cx="2952750" cy="507249"/>
          </a:xfrm>
          <a:prstGeom prst="rect">
            <a:avLst/>
          </a:prstGeom>
        </p:spPr>
      </p:pic>
      <p:sp>
        <p:nvSpPr>
          <p:cNvPr id="8" name="Rectangle 7"/>
          <p:cNvSpPr/>
          <p:nvPr/>
        </p:nvSpPr>
        <p:spPr>
          <a:xfrm>
            <a:off x="852234" y="5193900"/>
            <a:ext cx="3279103" cy="369332"/>
          </a:xfrm>
          <a:prstGeom prst="rect">
            <a:avLst/>
          </a:prstGeom>
        </p:spPr>
        <p:txBody>
          <a:bodyPr wrap="none">
            <a:spAutoFit/>
          </a:bodyPr>
          <a:lstStyle/>
          <a:p>
            <a:pPr marL="285750" indent="-285750">
              <a:buFont typeface="Wingdings" panose="05000000000000000000" pitchFamily="2" charset="2"/>
              <a:buChar char="Ø"/>
            </a:pPr>
            <a:r>
              <a:rPr lang="en-IN" dirty="0"/>
              <a:t>From these we can also have  </a:t>
            </a:r>
          </a:p>
        </p:txBody>
      </p:sp>
      <p:pic>
        <p:nvPicPr>
          <p:cNvPr id="9" name="Picture 8"/>
          <p:cNvPicPr>
            <a:picLocks noChangeAspect="1"/>
          </p:cNvPicPr>
          <p:nvPr/>
        </p:nvPicPr>
        <p:blipFill>
          <a:blip r:embed="rId4"/>
          <a:stretch>
            <a:fillRect/>
          </a:stretch>
        </p:blipFill>
        <p:spPr>
          <a:xfrm>
            <a:off x="3172725" y="5614169"/>
            <a:ext cx="4610100" cy="596848"/>
          </a:xfrm>
          <a:prstGeom prst="rect">
            <a:avLst/>
          </a:prstGeom>
        </p:spPr>
      </p:pic>
      <p:grpSp>
        <p:nvGrpSpPr>
          <p:cNvPr id="21" name="Group 20">
            <a:extLst>
              <a:ext uri="{FF2B5EF4-FFF2-40B4-BE49-F238E27FC236}">
                <a16:creationId xmlns:a16="http://schemas.microsoft.com/office/drawing/2014/main" id="{C54BD28D-AC8B-92F4-AF5F-1F10E962CB67}"/>
              </a:ext>
            </a:extLst>
          </p:cNvPr>
          <p:cNvGrpSpPr/>
          <p:nvPr/>
        </p:nvGrpSpPr>
        <p:grpSpPr>
          <a:xfrm>
            <a:off x="2690688" y="2107630"/>
            <a:ext cx="4402080" cy="1285200"/>
            <a:chOff x="2690688" y="2107630"/>
            <a:chExt cx="4402080" cy="1285200"/>
          </a:xfrm>
        </p:grpSpPr>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A03E1EBD-7CC5-072A-099D-655DCA356032}"/>
                    </a:ext>
                  </a:extLst>
                </p14:cNvPr>
                <p14:cNvContentPartPr/>
                <p14:nvPr/>
              </p14:nvContentPartPr>
              <p14:xfrm>
                <a:off x="4357848" y="2448550"/>
                <a:ext cx="1316160" cy="399600"/>
              </p14:xfrm>
            </p:contentPart>
          </mc:Choice>
          <mc:Fallback xmlns="">
            <p:pic>
              <p:nvPicPr>
                <p:cNvPr id="4" name="Ink 3">
                  <a:extLst>
                    <a:ext uri="{FF2B5EF4-FFF2-40B4-BE49-F238E27FC236}">
                      <a16:creationId xmlns:a16="http://schemas.microsoft.com/office/drawing/2014/main" id="{A03E1EBD-7CC5-072A-099D-655DCA356032}"/>
                    </a:ext>
                  </a:extLst>
                </p:cNvPr>
                <p:cNvPicPr/>
                <p:nvPr/>
              </p:nvPicPr>
              <p:blipFill>
                <a:blip r:embed="rId6"/>
                <a:stretch>
                  <a:fillRect/>
                </a:stretch>
              </p:blipFill>
              <p:spPr>
                <a:xfrm>
                  <a:off x="4353528" y="2444230"/>
                  <a:ext cx="1324800" cy="4082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0" name="Ink 9">
                  <a:extLst>
                    <a:ext uri="{FF2B5EF4-FFF2-40B4-BE49-F238E27FC236}">
                      <a16:creationId xmlns:a16="http://schemas.microsoft.com/office/drawing/2014/main" id="{FA378D5E-6CBF-B16B-2EEC-095F2116D999}"/>
                    </a:ext>
                  </a:extLst>
                </p14:cNvPr>
                <p14:cNvContentPartPr/>
                <p14:nvPr/>
              </p14:nvContentPartPr>
              <p14:xfrm>
                <a:off x="6034368" y="2484910"/>
                <a:ext cx="152640" cy="439920"/>
              </p14:xfrm>
            </p:contentPart>
          </mc:Choice>
          <mc:Fallback xmlns="">
            <p:pic>
              <p:nvPicPr>
                <p:cNvPr id="10" name="Ink 9">
                  <a:extLst>
                    <a:ext uri="{FF2B5EF4-FFF2-40B4-BE49-F238E27FC236}">
                      <a16:creationId xmlns:a16="http://schemas.microsoft.com/office/drawing/2014/main" id="{FA378D5E-6CBF-B16B-2EEC-095F2116D999}"/>
                    </a:ext>
                  </a:extLst>
                </p:cNvPr>
                <p:cNvPicPr/>
                <p:nvPr/>
              </p:nvPicPr>
              <p:blipFill>
                <a:blip r:embed="rId8"/>
                <a:stretch>
                  <a:fillRect/>
                </a:stretch>
              </p:blipFill>
              <p:spPr>
                <a:xfrm>
                  <a:off x="6030048" y="2480590"/>
                  <a:ext cx="161280" cy="4485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1" name="Ink 10">
                  <a:extLst>
                    <a:ext uri="{FF2B5EF4-FFF2-40B4-BE49-F238E27FC236}">
                      <a16:creationId xmlns:a16="http://schemas.microsoft.com/office/drawing/2014/main" id="{46828A7A-8240-E184-C713-34D8294CF9A8}"/>
                    </a:ext>
                  </a:extLst>
                </p14:cNvPr>
                <p14:cNvContentPartPr/>
                <p14:nvPr/>
              </p14:nvContentPartPr>
              <p14:xfrm>
                <a:off x="6185208" y="2399230"/>
                <a:ext cx="340200" cy="579600"/>
              </p14:xfrm>
            </p:contentPart>
          </mc:Choice>
          <mc:Fallback xmlns="">
            <p:pic>
              <p:nvPicPr>
                <p:cNvPr id="11" name="Ink 10">
                  <a:extLst>
                    <a:ext uri="{FF2B5EF4-FFF2-40B4-BE49-F238E27FC236}">
                      <a16:creationId xmlns:a16="http://schemas.microsoft.com/office/drawing/2014/main" id="{46828A7A-8240-E184-C713-34D8294CF9A8}"/>
                    </a:ext>
                  </a:extLst>
                </p:cNvPr>
                <p:cNvPicPr/>
                <p:nvPr/>
              </p:nvPicPr>
              <p:blipFill>
                <a:blip r:embed="rId10"/>
                <a:stretch>
                  <a:fillRect/>
                </a:stretch>
              </p:blipFill>
              <p:spPr>
                <a:xfrm>
                  <a:off x="6180888" y="2394910"/>
                  <a:ext cx="348840" cy="5882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2" name="Ink 11">
                  <a:extLst>
                    <a:ext uri="{FF2B5EF4-FFF2-40B4-BE49-F238E27FC236}">
                      <a16:creationId xmlns:a16="http://schemas.microsoft.com/office/drawing/2014/main" id="{8D8BA232-0624-0316-E24C-1D91AEA987F3}"/>
                    </a:ext>
                  </a:extLst>
                </p14:cNvPr>
                <p14:cNvContentPartPr/>
                <p14:nvPr/>
              </p14:nvContentPartPr>
              <p14:xfrm>
                <a:off x="6356208" y="2554030"/>
                <a:ext cx="190080" cy="346320"/>
              </p14:xfrm>
            </p:contentPart>
          </mc:Choice>
          <mc:Fallback xmlns="">
            <p:pic>
              <p:nvPicPr>
                <p:cNvPr id="12" name="Ink 11">
                  <a:extLst>
                    <a:ext uri="{FF2B5EF4-FFF2-40B4-BE49-F238E27FC236}">
                      <a16:creationId xmlns:a16="http://schemas.microsoft.com/office/drawing/2014/main" id="{8D8BA232-0624-0316-E24C-1D91AEA987F3}"/>
                    </a:ext>
                  </a:extLst>
                </p:cNvPr>
                <p:cNvPicPr/>
                <p:nvPr/>
              </p:nvPicPr>
              <p:blipFill>
                <a:blip r:embed="rId12"/>
                <a:stretch>
                  <a:fillRect/>
                </a:stretch>
              </p:blipFill>
              <p:spPr>
                <a:xfrm>
                  <a:off x="6351888" y="2549710"/>
                  <a:ext cx="198720" cy="3549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3" name="Ink 12">
                  <a:extLst>
                    <a:ext uri="{FF2B5EF4-FFF2-40B4-BE49-F238E27FC236}">
                      <a16:creationId xmlns:a16="http://schemas.microsoft.com/office/drawing/2014/main" id="{999FB832-3168-C559-5090-5484AA1E2549}"/>
                    </a:ext>
                  </a:extLst>
                </p14:cNvPr>
                <p14:cNvContentPartPr/>
                <p14:nvPr/>
              </p14:nvContentPartPr>
              <p14:xfrm>
                <a:off x="6432888" y="2717470"/>
                <a:ext cx="113040" cy="14760"/>
              </p14:xfrm>
            </p:contentPart>
          </mc:Choice>
          <mc:Fallback xmlns="">
            <p:pic>
              <p:nvPicPr>
                <p:cNvPr id="13" name="Ink 12">
                  <a:extLst>
                    <a:ext uri="{FF2B5EF4-FFF2-40B4-BE49-F238E27FC236}">
                      <a16:creationId xmlns:a16="http://schemas.microsoft.com/office/drawing/2014/main" id="{999FB832-3168-C559-5090-5484AA1E2549}"/>
                    </a:ext>
                  </a:extLst>
                </p:cNvPr>
                <p:cNvPicPr/>
                <p:nvPr/>
              </p:nvPicPr>
              <p:blipFill>
                <a:blip r:embed="rId14"/>
                <a:stretch>
                  <a:fillRect/>
                </a:stretch>
              </p:blipFill>
              <p:spPr>
                <a:xfrm>
                  <a:off x="6428568" y="2713150"/>
                  <a:ext cx="121680" cy="234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4" name="Ink 13">
                  <a:extLst>
                    <a:ext uri="{FF2B5EF4-FFF2-40B4-BE49-F238E27FC236}">
                      <a16:creationId xmlns:a16="http://schemas.microsoft.com/office/drawing/2014/main" id="{093FBE0D-A99E-8749-8B8A-FD399FF7C72D}"/>
                    </a:ext>
                  </a:extLst>
                </p14:cNvPr>
                <p14:cNvContentPartPr/>
                <p14:nvPr/>
              </p14:nvContentPartPr>
              <p14:xfrm>
                <a:off x="6629808" y="2652670"/>
                <a:ext cx="113760" cy="271080"/>
              </p14:xfrm>
            </p:contentPart>
          </mc:Choice>
          <mc:Fallback xmlns="">
            <p:pic>
              <p:nvPicPr>
                <p:cNvPr id="14" name="Ink 13">
                  <a:extLst>
                    <a:ext uri="{FF2B5EF4-FFF2-40B4-BE49-F238E27FC236}">
                      <a16:creationId xmlns:a16="http://schemas.microsoft.com/office/drawing/2014/main" id="{093FBE0D-A99E-8749-8B8A-FD399FF7C72D}"/>
                    </a:ext>
                  </a:extLst>
                </p:cNvPr>
                <p:cNvPicPr/>
                <p:nvPr/>
              </p:nvPicPr>
              <p:blipFill>
                <a:blip r:embed="rId16"/>
                <a:stretch>
                  <a:fillRect/>
                </a:stretch>
              </p:blipFill>
              <p:spPr>
                <a:xfrm>
                  <a:off x="6625488" y="2648350"/>
                  <a:ext cx="122400" cy="2797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5" name="Ink 14">
                  <a:extLst>
                    <a:ext uri="{FF2B5EF4-FFF2-40B4-BE49-F238E27FC236}">
                      <a16:creationId xmlns:a16="http://schemas.microsoft.com/office/drawing/2014/main" id="{18E78195-7664-29D7-8C22-3FA0EC6BF766}"/>
                    </a:ext>
                  </a:extLst>
                </p14:cNvPr>
                <p14:cNvContentPartPr/>
                <p14:nvPr/>
              </p14:nvContentPartPr>
              <p14:xfrm>
                <a:off x="6893328" y="2653750"/>
                <a:ext cx="32400" cy="240840"/>
              </p14:xfrm>
            </p:contentPart>
          </mc:Choice>
          <mc:Fallback xmlns="">
            <p:pic>
              <p:nvPicPr>
                <p:cNvPr id="15" name="Ink 14">
                  <a:extLst>
                    <a:ext uri="{FF2B5EF4-FFF2-40B4-BE49-F238E27FC236}">
                      <a16:creationId xmlns:a16="http://schemas.microsoft.com/office/drawing/2014/main" id="{18E78195-7664-29D7-8C22-3FA0EC6BF766}"/>
                    </a:ext>
                  </a:extLst>
                </p:cNvPr>
                <p:cNvPicPr/>
                <p:nvPr/>
              </p:nvPicPr>
              <p:blipFill>
                <a:blip r:embed="rId18"/>
                <a:stretch>
                  <a:fillRect/>
                </a:stretch>
              </p:blipFill>
              <p:spPr>
                <a:xfrm>
                  <a:off x="6889008" y="2649430"/>
                  <a:ext cx="41040" cy="24948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6" name="Ink 15">
                  <a:extLst>
                    <a:ext uri="{FF2B5EF4-FFF2-40B4-BE49-F238E27FC236}">
                      <a16:creationId xmlns:a16="http://schemas.microsoft.com/office/drawing/2014/main" id="{4F80F0A0-732E-503A-E6A7-B9CBCB3C84BA}"/>
                    </a:ext>
                  </a:extLst>
                </p14:cNvPr>
                <p14:cNvContentPartPr/>
                <p14:nvPr/>
              </p14:nvContentPartPr>
              <p14:xfrm>
                <a:off x="6905928" y="2622070"/>
                <a:ext cx="136440" cy="279000"/>
              </p14:xfrm>
            </p:contentPart>
          </mc:Choice>
          <mc:Fallback xmlns="">
            <p:pic>
              <p:nvPicPr>
                <p:cNvPr id="16" name="Ink 15">
                  <a:extLst>
                    <a:ext uri="{FF2B5EF4-FFF2-40B4-BE49-F238E27FC236}">
                      <a16:creationId xmlns:a16="http://schemas.microsoft.com/office/drawing/2014/main" id="{4F80F0A0-732E-503A-E6A7-B9CBCB3C84BA}"/>
                    </a:ext>
                  </a:extLst>
                </p:cNvPr>
                <p:cNvPicPr/>
                <p:nvPr/>
              </p:nvPicPr>
              <p:blipFill>
                <a:blip r:embed="rId20"/>
                <a:stretch>
                  <a:fillRect/>
                </a:stretch>
              </p:blipFill>
              <p:spPr>
                <a:xfrm>
                  <a:off x="6901608" y="2617750"/>
                  <a:ext cx="145080" cy="28764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7" name="Ink 16">
                  <a:extLst>
                    <a:ext uri="{FF2B5EF4-FFF2-40B4-BE49-F238E27FC236}">
                      <a16:creationId xmlns:a16="http://schemas.microsoft.com/office/drawing/2014/main" id="{744110E8-D35C-DDD8-F74A-E4BD90C7EB1C}"/>
                    </a:ext>
                  </a:extLst>
                </p14:cNvPr>
                <p14:cNvContentPartPr/>
                <p14:nvPr/>
              </p14:nvContentPartPr>
              <p14:xfrm>
                <a:off x="6861288" y="2434870"/>
                <a:ext cx="231480" cy="735480"/>
              </p14:xfrm>
            </p:contentPart>
          </mc:Choice>
          <mc:Fallback xmlns="">
            <p:pic>
              <p:nvPicPr>
                <p:cNvPr id="17" name="Ink 16">
                  <a:extLst>
                    <a:ext uri="{FF2B5EF4-FFF2-40B4-BE49-F238E27FC236}">
                      <a16:creationId xmlns:a16="http://schemas.microsoft.com/office/drawing/2014/main" id="{744110E8-D35C-DDD8-F74A-E4BD90C7EB1C}"/>
                    </a:ext>
                  </a:extLst>
                </p:cNvPr>
                <p:cNvPicPr/>
                <p:nvPr/>
              </p:nvPicPr>
              <p:blipFill>
                <a:blip r:embed="rId22"/>
                <a:stretch>
                  <a:fillRect/>
                </a:stretch>
              </p:blipFill>
              <p:spPr>
                <a:xfrm>
                  <a:off x="6856968" y="2430550"/>
                  <a:ext cx="240120" cy="74412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9" name="Ink 18">
                  <a:extLst>
                    <a:ext uri="{FF2B5EF4-FFF2-40B4-BE49-F238E27FC236}">
                      <a16:creationId xmlns:a16="http://schemas.microsoft.com/office/drawing/2014/main" id="{A9CF2DF1-F9CC-6A1D-E306-7803B0D779C8}"/>
                    </a:ext>
                  </a:extLst>
                </p14:cNvPr>
                <p14:cNvContentPartPr/>
                <p14:nvPr/>
              </p14:nvContentPartPr>
              <p14:xfrm>
                <a:off x="2690688" y="2146150"/>
                <a:ext cx="3212640" cy="1246680"/>
              </p14:xfrm>
            </p:contentPart>
          </mc:Choice>
          <mc:Fallback xmlns="">
            <p:pic>
              <p:nvPicPr>
                <p:cNvPr id="19" name="Ink 18">
                  <a:extLst>
                    <a:ext uri="{FF2B5EF4-FFF2-40B4-BE49-F238E27FC236}">
                      <a16:creationId xmlns:a16="http://schemas.microsoft.com/office/drawing/2014/main" id="{A9CF2DF1-F9CC-6A1D-E306-7803B0D779C8}"/>
                    </a:ext>
                  </a:extLst>
                </p:cNvPr>
                <p:cNvPicPr/>
                <p:nvPr/>
              </p:nvPicPr>
              <p:blipFill>
                <a:blip r:embed="rId24"/>
                <a:stretch>
                  <a:fillRect/>
                </a:stretch>
              </p:blipFill>
              <p:spPr>
                <a:xfrm>
                  <a:off x="2686368" y="2141830"/>
                  <a:ext cx="3221280" cy="125532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0" name="Ink 19">
                  <a:extLst>
                    <a:ext uri="{FF2B5EF4-FFF2-40B4-BE49-F238E27FC236}">
                      <a16:creationId xmlns:a16="http://schemas.microsoft.com/office/drawing/2014/main" id="{C8D64968-66F8-87E4-1B0C-901D3E508BE2}"/>
                    </a:ext>
                  </a:extLst>
                </p14:cNvPr>
                <p14:cNvContentPartPr/>
                <p14:nvPr/>
              </p14:nvContentPartPr>
              <p14:xfrm>
                <a:off x="2754768" y="2107630"/>
                <a:ext cx="105840" cy="627840"/>
              </p14:xfrm>
            </p:contentPart>
          </mc:Choice>
          <mc:Fallback xmlns="">
            <p:pic>
              <p:nvPicPr>
                <p:cNvPr id="20" name="Ink 19">
                  <a:extLst>
                    <a:ext uri="{FF2B5EF4-FFF2-40B4-BE49-F238E27FC236}">
                      <a16:creationId xmlns:a16="http://schemas.microsoft.com/office/drawing/2014/main" id="{C8D64968-66F8-87E4-1B0C-901D3E508BE2}"/>
                    </a:ext>
                  </a:extLst>
                </p:cNvPr>
                <p:cNvPicPr/>
                <p:nvPr/>
              </p:nvPicPr>
              <p:blipFill>
                <a:blip r:embed="rId26"/>
                <a:stretch>
                  <a:fillRect/>
                </a:stretch>
              </p:blipFill>
              <p:spPr>
                <a:xfrm>
                  <a:off x="2750448" y="2103310"/>
                  <a:ext cx="114480" cy="636480"/>
                </a:xfrm>
                <a:prstGeom prst="rect">
                  <a:avLst/>
                </a:prstGeom>
              </p:spPr>
            </p:pic>
          </mc:Fallback>
        </mc:AlternateContent>
      </p:grpSp>
    </p:spTree>
    <p:extLst>
      <p:ext uri="{BB962C8B-B14F-4D97-AF65-F5344CB8AC3E}">
        <p14:creationId xmlns:p14="http://schemas.microsoft.com/office/powerpoint/2010/main" val="21189392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Conditional Probability</a:t>
            </a:r>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1122" y="2487945"/>
            <a:ext cx="4040187" cy="156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p:cNvPicPr>
            <a:picLocks noChangeAspect="1"/>
          </p:cNvPicPr>
          <p:nvPr/>
        </p:nvPicPr>
        <p:blipFill>
          <a:blip r:embed="rId3"/>
          <a:stretch>
            <a:fillRect/>
          </a:stretch>
        </p:blipFill>
        <p:spPr>
          <a:xfrm>
            <a:off x="1077047" y="1321559"/>
            <a:ext cx="2952750" cy="835045"/>
          </a:xfrm>
          <a:prstGeom prst="rect">
            <a:avLst/>
          </a:prstGeom>
        </p:spPr>
      </p:pic>
    </p:spTree>
    <p:extLst>
      <p:ext uri="{BB962C8B-B14F-4D97-AF65-F5344CB8AC3E}">
        <p14:creationId xmlns:p14="http://schemas.microsoft.com/office/powerpoint/2010/main" val="24939815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160569"/>
            <a:ext cx="7620000" cy="764364"/>
          </a:xfrm>
        </p:spPr>
        <p:txBody>
          <a:bodyPr>
            <a:normAutofit/>
          </a:bodyPr>
          <a:lstStyle/>
          <a:p>
            <a:pPr algn="l"/>
            <a:r>
              <a:rPr lang="en-US" sz="3600" spc="-8" dirty="0">
                <a:latin typeface="Calibri"/>
                <a:cs typeface="Calibri"/>
              </a:rPr>
              <a:t>Multiplication rule</a:t>
            </a:r>
            <a:endParaRPr lang="en-IN" dirty="0"/>
          </a:p>
        </p:txBody>
      </p:sp>
      <p:sp>
        <p:nvSpPr>
          <p:cNvPr id="2" name="Content Placeholder 1"/>
          <p:cNvSpPr>
            <a:spLocks noGrp="1" noChangeArrowheads="1"/>
          </p:cNvSpPr>
          <p:nvPr>
            <p:ph idx="4294967295"/>
          </p:nvPr>
        </p:nvSpPr>
        <p:spPr>
          <a:xfrm>
            <a:off x="491705" y="1200062"/>
            <a:ext cx="8151149" cy="1983085"/>
          </a:xfrm>
        </p:spPr>
        <p:txBody>
          <a:bodyPr>
            <a:noAutofit/>
          </a:bodyPr>
          <a:lstStyle/>
          <a:p>
            <a:pPr algn="just" fontAlgn="base">
              <a:spcBef>
                <a:spcPts val="0"/>
              </a:spcBef>
              <a:spcAft>
                <a:spcPct val="0"/>
              </a:spcAft>
              <a:buFont typeface="Wingdings" panose="05000000000000000000" pitchFamily="2" charset="2"/>
              <a:buChar char="Ø"/>
            </a:pPr>
            <a:r>
              <a:rPr lang="en-US" altLang="en-US" sz="2800" dirty="0">
                <a:cs typeface="Times New Roman" panose="02020603050405020304" pitchFamily="18" charset="0"/>
              </a:rPr>
              <a:t>Let A,B and C be three events in a sample space S, then </a:t>
            </a:r>
            <a:r>
              <a:rPr lang="en-US" altLang="en-US" sz="2800" b="1" dirty="0">
                <a:solidFill>
                  <a:srgbClr val="00B0F0"/>
                </a:solidFill>
                <a:cs typeface="Times New Roman" panose="02020603050405020304" pitchFamily="18" charset="0"/>
              </a:rPr>
              <a:t>P(A∩B∩C) = P(A) P(B|A) P(C|A∩B) </a:t>
            </a:r>
            <a:r>
              <a:rPr lang="en-US" altLang="en-US" sz="2800" dirty="0">
                <a:cs typeface="Times New Roman" panose="02020603050405020304" pitchFamily="18" charset="0"/>
              </a:rPr>
              <a:t>and it is called multiplication rule</a:t>
            </a:r>
            <a:endParaRPr lang="en-US" altLang="en-US" sz="2800" dirty="0"/>
          </a:p>
        </p:txBody>
      </p:sp>
      <p:pic>
        <p:nvPicPr>
          <p:cNvPr id="4" name="Picture 3"/>
          <p:cNvPicPr>
            <a:picLocks noChangeAspect="1"/>
          </p:cNvPicPr>
          <p:nvPr/>
        </p:nvPicPr>
        <p:blipFill>
          <a:blip r:embed="rId2"/>
          <a:stretch>
            <a:fillRect/>
          </a:stretch>
        </p:blipFill>
        <p:spPr>
          <a:xfrm>
            <a:off x="905774" y="3600627"/>
            <a:ext cx="7660256" cy="1847850"/>
          </a:xfrm>
          <a:prstGeom prst="rect">
            <a:avLst/>
          </a:prstGeom>
        </p:spPr>
      </p:pic>
      <p:grpSp>
        <p:nvGrpSpPr>
          <p:cNvPr id="22" name="Group 21">
            <a:extLst>
              <a:ext uri="{FF2B5EF4-FFF2-40B4-BE49-F238E27FC236}">
                <a16:creationId xmlns:a16="http://schemas.microsoft.com/office/drawing/2014/main" id="{0BB3CF6E-9103-D22C-6211-06705262FCCA}"/>
              </a:ext>
            </a:extLst>
          </p:cNvPr>
          <p:cNvGrpSpPr/>
          <p:nvPr/>
        </p:nvGrpSpPr>
        <p:grpSpPr>
          <a:xfrm>
            <a:off x="1538328" y="5461750"/>
            <a:ext cx="6863760" cy="1423440"/>
            <a:chOff x="1538328" y="5461750"/>
            <a:chExt cx="6863760" cy="1423440"/>
          </a:xfrm>
        </p:grpSpPr>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AD538DAF-7850-5B91-3219-4C3BA73581A5}"/>
                    </a:ext>
                  </a:extLst>
                </p14:cNvPr>
                <p14:cNvContentPartPr/>
                <p14:nvPr/>
              </p14:nvContentPartPr>
              <p14:xfrm>
                <a:off x="1538328" y="5461750"/>
                <a:ext cx="6831720" cy="444960"/>
              </p14:xfrm>
            </p:contentPart>
          </mc:Choice>
          <mc:Fallback xmlns="">
            <p:pic>
              <p:nvPicPr>
                <p:cNvPr id="5" name="Ink 4">
                  <a:extLst>
                    <a:ext uri="{FF2B5EF4-FFF2-40B4-BE49-F238E27FC236}">
                      <a16:creationId xmlns:a16="http://schemas.microsoft.com/office/drawing/2014/main" id="{AD538DAF-7850-5B91-3219-4C3BA73581A5}"/>
                    </a:ext>
                  </a:extLst>
                </p:cNvPr>
                <p:cNvPicPr/>
                <p:nvPr/>
              </p:nvPicPr>
              <p:blipFill>
                <a:blip r:embed="rId4"/>
                <a:stretch>
                  <a:fillRect/>
                </a:stretch>
              </p:blipFill>
              <p:spPr>
                <a:xfrm>
                  <a:off x="1534008" y="5457430"/>
                  <a:ext cx="6840360" cy="453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1501B367-B984-D058-45D9-F526AD82793A}"/>
                    </a:ext>
                  </a:extLst>
                </p14:cNvPr>
                <p14:cNvContentPartPr/>
                <p14:nvPr/>
              </p14:nvContentPartPr>
              <p14:xfrm>
                <a:off x="2673048" y="5585950"/>
                <a:ext cx="492840" cy="507600"/>
              </p14:xfrm>
            </p:contentPart>
          </mc:Choice>
          <mc:Fallback xmlns="">
            <p:pic>
              <p:nvPicPr>
                <p:cNvPr id="6" name="Ink 5">
                  <a:extLst>
                    <a:ext uri="{FF2B5EF4-FFF2-40B4-BE49-F238E27FC236}">
                      <a16:creationId xmlns:a16="http://schemas.microsoft.com/office/drawing/2014/main" id="{1501B367-B984-D058-45D9-F526AD82793A}"/>
                    </a:ext>
                  </a:extLst>
                </p:cNvPr>
                <p:cNvPicPr/>
                <p:nvPr/>
              </p:nvPicPr>
              <p:blipFill>
                <a:blip r:embed="rId6"/>
                <a:stretch>
                  <a:fillRect/>
                </a:stretch>
              </p:blipFill>
              <p:spPr>
                <a:xfrm>
                  <a:off x="2668728" y="5581630"/>
                  <a:ext cx="501480" cy="5162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 name="Ink 6">
                  <a:extLst>
                    <a:ext uri="{FF2B5EF4-FFF2-40B4-BE49-F238E27FC236}">
                      <a16:creationId xmlns:a16="http://schemas.microsoft.com/office/drawing/2014/main" id="{B97F164E-0D23-7329-74AB-B72A26A2F591}"/>
                    </a:ext>
                  </a:extLst>
                </p14:cNvPr>
                <p14:cNvContentPartPr/>
                <p14:nvPr/>
              </p14:nvContentPartPr>
              <p14:xfrm>
                <a:off x="3137808" y="5930110"/>
                <a:ext cx="879120" cy="590400"/>
              </p14:xfrm>
            </p:contentPart>
          </mc:Choice>
          <mc:Fallback xmlns="">
            <p:pic>
              <p:nvPicPr>
                <p:cNvPr id="7" name="Ink 6">
                  <a:extLst>
                    <a:ext uri="{FF2B5EF4-FFF2-40B4-BE49-F238E27FC236}">
                      <a16:creationId xmlns:a16="http://schemas.microsoft.com/office/drawing/2014/main" id="{B97F164E-0D23-7329-74AB-B72A26A2F591}"/>
                    </a:ext>
                  </a:extLst>
                </p:cNvPr>
                <p:cNvPicPr/>
                <p:nvPr/>
              </p:nvPicPr>
              <p:blipFill>
                <a:blip r:embed="rId8"/>
                <a:stretch>
                  <a:fillRect/>
                </a:stretch>
              </p:blipFill>
              <p:spPr>
                <a:xfrm>
                  <a:off x="3133488" y="5925790"/>
                  <a:ext cx="887760" cy="5990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8" name="Ink 7">
                  <a:extLst>
                    <a:ext uri="{FF2B5EF4-FFF2-40B4-BE49-F238E27FC236}">
                      <a16:creationId xmlns:a16="http://schemas.microsoft.com/office/drawing/2014/main" id="{A9CA0854-5249-6A7B-A4A2-62957DF25225}"/>
                    </a:ext>
                  </a:extLst>
                </p14:cNvPr>
                <p14:cNvContentPartPr/>
                <p14:nvPr/>
              </p14:nvContentPartPr>
              <p14:xfrm>
                <a:off x="4199808" y="5833270"/>
                <a:ext cx="212400" cy="402120"/>
              </p14:xfrm>
            </p:contentPart>
          </mc:Choice>
          <mc:Fallback xmlns="">
            <p:pic>
              <p:nvPicPr>
                <p:cNvPr id="8" name="Ink 7">
                  <a:extLst>
                    <a:ext uri="{FF2B5EF4-FFF2-40B4-BE49-F238E27FC236}">
                      <a16:creationId xmlns:a16="http://schemas.microsoft.com/office/drawing/2014/main" id="{A9CA0854-5249-6A7B-A4A2-62957DF25225}"/>
                    </a:ext>
                  </a:extLst>
                </p:cNvPr>
                <p:cNvPicPr/>
                <p:nvPr/>
              </p:nvPicPr>
              <p:blipFill>
                <a:blip r:embed="rId10"/>
                <a:stretch>
                  <a:fillRect/>
                </a:stretch>
              </p:blipFill>
              <p:spPr>
                <a:xfrm>
                  <a:off x="4195488" y="5828950"/>
                  <a:ext cx="221040" cy="4107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9" name="Ink 8">
                  <a:extLst>
                    <a:ext uri="{FF2B5EF4-FFF2-40B4-BE49-F238E27FC236}">
                      <a16:creationId xmlns:a16="http://schemas.microsoft.com/office/drawing/2014/main" id="{C20E6E79-C2D2-7F14-5CFF-9F595FD781DA}"/>
                    </a:ext>
                  </a:extLst>
                </p14:cNvPr>
                <p14:cNvContentPartPr/>
                <p14:nvPr/>
              </p14:nvContentPartPr>
              <p14:xfrm>
                <a:off x="4190448" y="5913190"/>
                <a:ext cx="684720" cy="418320"/>
              </p14:xfrm>
            </p:contentPart>
          </mc:Choice>
          <mc:Fallback xmlns="">
            <p:pic>
              <p:nvPicPr>
                <p:cNvPr id="9" name="Ink 8">
                  <a:extLst>
                    <a:ext uri="{FF2B5EF4-FFF2-40B4-BE49-F238E27FC236}">
                      <a16:creationId xmlns:a16="http://schemas.microsoft.com/office/drawing/2014/main" id="{C20E6E79-C2D2-7F14-5CFF-9F595FD781DA}"/>
                    </a:ext>
                  </a:extLst>
                </p:cNvPr>
                <p:cNvPicPr/>
                <p:nvPr/>
              </p:nvPicPr>
              <p:blipFill>
                <a:blip r:embed="rId12"/>
                <a:stretch>
                  <a:fillRect/>
                </a:stretch>
              </p:blipFill>
              <p:spPr>
                <a:xfrm>
                  <a:off x="4186128" y="5908870"/>
                  <a:ext cx="693360" cy="4269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0" name="Ink 9">
                  <a:extLst>
                    <a:ext uri="{FF2B5EF4-FFF2-40B4-BE49-F238E27FC236}">
                      <a16:creationId xmlns:a16="http://schemas.microsoft.com/office/drawing/2014/main" id="{99D5B252-22ED-1D96-386F-46FFD5AB1262}"/>
                    </a:ext>
                  </a:extLst>
                </p14:cNvPr>
                <p14:cNvContentPartPr/>
                <p14:nvPr/>
              </p14:nvContentPartPr>
              <p14:xfrm>
                <a:off x="5036448" y="6119110"/>
                <a:ext cx="186840" cy="119160"/>
              </p14:xfrm>
            </p:contentPart>
          </mc:Choice>
          <mc:Fallback xmlns="">
            <p:pic>
              <p:nvPicPr>
                <p:cNvPr id="10" name="Ink 9">
                  <a:extLst>
                    <a:ext uri="{FF2B5EF4-FFF2-40B4-BE49-F238E27FC236}">
                      <a16:creationId xmlns:a16="http://schemas.microsoft.com/office/drawing/2014/main" id="{99D5B252-22ED-1D96-386F-46FFD5AB1262}"/>
                    </a:ext>
                  </a:extLst>
                </p:cNvPr>
                <p:cNvPicPr/>
                <p:nvPr/>
              </p:nvPicPr>
              <p:blipFill>
                <a:blip r:embed="rId14"/>
                <a:stretch>
                  <a:fillRect/>
                </a:stretch>
              </p:blipFill>
              <p:spPr>
                <a:xfrm>
                  <a:off x="5032128" y="6114790"/>
                  <a:ext cx="19548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1" name="Ink 10">
                  <a:extLst>
                    <a:ext uri="{FF2B5EF4-FFF2-40B4-BE49-F238E27FC236}">
                      <a16:creationId xmlns:a16="http://schemas.microsoft.com/office/drawing/2014/main" id="{3657023E-A341-F6E3-4FC3-49864BEB104F}"/>
                    </a:ext>
                  </a:extLst>
                </p14:cNvPr>
                <p14:cNvContentPartPr/>
                <p14:nvPr/>
              </p14:nvContentPartPr>
              <p14:xfrm>
                <a:off x="5235888" y="6143590"/>
                <a:ext cx="212400" cy="107280"/>
              </p14:xfrm>
            </p:contentPart>
          </mc:Choice>
          <mc:Fallback xmlns="">
            <p:pic>
              <p:nvPicPr>
                <p:cNvPr id="11" name="Ink 10">
                  <a:extLst>
                    <a:ext uri="{FF2B5EF4-FFF2-40B4-BE49-F238E27FC236}">
                      <a16:creationId xmlns:a16="http://schemas.microsoft.com/office/drawing/2014/main" id="{3657023E-A341-F6E3-4FC3-49864BEB104F}"/>
                    </a:ext>
                  </a:extLst>
                </p:cNvPr>
                <p:cNvPicPr/>
                <p:nvPr/>
              </p:nvPicPr>
              <p:blipFill>
                <a:blip r:embed="rId16"/>
                <a:stretch>
                  <a:fillRect/>
                </a:stretch>
              </p:blipFill>
              <p:spPr>
                <a:xfrm>
                  <a:off x="5231568" y="6139270"/>
                  <a:ext cx="22104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2" name="Ink 11">
                  <a:extLst>
                    <a:ext uri="{FF2B5EF4-FFF2-40B4-BE49-F238E27FC236}">
                      <a16:creationId xmlns:a16="http://schemas.microsoft.com/office/drawing/2014/main" id="{1F6DF941-F939-268C-0A5D-8356604C151C}"/>
                    </a:ext>
                  </a:extLst>
                </p14:cNvPr>
                <p14:cNvContentPartPr/>
                <p14:nvPr/>
              </p14:nvContentPartPr>
              <p14:xfrm>
                <a:off x="5434968" y="5936950"/>
                <a:ext cx="667800" cy="393120"/>
              </p14:xfrm>
            </p:contentPart>
          </mc:Choice>
          <mc:Fallback xmlns="">
            <p:pic>
              <p:nvPicPr>
                <p:cNvPr id="12" name="Ink 11">
                  <a:extLst>
                    <a:ext uri="{FF2B5EF4-FFF2-40B4-BE49-F238E27FC236}">
                      <a16:creationId xmlns:a16="http://schemas.microsoft.com/office/drawing/2014/main" id="{1F6DF941-F939-268C-0A5D-8356604C151C}"/>
                    </a:ext>
                  </a:extLst>
                </p:cNvPr>
                <p:cNvPicPr/>
                <p:nvPr/>
              </p:nvPicPr>
              <p:blipFill>
                <a:blip r:embed="rId18"/>
                <a:stretch>
                  <a:fillRect/>
                </a:stretch>
              </p:blipFill>
              <p:spPr>
                <a:xfrm>
                  <a:off x="5430648" y="5932630"/>
                  <a:ext cx="676440" cy="40176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3" name="Ink 12">
                  <a:extLst>
                    <a:ext uri="{FF2B5EF4-FFF2-40B4-BE49-F238E27FC236}">
                      <a16:creationId xmlns:a16="http://schemas.microsoft.com/office/drawing/2014/main" id="{49D509D9-21B2-CE5D-126A-C7B829F1D9D2}"/>
                    </a:ext>
                  </a:extLst>
                </p14:cNvPr>
                <p14:cNvContentPartPr/>
                <p14:nvPr/>
              </p14:nvContentPartPr>
              <p14:xfrm>
                <a:off x="6377088" y="6110110"/>
                <a:ext cx="880560" cy="519480"/>
              </p14:xfrm>
            </p:contentPart>
          </mc:Choice>
          <mc:Fallback xmlns="">
            <p:pic>
              <p:nvPicPr>
                <p:cNvPr id="13" name="Ink 12">
                  <a:extLst>
                    <a:ext uri="{FF2B5EF4-FFF2-40B4-BE49-F238E27FC236}">
                      <a16:creationId xmlns:a16="http://schemas.microsoft.com/office/drawing/2014/main" id="{49D509D9-21B2-CE5D-126A-C7B829F1D9D2}"/>
                    </a:ext>
                  </a:extLst>
                </p:cNvPr>
                <p:cNvPicPr/>
                <p:nvPr/>
              </p:nvPicPr>
              <p:blipFill>
                <a:blip r:embed="rId20"/>
                <a:stretch>
                  <a:fillRect/>
                </a:stretch>
              </p:blipFill>
              <p:spPr>
                <a:xfrm>
                  <a:off x="6372768" y="6105790"/>
                  <a:ext cx="889200" cy="5281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4" name="Ink 13">
                  <a:extLst>
                    <a:ext uri="{FF2B5EF4-FFF2-40B4-BE49-F238E27FC236}">
                      <a16:creationId xmlns:a16="http://schemas.microsoft.com/office/drawing/2014/main" id="{EA2431D3-A982-8D8B-D524-59C84995C9AB}"/>
                    </a:ext>
                  </a:extLst>
                </p14:cNvPr>
                <p14:cNvContentPartPr/>
                <p14:nvPr/>
              </p14:nvContentPartPr>
              <p14:xfrm>
                <a:off x="7520448" y="6115870"/>
                <a:ext cx="282960" cy="178920"/>
              </p14:xfrm>
            </p:contentPart>
          </mc:Choice>
          <mc:Fallback xmlns="">
            <p:pic>
              <p:nvPicPr>
                <p:cNvPr id="14" name="Ink 13">
                  <a:extLst>
                    <a:ext uri="{FF2B5EF4-FFF2-40B4-BE49-F238E27FC236}">
                      <a16:creationId xmlns:a16="http://schemas.microsoft.com/office/drawing/2014/main" id="{EA2431D3-A982-8D8B-D524-59C84995C9AB}"/>
                    </a:ext>
                  </a:extLst>
                </p:cNvPr>
                <p:cNvPicPr/>
                <p:nvPr/>
              </p:nvPicPr>
              <p:blipFill>
                <a:blip r:embed="rId22"/>
                <a:stretch>
                  <a:fillRect/>
                </a:stretch>
              </p:blipFill>
              <p:spPr>
                <a:xfrm>
                  <a:off x="7516128" y="6111550"/>
                  <a:ext cx="291600" cy="18756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5" name="Ink 14">
                  <a:extLst>
                    <a:ext uri="{FF2B5EF4-FFF2-40B4-BE49-F238E27FC236}">
                      <a16:creationId xmlns:a16="http://schemas.microsoft.com/office/drawing/2014/main" id="{EA2916B0-6D2C-FE11-3BF5-4878A7DE6F11}"/>
                    </a:ext>
                  </a:extLst>
                </p14:cNvPr>
                <p14:cNvContentPartPr/>
                <p14:nvPr/>
              </p14:nvContentPartPr>
              <p14:xfrm>
                <a:off x="7916448" y="6191110"/>
                <a:ext cx="485640" cy="343440"/>
              </p14:xfrm>
            </p:contentPart>
          </mc:Choice>
          <mc:Fallback xmlns="">
            <p:pic>
              <p:nvPicPr>
                <p:cNvPr id="15" name="Ink 14">
                  <a:extLst>
                    <a:ext uri="{FF2B5EF4-FFF2-40B4-BE49-F238E27FC236}">
                      <a16:creationId xmlns:a16="http://schemas.microsoft.com/office/drawing/2014/main" id="{EA2916B0-6D2C-FE11-3BF5-4878A7DE6F11}"/>
                    </a:ext>
                  </a:extLst>
                </p:cNvPr>
                <p:cNvPicPr/>
                <p:nvPr/>
              </p:nvPicPr>
              <p:blipFill>
                <a:blip r:embed="rId24"/>
                <a:stretch>
                  <a:fillRect/>
                </a:stretch>
              </p:blipFill>
              <p:spPr>
                <a:xfrm>
                  <a:off x="7912128" y="6186790"/>
                  <a:ext cx="494280" cy="35208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6" name="Ink 15">
                  <a:extLst>
                    <a:ext uri="{FF2B5EF4-FFF2-40B4-BE49-F238E27FC236}">
                      <a16:creationId xmlns:a16="http://schemas.microsoft.com/office/drawing/2014/main" id="{3CA6A236-FE00-C9B2-30DE-AEB9D90EDADD}"/>
                    </a:ext>
                  </a:extLst>
                </p14:cNvPr>
                <p14:cNvContentPartPr/>
                <p14:nvPr/>
              </p14:nvContentPartPr>
              <p14:xfrm>
                <a:off x="3664488" y="6338350"/>
                <a:ext cx="420120" cy="546840"/>
              </p14:xfrm>
            </p:contentPart>
          </mc:Choice>
          <mc:Fallback xmlns="">
            <p:pic>
              <p:nvPicPr>
                <p:cNvPr id="16" name="Ink 15">
                  <a:extLst>
                    <a:ext uri="{FF2B5EF4-FFF2-40B4-BE49-F238E27FC236}">
                      <a16:creationId xmlns:a16="http://schemas.microsoft.com/office/drawing/2014/main" id="{3CA6A236-FE00-C9B2-30DE-AEB9D90EDADD}"/>
                    </a:ext>
                  </a:extLst>
                </p:cNvPr>
                <p:cNvPicPr/>
                <p:nvPr/>
              </p:nvPicPr>
              <p:blipFill>
                <a:blip r:embed="rId26"/>
                <a:stretch>
                  <a:fillRect/>
                </a:stretch>
              </p:blipFill>
              <p:spPr>
                <a:xfrm>
                  <a:off x="3660168" y="6334030"/>
                  <a:ext cx="428760" cy="55548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7" name="Ink 16">
                  <a:extLst>
                    <a:ext uri="{FF2B5EF4-FFF2-40B4-BE49-F238E27FC236}">
                      <a16:creationId xmlns:a16="http://schemas.microsoft.com/office/drawing/2014/main" id="{5A999ACE-D05D-64B5-C0B5-19C76488896E}"/>
                    </a:ext>
                  </a:extLst>
                </p14:cNvPr>
                <p14:cNvContentPartPr/>
                <p14:nvPr/>
              </p14:nvContentPartPr>
              <p14:xfrm>
                <a:off x="4262808" y="6428669"/>
                <a:ext cx="277920" cy="100800"/>
              </p14:xfrm>
            </p:contentPart>
          </mc:Choice>
          <mc:Fallback xmlns="">
            <p:pic>
              <p:nvPicPr>
                <p:cNvPr id="17" name="Ink 16">
                  <a:extLst>
                    <a:ext uri="{FF2B5EF4-FFF2-40B4-BE49-F238E27FC236}">
                      <a16:creationId xmlns:a16="http://schemas.microsoft.com/office/drawing/2014/main" id="{5A999ACE-D05D-64B5-C0B5-19C76488896E}"/>
                    </a:ext>
                  </a:extLst>
                </p:cNvPr>
                <p:cNvPicPr/>
                <p:nvPr/>
              </p:nvPicPr>
              <p:blipFill>
                <a:blip r:embed="rId28"/>
                <a:stretch>
                  <a:fillRect/>
                </a:stretch>
              </p:blipFill>
              <p:spPr>
                <a:xfrm>
                  <a:off x="4258488" y="6424349"/>
                  <a:ext cx="286560" cy="10944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9" name="Ink 18">
                  <a:extLst>
                    <a:ext uri="{FF2B5EF4-FFF2-40B4-BE49-F238E27FC236}">
                      <a16:creationId xmlns:a16="http://schemas.microsoft.com/office/drawing/2014/main" id="{D9F5CA0A-5D05-1F6E-349C-E00C070EE996}"/>
                    </a:ext>
                  </a:extLst>
                </p14:cNvPr>
                <p14:cNvContentPartPr/>
                <p14:nvPr/>
              </p14:nvContentPartPr>
              <p14:xfrm>
                <a:off x="4765728" y="6448109"/>
                <a:ext cx="315720" cy="168120"/>
              </p14:xfrm>
            </p:contentPart>
          </mc:Choice>
          <mc:Fallback xmlns="">
            <p:pic>
              <p:nvPicPr>
                <p:cNvPr id="19" name="Ink 18">
                  <a:extLst>
                    <a:ext uri="{FF2B5EF4-FFF2-40B4-BE49-F238E27FC236}">
                      <a16:creationId xmlns:a16="http://schemas.microsoft.com/office/drawing/2014/main" id="{D9F5CA0A-5D05-1F6E-349C-E00C070EE996}"/>
                    </a:ext>
                  </a:extLst>
                </p:cNvPr>
                <p:cNvPicPr/>
                <p:nvPr/>
              </p:nvPicPr>
              <p:blipFill>
                <a:blip r:embed="rId30"/>
                <a:stretch>
                  <a:fillRect/>
                </a:stretch>
              </p:blipFill>
              <p:spPr>
                <a:xfrm>
                  <a:off x="4761408" y="6443789"/>
                  <a:ext cx="324360" cy="17676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0" name="Ink 19">
                  <a:extLst>
                    <a:ext uri="{FF2B5EF4-FFF2-40B4-BE49-F238E27FC236}">
                      <a16:creationId xmlns:a16="http://schemas.microsoft.com/office/drawing/2014/main" id="{B893ECE4-A2DE-6E7F-FB03-76DC9CF36892}"/>
                    </a:ext>
                  </a:extLst>
                </p14:cNvPr>
                <p14:cNvContentPartPr/>
                <p14:nvPr/>
              </p14:nvContentPartPr>
              <p14:xfrm>
                <a:off x="5198088" y="6390149"/>
                <a:ext cx="599760" cy="347040"/>
              </p14:xfrm>
            </p:contentPart>
          </mc:Choice>
          <mc:Fallback xmlns="">
            <p:pic>
              <p:nvPicPr>
                <p:cNvPr id="20" name="Ink 19">
                  <a:extLst>
                    <a:ext uri="{FF2B5EF4-FFF2-40B4-BE49-F238E27FC236}">
                      <a16:creationId xmlns:a16="http://schemas.microsoft.com/office/drawing/2014/main" id="{B893ECE4-A2DE-6E7F-FB03-76DC9CF36892}"/>
                    </a:ext>
                  </a:extLst>
                </p:cNvPr>
                <p:cNvPicPr/>
                <p:nvPr/>
              </p:nvPicPr>
              <p:blipFill>
                <a:blip r:embed="rId32"/>
                <a:stretch>
                  <a:fillRect/>
                </a:stretch>
              </p:blipFill>
              <p:spPr>
                <a:xfrm>
                  <a:off x="5193768" y="6385829"/>
                  <a:ext cx="608400" cy="35568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1" name="Ink 20">
                  <a:extLst>
                    <a:ext uri="{FF2B5EF4-FFF2-40B4-BE49-F238E27FC236}">
                      <a16:creationId xmlns:a16="http://schemas.microsoft.com/office/drawing/2014/main" id="{6BFF8804-07EA-73D3-87A2-58952D2BD169}"/>
                    </a:ext>
                  </a:extLst>
                </p14:cNvPr>
                <p14:cNvContentPartPr/>
                <p14:nvPr/>
              </p14:nvContentPartPr>
              <p14:xfrm>
                <a:off x="5743128" y="6475109"/>
                <a:ext cx="131760" cy="19080"/>
              </p14:xfrm>
            </p:contentPart>
          </mc:Choice>
          <mc:Fallback xmlns="">
            <p:pic>
              <p:nvPicPr>
                <p:cNvPr id="21" name="Ink 20">
                  <a:extLst>
                    <a:ext uri="{FF2B5EF4-FFF2-40B4-BE49-F238E27FC236}">
                      <a16:creationId xmlns:a16="http://schemas.microsoft.com/office/drawing/2014/main" id="{6BFF8804-07EA-73D3-87A2-58952D2BD169}"/>
                    </a:ext>
                  </a:extLst>
                </p:cNvPr>
                <p:cNvPicPr/>
                <p:nvPr/>
              </p:nvPicPr>
              <p:blipFill>
                <a:blip r:embed="rId34"/>
                <a:stretch>
                  <a:fillRect/>
                </a:stretch>
              </p:blipFill>
              <p:spPr>
                <a:xfrm>
                  <a:off x="5738808" y="6470789"/>
                  <a:ext cx="140400" cy="27720"/>
                </a:xfrm>
                <a:prstGeom prst="rect">
                  <a:avLst/>
                </a:prstGeom>
              </p:spPr>
            </p:pic>
          </mc:Fallback>
        </mc:AlternateContent>
      </p:grpSp>
      <p:grpSp>
        <p:nvGrpSpPr>
          <p:cNvPr id="25" name="Group 24">
            <a:extLst>
              <a:ext uri="{FF2B5EF4-FFF2-40B4-BE49-F238E27FC236}">
                <a16:creationId xmlns:a16="http://schemas.microsoft.com/office/drawing/2014/main" id="{C4A519DA-1688-9FC9-AC32-28C481C9B219}"/>
              </a:ext>
            </a:extLst>
          </p:cNvPr>
          <p:cNvGrpSpPr/>
          <p:nvPr/>
        </p:nvGrpSpPr>
        <p:grpSpPr>
          <a:xfrm>
            <a:off x="5609928" y="2131709"/>
            <a:ext cx="1618920" cy="135360"/>
            <a:chOff x="5609928" y="2131709"/>
            <a:chExt cx="1618920" cy="135360"/>
          </a:xfrm>
        </p:grpSpPr>
        <mc:AlternateContent xmlns:mc="http://schemas.openxmlformats.org/markup-compatibility/2006" xmlns:p14="http://schemas.microsoft.com/office/powerpoint/2010/main">
          <mc:Choice Requires="p14">
            <p:contentPart p14:bwMode="auto" r:id="rId35">
              <p14:nvContentPartPr>
                <p14:cNvPr id="23" name="Ink 22">
                  <a:extLst>
                    <a:ext uri="{FF2B5EF4-FFF2-40B4-BE49-F238E27FC236}">
                      <a16:creationId xmlns:a16="http://schemas.microsoft.com/office/drawing/2014/main" id="{84BA59F4-C881-6C05-E385-362F57DEE9B3}"/>
                    </a:ext>
                  </a:extLst>
                </p14:cNvPr>
                <p14:cNvContentPartPr/>
                <p14:nvPr/>
              </p14:nvContentPartPr>
              <p14:xfrm>
                <a:off x="5609928" y="2131709"/>
                <a:ext cx="1433160" cy="135360"/>
              </p14:xfrm>
            </p:contentPart>
          </mc:Choice>
          <mc:Fallback xmlns="">
            <p:pic>
              <p:nvPicPr>
                <p:cNvPr id="23" name="Ink 22">
                  <a:extLst>
                    <a:ext uri="{FF2B5EF4-FFF2-40B4-BE49-F238E27FC236}">
                      <a16:creationId xmlns:a16="http://schemas.microsoft.com/office/drawing/2014/main" id="{84BA59F4-C881-6C05-E385-362F57DEE9B3}"/>
                    </a:ext>
                  </a:extLst>
                </p:cNvPr>
                <p:cNvPicPr/>
                <p:nvPr/>
              </p:nvPicPr>
              <p:blipFill>
                <a:blip r:embed="rId36"/>
                <a:stretch>
                  <a:fillRect/>
                </a:stretch>
              </p:blipFill>
              <p:spPr>
                <a:xfrm>
                  <a:off x="5605608" y="2127389"/>
                  <a:ext cx="144180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4" name="Ink 23">
                  <a:extLst>
                    <a:ext uri="{FF2B5EF4-FFF2-40B4-BE49-F238E27FC236}">
                      <a16:creationId xmlns:a16="http://schemas.microsoft.com/office/drawing/2014/main" id="{D935DD5A-371B-6786-BCD4-0BBCFD128D77}"/>
                    </a:ext>
                  </a:extLst>
                </p14:cNvPr>
                <p14:cNvContentPartPr/>
                <p14:nvPr/>
              </p14:nvContentPartPr>
              <p14:xfrm>
                <a:off x="5881008" y="2135669"/>
                <a:ext cx="1347840" cy="52200"/>
              </p14:xfrm>
            </p:contentPart>
          </mc:Choice>
          <mc:Fallback xmlns="">
            <p:pic>
              <p:nvPicPr>
                <p:cNvPr id="24" name="Ink 23">
                  <a:extLst>
                    <a:ext uri="{FF2B5EF4-FFF2-40B4-BE49-F238E27FC236}">
                      <a16:creationId xmlns:a16="http://schemas.microsoft.com/office/drawing/2014/main" id="{D935DD5A-371B-6786-BCD4-0BBCFD128D77}"/>
                    </a:ext>
                  </a:extLst>
                </p:cNvPr>
                <p:cNvPicPr/>
                <p:nvPr/>
              </p:nvPicPr>
              <p:blipFill>
                <a:blip r:embed="rId38"/>
                <a:stretch>
                  <a:fillRect/>
                </a:stretch>
              </p:blipFill>
              <p:spPr>
                <a:xfrm>
                  <a:off x="5876688" y="2131349"/>
                  <a:ext cx="1356480" cy="608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9">
            <p14:nvContentPartPr>
              <p14:cNvPr id="26" name="Ink 25">
                <a:extLst>
                  <a:ext uri="{FF2B5EF4-FFF2-40B4-BE49-F238E27FC236}">
                    <a16:creationId xmlns:a16="http://schemas.microsoft.com/office/drawing/2014/main" id="{70386455-B318-6CAB-24BC-F059B97FB258}"/>
                  </a:ext>
                </a:extLst>
              </p14:cNvPr>
              <p14:cNvContentPartPr/>
              <p14:nvPr/>
            </p14:nvContentPartPr>
            <p14:xfrm>
              <a:off x="1675848" y="2515829"/>
              <a:ext cx="155160" cy="525960"/>
            </p14:xfrm>
          </p:contentPart>
        </mc:Choice>
        <mc:Fallback xmlns="">
          <p:pic>
            <p:nvPicPr>
              <p:cNvPr id="26" name="Ink 25">
                <a:extLst>
                  <a:ext uri="{FF2B5EF4-FFF2-40B4-BE49-F238E27FC236}">
                    <a16:creationId xmlns:a16="http://schemas.microsoft.com/office/drawing/2014/main" id="{70386455-B318-6CAB-24BC-F059B97FB258}"/>
                  </a:ext>
                </a:extLst>
              </p:cNvPr>
              <p:cNvPicPr/>
              <p:nvPr/>
            </p:nvPicPr>
            <p:blipFill>
              <a:blip r:embed="rId40"/>
              <a:stretch>
                <a:fillRect/>
              </a:stretch>
            </p:blipFill>
            <p:spPr>
              <a:xfrm>
                <a:off x="1671528" y="2511509"/>
                <a:ext cx="163800" cy="5346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7" name="Ink 26">
                <a:extLst>
                  <a:ext uri="{FF2B5EF4-FFF2-40B4-BE49-F238E27FC236}">
                    <a16:creationId xmlns:a16="http://schemas.microsoft.com/office/drawing/2014/main" id="{58A9A3FE-E6BB-ABB6-19B0-74B7FB4A8410}"/>
                  </a:ext>
                </a:extLst>
              </p14:cNvPr>
              <p14:cNvContentPartPr/>
              <p14:nvPr/>
            </p14:nvContentPartPr>
            <p14:xfrm>
              <a:off x="1798968" y="2514029"/>
              <a:ext cx="415800" cy="657360"/>
            </p14:xfrm>
          </p:contentPart>
        </mc:Choice>
        <mc:Fallback xmlns="">
          <p:pic>
            <p:nvPicPr>
              <p:cNvPr id="27" name="Ink 26">
                <a:extLst>
                  <a:ext uri="{FF2B5EF4-FFF2-40B4-BE49-F238E27FC236}">
                    <a16:creationId xmlns:a16="http://schemas.microsoft.com/office/drawing/2014/main" id="{58A9A3FE-E6BB-ABB6-19B0-74B7FB4A8410}"/>
                  </a:ext>
                </a:extLst>
              </p:cNvPr>
              <p:cNvPicPr/>
              <p:nvPr/>
            </p:nvPicPr>
            <p:blipFill>
              <a:blip r:embed="rId42"/>
              <a:stretch>
                <a:fillRect/>
              </a:stretch>
            </p:blipFill>
            <p:spPr>
              <a:xfrm>
                <a:off x="1794648" y="2509709"/>
                <a:ext cx="424440" cy="6660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8" name="Ink 27">
                <a:extLst>
                  <a:ext uri="{FF2B5EF4-FFF2-40B4-BE49-F238E27FC236}">
                    <a16:creationId xmlns:a16="http://schemas.microsoft.com/office/drawing/2014/main" id="{A347DBC9-552B-4A46-BE84-01DA31AA035D}"/>
                  </a:ext>
                </a:extLst>
              </p14:cNvPr>
              <p14:cNvContentPartPr/>
              <p14:nvPr/>
            </p14:nvContentPartPr>
            <p14:xfrm>
              <a:off x="1962768" y="2624549"/>
              <a:ext cx="229680" cy="401400"/>
            </p14:xfrm>
          </p:contentPart>
        </mc:Choice>
        <mc:Fallback xmlns="">
          <p:pic>
            <p:nvPicPr>
              <p:cNvPr id="28" name="Ink 27">
                <a:extLst>
                  <a:ext uri="{FF2B5EF4-FFF2-40B4-BE49-F238E27FC236}">
                    <a16:creationId xmlns:a16="http://schemas.microsoft.com/office/drawing/2014/main" id="{A347DBC9-552B-4A46-BE84-01DA31AA035D}"/>
                  </a:ext>
                </a:extLst>
              </p:cNvPr>
              <p:cNvPicPr/>
              <p:nvPr/>
            </p:nvPicPr>
            <p:blipFill>
              <a:blip r:embed="rId44"/>
              <a:stretch>
                <a:fillRect/>
              </a:stretch>
            </p:blipFill>
            <p:spPr>
              <a:xfrm>
                <a:off x="1958448" y="2620229"/>
                <a:ext cx="238320" cy="41004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29" name="Ink 28">
                <a:extLst>
                  <a:ext uri="{FF2B5EF4-FFF2-40B4-BE49-F238E27FC236}">
                    <a16:creationId xmlns:a16="http://schemas.microsoft.com/office/drawing/2014/main" id="{B54324D8-C2BD-D3B3-F891-5DEC17758A38}"/>
                  </a:ext>
                </a:extLst>
              </p14:cNvPr>
              <p14:cNvContentPartPr/>
              <p14:nvPr/>
            </p14:nvContentPartPr>
            <p14:xfrm>
              <a:off x="2053848" y="2823989"/>
              <a:ext cx="164880" cy="20160"/>
            </p14:xfrm>
          </p:contentPart>
        </mc:Choice>
        <mc:Fallback xmlns="">
          <p:pic>
            <p:nvPicPr>
              <p:cNvPr id="29" name="Ink 28">
                <a:extLst>
                  <a:ext uri="{FF2B5EF4-FFF2-40B4-BE49-F238E27FC236}">
                    <a16:creationId xmlns:a16="http://schemas.microsoft.com/office/drawing/2014/main" id="{B54324D8-C2BD-D3B3-F891-5DEC17758A38}"/>
                  </a:ext>
                </a:extLst>
              </p:cNvPr>
              <p:cNvPicPr/>
              <p:nvPr/>
            </p:nvPicPr>
            <p:blipFill>
              <a:blip r:embed="rId46"/>
              <a:stretch>
                <a:fillRect/>
              </a:stretch>
            </p:blipFill>
            <p:spPr>
              <a:xfrm>
                <a:off x="2049528" y="2819669"/>
                <a:ext cx="17352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0" name="Ink 29">
                <a:extLst>
                  <a:ext uri="{FF2B5EF4-FFF2-40B4-BE49-F238E27FC236}">
                    <a16:creationId xmlns:a16="http://schemas.microsoft.com/office/drawing/2014/main" id="{9C6D5CF4-549B-A4D2-0117-AA9CAC467EB3}"/>
                  </a:ext>
                </a:extLst>
              </p14:cNvPr>
              <p14:cNvContentPartPr/>
              <p14:nvPr/>
            </p14:nvContentPartPr>
            <p14:xfrm>
              <a:off x="2347608" y="2700149"/>
              <a:ext cx="185760" cy="293040"/>
            </p14:xfrm>
          </p:contentPart>
        </mc:Choice>
        <mc:Fallback xmlns="">
          <p:pic>
            <p:nvPicPr>
              <p:cNvPr id="30" name="Ink 29">
                <a:extLst>
                  <a:ext uri="{FF2B5EF4-FFF2-40B4-BE49-F238E27FC236}">
                    <a16:creationId xmlns:a16="http://schemas.microsoft.com/office/drawing/2014/main" id="{9C6D5CF4-549B-A4D2-0117-AA9CAC467EB3}"/>
                  </a:ext>
                </a:extLst>
              </p:cNvPr>
              <p:cNvPicPr/>
              <p:nvPr/>
            </p:nvPicPr>
            <p:blipFill>
              <a:blip r:embed="rId48"/>
              <a:stretch>
                <a:fillRect/>
              </a:stretch>
            </p:blipFill>
            <p:spPr>
              <a:xfrm>
                <a:off x="2343288" y="2695829"/>
                <a:ext cx="194400" cy="30168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1" name="Ink 30">
                <a:extLst>
                  <a:ext uri="{FF2B5EF4-FFF2-40B4-BE49-F238E27FC236}">
                    <a16:creationId xmlns:a16="http://schemas.microsoft.com/office/drawing/2014/main" id="{22F3CFAA-0168-28E0-70EF-B3A1D280138C}"/>
                  </a:ext>
                </a:extLst>
              </p14:cNvPr>
              <p14:cNvContentPartPr/>
              <p14:nvPr/>
            </p14:nvContentPartPr>
            <p14:xfrm>
              <a:off x="2706528" y="2592509"/>
              <a:ext cx="169200" cy="365400"/>
            </p14:xfrm>
          </p:contentPart>
        </mc:Choice>
        <mc:Fallback xmlns="">
          <p:pic>
            <p:nvPicPr>
              <p:cNvPr id="31" name="Ink 30">
                <a:extLst>
                  <a:ext uri="{FF2B5EF4-FFF2-40B4-BE49-F238E27FC236}">
                    <a16:creationId xmlns:a16="http://schemas.microsoft.com/office/drawing/2014/main" id="{22F3CFAA-0168-28E0-70EF-B3A1D280138C}"/>
                  </a:ext>
                </a:extLst>
              </p:cNvPr>
              <p:cNvPicPr/>
              <p:nvPr/>
            </p:nvPicPr>
            <p:blipFill>
              <a:blip r:embed="rId50"/>
              <a:stretch>
                <a:fillRect/>
              </a:stretch>
            </p:blipFill>
            <p:spPr>
              <a:xfrm>
                <a:off x="2702208" y="2588189"/>
                <a:ext cx="177840" cy="37404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2" name="Ink 31">
                <a:extLst>
                  <a:ext uri="{FF2B5EF4-FFF2-40B4-BE49-F238E27FC236}">
                    <a16:creationId xmlns:a16="http://schemas.microsoft.com/office/drawing/2014/main" id="{24CA1336-DA51-13BA-5494-22ED426A8138}"/>
                  </a:ext>
                </a:extLst>
              </p14:cNvPr>
              <p14:cNvContentPartPr/>
              <p14:nvPr/>
            </p14:nvContentPartPr>
            <p14:xfrm>
              <a:off x="2989848" y="2671709"/>
              <a:ext cx="160920" cy="270720"/>
            </p14:xfrm>
          </p:contentPart>
        </mc:Choice>
        <mc:Fallback xmlns="">
          <p:pic>
            <p:nvPicPr>
              <p:cNvPr id="32" name="Ink 31">
                <a:extLst>
                  <a:ext uri="{FF2B5EF4-FFF2-40B4-BE49-F238E27FC236}">
                    <a16:creationId xmlns:a16="http://schemas.microsoft.com/office/drawing/2014/main" id="{24CA1336-DA51-13BA-5494-22ED426A8138}"/>
                  </a:ext>
                </a:extLst>
              </p:cNvPr>
              <p:cNvPicPr/>
              <p:nvPr/>
            </p:nvPicPr>
            <p:blipFill>
              <a:blip r:embed="rId52"/>
              <a:stretch>
                <a:fillRect/>
              </a:stretch>
            </p:blipFill>
            <p:spPr>
              <a:xfrm>
                <a:off x="2985528" y="2667389"/>
                <a:ext cx="169560" cy="27936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3" name="Ink 32">
                <a:extLst>
                  <a:ext uri="{FF2B5EF4-FFF2-40B4-BE49-F238E27FC236}">
                    <a16:creationId xmlns:a16="http://schemas.microsoft.com/office/drawing/2014/main" id="{28145866-1BC9-06B5-D0DB-236DF53A0607}"/>
                  </a:ext>
                </a:extLst>
              </p14:cNvPr>
              <p14:cNvContentPartPr/>
              <p14:nvPr/>
            </p14:nvContentPartPr>
            <p14:xfrm>
              <a:off x="3330408" y="2713469"/>
              <a:ext cx="235080" cy="212040"/>
            </p14:xfrm>
          </p:contentPart>
        </mc:Choice>
        <mc:Fallback xmlns="">
          <p:pic>
            <p:nvPicPr>
              <p:cNvPr id="33" name="Ink 32">
                <a:extLst>
                  <a:ext uri="{FF2B5EF4-FFF2-40B4-BE49-F238E27FC236}">
                    <a16:creationId xmlns:a16="http://schemas.microsoft.com/office/drawing/2014/main" id="{28145866-1BC9-06B5-D0DB-236DF53A0607}"/>
                  </a:ext>
                </a:extLst>
              </p:cNvPr>
              <p:cNvPicPr/>
              <p:nvPr/>
            </p:nvPicPr>
            <p:blipFill>
              <a:blip r:embed="rId54"/>
              <a:stretch>
                <a:fillRect/>
              </a:stretch>
            </p:blipFill>
            <p:spPr>
              <a:xfrm>
                <a:off x="3326088" y="2709149"/>
                <a:ext cx="243720" cy="22068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4" name="Ink 33">
                <a:extLst>
                  <a:ext uri="{FF2B5EF4-FFF2-40B4-BE49-F238E27FC236}">
                    <a16:creationId xmlns:a16="http://schemas.microsoft.com/office/drawing/2014/main" id="{E0E86206-E517-8DA7-B901-AE79305F8B87}"/>
                  </a:ext>
                </a:extLst>
              </p14:cNvPr>
              <p14:cNvContentPartPr/>
              <p14:nvPr/>
            </p14:nvContentPartPr>
            <p14:xfrm>
              <a:off x="3446328" y="2473709"/>
              <a:ext cx="170640" cy="705960"/>
            </p14:xfrm>
          </p:contentPart>
        </mc:Choice>
        <mc:Fallback xmlns="">
          <p:pic>
            <p:nvPicPr>
              <p:cNvPr id="34" name="Ink 33">
                <a:extLst>
                  <a:ext uri="{FF2B5EF4-FFF2-40B4-BE49-F238E27FC236}">
                    <a16:creationId xmlns:a16="http://schemas.microsoft.com/office/drawing/2014/main" id="{E0E86206-E517-8DA7-B901-AE79305F8B87}"/>
                  </a:ext>
                </a:extLst>
              </p:cNvPr>
              <p:cNvPicPr/>
              <p:nvPr/>
            </p:nvPicPr>
            <p:blipFill>
              <a:blip r:embed="rId56"/>
              <a:stretch>
                <a:fillRect/>
              </a:stretch>
            </p:blipFill>
            <p:spPr>
              <a:xfrm>
                <a:off x="3442008" y="2469389"/>
                <a:ext cx="179280" cy="71460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35" name="Ink 34">
                <a:extLst>
                  <a:ext uri="{FF2B5EF4-FFF2-40B4-BE49-F238E27FC236}">
                    <a16:creationId xmlns:a16="http://schemas.microsoft.com/office/drawing/2014/main" id="{0F0142B6-A59B-5E79-991C-D6C333BE0A5F}"/>
                  </a:ext>
                </a:extLst>
              </p14:cNvPr>
              <p14:cNvContentPartPr/>
              <p14:nvPr/>
            </p14:nvContentPartPr>
            <p14:xfrm>
              <a:off x="1398648" y="3031349"/>
              <a:ext cx="2535480" cy="78840"/>
            </p14:xfrm>
          </p:contentPart>
        </mc:Choice>
        <mc:Fallback xmlns="">
          <p:pic>
            <p:nvPicPr>
              <p:cNvPr id="35" name="Ink 34">
                <a:extLst>
                  <a:ext uri="{FF2B5EF4-FFF2-40B4-BE49-F238E27FC236}">
                    <a16:creationId xmlns:a16="http://schemas.microsoft.com/office/drawing/2014/main" id="{0F0142B6-A59B-5E79-991C-D6C333BE0A5F}"/>
                  </a:ext>
                </a:extLst>
              </p:cNvPr>
              <p:cNvPicPr/>
              <p:nvPr/>
            </p:nvPicPr>
            <p:blipFill>
              <a:blip r:embed="rId58"/>
              <a:stretch>
                <a:fillRect/>
              </a:stretch>
            </p:blipFill>
            <p:spPr>
              <a:xfrm>
                <a:off x="1394328" y="3027029"/>
                <a:ext cx="2544120" cy="8748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36" name="Ink 35">
                <a:extLst>
                  <a:ext uri="{FF2B5EF4-FFF2-40B4-BE49-F238E27FC236}">
                    <a16:creationId xmlns:a16="http://schemas.microsoft.com/office/drawing/2014/main" id="{D209CF79-4AE8-D5A7-9AC1-117811470689}"/>
                  </a:ext>
                </a:extLst>
              </p14:cNvPr>
              <p14:cNvContentPartPr/>
              <p14:nvPr/>
            </p14:nvContentPartPr>
            <p14:xfrm>
              <a:off x="1772328" y="3259949"/>
              <a:ext cx="7560" cy="339840"/>
            </p14:xfrm>
          </p:contentPart>
        </mc:Choice>
        <mc:Fallback xmlns="">
          <p:pic>
            <p:nvPicPr>
              <p:cNvPr id="36" name="Ink 35">
                <a:extLst>
                  <a:ext uri="{FF2B5EF4-FFF2-40B4-BE49-F238E27FC236}">
                    <a16:creationId xmlns:a16="http://schemas.microsoft.com/office/drawing/2014/main" id="{D209CF79-4AE8-D5A7-9AC1-117811470689}"/>
                  </a:ext>
                </a:extLst>
              </p:cNvPr>
              <p:cNvPicPr/>
              <p:nvPr/>
            </p:nvPicPr>
            <p:blipFill>
              <a:blip r:embed="rId60"/>
              <a:stretch>
                <a:fillRect/>
              </a:stretch>
            </p:blipFill>
            <p:spPr>
              <a:xfrm>
                <a:off x="1768008" y="3255629"/>
                <a:ext cx="16200" cy="34848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37" name="Ink 36">
                <a:extLst>
                  <a:ext uri="{FF2B5EF4-FFF2-40B4-BE49-F238E27FC236}">
                    <a16:creationId xmlns:a16="http://schemas.microsoft.com/office/drawing/2014/main" id="{FC9A914B-D7D9-E0A8-111D-AF6102B430CF}"/>
                  </a:ext>
                </a:extLst>
              </p14:cNvPr>
              <p14:cNvContentPartPr/>
              <p14:nvPr/>
            </p14:nvContentPartPr>
            <p14:xfrm>
              <a:off x="1761528" y="3219629"/>
              <a:ext cx="136440" cy="192240"/>
            </p14:xfrm>
          </p:contentPart>
        </mc:Choice>
        <mc:Fallback xmlns="">
          <p:pic>
            <p:nvPicPr>
              <p:cNvPr id="37" name="Ink 36">
                <a:extLst>
                  <a:ext uri="{FF2B5EF4-FFF2-40B4-BE49-F238E27FC236}">
                    <a16:creationId xmlns:a16="http://schemas.microsoft.com/office/drawing/2014/main" id="{FC9A914B-D7D9-E0A8-111D-AF6102B430CF}"/>
                  </a:ext>
                </a:extLst>
              </p:cNvPr>
              <p:cNvPicPr/>
              <p:nvPr/>
            </p:nvPicPr>
            <p:blipFill>
              <a:blip r:embed="rId62"/>
              <a:stretch>
                <a:fillRect/>
              </a:stretch>
            </p:blipFill>
            <p:spPr>
              <a:xfrm>
                <a:off x="1757208" y="3215309"/>
                <a:ext cx="145080" cy="20088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38" name="Ink 37">
                <a:extLst>
                  <a:ext uri="{FF2B5EF4-FFF2-40B4-BE49-F238E27FC236}">
                    <a16:creationId xmlns:a16="http://schemas.microsoft.com/office/drawing/2014/main" id="{89109EC7-B7B3-2493-45A8-9D638E8CD441}"/>
                  </a:ext>
                </a:extLst>
              </p14:cNvPr>
              <p14:cNvContentPartPr/>
              <p14:nvPr/>
            </p14:nvContentPartPr>
            <p14:xfrm>
              <a:off x="1933968" y="3139349"/>
              <a:ext cx="412200" cy="531000"/>
            </p14:xfrm>
          </p:contentPart>
        </mc:Choice>
        <mc:Fallback xmlns="">
          <p:pic>
            <p:nvPicPr>
              <p:cNvPr id="38" name="Ink 37">
                <a:extLst>
                  <a:ext uri="{FF2B5EF4-FFF2-40B4-BE49-F238E27FC236}">
                    <a16:creationId xmlns:a16="http://schemas.microsoft.com/office/drawing/2014/main" id="{89109EC7-B7B3-2493-45A8-9D638E8CD441}"/>
                  </a:ext>
                </a:extLst>
              </p:cNvPr>
              <p:cNvPicPr/>
              <p:nvPr/>
            </p:nvPicPr>
            <p:blipFill>
              <a:blip r:embed="rId64"/>
              <a:stretch>
                <a:fillRect/>
              </a:stretch>
            </p:blipFill>
            <p:spPr>
              <a:xfrm>
                <a:off x="1929648" y="3135029"/>
                <a:ext cx="420840" cy="53964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39" name="Ink 38">
                <a:extLst>
                  <a:ext uri="{FF2B5EF4-FFF2-40B4-BE49-F238E27FC236}">
                    <a16:creationId xmlns:a16="http://schemas.microsoft.com/office/drawing/2014/main" id="{C31A1B8F-A247-084F-2087-64A72013E4E3}"/>
                  </a:ext>
                </a:extLst>
              </p14:cNvPr>
              <p14:cNvContentPartPr/>
              <p14:nvPr/>
            </p14:nvContentPartPr>
            <p14:xfrm>
              <a:off x="2268048" y="3222509"/>
              <a:ext cx="195840" cy="319320"/>
            </p14:xfrm>
          </p:contentPart>
        </mc:Choice>
        <mc:Fallback xmlns="">
          <p:pic>
            <p:nvPicPr>
              <p:cNvPr id="39" name="Ink 38">
                <a:extLst>
                  <a:ext uri="{FF2B5EF4-FFF2-40B4-BE49-F238E27FC236}">
                    <a16:creationId xmlns:a16="http://schemas.microsoft.com/office/drawing/2014/main" id="{C31A1B8F-A247-084F-2087-64A72013E4E3}"/>
                  </a:ext>
                </a:extLst>
              </p:cNvPr>
              <p:cNvPicPr/>
              <p:nvPr/>
            </p:nvPicPr>
            <p:blipFill>
              <a:blip r:embed="rId66"/>
              <a:stretch>
                <a:fillRect/>
              </a:stretch>
            </p:blipFill>
            <p:spPr>
              <a:xfrm>
                <a:off x="2263728" y="3218189"/>
                <a:ext cx="204480" cy="32796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40" name="Ink 39">
                <a:extLst>
                  <a:ext uri="{FF2B5EF4-FFF2-40B4-BE49-F238E27FC236}">
                    <a16:creationId xmlns:a16="http://schemas.microsoft.com/office/drawing/2014/main" id="{3D460F28-D67B-45DC-E57A-1CF046DA661D}"/>
                  </a:ext>
                </a:extLst>
              </p14:cNvPr>
              <p14:cNvContentPartPr/>
              <p14:nvPr/>
            </p14:nvContentPartPr>
            <p14:xfrm>
              <a:off x="2346888" y="3403949"/>
              <a:ext cx="88200" cy="19080"/>
            </p14:xfrm>
          </p:contentPart>
        </mc:Choice>
        <mc:Fallback xmlns="">
          <p:pic>
            <p:nvPicPr>
              <p:cNvPr id="40" name="Ink 39">
                <a:extLst>
                  <a:ext uri="{FF2B5EF4-FFF2-40B4-BE49-F238E27FC236}">
                    <a16:creationId xmlns:a16="http://schemas.microsoft.com/office/drawing/2014/main" id="{3D460F28-D67B-45DC-E57A-1CF046DA661D}"/>
                  </a:ext>
                </a:extLst>
              </p:cNvPr>
              <p:cNvPicPr/>
              <p:nvPr/>
            </p:nvPicPr>
            <p:blipFill>
              <a:blip r:embed="rId68"/>
              <a:stretch>
                <a:fillRect/>
              </a:stretch>
            </p:blipFill>
            <p:spPr>
              <a:xfrm>
                <a:off x="2342568" y="3399629"/>
                <a:ext cx="96840" cy="2772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41" name="Ink 40">
                <a:extLst>
                  <a:ext uri="{FF2B5EF4-FFF2-40B4-BE49-F238E27FC236}">
                    <a16:creationId xmlns:a16="http://schemas.microsoft.com/office/drawing/2014/main" id="{56218901-046E-C561-8923-E54A154908AC}"/>
                  </a:ext>
                </a:extLst>
              </p14:cNvPr>
              <p14:cNvContentPartPr/>
              <p14:nvPr/>
            </p14:nvContentPartPr>
            <p14:xfrm>
              <a:off x="2481528" y="3132509"/>
              <a:ext cx="80280" cy="650520"/>
            </p14:xfrm>
          </p:contentPart>
        </mc:Choice>
        <mc:Fallback xmlns="">
          <p:pic>
            <p:nvPicPr>
              <p:cNvPr id="41" name="Ink 40">
                <a:extLst>
                  <a:ext uri="{FF2B5EF4-FFF2-40B4-BE49-F238E27FC236}">
                    <a16:creationId xmlns:a16="http://schemas.microsoft.com/office/drawing/2014/main" id="{56218901-046E-C561-8923-E54A154908AC}"/>
                  </a:ext>
                </a:extLst>
              </p:cNvPr>
              <p:cNvPicPr/>
              <p:nvPr/>
            </p:nvPicPr>
            <p:blipFill>
              <a:blip r:embed="rId70"/>
              <a:stretch>
                <a:fillRect/>
              </a:stretch>
            </p:blipFill>
            <p:spPr>
              <a:xfrm>
                <a:off x="2477208" y="3128189"/>
                <a:ext cx="88920" cy="65916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42" name="Ink 41">
                <a:extLst>
                  <a:ext uri="{FF2B5EF4-FFF2-40B4-BE49-F238E27FC236}">
                    <a16:creationId xmlns:a16="http://schemas.microsoft.com/office/drawing/2014/main" id="{168E0453-6397-BD41-06F0-AC6149EBC775}"/>
                  </a:ext>
                </a:extLst>
              </p14:cNvPr>
              <p14:cNvContentPartPr/>
              <p14:nvPr/>
            </p14:nvContentPartPr>
            <p14:xfrm>
              <a:off x="2711568" y="3251669"/>
              <a:ext cx="128520" cy="392760"/>
            </p14:xfrm>
          </p:contentPart>
        </mc:Choice>
        <mc:Fallback xmlns="">
          <p:pic>
            <p:nvPicPr>
              <p:cNvPr id="42" name="Ink 41">
                <a:extLst>
                  <a:ext uri="{FF2B5EF4-FFF2-40B4-BE49-F238E27FC236}">
                    <a16:creationId xmlns:a16="http://schemas.microsoft.com/office/drawing/2014/main" id="{168E0453-6397-BD41-06F0-AC6149EBC775}"/>
                  </a:ext>
                </a:extLst>
              </p:cNvPr>
              <p:cNvPicPr/>
              <p:nvPr/>
            </p:nvPicPr>
            <p:blipFill>
              <a:blip r:embed="rId72"/>
              <a:stretch>
                <a:fillRect/>
              </a:stretch>
            </p:blipFill>
            <p:spPr>
              <a:xfrm>
                <a:off x="2707248" y="3247349"/>
                <a:ext cx="137160" cy="40140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43" name="Ink 42">
                <a:extLst>
                  <a:ext uri="{FF2B5EF4-FFF2-40B4-BE49-F238E27FC236}">
                    <a16:creationId xmlns:a16="http://schemas.microsoft.com/office/drawing/2014/main" id="{4704C54D-8309-2F32-14A8-0BA1A45BBF06}"/>
                  </a:ext>
                </a:extLst>
              </p14:cNvPr>
              <p14:cNvContentPartPr/>
              <p14:nvPr/>
            </p14:nvContentPartPr>
            <p14:xfrm>
              <a:off x="2925408" y="3168869"/>
              <a:ext cx="208440" cy="545760"/>
            </p14:xfrm>
          </p:contentPart>
        </mc:Choice>
        <mc:Fallback xmlns="">
          <p:pic>
            <p:nvPicPr>
              <p:cNvPr id="43" name="Ink 42">
                <a:extLst>
                  <a:ext uri="{FF2B5EF4-FFF2-40B4-BE49-F238E27FC236}">
                    <a16:creationId xmlns:a16="http://schemas.microsoft.com/office/drawing/2014/main" id="{4704C54D-8309-2F32-14A8-0BA1A45BBF06}"/>
                  </a:ext>
                </a:extLst>
              </p:cNvPr>
              <p:cNvPicPr/>
              <p:nvPr/>
            </p:nvPicPr>
            <p:blipFill>
              <a:blip r:embed="rId74"/>
              <a:stretch>
                <a:fillRect/>
              </a:stretch>
            </p:blipFill>
            <p:spPr>
              <a:xfrm>
                <a:off x="2921088" y="3164549"/>
                <a:ext cx="217080" cy="55440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44" name="Ink 43">
                <a:extLst>
                  <a:ext uri="{FF2B5EF4-FFF2-40B4-BE49-F238E27FC236}">
                    <a16:creationId xmlns:a16="http://schemas.microsoft.com/office/drawing/2014/main" id="{0C60BEAE-2932-9813-E48D-BFF15CD4AE03}"/>
                  </a:ext>
                </a:extLst>
              </p14:cNvPr>
              <p14:cNvContentPartPr/>
              <p14:nvPr/>
            </p14:nvContentPartPr>
            <p14:xfrm>
              <a:off x="3141408" y="3250589"/>
              <a:ext cx="26640" cy="334080"/>
            </p14:xfrm>
          </p:contentPart>
        </mc:Choice>
        <mc:Fallback xmlns="">
          <p:pic>
            <p:nvPicPr>
              <p:cNvPr id="44" name="Ink 43">
                <a:extLst>
                  <a:ext uri="{FF2B5EF4-FFF2-40B4-BE49-F238E27FC236}">
                    <a16:creationId xmlns:a16="http://schemas.microsoft.com/office/drawing/2014/main" id="{0C60BEAE-2932-9813-E48D-BFF15CD4AE03}"/>
                  </a:ext>
                </a:extLst>
              </p:cNvPr>
              <p:cNvPicPr/>
              <p:nvPr/>
            </p:nvPicPr>
            <p:blipFill>
              <a:blip r:embed="rId76"/>
              <a:stretch>
                <a:fillRect/>
              </a:stretch>
            </p:blipFill>
            <p:spPr>
              <a:xfrm>
                <a:off x="3137088" y="3246269"/>
                <a:ext cx="35280" cy="34272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45" name="Ink 44">
                <a:extLst>
                  <a:ext uri="{FF2B5EF4-FFF2-40B4-BE49-F238E27FC236}">
                    <a16:creationId xmlns:a16="http://schemas.microsoft.com/office/drawing/2014/main" id="{CF9F2570-329A-343F-DD0D-2E166AFE702F}"/>
                  </a:ext>
                </a:extLst>
              </p14:cNvPr>
              <p14:cNvContentPartPr/>
              <p14:nvPr/>
            </p14:nvContentPartPr>
            <p14:xfrm>
              <a:off x="3167688" y="3244109"/>
              <a:ext cx="115200" cy="294480"/>
            </p14:xfrm>
          </p:contentPart>
        </mc:Choice>
        <mc:Fallback xmlns="">
          <p:pic>
            <p:nvPicPr>
              <p:cNvPr id="45" name="Ink 44">
                <a:extLst>
                  <a:ext uri="{FF2B5EF4-FFF2-40B4-BE49-F238E27FC236}">
                    <a16:creationId xmlns:a16="http://schemas.microsoft.com/office/drawing/2014/main" id="{CF9F2570-329A-343F-DD0D-2E166AFE702F}"/>
                  </a:ext>
                </a:extLst>
              </p:cNvPr>
              <p:cNvPicPr/>
              <p:nvPr/>
            </p:nvPicPr>
            <p:blipFill>
              <a:blip r:embed="rId78"/>
              <a:stretch>
                <a:fillRect/>
              </a:stretch>
            </p:blipFill>
            <p:spPr>
              <a:xfrm>
                <a:off x="3163368" y="3239789"/>
                <a:ext cx="123840" cy="30312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46" name="Ink 45">
                <a:extLst>
                  <a:ext uri="{FF2B5EF4-FFF2-40B4-BE49-F238E27FC236}">
                    <a16:creationId xmlns:a16="http://schemas.microsoft.com/office/drawing/2014/main" id="{5D5C2899-3BAD-4CD8-ACA6-C5F3FD6FAC2D}"/>
                  </a:ext>
                </a:extLst>
              </p14:cNvPr>
              <p14:cNvContentPartPr/>
              <p14:nvPr/>
            </p14:nvContentPartPr>
            <p14:xfrm>
              <a:off x="3220608" y="3201989"/>
              <a:ext cx="351720" cy="673200"/>
            </p14:xfrm>
          </p:contentPart>
        </mc:Choice>
        <mc:Fallback xmlns="">
          <p:pic>
            <p:nvPicPr>
              <p:cNvPr id="46" name="Ink 45">
                <a:extLst>
                  <a:ext uri="{FF2B5EF4-FFF2-40B4-BE49-F238E27FC236}">
                    <a16:creationId xmlns:a16="http://schemas.microsoft.com/office/drawing/2014/main" id="{5D5C2899-3BAD-4CD8-ACA6-C5F3FD6FAC2D}"/>
                  </a:ext>
                </a:extLst>
              </p:cNvPr>
              <p:cNvPicPr/>
              <p:nvPr/>
            </p:nvPicPr>
            <p:blipFill>
              <a:blip r:embed="rId80"/>
              <a:stretch>
                <a:fillRect/>
              </a:stretch>
            </p:blipFill>
            <p:spPr>
              <a:xfrm>
                <a:off x="3216288" y="3197669"/>
                <a:ext cx="360360" cy="68184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47" name="Ink 46">
                <a:extLst>
                  <a:ext uri="{FF2B5EF4-FFF2-40B4-BE49-F238E27FC236}">
                    <a16:creationId xmlns:a16="http://schemas.microsoft.com/office/drawing/2014/main" id="{4EA9FE87-C232-AD01-0B93-50A7835E4D3B}"/>
                  </a:ext>
                </a:extLst>
              </p14:cNvPr>
              <p14:cNvContentPartPr/>
              <p14:nvPr/>
            </p14:nvContentPartPr>
            <p14:xfrm>
              <a:off x="3552888" y="3356429"/>
              <a:ext cx="195480" cy="354240"/>
            </p14:xfrm>
          </p:contentPart>
        </mc:Choice>
        <mc:Fallback xmlns="">
          <p:pic>
            <p:nvPicPr>
              <p:cNvPr id="47" name="Ink 46">
                <a:extLst>
                  <a:ext uri="{FF2B5EF4-FFF2-40B4-BE49-F238E27FC236}">
                    <a16:creationId xmlns:a16="http://schemas.microsoft.com/office/drawing/2014/main" id="{4EA9FE87-C232-AD01-0B93-50A7835E4D3B}"/>
                  </a:ext>
                </a:extLst>
              </p:cNvPr>
              <p:cNvPicPr/>
              <p:nvPr/>
            </p:nvPicPr>
            <p:blipFill>
              <a:blip r:embed="rId82"/>
              <a:stretch>
                <a:fillRect/>
              </a:stretch>
            </p:blipFill>
            <p:spPr>
              <a:xfrm>
                <a:off x="3548568" y="3352109"/>
                <a:ext cx="204120" cy="36288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48" name="Ink 47">
                <a:extLst>
                  <a:ext uri="{FF2B5EF4-FFF2-40B4-BE49-F238E27FC236}">
                    <a16:creationId xmlns:a16="http://schemas.microsoft.com/office/drawing/2014/main" id="{E5F71F0F-DD85-14B7-F694-31565BA2105C}"/>
                  </a:ext>
                </a:extLst>
              </p14:cNvPr>
              <p14:cNvContentPartPr/>
              <p14:nvPr/>
            </p14:nvContentPartPr>
            <p14:xfrm>
              <a:off x="3610848" y="3502229"/>
              <a:ext cx="116280" cy="20160"/>
            </p14:xfrm>
          </p:contentPart>
        </mc:Choice>
        <mc:Fallback xmlns="">
          <p:pic>
            <p:nvPicPr>
              <p:cNvPr id="48" name="Ink 47">
                <a:extLst>
                  <a:ext uri="{FF2B5EF4-FFF2-40B4-BE49-F238E27FC236}">
                    <a16:creationId xmlns:a16="http://schemas.microsoft.com/office/drawing/2014/main" id="{E5F71F0F-DD85-14B7-F694-31565BA2105C}"/>
                  </a:ext>
                </a:extLst>
              </p:cNvPr>
              <p:cNvPicPr/>
              <p:nvPr/>
            </p:nvPicPr>
            <p:blipFill>
              <a:blip r:embed="rId84"/>
              <a:stretch>
                <a:fillRect/>
              </a:stretch>
            </p:blipFill>
            <p:spPr>
              <a:xfrm>
                <a:off x="3606528" y="3497909"/>
                <a:ext cx="12492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49" name="Ink 48">
                <a:extLst>
                  <a:ext uri="{FF2B5EF4-FFF2-40B4-BE49-F238E27FC236}">
                    <a16:creationId xmlns:a16="http://schemas.microsoft.com/office/drawing/2014/main" id="{E1660DED-3F26-0FF4-B368-45C36A1BC28A}"/>
                  </a:ext>
                </a:extLst>
              </p14:cNvPr>
              <p14:cNvContentPartPr/>
              <p14:nvPr/>
            </p14:nvContentPartPr>
            <p14:xfrm>
              <a:off x="3756648" y="3113069"/>
              <a:ext cx="118440" cy="777600"/>
            </p14:xfrm>
          </p:contentPart>
        </mc:Choice>
        <mc:Fallback xmlns="">
          <p:pic>
            <p:nvPicPr>
              <p:cNvPr id="49" name="Ink 48">
                <a:extLst>
                  <a:ext uri="{FF2B5EF4-FFF2-40B4-BE49-F238E27FC236}">
                    <a16:creationId xmlns:a16="http://schemas.microsoft.com/office/drawing/2014/main" id="{E1660DED-3F26-0FF4-B368-45C36A1BC28A}"/>
                  </a:ext>
                </a:extLst>
              </p:cNvPr>
              <p:cNvPicPr/>
              <p:nvPr/>
            </p:nvPicPr>
            <p:blipFill>
              <a:blip r:embed="rId86"/>
              <a:stretch>
                <a:fillRect/>
              </a:stretch>
            </p:blipFill>
            <p:spPr>
              <a:xfrm>
                <a:off x="3752328" y="3108749"/>
                <a:ext cx="127080" cy="78624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64" name="Ink 63">
                <a:extLst>
                  <a:ext uri="{FF2B5EF4-FFF2-40B4-BE49-F238E27FC236}">
                    <a16:creationId xmlns:a16="http://schemas.microsoft.com/office/drawing/2014/main" id="{CFD2B38F-110D-6D83-13EF-73815BB44900}"/>
                  </a:ext>
                </a:extLst>
              </p14:cNvPr>
              <p14:cNvContentPartPr/>
              <p14:nvPr/>
            </p14:nvContentPartPr>
            <p14:xfrm>
              <a:off x="1568568" y="3076709"/>
              <a:ext cx="2729160" cy="804240"/>
            </p14:xfrm>
          </p:contentPart>
        </mc:Choice>
        <mc:Fallback xmlns="">
          <p:pic>
            <p:nvPicPr>
              <p:cNvPr id="64" name="Ink 63">
                <a:extLst>
                  <a:ext uri="{FF2B5EF4-FFF2-40B4-BE49-F238E27FC236}">
                    <a16:creationId xmlns:a16="http://schemas.microsoft.com/office/drawing/2014/main" id="{CFD2B38F-110D-6D83-13EF-73815BB44900}"/>
                  </a:ext>
                </a:extLst>
              </p:cNvPr>
              <p:cNvPicPr/>
              <p:nvPr/>
            </p:nvPicPr>
            <p:blipFill>
              <a:blip r:embed="rId88"/>
              <a:stretch>
                <a:fillRect/>
              </a:stretch>
            </p:blipFill>
            <p:spPr>
              <a:xfrm>
                <a:off x="1564248" y="3072389"/>
                <a:ext cx="2737800" cy="812880"/>
              </a:xfrm>
              <a:prstGeom prst="rect">
                <a:avLst/>
              </a:prstGeom>
            </p:spPr>
          </p:pic>
        </mc:Fallback>
      </mc:AlternateContent>
      <p:grpSp>
        <p:nvGrpSpPr>
          <p:cNvPr id="101" name="Group 100">
            <a:extLst>
              <a:ext uri="{FF2B5EF4-FFF2-40B4-BE49-F238E27FC236}">
                <a16:creationId xmlns:a16="http://schemas.microsoft.com/office/drawing/2014/main" id="{3810A0E1-BD0F-BD64-64A0-F625F53394DC}"/>
              </a:ext>
            </a:extLst>
          </p:cNvPr>
          <p:cNvGrpSpPr/>
          <p:nvPr/>
        </p:nvGrpSpPr>
        <p:grpSpPr>
          <a:xfrm>
            <a:off x="4363248" y="2451389"/>
            <a:ext cx="4659840" cy="2692800"/>
            <a:chOff x="4363248" y="2451389"/>
            <a:chExt cx="4659840" cy="2692800"/>
          </a:xfrm>
        </p:grpSpPr>
        <mc:AlternateContent xmlns:mc="http://schemas.openxmlformats.org/markup-compatibility/2006" xmlns:p14="http://schemas.microsoft.com/office/powerpoint/2010/main">
          <mc:Choice Requires="p14">
            <p:contentPart p14:bwMode="auto" r:id="rId89">
              <p14:nvContentPartPr>
                <p14:cNvPr id="50" name="Ink 49">
                  <a:extLst>
                    <a:ext uri="{FF2B5EF4-FFF2-40B4-BE49-F238E27FC236}">
                      <a16:creationId xmlns:a16="http://schemas.microsoft.com/office/drawing/2014/main" id="{F0CAAE7C-DF22-38FF-404A-DD5BCE470BD7}"/>
                    </a:ext>
                  </a:extLst>
                </p14:cNvPr>
                <p14:cNvContentPartPr/>
                <p14:nvPr/>
              </p14:nvContentPartPr>
              <p14:xfrm>
                <a:off x="4363248" y="3094349"/>
                <a:ext cx="93600" cy="14760"/>
              </p14:xfrm>
            </p:contentPart>
          </mc:Choice>
          <mc:Fallback xmlns="">
            <p:pic>
              <p:nvPicPr>
                <p:cNvPr id="50" name="Ink 49">
                  <a:extLst>
                    <a:ext uri="{FF2B5EF4-FFF2-40B4-BE49-F238E27FC236}">
                      <a16:creationId xmlns:a16="http://schemas.microsoft.com/office/drawing/2014/main" id="{F0CAAE7C-DF22-38FF-404A-DD5BCE470BD7}"/>
                    </a:ext>
                  </a:extLst>
                </p:cNvPr>
                <p:cNvPicPr/>
                <p:nvPr/>
              </p:nvPicPr>
              <p:blipFill>
                <a:blip r:embed="rId90"/>
                <a:stretch>
                  <a:fillRect/>
                </a:stretch>
              </p:blipFill>
              <p:spPr>
                <a:xfrm>
                  <a:off x="4358928" y="3090029"/>
                  <a:ext cx="102240" cy="2340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51" name="Ink 50">
                  <a:extLst>
                    <a:ext uri="{FF2B5EF4-FFF2-40B4-BE49-F238E27FC236}">
                      <a16:creationId xmlns:a16="http://schemas.microsoft.com/office/drawing/2014/main" id="{F36FC017-81E6-063E-D4A6-32A2B2A6427B}"/>
                    </a:ext>
                  </a:extLst>
                </p14:cNvPr>
                <p14:cNvContentPartPr/>
                <p14:nvPr/>
              </p14:nvContentPartPr>
              <p14:xfrm>
                <a:off x="4368648" y="3171029"/>
                <a:ext cx="137160" cy="29520"/>
              </p14:xfrm>
            </p:contentPart>
          </mc:Choice>
          <mc:Fallback xmlns="">
            <p:pic>
              <p:nvPicPr>
                <p:cNvPr id="51" name="Ink 50">
                  <a:extLst>
                    <a:ext uri="{FF2B5EF4-FFF2-40B4-BE49-F238E27FC236}">
                      <a16:creationId xmlns:a16="http://schemas.microsoft.com/office/drawing/2014/main" id="{F36FC017-81E6-063E-D4A6-32A2B2A6427B}"/>
                    </a:ext>
                  </a:extLst>
                </p:cNvPr>
                <p:cNvPicPr/>
                <p:nvPr/>
              </p:nvPicPr>
              <p:blipFill>
                <a:blip r:embed="rId92"/>
                <a:stretch>
                  <a:fillRect/>
                </a:stretch>
              </p:blipFill>
              <p:spPr>
                <a:xfrm>
                  <a:off x="4364328" y="3166709"/>
                  <a:ext cx="14580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54" name="Ink 53">
                  <a:extLst>
                    <a:ext uri="{FF2B5EF4-FFF2-40B4-BE49-F238E27FC236}">
                      <a16:creationId xmlns:a16="http://schemas.microsoft.com/office/drawing/2014/main" id="{F91DA3D2-0A96-E469-B6C3-C6C399FC55EC}"/>
                    </a:ext>
                  </a:extLst>
                </p14:cNvPr>
                <p14:cNvContentPartPr/>
                <p14:nvPr/>
              </p14:nvContentPartPr>
              <p14:xfrm>
                <a:off x="4784808" y="2653709"/>
                <a:ext cx="100080" cy="453240"/>
              </p14:xfrm>
            </p:contentPart>
          </mc:Choice>
          <mc:Fallback xmlns="">
            <p:pic>
              <p:nvPicPr>
                <p:cNvPr id="54" name="Ink 53">
                  <a:extLst>
                    <a:ext uri="{FF2B5EF4-FFF2-40B4-BE49-F238E27FC236}">
                      <a16:creationId xmlns:a16="http://schemas.microsoft.com/office/drawing/2014/main" id="{F91DA3D2-0A96-E469-B6C3-C6C399FC55EC}"/>
                    </a:ext>
                  </a:extLst>
                </p:cNvPr>
                <p:cNvPicPr/>
                <p:nvPr/>
              </p:nvPicPr>
              <p:blipFill>
                <a:blip r:embed="rId94"/>
                <a:stretch>
                  <a:fillRect/>
                </a:stretch>
              </p:blipFill>
              <p:spPr>
                <a:xfrm>
                  <a:off x="4780488" y="2649389"/>
                  <a:ext cx="108720" cy="46188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55" name="Ink 54">
                  <a:extLst>
                    <a:ext uri="{FF2B5EF4-FFF2-40B4-BE49-F238E27FC236}">
                      <a16:creationId xmlns:a16="http://schemas.microsoft.com/office/drawing/2014/main" id="{FB14D05F-7146-8A7C-9133-B20F32A4D92B}"/>
                    </a:ext>
                  </a:extLst>
                </p14:cNvPr>
                <p14:cNvContentPartPr/>
                <p14:nvPr/>
              </p14:nvContentPartPr>
              <p14:xfrm>
                <a:off x="5013768" y="2529149"/>
                <a:ext cx="337320" cy="669600"/>
              </p14:xfrm>
            </p:contentPart>
          </mc:Choice>
          <mc:Fallback xmlns="">
            <p:pic>
              <p:nvPicPr>
                <p:cNvPr id="55" name="Ink 54">
                  <a:extLst>
                    <a:ext uri="{FF2B5EF4-FFF2-40B4-BE49-F238E27FC236}">
                      <a16:creationId xmlns:a16="http://schemas.microsoft.com/office/drawing/2014/main" id="{FB14D05F-7146-8A7C-9133-B20F32A4D92B}"/>
                    </a:ext>
                  </a:extLst>
                </p:cNvPr>
                <p:cNvPicPr/>
                <p:nvPr/>
              </p:nvPicPr>
              <p:blipFill>
                <a:blip r:embed="rId96"/>
                <a:stretch>
                  <a:fillRect/>
                </a:stretch>
              </p:blipFill>
              <p:spPr>
                <a:xfrm>
                  <a:off x="5009448" y="2524829"/>
                  <a:ext cx="345960" cy="67824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56" name="Ink 55">
                  <a:extLst>
                    <a:ext uri="{FF2B5EF4-FFF2-40B4-BE49-F238E27FC236}">
                      <a16:creationId xmlns:a16="http://schemas.microsoft.com/office/drawing/2014/main" id="{9A1EF99A-D97F-2FFC-0CE5-21BEFB7FF64E}"/>
                    </a:ext>
                  </a:extLst>
                </p14:cNvPr>
                <p14:cNvContentPartPr/>
                <p14:nvPr/>
              </p14:nvContentPartPr>
              <p14:xfrm>
                <a:off x="5250648" y="2756669"/>
                <a:ext cx="240480" cy="223200"/>
              </p14:xfrm>
            </p:contentPart>
          </mc:Choice>
          <mc:Fallback xmlns="">
            <p:pic>
              <p:nvPicPr>
                <p:cNvPr id="56" name="Ink 55">
                  <a:extLst>
                    <a:ext uri="{FF2B5EF4-FFF2-40B4-BE49-F238E27FC236}">
                      <a16:creationId xmlns:a16="http://schemas.microsoft.com/office/drawing/2014/main" id="{9A1EF99A-D97F-2FFC-0CE5-21BEFB7FF64E}"/>
                    </a:ext>
                  </a:extLst>
                </p:cNvPr>
                <p:cNvPicPr/>
                <p:nvPr/>
              </p:nvPicPr>
              <p:blipFill>
                <a:blip r:embed="rId98"/>
                <a:stretch>
                  <a:fillRect/>
                </a:stretch>
              </p:blipFill>
              <p:spPr>
                <a:xfrm>
                  <a:off x="5246328" y="2752349"/>
                  <a:ext cx="249120" cy="23184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57" name="Ink 56">
                  <a:extLst>
                    <a:ext uri="{FF2B5EF4-FFF2-40B4-BE49-F238E27FC236}">
                      <a16:creationId xmlns:a16="http://schemas.microsoft.com/office/drawing/2014/main" id="{8CCF288C-16F0-0ACF-C111-D131A2D36019}"/>
                    </a:ext>
                  </a:extLst>
                </p14:cNvPr>
                <p14:cNvContentPartPr/>
                <p14:nvPr/>
              </p14:nvContentPartPr>
              <p14:xfrm>
                <a:off x="5388168" y="2577749"/>
                <a:ext cx="357480" cy="903240"/>
              </p14:xfrm>
            </p:contentPart>
          </mc:Choice>
          <mc:Fallback xmlns="">
            <p:pic>
              <p:nvPicPr>
                <p:cNvPr id="57" name="Ink 56">
                  <a:extLst>
                    <a:ext uri="{FF2B5EF4-FFF2-40B4-BE49-F238E27FC236}">
                      <a16:creationId xmlns:a16="http://schemas.microsoft.com/office/drawing/2014/main" id="{8CCF288C-16F0-0ACF-C111-D131A2D36019}"/>
                    </a:ext>
                  </a:extLst>
                </p:cNvPr>
                <p:cNvPicPr/>
                <p:nvPr/>
              </p:nvPicPr>
              <p:blipFill>
                <a:blip r:embed="rId100"/>
                <a:stretch>
                  <a:fillRect/>
                </a:stretch>
              </p:blipFill>
              <p:spPr>
                <a:xfrm>
                  <a:off x="5383848" y="2573429"/>
                  <a:ext cx="366120" cy="91188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58" name="Ink 57">
                  <a:extLst>
                    <a:ext uri="{FF2B5EF4-FFF2-40B4-BE49-F238E27FC236}">
                      <a16:creationId xmlns:a16="http://schemas.microsoft.com/office/drawing/2014/main" id="{7567D24B-00BD-9423-5433-143F8C65CF92}"/>
                    </a:ext>
                  </a:extLst>
                </p14:cNvPr>
                <p14:cNvContentPartPr/>
                <p14:nvPr/>
              </p14:nvContentPartPr>
              <p14:xfrm>
                <a:off x="5637648" y="2867549"/>
                <a:ext cx="248760" cy="393840"/>
              </p14:xfrm>
            </p:contentPart>
          </mc:Choice>
          <mc:Fallback xmlns="">
            <p:pic>
              <p:nvPicPr>
                <p:cNvPr id="58" name="Ink 57">
                  <a:extLst>
                    <a:ext uri="{FF2B5EF4-FFF2-40B4-BE49-F238E27FC236}">
                      <a16:creationId xmlns:a16="http://schemas.microsoft.com/office/drawing/2014/main" id="{7567D24B-00BD-9423-5433-143F8C65CF92}"/>
                    </a:ext>
                  </a:extLst>
                </p:cNvPr>
                <p:cNvPicPr/>
                <p:nvPr/>
              </p:nvPicPr>
              <p:blipFill>
                <a:blip r:embed="rId102"/>
                <a:stretch>
                  <a:fillRect/>
                </a:stretch>
              </p:blipFill>
              <p:spPr>
                <a:xfrm>
                  <a:off x="5633328" y="2863229"/>
                  <a:ext cx="257400" cy="40248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59" name="Ink 58">
                  <a:extLst>
                    <a:ext uri="{FF2B5EF4-FFF2-40B4-BE49-F238E27FC236}">
                      <a16:creationId xmlns:a16="http://schemas.microsoft.com/office/drawing/2014/main" id="{11E50F54-E3DC-5665-F231-03EE8026FB79}"/>
                    </a:ext>
                  </a:extLst>
                </p14:cNvPr>
                <p14:cNvContentPartPr/>
                <p14:nvPr/>
              </p14:nvContentPartPr>
              <p14:xfrm>
                <a:off x="5780568" y="3093269"/>
                <a:ext cx="130680" cy="8640"/>
              </p14:xfrm>
            </p:contentPart>
          </mc:Choice>
          <mc:Fallback xmlns="">
            <p:pic>
              <p:nvPicPr>
                <p:cNvPr id="59" name="Ink 58">
                  <a:extLst>
                    <a:ext uri="{FF2B5EF4-FFF2-40B4-BE49-F238E27FC236}">
                      <a16:creationId xmlns:a16="http://schemas.microsoft.com/office/drawing/2014/main" id="{11E50F54-E3DC-5665-F231-03EE8026FB79}"/>
                    </a:ext>
                  </a:extLst>
                </p:cNvPr>
                <p:cNvPicPr/>
                <p:nvPr/>
              </p:nvPicPr>
              <p:blipFill>
                <a:blip r:embed="rId104"/>
                <a:stretch>
                  <a:fillRect/>
                </a:stretch>
              </p:blipFill>
              <p:spPr>
                <a:xfrm>
                  <a:off x="5776248" y="3088949"/>
                  <a:ext cx="139320" cy="1728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60" name="Ink 59">
                  <a:extLst>
                    <a:ext uri="{FF2B5EF4-FFF2-40B4-BE49-F238E27FC236}">
                      <a16:creationId xmlns:a16="http://schemas.microsoft.com/office/drawing/2014/main" id="{317A7508-F450-3E76-C221-B56296961DD5}"/>
                    </a:ext>
                  </a:extLst>
                </p14:cNvPr>
                <p14:cNvContentPartPr/>
                <p14:nvPr/>
              </p14:nvContentPartPr>
              <p14:xfrm>
                <a:off x="6014568" y="2945669"/>
                <a:ext cx="185760" cy="196560"/>
              </p14:xfrm>
            </p:contentPart>
          </mc:Choice>
          <mc:Fallback xmlns="">
            <p:pic>
              <p:nvPicPr>
                <p:cNvPr id="60" name="Ink 59">
                  <a:extLst>
                    <a:ext uri="{FF2B5EF4-FFF2-40B4-BE49-F238E27FC236}">
                      <a16:creationId xmlns:a16="http://schemas.microsoft.com/office/drawing/2014/main" id="{317A7508-F450-3E76-C221-B56296961DD5}"/>
                    </a:ext>
                  </a:extLst>
                </p:cNvPr>
                <p:cNvPicPr/>
                <p:nvPr/>
              </p:nvPicPr>
              <p:blipFill>
                <a:blip r:embed="rId106"/>
                <a:stretch>
                  <a:fillRect/>
                </a:stretch>
              </p:blipFill>
              <p:spPr>
                <a:xfrm>
                  <a:off x="6010248" y="2941349"/>
                  <a:ext cx="194400" cy="20520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61" name="Ink 60">
                  <a:extLst>
                    <a:ext uri="{FF2B5EF4-FFF2-40B4-BE49-F238E27FC236}">
                      <a16:creationId xmlns:a16="http://schemas.microsoft.com/office/drawing/2014/main" id="{ECA40989-92CB-D607-3B26-34DC0C1725A9}"/>
                    </a:ext>
                  </a:extLst>
                </p14:cNvPr>
                <p14:cNvContentPartPr/>
                <p14:nvPr/>
              </p14:nvContentPartPr>
              <p14:xfrm>
                <a:off x="6370968" y="2858549"/>
                <a:ext cx="169560" cy="358200"/>
              </p14:xfrm>
            </p:contentPart>
          </mc:Choice>
          <mc:Fallback xmlns="">
            <p:pic>
              <p:nvPicPr>
                <p:cNvPr id="61" name="Ink 60">
                  <a:extLst>
                    <a:ext uri="{FF2B5EF4-FFF2-40B4-BE49-F238E27FC236}">
                      <a16:creationId xmlns:a16="http://schemas.microsoft.com/office/drawing/2014/main" id="{ECA40989-92CB-D607-3B26-34DC0C1725A9}"/>
                    </a:ext>
                  </a:extLst>
                </p:cNvPr>
                <p:cNvPicPr/>
                <p:nvPr/>
              </p:nvPicPr>
              <p:blipFill>
                <a:blip r:embed="rId108"/>
                <a:stretch>
                  <a:fillRect/>
                </a:stretch>
              </p:blipFill>
              <p:spPr>
                <a:xfrm>
                  <a:off x="6366648" y="2854229"/>
                  <a:ext cx="178200" cy="36684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62" name="Ink 61">
                  <a:extLst>
                    <a:ext uri="{FF2B5EF4-FFF2-40B4-BE49-F238E27FC236}">
                      <a16:creationId xmlns:a16="http://schemas.microsoft.com/office/drawing/2014/main" id="{9B5F168E-CA2A-6E6A-34E9-0A88EB909148}"/>
                    </a:ext>
                  </a:extLst>
                </p14:cNvPr>
                <p14:cNvContentPartPr/>
                <p14:nvPr/>
              </p14:nvContentPartPr>
              <p14:xfrm>
                <a:off x="6357288" y="2451389"/>
                <a:ext cx="253800" cy="1035360"/>
              </p14:xfrm>
            </p:contentPart>
          </mc:Choice>
          <mc:Fallback xmlns="">
            <p:pic>
              <p:nvPicPr>
                <p:cNvPr id="62" name="Ink 61">
                  <a:extLst>
                    <a:ext uri="{FF2B5EF4-FFF2-40B4-BE49-F238E27FC236}">
                      <a16:creationId xmlns:a16="http://schemas.microsoft.com/office/drawing/2014/main" id="{9B5F168E-CA2A-6E6A-34E9-0A88EB909148}"/>
                    </a:ext>
                  </a:extLst>
                </p:cNvPr>
                <p:cNvPicPr/>
                <p:nvPr/>
              </p:nvPicPr>
              <p:blipFill>
                <a:blip r:embed="rId110"/>
                <a:stretch>
                  <a:fillRect/>
                </a:stretch>
              </p:blipFill>
              <p:spPr>
                <a:xfrm>
                  <a:off x="6352968" y="2447069"/>
                  <a:ext cx="262440" cy="104400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66" name="Ink 65">
                  <a:extLst>
                    <a:ext uri="{FF2B5EF4-FFF2-40B4-BE49-F238E27FC236}">
                      <a16:creationId xmlns:a16="http://schemas.microsoft.com/office/drawing/2014/main" id="{6AADAF96-36A4-52E8-F27F-88E68AF1778B}"/>
                    </a:ext>
                  </a:extLst>
                </p14:cNvPr>
                <p14:cNvContentPartPr/>
                <p14:nvPr/>
              </p14:nvContentPartPr>
              <p14:xfrm>
                <a:off x="5784528" y="3858629"/>
                <a:ext cx="129600" cy="547920"/>
              </p14:xfrm>
            </p:contentPart>
          </mc:Choice>
          <mc:Fallback xmlns="">
            <p:pic>
              <p:nvPicPr>
                <p:cNvPr id="66" name="Ink 65">
                  <a:extLst>
                    <a:ext uri="{FF2B5EF4-FFF2-40B4-BE49-F238E27FC236}">
                      <a16:creationId xmlns:a16="http://schemas.microsoft.com/office/drawing/2014/main" id="{6AADAF96-36A4-52E8-F27F-88E68AF1778B}"/>
                    </a:ext>
                  </a:extLst>
                </p:cNvPr>
                <p:cNvPicPr/>
                <p:nvPr/>
              </p:nvPicPr>
              <p:blipFill>
                <a:blip r:embed="rId112"/>
                <a:stretch>
                  <a:fillRect/>
                </a:stretch>
              </p:blipFill>
              <p:spPr>
                <a:xfrm>
                  <a:off x="5780208" y="3854309"/>
                  <a:ext cx="138240" cy="55656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67" name="Ink 66">
                  <a:extLst>
                    <a:ext uri="{FF2B5EF4-FFF2-40B4-BE49-F238E27FC236}">
                      <a16:creationId xmlns:a16="http://schemas.microsoft.com/office/drawing/2014/main" id="{EDF0F4EE-4C74-4545-4E32-DBCE1B49EB1C}"/>
                    </a:ext>
                  </a:extLst>
                </p14:cNvPr>
                <p14:cNvContentPartPr/>
                <p14:nvPr/>
              </p14:nvContentPartPr>
              <p14:xfrm>
                <a:off x="5910168" y="3797429"/>
                <a:ext cx="405000" cy="749160"/>
              </p14:xfrm>
            </p:contentPart>
          </mc:Choice>
          <mc:Fallback xmlns="">
            <p:pic>
              <p:nvPicPr>
                <p:cNvPr id="67" name="Ink 66">
                  <a:extLst>
                    <a:ext uri="{FF2B5EF4-FFF2-40B4-BE49-F238E27FC236}">
                      <a16:creationId xmlns:a16="http://schemas.microsoft.com/office/drawing/2014/main" id="{EDF0F4EE-4C74-4545-4E32-DBCE1B49EB1C}"/>
                    </a:ext>
                  </a:extLst>
                </p:cNvPr>
                <p:cNvPicPr/>
                <p:nvPr/>
              </p:nvPicPr>
              <p:blipFill>
                <a:blip r:embed="rId114"/>
                <a:stretch>
                  <a:fillRect/>
                </a:stretch>
              </p:blipFill>
              <p:spPr>
                <a:xfrm>
                  <a:off x="5905848" y="3793109"/>
                  <a:ext cx="413640" cy="75780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68" name="Ink 67">
                  <a:extLst>
                    <a:ext uri="{FF2B5EF4-FFF2-40B4-BE49-F238E27FC236}">
                      <a16:creationId xmlns:a16="http://schemas.microsoft.com/office/drawing/2014/main" id="{E70FCA67-538E-1C68-45F3-3D43F409F638}"/>
                    </a:ext>
                  </a:extLst>
                </p14:cNvPr>
                <p14:cNvContentPartPr/>
                <p14:nvPr/>
              </p14:nvContentPartPr>
              <p14:xfrm>
                <a:off x="6037608" y="3957269"/>
                <a:ext cx="172800" cy="370440"/>
              </p14:xfrm>
            </p:contentPart>
          </mc:Choice>
          <mc:Fallback xmlns="">
            <p:pic>
              <p:nvPicPr>
                <p:cNvPr id="68" name="Ink 67">
                  <a:extLst>
                    <a:ext uri="{FF2B5EF4-FFF2-40B4-BE49-F238E27FC236}">
                      <a16:creationId xmlns:a16="http://schemas.microsoft.com/office/drawing/2014/main" id="{E70FCA67-538E-1C68-45F3-3D43F409F638}"/>
                    </a:ext>
                  </a:extLst>
                </p:cNvPr>
                <p:cNvPicPr/>
                <p:nvPr/>
              </p:nvPicPr>
              <p:blipFill>
                <a:blip r:embed="rId116"/>
                <a:stretch>
                  <a:fillRect/>
                </a:stretch>
              </p:blipFill>
              <p:spPr>
                <a:xfrm>
                  <a:off x="6033288" y="3952949"/>
                  <a:ext cx="181440" cy="37908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69" name="Ink 68">
                  <a:extLst>
                    <a:ext uri="{FF2B5EF4-FFF2-40B4-BE49-F238E27FC236}">
                      <a16:creationId xmlns:a16="http://schemas.microsoft.com/office/drawing/2014/main" id="{A9915D62-E513-5926-6F4E-0D346F920920}"/>
                    </a:ext>
                  </a:extLst>
                </p14:cNvPr>
                <p14:cNvContentPartPr/>
                <p14:nvPr/>
              </p14:nvContentPartPr>
              <p14:xfrm>
                <a:off x="6111768" y="4080749"/>
                <a:ext cx="123480" cy="21960"/>
              </p14:xfrm>
            </p:contentPart>
          </mc:Choice>
          <mc:Fallback xmlns="">
            <p:pic>
              <p:nvPicPr>
                <p:cNvPr id="69" name="Ink 68">
                  <a:extLst>
                    <a:ext uri="{FF2B5EF4-FFF2-40B4-BE49-F238E27FC236}">
                      <a16:creationId xmlns:a16="http://schemas.microsoft.com/office/drawing/2014/main" id="{A9915D62-E513-5926-6F4E-0D346F920920}"/>
                    </a:ext>
                  </a:extLst>
                </p:cNvPr>
                <p:cNvPicPr/>
                <p:nvPr/>
              </p:nvPicPr>
              <p:blipFill>
                <a:blip r:embed="rId118"/>
                <a:stretch>
                  <a:fillRect/>
                </a:stretch>
              </p:blipFill>
              <p:spPr>
                <a:xfrm>
                  <a:off x="6107448" y="4076429"/>
                  <a:ext cx="132120" cy="3060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70" name="Ink 69">
                  <a:extLst>
                    <a:ext uri="{FF2B5EF4-FFF2-40B4-BE49-F238E27FC236}">
                      <a16:creationId xmlns:a16="http://schemas.microsoft.com/office/drawing/2014/main" id="{39555BBA-0C33-9C45-DF66-3537834043CB}"/>
                    </a:ext>
                  </a:extLst>
                </p14:cNvPr>
                <p14:cNvContentPartPr/>
                <p14:nvPr/>
              </p14:nvContentPartPr>
              <p14:xfrm>
                <a:off x="6360528" y="4002269"/>
                <a:ext cx="110160" cy="236520"/>
              </p14:xfrm>
            </p:contentPart>
          </mc:Choice>
          <mc:Fallback xmlns="">
            <p:pic>
              <p:nvPicPr>
                <p:cNvPr id="70" name="Ink 69">
                  <a:extLst>
                    <a:ext uri="{FF2B5EF4-FFF2-40B4-BE49-F238E27FC236}">
                      <a16:creationId xmlns:a16="http://schemas.microsoft.com/office/drawing/2014/main" id="{39555BBA-0C33-9C45-DF66-3537834043CB}"/>
                    </a:ext>
                  </a:extLst>
                </p:cNvPr>
                <p:cNvPicPr/>
                <p:nvPr/>
              </p:nvPicPr>
              <p:blipFill>
                <a:blip r:embed="rId120"/>
                <a:stretch>
                  <a:fillRect/>
                </a:stretch>
              </p:blipFill>
              <p:spPr>
                <a:xfrm>
                  <a:off x="6356208" y="3997949"/>
                  <a:ext cx="118800" cy="24516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71" name="Ink 70">
                  <a:extLst>
                    <a:ext uri="{FF2B5EF4-FFF2-40B4-BE49-F238E27FC236}">
                      <a16:creationId xmlns:a16="http://schemas.microsoft.com/office/drawing/2014/main" id="{23CDE56E-BB6F-C700-49AC-FD2D1535437F}"/>
                    </a:ext>
                  </a:extLst>
                </p14:cNvPr>
                <p14:cNvContentPartPr/>
                <p14:nvPr/>
              </p14:nvContentPartPr>
              <p14:xfrm>
                <a:off x="6627648" y="3883109"/>
                <a:ext cx="155520" cy="372960"/>
              </p14:xfrm>
            </p:contentPart>
          </mc:Choice>
          <mc:Fallback xmlns="">
            <p:pic>
              <p:nvPicPr>
                <p:cNvPr id="71" name="Ink 70">
                  <a:extLst>
                    <a:ext uri="{FF2B5EF4-FFF2-40B4-BE49-F238E27FC236}">
                      <a16:creationId xmlns:a16="http://schemas.microsoft.com/office/drawing/2014/main" id="{23CDE56E-BB6F-C700-49AC-FD2D1535437F}"/>
                    </a:ext>
                  </a:extLst>
                </p:cNvPr>
                <p:cNvPicPr/>
                <p:nvPr/>
              </p:nvPicPr>
              <p:blipFill>
                <a:blip r:embed="rId122"/>
                <a:stretch>
                  <a:fillRect/>
                </a:stretch>
              </p:blipFill>
              <p:spPr>
                <a:xfrm>
                  <a:off x="6623328" y="3878789"/>
                  <a:ext cx="164160" cy="38160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72" name="Ink 71">
                  <a:extLst>
                    <a:ext uri="{FF2B5EF4-FFF2-40B4-BE49-F238E27FC236}">
                      <a16:creationId xmlns:a16="http://schemas.microsoft.com/office/drawing/2014/main" id="{FCBBC0CB-767C-A515-4145-4C903F45E3BF}"/>
                    </a:ext>
                  </a:extLst>
                </p14:cNvPr>
                <p14:cNvContentPartPr/>
                <p14:nvPr/>
              </p14:nvContentPartPr>
              <p14:xfrm>
                <a:off x="6885048" y="3995429"/>
                <a:ext cx="141840" cy="250200"/>
              </p14:xfrm>
            </p:contentPart>
          </mc:Choice>
          <mc:Fallback xmlns="">
            <p:pic>
              <p:nvPicPr>
                <p:cNvPr id="72" name="Ink 71">
                  <a:extLst>
                    <a:ext uri="{FF2B5EF4-FFF2-40B4-BE49-F238E27FC236}">
                      <a16:creationId xmlns:a16="http://schemas.microsoft.com/office/drawing/2014/main" id="{FCBBC0CB-767C-A515-4145-4C903F45E3BF}"/>
                    </a:ext>
                  </a:extLst>
                </p:cNvPr>
                <p:cNvPicPr/>
                <p:nvPr/>
              </p:nvPicPr>
              <p:blipFill>
                <a:blip r:embed="rId124"/>
                <a:stretch>
                  <a:fillRect/>
                </a:stretch>
              </p:blipFill>
              <p:spPr>
                <a:xfrm>
                  <a:off x="6880728" y="3991109"/>
                  <a:ext cx="150480" cy="25884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73" name="Ink 72">
                  <a:extLst>
                    <a:ext uri="{FF2B5EF4-FFF2-40B4-BE49-F238E27FC236}">
                      <a16:creationId xmlns:a16="http://schemas.microsoft.com/office/drawing/2014/main" id="{06E173BA-36E6-D419-7A4E-0F35C93A4FBA}"/>
                    </a:ext>
                  </a:extLst>
                </p14:cNvPr>
                <p14:cNvContentPartPr/>
                <p14:nvPr/>
              </p14:nvContentPartPr>
              <p14:xfrm>
                <a:off x="7205448" y="4049069"/>
                <a:ext cx="163440" cy="188280"/>
              </p14:xfrm>
            </p:contentPart>
          </mc:Choice>
          <mc:Fallback xmlns="">
            <p:pic>
              <p:nvPicPr>
                <p:cNvPr id="73" name="Ink 72">
                  <a:extLst>
                    <a:ext uri="{FF2B5EF4-FFF2-40B4-BE49-F238E27FC236}">
                      <a16:creationId xmlns:a16="http://schemas.microsoft.com/office/drawing/2014/main" id="{06E173BA-36E6-D419-7A4E-0F35C93A4FBA}"/>
                    </a:ext>
                  </a:extLst>
                </p:cNvPr>
                <p:cNvPicPr/>
                <p:nvPr/>
              </p:nvPicPr>
              <p:blipFill>
                <a:blip r:embed="rId126"/>
                <a:stretch>
                  <a:fillRect/>
                </a:stretch>
              </p:blipFill>
              <p:spPr>
                <a:xfrm>
                  <a:off x="7201128" y="4044749"/>
                  <a:ext cx="172080" cy="19692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74" name="Ink 73">
                  <a:extLst>
                    <a:ext uri="{FF2B5EF4-FFF2-40B4-BE49-F238E27FC236}">
                      <a16:creationId xmlns:a16="http://schemas.microsoft.com/office/drawing/2014/main" id="{05DA4056-7062-7273-D18F-01B9F2075D84}"/>
                    </a:ext>
                  </a:extLst>
                </p14:cNvPr>
                <p14:cNvContentPartPr/>
                <p14:nvPr/>
              </p14:nvContentPartPr>
              <p14:xfrm>
                <a:off x="7254768" y="3773309"/>
                <a:ext cx="148680" cy="758160"/>
              </p14:xfrm>
            </p:contentPart>
          </mc:Choice>
          <mc:Fallback xmlns="">
            <p:pic>
              <p:nvPicPr>
                <p:cNvPr id="74" name="Ink 73">
                  <a:extLst>
                    <a:ext uri="{FF2B5EF4-FFF2-40B4-BE49-F238E27FC236}">
                      <a16:creationId xmlns:a16="http://schemas.microsoft.com/office/drawing/2014/main" id="{05DA4056-7062-7273-D18F-01B9F2075D84}"/>
                    </a:ext>
                  </a:extLst>
                </p:cNvPr>
                <p:cNvPicPr/>
                <p:nvPr/>
              </p:nvPicPr>
              <p:blipFill>
                <a:blip r:embed="rId128"/>
                <a:stretch>
                  <a:fillRect/>
                </a:stretch>
              </p:blipFill>
              <p:spPr>
                <a:xfrm>
                  <a:off x="7250448" y="3768989"/>
                  <a:ext cx="157320" cy="76680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75" name="Ink 74">
                  <a:extLst>
                    <a:ext uri="{FF2B5EF4-FFF2-40B4-BE49-F238E27FC236}">
                      <a16:creationId xmlns:a16="http://schemas.microsoft.com/office/drawing/2014/main" id="{9DD33085-2169-75F3-301F-F87712AE8151}"/>
                    </a:ext>
                  </a:extLst>
                </p14:cNvPr>
                <p14:cNvContentPartPr/>
                <p14:nvPr/>
              </p14:nvContentPartPr>
              <p14:xfrm>
                <a:off x="5335608" y="4432829"/>
                <a:ext cx="2314080" cy="56160"/>
              </p14:xfrm>
            </p:contentPart>
          </mc:Choice>
          <mc:Fallback xmlns="">
            <p:pic>
              <p:nvPicPr>
                <p:cNvPr id="75" name="Ink 74">
                  <a:extLst>
                    <a:ext uri="{FF2B5EF4-FFF2-40B4-BE49-F238E27FC236}">
                      <a16:creationId xmlns:a16="http://schemas.microsoft.com/office/drawing/2014/main" id="{9DD33085-2169-75F3-301F-F87712AE8151}"/>
                    </a:ext>
                  </a:extLst>
                </p:cNvPr>
                <p:cNvPicPr/>
                <p:nvPr/>
              </p:nvPicPr>
              <p:blipFill>
                <a:blip r:embed="rId130"/>
                <a:stretch>
                  <a:fillRect/>
                </a:stretch>
              </p:blipFill>
              <p:spPr>
                <a:xfrm>
                  <a:off x="5331288" y="4428509"/>
                  <a:ext cx="2322720" cy="6480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76" name="Ink 75">
                  <a:extLst>
                    <a:ext uri="{FF2B5EF4-FFF2-40B4-BE49-F238E27FC236}">
                      <a16:creationId xmlns:a16="http://schemas.microsoft.com/office/drawing/2014/main" id="{736E2994-AFD1-9733-9B4D-1F4A4C4475D6}"/>
                    </a:ext>
                  </a:extLst>
                </p14:cNvPr>
                <p14:cNvContentPartPr/>
                <p14:nvPr/>
              </p14:nvContentPartPr>
              <p14:xfrm>
                <a:off x="5931768" y="4554869"/>
                <a:ext cx="78120" cy="351360"/>
              </p14:xfrm>
            </p:contentPart>
          </mc:Choice>
          <mc:Fallback xmlns="">
            <p:pic>
              <p:nvPicPr>
                <p:cNvPr id="76" name="Ink 75">
                  <a:extLst>
                    <a:ext uri="{FF2B5EF4-FFF2-40B4-BE49-F238E27FC236}">
                      <a16:creationId xmlns:a16="http://schemas.microsoft.com/office/drawing/2014/main" id="{736E2994-AFD1-9733-9B4D-1F4A4C4475D6}"/>
                    </a:ext>
                  </a:extLst>
                </p:cNvPr>
                <p:cNvPicPr/>
                <p:nvPr/>
              </p:nvPicPr>
              <p:blipFill>
                <a:blip r:embed="rId132"/>
                <a:stretch>
                  <a:fillRect/>
                </a:stretch>
              </p:blipFill>
              <p:spPr>
                <a:xfrm>
                  <a:off x="5927448" y="4550549"/>
                  <a:ext cx="8676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77" name="Ink 76">
                  <a:extLst>
                    <a:ext uri="{FF2B5EF4-FFF2-40B4-BE49-F238E27FC236}">
                      <a16:creationId xmlns:a16="http://schemas.microsoft.com/office/drawing/2014/main" id="{10E0FBC3-D48B-F802-6DAA-53A0852D4C99}"/>
                    </a:ext>
                  </a:extLst>
                </p14:cNvPr>
                <p14:cNvContentPartPr/>
                <p14:nvPr/>
              </p14:nvContentPartPr>
              <p14:xfrm>
                <a:off x="6087648" y="4504829"/>
                <a:ext cx="245160" cy="414720"/>
              </p14:xfrm>
            </p:contentPart>
          </mc:Choice>
          <mc:Fallback xmlns="">
            <p:pic>
              <p:nvPicPr>
                <p:cNvPr id="77" name="Ink 76">
                  <a:extLst>
                    <a:ext uri="{FF2B5EF4-FFF2-40B4-BE49-F238E27FC236}">
                      <a16:creationId xmlns:a16="http://schemas.microsoft.com/office/drawing/2014/main" id="{10E0FBC3-D48B-F802-6DAA-53A0852D4C99}"/>
                    </a:ext>
                  </a:extLst>
                </p:cNvPr>
                <p:cNvPicPr/>
                <p:nvPr/>
              </p:nvPicPr>
              <p:blipFill>
                <a:blip r:embed="rId134"/>
                <a:stretch>
                  <a:fillRect/>
                </a:stretch>
              </p:blipFill>
              <p:spPr>
                <a:xfrm>
                  <a:off x="6083328" y="4500509"/>
                  <a:ext cx="253800" cy="42336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78" name="Ink 77">
                  <a:extLst>
                    <a:ext uri="{FF2B5EF4-FFF2-40B4-BE49-F238E27FC236}">
                      <a16:creationId xmlns:a16="http://schemas.microsoft.com/office/drawing/2014/main" id="{49EC4648-2BE8-E8FC-79FC-20474612FCE8}"/>
                    </a:ext>
                  </a:extLst>
                </p14:cNvPr>
                <p14:cNvContentPartPr/>
                <p14:nvPr/>
              </p14:nvContentPartPr>
              <p14:xfrm>
                <a:off x="6250728" y="4602389"/>
                <a:ext cx="200880" cy="309240"/>
              </p14:xfrm>
            </p:contentPart>
          </mc:Choice>
          <mc:Fallback xmlns="">
            <p:pic>
              <p:nvPicPr>
                <p:cNvPr id="78" name="Ink 77">
                  <a:extLst>
                    <a:ext uri="{FF2B5EF4-FFF2-40B4-BE49-F238E27FC236}">
                      <a16:creationId xmlns:a16="http://schemas.microsoft.com/office/drawing/2014/main" id="{49EC4648-2BE8-E8FC-79FC-20474612FCE8}"/>
                    </a:ext>
                  </a:extLst>
                </p:cNvPr>
                <p:cNvPicPr/>
                <p:nvPr/>
              </p:nvPicPr>
              <p:blipFill>
                <a:blip r:embed="rId136"/>
                <a:stretch>
                  <a:fillRect/>
                </a:stretch>
              </p:blipFill>
              <p:spPr>
                <a:xfrm>
                  <a:off x="6246408" y="4598069"/>
                  <a:ext cx="209520" cy="31788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79" name="Ink 78">
                  <a:extLst>
                    <a:ext uri="{FF2B5EF4-FFF2-40B4-BE49-F238E27FC236}">
                      <a16:creationId xmlns:a16="http://schemas.microsoft.com/office/drawing/2014/main" id="{E0DA5163-FA2B-4AC8-51B4-48968FF4BB9A}"/>
                    </a:ext>
                  </a:extLst>
                </p14:cNvPr>
                <p14:cNvContentPartPr/>
                <p14:nvPr/>
              </p14:nvContentPartPr>
              <p14:xfrm>
                <a:off x="6323088" y="4733069"/>
                <a:ext cx="121320" cy="21960"/>
              </p14:xfrm>
            </p:contentPart>
          </mc:Choice>
          <mc:Fallback xmlns="">
            <p:pic>
              <p:nvPicPr>
                <p:cNvPr id="79" name="Ink 78">
                  <a:extLst>
                    <a:ext uri="{FF2B5EF4-FFF2-40B4-BE49-F238E27FC236}">
                      <a16:creationId xmlns:a16="http://schemas.microsoft.com/office/drawing/2014/main" id="{E0DA5163-FA2B-4AC8-51B4-48968FF4BB9A}"/>
                    </a:ext>
                  </a:extLst>
                </p:cNvPr>
                <p:cNvPicPr/>
                <p:nvPr/>
              </p:nvPicPr>
              <p:blipFill>
                <a:blip r:embed="rId138"/>
                <a:stretch>
                  <a:fillRect/>
                </a:stretch>
              </p:blipFill>
              <p:spPr>
                <a:xfrm>
                  <a:off x="6318768" y="4728749"/>
                  <a:ext cx="129960" cy="3060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80" name="Ink 79">
                  <a:extLst>
                    <a:ext uri="{FF2B5EF4-FFF2-40B4-BE49-F238E27FC236}">
                      <a16:creationId xmlns:a16="http://schemas.microsoft.com/office/drawing/2014/main" id="{5C30BF75-488E-F986-E354-00142DE5EA3F}"/>
                    </a:ext>
                  </a:extLst>
                </p14:cNvPr>
                <p14:cNvContentPartPr/>
                <p14:nvPr/>
              </p14:nvContentPartPr>
              <p14:xfrm>
                <a:off x="6577248" y="4663589"/>
                <a:ext cx="181800" cy="221400"/>
              </p14:xfrm>
            </p:contentPart>
          </mc:Choice>
          <mc:Fallback xmlns="">
            <p:pic>
              <p:nvPicPr>
                <p:cNvPr id="80" name="Ink 79">
                  <a:extLst>
                    <a:ext uri="{FF2B5EF4-FFF2-40B4-BE49-F238E27FC236}">
                      <a16:creationId xmlns:a16="http://schemas.microsoft.com/office/drawing/2014/main" id="{5C30BF75-488E-F986-E354-00142DE5EA3F}"/>
                    </a:ext>
                  </a:extLst>
                </p:cNvPr>
                <p:cNvPicPr/>
                <p:nvPr/>
              </p:nvPicPr>
              <p:blipFill>
                <a:blip r:embed="rId140"/>
                <a:stretch>
                  <a:fillRect/>
                </a:stretch>
              </p:blipFill>
              <p:spPr>
                <a:xfrm>
                  <a:off x="6572928" y="4659269"/>
                  <a:ext cx="190440" cy="23004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81" name="Ink 80">
                  <a:extLst>
                    <a:ext uri="{FF2B5EF4-FFF2-40B4-BE49-F238E27FC236}">
                      <a16:creationId xmlns:a16="http://schemas.microsoft.com/office/drawing/2014/main" id="{DCCC1993-328E-2DC8-3561-AEE0FA37C9FA}"/>
                    </a:ext>
                  </a:extLst>
                </p14:cNvPr>
                <p14:cNvContentPartPr/>
                <p14:nvPr/>
              </p14:nvContentPartPr>
              <p14:xfrm>
                <a:off x="6888288" y="4661429"/>
                <a:ext cx="28800" cy="222840"/>
              </p14:xfrm>
            </p:contentPart>
          </mc:Choice>
          <mc:Fallback xmlns="">
            <p:pic>
              <p:nvPicPr>
                <p:cNvPr id="81" name="Ink 80">
                  <a:extLst>
                    <a:ext uri="{FF2B5EF4-FFF2-40B4-BE49-F238E27FC236}">
                      <a16:creationId xmlns:a16="http://schemas.microsoft.com/office/drawing/2014/main" id="{DCCC1993-328E-2DC8-3561-AEE0FA37C9FA}"/>
                    </a:ext>
                  </a:extLst>
                </p:cNvPr>
                <p:cNvPicPr/>
                <p:nvPr/>
              </p:nvPicPr>
              <p:blipFill>
                <a:blip r:embed="rId142"/>
                <a:stretch>
                  <a:fillRect/>
                </a:stretch>
              </p:blipFill>
              <p:spPr>
                <a:xfrm>
                  <a:off x="6883968" y="4657109"/>
                  <a:ext cx="37440" cy="23148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82" name="Ink 81">
                  <a:extLst>
                    <a:ext uri="{FF2B5EF4-FFF2-40B4-BE49-F238E27FC236}">
                      <a16:creationId xmlns:a16="http://schemas.microsoft.com/office/drawing/2014/main" id="{833D9643-3BDE-650E-E146-F7E35E146A0F}"/>
                    </a:ext>
                  </a:extLst>
                </p14:cNvPr>
                <p14:cNvContentPartPr/>
                <p14:nvPr/>
              </p14:nvContentPartPr>
              <p14:xfrm>
                <a:off x="6919248" y="4623629"/>
                <a:ext cx="163440" cy="244440"/>
              </p14:xfrm>
            </p:contentPart>
          </mc:Choice>
          <mc:Fallback xmlns="">
            <p:pic>
              <p:nvPicPr>
                <p:cNvPr id="82" name="Ink 81">
                  <a:extLst>
                    <a:ext uri="{FF2B5EF4-FFF2-40B4-BE49-F238E27FC236}">
                      <a16:creationId xmlns:a16="http://schemas.microsoft.com/office/drawing/2014/main" id="{833D9643-3BDE-650E-E146-F7E35E146A0F}"/>
                    </a:ext>
                  </a:extLst>
                </p:cNvPr>
                <p:cNvPicPr/>
                <p:nvPr/>
              </p:nvPicPr>
              <p:blipFill>
                <a:blip r:embed="rId144"/>
                <a:stretch>
                  <a:fillRect/>
                </a:stretch>
              </p:blipFill>
              <p:spPr>
                <a:xfrm>
                  <a:off x="6914928" y="4619309"/>
                  <a:ext cx="172080" cy="25308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83" name="Ink 82">
                  <a:extLst>
                    <a:ext uri="{FF2B5EF4-FFF2-40B4-BE49-F238E27FC236}">
                      <a16:creationId xmlns:a16="http://schemas.microsoft.com/office/drawing/2014/main" id="{88C02ADF-C925-E351-0DB2-DC4D88C81B20}"/>
                    </a:ext>
                  </a:extLst>
                </p14:cNvPr>
                <p14:cNvContentPartPr/>
                <p14:nvPr/>
              </p14:nvContentPartPr>
              <p14:xfrm>
                <a:off x="7025808" y="4457669"/>
                <a:ext cx="139680" cy="600840"/>
              </p14:xfrm>
            </p:contentPart>
          </mc:Choice>
          <mc:Fallback xmlns="">
            <p:pic>
              <p:nvPicPr>
                <p:cNvPr id="83" name="Ink 82">
                  <a:extLst>
                    <a:ext uri="{FF2B5EF4-FFF2-40B4-BE49-F238E27FC236}">
                      <a16:creationId xmlns:a16="http://schemas.microsoft.com/office/drawing/2014/main" id="{88C02ADF-C925-E351-0DB2-DC4D88C81B20}"/>
                    </a:ext>
                  </a:extLst>
                </p:cNvPr>
                <p:cNvPicPr/>
                <p:nvPr/>
              </p:nvPicPr>
              <p:blipFill>
                <a:blip r:embed="rId146"/>
                <a:stretch>
                  <a:fillRect/>
                </a:stretch>
              </p:blipFill>
              <p:spPr>
                <a:xfrm>
                  <a:off x="7021488" y="4453349"/>
                  <a:ext cx="148320" cy="60948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85" name="Ink 84">
                  <a:extLst>
                    <a:ext uri="{FF2B5EF4-FFF2-40B4-BE49-F238E27FC236}">
                      <a16:creationId xmlns:a16="http://schemas.microsoft.com/office/drawing/2014/main" id="{33ED7279-6A1A-75A1-0744-AA9767033B2A}"/>
                    </a:ext>
                  </a:extLst>
                </p14:cNvPr>
                <p14:cNvContentPartPr/>
                <p14:nvPr/>
              </p14:nvContentPartPr>
              <p14:xfrm>
                <a:off x="7629528" y="4373429"/>
                <a:ext cx="156600" cy="36720"/>
              </p14:xfrm>
            </p:contentPart>
          </mc:Choice>
          <mc:Fallback xmlns="">
            <p:pic>
              <p:nvPicPr>
                <p:cNvPr id="85" name="Ink 84">
                  <a:extLst>
                    <a:ext uri="{FF2B5EF4-FFF2-40B4-BE49-F238E27FC236}">
                      <a16:creationId xmlns:a16="http://schemas.microsoft.com/office/drawing/2014/main" id="{33ED7279-6A1A-75A1-0744-AA9767033B2A}"/>
                    </a:ext>
                  </a:extLst>
                </p:cNvPr>
                <p:cNvPicPr/>
                <p:nvPr/>
              </p:nvPicPr>
              <p:blipFill>
                <a:blip r:embed="rId148"/>
                <a:stretch>
                  <a:fillRect/>
                </a:stretch>
              </p:blipFill>
              <p:spPr>
                <a:xfrm>
                  <a:off x="7625208" y="4369109"/>
                  <a:ext cx="16524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86" name="Ink 85">
                  <a:extLst>
                    <a:ext uri="{FF2B5EF4-FFF2-40B4-BE49-F238E27FC236}">
                      <a16:creationId xmlns:a16="http://schemas.microsoft.com/office/drawing/2014/main" id="{AE01B925-488A-472C-127D-9CFA9BC14CA8}"/>
                    </a:ext>
                  </a:extLst>
                </p14:cNvPr>
                <p14:cNvContentPartPr/>
                <p14:nvPr/>
              </p14:nvContentPartPr>
              <p14:xfrm>
                <a:off x="7681008" y="4462709"/>
                <a:ext cx="144360" cy="46080"/>
              </p14:xfrm>
            </p:contentPart>
          </mc:Choice>
          <mc:Fallback xmlns="">
            <p:pic>
              <p:nvPicPr>
                <p:cNvPr id="86" name="Ink 85">
                  <a:extLst>
                    <a:ext uri="{FF2B5EF4-FFF2-40B4-BE49-F238E27FC236}">
                      <a16:creationId xmlns:a16="http://schemas.microsoft.com/office/drawing/2014/main" id="{AE01B925-488A-472C-127D-9CFA9BC14CA8}"/>
                    </a:ext>
                  </a:extLst>
                </p:cNvPr>
                <p:cNvPicPr/>
                <p:nvPr/>
              </p:nvPicPr>
              <p:blipFill>
                <a:blip r:embed="rId150"/>
                <a:stretch>
                  <a:fillRect/>
                </a:stretch>
              </p:blipFill>
              <p:spPr>
                <a:xfrm>
                  <a:off x="7676688" y="4458389"/>
                  <a:ext cx="153000" cy="5472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87" name="Ink 86">
                  <a:extLst>
                    <a:ext uri="{FF2B5EF4-FFF2-40B4-BE49-F238E27FC236}">
                      <a16:creationId xmlns:a16="http://schemas.microsoft.com/office/drawing/2014/main" id="{E3A08970-DF78-D658-B3AA-7D847D2BF8E1}"/>
                    </a:ext>
                  </a:extLst>
                </p14:cNvPr>
                <p14:cNvContentPartPr/>
                <p14:nvPr/>
              </p14:nvContentPartPr>
              <p14:xfrm>
                <a:off x="8001048" y="3990389"/>
                <a:ext cx="164160" cy="468360"/>
              </p14:xfrm>
            </p:contentPart>
          </mc:Choice>
          <mc:Fallback xmlns="">
            <p:pic>
              <p:nvPicPr>
                <p:cNvPr id="87" name="Ink 86">
                  <a:extLst>
                    <a:ext uri="{FF2B5EF4-FFF2-40B4-BE49-F238E27FC236}">
                      <a16:creationId xmlns:a16="http://schemas.microsoft.com/office/drawing/2014/main" id="{E3A08970-DF78-D658-B3AA-7D847D2BF8E1}"/>
                    </a:ext>
                  </a:extLst>
                </p:cNvPr>
                <p:cNvPicPr/>
                <p:nvPr/>
              </p:nvPicPr>
              <p:blipFill>
                <a:blip r:embed="rId152"/>
                <a:stretch>
                  <a:fillRect/>
                </a:stretch>
              </p:blipFill>
              <p:spPr>
                <a:xfrm>
                  <a:off x="7996728" y="3986069"/>
                  <a:ext cx="172800" cy="47700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88" name="Ink 87">
                  <a:extLst>
                    <a:ext uri="{FF2B5EF4-FFF2-40B4-BE49-F238E27FC236}">
                      <a16:creationId xmlns:a16="http://schemas.microsoft.com/office/drawing/2014/main" id="{449F00EC-75BA-0A85-A74B-90EFE6C5F5A0}"/>
                    </a:ext>
                  </a:extLst>
                </p14:cNvPr>
                <p14:cNvContentPartPr/>
                <p14:nvPr/>
              </p14:nvContentPartPr>
              <p14:xfrm>
                <a:off x="8172048" y="3885989"/>
                <a:ext cx="325080" cy="749160"/>
              </p14:xfrm>
            </p:contentPart>
          </mc:Choice>
          <mc:Fallback xmlns="">
            <p:pic>
              <p:nvPicPr>
                <p:cNvPr id="88" name="Ink 87">
                  <a:extLst>
                    <a:ext uri="{FF2B5EF4-FFF2-40B4-BE49-F238E27FC236}">
                      <a16:creationId xmlns:a16="http://schemas.microsoft.com/office/drawing/2014/main" id="{449F00EC-75BA-0A85-A74B-90EFE6C5F5A0}"/>
                    </a:ext>
                  </a:extLst>
                </p:cNvPr>
                <p:cNvPicPr/>
                <p:nvPr/>
              </p:nvPicPr>
              <p:blipFill>
                <a:blip r:embed="rId154"/>
                <a:stretch>
                  <a:fillRect/>
                </a:stretch>
              </p:blipFill>
              <p:spPr>
                <a:xfrm>
                  <a:off x="8167728" y="3881669"/>
                  <a:ext cx="333720" cy="75780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89" name="Ink 88">
                  <a:extLst>
                    <a:ext uri="{FF2B5EF4-FFF2-40B4-BE49-F238E27FC236}">
                      <a16:creationId xmlns:a16="http://schemas.microsoft.com/office/drawing/2014/main" id="{29C959F4-4BC3-1068-C999-7EC021A32558}"/>
                    </a:ext>
                  </a:extLst>
                </p14:cNvPr>
                <p14:cNvContentPartPr/>
                <p14:nvPr/>
              </p14:nvContentPartPr>
              <p14:xfrm>
                <a:off x="8268168" y="4149149"/>
                <a:ext cx="164160" cy="192600"/>
              </p14:xfrm>
            </p:contentPart>
          </mc:Choice>
          <mc:Fallback xmlns="">
            <p:pic>
              <p:nvPicPr>
                <p:cNvPr id="89" name="Ink 88">
                  <a:extLst>
                    <a:ext uri="{FF2B5EF4-FFF2-40B4-BE49-F238E27FC236}">
                      <a16:creationId xmlns:a16="http://schemas.microsoft.com/office/drawing/2014/main" id="{29C959F4-4BC3-1068-C999-7EC021A32558}"/>
                    </a:ext>
                  </a:extLst>
                </p:cNvPr>
                <p:cNvPicPr/>
                <p:nvPr/>
              </p:nvPicPr>
              <p:blipFill>
                <a:blip r:embed="rId156"/>
                <a:stretch>
                  <a:fillRect/>
                </a:stretch>
              </p:blipFill>
              <p:spPr>
                <a:xfrm>
                  <a:off x="8263848" y="4144829"/>
                  <a:ext cx="172800" cy="20124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90" name="Ink 89">
                  <a:extLst>
                    <a:ext uri="{FF2B5EF4-FFF2-40B4-BE49-F238E27FC236}">
                      <a16:creationId xmlns:a16="http://schemas.microsoft.com/office/drawing/2014/main" id="{38DFCBCB-E6EC-0E30-9D14-9AAA9A029DA1}"/>
                    </a:ext>
                  </a:extLst>
                </p14:cNvPr>
                <p14:cNvContentPartPr/>
                <p14:nvPr/>
              </p14:nvContentPartPr>
              <p14:xfrm>
                <a:off x="8293368" y="4091909"/>
                <a:ext cx="239040" cy="644760"/>
              </p14:xfrm>
            </p:contentPart>
          </mc:Choice>
          <mc:Fallback xmlns="">
            <p:pic>
              <p:nvPicPr>
                <p:cNvPr id="90" name="Ink 89">
                  <a:extLst>
                    <a:ext uri="{FF2B5EF4-FFF2-40B4-BE49-F238E27FC236}">
                      <a16:creationId xmlns:a16="http://schemas.microsoft.com/office/drawing/2014/main" id="{38DFCBCB-E6EC-0E30-9D14-9AAA9A029DA1}"/>
                    </a:ext>
                  </a:extLst>
                </p:cNvPr>
                <p:cNvPicPr/>
                <p:nvPr/>
              </p:nvPicPr>
              <p:blipFill>
                <a:blip r:embed="rId158"/>
                <a:stretch>
                  <a:fillRect/>
                </a:stretch>
              </p:blipFill>
              <p:spPr>
                <a:xfrm>
                  <a:off x="8289048" y="4087589"/>
                  <a:ext cx="247680" cy="65340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91" name="Ink 90">
                  <a:extLst>
                    <a:ext uri="{FF2B5EF4-FFF2-40B4-BE49-F238E27FC236}">
                      <a16:creationId xmlns:a16="http://schemas.microsoft.com/office/drawing/2014/main" id="{1EBFB1E6-5F07-37F9-ACBC-EC006ECCA49C}"/>
                    </a:ext>
                  </a:extLst>
                </p14:cNvPr>
                <p14:cNvContentPartPr/>
                <p14:nvPr/>
              </p14:nvContentPartPr>
              <p14:xfrm>
                <a:off x="8379768" y="4467029"/>
                <a:ext cx="150480" cy="242640"/>
              </p14:xfrm>
            </p:contentPart>
          </mc:Choice>
          <mc:Fallback xmlns="">
            <p:pic>
              <p:nvPicPr>
                <p:cNvPr id="91" name="Ink 90">
                  <a:extLst>
                    <a:ext uri="{FF2B5EF4-FFF2-40B4-BE49-F238E27FC236}">
                      <a16:creationId xmlns:a16="http://schemas.microsoft.com/office/drawing/2014/main" id="{1EBFB1E6-5F07-37F9-ACBC-EC006ECCA49C}"/>
                    </a:ext>
                  </a:extLst>
                </p:cNvPr>
                <p:cNvPicPr/>
                <p:nvPr/>
              </p:nvPicPr>
              <p:blipFill>
                <a:blip r:embed="rId160"/>
                <a:stretch>
                  <a:fillRect/>
                </a:stretch>
              </p:blipFill>
              <p:spPr>
                <a:xfrm>
                  <a:off x="8375448" y="4462709"/>
                  <a:ext cx="159120" cy="25128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92" name="Ink 91">
                  <a:extLst>
                    <a:ext uri="{FF2B5EF4-FFF2-40B4-BE49-F238E27FC236}">
                      <a16:creationId xmlns:a16="http://schemas.microsoft.com/office/drawing/2014/main" id="{903CB323-38BA-19A8-424C-35041EBFF0BD}"/>
                    </a:ext>
                  </a:extLst>
                </p14:cNvPr>
                <p14:cNvContentPartPr/>
                <p14:nvPr/>
              </p14:nvContentPartPr>
              <p14:xfrm>
                <a:off x="8462568" y="4535069"/>
                <a:ext cx="61560" cy="20160"/>
              </p14:xfrm>
            </p:contentPart>
          </mc:Choice>
          <mc:Fallback xmlns="">
            <p:pic>
              <p:nvPicPr>
                <p:cNvPr id="92" name="Ink 91">
                  <a:extLst>
                    <a:ext uri="{FF2B5EF4-FFF2-40B4-BE49-F238E27FC236}">
                      <a16:creationId xmlns:a16="http://schemas.microsoft.com/office/drawing/2014/main" id="{903CB323-38BA-19A8-424C-35041EBFF0BD}"/>
                    </a:ext>
                  </a:extLst>
                </p:cNvPr>
                <p:cNvPicPr/>
                <p:nvPr/>
              </p:nvPicPr>
              <p:blipFill>
                <a:blip r:embed="rId162"/>
                <a:stretch>
                  <a:fillRect/>
                </a:stretch>
              </p:blipFill>
              <p:spPr>
                <a:xfrm>
                  <a:off x="8458248" y="4530749"/>
                  <a:ext cx="7020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93" name="Ink 92">
                  <a:extLst>
                    <a:ext uri="{FF2B5EF4-FFF2-40B4-BE49-F238E27FC236}">
                      <a16:creationId xmlns:a16="http://schemas.microsoft.com/office/drawing/2014/main" id="{E0EE22F4-42A6-999A-69F2-42F07C8C84CC}"/>
                    </a:ext>
                  </a:extLst>
                </p14:cNvPr>
                <p14:cNvContentPartPr/>
                <p14:nvPr/>
              </p14:nvContentPartPr>
              <p14:xfrm>
                <a:off x="8585328" y="4533269"/>
                <a:ext cx="77400" cy="164880"/>
              </p14:xfrm>
            </p:contentPart>
          </mc:Choice>
          <mc:Fallback xmlns="">
            <p:pic>
              <p:nvPicPr>
                <p:cNvPr id="93" name="Ink 92">
                  <a:extLst>
                    <a:ext uri="{FF2B5EF4-FFF2-40B4-BE49-F238E27FC236}">
                      <a16:creationId xmlns:a16="http://schemas.microsoft.com/office/drawing/2014/main" id="{E0EE22F4-42A6-999A-69F2-42F07C8C84CC}"/>
                    </a:ext>
                  </a:extLst>
                </p:cNvPr>
                <p:cNvPicPr/>
                <p:nvPr/>
              </p:nvPicPr>
              <p:blipFill>
                <a:blip r:embed="rId164"/>
                <a:stretch>
                  <a:fillRect/>
                </a:stretch>
              </p:blipFill>
              <p:spPr>
                <a:xfrm>
                  <a:off x="8581008" y="4528949"/>
                  <a:ext cx="86040" cy="17352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94" name="Ink 93">
                  <a:extLst>
                    <a:ext uri="{FF2B5EF4-FFF2-40B4-BE49-F238E27FC236}">
                      <a16:creationId xmlns:a16="http://schemas.microsoft.com/office/drawing/2014/main" id="{7396FFD5-F63A-5C5F-02BE-A1940F0A97ED}"/>
                    </a:ext>
                  </a:extLst>
                </p14:cNvPr>
                <p14:cNvContentPartPr/>
                <p14:nvPr/>
              </p14:nvContentPartPr>
              <p14:xfrm>
                <a:off x="8762088" y="4424549"/>
                <a:ext cx="124920" cy="257040"/>
              </p14:xfrm>
            </p:contentPart>
          </mc:Choice>
          <mc:Fallback xmlns="">
            <p:pic>
              <p:nvPicPr>
                <p:cNvPr id="94" name="Ink 93">
                  <a:extLst>
                    <a:ext uri="{FF2B5EF4-FFF2-40B4-BE49-F238E27FC236}">
                      <a16:creationId xmlns:a16="http://schemas.microsoft.com/office/drawing/2014/main" id="{7396FFD5-F63A-5C5F-02BE-A1940F0A97ED}"/>
                    </a:ext>
                  </a:extLst>
                </p:cNvPr>
                <p:cNvPicPr/>
                <p:nvPr/>
              </p:nvPicPr>
              <p:blipFill>
                <a:blip r:embed="rId166"/>
                <a:stretch>
                  <a:fillRect/>
                </a:stretch>
              </p:blipFill>
              <p:spPr>
                <a:xfrm>
                  <a:off x="8757768" y="4420229"/>
                  <a:ext cx="133560" cy="26568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95" name="Ink 94">
                  <a:extLst>
                    <a:ext uri="{FF2B5EF4-FFF2-40B4-BE49-F238E27FC236}">
                      <a16:creationId xmlns:a16="http://schemas.microsoft.com/office/drawing/2014/main" id="{81F7E1D6-A9E3-B0E2-8475-2E968A73F259}"/>
                    </a:ext>
                  </a:extLst>
                </p14:cNvPr>
                <p14:cNvContentPartPr/>
                <p14:nvPr/>
              </p14:nvContentPartPr>
              <p14:xfrm>
                <a:off x="8794848" y="3820109"/>
                <a:ext cx="160200" cy="1159560"/>
              </p14:xfrm>
            </p:contentPart>
          </mc:Choice>
          <mc:Fallback xmlns="">
            <p:pic>
              <p:nvPicPr>
                <p:cNvPr id="95" name="Ink 94">
                  <a:extLst>
                    <a:ext uri="{FF2B5EF4-FFF2-40B4-BE49-F238E27FC236}">
                      <a16:creationId xmlns:a16="http://schemas.microsoft.com/office/drawing/2014/main" id="{81F7E1D6-A9E3-B0E2-8475-2E968A73F259}"/>
                    </a:ext>
                  </a:extLst>
                </p:cNvPr>
                <p:cNvPicPr/>
                <p:nvPr/>
              </p:nvPicPr>
              <p:blipFill>
                <a:blip r:embed="rId168"/>
                <a:stretch>
                  <a:fillRect/>
                </a:stretch>
              </p:blipFill>
              <p:spPr>
                <a:xfrm>
                  <a:off x="8790528" y="3815789"/>
                  <a:ext cx="168840" cy="116820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97" name="Ink 96">
                  <a:extLst>
                    <a:ext uri="{FF2B5EF4-FFF2-40B4-BE49-F238E27FC236}">
                      <a16:creationId xmlns:a16="http://schemas.microsoft.com/office/drawing/2014/main" id="{30B11222-FBA8-235D-B305-D5C3639D76FA}"/>
                    </a:ext>
                  </a:extLst>
                </p14:cNvPr>
                <p14:cNvContentPartPr/>
                <p14:nvPr/>
              </p14:nvContentPartPr>
              <p14:xfrm>
                <a:off x="8020488" y="4846829"/>
                <a:ext cx="710280" cy="50040"/>
              </p14:xfrm>
            </p:contentPart>
          </mc:Choice>
          <mc:Fallback xmlns="">
            <p:pic>
              <p:nvPicPr>
                <p:cNvPr id="97" name="Ink 96">
                  <a:extLst>
                    <a:ext uri="{FF2B5EF4-FFF2-40B4-BE49-F238E27FC236}">
                      <a16:creationId xmlns:a16="http://schemas.microsoft.com/office/drawing/2014/main" id="{30B11222-FBA8-235D-B305-D5C3639D76FA}"/>
                    </a:ext>
                  </a:extLst>
                </p:cNvPr>
                <p:cNvPicPr/>
                <p:nvPr/>
              </p:nvPicPr>
              <p:blipFill>
                <a:blip r:embed="rId170"/>
                <a:stretch>
                  <a:fillRect/>
                </a:stretch>
              </p:blipFill>
              <p:spPr>
                <a:xfrm>
                  <a:off x="8016168" y="4842509"/>
                  <a:ext cx="718920" cy="5868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98" name="Ink 97">
                  <a:extLst>
                    <a:ext uri="{FF2B5EF4-FFF2-40B4-BE49-F238E27FC236}">
                      <a16:creationId xmlns:a16="http://schemas.microsoft.com/office/drawing/2014/main" id="{C70B4341-DE61-DFD9-C3F1-A60681ED9994}"/>
                    </a:ext>
                  </a:extLst>
                </p14:cNvPr>
                <p14:cNvContentPartPr/>
                <p14:nvPr/>
              </p14:nvContentPartPr>
              <p14:xfrm>
                <a:off x="8093208" y="4814429"/>
                <a:ext cx="655560" cy="78840"/>
              </p14:xfrm>
            </p:contentPart>
          </mc:Choice>
          <mc:Fallback xmlns="">
            <p:pic>
              <p:nvPicPr>
                <p:cNvPr id="98" name="Ink 97">
                  <a:extLst>
                    <a:ext uri="{FF2B5EF4-FFF2-40B4-BE49-F238E27FC236}">
                      <a16:creationId xmlns:a16="http://schemas.microsoft.com/office/drawing/2014/main" id="{C70B4341-DE61-DFD9-C3F1-A60681ED9994}"/>
                    </a:ext>
                  </a:extLst>
                </p:cNvPr>
                <p:cNvPicPr/>
                <p:nvPr/>
              </p:nvPicPr>
              <p:blipFill>
                <a:blip r:embed="rId172"/>
                <a:stretch>
                  <a:fillRect/>
                </a:stretch>
              </p:blipFill>
              <p:spPr>
                <a:xfrm>
                  <a:off x="8088888" y="4810109"/>
                  <a:ext cx="664200" cy="8748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100" name="Ink 99">
                  <a:extLst>
                    <a:ext uri="{FF2B5EF4-FFF2-40B4-BE49-F238E27FC236}">
                      <a16:creationId xmlns:a16="http://schemas.microsoft.com/office/drawing/2014/main" id="{C006AF52-ABB3-13EB-5DEB-0E2832337A57}"/>
                    </a:ext>
                  </a:extLst>
                </p14:cNvPr>
                <p14:cNvContentPartPr/>
                <p14:nvPr/>
              </p14:nvContentPartPr>
              <p14:xfrm>
                <a:off x="5426328" y="3363629"/>
                <a:ext cx="3596760" cy="1780560"/>
              </p14:xfrm>
            </p:contentPart>
          </mc:Choice>
          <mc:Fallback xmlns="">
            <p:pic>
              <p:nvPicPr>
                <p:cNvPr id="100" name="Ink 99">
                  <a:extLst>
                    <a:ext uri="{FF2B5EF4-FFF2-40B4-BE49-F238E27FC236}">
                      <a16:creationId xmlns:a16="http://schemas.microsoft.com/office/drawing/2014/main" id="{C006AF52-ABB3-13EB-5DEB-0E2832337A57}"/>
                    </a:ext>
                  </a:extLst>
                </p:cNvPr>
                <p:cNvPicPr/>
                <p:nvPr/>
              </p:nvPicPr>
              <p:blipFill>
                <a:blip r:embed="rId174"/>
                <a:stretch>
                  <a:fillRect/>
                </a:stretch>
              </p:blipFill>
              <p:spPr>
                <a:xfrm>
                  <a:off x="5422008" y="3359309"/>
                  <a:ext cx="3605400" cy="1789200"/>
                </a:xfrm>
                <a:prstGeom prst="rect">
                  <a:avLst/>
                </a:prstGeom>
              </p:spPr>
            </p:pic>
          </mc:Fallback>
        </mc:AlternateContent>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7620000" cy="764364"/>
          </a:xfrm>
        </p:spPr>
        <p:txBody>
          <a:bodyPr>
            <a:normAutofit/>
          </a:bodyPr>
          <a:lstStyle/>
          <a:p>
            <a:pPr algn="l"/>
            <a:r>
              <a:rPr lang="en-US" sz="3200" dirty="0"/>
              <a:t>Example - 1</a:t>
            </a:r>
            <a:endParaRPr lang="en-IN" sz="3200" dirty="0"/>
          </a:p>
        </p:txBody>
      </p:sp>
      <p:sp>
        <p:nvSpPr>
          <p:cNvPr id="6" name="Content Placeholder 5"/>
          <p:cNvSpPr>
            <a:spLocks noGrp="1"/>
          </p:cNvSpPr>
          <p:nvPr>
            <p:ph idx="4294967295"/>
          </p:nvPr>
        </p:nvSpPr>
        <p:spPr>
          <a:xfrm>
            <a:off x="282530" y="924933"/>
            <a:ext cx="8229600" cy="5439423"/>
          </a:xfrm>
        </p:spPr>
        <p:txBody>
          <a:bodyPr rtlCol="0">
            <a:normAutofit/>
          </a:bodyPr>
          <a:lstStyle/>
          <a:p>
            <a:pPr>
              <a:buFont typeface="Wingdings" panose="05000000000000000000" pitchFamily="2" charset="2"/>
              <a:buChar char="Ø"/>
              <a:defRPr/>
            </a:pPr>
            <a:r>
              <a:rPr lang="en-US" sz="2600" dirty="0">
                <a:cs typeface="Times New Roman" panose="02020603050405020304" pitchFamily="18" charset="0"/>
              </a:rPr>
              <a:t>Following table contains the different age group peoples who have defaulted and not defaulted on Loans.</a:t>
            </a:r>
          </a:p>
          <a:p>
            <a:pPr>
              <a:defRPr/>
            </a:pPr>
            <a:endParaRPr lang="en-US" sz="3100" b="1" dirty="0"/>
          </a:p>
          <a:p>
            <a:pPr>
              <a:defRPr/>
            </a:pPr>
            <a:endParaRPr lang="en-US" sz="3100" b="1" dirty="0"/>
          </a:p>
          <a:p>
            <a:pPr>
              <a:defRPr/>
            </a:pPr>
            <a:endParaRPr lang="en-US" sz="3100" b="1" dirty="0"/>
          </a:p>
          <a:p>
            <a:pPr>
              <a:defRPr/>
            </a:pPr>
            <a:endParaRPr lang="en-US" sz="3100" b="1" dirty="0"/>
          </a:p>
          <a:p>
            <a:pPr marL="457200" indent="-457200" algn="just">
              <a:buFont typeface="Arial" pitchFamily="34" charset="0"/>
              <a:buAutoNum type="alphaLcParenR"/>
              <a:defRPr/>
            </a:pPr>
            <a:r>
              <a:rPr lang="en-US" sz="2400" dirty="0">
                <a:cs typeface="Times New Roman" panose="02020603050405020304" pitchFamily="18" charset="0"/>
              </a:rPr>
              <a:t>What is the probability that a person will not default on the loan given he/she is middle-aged?</a:t>
            </a:r>
          </a:p>
          <a:p>
            <a:pPr marL="457200" indent="-457200" algn="just">
              <a:buFont typeface="Arial" pitchFamily="34" charset="0"/>
              <a:buAutoNum type="alphaLcParenR"/>
              <a:defRPr/>
            </a:pPr>
            <a:r>
              <a:rPr lang="en-US" sz="2400" dirty="0">
                <a:cs typeface="Times New Roman" panose="02020603050405020304" pitchFamily="18" charset="0"/>
              </a:rPr>
              <a:t>What is the probability that a person is middle-aged given he/she has not defaulted on the loan?</a:t>
            </a:r>
          </a:p>
          <a:p>
            <a:pPr marL="0" indent="0">
              <a:defRPr/>
            </a:pPr>
            <a:endParaRPr lang="en-US" dirty="0">
              <a:latin typeface="Times New Roman" panose="02020603050405020304" pitchFamily="18" charset="0"/>
              <a:cs typeface="Times New Roman" panose="02020603050405020304" pitchFamily="18" charset="0"/>
            </a:endParaRPr>
          </a:p>
          <a:p>
            <a:pPr>
              <a:defRPr/>
            </a:pPr>
            <a:endParaRPr lang="en-IN" dirty="0">
              <a:latin typeface="Times New Roman" panose="02020603050405020304" pitchFamily="18" charset="0"/>
              <a:cs typeface="Times New Roman" panose="02020603050405020304" pitchFamily="18" charset="0"/>
            </a:endParaRPr>
          </a:p>
        </p:txBody>
      </p:sp>
      <p:graphicFrame>
        <p:nvGraphicFramePr>
          <p:cNvPr id="7" name="Table 6"/>
          <p:cNvGraphicFramePr>
            <a:graphicFrameLocks noGrp="1"/>
          </p:cNvGraphicFramePr>
          <p:nvPr>
            <p:extLst>
              <p:ext uri="{D42A27DB-BD31-4B8C-83A1-F6EECF244321}">
                <p14:modId xmlns:p14="http://schemas.microsoft.com/office/powerpoint/2010/main" val="3735492741"/>
              </p:ext>
            </p:extLst>
          </p:nvPr>
        </p:nvGraphicFramePr>
        <p:xfrm>
          <a:off x="787321" y="1856831"/>
          <a:ext cx="7485061" cy="1736146"/>
        </p:xfrm>
        <a:graphic>
          <a:graphicData uri="http://schemas.openxmlformats.org/drawingml/2006/table">
            <a:tbl>
              <a:tblPr firstRow="1" firstCol="1" bandRow="1">
                <a:tableStyleId>{5C22544A-7EE6-4342-B048-85BDC9FD1C3A}</a:tableStyleId>
              </a:tblPr>
              <a:tblGrid>
                <a:gridCol w="1130309">
                  <a:extLst>
                    <a:ext uri="{9D8B030D-6E8A-4147-A177-3AD203B41FA5}">
                      <a16:colId xmlns:a16="http://schemas.microsoft.com/office/drawing/2014/main" val="20000"/>
                    </a:ext>
                  </a:extLst>
                </a:gridCol>
                <a:gridCol w="1259361">
                  <a:extLst>
                    <a:ext uri="{9D8B030D-6E8A-4147-A177-3AD203B41FA5}">
                      <a16:colId xmlns:a16="http://schemas.microsoft.com/office/drawing/2014/main" val="20001"/>
                    </a:ext>
                  </a:extLst>
                </a:gridCol>
                <a:gridCol w="1287927">
                  <a:extLst>
                    <a:ext uri="{9D8B030D-6E8A-4147-A177-3AD203B41FA5}">
                      <a16:colId xmlns:a16="http://schemas.microsoft.com/office/drawing/2014/main" val="20002"/>
                    </a:ext>
                  </a:extLst>
                </a:gridCol>
                <a:gridCol w="1287927">
                  <a:extLst>
                    <a:ext uri="{9D8B030D-6E8A-4147-A177-3AD203B41FA5}">
                      <a16:colId xmlns:a16="http://schemas.microsoft.com/office/drawing/2014/main" val="20003"/>
                    </a:ext>
                  </a:extLst>
                </a:gridCol>
                <a:gridCol w="1281397">
                  <a:extLst>
                    <a:ext uri="{9D8B030D-6E8A-4147-A177-3AD203B41FA5}">
                      <a16:colId xmlns:a16="http://schemas.microsoft.com/office/drawing/2014/main" val="20004"/>
                    </a:ext>
                  </a:extLst>
                </a:gridCol>
                <a:gridCol w="1238140">
                  <a:extLst>
                    <a:ext uri="{9D8B030D-6E8A-4147-A177-3AD203B41FA5}">
                      <a16:colId xmlns:a16="http://schemas.microsoft.com/office/drawing/2014/main" val="20005"/>
                    </a:ext>
                  </a:extLst>
                </a:gridCol>
              </a:tblGrid>
              <a:tr h="77472">
                <a:tc rowSpan="2" gridSpan="2">
                  <a:txBody>
                    <a:bodyPr/>
                    <a:lstStyle/>
                    <a:p>
                      <a:pPr algn="ctr">
                        <a:lnSpc>
                          <a:spcPct val="107000"/>
                        </a:lnSpc>
                        <a:spcAft>
                          <a:spcPts val="0"/>
                        </a:spcAft>
                      </a:pPr>
                      <a:r>
                        <a:rPr lang="en-IN" sz="1600" dirty="0">
                          <a:effectLst/>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hMerge="1">
                  <a:txBody>
                    <a:bodyPr/>
                    <a:lstStyle/>
                    <a:p>
                      <a:endParaRPr lang="en-IN"/>
                    </a:p>
                  </a:txBody>
                  <a:tcPr/>
                </a:tc>
                <a:tc gridSpan="3">
                  <a:txBody>
                    <a:bodyPr/>
                    <a:lstStyle/>
                    <a:p>
                      <a:pPr algn="ctr">
                        <a:lnSpc>
                          <a:spcPct val="107000"/>
                        </a:lnSpc>
                        <a:spcAft>
                          <a:spcPts val="0"/>
                        </a:spcAft>
                      </a:pPr>
                      <a:r>
                        <a:rPr lang="en-IN" sz="1600" dirty="0">
                          <a:effectLst/>
                        </a:rPr>
                        <a:t>Age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a:p>
                  </a:txBody>
                  <a:tcPr/>
                </a:tc>
                <a:tc hMerge="1">
                  <a:txBody>
                    <a:bodyPr/>
                    <a:lstStyle/>
                    <a:p>
                      <a:endParaRPr lang="en-IN"/>
                    </a:p>
                  </a:txBody>
                  <a:tcPr/>
                </a:tc>
                <a:tc>
                  <a:txBody>
                    <a:bodyPr/>
                    <a:lstStyle/>
                    <a:p>
                      <a:pPr algn="ctr">
                        <a:lnSpc>
                          <a:spcPct val="107000"/>
                        </a:lnSpc>
                        <a:spcAft>
                          <a:spcPts val="0"/>
                        </a:spcAft>
                      </a:pPr>
                      <a:r>
                        <a:rPr lang="en-IN" sz="1600">
                          <a:effectLst/>
                        </a:rPr>
                        <a:t> </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515211">
                <a:tc gridSpan="2" vMerge="1">
                  <a:txBody>
                    <a:bodyPr/>
                    <a:lstStyle/>
                    <a:p>
                      <a:endParaRPr lang="en-IN"/>
                    </a:p>
                  </a:txBody>
                  <a:tcPr/>
                </a:tc>
                <a:tc hMerge="1" vMerge="1">
                  <a:txBody>
                    <a:bodyPr/>
                    <a:lstStyle/>
                    <a:p>
                      <a:endParaRPr lang="en-IN"/>
                    </a:p>
                  </a:txBody>
                  <a:tcPr/>
                </a:tc>
                <a:tc>
                  <a:txBody>
                    <a:bodyPr/>
                    <a:lstStyle/>
                    <a:p>
                      <a:pPr algn="ctr">
                        <a:lnSpc>
                          <a:spcPct val="107000"/>
                        </a:lnSpc>
                        <a:spcAft>
                          <a:spcPts val="0"/>
                        </a:spcAft>
                      </a:pPr>
                      <a:r>
                        <a:rPr lang="en-IN" sz="1600">
                          <a:effectLst/>
                        </a:rPr>
                        <a:t>Young</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600" dirty="0">
                          <a:effectLst/>
                        </a:rPr>
                        <a:t>Middle-Aged</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600">
                          <a:effectLst/>
                        </a:rPr>
                        <a:t>Senior citizens </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600" b="1" dirty="0">
                          <a:effectLst/>
                        </a:rPr>
                        <a:t>Total </a:t>
                      </a:r>
                      <a:endParaRPr lang="en-IN"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29988">
                <a:tc rowSpan="2">
                  <a:txBody>
                    <a:bodyPr/>
                    <a:lstStyle/>
                    <a:p>
                      <a:pPr algn="ctr">
                        <a:lnSpc>
                          <a:spcPct val="107000"/>
                        </a:lnSpc>
                        <a:spcAft>
                          <a:spcPts val="0"/>
                        </a:spcAft>
                      </a:pPr>
                      <a:r>
                        <a:rPr lang="en-IN" sz="1600" dirty="0">
                          <a:effectLst/>
                        </a:rPr>
                        <a:t>Loan Default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600" dirty="0">
                          <a:effectLst/>
                        </a:rPr>
                        <a:t>No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600">
                          <a:effectLst/>
                        </a:rPr>
                        <a:t>10503</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600" dirty="0">
                          <a:effectLst/>
                        </a:rPr>
                        <a:t>27368</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600" dirty="0">
                          <a:effectLst/>
                        </a:rPr>
                        <a:t>259</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600" b="1" dirty="0">
                          <a:effectLst/>
                        </a:rPr>
                        <a:t>38130</a:t>
                      </a:r>
                      <a:endParaRPr lang="en-IN"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29988">
                <a:tc vMerge="1">
                  <a:txBody>
                    <a:bodyPr/>
                    <a:lstStyle/>
                    <a:p>
                      <a:endParaRPr lang="en-IN"/>
                    </a:p>
                  </a:txBody>
                  <a:tcPr/>
                </a:tc>
                <a:tc>
                  <a:txBody>
                    <a:bodyPr/>
                    <a:lstStyle/>
                    <a:p>
                      <a:pPr algn="ctr">
                        <a:lnSpc>
                          <a:spcPct val="107000"/>
                        </a:lnSpc>
                        <a:spcAft>
                          <a:spcPts val="0"/>
                        </a:spcAft>
                      </a:pPr>
                      <a:r>
                        <a:rPr lang="en-IN" sz="1600" dirty="0">
                          <a:effectLst/>
                        </a:rPr>
                        <a:t>Yes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600" dirty="0">
                          <a:effectLst/>
                        </a:rPr>
                        <a:t>3586</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600" dirty="0">
                          <a:effectLst/>
                        </a:rPr>
                        <a:t>4851</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600" dirty="0">
                          <a:effectLst/>
                        </a:rPr>
                        <a:t>120</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600" b="1" dirty="0">
                          <a:effectLst/>
                        </a:rPr>
                        <a:t>8557</a:t>
                      </a:r>
                      <a:endParaRPr lang="en-IN"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57606">
                <a:tc>
                  <a:txBody>
                    <a:bodyPr/>
                    <a:lstStyle/>
                    <a:p>
                      <a:pPr algn="ctr">
                        <a:lnSpc>
                          <a:spcPct val="107000"/>
                        </a:lnSpc>
                        <a:spcAft>
                          <a:spcPts val="0"/>
                        </a:spcAft>
                      </a:pPr>
                      <a:r>
                        <a:rPr lang="en-IN" sz="1600" dirty="0">
                          <a:effectLst/>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600" b="1" dirty="0">
                          <a:effectLst/>
                        </a:rPr>
                        <a:t>Total</a:t>
                      </a:r>
                      <a:endParaRPr lang="en-IN"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600" b="1" dirty="0">
                          <a:effectLst/>
                        </a:rPr>
                        <a:t>14089</a:t>
                      </a:r>
                      <a:endParaRPr lang="en-IN"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600" b="1" dirty="0">
                          <a:effectLst/>
                        </a:rPr>
                        <a:t>32219</a:t>
                      </a:r>
                      <a:endParaRPr lang="en-IN"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600" b="1" dirty="0">
                          <a:effectLst/>
                        </a:rPr>
                        <a:t>379</a:t>
                      </a:r>
                      <a:endParaRPr lang="en-IN"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2000" b="1" dirty="0">
                          <a:effectLst/>
                        </a:rPr>
                        <a:t>46687</a:t>
                      </a:r>
                      <a:endParaRPr lang="en-IN" sz="2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90819514-3B49-5469-3988-C9498EE21921}"/>
                  </a:ext>
                </a:extLst>
              </p14:cNvPr>
              <p14:cNvContentPartPr/>
              <p14:nvPr/>
            </p14:nvContentPartPr>
            <p14:xfrm>
              <a:off x="4983528" y="2537470"/>
              <a:ext cx="46080" cy="21960"/>
            </p14:xfrm>
          </p:contentPart>
        </mc:Choice>
        <mc:Fallback xmlns="">
          <p:pic>
            <p:nvPicPr>
              <p:cNvPr id="5" name="Ink 4">
                <a:extLst>
                  <a:ext uri="{FF2B5EF4-FFF2-40B4-BE49-F238E27FC236}">
                    <a16:creationId xmlns:a16="http://schemas.microsoft.com/office/drawing/2014/main" id="{90819514-3B49-5469-3988-C9498EE21921}"/>
                  </a:ext>
                </a:extLst>
              </p:cNvPr>
              <p:cNvPicPr/>
              <p:nvPr/>
            </p:nvPicPr>
            <p:blipFill>
              <a:blip r:embed="rId3"/>
              <a:stretch>
                <a:fillRect/>
              </a:stretch>
            </p:blipFill>
            <p:spPr>
              <a:xfrm>
                <a:off x="4979208" y="2533150"/>
                <a:ext cx="54720" cy="306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DA810B27-463E-92E2-CF94-20E5AE3181B0}"/>
                  </a:ext>
                </a:extLst>
              </p14:cNvPr>
              <p14:cNvContentPartPr/>
              <p14:nvPr/>
            </p14:nvContentPartPr>
            <p14:xfrm>
              <a:off x="4361448" y="1845190"/>
              <a:ext cx="1546560" cy="2225880"/>
            </p14:xfrm>
          </p:contentPart>
        </mc:Choice>
        <mc:Fallback xmlns="">
          <p:pic>
            <p:nvPicPr>
              <p:cNvPr id="8" name="Ink 7">
                <a:extLst>
                  <a:ext uri="{FF2B5EF4-FFF2-40B4-BE49-F238E27FC236}">
                    <a16:creationId xmlns:a16="http://schemas.microsoft.com/office/drawing/2014/main" id="{DA810B27-463E-92E2-CF94-20E5AE3181B0}"/>
                  </a:ext>
                </a:extLst>
              </p:cNvPr>
              <p:cNvPicPr/>
              <p:nvPr/>
            </p:nvPicPr>
            <p:blipFill>
              <a:blip r:embed="rId5"/>
              <a:stretch>
                <a:fillRect/>
              </a:stretch>
            </p:blipFill>
            <p:spPr>
              <a:xfrm>
                <a:off x="4357128" y="1840510"/>
                <a:ext cx="1555200" cy="2234520"/>
              </a:xfrm>
              <a:prstGeom prst="rect">
                <a:avLst/>
              </a:prstGeom>
            </p:spPr>
          </p:pic>
        </mc:Fallback>
      </mc:AlternateContent>
      <p:grpSp>
        <p:nvGrpSpPr>
          <p:cNvPr id="35" name="Group 34">
            <a:extLst>
              <a:ext uri="{FF2B5EF4-FFF2-40B4-BE49-F238E27FC236}">
                <a16:creationId xmlns:a16="http://schemas.microsoft.com/office/drawing/2014/main" id="{32CDE6EA-6068-69E7-B5AE-FD08D9EF83CE}"/>
              </a:ext>
            </a:extLst>
          </p:cNvPr>
          <p:cNvGrpSpPr/>
          <p:nvPr/>
        </p:nvGrpSpPr>
        <p:grpSpPr>
          <a:xfrm>
            <a:off x="1071408" y="5806270"/>
            <a:ext cx="3392640" cy="919800"/>
            <a:chOff x="1071408" y="5806270"/>
            <a:chExt cx="3392640" cy="919800"/>
          </a:xfrm>
        </p:grpSpPr>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558FDA94-C92D-2774-15AA-7A36640097BD}"/>
                    </a:ext>
                  </a:extLst>
                </p14:cNvPr>
                <p14:cNvContentPartPr/>
                <p14:nvPr/>
              </p14:nvContentPartPr>
              <p14:xfrm>
                <a:off x="1850808" y="5831110"/>
                <a:ext cx="216360" cy="213840"/>
              </p14:xfrm>
            </p:contentPart>
          </mc:Choice>
          <mc:Fallback xmlns="">
            <p:pic>
              <p:nvPicPr>
                <p:cNvPr id="9" name="Ink 8">
                  <a:extLst>
                    <a:ext uri="{FF2B5EF4-FFF2-40B4-BE49-F238E27FC236}">
                      <a16:creationId xmlns:a16="http://schemas.microsoft.com/office/drawing/2014/main" id="{558FDA94-C92D-2774-15AA-7A36640097BD}"/>
                    </a:ext>
                  </a:extLst>
                </p:cNvPr>
                <p:cNvPicPr/>
                <p:nvPr/>
              </p:nvPicPr>
              <p:blipFill>
                <a:blip r:embed="rId7"/>
                <a:stretch>
                  <a:fillRect/>
                </a:stretch>
              </p:blipFill>
              <p:spPr>
                <a:xfrm>
                  <a:off x="1846488" y="5826790"/>
                  <a:ext cx="225000" cy="2224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75086085-CE59-6DD1-5313-1C326725AE5A}"/>
                    </a:ext>
                  </a:extLst>
                </p14:cNvPr>
                <p14:cNvContentPartPr/>
                <p14:nvPr/>
              </p14:nvContentPartPr>
              <p14:xfrm>
                <a:off x="2113968" y="5817070"/>
                <a:ext cx="207000" cy="206280"/>
              </p14:xfrm>
            </p:contentPart>
          </mc:Choice>
          <mc:Fallback xmlns="">
            <p:pic>
              <p:nvPicPr>
                <p:cNvPr id="10" name="Ink 9">
                  <a:extLst>
                    <a:ext uri="{FF2B5EF4-FFF2-40B4-BE49-F238E27FC236}">
                      <a16:creationId xmlns:a16="http://schemas.microsoft.com/office/drawing/2014/main" id="{75086085-CE59-6DD1-5313-1C326725AE5A}"/>
                    </a:ext>
                  </a:extLst>
                </p:cNvPr>
                <p:cNvPicPr/>
                <p:nvPr/>
              </p:nvPicPr>
              <p:blipFill>
                <a:blip r:embed="rId9"/>
                <a:stretch>
                  <a:fillRect/>
                </a:stretch>
              </p:blipFill>
              <p:spPr>
                <a:xfrm>
                  <a:off x="2109648" y="5812750"/>
                  <a:ext cx="215640" cy="2149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1" name="Ink 10">
                  <a:extLst>
                    <a:ext uri="{FF2B5EF4-FFF2-40B4-BE49-F238E27FC236}">
                      <a16:creationId xmlns:a16="http://schemas.microsoft.com/office/drawing/2014/main" id="{FF1520E2-012A-F0BA-AAB6-2E96CBAA1F45}"/>
                    </a:ext>
                  </a:extLst>
                </p14:cNvPr>
                <p14:cNvContentPartPr/>
                <p14:nvPr/>
              </p14:nvContentPartPr>
              <p14:xfrm>
                <a:off x="2418168" y="5822830"/>
                <a:ext cx="108360" cy="204480"/>
              </p14:xfrm>
            </p:contentPart>
          </mc:Choice>
          <mc:Fallback xmlns="">
            <p:pic>
              <p:nvPicPr>
                <p:cNvPr id="11" name="Ink 10">
                  <a:extLst>
                    <a:ext uri="{FF2B5EF4-FFF2-40B4-BE49-F238E27FC236}">
                      <a16:creationId xmlns:a16="http://schemas.microsoft.com/office/drawing/2014/main" id="{FF1520E2-012A-F0BA-AAB6-2E96CBAA1F45}"/>
                    </a:ext>
                  </a:extLst>
                </p:cNvPr>
                <p:cNvPicPr/>
                <p:nvPr/>
              </p:nvPicPr>
              <p:blipFill>
                <a:blip r:embed="rId11"/>
                <a:stretch>
                  <a:fillRect/>
                </a:stretch>
              </p:blipFill>
              <p:spPr>
                <a:xfrm>
                  <a:off x="2413848" y="5818510"/>
                  <a:ext cx="117000" cy="2131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2" name="Ink 11">
                  <a:extLst>
                    <a:ext uri="{FF2B5EF4-FFF2-40B4-BE49-F238E27FC236}">
                      <a16:creationId xmlns:a16="http://schemas.microsoft.com/office/drawing/2014/main" id="{C924271D-E7B9-EA50-9DEF-B4A1F6B75FB5}"/>
                    </a:ext>
                  </a:extLst>
                </p14:cNvPr>
                <p14:cNvContentPartPr/>
                <p14:nvPr/>
              </p14:nvContentPartPr>
              <p14:xfrm>
                <a:off x="2597448" y="5806270"/>
                <a:ext cx="189720" cy="210240"/>
              </p14:xfrm>
            </p:contentPart>
          </mc:Choice>
          <mc:Fallback xmlns="">
            <p:pic>
              <p:nvPicPr>
                <p:cNvPr id="12" name="Ink 11">
                  <a:extLst>
                    <a:ext uri="{FF2B5EF4-FFF2-40B4-BE49-F238E27FC236}">
                      <a16:creationId xmlns:a16="http://schemas.microsoft.com/office/drawing/2014/main" id="{C924271D-E7B9-EA50-9DEF-B4A1F6B75FB5}"/>
                    </a:ext>
                  </a:extLst>
                </p:cNvPr>
                <p:cNvPicPr/>
                <p:nvPr/>
              </p:nvPicPr>
              <p:blipFill>
                <a:blip r:embed="rId13"/>
                <a:stretch>
                  <a:fillRect/>
                </a:stretch>
              </p:blipFill>
              <p:spPr>
                <a:xfrm>
                  <a:off x="2593128" y="5801950"/>
                  <a:ext cx="198360" cy="2188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3" name="Ink 12">
                  <a:extLst>
                    <a:ext uri="{FF2B5EF4-FFF2-40B4-BE49-F238E27FC236}">
                      <a16:creationId xmlns:a16="http://schemas.microsoft.com/office/drawing/2014/main" id="{29DEBD14-253D-4649-03A5-760F0B3D83F2}"/>
                    </a:ext>
                  </a:extLst>
                </p14:cNvPr>
                <p14:cNvContentPartPr/>
                <p14:nvPr/>
              </p14:nvContentPartPr>
              <p14:xfrm>
                <a:off x="2867808" y="5825350"/>
                <a:ext cx="209160" cy="268200"/>
              </p14:xfrm>
            </p:contentPart>
          </mc:Choice>
          <mc:Fallback xmlns="">
            <p:pic>
              <p:nvPicPr>
                <p:cNvPr id="13" name="Ink 12">
                  <a:extLst>
                    <a:ext uri="{FF2B5EF4-FFF2-40B4-BE49-F238E27FC236}">
                      <a16:creationId xmlns:a16="http://schemas.microsoft.com/office/drawing/2014/main" id="{29DEBD14-253D-4649-03A5-760F0B3D83F2}"/>
                    </a:ext>
                  </a:extLst>
                </p:cNvPr>
                <p:cNvPicPr/>
                <p:nvPr/>
              </p:nvPicPr>
              <p:blipFill>
                <a:blip r:embed="rId15"/>
                <a:stretch>
                  <a:fillRect/>
                </a:stretch>
              </p:blipFill>
              <p:spPr>
                <a:xfrm>
                  <a:off x="2863488" y="5821030"/>
                  <a:ext cx="217800" cy="2768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5" name="Ink 14">
                  <a:extLst>
                    <a:ext uri="{FF2B5EF4-FFF2-40B4-BE49-F238E27FC236}">
                      <a16:creationId xmlns:a16="http://schemas.microsoft.com/office/drawing/2014/main" id="{A543F0E4-AC5D-FA51-65BD-812A4746E6DF}"/>
                    </a:ext>
                  </a:extLst>
                </p14:cNvPr>
                <p14:cNvContentPartPr/>
                <p14:nvPr/>
              </p14:nvContentPartPr>
              <p14:xfrm>
                <a:off x="1071408" y="6120190"/>
                <a:ext cx="2948400" cy="85320"/>
              </p14:xfrm>
            </p:contentPart>
          </mc:Choice>
          <mc:Fallback xmlns="">
            <p:pic>
              <p:nvPicPr>
                <p:cNvPr id="15" name="Ink 14">
                  <a:extLst>
                    <a:ext uri="{FF2B5EF4-FFF2-40B4-BE49-F238E27FC236}">
                      <a16:creationId xmlns:a16="http://schemas.microsoft.com/office/drawing/2014/main" id="{A543F0E4-AC5D-FA51-65BD-812A4746E6DF}"/>
                    </a:ext>
                  </a:extLst>
                </p:cNvPr>
                <p:cNvPicPr/>
                <p:nvPr/>
              </p:nvPicPr>
              <p:blipFill>
                <a:blip r:embed="rId17"/>
                <a:stretch>
                  <a:fillRect/>
                </a:stretch>
              </p:blipFill>
              <p:spPr>
                <a:xfrm>
                  <a:off x="1067088" y="6115870"/>
                  <a:ext cx="295704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7" name="Ink 16">
                  <a:extLst>
                    <a:ext uri="{FF2B5EF4-FFF2-40B4-BE49-F238E27FC236}">
                      <a16:creationId xmlns:a16="http://schemas.microsoft.com/office/drawing/2014/main" id="{18F92690-7CCC-8F4F-B650-06557D547AF5}"/>
                    </a:ext>
                  </a:extLst>
                </p14:cNvPr>
                <p14:cNvContentPartPr/>
                <p14:nvPr/>
              </p14:nvContentPartPr>
              <p14:xfrm>
                <a:off x="1458768" y="6395950"/>
                <a:ext cx="291960" cy="238320"/>
              </p14:xfrm>
            </p:contentPart>
          </mc:Choice>
          <mc:Fallback xmlns="">
            <p:pic>
              <p:nvPicPr>
                <p:cNvPr id="17" name="Ink 16">
                  <a:extLst>
                    <a:ext uri="{FF2B5EF4-FFF2-40B4-BE49-F238E27FC236}">
                      <a16:creationId xmlns:a16="http://schemas.microsoft.com/office/drawing/2014/main" id="{18F92690-7CCC-8F4F-B650-06557D547AF5}"/>
                    </a:ext>
                  </a:extLst>
                </p:cNvPr>
                <p:cNvPicPr/>
                <p:nvPr/>
              </p:nvPicPr>
              <p:blipFill>
                <a:blip r:embed="rId19"/>
                <a:stretch>
                  <a:fillRect/>
                </a:stretch>
              </p:blipFill>
              <p:spPr>
                <a:xfrm>
                  <a:off x="1454448" y="6391630"/>
                  <a:ext cx="300600" cy="2469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8" name="Ink 17">
                  <a:extLst>
                    <a:ext uri="{FF2B5EF4-FFF2-40B4-BE49-F238E27FC236}">
                      <a16:creationId xmlns:a16="http://schemas.microsoft.com/office/drawing/2014/main" id="{4F68D4ED-2D9E-B1E5-50B2-064D4AFF243F}"/>
                    </a:ext>
                  </a:extLst>
                </p14:cNvPr>
                <p14:cNvContentPartPr/>
                <p14:nvPr/>
              </p14:nvContentPartPr>
              <p14:xfrm>
                <a:off x="1721568" y="6362830"/>
                <a:ext cx="180360" cy="191160"/>
              </p14:xfrm>
            </p:contentPart>
          </mc:Choice>
          <mc:Fallback xmlns="">
            <p:pic>
              <p:nvPicPr>
                <p:cNvPr id="18" name="Ink 17">
                  <a:extLst>
                    <a:ext uri="{FF2B5EF4-FFF2-40B4-BE49-F238E27FC236}">
                      <a16:creationId xmlns:a16="http://schemas.microsoft.com/office/drawing/2014/main" id="{4F68D4ED-2D9E-B1E5-50B2-064D4AFF243F}"/>
                    </a:ext>
                  </a:extLst>
                </p:cNvPr>
                <p:cNvPicPr/>
                <p:nvPr/>
              </p:nvPicPr>
              <p:blipFill>
                <a:blip r:embed="rId21"/>
                <a:stretch>
                  <a:fillRect/>
                </a:stretch>
              </p:blipFill>
              <p:spPr>
                <a:xfrm>
                  <a:off x="1717248" y="6358510"/>
                  <a:ext cx="189000" cy="1998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9" name="Ink 18">
                  <a:extLst>
                    <a:ext uri="{FF2B5EF4-FFF2-40B4-BE49-F238E27FC236}">
                      <a16:creationId xmlns:a16="http://schemas.microsoft.com/office/drawing/2014/main" id="{2C7352EF-9928-1D89-ACC0-7A2644B9B8A8}"/>
                    </a:ext>
                  </a:extLst>
                </p14:cNvPr>
                <p14:cNvContentPartPr/>
                <p14:nvPr/>
              </p14:nvContentPartPr>
              <p14:xfrm>
                <a:off x="1984728" y="6313510"/>
                <a:ext cx="277200" cy="275760"/>
              </p14:xfrm>
            </p:contentPart>
          </mc:Choice>
          <mc:Fallback xmlns="">
            <p:pic>
              <p:nvPicPr>
                <p:cNvPr id="19" name="Ink 18">
                  <a:extLst>
                    <a:ext uri="{FF2B5EF4-FFF2-40B4-BE49-F238E27FC236}">
                      <a16:creationId xmlns:a16="http://schemas.microsoft.com/office/drawing/2014/main" id="{2C7352EF-9928-1D89-ACC0-7A2644B9B8A8}"/>
                    </a:ext>
                  </a:extLst>
                </p:cNvPr>
                <p:cNvPicPr/>
                <p:nvPr/>
              </p:nvPicPr>
              <p:blipFill>
                <a:blip r:embed="rId23"/>
                <a:stretch>
                  <a:fillRect/>
                </a:stretch>
              </p:blipFill>
              <p:spPr>
                <a:xfrm>
                  <a:off x="1980408" y="6309190"/>
                  <a:ext cx="285840" cy="2844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0" name="Ink 19">
                  <a:extLst>
                    <a:ext uri="{FF2B5EF4-FFF2-40B4-BE49-F238E27FC236}">
                      <a16:creationId xmlns:a16="http://schemas.microsoft.com/office/drawing/2014/main" id="{CE555152-A407-F146-5FCF-1DD5CC016792}"/>
                    </a:ext>
                  </a:extLst>
                </p14:cNvPr>
                <p14:cNvContentPartPr/>
                <p14:nvPr/>
              </p14:nvContentPartPr>
              <p14:xfrm>
                <a:off x="2367408" y="6315670"/>
                <a:ext cx="143640" cy="254520"/>
              </p14:xfrm>
            </p:contentPart>
          </mc:Choice>
          <mc:Fallback xmlns="">
            <p:pic>
              <p:nvPicPr>
                <p:cNvPr id="20" name="Ink 19">
                  <a:extLst>
                    <a:ext uri="{FF2B5EF4-FFF2-40B4-BE49-F238E27FC236}">
                      <a16:creationId xmlns:a16="http://schemas.microsoft.com/office/drawing/2014/main" id="{CE555152-A407-F146-5FCF-1DD5CC016792}"/>
                    </a:ext>
                  </a:extLst>
                </p:cNvPr>
                <p:cNvPicPr/>
                <p:nvPr/>
              </p:nvPicPr>
              <p:blipFill>
                <a:blip r:embed="rId25"/>
                <a:stretch>
                  <a:fillRect/>
                </a:stretch>
              </p:blipFill>
              <p:spPr>
                <a:xfrm>
                  <a:off x="2363088" y="6311350"/>
                  <a:ext cx="152280" cy="2631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1" name="Ink 20">
                  <a:extLst>
                    <a:ext uri="{FF2B5EF4-FFF2-40B4-BE49-F238E27FC236}">
                      <a16:creationId xmlns:a16="http://schemas.microsoft.com/office/drawing/2014/main" id="{6DEA5EB1-4FAB-8E25-AD63-B0BFCDF6DE8F}"/>
                    </a:ext>
                  </a:extLst>
                </p14:cNvPr>
                <p14:cNvContentPartPr/>
                <p14:nvPr/>
              </p14:nvContentPartPr>
              <p14:xfrm>
                <a:off x="2642088" y="6330790"/>
                <a:ext cx="190080" cy="266400"/>
              </p14:xfrm>
            </p:contentPart>
          </mc:Choice>
          <mc:Fallback xmlns="">
            <p:pic>
              <p:nvPicPr>
                <p:cNvPr id="21" name="Ink 20">
                  <a:extLst>
                    <a:ext uri="{FF2B5EF4-FFF2-40B4-BE49-F238E27FC236}">
                      <a16:creationId xmlns:a16="http://schemas.microsoft.com/office/drawing/2014/main" id="{6DEA5EB1-4FAB-8E25-AD63-B0BFCDF6DE8F}"/>
                    </a:ext>
                  </a:extLst>
                </p:cNvPr>
                <p:cNvPicPr/>
                <p:nvPr/>
              </p:nvPicPr>
              <p:blipFill>
                <a:blip r:embed="rId27"/>
                <a:stretch>
                  <a:fillRect/>
                </a:stretch>
              </p:blipFill>
              <p:spPr>
                <a:xfrm>
                  <a:off x="2637768" y="6326470"/>
                  <a:ext cx="198720" cy="2750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2" name="Ink 21">
                  <a:extLst>
                    <a:ext uri="{FF2B5EF4-FFF2-40B4-BE49-F238E27FC236}">
                      <a16:creationId xmlns:a16="http://schemas.microsoft.com/office/drawing/2014/main" id="{81E78949-6021-2EAF-1102-5E8A32833A6C}"/>
                    </a:ext>
                  </a:extLst>
                </p14:cNvPr>
                <p14:cNvContentPartPr/>
                <p14:nvPr/>
              </p14:nvContentPartPr>
              <p14:xfrm>
                <a:off x="3019728" y="6438790"/>
                <a:ext cx="186480" cy="25920"/>
              </p14:xfrm>
            </p:contentPart>
          </mc:Choice>
          <mc:Fallback xmlns="">
            <p:pic>
              <p:nvPicPr>
                <p:cNvPr id="22" name="Ink 21">
                  <a:extLst>
                    <a:ext uri="{FF2B5EF4-FFF2-40B4-BE49-F238E27FC236}">
                      <a16:creationId xmlns:a16="http://schemas.microsoft.com/office/drawing/2014/main" id="{81E78949-6021-2EAF-1102-5E8A32833A6C}"/>
                    </a:ext>
                  </a:extLst>
                </p:cNvPr>
                <p:cNvPicPr/>
                <p:nvPr/>
              </p:nvPicPr>
              <p:blipFill>
                <a:blip r:embed="rId29"/>
                <a:stretch>
                  <a:fillRect/>
                </a:stretch>
              </p:blipFill>
              <p:spPr>
                <a:xfrm>
                  <a:off x="3015408" y="6434470"/>
                  <a:ext cx="195120" cy="345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3" name="Ink 22">
                  <a:extLst>
                    <a:ext uri="{FF2B5EF4-FFF2-40B4-BE49-F238E27FC236}">
                      <a16:creationId xmlns:a16="http://schemas.microsoft.com/office/drawing/2014/main" id="{8530E379-900E-2E56-51A3-204031F61C2C}"/>
                    </a:ext>
                  </a:extLst>
                </p14:cNvPr>
                <p14:cNvContentPartPr/>
                <p14:nvPr/>
              </p14:nvContentPartPr>
              <p14:xfrm>
                <a:off x="3058968" y="6296230"/>
                <a:ext cx="105120" cy="253800"/>
              </p14:xfrm>
            </p:contentPart>
          </mc:Choice>
          <mc:Fallback xmlns="">
            <p:pic>
              <p:nvPicPr>
                <p:cNvPr id="23" name="Ink 22">
                  <a:extLst>
                    <a:ext uri="{FF2B5EF4-FFF2-40B4-BE49-F238E27FC236}">
                      <a16:creationId xmlns:a16="http://schemas.microsoft.com/office/drawing/2014/main" id="{8530E379-900E-2E56-51A3-204031F61C2C}"/>
                    </a:ext>
                  </a:extLst>
                </p:cNvPr>
                <p:cNvPicPr/>
                <p:nvPr/>
              </p:nvPicPr>
              <p:blipFill>
                <a:blip r:embed="rId31"/>
                <a:stretch>
                  <a:fillRect/>
                </a:stretch>
              </p:blipFill>
              <p:spPr>
                <a:xfrm>
                  <a:off x="3054648" y="6291910"/>
                  <a:ext cx="113760" cy="2624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4" name="Ink 23">
                  <a:extLst>
                    <a:ext uri="{FF2B5EF4-FFF2-40B4-BE49-F238E27FC236}">
                      <a16:creationId xmlns:a16="http://schemas.microsoft.com/office/drawing/2014/main" id="{3934C60B-5663-0EDE-A1F2-9DC8C89454F0}"/>
                    </a:ext>
                  </a:extLst>
                </p14:cNvPr>
                <p14:cNvContentPartPr/>
                <p14:nvPr/>
              </p14:nvContentPartPr>
              <p14:xfrm>
                <a:off x="3366408" y="6273190"/>
                <a:ext cx="311760" cy="270360"/>
              </p14:xfrm>
            </p:contentPart>
          </mc:Choice>
          <mc:Fallback xmlns="">
            <p:pic>
              <p:nvPicPr>
                <p:cNvPr id="24" name="Ink 23">
                  <a:extLst>
                    <a:ext uri="{FF2B5EF4-FFF2-40B4-BE49-F238E27FC236}">
                      <a16:creationId xmlns:a16="http://schemas.microsoft.com/office/drawing/2014/main" id="{3934C60B-5663-0EDE-A1F2-9DC8C89454F0}"/>
                    </a:ext>
                  </a:extLst>
                </p:cNvPr>
                <p:cNvPicPr/>
                <p:nvPr/>
              </p:nvPicPr>
              <p:blipFill>
                <a:blip r:embed="rId33"/>
                <a:stretch>
                  <a:fillRect/>
                </a:stretch>
              </p:blipFill>
              <p:spPr>
                <a:xfrm>
                  <a:off x="3362088" y="6268870"/>
                  <a:ext cx="320400" cy="2790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5" name="Ink 24">
                  <a:extLst>
                    <a:ext uri="{FF2B5EF4-FFF2-40B4-BE49-F238E27FC236}">
                      <a16:creationId xmlns:a16="http://schemas.microsoft.com/office/drawing/2014/main" id="{01B850E1-1A25-C444-3A68-7E71F648D8A2}"/>
                    </a:ext>
                  </a:extLst>
                </p14:cNvPr>
                <p14:cNvContentPartPr/>
                <p14:nvPr/>
              </p14:nvContentPartPr>
              <p14:xfrm>
                <a:off x="3454968" y="6392350"/>
                <a:ext cx="120960" cy="333720"/>
              </p14:xfrm>
            </p:contentPart>
          </mc:Choice>
          <mc:Fallback xmlns="">
            <p:pic>
              <p:nvPicPr>
                <p:cNvPr id="25" name="Ink 24">
                  <a:extLst>
                    <a:ext uri="{FF2B5EF4-FFF2-40B4-BE49-F238E27FC236}">
                      <a16:creationId xmlns:a16="http://schemas.microsoft.com/office/drawing/2014/main" id="{01B850E1-1A25-C444-3A68-7E71F648D8A2}"/>
                    </a:ext>
                  </a:extLst>
                </p:cNvPr>
                <p:cNvPicPr/>
                <p:nvPr/>
              </p:nvPicPr>
              <p:blipFill>
                <a:blip r:embed="rId35"/>
                <a:stretch>
                  <a:fillRect/>
                </a:stretch>
              </p:blipFill>
              <p:spPr>
                <a:xfrm>
                  <a:off x="3450648" y="6388030"/>
                  <a:ext cx="129600" cy="34236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6" name="Ink 25">
                  <a:extLst>
                    <a:ext uri="{FF2B5EF4-FFF2-40B4-BE49-F238E27FC236}">
                      <a16:creationId xmlns:a16="http://schemas.microsoft.com/office/drawing/2014/main" id="{CA31519A-8C47-E6FA-80CC-4518292FD8AD}"/>
                    </a:ext>
                  </a:extLst>
                </p14:cNvPr>
                <p14:cNvContentPartPr/>
                <p14:nvPr/>
              </p14:nvContentPartPr>
              <p14:xfrm>
                <a:off x="3784728" y="6322510"/>
                <a:ext cx="192240" cy="260280"/>
              </p14:xfrm>
            </p:contentPart>
          </mc:Choice>
          <mc:Fallback xmlns="">
            <p:pic>
              <p:nvPicPr>
                <p:cNvPr id="26" name="Ink 25">
                  <a:extLst>
                    <a:ext uri="{FF2B5EF4-FFF2-40B4-BE49-F238E27FC236}">
                      <a16:creationId xmlns:a16="http://schemas.microsoft.com/office/drawing/2014/main" id="{CA31519A-8C47-E6FA-80CC-4518292FD8AD}"/>
                    </a:ext>
                  </a:extLst>
                </p:cNvPr>
                <p:cNvPicPr/>
                <p:nvPr/>
              </p:nvPicPr>
              <p:blipFill>
                <a:blip r:embed="rId37"/>
                <a:stretch>
                  <a:fillRect/>
                </a:stretch>
              </p:blipFill>
              <p:spPr>
                <a:xfrm>
                  <a:off x="3780408" y="6317830"/>
                  <a:ext cx="200880" cy="2689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7" name="Ink 26">
                  <a:extLst>
                    <a:ext uri="{FF2B5EF4-FFF2-40B4-BE49-F238E27FC236}">
                      <a16:creationId xmlns:a16="http://schemas.microsoft.com/office/drawing/2014/main" id="{B28F3796-B315-C43F-1328-E2F72F5EA584}"/>
                    </a:ext>
                  </a:extLst>
                </p14:cNvPr>
                <p14:cNvContentPartPr/>
                <p14:nvPr/>
              </p14:nvContentPartPr>
              <p14:xfrm>
                <a:off x="4174968" y="6289750"/>
                <a:ext cx="122400" cy="29520"/>
              </p14:xfrm>
            </p:contentPart>
          </mc:Choice>
          <mc:Fallback xmlns="">
            <p:pic>
              <p:nvPicPr>
                <p:cNvPr id="27" name="Ink 26">
                  <a:extLst>
                    <a:ext uri="{FF2B5EF4-FFF2-40B4-BE49-F238E27FC236}">
                      <a16:creationId xmlns:a16="http://schemas.microsoft.com/office/drawing/2014/main" id="{B28F3796-B315-C43F-1328-E2F72F5EA584}"/>
                    </a:ext>
                  </a:extLst>
                </p:cNvPr>
                <p:cNvPicPr/>
                <p:nvPr/>
              </p:nvPicPr>
              <p:blipFill>
                <a:blip r:embed="rId39"/>
                <a:stretch>
                  <a:fillRect/>
                </a:stretch>
              </p:blipFill>
              <p:spPr>
                <a:xfrm>
                  <a:off x="4170648" y="6285430"/>
                  <a:ext cx="13104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8" name="Ink 27">
                  <a:extLst>
                    <a:ext uri="{FF2B5EF4-FFF2-40B4-BE49-F238E27FC236}">
                      <a16:creationId xmlns:a16="http://schemas.microsoft.com/office/drawing/2014/main" id="{FD587B9E-631C-628D-3AFC-BF12ADF1607E}"/>
                    </a:ext>
                  </a:extLst>
                </p14:cNvPr>
                <p14:cNvContentPartPr/>
                <p14:nvPr/>
              </p14:nvContentPartPr>
              <p14:xfrm>
                <a:off x="4139688" y="6263830"/>
                <a:ext cx="32400" cy="9720"/>
              </p14:xfrm>
            </p:contentPart>
          </mc:Choice>
          <mc:Fallback xmlns="">
            <p:pic>
              <p:nvPicPr>
                <p:cNvPr id="28" name="Ink 27">
                  <a:extLst>
                    <a:ext uri="{FF2B5EF4-FFF2-40B4-BE49-F238E27FC236}">
                      <a16:creationId xmlns:a16="http://schemas.microsoft.com/office/drawing/2014/main" id="{FD587B9E-631C-628D-3AFC-BF12ADF1607E}"/>
                    </a:ext>
                  </a:extLst>
                </p:cNvPr>
                <p:cNvPicPr/>
                <p:nvPr/>
              </p:nvPicPr>
              <p:blipFill>
                <a:blip r:embed="rId41"/>
                <a:stretch>
                  <a:fillRect/>
                </a:stretch>
              </p:blipFill>
              <p:spPr>
                <a:xfrm>
                  <a:off x="4135368" y="6259510"/>
                  <a:ext cx="41040" cy="183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9" name="Ink 28">
                  <a:extLst>
                    <a:ext uri="{FF2B5EF4-FFF2-40B4-BE49-F238E27FC236}">
                      <a16:creationId xmlns:a16="http://schemas.microsoft.com/office/drawing/2014/main" id="{0D3F9A55-CDA4-7841-98B7-24B07F11E2EF}"/>
                    </a:ext>
                  </a:extLst>
                </p14:cNvPr>
                <p14:cNvContentPartPr/>
                <p14:nvPr/>
              </p14:nvContentPartPr>
              <p14:xfrm>
                <a:off x="4063728" y="6354910"/>
                <a:ext cx="140040" cy="190800"/>
              </p14:xfrm>
            </p:contentPart>
          </mc:Choice>
          <mc:Fallback xmlns="">
            <p:pic>
              <p:nvPicPr>
                <p:cNvPr id="29" name="Ink 28">
                  <a:extLst>
                    <a:ext uri="{FF2B5EF4-FFF2-40B4-BE49-F238E27FC236}">
                      <a16:creationId xmlns:a16="http://schemas.microsoft.com/office/drawing/2014/main" id="{0D3F9A55-CDA4-7841-98B7-24B07F11E2EF}"/>
                    </a:ext>
                  </a:extLst>
                </p:cNvPr>
                <p:cNvPicPr/>
                <p:nvPr/>
              </p:nvPicPr>
              <p:blipFill>
                <a:blip r:embed="rId43"/>
                <a:stretch>
                  <a:fillRect/>
                </a:stretch>
              </p:blipFill>
              <p:spPr>
                <a:xfrm>
                  <a:off x="4059408" y="6350590"/>
                  <a:ext cx="148680" cy="19944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0" name="Ink 29">
                  <a:extLst>
                    <a:ext uri="{FF2B5EF4-FFF2-40B4-BE49-F238E27FC236}">
                      <a16:creationId xmlns:a16="http://schemas.microsoft.com/office/drawing/2014/main" id="{E0924F18-CD87-D0E7-B2EB-7BF6F494E4FF}"/>
                    </a:ext>
                  </a:extLst>
                </p14:cNvPr>
                <p14:cNvContentPartPr/>
                <p14:nvPr/>
              </p14:nvContentPartPr>
              <p14:xfrm>
                <a:off x="4420488" y="6315670"/>
                <a:ext cx="43560" cy="279720"/>
              </p14:xfrm>
            </p:contentPart>
          </mc:Choice>
          <mc:Fallback xmlns="">
            <p:pic>
              <p:nvPicPr>
                <p:cNvPr id="30" name="Ink 29">
                  <a:extLst>
                    <a:ext uri="{FF2B5EF4-FFF2-40B4-BE49-F238E27FC236}">
                      <a16:creationId xmlns:a16="http://schemas.microsoft.com/office/drawing/2014/main" id="{E0924F18-CD87-D0E7-B2EB-7BF6F494E4FF}"/>
                    </a:ext>
                  </a:extLst>
                </p:cNvPr>
                <p:cNvPicPr/>
                <p:nvPr/>
              </p:nvPicPr>
              <p:blipFill>
                <a:blip r:embed="rId45"/>
                <a:stretch>
                  <a:fillRect/>
                </a:stretch>
              </p:blipFill>
              <p:spPr>
                <a:xfrm>
                  <a:off x="4416168" y="6311350"/>
                  <a:ext cx="52200" cy="2883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1" name="Ink 30">
                  <a:extLst>
                    <a:ext uri="{FF2B5EF4-FFF2-40B4-BE49-F238E27FC236}">
                      <a16:creationId xmlns:a16="http://schemas.microsoft.com/office/drawing/2014/main" id="{9AFE61F9-FF9E-3C9C-7784-46C30AEA1460}"/>
                    </a:ext>
                  </a:extLst>
                </p14:cNvPr>
                <p14:cNvContentPartPr/>
                <p14:nvPr/>
              </p14:nvContentPartPr>
              <p14:xfrm>
                <a:off x="4022688" y="6286870"/>
                <a:ext cx="158760" cy="149400"/>
              </p14:xfrm>
            </p:contentPart>
          </mc:Choice>
          <mc:Fallback xmlns="">
            <p:pic>
              <p:nvPicPr>
                <p:cNvPr id="31" name="Ink 30">
                  <a:extLst>
                    <a:ext uri="{FF2B5EF4-FFF2-40B4-BE49-F238E27FC236}">
                      <a16:creationId xmlns:a16="http://schemas.microsoft.com/office/drawing/2014/main" id="{9AFE61F9-FF9E-3C9C-7784-46C30AEA1460}"/>
                    </a:ext>
                  </a:extLst>
                </p:cNvPr>
                <p:cNvPicPr/>
                <p:nvPr/>
              </p:nvPicPr>
              <p:blipFill>
                <a:blip r:embed="rId47"/>
                <a:stretch>
                  <a:fillRect/>
                </a:stretch>
              </p:blipFill>
              <p:spPr>
                <a:xfrm>
                  <a:off x="4018368" y="6282550"/>
                  <a:ext cx="167400" cy="15804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2" name="Ink 31">
                  <a:extLst>
                    <a:ext uri="{FF2B5EF4-FFF2-40B4-BE49-F238E27FC236}">
                      <a16:creationId xmlns:a16="http://schemas.microsoft.com/office/drawing/2014/main" id="{D0DCD9E7-B07A-D527-8982-65386B90E4D5}"/>
                    </a:ext>
                  </a:extLst>
                </p14:cNvPr>
                <p14:cNvContentPartPr/>
                <p14:nvPr/>
              </p14:nvContentPartPr>
              <p14:xfrm>
                <a:off x="3004248" y="6422950"/>
                <a:ext cx="238680" cy="61560"/>
              </p14:xfrm>
            </p:contentPart>
          </mc:Choice>
          <mc:Fallback xmlns="">
            <p:pic>
              <p:nvPicPr>
                <p:cNvPr id="32" name="Ink 31">
                  <a:extLst>
                    <a:ext uri="{FF2B5EF4-FFF2-40B4-BE49-F238E27FC236}">
                      <a16:creationId xmlns:a16="http://schemas.microsoft.com/office/drawing/2014/main" id="{D0DCD9E7-B07A-D527-8982-65386B90E4D5}"/>
                    </a:ext>
                  </a:extLst>
                </p:cNvPr>
                <p:cNvPicPr/>
                <p:nvPr/>
              </p:nvPicPr>
              <p:blipFill>
                <a:blip r:embed="rId49"/>
                <a:stretch>
                  <a:fillRect/>
                </a:stretch>
              </p:blipFill>
              <p:spPr>
                <a:xfrm>
                  <a:off x="2999928" y="6418630"/>
                  <a:ext cx="247320" cy="702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3" name="Ink 32">
                  <a:extLst>
                    <a:ext uri="{FF2B5EF4-FFF2-40B4-BE49-F238E27FC236}">
                      <a16:creationId xmlns:a16="http://schemas.microsoft.com/office/drawing/2014/main" id="{46150743-6033-1B9A-A7B9-8C5994B8C3AF}"/>
                    </a:ext>
                  </a:extLst>
                </p14:cNvPr>
                <p14:cNvContentPartPr/>
                <p14:nvPr/>
              </p14:nvContentPartPr>
              <p14:xfrm>
                <a:off x="3120168" y="6552910"/>
                <a:ext cx="360" cy="360"/>
              </p14:xfrm>
            </p:contentPart>
          </mc:Choice>
          <mc:Fallback xmlns="">
            <p:pic>
              <p:nvPicPr>
                <p:cNvPr id="33" name="Ink 32">
                  <a:extLst>
                    <a:ext uri="{FF2B5EF4-FFF2-40B4-BE49-F238E27FC236}">
                      <a16:creationId xmlns:a16="http://schemas.microsoft.com/office/drawing/2014/main" id="{46150743-6033-1B9A-A7B9-8C5994B8C3AF}"/>
                    </a:ext>
                  </a:extLst>
                </p:cNvPr>
                <p:cNvPicPr/>
                <p:nvPr/>
              </p:nvPicPr>
              <p:blipFill>
                <a:blip r:embed="rId51"/>
                <a:stretch>
                  <a:fillRect/>
                </a:stretch>
              </p:blipFill>
              <p:spPr>
                <a:xfrm>
                  <a:off x="3115848" y="6548590"/>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4" name="Ink 33">
                  <a:extLst>
                    <a:ext uri="{FF2B5EF4-FFF2-40B4-BE49-F238E27FC236}">
                      <a16:creationId xmlns:a16="http://schemas.microsoft.com/office/drawing/2014/main" id="{D74A37D0-2A4C-A3D9-DAA1-0472B9378480}"/>
                    </a:ext>
                  </a:extLst>
                </p14:cNvPr>
                <p14:cNvContentPartPr/>
                <p14:nvPr/>
              </p14:nvContentPartPr>
              <p14:xfrm>
                <a:off x="3115848" y="6319990"/>
                <a:ext cx="43560" cy="298800"/>
              </p14:xfrm>
            </p:contentPart>
          </mc:Choice>
          <mc:Fallback xmlns="">
            <p:pic>
              <p:nvPicPr>
                <p:cNvPr id="34" name="Ink 33">
                  <a:extLst>
                    <a:ext uri="{FF2B5EF4-FFF2-40B4-BE49-F238E27FC236}">
                      <a16:creationId xmlns:a16="http://schemas.microsoft.com/office/drawing/2014/main" id="{D74A37D0-2A4C-A3D9-DAA1-0472B9378480}"/>
                    </a:ext>
                  </a:extLst>
                </p:cNvPr>
                <p:cNvPicPr/>
                <p:nvPr/>
              </p:nvPicPr>
              <p:blipFill>
                <a:blip r:embed="rId53"/>
                <a:stretch>
                  <a:fillRect/>
                </a:stretch>
              </p:blipFill>
              <p:spPr>
                <a:xfrm>
                  <a:off x="3111528" y="6315670"/>
                  <a:ext cx="52200" cy="307440"/>
                </a:xfrm>
                <a:prstGeom prst="rect">
                  <a:avLst/>
                </a:prstGeom>
              </p:spPr>
            </p:pic>
          </mc:Fallback>
        </mc:AlternateContent>
      </p:grpSp>
      <p:grpSp>
        <p:nvGrpSpPr>
          <p:cNvPr id="38" name="Group 37">
            <a:extLst>
              <a:ext uri="{FF2B5EF4-FFF2-40B4-BE49-F238E27FC236}">
                <a16:creationId xmlns:a16="http://schemas.microsoft.com/office/drawing/2014/main" id="{0B8DB441-8C34-A54D-92C7-789F6EF297E8}"/>
              </a:ext>
            </a:extLst>
          </p:cNvPr>
          <p:cNvGrpSpPr/>
          <p:nvPr/>
        </p:nvGrpSpPr>
        <p:grpSpPr>
          <a:xfrm>
            <a:off x="199848" y="4544830"/>
            <a:ext cx="744480" cy="1883880"/>
            <a:chOff x="199848" y="4544830"/>
            <a:chExt cx="744480" cy="1883880"/>
          </a:xfrm>
        </p:grpSpPr>
        <mc:AlternateContent xmlns:mc="http://schemas.openxmlformats.org/markup-compatibility/2006" xmlns:p14="http://schemas.microsoft.com/office/powerpoint/2010/main">
          <mc:Choice Requires="p14">
            <p:contentPart p14:bwMode="auto" r:id="rId54">
              <p14:nvContentPartPr>
                <p14:cNvPr id="36" name="Ink 35">
                  <a:extLst>
                    <a:ext uri="{FF2B5EF4-FFF2-40B4-BE49-F238E27FC236}">
                      <a16:creationId xmlns:a16="http://schemas.microsoft.com/office/drawing/2014/main" id="{486DB2A1-7976-6B8D-87B4-4075D45F41F9}"/>
                    </a:ext>
                  </a:extLst>
                </p14:cNvPr>
                <p14:cNvContentPartPr/>
                <p14:nvPr/>
              </p14:nvContentPartPr>
              <p14:xfrm>
                <a:off x="199848" y="4544830"/>
                <a:ext cx="642240" cy="1707120"/>
              </p14:xfrm>
            </p:contentPart>
          </mc:Choice>
          <mc:Fallback xmlns="">
            <p:pic>
              <p:nvPicPr>
                <p:cNvPr id="36" name="Ink 35">
                  <a:extLst>
                    <a:ext uri="{FF2B5EF4-FFF2-40B4-BE49-F238E27FC236}">
                      <a16:creationId xmlns:a16="http://schemas.microsoft.com/office/drawing/2014/main" id="{486DB2A1-7976-6B8D-87B4-4075D45F41F9}"/>
                    </a:ext>
                  </a:extLst>
                </p:cNvPr>
                <p:cNvPicPr/>
                <p:nvPr/>
              </p:nvPicPr>
              <p:blipFill>
                <a:blip r:embed="rId55"/>
                <a:stretch>
                  <a:fillRect/>
                </a:stretch>
              </p:blipFill>
              <p:spPr>
                <a:xfrm>
                  <a:off x="195528" y="4540510"/>
                  <a:ext cx="650880" cy="171576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7" name="Ink 36">
                  <a:extLst>
                    <a:ext uri="{FF2B5EF4-FFF2-40B4-BE49-F238E27FC236}">
                      <a16:creationId xmlns:a16="http://schemas.microsoft.com/office/drawing/2014/main" id="{C55B78A5-DD9A-4D2A-F993-3E1E263B3D1B}"/>
                    </a:ext>
                  </a:extLst>
                </p14:cNvPr>
                <p14:cNvContentPartPr/>
                <p14:nvPr/>
              </p14:nvContentPartPr>
              <p14:xfrm>
                <a:off x="672168" y="6015430"/>
                <a:ext cx="272160" cy="413280"/>
              </p14:xfrm>
            </p:contentPart>
          </mc:Choice>
          <mc:Fallback xmlns="">
            <p:pic>
              <p:nvPicPr>
                <p:cNvPr id="37" name="Ink 36">
                  <a:extLst>
                    <a:ext uri="{FF2B5EF4-FFF2-40B4-BE49-F238E27FC236}">
                      <a16:creationId xmlns:a16="http://schemas.microsoft.com/office/drawing/2014/main" id="{C55B78A5-DD9A-4D2A-F993-3E1E263B3D1B}"/>
                    </a:ext>
                  </a:extLst>
                </p:cNvPr>
                <p:cNvPicPr/>
                <p:nvPr/>
              </p:nvPicPr>
              <p:blipFill>
                <a:blip r:embed="rId57"/>
                <a:stretch>
                  <a:fillRect/>
                </a:stretch>
              </p:blipFill>
              <p:spPr>
                <a:xfrm>
                  <a:off x="667848" y="6011110"/>
                  <a:ext cx="280800" cy="4219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8">
            <p14:nvContentPartPr>
              <p14:cNvPr id="39" name="Ink 38">
                <a:extLst>
                  <a:ext uri="{FF2B5EF4-FFF2-40B4-BE49-F238E27FC236}">
                    <a16:creationId xmlns:a16="http://schemas.microsoft.com/office/drawing/2014/main" id="{50165236-FD05-10DD-7E1D-E59E0BCB4E28}"/>
                  </a:ext>
                </a:extLst>
              </p14:cNvPr>
              <p14:cNvContentPartPr/>
              <p14:nvPr/>
            </p14:nvContentPartPr>
            <p14:xfrm>
              <a:off x="3374328" y="2600110"/>
              <a:ext cx="3722040" cy="434520"/>
            </p14:xfrm>
          </p:contentPart>
        </mc:Choice>
        <mc:Fallback xmlns="">
          <p:pic>
            <p:nvPicPr>
              <p:cNvPr id="39" name="Ink 38">
                <a:extLst>
                  <a:ext uri="{FF2B5EF4-FFF2-40B4-BE49-F238E27FC236}">
                    <a16:creationId xmlns:a16="http://schemas.microsoft.com/office/drawing/2014/main" id="{50165236-FD05-10DD-7E1D-E59E0BCB4E28}"/>
                  </a:ext>
                </a:extLst>
              </p:cNvPr>
              <p:cNvPicPr/>
              <p:nvPr/>
            </p:nvPicPr>
            <p:blipFill>
              <a:blip r:embed="rId59"/>
              <a:stretch>
                <a:fillRect/>
              </a:stretch>
            </p:blipFill>
            <p:spPr>
              <a:xfrm>
                <a:off x="3370008" y="2595790"/>
                <a:ext cx="3730680" cy="443160"/>
              </a:xfrm>
              <a:prstGeom prst="rect">
                <a:avLst/>
              </a:prstGeom>
            </p:spPr>
          </p:pic>
        </mc:Fallback>
      </mc:AlternateContent>
      <p:grpSp>
        <p:nvGrpSpPr>
          <p:cNvPr id="64" name="Group 63">
            <a:extLst>
              <a:ext uri="{FF2B5EF4-FFF2-40B4-BE49-F238E27FC236}">
                <a16:creationId xmlns:a16="http://schemas.microsoft.com/office/drawing/2014/main" id="{62B86120-93DF-BAAE-418D-EBFA46F15DAA}"/>
              </a:ext>
            </a:extLst>
          </p:cNvPr>
          <p:cNvGrpSpPr/>
          <p:nvPr/>
        </p:nvGrpSpPr>
        <p:grpSpPr>
          <a:xfrm>
            <a:off x="5604528" y="6041710"/>
            <a:ext cx="2642760" cy="132840"/>
            <a:chOff x="5604528" y="6041710"/>
            <a:chExt cx="2642760" cy="132840"/>
          </a:xfrm>
        </p:grpSpPr>
        <mc:AlternateContent xmlns:mc="http://schemas.openxmlformats.org/markup-compatibility/2006" xmlns:p14="http://schemas.microsoft.com/office/powerpoint/2010/main">
          <mc:Choice Requires="p14">
            <p:contentPart p14:bwMode="auto" r:id="rId60">
              <p14:nvContentPartPr>
                <p14:cNvPr id="40" name="Ink 39">
                  <a:extLst>
                    <a:ext uri="{FF2B5EF4-FFF2-40B4-BE49-F238E27FC236}">
                      <a16:creationId xmlns:a16="http://schemas.microsoft.com/office/drawing/2014/main" id="{775BC5D7-5DC1-9A2B-E2B0-402470A94883}"/>
                    </a:ext>
                  </a:extLst>
                </p14:cNvPr>
                <p14:cNvContentPartPr/>
                <p14:nvPr/>
              </p14:nvContentPartPr>
              <p14:xfrm>
                <a:off x="5604528" y="6041710"/>
                <a:ext cx="114120" cy="17640"/>
              </p14:xfrm>
            </p:contentPart>
          </mc:Choice>
          <mc:Fallback xmlns="">
            <p:pic>
              <p:nvPicPr>
                <p:cNvPr id="40" name="Ink 39">
                  <a:extLst>
                    <a:ext uri="{FF2B5EF4-FFF2-40B4-BE49-F238E27FC236}">
                      <a16:creationId xmlns:a16="http://schemas.microsoft.com/office/drawing/2014/main" id="{775BC5D7-5DC1-9A2B-E2B0-402470A94883}"/>
                    </a:ext>
                  </a:extLst>
                </p:cNvPr>
                <p:cNvPicPr/>
                <p:nvPr/>
              </p:nvPicPr>
              <p:blipFill>
                <a:blip r:embed="rId61"/>
                <a:stretch>
                  <a:fillRect/>
                </a:stretch>
              </p:blipFill>
              <p:spPr>
                <a:xfrm>
                  <a:off x="5600208" y="6037390"/>
                  <a:ext cx="12276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1" name="Ink 40">
                  <a:extLst>
                    <a:ext uri="{FF2B5EF4-FFF2-40B4-BE49-F238E27FC236}">
                      <a16:creationId xmlns:a16="http://schemas.microsoft.com/office/drawing/2014/main" id="{C4858C95-7E20-E9CE-32F0-17B54575A298}"/>
                    </a:ext>
                  </a:extLst>
                </p14:cNvPr>
                <p14:cNvContentPartPr/>
                <p14:nvPr/>
              </p14:nvContentPartPr>
              <p14:xfrm>
                <a:off x="5647008" y="6137830"/>
                <a:ext cx="151560" cy="36720"/>
              </p14:xfrm>
            </p:contentPart>
          </mc:Choice>
          <mc:Fallback xmlns="">
            <p:pic>
              <p:nvPicPr>
                <p:cNvPr id="41" name="Ink 40">
                  <a:extLst>
                    <a:ext uri="{FF2B5EF4-FFF2-40B4-BE49-F238E27FC236}">
                      <a16:creationId xmlns:a16="http://schemas.microsoft.com/office/drawing/2014/main" id="{C4858C95-7E20-E9CE-32F0-17B54575A298}"/>
                    </a:ext>
                  </a:extLst>
                </p:cNvPr>
                <p:cNvPicPr/>
                <p:nvPr/>
              </p:nvPicPr>
              <p:blipFill>
                <a:blip r:embed="rId63"/>
                <a:stretch>
                  <a:fillRect/>
                </a:stretch>
              </p:blipFill>
              <p:spPr>
                <a:xfrm>
                  <a:off x="5642688" y="6133510"/>
                  <a:ext cx="16020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2" name="Ink 41">
                  <a:extLst>
                    <a:ext uri="{FF2B5EF4-FFF2-40B4-BE49-F238E27FC236}">
                      <a16:creationId xmlns:a16="http://schemas.microsoft.com/office/drawing/2014/main" id="{A8B86E98-4A0E-F477-3285-CD217BDAFCE9}"/>
                    </a:ext>
                  </a:extLst>
                </p14:cNvPr>
                <p14:cNvContentPartPr/>
                <p14:nvPr/>
              </p14:nvContentPartPr>
              <p14:xfrm>
                <a:off x="6032208" y="6067270"/>
                <a:ext cx="2215080" cy="36720"/>
              </p14:xfrm>
            </p:contentPart>
          </mc:Choice>
          <mc:Fallback xmlns="">
            <p:pic>
              <p:nvPicPr>
                <p:cNvPr id="42" name="Ink 41">
                  <a:extLst>
                    <a:ext uri="{FF2B5EF4-FFF2-40B4-BE49-F238E27FC236}">
                      <a16:creationId xmlns:a16="http://schemas.microsoft.com/office/drawing/2014/main" id="{A8B86E98-4A0E-F477-3285-CD217BDAFCE9}"/>
                    </a:ext>
                  </a:extLst>
                </p:cNvPr>
                <p:cNvPicPr/>
                <p:nvPr/>
              </p:nvPicPr>
              <p:blipFill>
                <a:blip r:embed="rId65"/>
                <a:stretch>
                  <a:fillRect/>
                </a:stretch>
              </p:blipFill>
              <p:spPr>
                <a:xfrm>
                  <a:off x="6027888" y="6062950"/>
                  <a:ext cx="2223720" cy="45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6">
            <p14:nvContentPartPr>
              <p14:cNvPr id="43" name="Ink 42">
                <a:extLst>
                  <a:ext uri="{FF2B5EF4-FFF2-40B4-BE49-F238E27FC236}">
                    <a16:creationId xmlns:a16="http://schemas.microsoft.com/office/drawing/2014/main" id="{81E72124-8E85-5A03-B167-4D6509E4749A}"/>
                  </a:ext>
                </a:extLst>
              </p14:cNvPr>
              <p14:cNvContentPartPr/>
              <p14:nvPr/>
            </p14:nvContentPartPr>
            <p14:xfrm>
              <a:off x="6162528" y="6356710"/>
              <a:ext cx="30240" cy="231480"/>
            </p14:xfrm>
          </p:contentPart>
        </mc:Choice>
        <mc:Fallback xmlns="">
          <p:pic>
            <p:nvPicPr>
              <p:cNvPr id="43" name="Ink 42">
                <a:extLst>
                  <a:ext uri="{FF2B5EF4-FFF2-40B4-BE49-F238E27FC236}">
                    <a16:creationId xmlns:a16="http://schemas.microsoft.com/office/drawing/2014/main" id="{81E72124-8E85-5A03-B167-4D6509E4749A}"/>
                  </a:ext>
                </a:extLst>
              </p:cNvPr>
              <p:cNvPicPr/>
              <p:nvPr/>
            </p:nvPicPr>
            <p:blipFill>
              <a:blip r:embed="rId67"/>
              <a:stretch>
                <a:fillRect/>
              </a:stretch>
            </p:blipFill>
            <p:spPr>
              <a:xfrm>
                <a:off x="6158208" y="6352390"/>
                <a:ext cx="38880" cy="24012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4" name="Ink 43">
                <a:extLst>
                  <a:ext uri="{FF2B5EF4-FFF2-40B4-BE49-F238E27FC236}">
                    <a16:creationId xmlns:a16="http://schemas.microsoft.com/office/drawing/2014/main" id="{B9FA46F2-7F01-7CEA-EBCF-B139A9EB72D1}"/>
                  </a:ext>
                </a:extLst>
              </p14:cNvPr>
              <p14:cNvContentPartPr/>
              <p14:nvPr/>
            </p14:nvContentPartPr>
            <p14:xfrm>
              <a:off x="6278088" y="6368590"/>
              <a:ext cx="179640" cy="147600"/>
            </p14:xfrm>
          </p:contentPart>
        </mc:Choice>
        <mc:Fallback xmlns="">
          <p:pic>
            <p:nvPicPr>
              <p:cNvPr id="44" name="Ink 43">
                <a:extLst>
                  <a:ext uri="{FF2B5EF4-FFF2-40B4-BE49-F238E27FC236}">
                    <a16:creationId xmlns:a16="http://schemas.microsoft.com/office/drawing/2014/main" id="{B9FA46F2-7F01-7CEA-EBCF-B139A9EB72D1}"/>
                  </a:ext>
                </a:extLst>
              </p:cNvPr>
              <p:cNvPicPr/>
              <p:nvPr/>
            </p:nvPicPr>
            <p:blipFill>
              <a:blip r:embed="rId69"/>
              <a:stretch>
                <a:fillRect/>
              </a:stretch>
            </p:blipFill>
            <p:spPr>
              <a:xfrm>
                <a:off x="6273768" y="6364270"/>
                <a:ext cx="188280" cy="15624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5" name="Ink 44">
                <a:extLst>
                  <a:ext uri="{FF2B5EF4-FFF2-40B4-BE49-F238E27FC236}">
                    <a16:creationId xmlns:a16="http://schemas.microsoft.com/office/drawing/2014/main" id="{D6BDDD1E-379B-D42F-C496-6D01F6569B3D}"/>
                  </a:ext>
                </a:extLst>
              </p14:cNvPr>
              <p14:cNvContentPartPr/>
              <p14:nvPr/>
            </p14:nvContentPartPr>
            <p14:xfrm>
              <a:off x="6574368" y="6326110"/>
              <a:ext cx="123840" cy="11520"/>
            </p14:xfrm>
          </p:contentPart>
        </mc:Choice>
        <mc:Fallback xmlns="">
          <p:pic>
            <p:nvPicPr>
              <p:cNvPr id="45" name="Ink 44">
                <a:extLst>
                  <a:ext uri="{FF2B5EF4-FFF2-40B4-BE49-F238E27FC236}">
                    <a16:creationId xmlns:a16="http://schemas.microsoft.com/office/drawing/2014/main" id="{D6BDDD1E-379B-D42F-C496-6D01F6569B3D}"/>
                  </a:ext>
                </a:extLst>
              </p:cNvPr>
              <p:cNvPicPr/>
              <p:nvPr/>
            </p:nvPicPr>
            <p:blipFill>
              <a:blip r:embed="rId71"/>
              <a:stretch>
                <a:fillRect/>
              </a:stretch>
            </p:blipFill>
            <p:spPr>
              <a:xfrm>
                <a:off x="6570048" y="6321790"/>
                <a:ext cx="13248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6" name="Ink 45">
                <a:extLst>
                  <a:ext uri="{FF2B5EF4-FFF2-40B4-BE49-F238E27FC236}">
                    <a16:creationId xmlns:a16="http://schemas.microsoft.com/office/drawing/2014/main" id="{7EDB7AA9-7756-7B2A-8B32-85E6A092875B}"/>
                  </a:ext>
                </a:extLst>
              </p14:cNvPr>
              <p14:cNvContentPartPr/>
              <p14:nvPr/>
            </p14:nvContentPartPr>
            <p14:xfrm>
              <a:off x="6549528" y="6295150"/>
              <a:ext cx="41760" cy="9720"/>
            </p14:xfrm>
          </p:contentPart>
        </mc:Choice>
        <mc:Fallback xmlns="">
          <p:pic>
            <p:nvPicPr>
              <p:cNvPr id="46" name="Ink 45">
                <a:extLst>
                  <a:ext uri="{FF2B5EF4-FFF2-40B4-BE49-F238E27FC236}">
                    <a16:creationId xmlns:a16="http://schemas.microsoft.com/office/drawing/2014/main" id="{7EDB7AA9-7756-7B2A-8B32-85E6A092875B}"/>
                  </a:ext>
                </a:extLst>
              </p:cNvPr>
              <p:cNvPicPr/>
              <p:nvPr/>
            </p:nvPicPr>
            <p:blipFill>
              <a:blip r:embed="rId73"/>
              <a:stretch>
                <a:fillRect/>
              </a:stretch>
            </p:blipFill>
            <p:spPr>
              <a:xfrm>
                <a:off x="6545208" y="6290830"/>
                <a:ext cx="50400" cy="1836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7" name="Ink 46">
                <a:extLst>
                  <a:ext uri="{FF2B5EF4-FFF2-40B4-BE49-F238E27FC236}">
                    <a16:creationId xmlns:a16="http://schemas.microsoft.com/office/drawing/2014/main" id="{4C85BA75-33B8-1897-1EBE-7DA829C73B70}"/>
                  </a:ext>
                </a:extLst>
              </p14:cNvPr>
              <p14:cNvContentPartPr/>
              <p14:nvPr/>
            </p14:nvContentPartPr>
            <p14:xfrm>
              <a:off x="6534048" y="6333310"/>
              <a:ext cx="36720" cy="200160"/>
            </p14:xfrm>
          </p:contentPart>
        </mc:Choice>
        <mc:Fallback xmlns="">
          <p:pic>
            <p:nvPicPr>
              <p:cNvPr id="47" name="Ink 46">
                <a:extLst>
                  <a:ext uri="{FF2B5EF4-FFF2-40B4-BE49-F238E27FC236}">
                    <a16:creationId xmlns:a16="http://schemas.microsoft.com/office/drawing/2014/main" id="{4C85BA75-33B8-1897-1EBE-7DA829C73B70}"/>
                  </a:ext>
                </a:extLst>
              </p:cNvPr>
              <p:cNvPicPr/>
              <p:nvPr/>
            </p:nvPicPr>
            <p:blipFill>
              <a:blip r:embed="rId75"/>
              <a:stretch>
                <a:fillRect/>
              </a:stretch>
            </p:blipFill>
            <p:spPr>
              <a:xfrm>
                <a:off x="6529728" y="6328990"/>
                <a:ext cx="45360" cy="2088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8" name="Ink 47">
                <a:extLst>
                  <a:ext uri="{FF2B5EF4-FFF2-40B4-BE49-F238E27FC236}">
                    <a16:creationId xmlns:a16="http://schemas.microsoft.com/office/drawing/2014/main" id="{FBC3711A-CB90-6035-9984-0E29613ABEBC}"/>
                  </a:ext>
                </a:extLst>
              </p14:cNvPr>
              <p14:cNvContentPartPr/>
              <p14:nvPr/>
            </p14:nvContentPartPr>
            <p14:xfrm>
              <a:off x="6661128" y="6350950"/>
              <a:ext cx="207000" cy="139320"/>
            </p14:xfrm>
          </p:contentPart>
        </mc:Choice>
        <mc:Fallback xmlns="">
          <p:pic>
            <p:nvPicPr>
              <p:cNvPr id="48" name="Ink 47">
                <a:extLst>
                  <a:ext uri="{FF2B5EF4-FFF2-40B4-BE49-F238E27FC236}">
                    <a16:creationId xmlns:a16="http://schemas.microsoft.com/office/drawing/2014/main" id="{FBC3711A-CB90-6035-9984-0E29613ABEBC}"/>
                  </a:ext>
                </a:extLst>
              </p:cNvPr>
              <p:cNvPicPr/>
              <p:nvPr/>
            </p:nvPicPr>
            <p:blipFill>
              <a:blip r:embed="rId77"/>
              <a:stretch>
                <a:fillRect/>
              </a:stretch>
            </p:blipFill>
            <p:spPr>
              <a:xfrm>
                <a:off x="6656808" y="6346630"/>
                <a:ext cx="215640" cy="14796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9" name="Ink 48">
                <a:extLst>
                  <a:ext uri="{FF2B5EF4-FFF2-40B4-BE49-F238E27FC236}">
                    <a16:creationId xmlns:a16="http://schemas.microsoft.com/office/drawing/2014/main" id="{57711413-294B-99B8-820C-ACD2D67F4776}"/>
                  </a:ext>
                </a:extLst>
              </p14:cNvPr>
              <p14:cNvContentPartPr/>
              <p14:nvPr/>
            </p14:nvContentPartPr>
            <p14:xfrm>
              <a:off x="6931488" y="6343750"/>
              <a:ext cx="213840" cy="235080"/>
            </p14:xfrm>
          </p:contentPart>
        </mc:Choice>
        <mc:Fallback xmlns="">
          <p:pic>
            <p:nvPicPr>
              <p:cNvPr id="49" name="Ink 48">
                <a:extLst>
                  <a:ext uri="{FF2B5EF4-FFF2-40B4-BE49-F238E27FC236}">
                    <a16:creationId xmlns:a16="http://schemas.microsoft.com/office/drawing/2014/main" id="{57711413-294B-99B8-820C-ACD2D67F4776}"/>
                  </a:ext>
                </a:extLst>
              </p:cNvPr>
              <p:cNvPicPr/>
              <p:nvPr/>
            </p:nvPicPr>
            <p:blipFill>
              <a:blip r:embed="rId79"/>
              <a:stretch>
                <a:fillRect/>
              </a:stretch>
            </p:blipFill>
            <p:spPr>
              <a:xfrm>
                <a:off x="6927168" y="6339430"/>
                <a:ext cx="222480" cy="24372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0" name="Ink 49">
                <a:extLst>
                  <a:ext uri="{FF2B5EF4-FFF2-40B4-BE49-F238E27FC236}">
                    <a16:creationId xmlns:a16="http://schemas.microsoft.com/office/drawing/2014/main" id="{8546AC50-E8AD-FA40-AF26-C9F78E5BFD7E}"/>
                  </a:ext>
                </a:extLst>
              </p14:cNvPr>
              <p14:cNvContentPartPr/>
              <p14:nvPr/>
            </p14:nvContentPartPr>
            <p14:xfrm>
              <a:off x="7244328" y="6458590"/>
              <a:ext cx="144720" cy="21960"/>
            </p14:xfrm>
          </p:contentPart>
        </mc:Choice>
        <mc:Fallback xmlns="">
          <p:pic>
            <p:nvPicPr>
              <p:cNvPr id="50" name="Ink 49">
                <a:extLst>
                  <a:ext uri="{FF2B5EF4-FFF2-40B4-BE49-F238E27FC236}">
                    <a16:creationId xmlns:a16="http://schemas.microsoft.com/office/drawing/2014/main" id="{8546AC50-E8AD-FA40-AF26-C9F78E5BFD7E}"/>
                  </a:ext>
                </a:extLst>
              </p:cNvPr>
              <p:cNvPicPr/>
              <p:nvPr/>
            </p:nvPicPr>
            <p:blipFill>
              <a:blip r:embed="rId81"/>
              <a:stretch>
                <a:fillRect/>
              </a:stretch>
            </p:blipFill>
            <p:spPr>
              <a:xfrm>
                <a:off x="7240008" y="6454270"/>
                <a:ext cx="153360" cy="306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1" name="Ink 50">
                <a:extLst>
                  <a:ext uri="{FF2B5EF4-FFF2-40B4-BE49-F238E27FC236}">
                    <a16:creationId xmlns:a16="http://schemas.microsoft.com/office/drawing/2014/main" id="{E0E13495-A351-6208-5884-4F5C39FC595A}"/>
                  </a:ext>
                </a:extLst>
              </p14:cNvPr>
              <p14:cNvContentPartPr/>
              <p14:nvPr/>
            </p14:nvContentPartPr>
            <p14:xfrm>
              <a:off x="7257648" y="6377950"/>
              <a:ext cx="63360" cy="237960"/>
            </p14:xfrm>
          </p:contentPart>
        </mc:Choice>
        <mc:Fallback xmlns="">
          <p:pic>
            <p:nvPicPr>
              <p:cNvPr id="51" name="Ink 50">
                <a:extLst>
                  <a:ext uri="{FF2B5EF4-FFF2-40B4-BE49-F238E27FC236}">
                    <a16:creationId xmlns:a16="http://schemas.microsoft.com/office/drawing/2014/main" id="{E0E13495-A351-6208-5884-4F5C39FC595A}"/>
                  </a:ext>
                </a:extLst>
              </p:cNvPr>
              <p:cNvPicPr/>
              <p:nvPr/>
            </p:nvPicPr>
            <p:blipFill>
              <a:blip r:embed="rId83"/>
              <a:stretch>
                <a:fillRect/>
              </a:stretch>
            </p:blipFill>
            <p:spPr>
              <a:xfrm>
                <a:off x="7253328" y="6373630"/>
                <a:ext cx="72000" cy="24660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2" name="Ink 51">
                <a:extLst>
                  <a:ext uri="{FF2B5EF4-FFF2-40B4-BE49-F238E27FC236}">
                    <a16:creationId xmlns:a16="http://schemas.microsoft.com/office/drawing/2014/main" id="{EF4AE68C-7AB3-378B-A329-8843EB138BE3}"/>
                  </a:ext>
                </a:extLst>
              </p14:cNvPr>
              <p14:cNvContentPartPr/>
              <p14:nvPr/>
            </p14:nvContentPartPr>
            <p14:xfrm>
              <a:off x="7492728" y="6362470"/>
              <a:ext cx="255960" cy="190080"/>
            </p14:xfrm>
          </p:contentPart>
        </mc:Choice>
        <mc:Fallback xmlns="">
          <p:pic>
            <p:nvPicPr>
              <p:cNvPr id="52" name="Ink 51">
                <a:extLst>
                  <a:ext uri="{FF2B5EF4-FFF2-40B4-BE49-F238E27FC236}">
                    <a16:creationId xmlns:a16="http://schemas.microsoft.com/office/drawing/2014/main" id="{EF4AE68C-7AB3-378B-A329-8843EB138BE3}"/>
                  </a:ext>
                </a:extLst>
              </p:cNvPr>
              <p:cNvPicPr/>
              <p:nvPr/>
            </p:nvPicPr>
            <p:blipFill>
              <a:blip r:embed="rId85"/>
              <a:stretch>
                <a:fillRect/>
              </a:stretch>
            </p:blipFill>
            <p:spPr>
              <a:xfrm>
                <a:off x="7488408" y="6358150"/>
                <a:ext cx="26460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3" name="Ink 52">
                <a:extLst>
                  <a:ext uri="{FF2B5EF4-FFF2-40B4-BE49-F238E27FC236}">
                    <a16:creationId xmlns:a16="http://schemas.microsoft.com/office/drawing/2014/main" id="{A6958098-8331-E9BC-FD0F-07564C130173}"/>
                  </a:ext>
                </a:extLst>
              </p14:cNvPr>
              <p14:cNvContentPartPr/>
              <p14:nvPr/>
            </p14:nvContentPartPr>
            <p14:xfrm>
              <a:off x="7676328" y="6352390"/>
              <a:ext cx="169200" cy="174960"/>
            </p14:xfrm>
          </p:contentPart>
        </mc:Choice>
        <mc:Fallback xmlns="">
          <p:pic>
            <p:nvPicPr>
              <p:cNvPr id="53" name="Ink 52">
                <a:extLst>
                  <a:ext uri="{FF2B5EF4-FFF2-40B4-BE49-F238E27FC236}">
                    <a16:creationId xmlns:a16="http://schemas.microsoft.com/office/drawing/2014/main" id="{A6958098-8331-E9BC-FD0F-07564C130173}"/>
                  </a:ext>
                </a:extLst>
              </p:cNvPr>
              <p:cNvPicPr/>
              <p:nvPr/>
            </p:nvPicPr>
            <p:blipFill>
              <a:blip r:embed="rId87"/>
              <a:stretch>
                <a:fillRect/>
              </a:stretch>
            </p:blipFill>
            <p:spPr>
              <a:xfrm>
                <a:off x="7672008" y="6348070"/>
                <a:ext cx="177840" cy="1836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4" name="Ink 53">
                <a:extLst>
                  <a:ext uri="{FF2B5EF4-FFF2-40B4-BE49-F238E27FC236}">
                    <a16:creationId xmlns:a16="http://schemas.microsoft.com/office/drawing/2014/main" id="{47FFA1AB-0BB6-F1D9-C458-E7868940E262}"/>
                  </a:ext>
                </a:extLst>
              </p14:cNvPr>
              <p14:cNvContentPartPr/>
              <p14:nvPr/>
            </p14:nvContentPartPr>
            <p14:xfrm>
              <a:off x="7962528" y="6358150"/>
              <a:ext cx="145440" cy="167040"/>
            </p14:xfrm>
          </p:contentPart>
        </mc:Choice>
        <mc:Fallback xmlns="">
          <p:pic>
            <p:nvPicPr>
              <p:cNvPr id="54" name="Ink 53">
                <a:extLst>
                  <a:ext uri="{FF2B5EF4-FFF2-40B4-BE49-F238E27FC236}">
                    <a16:creationId xmlns:a16="http://schemas.microsoft.com/office/drawing/2014/main" id="{47FFA1AB-0BB6-F1D9-C458-E7868940E262}"/>
                  </a:ext>
                </a:extLst>
              </p:cNvPr>
              <p:cNvPicPr/>
              <p:nvPr/>
            </p:nvPicPr>
            <p:blipFill>
              <a:blip r:embed="rId89"/>
              <a:stretch>
                <a:fillRect/>
              </a:stretch>
            </p:blipFill>
            <p:spPr>
              <a:xfrm>
                <a:off x="7958208" y="6353830"/>
                <a:ext cx="154080" cy="17568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5" name="Ink 54">
                <a:extLst>
                  <a:ext uri="{FF2B5EF4-FFF2-40B4-BE49-F238E27FC236}">
                    <a16:creationId xmlns:a16="http://schemas.microsoft.com/office/drawing/2014/main" id="{CFF26A35-792E-1A21-6487-BDB212A42F55}"/>
                  </a:ext>
                </a:extLst>
              </p14:cNvPr>
              <p14:cNvContentPartPr/>
              <p14:nvPr/>
            </p14:nvContentPartPr>
            <p14:xfrm>
              <a:off x="8132448" y="6307390"/>
              <a:ext cx="168120" cy="215640"/>
            </p14:xfrm>
          </p:contentPart>
        </mc:Choice>
        <mc:Fallback xmlns="">
          <p:pic>
            <p:nvPicPr>
              <p:cNvPr id="55" name="Ink 54">
                <a:extLst>
                  <a:ext uri="{FF2B5EF4-FFF2-40B4-BE49-F238E27FC236}">
                    <a16:creationId xmlns:a16="http://schemas.microsoft.com/office/drawing/2014/main" id="{CFF26A35-792E-1A21-6487-BDB212A42F55}"/>
                  </a:ext>
                </a:extLst>
              </p:cNvPr>
              <p:cNvPicPr/>
              <p:nvPr/>
            </p:nvPicPr>
            <p:blipFill>
              <a:blip r:embed="rId91"/>
              <a:stretch>
                <a:fillRect/>
              </a:stretch>
            </p:blipFill>
            <p:spPr>
              <a:xfrm>
                <a:off x="8128128" y="6303070"/>
                <a:ext cx="176760" cy="22428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6" name="Ink 55">
                <a:extLst>
                  <a:ext uri="{FF2B5EF4-FFF2-40B4-BE49-F238E27FC236}">
                    <a16:creationId xmlns:a16="http://schemas.microsoft.com/office/drawing/2014/main" id="{C43DD318-E4B5-EED1-D6A3-5BF72F7ED49B}"/>
                  </a:ext>
                </a:extLst>
              </p14:cNvPr>
              <p14:cNvContentPartPr/>
              <p14:nvPr/>
            </p14:nvContentPartPr>
            <p14:xfrm>
              <a:off x="8361408" y="6295150"/>
              <a:ext cx="218520" cy="257400"/>
            </p14:xfrm>
          </p:contentPart>
        </mc:Choice>
        <mc:Fallback xmlns="">
          <p:pic>
            <p:nvPicPr>
              <p:cNvPr id="56" name="Ink 55">
                <a:extLst>
                  <a:ext uri="{FF2B5EF4-FFF2-40B4-BE49-F238E27FC236}">
                    <a16:creationId xmlns:a16="http://schemas.microsoft.com/office/drawing/2014/main" id="{C43DD318-E4B5-EED1-D6A3-5BF72F7ED49B}"/>
                  </a:ext>
                </a:extLst>
              </p:cNvPr>
              <p:cNvPicPr/>
              <p:nvPr/>
            </p:nvPicPr>
            <p:blipFill>
              <a:blip r:embed="rId93"/>
              <a:stretch>
                <a:fillRect/>
              </a:stretch>
            </p:blipFill>
            <p:spPr>
              <a:xfrm>
                <a:off x="8357088" y="6290830"/>
                <a:ext cx="227160" cy="266040"/>
              </a:xfrm>
              <a:prstGeom prst="rect">
                <a:avLst/>
              </a:prstGeom>
            </p:spPr>
          </p:pic>
        </mc:Fallback>
      </mc:AlternateContent>
      <p:grpSp>
        <p:nvGrpSpPr>
          <p:cNvPr id="66" name="Group 65">
            <a:extLst>
              <a:ext uri="{FF2B5EF4-FFF2-40B4-BE49-F238E27FC236}">
                <a16:creationId xmlns:a16="http://schemas.microsoft.com/office/drawing/2014/main" id="{AE868D4F-B71F-CED1-7641-35501B17B971}"/>
              </a:ext>
            </a:extLst>
          </p:cNvPr>
          <p:cNvGrpSpPr/>
          <p:nvPr/>
        </p:nvGrpSpPr>
        <p:grpSpPr>
          <a:xfrm>
            <a:off x="7653288" y="6636790"/>
            <a:ext cx="976320" cy="380452"/>
            <a:chOff x="7653288" y="6636790"/>
            <a:chExt cx="976320" cy="380452"/>
          </a:xfrm>
        </p:grpSpPr>
        <mc:AlternateContent xmlns:mc="http://schemas.openxmlformats.org/markup-compatibility/2006" xmlns:p14="http://schemas.microsoft.com/office/powerpoint/2010/main">
          <mc:Choice Requires="p14">
            <p:contentPart p14:bwMode="auto" r:id="rId94">
              <p14:nvContentPartPr>
                <p14:cNvPr id="57" name="Ink 56">
                  <a:extLst>
                    <a:ext uri="{FF2B5EF4-FFF2-40B4-BE49-F238E27FC236}">
                      <a16:creationId xmlns:a16="http://schemas.microsoft.com/office/drawing/2014/main" id="{B7B75666-CC9C-08DA-890D-9E89CC3774AC}"/>
                    </a:ext>
                  </a:extLst>
                </p14:cNvPr>
                <p14:cNvContentPartPr/>
                <p14:nvPr/>
              </p14:nvContentPartPr>
              <p14:xfrm>
                <a:off x="7653288" y="6679990"/>
                <a:ext cx="288000" cy="37800"/>
              </p14:xfrm>
            </p:contentPart>
          </mc:Choice>
          <mc:Fallback xmlns="">
            <p:pic>
              <p:nvPicPr>
                <p:cNvPr id="57" name="Ink 56">
                  <a:extLst>
                    <a:ext uri="{FF2B5EF4-FFF2-40B4-BE49-F238E27FC236}">
                      <a16:creationId xmlns:a16="http://schemas.microsoft.com/office/drawing/2014/main" id="{B7B75666-CC9C-08DA-890D-9E89CC3774AC}"/>
                    </a:ext>
                  </a:extLst>
                </p:cNvPr>
                <p:cNvPicPr/>
                <p:nvPr/>
              </p:nvPicPr>
              <p:blipFill>
                <a:blip r:embed="rId95"/>
                <a:stretch>
                  <a:fillRect/>
                </a:stretch>
              </p:blipFill>
              <p:spPr>
                <a:xfrm>
                  <a:off x="7648968" y="6675670"/>
                  <a:ext cx="29664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58" name="Ink 57">
                  <a:extLst>
                    <a:ext uri="{FF2B5EF4-FFF2-40B4-BE49-F238E27FC236}">
                      <a16:creationId xmlns:a16="http://schemas.microsoft.com/office/drawing/2014/main" id="{A7AA7BF4-DB44-8EA3-5CC7-60B9D02B37B9}"/>
                    </a:ext>
                  </a:extLst>
                </p14:cNvPr>
                <p14:cNvContentPartPr/>
                <p14:nvPr/>
              </p14:nvContentPartPr>
              <p14:xfrm>
                <a:off x="7737888" y="6636790"/>
                <a:ext cx="69840" cy="271440"/>
              </p14:xfrm>
            </p:contentPart>
          </mc:Choice>
          <mc:Fallback xmlns="">
            <p:pic>
              <p:nvPicPr>
                <p:cNvPr id="58" name="Ink 57">
                  <a:extLst>
                    <a:ext uri="{FF2B5EF4-FFF2-40B4-BE49-F238E27FC236}">
                      <a16:creationId xmlns:a16="http://schemas.microsoft.com/office/drawing/2014/main" id="{A7AA7BF4-DB44-8EA3-5CC7-60B9D02B37B9}"/>
                    </a:ext>
                  </a:extLst>
                </p:cNvPr>
                <p:cNvPicPr/>
                <p:nvPr/>
              </p:nvPicPr>
              <p:blipFill>
                <a:blip r:embed="rId97"/>
                <a:stretch>
                  <a:fillRect/>
                </a:stretch>
              </p:blipFill>
              <p:spPr>
                <a:xfrm>
                  <a:off x="7733568" y="6632470"/>
                  <a:ext cx="78480" cy="28008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9" name="Ink 58">
                  <a:extLst>
                    <a:ext uri="{FF2B5EF4-FFF2-40B4-BE49-F238E27FC236}">
                      <a16:creationId xmlns:a16="http://schemas.microsoft.com/office/drawing/2014/main" id="{A24F6ADE-FB07-7840-75CB-7C439BF6CAC8}"/>
                    </a:ext>
                  </a:extLst>
                </p14:cNvPr>
                <p14:cNvContentPartPr/>
                <p14:nvPr/>
              </p14:nvContentPartPr>
              <p14:xfrm>
                <a:off x="8020488" y="6700442"/>
                <a:ext cx="244080" cy="177480"/>
              </p14:xfrm>
            </p:contentPart>
          </mc:Choice>
          <mc:Fallback xmlns="">
            <p:pic>
              <p:nvPicPr>
                <p:cNvPr id="59" name="Ink 58">
                  <a:extLst>
                    <a:ext uri="{FF2B5EF4-FFF2-40B4-BE49-F238E27FC236}">
                      <a16:creationId xmlns:a16="http://schemas.microsoft.com/office/drawing/2014/main" id="{A24F6ADE-FB07-7840-75CB-7C439BF6CAC8}"/>
                    </a:ext>
                  </a:extLst>
                </p:cNvPr>
                <p:cNvPicPr/>
                <p:nvPr/>
              </p:nvPicPr>
              <p:blipFill>
                <a:blip r:embed="rId99"/>
                <a:stretch>
                  <a:fillRect/>
                </a:stretch>
              </p:blipFill>
              <p:spPr>
                <a:xfrm>
                  <a:off x="8016168" y="6696122"/>
                  <a:ext cx="252720" cy="18612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0" name="Ink 59">
                  <a:extLst>
                    <a:ext uri="{FF2B5EF4-FFF2-40B4-BE49-F238E27FC236}">
                      <a16:creationId xmlns:a16="http://schemas.microsoft.com/office/drawing/2014/main" id="{08529E22-3959-C975-107D-2692BEC61F2E}"/>
                    </a:ext>
                  </a:extLst>
                </p14:cNvPr>
                <p14:cNvContentPartPr/>
                <p14:nvPr/>
              </p14:nvContentPartPr>
              <p14:xfrm>
                <a:off x="8284728" y="6648602"/>
                <a:ext cx="133200" cy="25920"/>
              </p14:xfrm>
            </p:contentPart>
          </mc:Choice>
          <mc:Fallback xmlns="">
            <p:pic>
              <p:nvPicPr>
                <p:cNvPr id="60" name="Ink 59">
                  <a:extLst>
                    <a:ext uri="{FF2B5EF4-FFF2-40B4-BE49-F238E27FC236}">
                      <a16:creationId xmlns:a16="http://schemas.microsoft.com/office/drawing/2014/main" id="{08529E22-3959-C975-107D-2692BEC61F2E}"/>
                    </a:ext>
                  </a:extLst>
                </p:cNvPr>
                <p:cNvPicPr/>
                <p:nvPr/>
              </p:nvPicPr>
              <p:blipFill>
                <a:blip r:embed="rId101"/>
                <a:stretch>
                  <a:fillRect/>
                </a:stretch>
              </p:blipFill>
              <p:spPr>
                <a:xfrm>
                  <a:off x="8280408" y="6644282"/>
                  <a:ext cx="141840" cy="3456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1" name="Ink 60">
                  <a:extLst>
                    <a:ext uri="{FF2B5EF4-FFF2-40B4-BE49-F238E27FC236}">
                      <a16:creationId xmlns:a16="http://schemas.microsoft.com/office/drawing/2014/main" id="{C61895D6-2265-7297-45E4-73A442450C7E}"/>
                    </a:ext>
                  </a:extLst>
                </p14:cNvPr>
                <p14:cNvContentPartPr/>
                <p14:nvPr/>
              </p14:nvContentPartPr>
              <p14:xfrm>
                <a:off x="8263848" y="6641402"/>
                <a:ext cx="100440" cy="171720"/>
              </p14:xfrm>
            </p:contentPart>
          </mc:Choice>
          <mc:Fallback xmlns="">
            <p:pic>
              <p:nvPicPr>
                <p:cNvPr id="61" name="Ink 60">
                  <a:extLst>
                    <a:ext uri="{FF2B5EF4-FFF2-40B4-BE49-F238E27FC236}">
                      <a16:creationId xmlns:a16="http://schemas.microsoft.com/office/drawing/2014/main" id="{C61895D6-2265-7297-45E4-73A442450C7E}"/>
                    </a:ext>
                  </a:extLst>
                </p:cNvPr>
                <p:cNvPicPr/>
                <p:nvPr/>
              </p:nvPicPr>
              <p:blipFill>
                <a:blip r:embed="rId103"/>
                <a:stretch>
                  <a:fillRect/>
                </a:stretch>
              </p:blipFill>
              <p:spPr>
                <a:xfrm>
                  <a:off x="8259528" y="6637082"/>
                  <a:ext cx="109080" cy="18036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5" name="Ink 64">
                  <a:extLst>
                    <a:ext uri="{FF2B5EF4-FFF2-40B4-BE49-F238E27FC236}">
                      <a16:creationId xmlns:a16="http://schemas.microsoft.com/office/drawing/2014/main" id="{5486FC04-1F29-DFAF-6B0D-67F23F43D639}"/>
                    </a:ext>
                  </a:extLst>
                </p14:cNvPr>
                <p14:cNvContentPartPr/>
                <p14:nvPr/>
              </p14:nvContentPartPr>
              <p14:xfrm>
                <a:off x="8499288" y="6658682"/>
                <a:ext cx="130320" cy="358560"/>
              </p14:xfrm>
            </p:contentPart>
          </mc:Choice>
          <mc:Fallback xmlns="">
            <p:pic>
              <p:nvPicPr>
                <p:cNvPr id="65" name="Ink 64">
                  <a:extLst>
                    <a:ext uri="{FF2B5EF4-FFF2-40B4-BE49-F238E27FC236}">
                      <a16:creationId xmlns:a16="http://schemas.microsoft.com/office/drawing/2014/main" id="{5486FC04-1F29-DFAF-6B0D-67F23F43D639}"/>
                    </a:ext>
                  </a:extLst>
                </p:cNvPr>
                <p:cNvPicPr/>
                <p:nvPr/>
              </p:nvPicPr>
              <p:blipFill>
                <a:blip r:embed="rId105"/>
                <a:stretch>
                  <a:fillRect/>
                </a:stretch>
              </p:blipFill>
              <p:spPr>
                <a:xfrm>
                  <a:off x="8494968" y="6654362"/>
                  <a:ext cx="138960" cy="367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6">
            <p14:nvContentPartPr>
              <p14:cNvPr id="67" name="Ink 66">
                <a:extLst>
                  <a:ext uri="{FF2B5EF4-FFF2-40B4-BE49-F238E27FC236}">
                    <a16:creationId xmlns:a16="http://schemas.microsoft.com/office/drawing/2014/main" id="{006F1A7F-97B6-52FF-7ECC-031958AD02CD}"/>
                  </a:ext>
                </a:extLst>
              </p14:cNvPr>
              <p14:cNvContentPartPr/>
              <p14:nvPr/>
            </p14:nvContentPartPr>
            <p14:xfrm>
              <a:off x="8052888" y="6023642"/>
              <a:ext cx="735480" cy="52920"/>
            </p14:xfrm>
          </p:contentPart>
        </mc:Choice>
        <mc:Fallback xmlns="">
          <p:pic>
            <p:nvPicPr>
              <p:cNvPr id="67" name="Ink 66">
                <a:extLst>
                  <a:ext uri="{FF2B5EF4-FFF2-40B4-BE49-F238E27FC236}">
                    <a16:creationId xmlns:a16="http://schemas.microsoft.com/office/drawing/2014/main" id="{006F1A7F-97B6-52FF-7ECC-031958AD02CD}"/>
                  </a:ext>
                </a:extLst>
              </p:cNvPr>
              <p:cNvPicPr/>
              <p:nvPr/>
            </p:nvPicPr>
            <p:blipFill>
              <a:blip r:embed="rId107"/>
              <a:stretch>
                <a:fillRect/>
              </a:stretch>
            </p:blipFill>
            <p:spPr>
              <a:xfrm>
                <a:off x="8048568" y="6019322"/>
                <a:ext cx="744120" cy="61560"/>
              </a:xfrm>
              <a:prstGeom prst="rect">
                <a:avLst/>
              </a:prstGeom>
            </p:spPr>
          </p:pic>
        </mc:Fallback>
      </mc:AlternateContent>
      <p:grpSp>
        <p:nvGrpSpPr>
          <p:cNvPr id="73" name="Group 72">
            <a:extLst>
              <a:ext uri="{FF2B5EF4-FFF2-40B4-BE49-F238E27FC236}">
                <a16:creationId xmlns:a16="http://schemas.microsoft.com/office/drawing/2014/main" id="{C04ECCD8-7F34-A962-8923-F8E4D984F313}"/>
              </a:ext>
            </a:extLst>
          </p:cNvPr>
          <p:cNvGrpSpPr/>
          <p:nvPr/>
        </p:nvGrpSpPr>
        <p:grpSpPr>
          <a:xfrm>
            <a:off x="6474648" y="5696402"/>
            <a:ext cx="1566360" cy="305280"/>
            <a:chOff x="6474648" y="5696402"/>
            <a:chExt cx="1566360" cy="305280"/>
          </a:xfrm>
        </p:grpSpPr>
        <mc:AlternateContent xmlns:mc="http://schemas.openxmlformats.org/markup-compatibility/2006" xmlns:p14="http://schemas.microsoft.com/office/powerpoint/2010/main">
          <mc:Choice Requires="p14">
            <p:contentPart p14:bwMode="auto" r:id="rId108">
              <p14:nvContentPartPr>
                <p14:cNvPr id="68" name="Ink 67">
                  <a:extLst>
                    <a:ext uri="{FF2B5EF4-FFF2-40B4-BE49-F238E27FC236}">
                      <a16:creationId xmlns:a16="http://schemas.microsoft.com/office/drawing/2014/main" id="{22C10C68-835B-8E63-F433-EA108577BDFE}"/>
                    </a:ext>
                  </a:extLst>
                </p14:cNvPr>
                <p14:cNvContentPartPr/>
                <p14:nvPr/>
              </p14:nvContentPartPr>
              <p14:xfrm>
                <a:off x="6474648" y="5762642"/>
                <a:ext cx="200160" cy="198360"/>
              </p14:xfrm>
            </p:contentPart>
          </mc:Choice>
          <mc:Fallback xmlns="">
            <p:pic>
              <p:nvPicPr>
                <p:cNvPr id="68" name="Ink 67">
                  <a:extLst>
                    <a:ext uri="{FF2B5EF4-FFF2-40B4-BE49-F238E27FC236}">
                      <a16:creationId xmlns:a16="http://schemas.microsoft.com/office/drawing/2014/main" id="{22C10C68-835B-8E63-F433-EA108577BDFE}"/>
                    </a:ext>
                  </a:extLst>
                </p:cNvPr>
                <p:cNvPicPr/>
                <p:nvPr/>
              </p:nvPicPr>
              <p:blipFill>
                <a:blip r:embed="rId109"/>
                <a:stretch>
                  <a:fillRect/>
                </a:stretch>
              </p:blipFill>
              <p:spPr>
                <a:xfrm>
                  <a:off x="6470328" y="5758322"/>
                  <a:ext cx="208800" cy="20700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69" name="Ink 68">
                  <a:extLst>
                    <a:ext uri="{FF2B5EF4-FFF2-40B4-BE49-F238E27FC236}">
                      <a16:creationId xmlns:a16="http://schemas.microsoft.com/office/drawing/2014/main" id="{82470FE1-BD0B-00EA-20B2-2A7FFC3F060A}"/>
                    </a:ext>
                  </a:extLst>
                </p14:cNvPr>
                <p14:cNvContentPartPr/>
                <p14:nvPr/>
              </p14:nvContentPartPr>
              <p14:xfrm>
                <a:off x="6713328" y="5709002"/>
                <a:ext cx="295560" cy="219600"/>
              </p14:xfrm>
            </p:contentPart>
          </mc:Choice>
          <mc:Fallback xmlns="">
            <p:pic>
              <p:nvPicPr>
                <p:cNvPr id="69" name="Ink 68">
                  <a:extLst>
                    <a:ext uri="{FF2B5EF4-FFF2-40B4-BE49-F238E27FC236}">
                      <a16:creationId xmlns:a16="http://schemas.microsoft.com/office/drawing/2014/main" id="{82470FE1-BD0B-00EA-20B2-2A7FFC3F060A}"/>
                    </a:ext>
                  </a:extLst>
                </p:cNvPr>
                <p:cNvPicPr/>
                <p:nvPr/>
              </p:nvPicPr>
              <p:blipFill>
                <a:blip r:embed="rId111"/>
                <a:stretch>
                  <a:fillRect/>
                </a:stretch>
              </p:blipFill>
              <p:spPr>
                <a:xfrm>
                  <a:off x="6709008" y="5704682"/>
                  <a:ext cx="304200" cy="22824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70" name="Ink 69">
                  <a:extLst>
                    <a:ext uri="{FF2B5EF4-FFF2-40B4-BE49-F238E27FC236}">
                      <a16:creationId xmlns:a16="http://schemas.microsoft.com/office/drawing/2014/main" id="{0DEF2B8D-4D19-F73E-4748-A2B77CAC0198}"/>
                    </a:ext>
                  </a:extLst>
                </p14:cNvPr>
                <p14:cNvContentPartPr/>
                <p14:nvPr/>
              </p14:nvContentPartPr>
              <p14:xfrm>
                <a:off x="7117968" y="5696402"/>
                <a:ext cx="194760" cy="264240"/>
              </p14:xfrm>
            </p:contentPart>
          </mc:Choice>
          <mc:Fallback xmlns="">
            <p:pic>
              <p:nvPicPr>
                <p:cNvPr id="70" name="Ink 69">
                  <a:extLst>
                    <a:ext uri="{FF2B5EF4-FFF2-40B4-BE49-F238E27FC236}">
                      <a16:creationId xmlns:a16="http://schemas.microsoft.com/office/drawing/2014/main" id="{0DEF2B8D-4D19-F73E-4748-A2B77CAC0198}"/>
                    </a:ext>
                  </a:extLst>
                </p:cNvPr>
                <p:cNvPicPr/>
                <p:nvPr/>
              </p:nvPicPr>
              <p:blipFill>
                <a:blip r:embed="rId113"/>
                <a:stretch>
                  <a:fillRect/>
                </a:stretch>
              </p:blipFill>
              <p:spPr>
                <a:xfrm>
                  <a:off x="7113648" y="5692082"/>
                  <a:ext cx="203400" cy="27288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71" name="Ink 70">
                  <a:extLst>
                    <a:ext uri="{FF2B5EF4-FFF2-40B4-BE49-F238E27FC236}">
                      <a16:creationId xmlns:a16="http://schemas.microsoft.com/office/drawing/2014/main" id="{599E97EF-D42C-4F93-FC20-E07931BE9CFE}"/>
                    </a:ext>
                  </a:extLst>
                </p14:cNvPr>
                <p14:cNvContentPartPr/>
                <p14:nvPr/>
              </p14:nvContentPartPr>
              <p14:xfrm>
                <a:off x="7514328" y="5709722"/>
                <a:ext cx="199800" cy="228240"/>
              </p14:xfrm>
            </p:contentPart>
          </mc:Choice>
          <mc:Fallback xmlns="">
            <p:pic>
              <p:nvPicPr>
                <p:cNvPr id="71" name="Ink 70">
                  <a:extLst>
                    <a:ext uri="{FF2B5EF4-FFF2-40B4-BE49-F238E27FC236}">
                      <a16:creationId xmlns:a16="http://schemas.microsoft.com/office/drawing/2014/main" id="{599E97EF-D42C-4F93-FC20-E07931BE9CFE}"/>
                    </a:ext>
                  </a:extLst>
                </p:cNvPr>
                <p:cNvPicPr/>
                <p:nvPr/>
              </p:nvPicPr>
              <p:blipFill>
                <a:blip r:embed="rId115"/>
                <a:stretch>
                  <a:fillRect/>
                </a:stretch>
              </p:blipFill>
              <p:spPr>
                <a:xfrm>
                  <a:off x="7510008" y="5705402"/>
                  <a:ext cx="208440" cy="23688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72" name="Ink 71">
                  <a:extLst>
                    <a:ext uri="{FF2B5EF4-FFF2-40B4-BE49-F238E27FC236}">
                      <a16:creationId xmlns:a16="http://schemas.microsoft.com/office/drawing/2014/main" id="{D8C1543F-1627-96EB-B654-D5E4E7912471}"/>
                    </a:ext>
                  </a:extLst>
                </p14:cNvPr>
                <p14:cNvContentPartPr/>
                <p14:nvPr/>
              </p14:nvContentPartPr>
              <p14:xfrm>
                <a:off x="7886208" y="5782082"/>
                <a:ext cx="154800" cy="219600"/>
              </p14:xfrm>
            </p:contentPart>
          </mc:Choice>
          <mc:Fallback xmlns="">
            <p:pic>
              <p:nvPicPr>
                <p:cNvPr id="72" name="Ink 71">
                  <a:extLst>
                    <a:ext uri="{FF2B5EF4-FFF2-40B4-BE49-F238E27FC236}">
                      <a16:creationId xmlns:a16="http://schemas.microsoft.com/office/drawing/2014/main" id="{D8C1543F-1627-96EB-B654-D5E4E7912471}"/>
                    </a:ext>
                  </a:extLst>
                </p:cNvPr>
                <p:cNvPicPr/>
                <p:nvPr/>
              </p:nvPicPr>
              <p:blipFill>
                <a:blip r:embed="rId117"/>
                <a:stretch>
                  <a:fillRect/>
                </a:stretch>
              </p:blipFill>
              <p:spPr>
                <a:xfrm>
                  <a:off x="7881888" y="5777762"/>
                  <a:ext cx="163440" cy="2282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18">
            <p14:nvContentPartPr>
              <p14:cNvPr id="3" name="Ink 2">
                <a:extLst>
                  <a:ext uri="{FF2B5EF4-FFF2-40B4-BE49-F238E27FC236}">
                    <a16:creationId xmlns:a16="http://schemas.microsoft.com/office/drawing/2014/main" id="{E233BD9B-3C48-48F0-6FD1-7DBB4BE7AC1A}"/>
                  </a:ext>
                </a:extLst>
              </p14:cNvPr>
              <p14:cNvContentPartPr/>
              <p14:nvPr/>
            </p14:nvContentPartPr>
            <p14:xfrm>
              <a:off x="1662528" y="4507390"/>
              <a:ext cx="6877080" cy="83160"/>
            </p14:xfrm>
          </p:contentPart>
        </mc:Choice>
        <mc:Fallback xmlns="">
          <p:pic>
            <p:nvPicPr>
              <p:cNvPr id="3" name="Ink 2">
                <a:extLst>
                  <a:ext uri="{FF2B5EF4-FFF2-40B4-BE49-F238E27FC236}">
                    <a16:creationId xmlns:a16="http://schemas.microsoft.com/office/drawing/2014/main" id="{E233BD9B-3C48-48F0-6FD1-7DBB4BE7AC1A}"/>
                  </a:ext>
                </a:extLst>
              </p:cNvPr>
              <p:cNvPicPr/>
              <p:nvPr/>
            </p:nvPicPr>
            <p:blipFill>
              <a:blip r:embed="rId119"/>
              <a:stretch>
                <a:fillRect/>
              </a:stretch>
            </p:blipFill>
            <p:spPr>
              <a:xfrm>
                <a:off x="1658208" y="4503070"/>
                <a:ext cx="6885720" cy="9180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4" name="Ink 3">
                <a:extLst>
                  <a:ext uri="{FF2B5EF4-FFF2-40B4-BE49-F238E27FC236}">
                    <a16:creationId xmlns:a16="http://schemas.microsoft.com/office/drawing/2014/main" id="{ED74DF75-FAEF-E86C-C745-7A6A1DAF3F16}"/>
                  </a:ext>
                </a:extLst>
              </p14:cNvPr>
              <p14:cNvContentPartPr/>
              <p14:nvPr/>
            </p14:nvContentPartPr>
            <p14:xfrm>
              <a:off x="745608" y="4847590"/>
              <a:ext cx="4326120" cy="109080"/>
            </p14:xfrm>
          </p:contentPart>
        </mc:Choice>
        <mc:Fallback xmlns="">
          <p:pic>
            <p:nvPicPr>
              <p:cNvPr id="4" name="Ink 3">
                <a:extLst>
                  <a:ext uri="{FF2B5EF4-FFF2-40B4-BE49-F238E27FC236}">
                    <a16:creationId xmlns:a16="http://schemas.microsoft.com/office/drawing/2014/main" id="{ED74DF75-FAEF-E86C-C745-7A6A1DAF3F16}"/>
                  </a:ext>
                </a:extLst>
              </p:cNvPr>
              <p:cNvPicPr/>
              <p:nvPr/>
            </p:nvPicPr>
            <p:blipFill>
              <a:blip r:embed="rId121"/>
              <a:stretch>
                <a:fillRect/>
              </a:stretch>
            </p:blipFill>
            <p:spPr>
              <a:xfrm>
                <a:off x="741288" y="4843270"/>
                <a:ext cx="4334760" cy="117720"/>
              </a:xfrm>
              <a:prstGeom prst="rect">
                <a:avLst/>
              </a:prstGeom>
            </p:spPr>
          </p:pic>
        </mc:Fallback>
      </mc:AlternateContent>
      <p:grpSp>
        <p:nvGrpSpPr>
          <p:cNvPr id="84" name="Group 83">
            <a:extLst>
              <a:ext uri="{FF2B5EF4-FFF2-40B4-BE49-F238E27FC236}">
                <a16:creationId xmlns:a16="http://schemas.microsoft.com/office/drawing/2014/main" id="{0B83F677-D804-3322-1B37-7DCEA7B4A031}"/>
              </a:ext>
            </a:extLst>
          </p:cNvPr>
          <p:cNvGrpSpPr/>
          <p:nvPr/>
        </p:nvGrpSpPr>
        <p:grpSpPr>
          <a:xfrm>
            <a:off x="5380608" y="4462682"/>
            <a:ext cx="870480" cy="664920"/>
            <a:chOff x="5380608" y="4462682"/>
            <a:chExt cx="870480" cy="664920"/>
          </a:xfrm>
        </p:grpSpPr>
        <mc:AlternateContent xmlns:mc="http://schemas.openxmlformats.org/markup-compatibility/2006" xmlns:p14="http://schemas.microsoft.com/office/powerpoint/2010/main">
          <mc:Choice Requires="p14">
            <p:contentPart p14:bwMode="auto" r:id="rId122">
              <p14:nvContentPartPr>
                <p14:cNvPr id="74" name="Ink 73">
                  <a:extLst>
                    <a:ext uri="{FF2B5EF4-FFF2-40B4-BE49-F238E27FC236}">
                      <a16:creationId xmlns:a16="http://schemas.microsoft.com/office/drawing/2014/main" id="{744A1E75-E321-F351-EF8C-57728FD2C07C}"/>
                    </a:ext>
                  </a:extLst>
                </p14:cNvPr>
                <p14:cNvContentPartPr/>
                <p14:nvPr/>
              </p14:nvContentPartPr>
              <p14:xfrm>
                <a:off x="5380608" y="4651322"/>
                <a:ext cx="31680" cy="240840"/>
              </p14:xfrm>
            </p:contentPart>
          </mc:Choice>
          <mc:Fallback xmlns="">
            <p:pic>
              <p:nvPicPr>
                <p:cNvPr id="74" name="Ink 73">
                  <a:extLst>
                    <a:ext uri="{FF2B5EF4-FFF2-40B4-BE49-F238E27FC236}">
                      <a16:creationId xmlns:a16="http://schemas.microsoft.com/office/drawing/2014/main" id="{744A1E75-E321-F351-EF8C-57728FD2C07C}"/>
                    </a:ext>
                  </a:extLst>
                </p:cNvPr>
                <p:cNvPicPr/>
                <p:nvPr/>
              </p:nvPicPr>
              <p:blipFill>
                <a:blip r:embed="rId123"/>
                <a:stretch>
                  <a:fillRect/>
                </a:stretch>
              </p:blipFill>
              <p:spPr>
                <a:xfrm>
                  <a:off x="5376288" y="4647002"/>
                  <a:ext cx="40320" cy="24948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75" name="Ink 74">
                  <a:extLst>
                    <a:ext uri="{FF2B5EF4-FFF2-40B4-BE49-F238E27FC236}">
                      <a16:creationId xmlns:a16="http://schemas.microsoft.com/office/drawing/2014/main" id="{1BB2E717-44F3-E6AA-62FE-36F89484D4D3}"/>
                    </a:ext>
                  </a:extLst>
                </p14:cNvPr>
                <p14:cNvContentPartPr/>
                <p14:nvPr/>
              </p14:nvContentPartPr>
              <p14:xfrm>
                <a:off x="5406888" y="4591202"/>
                <a:ext cx="110880" cy="139680"/>
              </p14:xfrm>
            </p:contentPart>
          </mc:Choice>
          <mc:Fallback xmlns="">
            <p:pic>
              <p:nvPicPr>
                <p:cNvPr id="75" name="Ink 74">
                  <a:extLst>
                    <a:ext uri="{FF2B5EF4-FFF2-40B4-BE49-F238E27FC236}">
                      <a16:creationId xmlns:a16="http://schemas.microsoft.com/office/drawing/2014/main" id="{1BB2E717-44F3-E6AA-62FE-36F89484D4D3}"/>
                    </a:ext>
                  </a:extLst>
                </p:cNvPr>
                <p:cNvPicPr/>
                <p:nvPr/>
              </p:nvPicPr>
              <p:blipFill>
                <a:blip r:embed="rId125"/>
                <a:stretch>
                  <a:fillRect/>
                </a:stretch>
              </p:blipFill>
              <p:spPr>
                <a:xfrm>
                  <a:off x="5402568" y="4586882"/>
                  <a:ext cx="119520" cy="14832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77" name="Ink 76">
                  <a:extLst>
                    <a:ext uri="{FF2B5EF4-FFF2-40B4-BE49-F238E27FC236}">
                      <a16:creationId xmlns:a16="http://schemas.microsoft.com/office/drawing/2014/main" id="{31084540-4276-31DE-6CCC-4D022B67255B}"/>
                    </a:ext>
                  </a:extLst>
                </p14:cNvPr>
                <p14:cNvContentPartPr/>
                <p14:nvPr/>
              </p14:nvContentPartPr>
              <p14:xfrm>
                <a:off x="5559168" y="4462682"/>
                <a:ext cx="235080" cy="555120"/>
              </p14:xfrm>
            </p:contentPart>
          </mc:Choice>
          <mc:Fallback xmlns="">
            <p:pic>
              <p:nvPicPr>
                <p:cNvPr id="77" name="Ink 76">
                  <a:extLst>
                    <a:ext uri="{FF2B5EF4-FFF2-40B4-BE49-F238E27FC236}">
                      <a16:creationId xmlns:a16="http://schemas.microsoft.com/office/drawing/2014/main" id="{31084540-4276-31DE-6CCC-4D022B67255B}"/>
                    </a:ext>
                  </a:extLst>
                </p:cNvPr>
                <p:cNvPicPr/>
                <p:nvPr/>
              </p:nvPicPr>
              <p:blipFill>
                <a:blip r:embed="rId127"/>
                <a:stretch>
                  <a:fillRect/>
                </a:stretch>
              </p:blipFill>
              <p:spPr>
                <a:xfrm>
                  <a:off x="5554848" y="4458362"/>
                  <a:ext cx="243720" cy="56376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78" name="Ink 77">
                  <a:extLst>
                    <a:ext uri="{FF2B5EF4-FFF2-40B4-BE49-F238E27FC236}">
                      <a16:creationId xmlns:a16="http://schemas.microsoft.com/office/drawing/2014/main" id="{A7E4830C-1C7F-8F7A-DFF8-384EE9C3F32B}"/>
                    </a:ext>
                  </a:extLst>
                </p14:cNvPr>
                <p14:cNvContentPartPr/>
                <p14:nvPr/>
              </p14:nvContentPartPr>
              <p14:xfrm>
                <a:off x="5693448" y="4588682"/>
                <a:ext cx="156960" cy="295560"/>
              </p14:xfrm>
            </p:contentPart>
          </mc:Choice>
          <mc:Fallback xmlns="">
            <p:pic>
              <p:nvPicPr>
                <p:cNvPr id="78" name="Ink 77">
                  <a:extLst>
                    <a:ext uri="{FF2B5EF4-FFF2-40B4-BE49-F238E27FC236}">
                      <a16:creationId xmlns:a16="http://schemas.microsoft.com/office/drawing/2014/main" id="{A7E4830C-1C7F-8F7A-DFF8-384EE9C3F32B}"/>
                    </a:ext>
                  </a:extLst>
                </p:cNvPr>
                <p:cNvPicPr/>
                <p:nvPr/>
              </p:nvPicPr>
              <p:blipFill>
                <a:blip r:embed="rId129"/>
                <a:stretch>
                  <a:fillRect/>
                </a:stretch>
              </p:blipFill>
              <p:spPr>
                <a:xfrm>
                  <a:off x="5689128" y="4584362"/>
                  <a:ext cx="165600" cy="30420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79" name="Ink 78">
                  <a:extLst>
                    <a:ext uri="{FF2B5EF4-FFF2-40B4-BE49-F238E27FC236}">
                      <a16:creationId xmlns:a16="http://schemas.microsoft.com/office/drawing/2014/main" id="{AF85E839-14E3-6D2B-6517-CE646170FB26}"/>
                    </a:ext>
                  </a:extLst>
                </p14:cNvPr>
                <p14:cNvContentPartPr/>
                <p14:nvPr/>
              </p14:nvContentPartPr>
              <p14:xfrm>
                <a:off x="5701728" y="4737722"/>
                <a:ext cx="114120" cy="27360"/>
              </p14:xfrm>
            </p:contentPart>
          </mc:Choice>
          <mc:Fallback xmlns="">
            <p:pic>
              <p:nvPicPr>
                <p:cNvPr id="79" name="Ink 78">
                  <a:extLst>
                    <a:ext uri="{FF2B5EF4-FFF2-40B4-BE49-F238E27FC236}">
                      <a16:creationId xmlns:a16="http://schemas.microsoft.com/office/drawing/2014/main" id="{AF85E839-14E3-6D2B-6517-CE646170FB26}"/>
                    </a:ext>
                  </a:extLst>
                </p:cNvPr>
                <p:cNvPicPr/>
                <p:nvPr/>
              </p:nvPicPr>
              <p:blipFill>
                <a:blip r:embed="rId131"/>
                <a:stretch>
                  <a:fillRect/>
                </a:stretch>
              </p:blipFill>
              <p:spPr>
                <a:xfrm>
                  <a:off x="5697408" y="4733402"/>
                  <a:ext cx="12276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80" name="Ink 79">
                  <a:extLst>
                    <a:ext uri="{FF2B5EF4-FFF2-40B4-BE49-F238E27FC236}">
                      <a16:creationId xmlns:a16="http://schemas.microsoft.com/office/drawing/2014/main" id="{1E215EEF-3C58-C84E-9417-FF67D32A029F}"/>
                    </a:ext>
                  </a:extLst>
                </p14:cNvPr>
                <p14:cNvContentPartPr/>
                <p14:nvPr/>
              </p14:nvContentPartPr>
              <p14:xfrm>
                <a:off x="5876688" y="4467362"/>
                <a:ext cx="241560" cy="622800"/>
              </p14:xfrm>
            </p:contentPart>
          </mc:Choice>
          <mc:Fallback xmlns="">
            <p:pic>
              <p:nvPicPr>
                <p:cNvPr id="80" name="Ink 79">
                  <a:extLst>
                    <a:ext uri="{FF2B5EF4-FFF2-40B4-BE49-F238E27FC236}">
                      <a16:creationId xmlns:a16="http://schemas.microsoft.com/office/drawing/2014/main" id="{1E215EEF-3C58-C84E-9417-FF67D32A029F}"/>
                    </a:ext>
                  </a:extLst>
                </p:cNvPr>
                <p:cNvPicPr/>
                <p:nvPr/>
              </p:nvPicPr>
              <p:blipFill>
                <a:blip r:embed="rId133"/>
                <a:stretch>
                  <a:fillRect/>
                </a:stretch>
              </p:blipFill>
              <p:spPr>
                <a:xfrm>
                  <a:off x="5872368" y="4463042"/>
                  <a:ext cx="250200" cy="63144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81" name="Ink 80">
                  <a:extLst>
                    <a:ext uri="{FF2B5EF4-FFF2-40B4-BE49-F238E27FC236}">
                      <a16:creationId xmlns:a16="http://schemas.microsoft.com/office/drawing/2014/main" id="{EA820A67-E106-6FA7-ABEF-AB06A7A62A9B}"/>
                    </a:ext>
                  </a:extLst>
                </p14:cNvPr>
                <p14:cNvContentPartPr/>
                <p14:nvPr/>
              </p14:nvContentPartPr>
              <p14:xfrm>
                <a:off x="6071448" y="4639802"/>
                <a:ext cx="7560" cy="210240"/>
              </p14:xfrm>
            </p:contentPart>
          </mc:Choice>
          <mc:Fallback xmlns="">
            <p:pic>
              <p:nvPicPr>
                <p:cNvPr id="81" name="Ink 80">
                  <a:extLst>
                    <a:ext uri="{FF2B5EF4-FFF2-40B4-BE49-F238E27FC236}">
                      <a16:creationId xmlns:a16="http://schemas.microsoft.com/office/drawing/2014/main" id="{EA820A67-E106-6FA7-ABEF-AB06A7A62A9B}"/>
                    </a:ext>
                  </a:extLst>
                </p:cNvPr>
                <p:cNvPicPr/>
                <p:nvPr/>
              </p:nvPicPr>
              <p:blipFill>
                <a:blip r:embed="rId135"/>
                <a:stretch>
                  <a:fillRect/>
                </a:stretch>
              </p:blipFill>
              <p:spPr>
                <a:xfrm>
                  <a:off x="6067128" y="4635482"/>
                  <a:ext cx="16200" cy="21888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82" name="Ink 81">
                  <a:extLst>
                    <a:ext uri="{FF2B5EF4-FFF2-40B4-BE49-F238E27FC236}">
                      <a16:creationId xmlns:a16="http://schemas.microsoft.com/office/drawing/2014/main" id="{21073A67-E2C7-EE38-0187-8448A8873B98}"/>
                    </a:ext>
                  </a:extLst>
                </p14:cNvPr>
                <p14:cNvContentPartPr/>
                <p14:nvPr/>
              </p14:nvContentPartPr>
              <p14:xfrm>
                <a:off x="6047688" y="4624682"/>
                <a:ext cx="149040" cy="260640"/>
              </p14:xfrm>
            </p:contentPart>
          </mc:Choice>
          <mc:Fallback xmlns="">
            <p:pic>
              <p:nvPicPr>
                <p:cNvPr id="82" name="Ink 81">
                  <a:extLst>
                    <a:ext uri="{FF2B5EF4-FFF2-40B4-BE49-F238E27FC236}">
                      <a16:creationId xmlns:a16="http://schemas.microsoft.com/office/drawing/2014/main" id="{21073A67-E2C7-EE38-0187-8448A8873B98}"/>
                    </a:ext>
                  </a:extLst>
                </p:cNvPr>
                <p:cNvPicPr/>
                <p:nvPr/>
              </p:nvPicPr>
              <p:blipFill>
                <a:blip r:embed="rId137"/>
                <a:stretch>
                  <a:fillRect/>
                </a:stretch>
              </p:blipFill>
              <p:spPr>
                <a:xfrm>
                  <a:off x="6043368" y="4620362"/>
                  <a:ext cx="157680" cy="26928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83" name="Ink 82">
                  <a:extLst>
                    <a:ext uri="{FF2B5EF4-FFF2-40B4-BE49-F238E27FC236}">
                      <a16:creationId xmlns:a16="http://schemas.microsoft.com/office/drawing/2014/main" id="{4F69D683-38CC-19D2-A16A-7AB12D49415F}"/>
                    </a:ext>
                  </a:extLst>
                </p14:cNvPr>
                <p14:cNvContentPartPr/>
                <p14:nvPr/>
              </p14:nvContentPartPr>
              <p14:xfrm>
                <a:off x="6147048" y="4468082"/>
                <a:ext cx="104040" cy="659520"/>
              </p14:xfrm>
            </p:contentPart>
          </mc:Choice>
          <mc:Fallback xmlns="">
            <p:pic>
              <p:nvPicPr>
                <p:cNvPr id="83" name="Ink 82">
                  <a:extLst>
                    <a:ext uri="{FF2B5EF4-FFF2-40B4-BE49-F238E27FC236}">
                      <a16:creationId xmlns:a16="http://schemas.microsoft.com/office/drawing/2014/main" id="{4F69D683-38CC-19D2-A16A-7AB12D49415F}"/>
                    </a:ext>
                  </a:extLst>
                </p:cNvPr>
                <p:cNvPicPr/>
                <p:nvPr/>
              </p:nvPicPr>
              <p:blipFill>
                <a:blip r:embed="rId139"/>
                <a:stretch>
                  <a:fillRect/>
                </a:stretch>
              </p:blipFill>
              <p:spPr>
                <a:xfrm>
                  <a:off x="6142728" y="4463762"/>
                  <a:ext cx="112680" cy="668160"/>
                </a:xfrm>
                <a:prstGeom prst="rect">
                  <a:avLst/>
                </a:prstGeom>
              </p:spPr>
            </p:pic>
          </mc:Fallback>
        </mc:AlternateContent>
      </p:grpSp>
    </p:spTree>
    <p:extLst>
      <p:ext uri="{BB962C8B-B14F-4D97-AF65-F5344CB8AC3E}">
        <p14:creationId xmlns:p14="http://schemas.microsoft.com/office/powerpoint/2010/main" val="36389782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graphicFrame>
        <p:nvGraphicFramePr>
          <p:cNvPr id="5" name="Table 4"/>
          <p:cNvGraphicFramePr>
            <a:graphicFrameLocks noGrp="1"/>
          </p:cNvGraphicFramePr>
          <p:nvPr>
            <p:extLst>
              <p:ext uri="{D42A27DB-BD31-4B8C-83A1-F6EECF244321}">
                <p14:modId xmlns:p14="http://schemas.microsoft.com/office/powerpoint/2010/main" val="1149019446"/>
              </p:ext>
            </p:extLst>
          </p:nvPr>
        </p:nvGraphicFramePr>
        <p:xfrm>
          <a:off x="643304" y="992737"/>
          <a:ext cx="5792000" cy="1493835"/>
        </p:xfrm>
        <a:graphic>
          <a:graphicData uri="http://schemas.openxmlformats.org/drawingml/2006/table">
            <a:tbl>
              <a:tblPr firstRow="1" firstCol="1" bandRow="1">
                <a:tableStyleId>{5C22544A-7EE6-4342-B048-85BDC9FD1C3A}</a:tableStyleId>
              </a:tblPr>
              <a:tblGrid>
                <a:gridCol w="874643">
                  <a:extLst>
                    <a:ext uri="{9D8B030D-6E8A-4147-A177-3AD203B41FA5}">
                      <a16:colId xmlns:a16="http://schemas.microsoft.com/office/drawing/2014/main" val="20000"/>
                    </a:ext>
                  </a:extLst>
                </a:gridCol>
                <a:gridCol w="974504">
                  <a:extLst>
                    <a:ext uri="{9D8B030D-6E8A-4147-A177-3AD203B41FA5}">
                      <a16:colId xmlns:a16="http://schemas.microsoft.com/office/drawing/2014/main" val="20001"/>
                    </a:ext>
                  </a:extLst>
                </a:gridCol>
                <a:gridCol w="996607">
                  <a:extLst>
                    <a:ext uri="{9D8B030D-6E8A-4147-A177-3AD203B41FA5}">
                      <a16:colId xmlns:a16="http://schemas.microsoft.com/office/drawing/2014/main" val="20002"/>
                    </a:ext>
                  </a:extLst>
                </a:gridCol>
                <a:gridCol w="996607">
                  <a:extLst>
                    <a:ext uri="{9D8B030D-6E8A-4147-A177-3AD203B41FA5}">
                      <a16:colId xmlns:a16="http://schemas.microsoft.com/office/drawing/2014/main" val="20003"/>
                    </a:ext>
                  </a:extLst>
                </a:gridCol>
                <a:gridCol w="991555">
                  <a:extLst>
                    <a:ext uri="{9D8B030D-6E8A-4147-A177-3AD203B41FA5}">
                      <a16:colId xmlns:a16="http://schemas.microsoft.com/office/drawing/2014/main" val="20004"/>
                    </a:ext>
                  </a:extLst>
                </a:gridCol>
                <a:gridCol w="958084">
                  <a:extLst>
                    <a:ext uri="{9D8B030D-6E8A-4147-A177-3AD203B41FA5}">
                      <a16:colId xmlns:a16="http://schemas.microsoft.com/office/drawing/2014/main" val="20005"/>
                    </a:ext>
                  </a:extLst>
                </a:gridCol>
              </a:tblGrid>
              <a:tr h="239016">
                <a:tc rowSpan="2" gridSpan="2">
                  <a:txBody>
                    <a:bodyPr/>
                    <a:lstStyle/>
                    <a:p>
                      <a:pPr algn="ctr">
                        <a:lnSpc>
                          <a:spcPct val="107000"/>
                        </a:lnSpc>
                        <a:spcAft>
                          <a:spcPts val="0"/>
                        </a:spcAft>
                      </a:pPr>
                      <a:r>
                        <a:rPr lang="en-IN" sz="1100" dirty="0">
                          <a:effectLst/>
                        </a:rPr>
                        <a:t>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hMerge="1">
                  <a:txBody>
                    <a:bodyPr/>
                    <a:lstStyle/>
                    <a:p>
                      <a:endParaRPr lang="en-IN"/>
                    </a:p>
                  </a:txBody>
                  <a:tcPr/>
                </a:tc>
                <a:tc gridSpan="3">
                  <a:txBody>
                    <a:bodyPr/>
                    <a:lstStyle/>
                    <a:p>
                      <a:pPr algn="ctr">
                        <a:lnSpc>
                          <a:spcPct val="107000"/>
                        </a:lnSpc>
                        <a:spcAft>
                          <a:spcPts val="0"/>
                        </a:spcAft>
                      </a:pPr>
                      <a:r>
                        <a:rPr lang="en-IN" sz="1100" dirty="0">
                          <a:effectLst/>
                        </a:rPr>
                        <a:t>Age</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a:p>
                  </a:txBody>
                  <a:tcPr/>
                </a:tc>
                <a:tc hMerge="1">
                  <a:txBody>
                    <a:bodyPr/>
                    <a:lstStyle/>
                    <a:p>
                      <a:endParaRPr lang="en-IN"/>
                    </a:p>
                  </a:txBody>
                  <a:tcPr/>
                </a:tc>
                <a:tc>
                  <a:txBody>
                    <a:bodyPr/>
                    <a:lstStyle/>
                    <a:p>
                      <a:pPr algn="ctr">
                        <a:lnSpc>
                          <a:spcPct val="107000"/>
                        </a:lnSpc>
                        <a:spcAft>
                          <a:spcPts val="0"/>
                        </a:spcAft>
                      </a:pPr>
                      <a:r>
                        <a:rPr lang="en-IN" sz="1100">
                          <a:effectLst/>
                        </a:rPr>
                        <a:t> </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78032">
                <a:tc gridSpan="2" vMerge="1">
                  <a:txBody>
                    <a:bodyPr/>
                    <a:lstStyle/>
                    <a:p>
                      <a:endParaRPr lang="en-IN"/>
                    </a:p>
                  </a:txBody>
                  <a:tcPr/>
                </a:tc>
                <a:tc hMerge="1" vMerge="1">
                  <a:txBody>
                    <a:bodyPr/>
                    <a:lstStyle/>
                    <a:p>
                      <a:endParaRPr lang="en-IN"/>
                    </a:p>
                  </a:txBody>
                  <a:tcPr/>
                </a:tc>
                <a:tc>
                  <a:txBody>
                    <a:bodyPr/>
                    <a:lstStyle/>
                    <a:p>
                      <a:pPr algn="ctr">
                        <a:lnSpc>
                          <a:spcPct val="107000"/>
                        </a:lnSpc>
                        <a:spcAft>
                          <a:spcPts val="0"/>
                        </a:spcAft>
                      </a:pPr>
                      <a:r>
                        <a:rPr lang="en-IN" sz="1100">
                          <a:effectLst/>
                        </a:rPr>
                        <a:t>Young</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100" dirty="0">
                          <a:effectLst/>
                        </a:rPr>
                        <a:t>Middle-Aged</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100" dirty="0">
                          <a:effectLst/>
                        </a:rPr>
                        <a:t>Senior citizens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100" b="1" dirty="0">
                          <a:effectLst/>
                        </a:rPr>
                        <a:t>Total </a:t>
                      </a:r>
                      <a:endParaRPr lang="en-IN"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39016">
                <a:tc rowSpan="2">
                  <a:txBody>
                    <a:bodyPr/>
                    <a:lstStyle/>
                    <a:p>
                      <a:pPr algn="ctr">
                        <a:lnSpc>
                          <a:spcPct val="107000"/>
                        </a:lnSpc>
                        <a:spcAft>
                          <a:spcPts val="0"/>
                        </a:spcAft>
                      </a:pPr>
                      <a:r>
                        <a:rPr lang="en-IN" sz="1100" dirty="0">
                          <a:effectLst/>
                        </a:rPr>
                        <a:t>Loan Default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100">
                          <a:effectLst/>
                        </a:rPr>
                        <a:t>No </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100">
                          <a:effectLst/>
                        </a:rPr>
                        <a:t>10503</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100" dirty="0">
                          <a:effectLst/>
                        </a:rPr>
                        <a:t>27368</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100" dirty="0">
                          <a:effectLst/>
                        </a:rPr>
                        <a:t>259</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100" b="1" dirty="0">
                          <a:effectLst/>
                        </a:rPr>
                        <a:t>38130</a:t>
                      </a:r>
                      <a:endParaRPr lang="en-IN"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39016">
                <a:tc vMerge="1">
                  <a:txBody>
                    <a:bodyPr/>
                    <a:lstStyle/>
                    <a:p>
                      <a:endParaRPr lang="en-IN"/>
                    </a:p>
                  </a:txBody>
                  <a:tcPr/>
                </a:tc>
                <a:tc>
                  <a:txBody>
                    <a:bodyPr/>
                    <a:lstStyle/>
                    <a:p>
                      <a:pPr algn="ctr">
                        <a:lnSpc>
                          <a:spcPct val="107000"/>
                        </a:lnSpc>
                        <a:spcAft>
                          <a:spcPts val="0"/>
                        </a:spcAft>
                      </a:pPr>
                      <a:r>
                        <a:rPr lang="en-IN" sz="1100" dirty="0">
                          <a:effectLst/>
                        </a:rPr>
                        <a:t>Yes</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100" dirty="0">
                          <a:effectLst/>
                        </a:rPr>
                        <a:t>3586</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100" dirty="0">
                          <a:effectLst/>
                        </a:rPr>
                        <a:t>4851</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100" dirty="0">
                          <a:effectLst/>
                        </a:rPr>
                        <a:t>120</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100" b="1" dirty="0">
                          <a:effectLst/>
                        </a:rPr>
                        <a:t>8557</a:t>
                      </a:r>
                      <a:endParaRPr lang="en-IN"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98755">
                <a:tc>
                  <a:txBody>
                    <a:bodyPr/>
                    <a:lstStyle/>
                    <a:p>
                      <a:pPr algn="ctr">
                        <a:lnSpc>
                          <a:spcPct val="107000"/>
                        </a:lnSpc>
                        <a:spcAft>
                          <a:spcPts val="0"/>
                        </a:spcAft>
                      </a:pPr>
                      <a:r>
                        <a:rPr lang="en-IN" sz="1100" dirty="0">
                          <a:effectLst/>
                        </a:rPr>
                        <a:t>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100" b="1" dirty="0">
                          <a:effectLst/>
                        </a:rPr>
                        <a:t>Total</a:t>
                      </a:r>
                      <a:endParaRPr lang="en-IN"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100" b="1" dirty="0">
                          <a:effectLst/>
                        </a:rPr>
                        <a:t>14089</a:t>
                      </a:r>
                      <a:endParaRPr lang="en-IN"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100" b="1" dirty="0">
                          <a:effectLst/>
                        </a:rPr>
                        <a:t>32219</a:t>
                      </a:r>
                      <a:endParaRPr lang="en-IN"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100" b="1" dirty="0">
                          <a:effectLst/>
                        </a:rPr>
                        <a:t>379</a:t>
                      </a:r>
                      <a:endParaRPr lang="en-IN"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IN" sz="1100" b="1" dirty="0">
                          <a:effectLst/>
                        </a:rPr>
                        <a:t>46687</a:t>
                      </a:r>
                      <a:endParaRPr lang="en-IN"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90" marR="685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Rectangle 5"/>
          <p:cNvSpPr/>
          <p:nvPr/>
        </p:nvSpPr>
        <p:spPr>
          <a:xfrm>
            <a:off x="569916" y="2657741"/>
            <a:ext cx="7866717" cy="646331"/>
          </a:xfrm>
          <a:prstGeom prst="rect">
            <a:avLst/>
          </a:prstGeom>
        </p:spPr>
        <p:txBody>
          <a:bodyPr wrap="square">
            <a:spAutoFit/>
          </a:bodyPr>
          <a:lstStyle/>
          <a:p>
            <a:r>
              <a:rPr lang="en-US" dirty="0">
                <a:cs typeface="Times New Roman" panose="02020603050405020304" pitchFamily="18" charset="0"/>
              </a:rPr>
              <a:t>Let A denote the event that a person will not default on the loan And B be the event that he /she is middle aged </a:t>
            </a:r>
            <a:endParaRPr lang="en-IN" dirty="0"/>
          </a:p>
        </p:txBody>
      </p:sp>
      <p:pic>
        <p:nvPicPr>
          <p:cNvPr id="3" name="Picture 2"/>
          <p:cNvPicPr>
            <a:picLocks noChangeAspect="1"/>
          </p:cNvPicPr>
          <p:nvPr/>
        </p:nvPicPr>
        <p:blipFill>
          <a:blip r:embed="rId2"/>
          <a:stretch>
            <a:fillRect/>
          </a:stretch>
        </p:blipFill>
        <p:spPr>
          <a:xfrm>
            <a:off x="528637" y="3509331"/>
            <a:ext cx="8086725" cy="2686050"/>
          </a:xfrm>
          <a:prstGeom prst="rect">
            <a:avLst/>
          </a:prstGeom>
        </p:spPr>
      </p:pic>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972DDC39-8842-64E5-94C1-B6E1EAF5E9B4}"/>
                  </a:ext>
                </a:extLst>
              </p14:cNvPr>
              <p14:cNvContentPartPr/>
              <p14:nvPr/>
            </p14:nvContentPartPr>
            <p14:xfrm>
              <a:off x="3489888" y="4237030"/>
              <a:ext cx="585000" cy="39600"/>
            </p14:xfrm>
          </p:contentPart>
        </mc:Choice>
        <mc:Fallback xmlns="">
          <p:pic>
            <p:nvPicPr>
              <p:cNvPr id="4" name="Ink 3">
                <a:extLst>
                  <a:ext uri="{FF2B5EF4-FFF2-40B4-BE49-F238E27FC236}">
                    <a16:creationId xmlns:a16="http://schemas.microsoft.com/office/drawing/2014/main" id="{972DDC39-8842-64E5-94C1-B6E1EAF5E9B4}"/>
                  </a:ext>
                </a:extLst>
              </p:cNvPr>
              <p:cNvPicPr/>
              <p:nvPr/>
            </p:nvPicPr>
            <p:blipFill>
              <a:blip r:embed="rId4"/>
              <a:stretch>
                <a:fillRect/>
              </a:stretch>
            </p:blipFill>
            <p:spPr>
              <a:xfrm>
                <a:off x="3485568" y="4232710"/>
                <a:ext cx="593640" cy="482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2D9E772D-10B2-8C15-C047-4EA847589EF3}"/>
                  </a:ext>
                </a:extLst>
              </p14:cNvPr>
              <p14:cNvContentPartPr/>
              <p14:nvPr/>
            </p14:nvContentPartPr>
            <p14:xfrm>
              <a:off x="3661248" y="2242270"/>
              <a:ext cx="734760" cy="231120"/>
            </p14:xfrm>
          </p:contentPart>
        </mc:Choice>
        <mc:Fallback xmlns="">
          <p:pic>
            <p:nvPicPr>
              <p:cNvPr id="9" name="Ink 8">
                <a:extLst>
                  <a:ext uri="{FF2B5EF4-FFF2-40B4-BE49-F238E27FC236}">
                    <a16:creationId xmlns:a16="http://schemas.microsoft.com/office/drawing/2014/main" id="{2D9E772D-10B2-8C15-C047-4EA847589EF3}"/>
                  </a:ext>
                </a:extLst>
              </p:cNvPr>
              <p:cNvPicPr/>
              <p:nvPr/>
            </p:nvPicPr>
            <p:blipFill>
              <a:blip r:embed="rId6"/>
              <a:stretch>
                <a:fillRect/>
              </a:stretch>
            </p:blipFill>
            <p:spPr>
              <a:xfrm>
                <a:off x="3656928" y="2237950"/>
                <a:ext cx="743400" cy="239760"/>
              </a:xfrm>
              <a:prstGeom prst="rect">
                <a:avLst/>
              </a:prstGeom>
            </p:spPr>
          </p:pic>
        </mc:Fallback>
      </mc:AlternateContent>
      <p:grpSp>
        <p:nvGrpSpPr>
          <p:cNvPr id="12" name="Group 11">
            <a:extLst>
              <a:ext uri="{FF2B5EF4-FFF2-40B4-BE49-F238E27FC236}">
                <a16:creationId xmlns:a16="http://schemas.microsoft.com/office/drawing/2014/main" id="{CCABE706-2E93-8829-3908-B0A98F01510D}"/>
              </a:ext>
            </a:extLst>
          </p:cNvPr>
          <p:cNvGrpSpPr/>
          <p:nvPr/>
        </p:nvGrpSpPr>
        <p:grpSpPr>
          <a:xfrm>
            <a:off x="5084688" y="4038310"/>
            <a:ext cx="2154960" cy="495360"/>
            <a:chOff x="5084688" y="4038310"/>
            <a:chExt cx="2154960" cy="495360"/>
          </a:xfrm>
        </p:grpSpPr>
        <mc:AlternateContent xmlns:mc="http://schemas.openxmlformats.org/markup-compatibility/2006" xmlns:p14="http://schemas.microsoft.com/office/powerpoint/2010/main">
          <mc:Choice Requires="p14">
            <p:contentPart p14:bwMode="auto" r:id="rId7">
              <p14:nvContentPartPr>
                <p14:cNvPr id="10" name="Ink 9">
                  <a:extLst>
                    <a:ext uri="{FF2B5EF4-FFF2-40B4-BE49-F238E27FC236}">
                      <a16:creationId xmlns:a16="http://schemas.microsoft.com/office/drawing/2014/main" id="{B1FBC78F-A4B7-6414-DBAB-A887F16C8B7B}"/>
                    </a:ext>
                  </a:extLst>
                </p14:cNvPr>
                <p14:cNvContentPartPr/>
                <p14:nvPr/>
              </p14:nvContentPartPr>
              <p14:xfrm>
                <a:off x="5084688" y="4038310"/>
                <a:ext cx="1153800" cy="495360"/>
              </p14:xfrm>
            </p:contentPart>
          </mc:Choice>
          <mc:Fallback xmlns="">
            <p:pic>
              <p:nvPicPr>
                <p:cNvPr id="10" name="Ink 9">
                  <a:extLst>
                    <a:ext uri="{FF2B5EF4-FFF2-40B4-BE49-F238E27FC236}">
                      <a16:creationId xmlns:a16="http://schemas.microsoft.com/office/drawing/2014/main" id="{B1FBC78F-A4B7-6414-DBAB-A887F16C8B7B}"/>
                    </a:ext>
                  </a:extLst>
                </p:cNvPr>
                <p:cNvPicPr/>
                <p:nvPr/>
              </p:nvPicPr>
              <p:blipFill>
                <a:blip r:embed="rId8"/>
                <a:stretch>
                  <a:fillRect/>
                </a:stretch>
              </p:blipFill>
              <p:spPr>
                <a:xfrm>
                  <a:off x="5080368" y="4033990"/>
                  <a:ext cx="1162440" cy="504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1" name="Ink 10">
                  <a:extLst>
                    <a:ext uri="{FF2B5EF4-FFF2-40B4-BE49-F238E27FC236}">
                      <a16:creationId xmlns:a16="http://schemas.microsoft.com/office/drawing/2014/main" id="{0E5DF45D-50D2-1A69-8FE3-343F992A9BDD}"/>
                    </a:ext>
                  </a:extLst>
                </p14:cNvPr>
                <p14:cNvContentPartPr/>
                <p14:nvPr/>
              </p14:nvContentPartPr>
              <p14:xfrm>
                <a:off x="6540528" y="4251430"/>
                <a:ext cx="699120" cy="53280"/>
              </p14:xfrm>
            </p:contentPart>
          </mc:Choice>
          <mc:Fallback xmlns="">
            <p:pic>
              <p:nvPicPr>
                <p:cNvPr id="11" name="Ink 10">
                  <a:extLst>
                    <a:ext uri="{FF2B5EF4-FFF2-40B4-BE49-F238E27FC236}">
                      <a16:creationId xmlns:a16="http://schemas.microsoft.com/office/drawing/2014/main" id="{0E5DF45D-50D2-1A69-8FE3-343F992A9BDD}"/>
                    </a:ext>
                  </a:extLst>
                </p:cNvPr>
                <p:cNvPicPr/>
                <p:nvPr/>
              </p:nvPicPr>
              <p:blipFill>
                <a:blip r:embed="rId10"/>
                <a:stretch>
                  <a:fillRect/>
                </a:stretch>
              </p:blipFill>
              <p:spPr>
                <a:xfrm>
                  <a:off x="6536208" y="4247110"/>
                  <a:ext cx="707760" cy="619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1">
            <p14:nvContentPartPr>
              <p14:cNvPr id="13" name="Ink 12">
                <a:extLst>
                  <a:ext uri="{FF2B5EF4-FFF2-40B4-BE49-F238E27FC236}">
                    <a16:creationId xmlns:a16="http://schemas.microsoft.com/office/drawing/2014/main" id="{0452111D-871E-8247-0346-D9134F273E5C}"/>
                  </a:ext>
                </a:extLst>
              </p14:cNvPr>
              <p14:cNvContentPartPr/>
              <p14:nvPr/>
            </p14:nvContentPartPr>
            <p14:xfrm>
              <a:off x="1181208" y="4727710"/>
              <a:ext cx="995040" cy="41760"/>
            </p14:xfrm>
          </p:contentPart>
        </mc:Choice>
        <mc:Fallback xmlns="">
          <p:pic>
            <p:nvPicPr>
              <p:cNvPr id="13" name="Ink 12">
                <a:extLst>
                  <a:ext uri="{FF2B5EF4-FFF2-40B4-BE49-F238E27FC236}">
                    <a16:creationId xmlns:a16="http://schemas.microsoft.com/office/drawing/2014/main" id="{0452111D-871E-8247-0346-D9134F273E5C}"/>
                  </a:ext>
                </a:extLst>
              </p:cNvPr>
              <p:cNvPicPr/>
              <p:nvPr/>
            </p:nvPicPr>
            <p:blipFill>
              <a:blip r:embed="rId12"/>
              <a:stretch>
                <a:fillRect/>
              </a:stretch>
            </p:blipFill>
            <p:spPr>
              <a:xfrm>
                <a:off x="1176888" y="4723390"/>
                <a:ext cx="1003680" cy="50400"/>
              </a:xfrm>
              <a:prstGeom prst="rect">
                <a:avLst/>
              </a:prstGeom>
            </p:spPr>
          </p:pic>
        </mc:Fallback>
      </mc:AlternateContent>
      <p:grpSp>
        <p:nvGrpSpPr>
          <p:cNvPr id="21" name="Group 20">
            <a:extLst>
              <a:ext uri="{FF2B5EF4-FFF2-40B4-BE49-F238E27FC236}">
                <a16:creationId xmlns:a16="http://schemas.microsoft.com/office/drawing/2014/main" id="{0C561DC8-F413-00ED-EF7B-D8985841A7D0}"/>
              </a:ext>
            </a:extLst>
          </p:cNvPr>
          <p:cNvGrpSpPr/>
          <p:nvPr/>
        </p:nvGrpSpPr>
        <p:grpSpPr>
          <a:xfrm>
            <a:off x="2410968" y="4649950"/>
            <a:ext cx="1986120" cy="738000"/>
            <a:chOff x="2410968" y="4649950"/>
            <a:chExt cx="1986120" cy="738000"/>
          </a:xfrm>
        </p:grpSpPr>
        <mc:AlternateContent xmlns:mc="http://schemas.openxmlformats.org/markup-compatibility/2006" xmlns:p14="http://schemas.microsoft.com/office/powerpoint/2010/main">
          <mc:Choice Requires="p14">
            <p:contentPart p14:bwMode="auto" r:id="rId13">
              <p14:nvContentPartPr>
                <p14:cNvPr id="14" name="Ink 13">
                  <a:extLst>
                    <a:ext uri="{FF2B5EF4-FFF2-40B4-BE49-F238E27FC236}">
                      <a16:creationId xmlns:a16="http://schemas.microsoft.com/office/drawing/2014/main" id="{8A51293C-C1E9-A0A5-F1E5-BCFB96BF8395}"/>
                    </a:ext>
                  </a:extLst>
                </p14:cNvPr>
                <p14:cNvContentPartPr/>
                <p14:nvPr/>
              </p14:nvContentPartPr>
              <p14:xfrm>
                <a:off x="2410968" y="4699990"/>
                <a:ext cx="1008000" cy="358920"/>
              </p14:xfrm>
            </p:contentPart>
          </mc:Choice>
          <mc:Fallback xmlns="">
            <p:pic>
              <p:nvPicPr>
                <p:cNvPr id="14" name="Ink 13">
                  <a:extLst>
                    <a:ext uri="{FF2B5EF4-FFF2-40B4-BE49-F238E27FC236}">
                      <a16:creationId xmlns:a16="http://schemas.microsoft.com/office/drawing/2014/main" id="{8A51293C-C1E9-A0A5-F1E5-BCFB96BF8395}"/>
                    </a:ext>
                  </a:extLst>
                </p:cNvPr>
                <p:cNvPicPr/>
                <p:nvPr/>
              </p:nvPicPr>
              <p:blipFill>
                <a:blip r:embed="rId14"/>
                <a:stretch>
                  <a:fillRect/>
                </a:stretch>
              </p:blipFill>
              <p:spPr>
                <a:xfrm>
                  <a:off x="2406648" y="4695670"/>
                  <a:ext cx="1016640" cy="36756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5" name="Ink 14">
                  <a:extLst>
                    <a:ext uri="{FF2B5EF4-FFF2-40B4-BE49-F238E27FC236}">
                      <a16:creationId xmlns:a16="http://schemas.microsoft.com/office/drawing/2014/main" id="{601062C0-18D6-7E7F-2585-E21319266A3D}"/>
                    </a:ext>
                  </a:extLst>
                </p14:cNvPr>
                <p14:cNvContentPartPr/>
                <p14:nvPr/>
              </p14:nvContentPartPr>
              <p14:xfrm>
                <a:off x="2525088" y="5050630"/>
                <a:ext cx="803520" cy="328320"/>
              </p14:xfrm>
            </p:contentPart>
          </mc:Choice>
          <mc:Fallback xmlns="">
            <p:pic>
              <p:nvPicPr>
                <p:cNvPr id="15" name="Ink 14">
                  <a:extLst>
                    <a:ext uri="{FF2B5EF4-FFF2-40B4-BE49-F238E27FC236}">
                      <a16:creationId xmlns:a16="http://schemas.microsoft.com/office/drawing/2014/main" id="{601062C0-18D6-7E7F-2585-E21319266A3D}"/>
                    </a:ext>
                  </a:extLst>
                </p:cNvPr>
                <p:cNvPicPr/>
                <p:nvPr/>
              </p:nvPicPr>
              <p:blipFill>
                <a:blip r:embed="rId16"/>
                <a:stretch>
                  <a:fillRect/>
                </a:stretch>
              </p:blipFill>
              <p:spPr>
                <a:xfrm>
                  <a:off x="2520768" y="5046310"/>
                  <a:ext cx="812160" cy="33696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6" name="Ink 15">
                  <a:extLst>
                    <a:ext uri="{FF2B5EF4-FFF2-40B4-BE49-F238E27FC236}">
                      <a16:creationId xmlns:a16="http://schemas.microsoft.com/office/drawing/2014/main" id="{DA49A71C-470C-AE91-0394-6F6ECB2E0830}"/>
                    </a:ext>
                  </a:extLst>
                </p14:cNvPr>
                <p14:cNvContentPartPr/>
                <p14:nvPr/>
              </p14:nvContentPartPr>
              <p14:xfrm>
                <a:off x="3629208" y="4649950"/>
                <a:ext cx="767880" cy="416520"/>
              </p14:xfrm>
            </p:contentPart>
          </mc:Choice>
          <mc:Fallback xmlns="">
            <p:pic>
              <p:nvPicPr>
                <p:cNvPr id="16" name="Ink 15">
                  <a:extLst>
                    <a:ext uri="{FF2B5EF4-FFF2-40B4-BE49-F238E27FC236}">
                      <a16:creationId xmlns:a16="http://schemas.microsoft.com/office/drawing/2014/main" id="{DA49A71C-470C-AE91-0394-6F6ECB2E0830}"/>
                    </a:ext>
                  </a:extLst>
                </p:cNvPr>
                <p:cNvPicPr/>
                <p:nvPr/>
              </p:nvPicPr>
              <p:blipFill>
                <a:blip r:embed="rId18"/>
                <a:stretch>
                  <a:fillRect/>
                </a:stretch>
              </p:blipFill>
              <p:spPr>
                <a:xfrm>
                  <a:off x="3624888" y="4645630"/>
                  <a:ext cx="776520" cy="42516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7" name="Ink 16">
                  <a:extLst>
                    <a:ext uri="{FF2B5EF4-FFF2-40B4-BE49-F238E27FC236}">
                      <a16:creationId xmlns:a16="http://schemas.microsoft.com/office/drawing/2014/main" id="{9B137EEF-24EC-419A-F974-6DD9720FFAB7}"/>
                    </a:ext>
                  </a:extLst>
                </p14:cNvPr>
                <p14:cNvContentPartPr/>
                <p14:nvPr/>
              </p14:nvContentPartPr>
              <p14:xfrm>
                <a:off x="3696168" y="5086990"/>
                <a:ext cx="643320" cy="300960"/>
              </p14:xfrm>
            </p:contentPart>
          </mc:Choice>
          <mc:Fallback xmlns="">
            <p:pic>
              <p:nvPicPr>
                <p:cNvPr id="17" name="Ink 16">
                  <a:extLst>
                    <a:ext uri="{FF2B5EF4-FFF2-40B4-BE49-F238E27FC236}">
                      <a16:creationId xmlns:a16="http://schemas.microsoft.com/office/drawing/2014/main" id="{9B137EEF-24EC-419A-F974-6DD9720FFAB7}"/>
                    </a:ext>
                  </a:extLst>
                </p:cNvPr>
                <p:cNvPicPr/>
                <p:nvPr/>
              </p:nvPicPr>
              <p:blipFill>
                <a:blip r:embed="rId20"/>
                <a:stretch>
                  <a:fillRect/>
                </a:stretch>
              </p:blipFill>
              <p:spPr>
                <a:xfrm>
                  <a:off x="3691848" y="5082670"/>
                  <a:ext cx="651960" cy="309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1">
            <p14:nvContentPartPr>
              <p14:cNvPr id="19" name="Ink 18">
                <a:extLst>
                  <a:ext uri="{FF2B5EF4-FFF2-40B4-BE49-F238E27FC236}">
                    <a16:creationId xmlns:a16="http://schemas.microsoft.com/office/drawing/2014/main" id="{7FE6D7E8-7C01-E2FD-7B9B-3206AC656230}"/>
                  </a:ext>
                </a:extLst>
              </p14:cNvPr>
              <p14:cNvContentPartPr/>
              <p14:nvPr/>
            </p14:nvContentPartPr>
            <p14:xfrm>
              <a:off x="4637568" y="5226670"/>
              <a:ext cx="767520" cy="19800"/>
            </p14:xfrm>
          </p:contentPart>
        </mc:Choice>
        <mc:Fallback xmlns="">
          <p:pic>
            <p:nvPicPr>
              <p:cNvPr id="19" name="Ink 18">
                <a:extLst>
                  <a:ext uri="{FF2B5EF4-FFF2-40B4-BE49-F238E27FC236}">
                    <a16:creationId xmlns:a16="http://schemas.microsoft.com/office/drawing/2014/main" id="{7FE6D7E8-7C01-E2FD-7B9B-3206AC656230}"/>
                  </a:ext>
                </a:extLst>
              </p:cNvPr>
              <p:cNvPicPr/>
              <p:nvPr/>
            </p:nvPicPr>
            <p:blipFill>
              <a:blip r:embed="rId22"/>
              <a:stretch>
                <a:fillRect/>
              </a:stretch>
            </p:blipFill>
            <p:spPr>
              <a:xfrm>
                <a:off x="4633248" y="5222350"/>
                <a:ext cx="776160" cy="2844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0" name="Ink 19">
                <a:extLst>
                  <a:ext uri="{FF2B5EF4-FFF2-40B4-BE49-F238E27FC236}">
                    <a16:creationId xmlns:a16="http://schemas.microsoft.com/office/drawing/2014/main" id="{32919414-AB38-18CF-7A92-BC87F3B2625A}"/>
                  </a:ext>
                </a:extLst>
              </p14:cNvPr>
              <p14:cNvContentPartPr/>
              <p14:nvPr/>
            </p14:nvContentPartPr>
            <p14:xfrm>
              <a:off x="1099488" y="5273470"/>
              <a:ext cx="1100880" cy="75960"/>
            </p14:xfrm>
          </p:contentPart>
        </mc:Choice>
        <mc:Fallback xmlns="">
          <p:pic>
            <p:nvPicPr>
              <p:cNvPr id="20" name="Ink 19">
                <a:extLst>
                  <a:ext uri="{FF2B5EF4-FFF2-40B4-BE49-F238E27FC236}">
                    <a16:creationId xmlns:a16="http://schemas.microsoft.com/office/drawing/2014/main" id="{32919414-AB38-18CF-7A92-BC87F3B2625A}"/>
                  </a:ext>
                </a:extLst>
              </p:cNvPr>
              <p:cNvPicPr/>
              <p:nvPr/>
            </p:nvPicPr>
            <p:blipFill>
              <a:blip r:embed="rId24"/>
              <a:stretch>
                <a:fillRect/>
              </a:stretch>
            </p:blipFill>
            <p:spPr>
              <a:xfrm>
                <a:off x="1095168" y="5269150"/>
                <a:ext cx="1109520" cy="846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2" name="Ink 21">
                <a:extLst>
                  <a:ext uri="{FF2B5EF4-FFF2-40B4-BE49-F238E27FC236}">
                    <a16:creationId xmlns:a16="http://schemas.microsoft.com/office/drawing/2014/main" id="{9FE1243D-32AF-A60B-D011-4252EFB3F1E5}"/>
                  </a:ext>
                </a:extLst>
              </p14:cNvPr>
              <p14:cNvContentPartPr/>
              <p14:nvPr/>
            </p14:nvContentPartPr>
            <p14:xfrm>
              <a:off x="5510208" y="4993750"/>
              <a:ext cx="221760" cy="10800"/>
            </p14:xfrm>
          </p:contentPart>
        </mc:Choice>
        <mc:Fallback xmlns="">
          <p:pic>
            <p:nvPicPr>
              <p:cNvPr id="22" name="Ink 21">
                <a:extLst>
                  <a:ext uri="{FF2B5EF4-FFF2-40B4-BE49-F238E27FC236}">
                    <a16:creationId xmlns:a16="http://schemas.microsoft.com/office/drawing/2014/main" id="{9FE1243D-32AF-A60B-D011-4252EFB3F1E5}"/>
                  </a:ext>
                </a:extLst>
              </p:cNvPr>
              <p:cNvPicPr/>
              <p:nvPr/>
            </p:nvPicPr>
            <p:blipFill>
              <a:blip r:embed="rId26"/>
              <a:stretch>
                <a:fillRect/>
              </a:stretch>
            </p:blipFill>
            <p:spPr>
              <a:xfrm>
                <a:off x="5505888" y="4989430"/>
                <a:ext cx="230400" cy="1944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3" name="Ink 22">
                <a:extLst>
                  <a:ext uri="{FF2B5EF4-FFF2-40B4-BE49-F238E27FC236}">
                    <a16:creationId xmlns:a16="http://schemas.microsoft.com/office/drawing/2014/main" id="{4CBA7DB4-71AC-7D04-CDDC-A60124BC5383}"/>
                  </a:ext>
                </a:extLst>
              </p14:cNvPr>
              <p14:cNvContentPartPr/>
              <p14:nvPr/>
            </p14:nvContentPartPr>
            <p14:xfrm>
              <a:off x="5563128" y="5086990"/>
              <a:ext cx="216720" cy="10800"/>
            </p14:xfrm>
          </p:contentPart>
        </mc:Choice>
        <mc:Fallback xmlns="">
          <p:pic>
            <p:nvPicPr>
              <p:cNvPr id="23" name="Ink 22">
                <a:extLst>
                  <a:ext uri="{FF2B5EF4-FFF2-40B4-BE49-F238E27FC236}">
                    <a16:creationId xmlns:a16="http://schemas.microsoft.com/office/drawing/2014/main" id="{4CBA7DB4-71AC-7D04-CDDC-A60124BC5383}"/>
                  </a:ext>
                </a:extLst>
              </p:cNvPr>
              <p:cNvPicPr/>
              <p:nvPr/>
            </p:nvPicPr>
            <p:blipFill>
              <a:blip r:embed="rId28"/>
              <a:stretch>
                <a:fillRect/>
              </a:stretch>
            </p:blipFill>
            <p:spPr>
              <a:xfrm>
                <a:off x="5558808" y="5082670"/>
                <a:ext cx="225360" cy="19440"/>
              </a:xfrm>
              <a:prstGeom prst="rect">
                <a:avLst/>
              </a:prstGeom>
            </p:spPr>
          </p:pic>
        </mc:Fallback>
      </mc:AlternateContent>
      <p:grpSp>
        <p:nvGrpSpPr>
          <p:cNvPr id="36" name="Group 35">
            <a:extLst>
              <a:ext uri="{FF2B5EF4-FFF2-40B4-BE49-F238E27FC236}">
                <a16:creationId xmlns:a16="http://schemas.microsoft.com/office/drawing/2014/main" id="{9DFD475D-25CB-492D-30B0-84A5934AB60C}"/>
              </a:ext>
            </a:extLst>
          </p:cNvPr>
          <p:cNvGrpSpPr/>
          <p:nvPr/>
        </p:nvGrpSpPr>
        <p:grpSpPr>
          <a:xfrm>
            <a:off x="6259728" y="4737430"/>
            <a:ext cx="1827000" cy="926640"/>
            <a:chOff x="6259728" y="4737430"/>
            <a:chExt cx="1827000" cy="926640"/>
          </a:xfrm>
        </p:grpSpPr>
        <mc:AlternateContent xmlns:mc="http://schemas.openxmlformats.org/markup-compatibility/2006" xmlns:p14="http://schemas.microsoft.com/office/powerpoint/2010/main">
          <mc:Choice Requires="p14">
            <p:contentPart p14:bwMode="auto" r:id="rId29">
              <p14:nvContentPartPr>
                <p14:cNvPr id="24" name="Ink 23">
                  <a:extLst>
                    <a:ext uri="{FF2B5EF4-FFF2-40B4-BE49-F238E27FC236}">
                      <a16:creationId xmlns:a16="http://schemas.microsoft.com/office/drawing/2014/main" id="{A9E63F04-5672-91F3-64C7-F37172B2C594}"/>
                    </a:ext>
                  </a:extLst>
                </p14:cNvPr>
                <p14:cNvContentPartPr/>
                <p14:nvPr/>
              </p14:nvContentPartPr>
              <p14:xfrm>
                <a:off x="6259728" y="4777030"/>
                <a:ext cx="256320" cy="239040"/>
              </p14:xfrm>
            </p:contentPart>
          </mc:Choice>
          <mc:Fallback xmlns="">
            <p:pic>
              <p:nvPicPr>
                <p:cNvPr id="24" name="Ink 23">
                  <a:extLst>
                    <a:ext uri="{FF2B5EF4-FFF2-40B4-BE49-F238E27FC236}">
                      <a16:creationId xmlns:a16="http://schemas.microsoft.com/office/drawing/2014/main" id="{A9E63F04-5672-91F3-64C7-F37172B2C594}"/>
                    </a:ext>
                  </a:extLst>
                </p:cNvPr>
                <p:cNvPicPr/>
                <p:nvPr/>
              </p:nvPicPr>
              <p:blipFill>
                <a:blip r:embed="rId30"/>
                <a:stretch>
                  <a:fillRect/>
                </a:stretch>
              </p:blipFill>
              <p:spPr>
                <a:xfrm>
                  <a:off x="6255408" y="4772710"/>
                  <a:ext cx="264960" cy="24768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5" name="Ink 24">
                  <a:extLst>
                    <a:ext uri="{FF2B5EF4-FFF2-40B4-BE49-F238E27FC236}">
                      <a16:creationId xmlns:a16="http://schemas.microsoft.com/office/drawing/2014/main" id="{CC8B1B68-4899-82E4-C30F-300570A2DD20}"/>
                    </a:ext>
                  </a:extLst>
                </p14:cNvPr>
                <p14:cNvContentPartPr/>
                <p14:nvPr/>
              </p14:nvContentPartPr>
              <p14:xfrm>
                <a:off x="6600288" y="4742470"/>
                <a:ext cx="198000" cy="254520"/>
              </p14:xfrm>
            </p:contentPart>
          </mc:Choice>
          <mc:Fallback xmlns="">
            <p:pic>
              <p:nvPicPr>
                <p:cNvPr id="25" name="Ink 24">
                  <a:extLst>
                    <a:ext uri="{FF2B5EF4-FFF2-40B4-BE49-F238E27FC236}">
                      <a16:creationId xmlns:a16="http://schemas.microsoft.com/office/drawing/2014/main" id="{CC8B1B68-4899-82E4-C30F-300570A2DD20}"/>
                    </a:ext>
                  </a:extLst>
                </p:cNvPr>
                <p:cNvPicPr/>
                <p:nvPr/>
              </p:nvPicPr>
              <p:blipFill>
                <a:blip r:embed="rId32"/>
                <a:stretch>
                  <a:fillRect/>
                </a:stretch>
              </p:blipFill>
              <p:spPr>
                <a:xfrm>
                  <a:off x="6595968" y="4738150"/>
                  <a:ext cx="206640" cy="26316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6" name="Ink 25">
                  <a:extLst>
                    <a:ext uri="{FF2B5EF4-FFF2-40B4-BE49-F238E27FC236}">
                      <a16:creationId xmlns:a16="http://schemas.microsoft.com/office/drawing/2014/main" id="{833FC2FE-8999-65E1-EE02-811BCC81FC80}"/>
                    </a:ext>
                  </a:extLst>
                </p14:cNvPr>
                <p14:cNvContentPartPr/>
                <p14:nvPr/>
              </p14:nvContentPartPr>
              <p14:xfrm>
                <a:off x="7004928" y="4785310"/>
                <a:ext cx="158760" cy="247680"/>
              </p14:xfrm>
            </p:contentPart>
          </mc:Choice>
          <mc:Fallback xmlns="">
            <p:pic>
              <p:nvPicPr>
                <p:cNvPr id="26" name="Ink 25">
                  <a:extLst>
                    <a:ext uri="{FF2B5EF4-FFF2-40B4-BE49-F238E27FC236}">
                      <a16:creationId xmlns:a16="http://schemas.microsoft.com/office/drawing/2014/main" id="{833FC2FE-8999-65E1-EE02-811BCC81FC80}"/>
                    </a:ext>
                  </a:extLst>
                </p:cNvPr>
                <p:cNvPicPr/>
                <p:nvPr/>
              </p:nvPicPr>
              <p:blipFill>
                <a:blip r:embed="rId34"/>
                <a:stretch>
                  <a:fillRect/>
                </a:stretch>
              </p:blipFill>
              <p:spPr>
                <a:xfrm>
                  <a:off x="7000608" y="4780990"/>
                  <a:ext cx="167400" cy="25632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7" name="Ink 26">
                  <a:extLst>
                    <a:ext uri="{FF2B5EF4-FFF2-40B4-BE49-F238E27FC236}">
                      <a16:creationId xmlns:a16="http://schemas.microsoft.com/office/drawing/2014/main" id="{BB8C661E-8C6A-2B0F-6FE6-3C32F8EB7C6C}"/>
                    </a:ext>
                  </a:extLst>
                </p14:cNvPr>
                <p14:cNvContentPartPr/>
                <p14:nvPr/>
              </p14:nvContentPartPr>
              <p14:xfrm>
                <a:off x="7273848" y="4737430"/>
                <a:ext cx="180000" cy="286560"/>
              </p14:xfrm>
            </p:contentPart>
          </mc:Choice>
          <mc:Fallback xmlns="">
            <p:pic>
              <p:nvPicPr>
                <p:cNvPr id="27" name="Ink 26">
                  <a:extLst>
                    <a:ext uri="{FF2B5EF4-FFF2-40B4-BE49-F238E27FC236}">
                      <a16:creationId xmlns:a16="http://schemas.microsoft.com/office/drawing/2014/main" id="{BB8C661E-8C6A-2B0F-6FE6-3C32F8EB7C6C}"/>
                    </a:ext>
                  </a:extLst>
                </p:cNvPr>
                <p:cNvPicPr/>
                <p:nvPr/>
              </p:nvPicPr>
              <p:blipFill>
                <a:blip r:embed="rId36"/>
                <a:stretch>
                  <a:fillRect/>
                </a:stretch>
              </p:blipFill>
              <p:spPr>
                <a:xfrm>
                  <a:off x="7269528" y="4733110"/>
                  <a:ext cx="188640" cy="2952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8" name="Ink 27">
                  <a:extLst>
                    <a:ext uri="{FF2B5EF4-FFF2-40B4-BE49-F238E27FC236}">
                      <a16:creationId xmlns:a16="http://schemas.microsoft.com/office/drawing/2014/main" id="{13C10F8E-608E-BF6C-D3CD-C0CE920DA3F0}"/>
                    </a:ext>
                  </a:extLst>
                </p14:cNvPr>
                <p14:cNvContentPartPr/>
                <p14:nvPr/>
              </p14:nvContentPartPr>
              <p14:xfrm>
                <a:off x="7511088" y="4766230"/>
                <a:ext cx="263880" cy="287640"/>
              </p14:xfrm>
            </p:contentPart>
          </mc:Choice>
          <mc:Fallback xmlns="">
            <p:pic>
              <p:nvPicPr>
                <p:cNvPr id="28" name="Ink 27">
                  <a:extLst>
                    <a:ext uri="{FF2B5EF4-FFF2-40B4-BE49-F238E27FC236}">
                      <a16:creationId xmlns:a16="http://schemas.microsoft.com/office/drawing/2014/main" id="{13C10F8E-608E-BF6C-D3CD-C0CE920DA3F0}"/>
                    </a:ext>
                  </a:extLst>
                </p:cNvPr>
                <p:cNvPicPr/>
                <p:nvPr/>
              </p:nvPicPr>
              <p:blipFill>
                <a:blip r:embed="rId38"/>
                <a:stretch>
                  <a:fillRect/>
                </a:stretch>
              </p:blipFill>
              <p:spPr>
                <a:xfrm>
                  <a:off x="7506768" y="4761910"/>
                  <a:ext cx="272520" cy="29628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9" name="Ink 28">
                  <a:extLst>
                    <a:ext uri="{FF2B5EF4-FFF2-40B4-BE49-F238E27FC236}">
                      <a16:creationId xmlns:a16="http://schemas.microsoft.com/office/drawing/2014/main" id="{6B5333F6-0E5E-A2A1-17D2-4DB3A0B9C493}"/>
                    </a:ext>
                  </a:extLst>
                </p14:cNvPr>
                <p14:cNvContentPartPr/>
                <p14:nvPr/>
              </p14:nvContentPartPr>
              <p14:xfrm>
                <a:off x="6336048" y="5128390"/>
                <a:ext cx="1750680" cy="75960"/>
              </p14:xfrm>
            </p:contentPart>
          </mc:Choice>
          <mc:Fallback xmlns="">
            <p:pic>
              <p:nvPicPr>
                <p:cNvPr id="29" name="Ink 28">
                  <a:extLst>
                    <a:ext uri="{FF2B5EF4-FFF2-40B4-BE49-F238E27FC236}">
                      <a16:creationId xmlns:a16="http://schemas.microsoft.com/office/drawing/2014/main" id="{6B5333F6-0E5E-A2A1-17D2-4DB3A0B9C493}"/>
                    </a:ext>
                  </a:extLst>
                </p:cNvPr>
                <p:cNvPicPr/>
                <p:nvPr/>
              </p:nvPicPr>
              <p:blipFill>
                <a:blip r:embed="rId40"/>
                <a:stretch>
                  <a:fillRect/>
                </a:stretch>
              </p:blipFill>
              <p:spPr>
                <a:xfrm>
                  <a:off x="6331728" y="5124070"/>
                  <a:ext cx="1759320" cy="846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30" name="Ink 29">
                  <a:extLst>
                    <a:ext uri="{FF2B5EF4-FFF2-40B4-BE49-F238E27FC236}">
                      <a16:creationId xmlns:a16="http://schemas.microsoft.com/office/drawing/2014/main" id="{9E31D9BA-2DB0-9918-3378-E9304810A030}"/>
                    </a:ext>
                  </a:extLst>
                </p14:cNvPr>
                <p14:cNvContentPartPr/>
                <p14:nvPr/>
              </p14:nvContentPartPr>
              <p14:xfrm>
                <a:off x="6445128" y="5316670"/>
                <a:ext cx="280080" cy="242280"/>
              </p14:xfrm>
            </p:contentPart>
          </mc:Choice>
          <mc:Fallback xmlns="">
            <p:pic>
              <p:nvPicPr>
                <p:cNvPr id="30" name="Ink 29">
                  <a:extLst>
                    <a:ext uri="{FF2B5EF4-FFF2-40B4-BE49-F238E27FC236}">
                      <a16:creationId xmlns:a16="http://schemas.microsoft.com/office/drawing/2014/main" id="{9E31D9BA-2DB0-9918-3378-E9304810A030}"/>
                    </a:ext>
                  </a:extLst>
                </p:cNvPr>
                <p:cNvPicPr/>
                <p:nvPr/>
              </p:nvPicPr>
              <p:blipFill>
                <a:blip r:embed="rId42"/>
                <a:stretch>
                  <a:fillRect/>
                </a:stretch>
              </p:blipFill>
              <p:spPr>
                <a:xfrm>
                  <a:off x="6440808" y="5312350"/>
                  <a:ext cx="288720" cy="25092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31" name="Ink 30">
                  <a:extLst>
                    <a:ext uri="{FF2B5EF4-FFF2-40B4-BE49-F238E27FC236}">
                      <a16:creationId xmlns:a16="http://schemas.microsoft.com/office/drawing/2014/main" id="{DFCDE6E0-976B-E086-9ABE-F373E5B3627E}"/>
                    </a:ext>
                  </a:extLst>
                </p14:cNvPr>
                <p14:cNvContentPartPr/>
                <p14:nvPr/>
              </p14:nvContentPartPr>
              <p14:xfrm>
                <a:off x="6747528" y="5332870"/>
                <a:ext cx="409320" cy="241560"/>
              </p14:xfrm>
            </p:contentPart>
          </mc:Choice>
          <mc:Fallback xmlns="">
            <p:pic>
              <p:nvPicPr>
                <p:cNvPr id="31" name="Ink 30">
                  <a:extLst>
                    <a:ext uri="{FF2B5EF4-FFF2-40B4-BE49-F238E27FC236}">
                      <a16:creationId xmlns:a16="http://schemas.microsoft.com/office/drawing/2014/main" id="{DFCDE6E0-976B-E086-9ABE-F373E5B3627E}"/>
                    </a:ext>
                  </a:extLst>
                </p:cNvPr>
                <p:cNvPicPr/>
                <p:nvPr/>
              </p:nvPicPr>
              <p:blipFill>
                <a:blip r:embed="rId44"/>
                <a:stretch>
                  <a:fillRect/>
                </a:stretch>
              </p:blipFill>
              <p:spPr>
                <a:xfrm>
                  <a:off x="6743208" y="5328550"/>
                  <a:ext cx="417960" cy="2502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3" name="Ink 32">
                  <a:extLst>
                    <a:ext uri="{FF2B5EF4-FFF2-40B4-BE49-F238E27FC236}">
                      <a16:creationId xmlns:a16="http://schemas.microsoft.com/office/drawing/2014/main" id="{08D2CFC2-6F81-6CE2-4E1C-31D1A4FE0A80}"/>
                    </a:ext>
                  </a:extLst>
                </p14:cNvPr>
                <p14:cNvContentPartPr/>
                <p14:nvPr/>
              </p14:nvContentPartPr>
              <p14:xfrm>
                <a:off x="7212288" y="5342230"/>
                <a:ext cx="262080" cy="218880"/>
              </p14:xfrm>
            </p:contentPart>
          </mc:Choice>
          <mc:Fallback xmlns="">
            <p:pic>
              <p:nvPicPr>
                <p:cNvPr id="33" name="Ink 32">
                  <a:extLst>
                    <a:ext uri="{FF2B5EF4-FFF2-40B4-BE49-F238E27FC236}">
                      <a16:creationId xmlns:a16="http://schemas.microsoft.com/office/drawing/2014/main" id="{08D2CFC2-6F81-6CE2-4E1C-31D1A4FE0A80}"/>
                    </a:ext>
                  </a:extLst>
                </p:cNvPr>
                <p:cNvPicPr/>
                <p:nvPr/>
              </p:nvPicPr>
              <p:blipFill>
                <a:blip r:embed="rId46"/>
                <a:stretch>
                  <a:fillRect/>
                </a:stretch>
              </p:blipFill>
              <p:spPr>
                <a:xfrm>
                  <a:off x="7207968" y="5337910"/>
                  <a:ext cx="270720" cy="22752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4" name="Ink 33">
                  <a:extLst>
                    <a:ext uri="{FF2B5EF4-FFF2-40B4-BE49-F238E27FC236}">
                      <a16:creationId xmlns:a16="http://schemas.microsoft.com/office/drawing/2014/main" id="{0C66A2C1-D51E-4FD1-DBAA-D20B862B1A8D}"/>
                    </a:ext>
                  </a:extLst>
                </p14:cNvPr>
                <p14:cNvContentPartPr/>
                <p14:nvPr/>
              </p14:nvContentPartPr>
              <p14:xfrm>
                <a:off x="7506408" y="5359150"/>
                <a:ext cx="40680" cy="210240"/>
              </p14:xfrm>
            </p:contentPart>
          </mc:Choice>
          <mc:Fallback xmlns="">
            <p:pic>
              <p:nvPicPr>
                <p:cNvPr id="34" name="Ink 33">
                  <a:extLst>
                    <a:ext uri="{FF2B5EF4-FFF2-40B4-BE49-F238E27FC236}">
                      <a16:creationId xmlns:a16="http://schemas.microsoft.com/office/drawing/2014/main" id="{0C66A2C1-D51E-4FD1-DBAA-D20B862B1A8D}"/>
                    </a:ext>
                  </a:extLst>
                </p:cNvPr>
                <p:cNvPicPr/>
                <p:nvPr/>
              </p:nvPicPr>
              <p:blipFill>
                <a:blip r:embed="rId48"/>
                <a:stretch>
                  <a:fillRect/>
                </a:stretch>
              </p:blipFill>
              <p:spPr>
                <a:xfrm>
                  <a:off x="7502088" y="5354830"/>
                  <a:ext cx="49320" cy="21888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5" name="Ink 34">
                  <a:extLst>
                    <a:ext uri="{FF2B5EF4-FFF2-40B4-BE49-F238E27FC236}">
                      <a16:creationId xmlns:a16="http://schemas.microsoft.com/office/drawing/2014/main" id="{00453D95-4112-7C43-CA70-2F5AD7E74EE8}"/>
                    </a:ext>
                  </a:extLst>
                </p14:cNvPr>
                <p14:cNvContentPartPr/>
                <p14:nvPr/>
              </p14:nvContentPartPr>
              <p14:xfrm>
                <a:off x="7706208" y="5327110"/>
                <a:ext cx="177840" cy="336960"/>
              </p14:xfrm>
            </p:contentPart>
          </mc:Choice>
          <mc:Fallback xmlns="">
            <p:pic>
              <p:nvPicPr>
                <p:cNvPr id="35" name="Ink 34">
                  <a:extLst>
                    <a:ext uri="{FF2B5EF4-FFF2-40B4-BE49-F238E27FC236}">
                      <a16:creationId xmlns:a16="http://schemas.microsoft.com/office/drawing/2014/main" id="{00453D95-4112-7C43-CA70-2F5AD7E74EE8}"/>
                    </a:ext>
                  </a:extLst>
                </p:cNvPr>
                <p:cNvPicPr/>
                <p:nvPr/>
              </p:nvPicPr>
              <p:blipFill>
                <a:blip r:embed="rId50"/>
                <a:stretch>
                  <a:fillRect/>
                </a:stretch>
              </p:blipFill>
              <p:spPr>
                <a:xfrm>
                  <a:off x="7701888" y="5322790"/>
                  <a:ext cx="186480" cy="345600"/>
                </a:xfrm>
                <a:prstGeom prst="rect">
                  <a:avLst/>
                </a:prstGeom>
              </p:spPr>
            </p:pic>
          </mc:Fallback>
        </mc:AlternateContent>
      </p:grpSp>
      <p:grpSp>
        <p:nvGrpSpPr>
          <p:cNvPr id="67" name="Group 66">
            <a:extLst>
              <a:ext uri="{FF2B5EF4-FFF2-40B4-BE49-F238E27FC236}">
                <a16:creationId xmlns:a16="http://schemas.microsoft.com/office/drawing/2014/main" id="{769AADE2-E567-8035-6624-19EDE948E09B}"/>
              </a:ext>
            </a:extLst>
          </p:cNvPr>
          <p:cNvGrpSpPr/>
          <p:nvPr/>
        </p:nvGrpSpPr>
        <p:grpSpPr>
          <a:xfrm>
            <a:off x="663888" y="2864350"/>
            <a:ext cx="8128440" cy="1225800"/>
            <a:chOff x="663888" y="2864350"/>
            <a:chExt cx="8128440" cy="1225800"/>
          </a:xfrm>
        </p:grpSpPr>
        <mc:AlternateContent xmlns:mc="http://schemas.openxmlformats.org/markup-compatibility/2006" xmlns:p14="http://schemas.microsoft.com/office/powerpoint/2010/main">
          <mc:Choice Requires="p14">
            <p:contentPart p14:bwMode="auto" r:id="rId51">
              <p14:nvContentPartPr>
                <p14:cNvPr id="7" name="Ink 6">
                  <a:extLst>
                    <a:ext uri="{FF2B5EF4-FFF2-40B4-BE49-F238E27FC236}">
                      <a16:creationId xmlns:a16="http://schemas.microsoft.com/office/drawing/2014/main" id="{6394D138-6D69-533B-8890-CDCD462CD301}"/>
                    </a:ext>
                  </a:extLst>
                </p14:cNvPr>
                <p14:cNvContentPartPr/>
                <p14:nvPr/>
              </p14:nvContentPartPr>
              <p14:xfrm>
                <a:off x="7110048" y="3019870"/>
                <a:ext cx="1011960" cy="56160"/>
              </p14:xfrm>
            </p:contentPart>
          </mc:Choice>
          <mc:Fallback xmlns="">
            <p:pic>
              <p:nvPicPr>
                <p:cNvPr id="7" name="Ink 6">
                  <a:extLst>
                    <a:ext uri="{FF2B5EF4-FFF2-40B4-BE49-F238E27FC236}">
                      <a16:creationId xmlns:a16="http://schemas.microsoft.com/office/drawing/2014/main" id="{6394D138-6D69-533B-8890-CDCD462CD301}"/>
                    </a:ext>
                  </a:extLst>
                </p:cNvPr>
                <p:cNvPicPr/>
                <p:nvPr/>
              </p:nvPicPr>
              <p:blipFill>
                <a:blip r:embed="rId52"/>
                <a:stretch>
                  <a:fillRect/>
                </a:stretch>
              </p:blipFill>
              <p:spPr>
                <a:xfrm>
                  <a:off x="7105728" y="3015550"/>
                  <a:ext cx="1020600" cy="6480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8" name="Ink 7">
                  <a:extLst>
                    <a:ext uri="{FF2B5EF4-FFF2-40B4-BE49-F238E27FC236}">
                      <a16:creationId xmlns:a16="http://schemas.microsoft.com/office/drawing/2014/main" id="{8F62160F-CF2A-3F36-9511-C32F84364476}"/>
                    </a:ext>
                  </a:extLst>
                </p14:cNvPr>
                <p14:cNvContentPartPr/>
                <p14:nvPr/>
              </p14:nvContentPartPr>
              <p14:xfrm>
                <a:off x="663888" y="3287350"/>
                <a:ext cx="3502440" cy="87840"/>
              </p14:xfrm>
            </p:contentPart>
          </mc:Choice>
          <mc:Fallback xmlns="">
            <p:pic>
              <p:nvPicPr>
                <p:cNvPr id="8" name="Ink 7">
                  <a:extLst>
                    <a:ext uri="{FF2B5EF4-FFF2-40B4-BE49-F238E27FC236}">
                      <a16:creationId xmlns:a16="http://schemas.microsoft.com/office/drawing/2014/main" id="{8F62160F-CF2A-3F36-9511-C32F84364476}"/>
                    </a:ext>
                  </a:extLst>
                </p:cNvPr>
                <p:cNvPicPr/>
                <p:nvPr/>
              </p:nvPicPr>
              <p:blipFill>
                <a:blip r:embed="rId54"/>
                <a:stretch>
                  <a:fillRect/>
                </a:stretch>
              </p:blipFill>
              <p:spPr>
                <a:xfrm>
                  <a:off x="659568" y="3283030"/>
                  <a:ext cx="3511080" cy="9648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7" name="Ink 36">
                  <a:extLst>
                    <a:ext uri="{FF2B5EF4-FFF2-40B4-BE49-F238E27FC236}">
                      <a16:creationId xmlns:a16="http://schemas.microsoft.com/office/drawing/2014/main" id="{D221970E-BD6C-92EC-85D3-9283E1AEDA78}"/>
                    </a:ext>
                  </a:extLst>
                </p14:cNvPr>
                <p14:cNvContentPartPr/>
                <p14:nvPr/>
              </p14:nvContentPartPr>
              <p14:xfrm>
                <a:off x="4330848" y="3003310"/>
                <a:ext cx="100080" cy="361800"/>
              </p14:xfrm>
            </p:contentPart>
          </mc:Choice>
          <mc:Fallback xmlns="">
            <p:pic>
              <p:nvPicPr>
                <p:cNvPr id="37" name="Ink 36">
                  <a:extLst>
                    <a:ext uri="{FF2B5EF4-FFF2-40B4-BE49-F238E27FC236}">
                      <a16:creationId xmlns:a16="http://schemas.microsoft.com/office/drawing/2014/main" id="{D221970E-BD6C-92EC-85D3-9283E1AEDA78}"/>
                    </a:ext>
                  </a:extLst>
                </p:cNvPr>
                <p:cNvPicPr/>
                <p:nvPr/>
              </p:nvPicPr>
              <p:blipFill>
                <a:blip r:embed="rId56"/>
                <a:stretch>
                  <a:fillRect/>
                </a:stretch>
              </p:blipFill>
              <p:spPr>
                <a:xfrm>
                  <a:off x="4326528" y="2998990"/>
                  <a:ext cx="108720" cy="37044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38" name="Ink 37">
                  <a:extLst>
                    <a:ext uri="{FF2B5EF4-FFF2-40B4-BE49-F238E27FC236}">
                      <a16:creationId xmlns:a16="http://schemas.microsoft.com/office/drawing/2014/main" id="{34BF8E70-9F79-0751-464C-03EA7614909D}"/>
                    </a:ext>
                  </a:extLst>
                </p14:cNvPr>
                <p14:cNvContentPartPr/>
                <p14:nvPr/>
              </p14:nvContentPartPr>
              <p14:xfrm>
                <a:off x="4447488" y="3027070"/>
                <a:ext cx="212400" cy="493200"/>
              </p14:xfrm>
            </p:contentPart>
          </mc:Choice>
          <mc:Fallback xmlns="">
            <p:pic>
              <p:nvPicPr>
                <p:cNvPr id="38" name="Ink 37">
                  <a:extLst>
                    <a:ext uri="{FF2B5EF4-FFF2-40B4-BE49-F238E27FC236}">
                      <a16:creationId xmlns:a16="http://schemas.microsoft.com/office/drawing/2014/main" id="{34BF8E70-9F79-0751-464C-03EA7614909D}"/>
                    </a:ext>
                  </a:extLst>
                </p:cNvPr>
                <p:cNvPicPr/>
                <p:nvPr/>
              </p:nvPicPr>
              <p:blipFill>
                <a:blip r:embed="rId58"/>
                <a:stretch>
                  <a:fillRect/>
                </a:stretch>
              </p:blipFill>
              <p:spPr>
                <a:xfrm>
                  <a:off x="4443168" y="3022750"/>
                  <a:ext cx="221040" cy="50184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39" name="Ink 38">
                  <a:extLst>
                    <a:ext uri="{FF2B5EF4-FFF2-40B4-BE49-F238E27FC236}">
                      <a16:creationId xmlns:a16="http://schemas.microsoft.com/office/drawing/2014/main" id="{7BF2F95A-ACB8-F3B9-8BE7-F2D9342F28FC}"/>
                    </a:ext>
                  </a:extLst>
                </p14:cNvPr>
                <p14:cNvContentPartPr/>
                <p14:nvPr/>
              </p14:nvContentPartPr>
              <p14:xfrm>
                <a:off x="4600488" y="3073870"/>
                <a:ext cx="157320" cy="364680"/>
              </p14:xfrm>
            </p:contentPart>
          </mc:Choice>
          <mc:Fallback xmlns="">
            <p:pic>
              <p:nvPicPr>
                <p:cNvPr id="39" name="Ink 38">
                  <a:extLst>
                    <a:ext uri="{FF2B5EF4-FFF2-40B4-BE49-F238E27FC236}">
                      <a16:creationId xmlns:a16="http://schemas.microsoft.com/office/drawing/2014/main" id="{7BF2F95A-ACB8-F3B9-8BE7-F2D9342F28FC}"/>
                    </a:ext>
                  </a:extLst>
                </p:cNvPr>
                <p:cNvPicPr/>
                <p:nvPr/>
              </p:nvPicPr>
              <p:blipFill>
                <a:blip r:embed="rId60"/>
                <a:stretch>
                  <a:fillRect/>
                </a:stretch>
              </p:blipFill>
              <p:spPr>
                <a:xfrm>
                  <a:off x="4596168" y="3069550"/>
                  <a:ext cx="165960" cy="37332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40" name="Ink 39">
                  <a:extLst>
                    <a:ext uri="{FF2B5EF4-FFF2-40B4-BE49-F238E27FC236}">
                      <a16:creationId xmlns:a16="http://schemas.microsoft.com/office/drawing/2014/main" id="{53661253-544C-5EAC-352C-A06CE671963F}"/>
                    </a:ext>
                  </a:extLst>
                </p14:cNvPr>
                <p14:cNvContentPartPr/>
                <p14:nvPr/>
              </p14:nvContentPartPr>
              <p14:xfrm>
                <a:off x="4652328" y="3203110"/>
                <a:ext cx="156600" cy="31320"/>
              </p14:xfrm>
            </p:contentPart>
          </mc:Choice>
          <mc:Fallback xmlns="">
            <p:pic>
              <p:nvPicPr>
                <p:cNvPr id="40" name="Ink 39">
                  <a:extLst>
                    <a:ext uri="{FF2B5EF4-FFF2-40B4-BE49-F238E27FC236}">
                      <a16:creationId xmlns:a16="http://schemas.microsoft.com/office/drawing/2014/main" id="{53661253-544C-5EAC-352C-A06CE671963F}"/>
                    </a:ext>
                  </a:extLst>
                </p:cNvPr>
                <p:cNvPicPr/>
                <p:nvPr/>
              </p:nvPicPr>
              <p:blipFill>
                <a:blip r:embed="rId62"/>
                <a:stretch>
                  <a:fillRect/>
                </a:stretch>
              </p:blipFill>
              <p:spPr>
                <a:xfrm>
                  <a:off x="4648008" y="3198790"/>
                  <a:ext cx="16524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41" name="Ink 40">
                  <a:extLst>
                    <a:ext uri="{FF2B5EF4-FFF2-40B4-BE49-F238E27FC236}">
                      <a16:creationId xmlns:a16="http://schemas.microsoft.com/office/drawing/2014/main" id="{87572159-EE2C-3EFF-566C-BC4E826F6B0D}"/>
                    </a:ext>
                  </a:extLst>
                </p14:cNvPr>
                <p14:cNvContentPartPr/>
                <p14:nvPr/>
              </p14:nvContentPartPr>
              <p14:xfrm>
                <a:off x="4888128" y="3103030"/>
                <a:ext cx="190080" cy="273240"/>
              </p14:xfrm>
            </p:contentPart>
          </mc:Choice>
          <mc:Fallback xmlns="">
            <p:pic>
              <p:nvPicPr>
                <p:cNvPr id="41" name="Ink 40">
                  <a:extLst>
                    <a:ext uri="{FF2B5EF4-FFF2-40B4-BE49-F238E27FC236}">
                      <a16:creationId xmlns:a16="http://schemas.microsoft.com/office/drawing/2014/main" id="{87572159-EE2C-3EFF-566C-BC4E826F6B0D}"/>
                    </a:ext>
                  </a:extLst>
                </p:cNvPr>
                <p:cNvPicPr/>
                <p:nvPr/>
              </p:nvPicPr>
              <p:blipFill>
                <a:blip r:embed="rId64"/>
                <a:stretch>
                  <a:fillRect/>
                </a:stretch>
              </p:blipFill>
              <p:spPr>
                <a:xfrm>
                  <a:off x="4883808" y="3098710"/>
                  <a:ext cx="198720" cy="28188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43" name="Ink 42">
                  <a:extLst>
                    <a:ext uri="{FF2B5EF4-FFF2-40B4-BE49-F238E27FC236}">
                      <a16:creationId xmlns:a16="http://schemas.microsoft.com/office/drawing/2014/main" id="{42C23CF3-A3EF-0479-5894-DE5563C179E2}"/>
                    </a:ext>
                  </a:extLst>
                </p14:cNvPr>
                <p14:cNvContentPartPr/>
                <p14:nvPr/>
              </p14:nvContentPartPr>
              <p14:xfrm>
                <a:off x="5214648" y="3056590"/>
                <a:ext cx="222840" cy="325800"/>
              </p14:xfrm>
            </p:contentPart>
          </mc:Choice>
          <mc:Fallback xmlns="">
            <p:pic>
              <p:nvPicPr>
                <p:cNvPr id="43" name="Ink 42">
                  <a:extLst>
                    <a:ext uri="{FF2B5EF4-FFF2-40B4-BE49-F238E27FC236}">
                      <a16:creationId xmlns:a16="http://schemas.microsoft.com/office/drawing/2014/main" id="{42C23CF3-A3EF-0479-5894-DE5563C179E2}"/>
                    </a:ext>
                  </a:extLst>
                </p:cNvPr>
                <p:cNvPicPr/>
                <p:nvPr/>
              </p:nvPicPr>
              <p:blipFill>
                <a:blip r:embed="rId66"/>
                <a:stretch>
                  <a:fillRect/>
                </a:stretch>
              </p:blipFill>
              <p:spPr>
                <a:xfrm>
                  <a:off x="5210328" y="3052270"/>
                  <a:ext cx="231480" cy="33444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44" name="Ink 43">
                  <a:extLst>
                    <a:ext uri="{FF2B5EF4-FFF2-40B4-BE49-F238E27FC236}">
                      <a16:creationId xmlns:a16="http://schemas.microsoft.com/office/drawing/2014/main" id="{ADFAE63B-73B5-5AF5-12C3-46F3307C9536}"/>
                    </a:ext>
                  </a:extLst>
                </p14:cNvPr>
                <p14:cNvContentPartPr/>
                <p14:nvPr/>
              </p14:nvContentPartPr>
              <p14:xfrm>
                <a:off x="5321928" y="2900710"/>
                <a:ext cx="118440" cy="673560"/>
              </p14:xfrm>
            </p:contentPart>
          </mc:Choice>
          <mc:Fallback xmlns="">
            <p:pic>
              <p:nvPicPr>
                <p:cNvPr id="44" name="Ink 43">
                  <a:extLst>
                    <a:ext uri="{FF2B5EF4-FFF2-40B4-BE49-F238E27FC236}">
                      <a16:creationId xmlns:a16="http://schemas.microsoft.com/office/drawing/2014/main" id="{ADFAE63B-73B5-5AF5-12C3-46F3307C9536}"/>
                    </a:ext>
                  </a:extLst>
                </p:cNvPr>
                <p:cNvPicPr/>
                <p:nvPr/>
              </p:nvPicPr>
              <p:blipFill>
                <a:blip r:embed="rId68"/>
                <a:stretch>
                  <a:fillRect/>
                </a:stretch>
              </p:blipFill>
              <p:spPr>
                <a:xfrm>
                  <a:off x="5317608" y="2896390"/>
                  <a:ext cx="127080" cy="68220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45" name="Ink 44">
                  <a:extLst>
                    <a:ext uri="{FF2B5EF4-FFF2-40B4-BE49-F238E27FC236}">
                      <a16:creationId xmlns:a16="http://schemas.microsoft.com/office/drawing/2014/main" id="{A13B56ED-D679-FD46-62FB-40D26CFB849B}"/>
                    </a:ext>
                  </a:extLst>
                </p14:cNvPr>
                <p14:cNvContentPartPr/>
                <p14:nvPr/>
              </p14:nvContentPartPr>
              <p14:xfrm>
                <a:off x="5766168" y="3206350"/>
                <a:ext cx="72000" cy="14760"/>
              </p14:xfrm>
            </p:contentPart>
          </mc:Choice>
          <mc:Fallback xmlns="">
            <p:pic>
              <p:nvPicPr>
                <p:cNvPr id="45" name="Ink 44">
                  <a:extLst>
                    <a:ext uri="{FF2B5EF4-FFF2-40B4-BE49-F238E27FC236}">
                      <a16:creationId xmlns:a16="http://schemas.microsoft.com/office/drawing/2014/main" id="{A13B56ED-D679-FD46-62FB-40D26CFB849B}"/>
                    </a:ext>
                  </a:extLst>
                </p:cNvPr>
                <p:cNvPicPr/>
                <p:nvPr/>
              </p:nvPicPr>
              <p:blipFill>
                <a:blip r:embed="rId70"/>
                <a:stretch>
                  <a:fillRect/>
                </a:stretch>
              </p:blipFill>
              <p:spPr>
                <a:xfrm>
                  <a:off x="5761848" y="3202030"/>
                  <a:ext cx="80640" cy="2340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46" name="Ink 45">
                  <a:extLst>
                    <a:ext uri="{FF2B5EF4-FFF2-40B4-BE49-F238E27FC236}">
                      <a16:creationId xmlns:a16="http://schemas.microsoft.com/office/drawing/2014/main" id="{A61B05A0-4F10-58E5-A8B4-0CFCD1E68AB3}"/>
                    </a:ext>
                  </a:extLst>
                </p14:cNvPr>
                <p14:cNvContentPartPr/>
                <p14:nvPr/>
              </p14:nvContentPartPr>
              <p14:xfrm>
                <a:off x="5817648" y="3270430"/>
                <a:ext cx="117360" cy="70920"/>
              </p14:xfrm>
            </p:contentPart>
          </mc:Choice>
          <mc:Fallback xmlns="">
            <p:pic>
              <p:nvPicPr>
                <p:cNvPr id="46" name="Ink 45">
                  <a:extLst>
                    <a:ext uri="{FF2B5EF4-FFF2-40B4-BE49-F238E27FC236}">
                      <a16:creationId xmlns:a16="http://schemas.microsoft.com/office/drawing/2014/main" id="{A61B05A0-4F10-58E5-A8B4-0CFCD1E68AB3}"/>
                    </a:ext>
                  </a:extLst>
                </p:cNvPr>
                <p:cNvPicPr/>
                <p:nvPr/>
              </p:nvPicPr>
              <p:blipFill>
                <a:blip r:embed="rId72"/>
                <a:stretch>
                  <a:fillRect/>
                </a:stretch>
              </p:blipFill>
              <p:spPr>
                <a:xfrm>
                  <a:off x="5813328" y="3266110"/>
                  <a:ext cx="12600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48" name="Ink 47">
                  <a:extLst>
                    <a:ext uri="{FF2B5EF4-FFF2-40B4-BE49-F238E27FC236}">
                      <a16:creationId xmlns:a16="http://schemas.microsoft.com/office/drawing/2014/main" id="{06BFF7BF-BB21-793C-B410-6656DAB7B732}"/>
                    </a:ext>
                  </a:extLst>
                </p14:cNvPr>
                <p14:cNvContentPartPr/>
                <p14:nvPr/>
              </p14:nvContentPartPr>
              <p14:xfrm>
                <a:off x="6065328" y="2965870"/>
                <a:ext cx="98640" cy="450720"/>
              </p14:xfrm>
            </p:contentPart>
          </mc:Choice>
          <mc:Fallback xmlns="">
            <p:pic>
              <p:nvPicPr>
                <p:cNvPr id="48" name="Ink 47">
                  <a:extLst>
                    <a:ext uri="{FF2B5EF4-FFF2-40B4-BE49-F238E27FC236}">
                      <a16:creationId xmlns:a16="http://schemas.microsoft.com/office/drawing/2014/main" id="{06BFF7BF-BB21-793C-B410-6656DAB7B732}"/>
                    </a:ext>
                  </a:extLst>
                </p:cNvPr>
                <p:cNvPicPr/>
                <p:nvPr/>
              </p:nvPicPr>
              <p:blipFill>
                <a:blip r:embed="rId74"/>
                <a:stretch>
                  <a:fillRect/>
                </a:stretch>
              </p:blipFill>
              <p:spPr>
                <a:xfrm>
                  <a:off x="6061008" y="2961550"/>
                  <a:ext cx="107280" cy="45936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49" name="Ink 48">
                  <a:extLst>
                    <a:ext uri="{FF2B5EF4-FFF2-40B4-BE49-F238E27FC236}">
                      <a16:creationId xmlns:a16="http://schemas.microsoft.com/office/drawing/2014/main" id="{64257D06-C904-463A-718C-50BAC741BF49}"/>
                    </a:ext>
                  </a:extLst>
                </p14:cNvPr>
                <p14:cNvContentPartPr/>
                <p14:nvPr/>
              </p14:nvContentPartPr>
              <p14:xfrm>
                <a:off x="6224448" y="2970190"/>
                <a:ext cx="265680" cy="502920"/>
              </p14:xfrm>
            </p:contentPart>
          </mc:Choice>
          <mc:Fallback xmlns="">
            <p:pic>
              <p:nvPicPr>
                <p:cNvPr id="49" name="Ink 48">
                  <a:extLst>
                    <a:ext uri="{FF2B5EF4-FFF2-40B4-BE49-F238E27FC236}">
                      <a16:creationId xmlns:a16="http://schemas.microsoft.com/office/drawing/2014/main" id="{64257D06-C904-463A-718C-50BAC741BF49}"/>
                    </a:ext>
                  </a:extLst>
                </p:cNvPr>
                <p:cNvPicPr/>
                <p:nvPr/>
              </p:nvPicPr>
              <p:blipFill>
                <a:blip r:embed="rId76"/>
                <a:stretch>
                  <a:fillRect/>
                </a:stretch>
              </p:blipFill>
              <p:spPr>
                <a:xfrm>
                  <a:off x="6220128" y="2965870"/>
                  <a:ext cx="274320" cy="51156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51" name="Ink 50">
                  <a:extLst>
                    <a:ext uri="{FF2B5EF4-FFF2-40B4-BE49-F238E27FC236}">
                      <a16:creationId xmlns:a16="http://schemas.microsoft.com/office/drawing/2014/main" id="{1F60599D-EBDD-173B-7AAD-532140B825F0}"/>
                    </a:ext>
                  </a:extLst>
                </p14:cNvPr>
                <p14:cNvContentPartPr/>
                <p14:nvPr/>
              </p14:nvContentPartPr>
              <p14:xfrm>
                <a:off x="6389328" y="3051550"/>
                <a:ext cx="585360" cy="331920"/>
              </p14:xfrm>
            </p:contentPart>
          </mc:Choice>
          <mc:Fallback xmlns="">
            <p:pic>
              <p:nvPicPr>
                <p:cNvPr id="51" name="Ink 50">
                  <a:extLst>
                    <a:ext uri="{FF2B5EF4-FFF2-40B4-BE49-F238E27FC236}">
                      <a16:creationId xmlns:a16="http://schemas.microsoft.com/office/drawing/2014/main" id="{1F60599D-EBDD-173B-7AAD-532140B825F0}"/>
                    </a:ext>
                  </a:extLst>
                </p:cNvPr>
                <p:cNvPicPr/>
                <p:nvPr/>
              </p:nvPicPr>
              <p:blipFill>
                <a:blip r:embed="rId78"/>
                <a:stretch>
                  <a:fillRect/>
                </a:stretch>
              </p:blipFill>
              <p:spPr>
                <a:xfrm>
                  <a:off x="6385008" y="3047230"/>
                  <a:ext cx="594000" cy="34056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52" name="Ink 51">
                  <a:extLst>
                    <a:ext uri="{FF2B5EF4-FFF2-40B4-BE49-F238E27FC236}">
                      <a16:creationId xmlns:a16="http://schemas.microsoft.com/office/drawing/2014/main" id="{2CC19084-5D7C-45A2-3F33-419887F82651}"/>
                    </a:ext>
                  </a:extLst>
                </p14:cNvPr>
                <p14:cNvContentPartPr/>
                <p14:nvPr/>
              </p14:nvContentPartPr>
              <p14:xfrm>
                <a:off x="6940848" y="3191590"/>
                <a:ext cx="147240" cy="41760"/>
              </p14:xfrm>
            </p:contentPart>
          </mc:Choice>
          <mc:Fallback xmlns="">
            <p:pic>
              <p:nvPicPr>
                <p:cNvPr id="52" name="Ink 51">
                  <a:extLst>
                    <a:ext uri="{FF2B5EF4-FFF2-40B4-BE49-F238E27FC236}">
                      <a16:creationId xmlns:a16="http://schemas.microsoft.com/office/drawing/2014/main" id="{2CC19084-5D7C-45A2-3F33-419887F82651}"/>
                    </a:ext>
                  </a:extLst>
                </p:cNvPr>
                <p:cNvPicPr/>
                <p:nvPr/>
              </p:nvPicPr>
              <p:blipFill>
                <a:blip r:embed="rId80"/>
                <a:stretch>
                  <a:fillRect/>
                </a:stretch>
              </p:blipFill>
              <p:spPr>
                <a:xfrm>
                  <a:off x="6936528" y="3187270"/>
                  <a:ext cx="155880" cy="5040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53" name="Ink 52">
                  <a:extLst>
                    <a:ext uri="{FF2B5EF4-FFF2-40B4-BE49-F238E27FC236}">
                      <a16:creationId xmlns:a16="http://schemas.microsoft.com/office/drawing/2014/main" id="{C0101B0C-9E94-7829-F629-679701EFDF26}"/>
                    </a:ext>
                  </a:extLst>
                </p14:cNvPr>
                <p14:cNvContentPartPr/>
                <p14:nvPr/>
              </p14:nvContentPartPr>
              <p14:xfrm>
                <a:off x="7128768" y="3048670"/>
                <a:ext cx="561240" cy="591480"/>
              </p14:xfrm>
            </p:contentPart>
          </mc:Choice>
          <mc:Fallback xmlns="">
            <p:pic>
              <p:nvPicPr>
                <p:cNvPr id="53" name="Ink 52">
                  <a:extLst>
                    <a:ext uri="{FF2B5EF4-FFF2-40B4-BE49-F238E27FC236}">
                      <a16:creationId xmlns:a16="http://schemas.microsoft.com/office/drawing/2014/main" id="{C0101B0C-9E94-7829-F629-679701EFDF26}"/>
                    </a:ext>
                  </a:extLst>
                </p:cNvPr>
                <p:cNvPicPr/>
                <p:nvPr/>
              </p:nvPicPr>
              <p:blipFill>
                <a:blip r:embed="rId82"/>
                <a:stretch>
                  <a:fillRect/>
                </a:stretch>
              </p:blipFill>
              <p:spPr>
                <a:xfrm>
                  <a:off x="7124448" y="3044350"/>
                  <a:ext cx="569880" cy="60012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54" name="Ink 53">
                  <a:extLst>
                    <a:ext uri="{FF2B5EF4-FFF2-40B4-BE49-F238E27FC236}">
                      <a16:creationId xmlns:a16="http://schemas.microsoft.com/office/drawing/2014/main" id="{9553E098-9E56-1F08-08AA-7A5ED720186B}"/>
                    </a:ext>
                  </a:extLst>
                </p14:cNvPr>
                <p14:cNvContentPartPr/>
                <p14:nvPr/>
              </p14:nvContentPartPr>
              <p14:xfrm>
                <a:off x="7661568" y="3000070"/>
                <a:ext cx="547560" cy="247680"/>
              </p14:xfrm>
            </p:contentPart>
          </mc:Choice>
          <mc:Fallback xmlns="">
            <p:pic>
              <p:nvPicPr>
                <p:cNvPr id="54" name="Ink 53">
                  <a:extLst>
                    <a:ext uri="{FF2B5EF4-FFF2-40B4-BE49-F238E27FC236}">
                      <a16:creationId xmlns:a16="http://schemas.microsoft.com/office/drawing/2014/main" id="{9553E098-9E56-1F08-08AA-7A5ED720186B}"/>
                    </a:ext>
                  </a:extLst>
                </p:cNvPr>
                <p:cNvPicPr/>
                <p:nvPr/>
              </p:nvPicPr>
              <p:blipFill>
                <a:blip r:embed="rId84"/>
                <a:stretch>
                  <a:fillRect/>
                </a:stretch>
              </p:blipFill>
              <p:spPr>
                <a:xfrm>
                  <a:off x="7657248" y="2995750"/>
                  <a:ext cx="556200" cy="25632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55" name="Ink 54">
                  <a:extLst>
                    <a:ext uri="{FF2B5EF4-FFF2-40B4-BE49-F238E27FC236}">
                      <a16:creationId xmlns:a16="http://schemas.microsoft.com/office/drawing/2014/main" id="{5A1AD062-888C-88B4-F496-51F679D9DC1E}"/>
                    </a:ext>
                  </a:extLst>
                </p14:cNvPr>
                <p14:cNvContentPartPr/>
                <p14:nvPr/>
              </p14:nvContentPartPr>
              <p14:xfrm>
                <a:off x="8181048" y="2996110"/>
                <a:ext cx="57240" cy="379800"/>
              </p14:xfrm>
            </p:contentPart>
          </mc:Choice>
          <mc:Fallback xmlns="">
            <p:pic>
              <p:nvPicPr>
                <p:cNvPr id="55" name="Ink 54">
                  <a:extLst>
                    <a:ext uri="{FF2B5EF4-FFF2-40B4-BE49-F238E27FC236}">
                      <a16:creationId xmlns:a16="http://schemas.microsoft.com/office/drawing/2014/main" id="{5A1AD062-888C-88B4-F496-51F679D9DC1E}"/>
                    </a:ext>
                  </a:extLst>
                </p:cNvPr>
                <p:cNvPicPr/>
                <p:nvPr/>
              </p:nvPicPr>
              <p:blipFill>
                <a:blip r:embed="rId86"/>
                <a:stretch>
                  <a:fillRect/>
                </a:stretch>
              </p:blipFill>
              <p:spPr>
                <a:xfrm>
                  <a:off x="8176728" y="2991790"/>
                  <a:ext cx="65880" cy="38844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56" name="Ink 55">
                  <a:extLst>
                    <a:ext uri="{FF2B5EF4-FFF2-40B4-BE49-F238E27FC236}">
                      <a16:creationId xmlns:a16="http://schemas.microsoft.com/office/drawing/2014/main" id="{2CD22742-07CF-4306-02B3-193368DF78FD}"/>
                    </a:ext>
                  </a:extLst>
                </p14:cNvPr>
                <p14:cNvContentPartPr/>
                <p14:nvPr/>
              </p14:nvContentPartPr>
              <p14:xfrm>
                <a:off x="8145768" y="3137950"/>
                <a:ext cx="215640" cy="108360"/>
              </p14:xfrm>
            </p:contentPart>
          </mc:Choice>
          <mc:Fallback xmlns="">
            <p:pic>
              <p:nvPicPr>
                <p:cNvPr id="56" name="Ink 55">
                  <a:extLst>
                    <a:ext uri="{FF2B5EF4-FFF2-40B4-BE49-F238E27FC236}">
                      <a16:creationId xmlns:a16="http://schemas.microsoft.com/office/drawing/2014/main" id="{2CD22742-07CF-4306-02B3-193368DF78FD}"/>
                    </a:ext>
                  </a:extLst>
                </p:cNvPr>
                <p:cNvPicPr/>
                <p:nvPr/>
              </p:nvPicPr>
              <p:blipFill>
                <a:blip r:embed="rId88"/>
                <a:stretch>
                  <a:fillRect/>
                </a:stretch>
              </p:blipFill>
              <p:spPr>
                <a:xfrm>
                  <a:off x="8141448" y="3133630"/>
                  <a:ext cx="224280" cy="11700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57" name="Ink 56">
                  <a:extLst>
                    <a:ext uri="{FF2B5EF4-FFF2-40B4-BE49-F238E27FC236}">
                      <a16:creationId xmlns:a16="http://schemas.microsoft.com/office/drawing/2014/main" id="{21A9B24B-3745-5044-C54A-0746FAD11F8A}"/>
                    </a:ext>
                  </a:extLst>
                </p14:cNvPr>
                <p14:cNvContentPartPr/>
                <p14:nvPr/>
              </p14:nvContentPartPr>
              <p14:xfrm>
                <a:off x="8464728" y="3153430"/>
                <a:ext cx="82080" cy="303840"/>
              </p14:xfrm>
            </p:contentPart>
          </mc:Choice>
          <mc:Fallback xmlns="">
            <p:pic>
              <p:nvPicPr>
                <p:cNvPr id="57" name="Ink 56">
                  <a:extLst>
                    <a:ext uri="{FF2B5EF4-FFF2-40B4-BE49-F238E27FC236}">
                      <a16:creationId xmlns:a16="http://schemas.microsoft.com/office/drawing/2014/main" id="{21A9B24B-3745-5044-C54A-0746FAD11F8A}"/>
                    </a:ext>
                  </a:extLst>
                </p:cNvPr>
                <p:cNvPicPr/>
                <p:nvPr/>
              </p:nvPicPr>
              <p:blipFill>
                <a:blip r:embed="rId90"/>
                <a:stretch>
                  <a:fillRect/>
                </a:stretch>
              </p:blipFill>
              <p:spPr>
                <a:xfrm>
                  <a:off x="8460408" y="3149110"/>
                  <a:ext cx="90720" cy="31248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58" name="Ink 57">
                  <a:extLst>
                    <a:ext uri="{FF2B5EF4-FFF2-40B4-BE49-F238E27FC236}">
                      <a16:creationId xmlns:a16="http://schemas.microsoft.com/office/drawing/2014/main" id="{338EE46B-213E-5D84-8B04-00B290916E06}"/>
                    </a:ext>
                  </a:extLst>
                </p14:cNvPr>
                <p14:cNvContentPartPr/>
                <p14:nvPr/>
              </p14:nvContentPartPr>
              <p14:xfrm>
                <a:off x="8680368" y="2864350"/>
                <a:ext cx="111960" cy="430560"/>
              </p14:xfrm>
            </p:contentPart>
          </mc:Choice>
          <mc:Fallback xmlns="">
            <p:pic>
              <p:nvPicPr>
                <p:cNvPr id="58" name="Ink 57">
                  <a:extLst>
                    <a:ext uri="{FF2B5EF4-FFF2-40B4-BE49-F238E27FC236}">
                      <a16:creationId xmlns:a16="http://schemas.microsoft.com/office/drawing/2014/main" id="{338EE46B-213E-5D84-8B04-00B290916E06}"/>
                    </a:ext>
                  </a:extLst>
                </p:cNvPr>
                <p:cNvPicPr/>
                <p:nvPr/>
              </p:nvPicPr>
              <p:blipFill>
                <a:blip r:embed="rId92"/>
                <a:stretch>
                  <a:fillRect/>
                </a:stretch>
              </p:blipFill>
              <p:spPr>
                <a:xfrm>
                  <a:off x="8676048" y="2860030"/>
                  <a:ext cx="120600" cy="43920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60" name="Ink 59">
                  <a:extLst>
                    <a:ext uri="{FF2B5EF4-FFF2-40B4-BE49-F238E27FC236}">
                      <a16:creationId xmlns:a16="http://schemas.microsoft.com/office/drawing/2014/main" id="{5D8AC1FD-0EF0-0478-9A8D-4740682D60C9}"/>
                    </a:ext>
                  </a:extLst>
                </p14:cNvPr>
                <p14:cNvContentPartPr/>
                <p14:nvPr/>
              </p14:nvContentPartPr>
              <p14:xfrm>
                <a:off x="6454848" y="3573550"/>
                <a:ext cx="449640" cy="209520"/>
              </p14:xfrm>
            </p:contentPart>
          </mc:Choice>
          <mc:Fallback xmlns="">
            <p:pic>
              <p:nvPicPr>
                <p:cNvPr id="60" name="Ink 59">
                  <a:extLst>
                    <a:ext uri="{FF2B5EF4-FFF2-40B4-BE49-F238E27FC236}">
                      <a16:creationId xmlns:a16="http://schemas.microsoft.com/office/drawing/2014/main" id="{5D8AC1FD-0EF0-0478-9A8D-4740682D60C9}"/>
                    </a:ext>
                  </a:extLst>
                </p:cNvPr>
                <p:cNvPicPr/>
                <p:nvPr/>
              </p:nvPicPr>
              <p:blipFill>
                <a:blip r:embed="rId94"/>
                <a:stretch>
                  <a:fillRect/>
                </a:stretch>
              </p:blipFill>
              <p:spPr>
                <a:xfrm>
                  <a:off x="6450528" y="3569230"/>
                  <a:ext cx="458280" cy="21816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61" name="Ink 60">
                  <a:extLst>
                    <a:ext uri="{FF2B5EF4-FFF2-40B4-BE49-F238E27FC236}">
                      <a16:creationId xmlns:a16="http://schemas.microsoft.com/office/drawing/2014/main" id="{DAB890BB-17CA-3983-7FE6-9E066D66DC33}"/>
                    </a:ext>
                  </a:extLst>
                </p14:cNvPr>
                <p14:cNvContentPartPr/>
                <p14:nvPr/>
              </p14:nvContentPartPr>
              <p14:xfrm>
                <a:off x="6858048" y="3436750"/>
                <a:ext cx="79200" cy="14760"/>
              </p14:xfrm>
            </p:contentPart>
          </mc:Choice>
          <mc:Fallback xmlns="">
            <p:pic>
              <p:nvPicPr>
                <p:cNvPr id="61" name="Ink 60">
                  <a:extLst>
                    <a:ext uri="{FF2B5EF4-FFF2-40B4-BE49-F238E27FC236}">
                      <a16:creationId xmlns:a16="http://schemas.microsoft.com/office/drawing/2014/main" id="{DAB890BB-17CA-3983-7FE6-9E066D66DC33}"/>
                    </a:ext>
                  </a:extLst>
                </p:cNvPr>
                <p:cNvPicPr/>
                <p:nvPr/>
              </p:nvPicPr>
              <p:blipFill>
                <a:blip r:embed="rId96"/>
                <a:stretch>
                  <a:fillRect/>
                </a:stretch>
              </p:blipFill>
              <p:spPr>
                <a:xfrm>
                  <a:off x="6853728" y="3432430"/>
                  <a:ext cx="87840" cy="2340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62" name="Ink 61">
                  <a:extLst>
                    <a:ext uri="{FF2B5EF4-FFF2-40B4-BE49-F238E27FC236}">
                      <a16:creationId xmlns:a16="http://schemas.microsoft.com/office/drawing/2014/main" id="{1A7CAA2C-1812-2109-56D7-C3304D13EA02}"/>
                    </a:ext>
                  </a:extLst>
                </p14:cNvPr>
                <p14:cNvContentPartPr/>
                <p14:nvPr/>
              </p14:nvContentPartPr>
              <p14:xfrm>
                <a:off x="6946968" y="3473470"/>
                <a:ext cx="230400" cy="330480"/>
              </p14:xfrm>
            </p:contentPart>
          </mc:Choice>
          <mc:Fallback xmlns="">
            <p:pic>
              <p:nvPicPr>
                <p:cNvPr id="62" name="Ink 61">
                  <a:extLst>
                    <a:ext uri="{FF2B5EF4-FFF2-40B4-BE49-F238E27FC236}">
                      <a16:creationId xmlns:a16="http://schemas.microsoft.com/office/drawing/2014/main" id="{1A7CAA2C-1812-2109-56D7-C3304D13EA02}"/>
                    </a:ext>
                  </a:extLst>
                </p:cNvPr>
                <p:cNvPicPr/>
                <p:nvPr/>
              </p:nvPicPr>
              <p:blipFill>
                <a:blip r:embed="rId98"/>
                <a:stretch>
                  <a:fillRect/>
                </a:stretch>
              </p:blipFill>
              <p:spPr>
                <a:xfrm>
                  <a:off x="6942648" y="3469150"/>
                  <a:ext cx="239040" cy="33912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63" name="Ink 62">
                  <a:extLst>
                    <a:ext uri="{FF2B5EF4-FFF2-40B4-BE49-F238E27FC236}">
                      <a16:creationId xmlns:a16="http://schemas.microsoft.com/office/drawing/2014/main" id="{7D1F0240-56D2-F975-8F49-4A94B04BBFFD}"/>
                    </a:ext>
                  </a:extLst>
                </p14:cNvPr>
                <p14:cNvContentPartPr/>
                <p14:nvPr/>
              </p14:nvContentPartPr>
              <p14:xfrm>
                <a:off x="7199328" y="3419110"/>
                <a:ext cx="351720" cy="410760"/>
              </p14:xfrm>
            </p:contentPart>
          </mc:Choice>
          <mc:Fallback xmlns="">
            <p:pic>
              <p:nvPicPr>
                <p:cNvPr id="63" name="Ink 62">
                  <a:extLst>
                    <a:ext uri="{FF2B5EF4-FFF2-40B4-BE49-F238E27FC236}">
                      <a16:creationId xmlns:a16="http://schemas.microsoft.com/office/drawing/2014/main" id="{7D1F0240-56D2-F975-8F49-4A94B04BBFFD}"/>
                    </a:ext>
                  </a:extLst>
                </p:cNvPr>
                <p:cNvPicPr/>
                <p:nvPr/>
              </p:nvPicPr>
              <p:blipFill>
                <a:blip r:embed="rId100"/>
                <a:stretch>
                  <a:fillRect/>
                </a:stretch>
              </p:blipFill>
              <p:spPr>
                <a:xfrm>
                  <a:off x="7195008" y="3414790"/>
                  <a:ext cx="360360" cy="41940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64" name="Ink 63">
                  <a:extLst>
                    <a:ext uri="{FF2B5EF4-FFF2-40B4-BE49-F238E27FC236}">
                      <a16:creationId xmlns:a16="http://schemas.microsoft.com/office/drawing/2014/main" id="{9C2B9700-90FD-0775-428E-AD9EA50B64EF}"/>
                    </a:ext>
                  </a:extLst>
                </p14:cNvPr>
                <p14:cNvContentPartPr/>
                <p14:nvPr/>
              </p14:nvContentPartPr>
              <p14:xfrm>
                <a:off x="7565448" y="3643030"/>
                <a:ext cx="183240" cy="91080"/>
              </p14:xfrm>
            </p:contentPart>
          </mc:Choice>
          <mc:Fallback xmlns="">
            <p:pic>
              <p:nvPicPr>
                <p:cNvPr id="64" name="Ink 63">
                  <a:extLst>
                    <a:ext uri="{FF2B5EF4-FFF2-40B4-BE49-F238E27FC236}">
                      <a16:creationId xmlns:a16="http://schemas.microsoft.com/office/drawing/2014/main" id="{9C2B9700-90FD-0775-428E-AD9EA50B64EF}"/>
                    </a:ext>
                  </a:extLst>
                </p:cNvPr>
                <p:cNvPicPr/>
                <p:nvPr/>
              </p:nvPicPr>
              <p:blipFill>
                <a:blip r:embed="rId102"/>
                <a:stretch>
                  <a:fillRect/>
                </a:stretch>
              </p:blipFill>
              <p:spPr>
                <a:xfrm>
                  <a:off x="7561128" y="3638710"/>
                  <a:ext cx="191880" cy="9972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65" name="Ink 64">
                  <a:extLst>
                    <a:ext uri="{FF2B5EF4-FFF2-40B4-BE49-F238E27FC236}">
                      <a16:creationId xmlns:a16="http://schemas.microsoft.com/office/drawing/2014/main" id="{0D4EC275-DFAB-4866-A77B-789C94EC9891}"/>
                    </a:ext>
                  </a:extLst>
                </p14:cNvPr>
                <p14:cNvContentPartPr/>
                <p14:nvPr/>
              </p14:nvContentPartPr>
              <p14:xfrm>
                <a:off x="7906008" y="3591190"/>
                <a:ext cx="540360" cy="437040"/>
              </p14:xfrm>
            </p:contentPart>
          </mc:Choice>
          <mc:Fallback xmlns="">
            <p:pic>
              <p:nvPicPr>
                <p:cNvPr id="65" name="Ink 64">
                  <a:extLst>
                    <a:ext uri="{FF2B5EF4-FFF2-40B4-BE49-F238E27FC236}">
                      <a16:creationId xmlns:a16="http://schemas.microsoft.com/office/drawing/2014/main" id="{0D4EC275-DFAB-4866-A77B-789C94EC9891}"/>
                    </a:ext>
                  </a:extLst>
                </p:cNvPr>
                <p:cNvPicPr/>
                <p:nvPr/>
              </p:nvPicPr>
              <p:blipFill>
                <a:blip r:embed="rId104"/>
                <a:stretch>
                  <a:fillRect/>
                </a:stretch>
              </p:blipFill>
              <p:spPr>
                <a:xfrm>
                  <a:off x="7901688" y="3586870"/>
                  <a:ext cx="549000" cy="44568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66" name="Ink 65">
                  <a:extLst>
                    <a:ext uri="{FF2B5EF4-FFF2-40B4-BE49-F238E27FC236}">
                      <a16:creationId xmlns:a16="http://schemas.microsoft.com/office/drawing/2014/main" id="{73304CF9-2617-ADF4-B33B-0B15185662FB}"/>
                    </a:ext>
                  </a:extLst>
                </p14:cNvPr>
                <p14:cNvContentPartPr/>
                <p14:nvPr/>
              </p14:nvContentPartPr>
              <p14:xfrm>
                <a:off x="8300208" y="3428470"/>
                <a:ext cx="240840" cy="661680"/>
              </p14:xfrm>
            </p:contentPart>
          </mc:Choice>
          <mc:Fallback xmlns="">
            <p:pic>
              <p:nvPicPr>
                <p:cNvPr id="66" name="Ink 65">
                  <a:extLst>
                    <a:ext uri="{FF2B5EF4-FFF2-40B4-BE49-F238E27FC236}">
                      <a16:creationId xmlns:a16="http://schemas.microsoft.com/office/drawing/2014/main" id="{73304CF9-2617-ADF4-B33B-0B15185662FB}"/>
                    </a:ext>
                  </a:extLst>
                </p:cNvPr>
                <p:cNvPicPr/>
                <p:nvPr/>
              </p:nvPicPr>
              <p:blipFill>
                <a:blip r:embed="rId106"/>
                <a:stretch>
                  <a:fillRect/>
                </a:stretch>
              </p:blipFill>
              <p:spPr>
                <a:xfrm>
                  <a:off x="8295888" y="3424150"/>
                  <a:ext cx="249480" cy="6703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7">
            <p14:nvContentPartPr>
              <p14:cNvPr id="68" name="Ink 67">
                <a:extLst>
                  <a:ext uri="{FF2B5EF4-FFF2-40B4-BE49-F238E27FC236}">
                    <a16:creationId xmlns:a16="http://schemas.microsoft.com/office/drawing/2014/main" id="{DFCACE24-41D1-AC10-6A96-F2655D30040A}"/>
                  </a:ext>
                </a:extLst>
              </p14:cNvPr>
              <p14:cNvContentPartPr/>
              <p14:nvPr/>
            </p14:nvContentPartPr>
            <p14:xfrm>
              <a:off x="3547488" y="1693630"/>
              <a:ext cx="775800" cy="290520"/>
            </p14:xfrm>
          </p:contentPart>
        </mc:Choice>
        <mc:Fallback xmlns="">
          <p:pic>
            <p:nvPicPr>
              <p:cNvPr id="68" name="Ink 67">
                <a:extLst>
                  <a:ext uri="{FF2B5EF4-FFF2-40B4-BE49-F238E27FC236}">
                    <a16:creationId xmlns:a16="http://schemas.microsoft.com/office/drawing/2014/main" id="{DFCACE24-41D1-AC10-6A96-F2655D30040A}"/>
                  </a:ext>
                </a:extLst>
              </p:cNvPr>
              <p:cNvPicPr/>
              <p:nvPr/>
            </p:nvPicPr>
            <p:blipFill>
              <a:blip r:embed="rId108"/>
              <a:stretch>
                <a:fillRect/>
              </a:stretch>
            </p:blipFill>
            <p:spPr>
              <a:xfrm>
                <a:off x="3543168" y="1689310"/>
                <a:ext cx="784440" cy="29916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69" name="Ink 68">
                <a:extLst>
                  <a:ext uri="{FF2B5EF4-FFF2-40B4-BE49-F238E27FC236}">
                    <a16:creationId xmlns:a16="http://schemas.microsoft.com/office/drawing/2014/main" id="{C8A084D4-6DFD-97F1-B2E4-756051ED821C}"/>
                  </a:ext>
                </a:extLst>
              </p14:cNvPr>
              <p14:cNvContentPartPr/>
              <p14:nvPr/>
            </p14:nvContentPartPr>
            <p14:xfrm>
              <a:off x="4254168" y="6259150"/>
              <a:ext cx="266040" cy="286560"/>
            </p14:xfrm>
          </p:contentPart>
        </mc:Choice>
        <mc:Fallback xmlns="">
          <p:pic>
            <p:nvPicPr>
              <p:cNvPr id="69" name="Ink 68">
                <a:extLst>
                  <a:ext uri="{FF2B5EF4-FFF2-40B4-BE49-F238E27FC236}">
                    <a16:creationId xmlns:a16="http://schemas.microsoft.com/office/drawing/2014/main" id="{C8A084D4-6DFD-97F1-B2E4-756051ED821C}"/>
                  </a:ext>
                </a:extLst>
              </p:cNvPr>
              <p:cNvPicPr/>
              <p:nvPr/>
            </p:nvPicPr>
            <p:blipFill>
              <a:blip r:embed="rId110"/>
              <a:stretch>
                <a:fillRect/>
              </a:stretch>
            </p:blipFill>
            <p:spPr>
              <a:xfrm>
                <a:off x="4249848" y="6254830"/>
                <a:ext cx="274680" cy="29520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70" name="Ink 69">
                <a:extLst>
                  <a:ext uri="{FF2B5EF4-FFF2-40B4-BE49-F238E27FC236}">
                    <a16:creationId xmlns:a16="http://schemas.microsoft.com/office/drawing/2014/main" id="{DF5ED7D2-F4DE-5021-AD90-3342E4544A5F}"/>
                  </a:ext>
                </a:extLst>
              </p14:cNvPr>
              <p14:cNvContentPartPr/>
              <p14:nvPr/>
            </p14:nvContentPartPr>
            <p14:xfrm>
              <a:off x="4479168" y="6264190"/>
              <a:ext cx="262800" cy="247320"/>
            </p14:xfrm>
          </p:contentPart>
        </mc:Choice>
        <mc:Fallback xmlns="">
          <p:pic>
            <p:nvPicPr>
              <p:cNvPr id="70" name="Ink 69">
                <a:extLst>
                  <a:ext uri="{FF2B5EF4-FFF2-40B4-BE49-F238E27FC236}">
                    <a16:creationId xmlns:a16="http://schemas.microsoft.com/office/drawing/2014/main" id="{DF5ED7D2-F4DE-5021-AD90-3342E4544A5F}"/>
                  </a:ext>
                </a:extLst>
              </p:cNvPr>
              <p:cNvPicPr/>
              <p:nvPr/>
            </p:nvPicPr>
            <p:blipFill>
              <a:blip r:embed="rId112"/>
              <a:stretch>
                <a:fillRect/>
              </a:stretch>
            </p:blipFill>
            <p:spPr>
              <a:xfrm>
                <a:off x="4474848" y="6259870"/>
                <a:ext cx="271440" cy="25596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71" name="Ink 70">
                <a:extLst>
                  <a:ext uri="{FF2B5EF4-FFF2-40B4-BE49-F238E27FC236}">
                    <a16:creationId xmlns:a16="http://schemas.microsoft.com/office/drawing/2014/main" id="{5DF22307-E2D8-2685-A6BA-578AA61B6BD6}"/>
                  </a:ext>
                </a:extLst>
              </p14:cNvPr>
              <p14:cNvContentPartPr/>
              <p14:nvPr/>
            </p14:nvContentPartPr>
            <p14:xfrm>
              <a:off x="4960848" y="6182110"/>
              <a:ext cx="36720" cy="9720"/>
            </p14:xfrm>
          </p:contentPart>
        </mc:Choice>
        <mc:Fallback xmlns="">
          <p:pic>
            <p:nvPicPr>
              <p:cNvPr id="71" name="Ink 70">
                <a:extLst>
                  <a:ext uri="{FF2B5EF4-FFF2-40B4-BE49-F238E27FC236}">
                    <a16:creationId xmlns:a16="http://schemas.microsoft.com/office/drawing/2014/main" id="{5DF22307-E2D8-2685-A6BA-578AA61B6BD6}"/>
                  </a:ext>
                </a:extLst>
              </p:cNvPr>
              <p:cNvPicPr/>
              <p:nvPr/>
            </p:nvPicPr>
            <p:blipFill>
              <a:blip r:embed="rId114"/>
              <a:stretch>
                <a:fillRect/>
              </a:stretch>
            </p:blipFill>
            <p:spPr>
              <a:xfrm>
                <a:off x="4956528" y="6177790"/>
                <a:ext cx="45360" cy="1836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72" name="Ink 71">
                <a:extLst>
                  <a:ext uri="{FF2B5EF4-FFF2-40B4-BE49-F238E27FC236}">
                    <a16:creationId xmlns:a16="http://schemas.microsoft.com/office/drawing/2014/main" id="{37B42D3A-3EEA-AA2D-2A4C-EF1E12380807}"/>
                  </a:ext>
                </a:extLst>
              </p14:cNvPr>
              <p14:cNvContentPartPr/>
              <p14:nvPr/>
            </p14:nvContentPartPr>
            <p14:xfrm>
              <a:off x="4930608" y="6155110"/>
              <a:ext cx="194760" cy="254880"/>
            </p14:xfrm>
          </p:contentPart>
        </mc:Choice>
        <mc:Fallback xmlns="">
          <p:pic>
            <p:nvPicPr>
              <p:cNvPr id="72" name="Ink 71">
                <a:extLst>
                  <a:ext uri="{FF2B5EF4-FFF2-40B4-BE49-F238E27FC236}">
                    <a16:creationId xmlns:a16="http://schemas.microsoft.com/office/drawing/2014/main" id="{37B42D3A-3EEA-AA2D-2A4C-EF1E12380807}"/>
                  </a:ext>
                </a:extLst>
              </p:cNvPr>
              <p:cNvPicPr/>
              <p:nvPr/>
            </p:nvPicPr>
            <p:blipFill>
              <a:blip r:embed="rId116"/>
              <a:stretch>
                <a:fillRect/>
              </a:stretch>
            </p:blipFill>
            <p:spPr>
              <a:xfrm>
                <a:off x="4926288" y="6150790"/>
                <a:ext cx="203400" cy="26352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73" name="Ink 72">
                <a:extLst>
                  <a:ext uri="{FF2B5EF4-FFF2-40B4-BE49-F238E27FC236}">
                    <a16:creationId xmlns:a16="http://schemas.microsoft.com/office/drawing/2014/main" id="{C5A89382-1C6A-89AB-980C-1DA71F436431}"/>
                  </a:ext>
                </a:extLst>
              </p14:cNvPr>
              <p14:cNvContentPartPr/>
              <p14:nvPr/>
            </p14:nvContentPartPr>
            <p14:xfrm>
              <a:off x="5246688" y="6147910"/>
              <a:ext cx="194760" cy="237960"/>
            </p14:xfrm>
          </p:contentPart>
        </mc:Choice>
        <mc:Fallback xmlns="">
          <p:pic>
            <p:nvPicPr>
              <p:cNvPr id="73" name="Ink 72">
                <a:extLst>
                  <a:ext uri="{FF2B5EF4-FFF2-40B4-BE49-F238E27FC236}">
                    <a16:creationId xmlns:a16="http://schemas.microsoft.com/office/drawing/2014/main" id="{C5A89382-1C6A-89AB-980C-1DA71F436431}"/>
                  </a:ext>
                </a:extLst>
              </p:cNvPr>
              <p:cNvPicPr/>
              <p:nvPr/>
            </p:nvPicPr>
            <p:blipFill>
              <a:blip r:embed="rId118"/>
              <a:stretch>
                <a:fillRect/>
              </a:stretch>
            </p:blipFill>
            <p:spPr>
              <a:xfrm>
                <a:off x="5242368" y="6143590"/>
                <a:ext cx="203400" cy="24660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74" name="Ink 73">
                <a:extLst>
                  <a:ext uri="{FF2B5EF4-FFF2-40B4-BE49-F238E27FC236}">
                    <a16:creationId xmlns:a16="http://schemas.microsoft.com/office/drawing/2014/main" id="{EB4FEE31-A542-6579-2944-41C8C5BAE452}"/>
                  </a:ext>
                </a:extLst>
              </p14:cNvPr>
              <p14:cNvContentPartPr/>
              <p14:nvPr/>
            </p14:nvContentPartPr>
            <p14:xfrm>
              <a:off x="5578968" y="6142870"/>
              <a:ext cx="185400" cy="312480"/>
            </p14:xfrm>
          </p:contentPart>
        </mc:Choice>
        <mc:Fallback xmlns="">
          <p:pic>
            <p:nvPicPr>
              <p:cNvPr id="74" name="Ink 73">
                <a:extLst>
                  <a:ext uri="{FF2B5EF4-FFF2-40B4-BE49-F238E27FC236}">
                    <a16:creationId xmlns:a16="http://schemas.microsoft.com/office/drawing/2014/main" id="{EB4FEE31-A542-6579-2944-41C8C5BAE452}"/>
                  </a:ext>
                </a:extLst>
              </p:cNvPr>
              <p:cNvPicPr/>
              <p:nvPr/>
            </p:nvPicPr>
            <p:blipFill>
              <a:blip r:embed="rId120"/>
              <a:stretch>
                <a:fillRect/>
              </a:stretch>
            </p:blipFill>
            <p:spPr>
              <a:xfrm>
                <a:off x="5574648" y="6138550"/>
                <a:ext cx="194040" cy="32112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75" name="Ink 74">
                <a:extLst>
                  <a:ext uri="{FF2B5EF4-FFF2-40B4-BE49-F238E27FC236}">
                    <a16:creationId xmlns:a16="http://schemas.microsoft.com/office/drawing/2014/main" id="{419CF538-7810-1D3F-EFC5-A53E3EC49699}"/>
                  </a:ext>
                </a:extLst>
              </p14:cNvPr>
              <p14:cNvContentPartPr/>
              <p14:nvPr/>
            </p14:nvContentPartPr>
            <p14:xfrm>
              <a:off x="4851048" y="6132790"/>
              <a:ext cx="270360" cy="338400"/>
            </p14:xfrm>
          </p:contentPart>
        </mc:Choice>
        <mc:Fallback xmlns="">
          <p:pic>
            <p:nvPicPr>
              <p:cNvPr id="75" name="Ink 74">
                <a:extLst>
                  <a:ext uri="{FF2B5EF4-FFF2-40B4-BE49-F238E27FC236}">
                    <a16:creationId xmlns:a16="http://schemas.microsoft.com/office/drawing/2014/main" id="{419CF538-7810-1D3F-EFC5-A53E3EC49699}"/>
                  </a:ext>
                </a:extLst>
              </p:cNvPr>
              <p:cNvPicPr/>
              <p:nvPr/>
            </p:nvPicPr>
            <p:blipFill>
              <a:blip r:embed="rId122"/>
              <a:stretch>
                <a:fillRect/>
              </a:stretch>
            </p:blipFill>
            <p:spPr>
              <a:xfrm>
                <a:off x="4846728" y="6128470"/>
                <a:ext cx="279000" cy="347040"/>
              </a:xfrm>
              <a:prstGeom prst="rect">
                <a:avLst/>
              </a:prstGeom>
            </p:spPr>
          </p:pic>
        </mc:Fallback>
      </mc:AlternateContent>
      <p:grpSp>
        <p:nvGrpSpPr>
          <p:cNvPr id="85" name="Group 84">
            <a:extLst>
              <a:ext uri="{FF2B5EF4-FFF2-40B4-BE49-F238E27FC236}">
                <a16:creationId xmlns:a16="http://schemas.microsoft.com/office/drawing/2014/main" id="{ED262C57-AD1E-A116-A1D9-7BB189BB239D}"/>
              </a:ext>
            </a:extLst>
          </p:cNvPr>
          <p:cNvGrpSpPr/>
          <p:nvPr/>
        </p:nvGrpSpPr>
        <p:grpSpPr>
          <a:xfrm>
            <a:off x="3812808" y="6619150"/>
            <a:ext cx="2459160" cy="354892"/>
            <a:chOff x="3812808" y="6619150"/>
            <a:chExt cx="2459160" cy="354892"/>
          </a:xfrm>
        </p:grpSpPr>
        <mc:AlternateContent xmlns:mc="http://schemas.openxmlformats.org/markup-compatibility/2006" xmlns:p14="http://schemas.microsoft.com/office/powerpoint/2010/main">
          <mc:Choice Requires="p14">
            <p:contentPart p14:bwMode="auto" r:id="rId123">
              <p14:nvContentPartPr>
                <p14:cNvPr id="76" name="Ink 75">
                  <a:extLst>
                    <a:ext uri="{FF2B5EF4-FFF2-40B4-BE49-F238E27FC236}">
                      <a16:creationId xmlns:a16="http://schemas.microsoft.com/office/drawing/2014/main" id="{48C5FE47-6F96-AA76-CBA8-107A29C1D24D}"/>
                    </a:ext>
                  </a:extLst>
                </p14:cNvPr>
                <p14:cNvContentPartPr/>
                <p14:nvPr/>
              </p14:nvContentPartPr>
              <p14:xfrm>
                <a:off x="3812808" y="6619150"/>
                <a:ext cx="2459160" cy="65160"/>
              </p14:xfrm>
            </p:contentPart>
          </mc:Choice>
          <mc:Fallback xmlns="">
            <p:pic>
              <p:nvPicPr>
                <p:cNvPr id="76" name="Ink 75">
                  <a:extLst>
                    <a:ext uri="{FF2B5EF4-FFF2-40B4-BE49-F238E27FC236}">
                      <a16:creationId xmlns:a16="http://schemas.microsoft.com/office/drawing/2014/main" id="{48C5FE47-6F96-AA76-CBA8-107A29C1D24D}"/>
                    </a:ext>
                  </a:extLst>
                </p:cNvPr>
                <p:cNvPicPr/>
                <p:nvPr/>
              </p:nvPicPr>
              <p:blipFill>
                <a:blip r:embed="rId124"/>
                <a:stretch>
                  <a:fillRect/>
                </a:stretch>
              </p:blipFill>
              <p:spPr>
                <a:xfrm>
                  <a:off x="3808488" y="6614830"/>
                  <a:ext cx="2467800" cy="7380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78" name="Ink 77">
                  <a:extLst>
                    <a:ext uri="{FF2B5EF4-FFF2-40B4-BE49-F238E27FC236}">
                      <a16:creationId xmlns:a16="http://schemas.microsoft.com/office/drawing/2014/main" id="{A5337E66-4D4F-9D57-4D19-A331F8A697D8}"/>
                    </a:ext>
                  </a:extLst>
                </p14:cNvPr>
                <p14:cNvContentPartPr/>
                <p14:nvPr/>
              </p14:nvContentPartPr>
              <p14:xfrm>
                <a:off x="4363248" y="6656230"/>
                <a:ext cx="205200" cy="241920"/>
              </p14:xfrm>
            </p:contentPart>
          </mc:Choice>
          <mc:Fallback xmlns="">
            <p:pic>
              <p:nvPicPr>
                <p:cNvPr id="78" name="Ink 77">
                  <a:extLst>
                    <a:ext uri="{FF2B5EF4-FFF2-40B4-BE49-F238E27FC236}">
                      <a16:creationId xmlns:a16="http://schemas.microsoft.com/office/drawing/2014/main" id="{A5337E66-4D4F-9D57-4D19-A331F8A697D8}"/>
                    </a:ext>
                  </a:extLst>
                </p:cNvPr>
                <p:cNvPicPr/>
                <p:nvPr/>
              </p:nvPicPr>
              <p:blipFill>
                <a:blip r:embed="rId126"/>
                <a:stretch>
                  <a:fillRect/>
                </a:stretch>
              </p:blipFill>
              <p:spPr>
                <a:xfrm>
                  <a:off x="4358928" y="6651910"/>
                  <a:ext cx="213840" cy="25056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79" name="Ink 78">
                  <a:extLst>
                    <a:ext uri="{FF2B5EF4-FFF2-40B4-BE49-F238E27FC236}">
                      <a16:creationId xmlns:a16="http://schemas.microsoft.com/office/drawing/2014/main" id="{218CEAE2-B0F6-C1C4-0CA4-E5BB9E3BBBD4}"/>
                    </a:ext>
                  </a:extLst>
                </p14:cNvPr>
                <p14:cNvContentPartPr/>
                <p14:nvPr/>
              </p14:nvContentPartPr>
              <p14:xfrm>
                <a:off x="4458648" y="6715202"/>
                <a:ext cx="76320" cy="236160"/>
              </p14:xfrm>
            </p:contentPart>
          </mc:Choice>
          <mc:Fallback xmlns="">
            <p:pic>
              <p:nvPicPr>
                <p:cNvPr id="79" name="Ink 78">
                  <a:extLst>
                    <a:ext uri="{FF2B5EF4-FFF2-40B4-BE49-F238E27FC236}">
                      <a16:creationId xmlns:a16="http://schemas.microsoft.com/office/drawing/2014/main" id="{218CEAE2-B0F6-C1C4-0CA4-E5BB9E3BBBD4}"/>
                    </a:ext>
                  </a:extLst>
                </p:cNvPr>
                <p:cNvPicPr/>
                <p:nvPr/>
              </p:nvPicPr>
              <p:blipFill>
                <a:blip r:embed="rId128"/>
                <a:stretch>
                  <a:fillRect/>
                </a:stretch>
              </p:blipFill>
              <p:spPr>
                <a:xfrm>
                  <a:off x="4454328" y="6710882"/>
                  <a:ext cx="84960" cy="24480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80" name="Ink 79">
                  <a:extLst>
                    <a:ext uri="{FF2B5EF4-FFF2-40B4-BE49-F238E27FC236}">
                      <a16:creationId xmlns:a16="http://schemas.microsoft.com/office/drawing/2014/main" id="{E4FB3227-99AD-E52F-65E9-B953D015B63D}"/>
                    </a:ext>
                  </a:extLst>
                </p14:cNvPr>
                <p14:cNvContentPartPr/>
                <p14:nvPr/>
              </p14:nvContentPartPr>
              <p14:xfrm>
                <a:off x="4667808" y="6663362"/>
                <a:ext cx="151920" cy="230760"/>
              </p14:xfrm>
            </p:contentPart>
          </mc:Choice>
          <mc:Fallback xmlns="">
            <p:pic>
              <p:nvPicPr>
                <p:cNvPr id="80" name="Ink 79">
                  <a:extLst>
                    <a:ext uri="{FF2B5EF4-FFF2-40B4-BE49-F238E27FC236}">
                      <a16:creationId xmlns:a16="http://schemas.microsoft.com/office/drawing/2014/main" id="{E4FB3227-99AD-E52F-65E9-B953D015B63D}"/>
                    </a:ext>
                  </a:extLst>
                </p:cNvPr>
                <p:cNvPicPr/>
                <p:nvPr/>
              </p:nvPicPr>
              <p:blipFill>
                <a:blip r:embed="rId130"/>
                <a:stretch>
                  <a:fillRect/>
                </a:stretch>
              </p:blipFill>
              <p:spPr>
                <a:xfrm>
                  <a:off x="4663488" y="6659042"/>
                  <a:ext cx="160560" cy="23940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81" name="Ink 80">
                  <a:extLst>
                    <a:ext uri="{FF2B5EF4-FFF2-40B4-BE49-F238E27FC236}">
                      <a16:creationId xmlns:a16="http://schemas.microsoft.com/office/drawing/2014/main" id="{105A9401-C0F1-1663-E939-A2D22A8BDD87}"/>
                    </a:ext>
                  </a:extLst>
                </p14:cNvPr>
                <p14:cNvContentPartPr/>
                <p14:nvPr/>
              </p14:nvContentPartPr>
              <p14:xfrm>
                <a:off x="5023128" y="6634202"/>
                <a:ext cx="158760" cy="241560"/>
              </p14:xfrm>
            </p:contentPart>
          </mc:Choice>
          <mc:Fallback xmlns="">
            <p:pic>
              <p:nvPicPr>
                <p:cNvPr id="81" name="Ink 80">
                  <a:extLst>
                    <a:ext uri="{FF2B5EF4-FFF2-40B4-BE49-F238E27FC236}">
                      <a16:creationId xmlns:a16="http://schemas.microsoft.com/office/drawing/2014/main" id="{105A9401-C0F1-1663-E939-A2D22A8BDD87}"/>
                    </a:ext>
                  </a:extLst>
                </p:cNvPr>
                <p:cNvPicPr/>
                <p:nvPr/>
              </p:nvPicPr>
              <p:blipFill>
                <a:blip r:embed="rId132"/>
                <a:stretch>
                  <a:fillRect/>
                </a:stretch>
              </p:blipFill>
              <p:spPr>
                <a:xfrm>
                  <a:off x="5018808" y="6629882"/>
                  <a:ext cx="167400" cy="25020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82" name="Ink 81">
                  <a:extLst>
                    <a:ext uri="{FF2B5EF4-FFF2-40B4-BE49-F238E27FC236}">
                      <a16:creationId xmlns:a16="http://schemas.microsoft.com/office/drawing/2014/main" id="{42710B91-1352-5E9A-88FB-48F18B000483}"/>
                    </a:ext>
                  </a:extLst>
                </p14:cNvPr>
                <p14:cNvContentPartPr/>
                <p14:nvPr/>
              </p14:nvContentPartPr>
              <p14:xfrm>
                <a:off x="5300688" y="6652922"/>
                <a:ext cx="210960" cy="297360"/>
              </p14:xfrm>
            </p:contentPart>
          </mc:Choice>
          <mc:Fallback xmlns="">
            <p:pic>
              <p:nvPicPr>
                <p:cNvPr id="82" name="Ink 81">
                  <a:extLst>
                    <a:ext uri="{FF2B5EF4-FFF2-40B4-BE49-F238E27FC236}">
                      <a16:creationId xmlns:a16="http://schemas.microsoft.com/office/drawing/2014/main" id="{42710B91-1352-5E9A-88FB-48F18B000483}"/>
                    </a:ext>
                  </a:extLst>
                </p:cNvPr>
                <p:cNvPicPr/>
                <p:nvPr/>
              </p:nvPicPr>
              <p:blipFill>
                <a:blip r:embed="rId134"/>
                <a:stretch>
                  <a:fillRect/>
                </a:stretch>
              </p:blipFill>
              <p:spPr>
                <a:xfrm>
                  <a:off x="5296368" y="6648602"/>
                  <a:ext cx="219600" cy="30600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83" name="Ink 82">
                  <a:extLst>
                    <a:ext uri="{FF2B5EF4-FFF2-40B4-BE49-F238E27FC236}">
                      <a16:creationId xmlns:a16="http://schemas.microsoft.com/office/drawing/2014/main" id="{5A05D868-FB4A-DF83-411D-06825F1A8D1A}"/>
                    </a:ext>
                  </a:extLst>
                </p14:cNvPr>
                <p14:cNvContentPartPr/>
                <p14:nvPr/>
              </p14:nvContentPartPr>
              <p14:xfrm>
                <a:off x="5558088" y="6678122"/>
                <a:ext cx="281880" cy="295920"/>
              </p14:xfrm>
            </p:contentPart>
          </mc:Choice>
          <mc:Fallback xmlns="">
            <p:pic>
              <p:nvPicPr>
                <p:cNvPr id="83" name="Ink 82">
                  <a:extLst>
                    <a:ext uri="{FF2B5EF4-FFF2-40B4-BE49-F238E27FC236}">
                      <a16:creationId xmlns:a16="http://schemas.microsoft.com/office/drawing/2014/main" id="{5A05D868-FB4A-DF83-411D-06825F1A8D1A}"/>
                    </a:ext>
                  </a:extLst>
                </p:cNvPr>
                <p:cNvPicPr/>
                <p:nvPr/>
              </p:nvPicPr>
              <p:blipFill>
                <a:blip r:embed="rId136"/>
                <a:stretch>
                  <a:fillRect/>
                </a:stretch>
              </p:blipFill>
              <p:spPr>
                <a:xfrm>
                  <a:off x="5553768" y="6673802"/>
                  <a:ext cx="290520" cy="30456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84" name="Ink 83">
                  <a:extLst>
                    <a:ext uri="{FF2B5EF4-FFF2-40B4-BE49-F238E27FC236}">
                      <a16:creationId xmlns:a16="http://schemas.microsoft.com/office/drawing/2014/main" id="{049D4FCC-4C8B-D467-9049-AB59F2FA2626}"/>
                    </a:ext>
                  </a:extLst>
                </p14:cNvPr>
                <p14:cNvContentPartPr/>
                <p14:nvPr/>
              </p14:nvContentPartPr>
              <p14:xfrm>
                <a:off x="5584008" y="6747962"/>
                <a:ext cx="342720" cy="73800"/>
              </p14:xfrm>
            </p:contentPart>
          </mc:Choice>
          <mc:Fallback xmlns="">
            <p:pic>
              <p:nvPicPr>
                <p:cNvPr id="84" name="Ink 83">
                  <a:extLst>
                    <a:ext uri="{FF2B5EF4-FFF2-40B4-BE49-F238E27FC236}">
                      <a16:creationId xmlns:a16="http://schemas.microsoft.com/office/drawing/2014/main" id="{049D4FCC-4C8B-D467-9049-AB59F2FA2626}"/>
                    </a:ext>
                  </a:extLst>
                </p:cNvPr>
                <p:cNvPicPr/>
                <p:nvPr/>
              </p:nvPicPr>
              <p:blipFill>
                <a:blip r:embed="rId138"/>
                <a:stretch>
                  <a:fillRect/>
                </a:stretch>
              </p:blipFill>
              <p:spPr>
                <a:xfrm>
                  <a:off x="5579688" y="6743642"/>
                  <a:ext cx="351360" cy="82440"/>
                </a:xfrm>
                <a:prstGeom prst="rect">
                  <a:avLst/>
                </a:prstGeom>
              </p:spPr>
            </p:pic>
          </mc:Fallback>
        </mc:AlternateContent>
      </p:grpSp>
      <p:grpSp>
        <p:nvGrpSpPr>
          <p:cNvPr id="98" name="Group 97">
            <a:extLst>
              <a:ext uri="{FF2B5EF4-FFF2-40B4-BE49-F238E27FC236}">
                <a16:creationId xmlns:a16="http://schemas.microsoft.com/office/drawing/2014/main" id="{364DC44D-DD24-D9EC-5F35-F66DDD1B865B}"/>
              </a:ext>
            </a:extLst>
          </p:cNvPr>
          <p:cNvGrpSpPr/>
          <p:nvPr/>
        </p:nvGrpSpPr>
        <p:grpSpPr>
          <a:xfrm>
            <a:off x="6453048" y="6394082"/>
            <a:ext cx="2156400" cy="495000"/>
            <a:chOff x="6453048" y="6394082"/>
            <a:chExt cx="2156400" cy="495000"/>
          </a:xfrm>
        </p:grpSpPr>
        <mc:AlternateContent xmlns:mc="http://schemas.openxmlformats.org/markup-compatibility/2006" xmlns:p14="http://schemas.microsoft.com/office/powerpoint/2010/main">
          <mc:Choice Requires="p14">
            <p:contentPart p14:bwMode="auto" r:id="rId139">
              <p14:nvContentPartPr>
                <p14:cNvPr id="86" name="Ink 85">
                  <a:extLst>
                    <a:ext uri="{FF2B5EF4-FFF2-40B4-BE49-F238E27FC236}">
                      <a16:creationId xmlns:a16="http://schemas.microsoft.com/office/drawing/2014/main" id="{F88F0A48-B00B-BAEA-1AFC-76EEF96334B9}"/>
                    </a:ext>
                  </a:extLst>
                </p14:cNvPr>
                <p14:cNvContentPartPr/>
                <p14:nvPr/>
              </p14:nvContentPartPr>
              <p14:xfrm>
                <a:off x="6473208" y="6473642"/>
                <a:ext cx="223920" cy="148320"/>
              </p14:xfrm>
            </p:contentPart>
          </mc:Choice>
          <mc:Fallback xmlns="">
            <p:pic>
              <p:nvPicPr>
                <p:cNvPr id="86" name="Ink 85">
                  <a:extLst>
                    <a:ext uri="{FF2B5EF4-FFF2-40B4-BE49-F238E27FC236}">
                      <a16:creationId xmlns:a16="http://schemas.microsoft.com/office/drawing/2014/main" id="{F88F0A48-B00B-BAEA-1AFC-76EEF96334B9}"/>
                    </a:ext>
                  </a:extLst>
                </p:cNvPr>
                <p:cNvPicPr/>
                <p:nvPr/>
              </p:nvPicPr>
              <p:blipFill>
                <a:blip r:embed="rId140"/>
                <a:stretch>
                  <a:fillRect/>
                </a:stretch>
              </p:blipFill>
              <p:spPr>
                <a:xfrm>
                  <a:off x="6468888" y="6469322"/>
                  <a:ext cx="232560" cy="15696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87" name="Ink 86">
                  <a:extLst>
                    <a:ext uri="{FF2B5EF4-FFF2-40B4-BE49-F238E27FC236}">
                      <a16:creationId xmlns:a16="http://schemas.microsoft.com/office/drawing/2014/main" id="{4FE4D567-AC5F-9A3E-5728-2AA6473E64BA}"/>
                    </a:ext>
                  </a:extLst>
                </p14:cNvPr>
                <p14:cNvContentPartPr/>
                <p14:nvPr/>
              </p14:nvContentPartPr>
              <p14:xfrm>
                <a:off x="6453048" y="6622322"/>
                <a:ext cx="234720" cy="123120"/>
              </p14:xfrm>
            </p:contentPart>
          </mc:Choice>
          <mc:Fallback xmlns="">
            <p:pic>
              <p:nvPicPr>
                <p:cNvPr id="87" name="Ink 86">
                  <a:extLst>
                    <a:ext uri="{FF2B5EF4-FFF2-40B4-BE49-F238E27FC236}">
                      <a16:creationId xmlns:a16="http://schemas.microsoft.com/office/drawing/2014/main" id="{4FE4D567-AC5F-9A3E-5728-2AA6473E64BA}"/>
                    </a:ext>
                  </a:extLst>
                </p:cNvPr>
                <p:cNvPicPr/>
                <p:nvPr/>
              </p:nvPicPr>
              <p:blipFill>
                <a:blip r:embed="rId142"/>
                <a:stretch>
                  <a:fillRect/>
                </a:stretch>
              </p:blipFill>
              <p:spPr>
                <a:xfrm>
                  <a:off x="6448728" y="6618002"/>
                  <a:ext cx="243360" cy="13176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88" name="Ink 87">
                  <a:extLst>
                    <a:ext uri="{FF2B5EF4-FFF2-40B4-BE49-F238E27FC236}">
                      <a16:creationId xmlns:a16="http://schemas.microsoft.com/office/drawing/2014/main" id="{B25CE583-B4FC-EB2D-1E07-8B86FFBD6DF5}"/>
                    </a:ext>
                  </a:extLst>
                </p14:cNvPr>
                <p14:cNvContentPartPr/>
                <p14:nvPr/>
              </p14:nvContentPartPr>
              <p14:xfrm>
                <a:off x="7005288" y="6449882"/>
                <a:ext cx="328320" cy="213840"/>
              </p14:xfrm>
            </p:contentPart>
          </mc:Choice>
          <mc:Fallback xmlns="">
            <p:pic>
              <p:nvPicPr>
                <p:cNvPr id="88" name="Ink 87">
                  <a:extLst>
                    <a:ext uri="{FF2B5EF4-FFF2-40B4-BE49-F238E27FC236}">
                      <a16:creationId xmlns:a16="http://schemas.microsoft.com/office/drawing/2014/main" id="{B25CE583-B4FC-EB2D-1E07-8B86FFBD6DF5}"/>
                    </a:ext>
                  </a:extLst>
                </p:cNvPr>
                <p:cNvPicPr/>
                <p:nvPr/>
              </p:nvPicPr>
              <p:blipFill>
                <a:blip r:embed="rId144"/>
                <a:stretch>
                  <a:fillRect/>
                </a:stretch>
              </p:blipFill>
              <p:spPr>
                <a:xfrm>
                  <a:off x="7000968" y="6445562"/>
                  <a:ext cx="336960" cy="22248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89" name="Ink 88">
                  <a:extLst>
                    <a:ext uri="{FF2B5EF4-FFF2-40B4-BE49-F238E27FC236}">
                      <a16:creationId xmlns:a16="http://schemas.microsoft.com/office/drawing/2014/main" id="{EEEB1F75-2CCC-18FD-022A-6345132C3243}"/>
                    </a:ext>
                  </a:extLst>
                </p14:cNvPr>
                <p14:cNvContentPartPr/>
                <p14:nvPr/>
              </p14:nvContentPartPr>
              <p14:xfrm>
                <a:off x="7513608" y="6583442"/>
                <a:ext cx="9720" cy="7560"/>
              </p14:xfrm>
            </p:contentPart>
          </mc:Choice>
          <mc:Fallback xmlns="">
            <p:pic>
              <p:nvPicPr>
                <p:cNvPr id="89" name="Ink 88">
                  <a:extLst>
                    <a:ext uri="{FF2B5EF4-FFF2-40B4-BE49-F238E27FC236}">
                      <a16:creationId xmlns:a16="http://schemas.microsoft.com/office/drawing/2014/main" id="{EEEB1F75-2CCC-18FD-022A-6345132C3243}"/>
                    </a:ext>
                  </a:extLst>
                </p:cNvPr>
                <p:cNvPicPr/>
                <p:nvPr/>
              </p:nvPicPr>
              <p:blipFill>
                <a:blip r:embed="rId146"/>
                <a:stretch>
                  <a:fillRect/>
                </a:stretch>
              </p:blipFill>
              <p:spPr>
                <a:xfrm>
                  <a:off x="7509288" y="6579122"/>
                  <a:ext cx="18360" cy="1620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90" name="Ink 89">
                  <a:extLst>
                    <a:ext uri="{FF2B5EF4-FFF2-40B4-BE49-F238E27FC236}">
                      <a16:creationId xmlns:a16="http://schemas.microsoft.com/office/drawing/2014/main" id="{A281C1B0-1A70-233E-9878-BFC2B8DEC814}"/>
                    </a:ext>
                  </a:extLst>
                </p14:cNvPr>
                <p14:cNvContentPartPr/>
                <p14:nvPr/>
              </p14:nvContentPartPr>
              <p14:xfrm>
                <a:off x="7663728" y="6404522"/>
                <a:ext cx="186480" cy="27360"/>
              </p14:xfrm>
            </p:contentPart>
          </mc:Choice>
          <mc:Fallback xmlns="">
            <p:pic>
              <p:nvPicPr>
                <p:cNvPr id="90" name="Ink 89">
                  <a:extLst>
                    <a:ext uri="{FF2B5EF4-FFF2-40B4-BE49-F238E27FC236}">
                      <a16:creationId xmlns:a16="http://schemas.microsoft.com/office/drawing/2014/main" id="{A281C1B0-1A70-233E-9878-BFC2B8DEC814}"/>
                    </a:ext>
                  </a:extLst>
                </p:cNvPr>
                <p:cNvPicPr/>
                <p:nvPr/>
              </p:nvPicPr>
              <p:blipFill>
                <a:blip r:embed="rId148"/>
                <a:stretch>
                  <a:fillRect/>
                </a:stretch>
              </p:blipFill>
              <p:spPr>
                <a:xfrm>
                  <a:off x="7659408" y="6400202"/>
                  <a:ext cx="19512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91" name="Ink 90">
                  <a:extLst>
                    <a:ext uri="{FF2B5EF4-FFF2-40B4-BE49-F238E27FC236}">
                      <a16:creationId xmlns:a16="http://schemas.microsoft.com/office/drawing/2014/main" id="{EDFAF6B6-612A-05C6-F0D2-B3FF93781A5D}"/>
                    </a:ext>
                  </a:extLst>
                </p14:cNvPr>
                <p14:cNvContentPartPr/>
                <p14:nvPr/>
              </p14:nvContentPartPr>
              <p14:xfrm>
                <a:off x="7673808" y="6394082"/>
                <a:ext cx="33480" cy="16920"/>
              </p14:xfrm>
            </p:contentPart>
          </mc:Choice>
          <mc:Fallback xmlns="">
            <p:pic>
              <p:nvPicPr>
                <p:cNvPr id="91" name="Ink 90">
                  <a:extLst>
                    <a:ext uri="{FF2B5EF4-FFF2-40B4-BE49-F238E27FC236}">
                      <a16:creationId xmlns:a16="http://schemas.microsoft.com/office/drawing/2014/main" id="{EDFAF6B6-612A-05C6-F0D2-B3FF93781A5D}"/>
                    </a:ext>
                  </a:extLst>
                </p:cNvPr>
                <p:cNvPicPr/>
                <p:nvPr/>
              </p:nvPicPr>
              <p:blipFill>
                <a:blip r:embed="rId150"/>
                <a:stretch>
                  <a:fillRect/>
                </a:stretch>
              </p:blipFill>
              <p:spPr>
                <a:xfrm>
                  <a:off x="7669488" y="6389762"/>
                  <a:ext cx="42120" cy="2556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92" name="Ink 91">
                  <a:extLst>
                    <a:ext uri="{FF2B5EF4-FFF2-40B4-BE49-F238E27FC236}">
                      <a16:creationId xmlns:a16="http://schemas.microsoft.com/office/drawing/2014/main" id="{A8C2D5AC-E067-45DA-3480-48FBD22D5F8D}"/>
                    </a:ext>
                  </a:extLst>
                </p14:cNvPr>
                <p14:cNvContentPartPr/>
                <p14:nvPr/>
              </p14:nvContentPartPr>
              <p14:xfrm>
                <a:off x="7579848" y="6412442"/>
                <a:ext cx="279720" cy="268560"/>
              </p14:xfrm>
            </p:contentPart>
          </mc:Choice>
          <mc:Fallback xmlns="">
            <p:pic>
              <p:nvPicPr>
                <p:cNvPr id="92" name="Ink 91">
                  <a:extLst>
                    <a:ext uri="{FF2B5EF4-FFF2-40B4-BE49-F238E27FC236}">
                      <a16:creationId xmlns:a16="http://schemas.microsoft.com/office/drawing/2014/main" id="{A8C2D5AC-E067-45DA-3480-48FBD22D5F8D}"/>
                    </a:ext>
                  </a:extLst>
                </p:cNvPr>
                <p:cNvPicPr/>
                <p:nvPr/>
              </p:nvPicPr>
              <p:blipFill>
                <a:blip r:embed="rId152"/>
                <a:stretch>
                  <a:fillRect/>
                </a:stretch>
              </p:blipFill>
              <p:spPr>
                <a:xfrm>
                  <a:off x="7575528" y="6408122"/>
                  <a:ext cx="288360" cy="27720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93" name="Ink 92">
                  <a:extLst>
                    <a:ext uri="{FF2B5EF4-FFF2-40B4-BE49-F238E27FC236}">
                      <a16:creationId xmlns:a16="http://schemas.microsoft.com/office/drawing/2014/main" id="{6860C8DA-0C9F-EB35-307C-55EB1CFEBFA7}"/>
                    </a:ext>
                  </a:extLst>
                </p14:cNvPr>
                <p14:cNvContentPartPr/>
                <p14:nvPr/>
              </p14:nvContentPartPr>
              <p14:xfrm>
                <a:off x="7990968" y="6399122"/>
                <a:ext cx="168840" cy="340920"/>
              </p14:xfrm>
            </p:contentPart>
          </mc:Choice>
          <mc:Fallback xmlns="">
            <p:pic>
              <p:nvPicPr>
                <p:cNvPr id="93" name="Ink 92">
                  <a:extLst>
                    <a:ext uri="{FF2B5EF4-FFF2-40B4-BE49-F238E27FC236}">
                      <a16:creationId xmlns:a16="http://schemas.microsoft.com/office/drawing/2014/main" id="{6860C8DA-0C9F-EB35-307C-55EB1CFEBFA7}"/>
                    </a:ext>
                  </a:extLst>
                </p:cNvPr>
                <p:cNvPicPr/>
                <p:nvPr/>
              </p:nvPicPr>
              <p:blipFill>
                <a:blip r:embed="rId154"/>
                <a:stretch>
                  <a:fillRect/>
                </a:stretch>
              </p:blipFill>
              <p:spPr>
                <a:xfrm>
                  <a:off x="7986648" y="6394802"/>
                  <a:ext cx="177480" cy="34956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94" name="Ink 93">
                  <a:extLst>
                    <a:ext uri="{FF2B5EF4-FFF2-40B4-BE49-F238E27FC236}">
                      <a16:creationId xmlns:a16="http://schemas.microsoft.com/office/drawing/2014/main" id="{4120F219-BD56-DC6B-D011-4D0DE1B5F203}"/>
                    </a:ext>
                  </a:extLst>
                </p14:cNvPr>
                <p14:cNvContentPartPr/>
                <p14:nvPr/>
              </p14:nvContentPartPr>
              <p14:xfrm>
                <a:off x="7497768" y="6584522"/>
                <a:ext cx="22680" cy="6480"/>
              </p14:xfrm>
            </p:contentPart>
          </mc:Choice>
          <mc:Fallback xmlns="">
            <p:pic>
              <p:nvPicPr>
                <p:cNvPr id="94" name="Ink 93">
                  <a:extLst>
                    <a:ext uri="{FF2B5EF4-FFF2-40B4-BE49-F238E27FC236}">
                      <a16:creationId xmlns:a16="http://schemas.microsoft.com/office/drawing/2014/main" id="{4120F219-BD56-DC6B-D011-4D0DE1B5F203}"/>
                    </a:ext>
                  </a:extLst>
                </p:cNvPr>
                <p:cNvPicPr/>
                <p:nvPr/>
              </p:nvPicPr>
              <p:blipFill>
                <a:blip r:embed="rId156"/>
                <a:stretch>
                  <a:fillRect/>
                </a:stretch>
              </p:blipFill>
              <p:spPr>
                <a:xfrm>
                  <a:off x="7493448" y="6580202"/>
                  <a:ext cx="31320" cy="1512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95" name="Ink 94">
                  <a:extLst>
                    <a:ext uri="{FF2B5EF4-FFF2-40B4-BE49-F238E27FC236}">
                      <a16:creationId xmlns:a16="http://schemas.microsoft.com/office/drawing/2014/main" id="{6990BCE1-D584-71EA-8467-91F478127A5D}"/>
                    </a:ext>
                  </a:extLst>
                </p14:cNvPr>
                <p14:cNvContentPartPr/>
                <p14:nvPr/>
              </p14:nvContentPartPr>
              <p14:xfrm>
                <a:off x="7022568" y="6487322"/>
                <a:ext cx="219960" cy="154800"/>
              </p14:xfrm>
            </p:contentPart>
          </mc:Choice>
          <mc:Fallback xmlns="">
            <p:pic>
              <p:nvPicPr>
                <p:cNvPr id="95" name="Ink 94">
                  <a:extLst>
                    <a:ext uri="{FF2B5EF4-FFF2-40B4-BE49-F238E27FC236}">
                      <a16:creationId xmlns:a16="http://schemas.microsoft.com/office/drawing/2014/main" id="{6990BCE1-D584-71EA-8467-91F478127A5D}"/>
                    </a:ext>
                  </a:extLst>
                </p:cNvPr>
                <p:cNvPicPr/>
                <p:nvPr/>
              </p:nvPicPr>
              <p:blipFill>
                <a:blip r:embed="rId158"/>
                <a:stretch>
                  <a:fillRect/>
                </a:stretch>
              </p:blipFill>
              <p:spPr>
                <a:xfrm>
                  <a:off x="7018248" y="6483002"/>
                  <a:ext cx="22860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97" name="Ink 96">
                  <a:extLst>
                    <a:ext uri="{FF2B5EF4-FFF2-40B4-BE49-F238E27FC236}">
                      <a16:creationId xmlns:a16="http://schemas.microsoft.com/office/drawing/2014/main" id="{18A167CA-7F27-8D52-21B7-AFF4934B3E92}"/>
                    </a:ext>
                  </a:extLst>
                </p14:cNvPr>
                <p14:cNvContentPartPr/>
                <p14:nvPr/>
              </p14:nvContentPartPr>
              <p14:xfrm>
                <a:off x="6802248" y="6830042"/>
                <a:ext cx="1807200" cy="59040"/>
              </p14:xfrm>
            </p:contentPart>
          </mc:Choice>
          <mc:Fallback xmlns="">
            <p:pic>
              <p:nvPicPr>
                <p:cNvPr id="97" name="Ink 96">
                  <a:extLst>
                    <a:ext uri="{FF2B5EF4-FFF2-40B4-BE49-F238E27FC236}">
                      <a16:creationId xmlns:a16="http://schemas.microsoft.com/office/drawing/2014/main" id="{18A167CA-7F27-8D52-21B7-AFF4934B3E92}"/>
                    </a:ext>
                  </a:extLst>
                </p:cNvPr>
                <p:cNvPicPr/>
                <p:nvPr/>
              </p:nvPicPr>
              <p:blipFill>
                <a:blip r:embed="rId160"/>
                <a:stretch>
                  <a:fillRect/>
                </a:stretch>
              </p:blipFill>
              <p:spPr>
                <a:xfrm>
                  <a:off x="6797928" y="6825722"/>
                  <a:ext cx="1815840" cy="67680"/>
                </a:xfrm>
                <a:prstGeom prst="rect">
                  <a:avLst/>
                </a:prstGeom>
              </p:spPr>
            </p:pic>
          </mc:Fallback>
        </mc:AlternateContent>
      </p:grpSp>
      <p:grpSp>
        <p:nvGrpSpPr>
          <p:cNvPr id="118" name="Group 117">
            <a:extLst>
              <a:ext uri="{FF2B5EF4-FFF2-40B4-BE49-F238E27FC236}">
                <a16:creationId xmlns:a16="http://schemas.microsoft.com/office/drawing/2014/main" id="{3CDBA49F-1975-163B-E383-144C5CDD659A}"/>
              </a:ext>
            </a:extLst>
          </p:cNvPr>
          <p:cNvGrpSpPr/>
          <p:nvPr/>
        </p:nvGrpSpPr>
        <p:grpSpPr>
          <a:xfrm>
            <a:off x="6541248" y="1047362"/>
            <a:ext cx="1949040" cy="798840"/>
            <a:chOff x="6541248" y="1047362"/>
            <a:chExt cx="1949040" cy="798840"/>
          </a:xfrm>
        </p:grpSpPr>
        <mc:AlternateContent xmlns:mc="http://schemas.openxmlformats.org/markup-compatibility/2006" xmlns:p14="http://schemas.microsoft.com/office/powerpoint/2010/main">
          <mc:Choice Requires="p14">
            <p:contentPart p14:bwMode="auto" r:id="rId161">
              <p14:nvContentPartPr>
                <p14:cNvPr id="99" name="Ink 98">
                  <a:extLst>
                    <a:ext uri="{FF2B5EF4-FFF2-40B4-BE49-F238E27FC236}">
                      <a16:creationId xmlns:a16="http://schemas.microsoft.com/office/drawing/2014/main" id="{7A5A7C5E-72B7-13BB-5682-B8EF2A9943F5}"/>
                    </a:ext>
                  </a:extLst>
                </p14:cNvPr>
                <p14:cNvContentPartPr/>
                <p14:nvPr/>
              </p14:nvContentPartPr>
              <p14:xfrm>
                <a:off x="6889728" y="1089842"/>
                <a:ext cx="273240" cy="240480"/>
              </p14:xfrm>
            </p:contentPart>
          </mc:Choice>
          <mc:Fallback xmlns="">
            <p:pic>
              <p:nvPicPr>
                <p:cNvPr id="99" name="Ink 98">
                  <a:extLst>
                    <a:ext uri="{FF2B5EF4-FFF2-40B4-BE49-F238E27FC236}">
                      <a16:creationId xmlns:a16="http://schemas.microsoft.com/office/drawing/2014/main" id="{7A5A7C5E-72B7-13BB-5682-B8EF2A9943F5}"/>
                    </a:ext>
                  </a:extLst>
                </p:cNvPr>
                <p:cNvPicPr/>
                <p:nvPr/>
              </p:nvPicPr>
              <p:blipFill>
                <a:blip r:embed="rId162"/>
                <a:stretch>
                  <a:fillRect/>
                </a:stretch>
              </p:blipFill>
              <p:spPr>
                <a:xfrm>
                  <a:off x="6885408" y="1085522"/>
                  <a:ext cx="281880" cy="24912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100" name="Ink 99">
                  <a:extLst>
                    <a:ext uri="{FF2B5EF4-FFF2-40B4-BE49-F238E27FC236}">
                      <a16:creationId xmlns:a16="http://schemas.microsoft.com/office/drawing/2014/main" id="{EC433A71-C582-6014-3153-E14227AF017E}"/>
                    </a:ext>
                  </a:extLst>
                </p14:cNvPr>
                <p14:cNvContentPartPr/>
                <p14:nvPr/>
              </p14:nvContentPartPr>
              <p14:xfrm>
                <a:off x="7146048" y="1094522"/>
                <a:ext cx="166680" cy="192240"/>
              </p14:xfrm>
            </p:contentPart>
          </mc:Choice>
          <mc:Fallback xmlns="">
            <p:pic>
              <p:nvPicPr>
                <p:cNvPr id="100" name="Ink 99">
                  <a:extLst>
                    <a:ext uri="{FF2B5EF4-FFF2-40B4-BE49-F238E27FC236}">
                      <a16:creationId xmlns:a16="http://schemas.microsoft.com/office/drawing/2014/main" id="{EC433A71-C582-6014-3153-E14227AF017E}"/>
                    </a:ext>
                  </a:extLst>
                </p:cNvPr>
                <p:cNvPicPr/>
                <p:nvPr/>
              </p:nvPicPr>
              <p:blipFill>
                <a:blip r:embed="rId164"/>
                <a:stretch>
                  <a:fillRect/>
                </a:stretch>
              </p:blipFill>
              <p:spPr>
                <a:xfrm>
                  <a:off x="7141728" y="1090202"/>
                  <a:ext cx="175320" cy="20088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101" name="Ink 100">
                  <a:extLst>
                    <a:ext uri="{FF2B5EF4-FFF2-40B4-BE49-F238E27FC236}">
                      <a16:creationId xmlns:a16="http://schemas.microsoft.com/office/drawing/2014/main" id="{6A9F773C-905E-5BDB-02C6-53E01F6861CC}"/>
                    </a:ext>
                  </a:extLst>
                </p14:cNvPr>
                <p14:cNvContentPartPr/>
                <p14:nvPr/>
              </p14:nvContentPartPr>
              <p14:xfrm>
                <a:off x="7373568" y="1077602"/>
                <a:ext cx="133200" cy="216360"/>
              </p14:xfrm>
            </p:contentPart>
          </mc:Choice>
          <mc:Fallback xmlns="">
            <p:pic>
              <p:nvPicPr>
                <p:cNvPr id="101" name="Ink 100">
                  <a:extLst>
                    <a:ext uri="{FF2B5EF4-FFF2-40B4-BE49-F238E27FC236}">
                      <a16:creationId xmlns:a16="http://schemas.microsoft.com/office/drawing/2014/main" id="{6A9F773C-905E-5BDB-02C6-53E01F6861CC}"/>
                    </a:ext>
                  </a:extLst>
                </p:cNvPr>
                <p:cNvPicPr/>
                <p:nvPr/>
              </p:nvPicPr>
              <p:blipFill>
                <a:blip r:embed="rId166"/>
                <a:stretch>
                  <a:fillRect/>
                </a:stretch>
              </p:blipFill>
              <p:spPr>
                <a:xfrm>
                  <a:off x="7369248" y="1073282"/>
                  <a:ext cx="141840" cy="22500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102" name="Ink 101">
                  <a:extLst>
                    <a:ext uri="{FF2B5EF4-FFF2-40B4-BE49-F238E27FC236}">
                      <a16:creationId xmlns:a16="http://schemas.microsoft.com/office/drawing/2014/main" id="{5B5CBF44-A15E-716C-6DF5-8348D8ADA7D7}"/>
                    </a:ext>
                  </a:extLst>
                </p14:cNvPr>
                <p14:cNvContentPartPr/>
                <p14:nvPr/>
              </p14:nvContentPartPr>
              <p14:xfrm>
                <a:off x="7573008" y="1047362"/>
                <a:ext cx="132120" cy="165960"/>
              </p14:xfrm>
            </p:contentPart>
          </mc:Choice>
          <mc:Fallback xmlns="">
            <p:pic>
              <p:nvPicPr>
                <p:cNvPr id="102" name="Ink 101">
                  <a:extLst>
                    <a:ext uri="{FF2B5EF4-FFF2-40B4-BE49-F238E27FC236}">
                      <a16:creationId xmlns:a16="http://schemas.microsoft.com/office/drawing/2014/main" id="{5B5CBF44-A15E-716C-6DF5-8348D8ADA7D7}"/>
                    </a:ext>
                  </a:extLst>
                </p:cNvPr>
                <p:cNvPicPr/>
                <p:nvPr/>
              </p:nvPicPr>
              <p:blipFill>
                <a:blip r:embed="rId168"/>
                <a:stretch>
                  <a:fillRect/>
                </a:stretch>
              </p:blipFill>
              <p:spPr>
                <a:xfrm>
                  <a:off x="7568688" y="1043042"/>
                  <a:ext cx="140760" cy="17460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104" name="Ink 103">
                  <a:extLst>
                    <a:ext uri="{FF2B5EF4-FFF2-40B4-BE49-F238E27FC236}">
                      <a16:creationId xmlns:a16="http://schemas.microsoft.com/office/drawing/2014/main" id="{6972CFBD-EBA6-E346-906C-2CEC0606C8D3}"/>
                    </a:ext>
                  </a:extLst>
                </p14:cNvPr>
                <p14:cNvContentPartPr/>
                <p14:nvPr/>
              </p14:nvContentPartPr>
              <p14:xfrm>
                <a:off x="7805208" y="1061762"/>
                <a:ext cx="158040" cy="223200"/>
              </p14:xfrm>
            </p:contentPart>
          </mc:Choice>
          <mc:Fallback xmlns="">
            <p:pic>
              <p:nvPicPr>
                <p:cNvPr id="104" name="Ink 103">
                  <a:extLst>
                    <a:ext uri="{FF2B5EF4-FFF2-40B4-BE49-F238E27FC236}">
                      <a16:creationId xmlns:a16="http://schemas.microsoft.com/office/drawing/2014/main" id="{6972CFBD-EBA6-E346-906C-2CEC0606C8D3}"/>
                    </a:ext>
                  </a:extLst>
                </p:cNvPr>
                <p:cNvPicPr/>
                <p:nvPr/>
              </p:nvPicPr>
              <p:blipFill>
                <a:blip r:embed="rId170"/>
                <a:stretch>
                  <a:fillRect/>
                </a:stretch>
              </p:blipFill>
              <p:spPr>
                <a:xfrm>
                  <a:off x="7800888" y="1057442"/>
                  <a:ext cx="166680" cy="23184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105" name="Ink 104">
                  <a:extLst>
                    <a:ext uri="{FF2B5EF4-FFF2-40B4-BE49-F238E27FC236}">
                      <a16:creationId xmlns:a16="http://schemas.microsoft.com/office/drawing/2014/main" id="{AEDC323E-B73A-2F7C-9289-16CACB79A5DD}"/>
                    </a:ext>
                  </a:extLst>
                </p14:cNvPr>
                <p14:cNvContentPartPr/>
                <p14:nvPr/>
              </p14:nvContentPartPr>
              <p14:xfrm>
                <a:off x="6682008" y="1301162"/>
                <a:ext cx="1608840" cy="46800"/>
              </p14:xfrm>
            </p:contentPart>
          </mc:Choice>
          <mc:Fallback xmlns="">
            <p:pic>
              <p:nvPicPr>
                <p:cNvPr id="105" name="Ink 104">
                  <a:extLst>
                    <a:ext uri="{FF2B5EF4-FFF2-40B4-BE49-F238E27FC236}">
                      <a16:creationId xmlns:a16="http://schemas.microsoft.com/office/drawing/2014/main" id="{AEDC323E-B73A-2F7C-9289-16CACB79A5DD}"/>
                    </a:ext>
                  </a:extLst>
                </p:cNvPr>
                <p:cNvPicPr/>
                <p:nvPr/>
              </p:nvPicPr>
              <p:blipFill>
                <a:blip r:embed="rId172"/>
                <a:stretch>
                  <a:fillRect/>
                </a:stretch>
              </p:blipFill>
              <p:spPr>
                <a:xfrm>
                  <a:off x="6677688" y="1296842"/>
                  <a:ext cx="1617480" cy="5544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107" name="Ink 106">
                  <a:extLst>
                    <a:ext uri="{FF2B5EF4-FFF2-40B4-BE49-F238E27FC236}">
                      <a16:creationId xmlns:a16="http://schemas.microsoft.com/office/drawing/2014/main" id="{559431A0-F8D5-4B97-FB8D-72370AFBB3FF}"/>
                    </a:ext>
                  </a:extLst>
                </p14:cNvPr>
                <p14:cNvContentPartPr/>
                <p14:nvPr/>
              </p14:nvContentPartPr>
              <p14:xfrm>
                <a:off x="6789288" y="1443002"/>
                <a:ext cx="159120" cy="198000"/>
              </p14:xfrm>
            </p:contentPart>
          </mc:Choice>
          <mc:Fallback xmlns="">
            <p:pic>
              <p:nvPicPr>
                <p:cNvPr id="107" name="Ink 106">
                  <a:extLst>
                    <a:ext uri="{FF2B5EF4-FFF2-40B4-BE49-F238E27FC236}">
                      <a16:creationId xmlns:a16="http://schemas.microsoft.com/office/drawing/2014/main" id="{559431A0-F8D5-4B97-FB8D-72370AFBB3FF}"/>
                    </a:ext>
                  </a:extLst>
                </p:cNvPr>
                <p:cNvPicPr/>
                <p:nvPr/>
              </p:nvPicPr>
              <p:blipFill>
                <a:blip r:embed="rId174"/>
                <a:stretch>
                  <a:fillRect/>
                </a:stretch>
              </p:blipFill>
              <p:spPr>
                <a:xfrm>
                  <a:off x="6784968" y="1438682"/>
                  <a:ext cx="167760" cy="206640"/>
                </a:xfrm>
                <a:prstGeom prst="rect">
                  <a:avLst/>
                </a:prstGeom>
              </p:spPr>
            </p:pic>
          </mc:Fallback>
        </mc:AlternateContent>
        <mc:AlternateContent xmlns:mc="http://schemas.openxmlformats.org/markup-compatibility/2006" xmlns:p14="http://schemas.microsoft.com/office/powerpoint/2010/main">
          <mc:Choice Requires="p14">
            <p:contentPart p14:bwMode="auto" r:id="rId175">
              <p14:nvContentPartPr>
                <p14:cNvPr id="108" name="Ink 107">
                  <a:extLst>
                    <a:ext uri="{FF2B5EF4-FFF2-40B4-BE49-F238E27FC236}">
                      <a16:creationId xmlns:a16="http://schemas.microsoft.com/office/drawing/2014/main" id="{085065B1-8414-26E7-AA49-E8DCAB6A73E7}"/>
                    </a:ext>
                  </a:extLst>
                </p14:cNvPr>
                <p14:cNvContentPartPr/>
                <p14:nvPr/>
              </p14:nvContentPartPr>
              <p14:xfrm>
                <a:off x="6850848" y="1602122"/>
                <a:ext cx="26280" cy="142200"/>
              </p14:xfrm>
            </p:contentPart>
          </mc:Choice>
          <mc:Fallback xmlns="">
            <p:pic>
              <p:nvPicPr>
                <p:cNvPr id="108" name="Ink 107">
                  <a:extLst>
                    <a:ext uri="{FF2B5EF4-FFF2-40B4-BE49-F238E27FC236}">
                      <a16:creationId xmlns:a16="http://schemas.microsoft.com/office/drawing/2014/main" id="{085065B1-8414-26E7-AA49-E8DCAB6A73E7}"/>
                    </a:ext>
                  </a:extLst>
                </p:cNvPr>
                <p:cNvPicPr/>
                <p:nvPr/>
              </p:nvPicPr>
              <p:blipFill>
                <a:blip r:embed="rId176"/>
                <a:stretch>
                  <a:fillRect/>
                </a:stretch>
              </p:blipFill>
              <p:spPr>
                <a:xfrm>
                  <a:off x="6846528" y="1597802"/>
                  <a:ext cx="34920" cy="15084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109" name="Ink 108">
                  <a:extLst>
                    <a:ext uri="{FF2B5EF4-FFF2-40B4-BE49-F238E27FC236}">
                      <a16:creationId xmlns:a16="http://schemas.microsoft.com/office/drawing/2014/main" id="{057C1F62-F94F-D79D-AD28-9CBB44CE1D48}"/>
                    </a:ext>
                  </a:extLst>
                </p14:cNvPr>
                <p14:cNvContentPartPr/>
                <p14:nvPr/>
              </p14:nvContentPartPr>
              <p14:xfrm>
                <a:off x="6988008" y="1422122"/>
                <a:ext cx="141480" cy="174240"/>
              </p14:xfrm>
            </p:contentPart>
          </mc:Choice>
          <mc:Fallback xmlns="">
            <p:pic>
              <p:nvPicPr>
                <p:cNvPr id="109" name="Ink 108">
                  <a:extLst>
                    <a:ext uri="{FF2B5EF4-FFF2-40B4-BE49-F238E27FC236}">
                      <a16:creationId xmlns:a16="http://schemas.microsoft.com/office/drawing/2014/main" id="{057C1F62-F94F-D79D-AD28-9CBB44CE1D48}"/>
                    </a:ext>
                  </a:extLst>
                </p:cNvPr>
                <p:cNvPicPr/>
                <p:nvPr/>
              </p:nvPicPr>
              <p:blipFill>
                <a:blip r:embed="rId178"/>
                <a:stretch>
                  <a:fillRect/>
                </a:stretch>
              </p:blipFill>
              <p:spPr>
                <a:xfrm>
                  <a:off x="6983688" y="1417802"/>
                  <a:ext cx="150120" cy="182880"/>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110" name="Ink 109">
                  <a:extLst>
                    <a:ext uri="{FF2B5EF4-FFF2-40B4-BE49-F238E27FC236}">
                      <a16:creationId xmlns:a16="http://schemas.microsoft.com/office/drawing/2014/main" id="{F72DBE10-507A-A316-60FE-F8B82703AD54}"/>
                    </a:ext>
                  </a:extLst>
                </p14:cNvPr>
                <p14:cNvContentPartPr/>
                <p14:nvPr/>
              </p14:nvContentPartPr>
              <p14:xfrm>
                <a:off x="7301208" y="1408082"/>
                <a:ext cx="125280" cy="228240"/>
              </p14:xfrm>
            </p:contentPart>
          </mc:Choice>
          <mc:Fallback xmlns="">
            <p:pic>
              <p:nvPicPr>
                <p:cNvPr id="110" name="Ink 109">
                  <a:extLst>
                    <a:ext uri="{FF2B5EF4-FFF2-40B4-BE49-F238E27FC236}">
                      <a16:creationId xmlns:a16="http://schemas.microsoft.com/office/drawing/2014/main" id="{F72DBE10-507A-A316-60FE-F8B82703AD54}"/>
                    </a:ext>
                  </a:extLst>
                </p:cNvPr>
                <p:cNvPicPr/>
                <p:nvPr/>
              </p:nvPicPr>
              <p:blipFill>
                <a:blip r:embed="rId180"/>
                <a:stretch>
                  <a:fillRect/>
                </a:stretch>
              </p:blipFill>
              <p:spPr>
                <a:xfrm>
                  <a:off x="7296888" y="1403762"/>
                  <a:ext cx="133920" cy="236880"/>
                </a:xfrm>
                <a:prstGeom prst="rect">
                  <a:avLst/>
                </a:prstGeom>
              </p:spPr>
            </p:pic>
          </mc:Fallback>
        </mc:AlternateContent>
        <mc:AlternateContent xmlns:mc="http://schemas.openxmlformats.org/markup-compatibility/2006" xmlns:p14="http://schemas.microsoft.com/office/powerpoint/2010/main">
          <mc:Choice Requires="p14">
            <p:contentPart p14:bwMode="auto" r:id="rId181">
              <p14:nvContentPartPr>
                <p14:cNvPr id="111" name="Ink 110">
                  <a:extLst>
                    <a:ext uri="{FF2B5EF4-FFF2-40B4-BE49-F238E27FC236}">
                      <a16:creationId xmlns:a16="http://schemas.microsoft.com/office/drawing/2014/main" id="{003788E4-3175-2632-9641-9A4F63563196}"/>
                    </a:ext>
                  </a:extLst>
                </p14:cNvPr>
                <p14:cNvContentPartPr/>
                <p14:nvPr/>
              </p14:nvContentPartPr>
              <p14:xfrm>
                <a:off x="7624128" y="1445882"/>
                <a:ext cx="6480" cy="6480"/>
              </p14:xfrm>
            </p:contentPart>
          </mc:Choice>
          <mc:Fallback xmlns="">
            <p:pic>
              <p:nvPicPr>
                <p:cNvPr id="111" name="Ink 110">
                  <a:extLst>
                    <a:ext uri="{FF2B5EF4-FFF2-40B4-BE49-F238E27FC236}">
                      <a16:creationId xmlns:a16="http://schemas.microsoft.com/office/drawing/2014/main" id="{003788E4-3175-2632-9641-9A4F63563196}"/>
                    </a:ext>
                  </a:extLst>
                </p:cNvPr>
                <p:cNvPicPr/>
                <p:nvPr/>
              </p:nvPicPr>
              <p:blipFill>
                <a:blip r:embed="rId182"/>
                <a:stretch>
                  <a:fillRect/>
                </a:stretch>
              </p:blipFill>
              <p:spPr>
                <a:xfrm>
                  <a:off x="7619808" y="1441562"/>
                  <a:ext cx="15120" cy="15120"/>
                </a:xfrm>
                <a:prstGeom prst="rect">
                  <a:avLst/>
                </a:prstGeom>
              </p:spPr>
            </p:pic>
          </mc:Fallback>
        </mc:AlternateContent>
        <mc:AlternateContent xmlns:mc="http://schemas.openxmlformats.org/markup-compatibility/2006" xmlns:p14="http://schemas.microsoft.com/office/powerpoint/2010/main">
          <mc:Choice Requires="p14">
            <p:contentPart p14:bwMode="auto" r:id="rId183">
              <p14:nvContentPartPr>
                <p14:cNvPr id="112" name="Ink 111">
                  <a:extLst>
                    <a:ext uri="{FF2B5EF4-FFF2-40B4-BE49-F238E27FC236}">
                      <a16:creationId xmlns:a16="http://schemas.microsoft.com/office/drawing/2014/main" id="{C8351274-7A98-8706-BEA8-C288F30026E3}"/>
                    </a:ext>
                  </a:extLst>
                </p14:cNvPr>
                <p14:cNvContentPartPr/>
                <p14:nvPr/>
              </p14:nvContentPartPr>
              <p14:xfrm>
                <a:off x="7484808" y="1437962"/>
                <a:ext cx="161640" cy="189360"/>
              </p14:xfrm>
            </p:contentPart>
          </mc:Choice>
          <mc:Fallback xmlns="">
            <p:pic>
              <p:nvPicPr>
                <p:cNvPr id="112" name="Ink 111">
                  <a:extLst>
                    <a:ext uri="{FF2B5EF4-FFF2-40B4-BE49-F238E27FC236}">
                      <a16:creationId xmlns:a16="http://schemas.microsoft.com/office/drawing/2014/main" id="{C8351274-7A98-8706-BEA8-C288F30026E3}"/>
                    </a:ext>
                  </a:extLst>
                </p:cNvPr>
                <p:cNvPicPr/>
                <p:nvPr/>
              </p:nvPicPr>
              <p:blipFill>
                <a:blip r:embed="rId184"/>
                <a:stretch>
                  <a:fillRect/>
                </a:stretch>
              </p:blipFill>
              <p:spPr>
                <a:xfrm>
                  <a:off x="7480488" y="1433642"/>
                  <a:ext cx="170280" cy="198000"/>
                </a:xfrm>
                <a:prstGeom prst="rect">
                  <a:avLst/>
                </a:prstGeom>
              </p:spPr>
            </p:pic>
          </mc:Fallback>
        </mc:AlternateContent>
        <mc:AlternateContent xmlns:mc="http://schemas.openxmlformats.org/markup-compatibility/2006" xmlns:p14="http://schemas.microsoft.com/office/powerpoint/2010/main">
          <mc:Choice Requires="p14">
            <p:contentPart p14:bwMode="auto" r:id="rId185">
              <p14:nvContentPartPr>
                <p14:cNvPr id="113" name="Ink 112">
                  <a:extLst>
                    <a:ext uri="{FF2B5EF4-FFF2-40B4-BE49-F238E27FC236}">
                      <a16:creationId xmlns:a16="http://schemas.microsoft.com/office/drawing/2014/main" id="{49B7F595-71EB-D61C-E946-061248AC11DD}"/>
                    </a:ext>
                  </a:extLst>
                </p14:cNvPr>
                <p14:cNvContentPartPr/>
                <p14:nvPr/>
              </p14:nvContentPartPr>
              <p14:xfrm>
                <a:off x="7728888" y="1428242"/>
                <a:ext cx="199440" cy="241560"/>
              </p14:xfrm>
            </p:contentPart>
          </mc:Choice>
          <mc:Fallback xmlns="">
            <p:pic>
              <p:nvPicPr>
                <p:cNvPr id="113" name="Ink 112">
                  <a:extLst>
                    <a:ext uri="{FF2B5EF4-FFF2-40B4-BE49-F238E27FC236}">
                      <a16:creationId xmlns:a16="http://schemas.microsoft.com/office/drawing/2014/main" id="{49B7F595-71EB-D61C-E946-061248AC11DD}"/>
                    </a:ext>
                  </a:extLst>
                </p:cNvPr>
                <p:cNvPicPr/>
                <p:nvPr/>
              </p:nvPicPr>
              <p:blipFill>
                <a:blip r:embed="rId186"/>
                <a:stretch>
                  <a:fillRect/>
                </a:stretch>
              </p:blipFill>
              <p:spPr>
                <a:xfrm>
                  <a:off x="7724568" y="1423922"/>
                  <a:ext cx="208080" cy="250200"/>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114" name="Ink 113">
                  <a:extLst>
                    <a:ext uri="{FF2B5EF4-FFF2-40B4-BE49-F238E27FC236}">
                      <a16:creationId xmlns:a16="http://schemas.microsoft.com/office/drawing/2014/main" id="{42171406-8C12-6494-1B18-6305A40199F6}"/>
                    </a:ext>
                  </a:extLst>
                </p14:cNvPr>
                <p14:cNvContentPartPr/>
                <p14:nvPr/>
              </p14:nvContentPartPr>
              <p14:xfrm>
                <a:off x="7733928" y="1525442"/>
                <a:ext cx="281880" cy="27360"/>
              </p14:xfrm>
            </p:contentPart>
          </mc:Choice>
          <mc:Fallback xmlns="">
            <p:pic>
              <p:nvPicPr>
                <p:cNvPr id="114" name="Ink 113">
                  <a:extLst>
                    <a:ext uri="{FF2B5EF4-FFF2-40B4-BE49-F238E27FC236}">
                      <a16:creationId xmlns:a16="http://schemas.microsoft.com/office/drawing/2014/main" id="{42171406-8C12-6494-1B18-6305A40199F6}"/>
                    </a:ext>
                  </a:extLst>
                </p:cNvPr>
                <p:cNvPicPr/>
                <p:nvPr/>
              </p:nvPicPr>
              <p:blipFill>
                <a:blip r:embed="rId188"/>
                <a:stretch>
                  <a:fillRect/>
                </a:stretch>
              </p:blipFill>
              <p:spPr>
                <a:xfrm>
                  <a:off x="7729608" y="1521122"/>
                  <a:ext cx="29052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115" name="Ink 114">
                  <a:extLst>
                    <a:ext uri="{FF2B5EF4-FFF2-40B4-BE49-F238E27FC236}">
                      <a16:creationId xmlns:a16="http://schemas.microsoft.com/office/drawing/2014/main" id="{EA42E9DB-E27E-9228-1BED-D5FCB355642A}"/>
                    </a:ext>
                  </a:extLst>
                </p14:cNvPr>
                <p14:cNvContentPartPr/>
                <p14:nvPr/>
              </p14:nvContentPartPr>
              <p14:xfrm>
                <a:off x="7015368" y="1390082"/>
                <a:ext cx="118440" cy="261720"/>
              </p14:xfrm>
            </p:contentPart>
          </mc:Choice>
          <mc:Fallback xmlns="">
            <p:pic>
              <p:nvPicPr>
                <p:cNvPr id="115" name="Ink 114">
                  <a:extLst>
                    <a:ext uri="{FF2B5EF4-FFF2-40B4-BE49-F238E27FC236}">
                      <a16:creationId xmlns:a16="http://schemas.microsoft.com/office/drawing/2014/main" id="{EA42E9DB-E27E-9228-1BED-D5FCB355642A}"/>
                    </a:ext>
                  </a:extLst>
                </p:cNvPr>
                <p:cNvPicPr/>
                <p:nvPr/>
              </p:nvPicPr>
              <p:blipFill>
                <a:blip r:embed="rId190"/>
                <a:stretch>
                  <a:fillRect/>
                </a:stretch>
              </p:blipFill>
              <p:spPr>
                <a:xfrm>
                  <a:off x="7011048" y="1385762"/>
                  <a:ext cx="127080" cy="270360"/>
                </a:xfrm>
                <a:prstGeom prst="rect">
                  <a:avLst/>
                </a:prstGeom>
              </p:spPr>
            </p:pic>
          </mc:Fallback>
        </mc:AlternateContent>
        <mc:AlternateContent xmlns:mc="http://schemas.openxmlformats.org/markup-compatibility/2006" xmlns:p14="http://schemas.microsoft.com/office/powerpoint/2010/main">
          <mc:Choice Requires="p14">
            <p:contentPart p14:bwMode="auto" r:id="rId191">
              <p14:nvContentPartPr>
                <p14:cNvPr id="117" name="Ink 116">
                  <a:extLst>
                    <a:ext uri="{FF2B5EF4-FFF2-40B4-BE49-F238E27FC236}">
                      <a16:creationId xmlns:a16="http://schemas.microsoft.com/office/drawing/2014/main" id="{8F96185C-0C27-D2E6-ABC4-B3520DDA9F7E}"/>
                    </a:ext>
                  </a:extLst>
                </p14:cNvPr>
                <p14:cNvContentPartPr/>
                <p14:nvPr/>
              </p14:nvContentPartPr>
              <p14:xfrm>
                <a:off x="6541248" y="1800122"/>
                <a:ext cx="1949040" cy="46080"/>
              </p14:xfrm>
            </p:contentPart>
          </mc:Choice>
          <mc:Fallback xmlns="">
            <p:pic>
              <p:nvPicPr>
                <p:cNvPr id="117" name="Ink 116">
                  <a:extLst>
                    <a:ext uri="{FF2B5EF4-FFF2-40B4-BE49-F238E27FC236}">
                      <a16:creationId xmlns:a16="http://schemas.microsoft.com/office/drawing/2014/main" id="{8F96185C-0C27-D2E6-ABC4-B3520DDA9F7E}"/>
                    </a:ext>
                  </a:extLst>
                </p:cNvPr>
                <p:cNvPicPr/>
                <p:nvPr/>
              </p:nvPicPr>
              <p:blipFill>
                <a:blip r:embed="rId192"/>
                <a:stretch>
                  <a:fillRect/>
                </a:stretch>
              </p:blipFill>
              <p:spPr>
                <a:xfrm>
                  <a:off x="6536928" y="1795802"/>
                  <a:ext cx="1957680" cy="54720"/>
                </a:xfrm>
                <a:prstGeom prst="rect">
                  <a:avLst/>
                </a:prstGeom>
              </p:spPr>
            </p:pic>
          </mc:Fallback>
        </mc:AlternateContent>
      </p:grpSp>
      <p:grpSp>
        <p:nvGrpSpPr>
          <p:cNvPr id="148" name="Group 147">
            <a:extLst>
              <a:ext uri="{FF2B5EF4-FFF2-40B4-BE49-F238E27FC236}">
                <a16:creationId xmlns:a16="http://schemas.microsoft.com/office/drawing/2014/main" id="{8D5A6111-B9A0-F5AD-451E-76A100F7ACD3}"/>
              </a:ext>
            </a:extLst>
          </p:cNvPr>
          <p:cNvGrpSpPr/>
          <p:nvPr/>
        </p:nvGrpSpPr>
        <p:grpSpPr>
          <a:xfrm>
            <a:off x="6639888" y="1847642"/>
            <a:ext cx="2149920" cy="849600"/>
            <a:chOff x="6639888" y="1847642"/>
            <a:chExt cx="2149920" cy="849600"/>
          </a:xfrm>
        </p:grpSpPr>
        <mc:AlternateContent xmlns:mc="http://schemas.openxmlformats.org/markup-compatibility/2006" xmlns:p14="http://schemas.microsoft.com/office/powerpoint/2010/main">
          <mc:Choice Requires="p14">
            <p:contentPart p14:bwMode="auto" r:id="rId193">
              <p14:nvContentPartPr>
                <p14:cNvPr id="119" name="Ink 118">
                  <a:extLst>
                    <a:ext uri="{FF2B5EF4-FFF2-40B4-BE49-F238E27FC236}">
                      <a16:creationId xmlns:a16="http://schemas.microsoft.com/office/drawing/2014/main" id="{526220B7-4168-DC9C-32C8-376800EDA558}"/>
                    </a:ext>
                  </a:extLst>
                </p14:cNvPr>
                <p14:cNvContentPartPr/>
                <p14:nvPr/>
              </p14:nvContentPartPr>
              <p14:xfrm>
                <a:off x="6639888" y="1982282"/>
                <a:ext cx="254520" cy="238320"/>
              </p14:xfrm>
            </p:contentPart>
          </mc:Choice>
          <mc:Fallback xmlns="">
            <p:pic>
              <p:nvPicPr>
                <p:cNvPr id="119" name="Ink 118">
                  <a:extLst>
                    <a:ext uri="{FF2B5EF4-FFF2-40B4-BE49-F238E27FC236}">
                      <a16:creationId xmlns:a16="http://schemas.microsoft.com/office/drawing/2014/main" id="{526220B7-4168-DC9C-32C8-376800EDA558}"/>
                    </a:ext>
                  </a:extLst>
                </p:cNvPr>
                <p:cNvPicPr/>
                <p:nvPr/>
              </p:nvPicPr>
              <p:blipFill>
                <a:blip r:embed="rId194"/>
                <a:stretch>
                  <a:fillRect/>
                </a:stretch>
              </p:blipFill>
              <p:spPr>
                <a:xfrm>
                  <a:off x="6635568" y="1977962"/>
                  <a:ext cx="263160" cy="246960"/>
                </a:xfrm>
                <a:prstGeom prst="rect">
                  <a:avLst/>
                </a:prstGeom>
              </p:spPr>
            </p:pic>
          </mc:Fallback>
        </mc:AlternateContent>
        <mc:AlternateContent xmlns:mc="http://schemas.openxmlformats.org/markup-compatibility/2006" xmlns:p14="http://schemas.microsoft.com/office/powerpoint/2010/main">
          <mc:Choice Requires="p14">
            <p:contentPart p14:bwMode="auto" r:id="rId195">
              <p14:nvContentPartPr>
                <p14:cNvPr id="120" name="Ink 119">
                  <a:extLst>
                    <a:ext uri="{FF2B5EF4-FFF2-40B4-BE49-F238E27FC236}">
                      <a16:creationId xmlns:a16="http://schemas.microsoft.com/office/drawing/2014/main" id="{D0FC8D5E-4700-1B86-2E9C-439441B39BAE}"/>
                    </a:ext>
                  </a:extLst>
                </p14:cNvPr>
                <p14:cNvContentPartPr/>
                <p14:nvPr/>
              </p14:nvContentPartPr>
              <p14:xfrm>
                <a:off x="6899448" y="1943042"/>
                <a:ext cx="150480" cy="223560"/>
              </p14:xfrm>
            </p:contentPart>
          </mc:Choice>
          <mc:Fallback xmlns="">
            <p:pic>
              <p:nvPicPr>
                <p:cNvPr id="120" name="Ink 119">
                  <a:extLst>
                    <a:ext uri="{FF2B5EF4-FFF2-40B4-BE49-F238E27FC236}">
                      <a16:creationId xmlns:a16="http://schemas.microsoft.com/office/drawing/2014/main" id="{D0FC8D5E-4700-1B86-2E9C-439441B39BAE}"/>
                    </a:ext>
                  </a:extLst>
                </p:cNvPr>
                <p:cNvPicPr/>
                <p:nvPr/>
              </p:nvPicPr>
              <p:blipFill>
                <a:blip r:embed="rId196"/>
                <a:stretch>
                  <a:fillRect/>
                </a:stretch>
              </p:blipFill>
              <p:spPr>
                <a:xfrm>
                  <a:off x="6895128" y="1938722"/>
                  <a:ext cx="159120" cy="232200"/>
                </a:xfrm>
                <a:prstGeom prst="rect">
                  <a:avLst/>
                </a:prstGeom>
              </p:spPr>
            </p:pic>
          </mc:Fallback>
        </mc:AlternateContent>
        <mc:AlternateContent xmlns:mc="http://schemas.openxmlformats.org/markup-compatibility/2006" xmlns:p14="http://schemas.microsoft.com/office/powerpoint/2010/main">
          <mc:Choice Requires="p14">
            <p:contentPart p14:bwMode="auto" r:id="rId197">
              <p14:nvContentPartPr>
                <p14:cNvPr id="121" name="Ink 120">
                  <a:extLst>
                    <a:ext uri="{FF2B5EF4-FFF2-40B4-BE49-F238E27FC236}">
                      <a16:creationId xmlns:a16="http://schemas.microsoft.com/office/drawing/2014/main" id="{CC57BF1B-9686-1D43-CEC1-C9CBA4A0D438}"/>
                    </a:ext>
                  </a:extLst>
                </p14:cNvPr>
                <p14:cNvContentPartPr/>
                <p14:nvPr/>
              </p14:nvContentPartPr>
              <p14:xfrm>
                <a:off x="7088808" y="1938722"/>
                <a:ext cx="135360" cy="253080"/>
              </p14:xfrm>
            </p:contentPart>
          </mc:Choice>
          <mc:Fallback xmlns="">
            <p:pic>
              <p:nvPicPr>
                <p:cNvPr id="121" name="Ink 120">
                  <a:extLst>
                    <a:ext uri="{FF2B5EF4-FFF2-40B4-BE49-F238E27FC236}">
                      <a16:creationId xmlns:a16="http://schemas.microsoft.com/office/drawing/2014/main" id="{CC57BF1B-9686-1D43-CEC1-C9CBA4A0D438}"/>
                    </a:ext>
                  </a:extLst>
                </p:cNvPr>
                <p:cNvPicPr/>
                <p:nvPr/>
              </p:nvPicPr>
              <p:blipFill>
                <a:blip r:embed="rId198"/>
                <a:stretch>
                  <a:fillRect/>
                </a:stretch>
              </p:blipFill>
              <p:spPr>
                <a:xfrm>
                  <a:off x="7084488" y="1934402"/>
                  <a:ext cx="144000" cy="261720"/>
                </a:xfrm>
                <a:prstGeom prst="rect">
                  <a:avLst/>
                </a:prstGeom>
              </p:spPr>
            </p:pic>
          </mc:Fallback>
        </mc:AlternateContent>
        <mc:AlternateContent xmlns:mc="http://schemas.openxmlformats.org/markup-compatibility/2006" xmlns:p14="http://schemas.microsoft.com/office/powerpoint/2010/main">
          <mc:Choice Requires="p14">
            <p:contentPart p14:bwMode="auto" r:id="rId199">
              <p14:nvContentPartPr>
                <p14:cNvPr id="122" name="Ink 121">
                  <a:extLst>
                    <a:ext uri="{FF2B5EF4-FFF2-40B4-BE49-F238E27FC236}">
                      <a16:creationId xmlns:a16="http://schemas.microsoft.com/office/drawing/2014/main" id="{1F4B00EB-70EB-68D5-4617-72530C4BED1A}"/>
                    </a:ext>
                  </a:extLst>
                </p14:cNvPr>
                <p14:cNvContentPartPr/>
                <p14:nvPr/>
              </p14:nvContentPartPr>
              <p14:xfrm>
                <a:off x="7358088" y="1901642"/>
                <a:ext cx="123480" cy="155160"/>
              </p14:xfrm>
            </p:contentPart>
          </mc:Choice>
          <mc:Fallback xmlns="">
            <p:pic>
              <p:nvPicPr>
                <p:cNvPr id="122" name="Ink 121">
                  <a:extLst>
                    <a:ext uri="{FF2B5EF4-FFF2-40B4-BE49-F238E27FC236}">
                      <a16:creationId xmlns:a16="http://schemas.microsoft.com/office/drawing/2014/main" id="{1F4B00EB-70EB-68D5-4617-72530C4BED1A}"/>
                    </a:ext>
                  </a:extLst>
                </p:cNvPr>
                <p:cNvPicPr/>
                <p:nvPr/>
              </p:nvPicPr>
              <p:blipFill>
                <a:blip r:embed="rId200"/>
                <a:stretch>
                  <a:fillRect/>
                </a:stretch>
              </p:blipFill>
              <p:spPr>
                <a:xfrm>
                  <a:off x="7353768" y="1897322"/>
                  <a:ext cx="132120" cy="163800"/>
                </a:xfrm>
                <a:prstGeom prst="rect">
                  <a:avLst/>
                </a:prstGeom>
              </p:spPr>
            </p:pic>
          </mc:Fallback>
        </mc:AlternateContent>
        <mc:AlternateContent xmlns:mc="http://schemas.openxmlformats.org/markup-compatibility/2006" xmlns:p14="http://schemas.microsoft.com/office/powerpoint/2010/main">
          <mc:Choice Requires="p14">
            <p:contentPart p14:bwMode="auto" r:id="rId201">
              <p14:nvContentPartPr>
                <p14:cNvPr id="123" name="Ink 122">
                  <a:extLst>
                    <a:ext uri="{FF2B5EF4-FFF2-40B4-BE49-F238E27FC236}">
                      <a16:creationId xmlns:a16="http://schemas.microsoft.com/office/drawing/2014/main" id="{6E83A0C1-2DB1-8A92-73AA-F526E1B0F5B3}"/>
                    </a:ext>
                  </a:extLst>
                </p14:cNvPr>
                <p14:cNvContentPartPr/>
                <p14:nvPr/>
              </p14:nvContentPartPr>
              <p14:xfrm>
                <a:off x="7519368" y="1934042"/>
                <a:ext cx="158040" cy="202680"/>
              </p14:xfrm>
            </p:contentPart>
          </mc:Choice>
          <mc:Fallback xmlns="">
            <p:pic>
              <p:nvPicPr>
                <p:cNvPr id="123" name="Ink 122">
                  <a:extLst>
                    <a:ext uri="{FF2B5EF4-FFF2-40B4-BE49-F238E27FC236}">
                      <a16:creationId xmlns:a16="http://schemas.microsoft.com/office/drawing/2014/main" id="{6E83A0C1-2DB1-8A92-73AA-F526E1B0F5B3}"/>
                    </a:ext>
                  </a:extLst>
                </p:cNvPr>
                <p:cNvPicPr/>
                <p:nvPr/>
              </p:nvPicPr>
              <p:blipFill>
                <a:blip r:embed="rId202"/>
                <a:stretch>
                  <a:fillRect/>
                </a:stretch>
              </p:blipFill>
              <p:spPr>
                <a:xfrm>
                  <a:off x="7515048" y="1929722"/>
                  <a:ext cx="166680" cy="211320"/>
                </a:xfrm>
                <a:prstGeom prst="rect">
                  <a:avLst/>
                </a:prstGeom>
              </p:spPr>
            </p:pic>
          </mc:Fallback>
        </mc:AlternateContent>
        <mc:AlternateContent xmlns:mc="http://schemas.openxmlformats.org/markup-compatibility/2006" xmlns:p14="http://schemas.microsoft.com/office/powerpoint/2010/main">
          <mc:Choice Requires="p14">
            <p:contentPart p14:bwMode="auto" r:id="rId203">
              <p14:nvContentPartPr>
                <p14:cNvPr id="124" name="Ink 123">
                  <a:extLst>
                    <a:ext uri="{FF2B5EF4-FFF2-40B4-BE49-F238E27FC236}">
                      <a16:creationId xmlns:a16="http://schemas.microsoft.com/office/drawing/2014/main" id="{9969DB46-FA96-6629-E442-5239EB2F9F32}"/>
                    </a:ext>
                  </a:extLst>
                </p14:cNvPr>
                <p14:cNvContentPartPr/>
                <p14:nvPr/>
              </p14:nvContentPartPr>
              <p14:xfrm>
                <a:off x="7790808" y="2098202"/>
                <a:ext cx="114120" cy="6480"/>
              </p14:xfrm>
            </p:contentPart>
          </mc:Choice>
          <mc:Fallback xmlns="">
            <p:pic>
              <p:nvPicPr>
                <p:cNvPr id="124" name="Ink 123">
                  <a:extLst>
                    <a:ext uri="{FF2B5EF4-FFF2-40B4-BE49-F238E27FC236}">
                      <a16:creationId xmlns:a16="http://schemas.microsoft.com/office/drawing/2014/main" id="{9969DB46-FA96-6629-E442-5239EB2F9F32}"/>
                    </a:ext>
                  </a:extLst>
                </p:cNvPr>
                <p:cNvPicPr/>
                <p:nvPr/>
              </p:nvPicPr>
              <p:blipFill>
                <a:blip r:embed="rId204"/>
                <a:stretch>
                  <a:fillRect/>
                </a:stretch>
              </p:blipFill>
              <p:spPr>
                <a:xfrm>
                  <a:off x="7786488" y="2093882"/>
                  <a:ext cx="122760" cy="15120"/>
                </a:xfrm>
                <a:prstGeom prst="rect">
                  <a:avLst/>
                </a:prstGeom>
              </p:spPr>
            </p:pic>
          </mc:Fallback>
        </mc:AlternateContent>
        <mc:AlternateContent xmlns:mc="http://schemas.openxmlformats.org/markup-compatibility/2006" xmlns:p14="http://schemas.microsoft.com/office/powerpoint/2010/main">
          <mc:Choice Requires="p14">
            <p:contentPart p14:bwMode="auto" r:id="rId205">
              <p14:nvContentPartPr>
                <p14:cNvPr id="125" name="Ink 124">
                  <a:extLst>
                    <a:ext uri="{FF2B5EF4-FFF2-40B4-BE49-F238E27FC236}">
                      <a16:creationId xmlns:a16="http://schemas.microsoft.com/office/drawing/2014/main" id="{9A83D878-76BA-7E7B-0296-97C9EB5DFAF1}"/>
                    </a:ext>
                  </a:extLst>
                </p14:cNvPr>
                <p14:cNvContentPartPr/>
                <p14:nvPr/>
              </p14:nvContentPartPr>
              <p14:xfrm>
                <a:off x="7806288" y="2011082"/>
                <a:ext cx="104400" cy="257760"/>
              </p14:xfrm>
            </p:contentPart>
          </mc:Choice>
          <mc:Fallback xmlns="">
            <p:pic>
              <p:nvPicPr>
                <p:cNvPr id="125" name="Ink 124">
                  <a:extLst>
                    <a:ext uri="{FF2B5EF4-FFF2-40B4-BE49-F238E27FC236}">
                      <a16:creationId xmlns:a16="http://schemas.microsoft.com/office/drawing/2014/main" id="{9A83D878-76BA-7E7B-0296-97C9EB5DFAF1}"/>
                    </a:ext>
                  </a:extLst>
                </p:cNvPr>
                <p:cNvPicPr/>
                <p:nvPr/>
              </p:nvPicPr>
              <p:blipFill>
                <a:blip r:embed="rId206"/>
                <a:stretch>
                  <a:fillRect/>
                </a:stretch>
              </p:blipFill>
              <p:spPr>
                <a:xfrm>
                  <a:off x="7801968" y="2006762"/>
                  <a:ext cx="113040" cy="266400"/>
                </a:xfrm>
                <a:prstGeom prst="rect">
                  <a:avLst/>
                </a:prstGeom>
              </p:spPr>
            </p:pic>
          </mc:Fallback>
        </mc:AlternateContent>
        <mc:AlternateContent xmlns:mc="http://schemas.openxmlformats.org/markup-compatibility/2006" xmlns:p14="http://schemas.microsoft.com/office/powerpoint/2010/main">
          <mc:Choice Requires="p14">
            <p:contentPart p14:bwMode="auto" r:id="rId207">
              <p14:nvContentPartPr>
                <p14:cNvPr id="127" name="Ink 126">
                  <a:extLst>
                    <a:ext uri="{FF2B5EF4-FFF2-40B4-BE49-F238E27FC236}">
                      <a16:creationId xmlns:a16="http://schemas.microsoft.com/office/drawing/2014/main" id="{9EC7CC24-B707-075F-4642-D5E81E32F2A1}"/>
                    </a:ext>
                  </a:extLst>
                </p14:cNvPr>
                <p14:cNvContentPartPr/>
                <p14:nvPr/>
              </p14:nvContentPartPr>
              <p14:xfrm>
                <a:off x="8077728" y="1903442"/>
                <a:ext cx="73800" cy="85320"/>
              </p14:xfrm>
            </p:contentPart>
          </mc:Choice>
          <mc:Fallback xmlns="">
            <p:pic>
              <p:nvPicPr>
                <p:cNvPr id="127" name="Ink 126">
                  <a:extLst>
                    <a:ext uri="{FF2B5EF4-FFF2-40B4-BE49-F238E27FC236}">
                      <a16:creationId xmlns:a16="http://schemas.microsoft.com/office/drawing/2014/main" id="{9EC7CC24-B707-075F-4642-D5E81E32F2A1}"/>
                    </a:ext>
                  </a:extLst>
                </p:cNvPr>
                <p:cNvPicPr/>
                <p:nvPr/>
              </p:nvPicPr>
              <p:blipFill>
                <a:blip r:embed="rId208"/>
                <a:stretch>
                  <a:fillRect/>
                </a:stretch>
              </p:blipFill>
              <p:spPr>
                <a:xfrm>
                  <a:off x="8073408" y="1899122"/>
                  <a:ext cx="8244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209">
              <p14:nvContentPartPr>
                <p14:cNvPr id="128" name="Ink 127">
                  <a:extLst>
                    <a:ext uri="{FF2B5EF4-FFF2-40B4-BE49-F238E27FC236}">
                      <a16:creationId xmlns:a16="http://schemas.microsoft.com/office/drawing/2014/main" id="{4276EF9D-8930-0714-A6B4-88D52C33A74E}"/>
                    </a:ext>
                  </a:extLst>
                </p14:cNvPr>
                <p14:cNvContentPartPr/>
                <p14:nvPr/>
              </p14:nvContentPartPr>
              <p14:xfrm>
                <a:off x="8051808" y="1878242"/>
                <a:ext cx="73440" cy="63000"/>
              </p14:xfrm>
            </p:contentPart>
          </mc:Choice>
          <mc:Fallback xmlns="">
            <p:pic>
              <p:nvPicPr>
                <p:cNvPr id="128" name="Ink 127">
                  <a:extLst>
                    <a:ext uri="{FF2B5EF4-FFF2-40B4-BE49-F238E27FC236}">
                      <a16:creationId xmlns:a16="http://schemas.microsoft.com/office/drawing/2014/main" id="{4276EF9D-8930-0714-A6B4-88D52C33A74E}"/>
                    </a:ext>
                  </a:extLst>
                </p:cNvPr>
                <p:cNvPicPr/>
                <p:nvPr/>
              </p:nvPicPr>
              <p:blipFill>
                <a:blip r:embed="rId210"/>
                <a:stretch>
                  <a:fillRect/>
                </a:stretch>
              </p:blipFill>
              <p:spPr>
                <a:xfrm>
                  <a:off x="8047488" y="1873922"/>
                  <a:ext cx="82080" cy="71640"/>
                </a:xfrm>
                <a:prstGeom prst="rect">
                  <a:avLst/>
                </a:prstGeom>
              </p:spPr>
            </p:pic>
          </mc:Fallback>
        </mc:AlternateContent>
        <mc:AlternateContent xmlns:mc="http://schemas.openxmlformats.org/markup-compatibility/2006" xmlns:p14="http://schemas.microsoft.com/office/powerpoint/2010/main">
          <mc:Choice Requires="p14">
            <p:contentPart p14:bwMode="auto" r:id="rId211">
              <p14:nvContentPartPr>
                <p14:cNvPr id="129" name="Ink 128">
                  <a:extLst>
                    <a:ext uri="{FF2B5EF4-FFF2-40B4-BE49-F238E27FC236}">
                      <a16:creationId xmlns:a16="http://schemas.microsoft.com/office/drawing/2014/main" id="{FE0120DE-E479-69F0-F88C-390E8A04330D}"/>
                    </a:ext>
                  </a:extLst>
                </p14:cNvPr>
                <p14:cNvContentPartPr/>
                <p14:nvPr/>
              </p14:nvContentPartPr>
              <p14:xfrm>
                <a:off x="8054688" y="1895162"/>
                <a:ext cx="196920" cy="173160"/>
              </p14:xfrm>
            </p:contentPart>
          </mc:Choice>
          <mc:Fallback xmlns="">
            <p:pic>
              <p:nvPicPr>
                <p:cNvPr id="129" name="Ink 128">
                  <a:extLst>
                    <a:ext uri="{FF2B5EF4-FFF2-40B4-BE49-F238E27FC236}">
                      <a16:creationId xmlns:a16="http://schemas.microsoft.com/office/drawing/2014/main" id="{FE0120DE-E479-69F0-F88C-390E8A04330D}"/>
                    </a:ext>
                  </a:extLst>
                </p:cNvPr>
                <p:cNvPicPr/>
                <p:nvPr/>
              </p:nvPicPr>
              <p:blipFill>
                <a:blip r:embed="rId212"/>
                <a:stretch>
                  <a:fillRect/>
                </a:stretch>
              </p:blipFill>
              <p:spPr>
                <a:xfrm>
                  <a:off x="8050368" y="1890842"/>
                  <a:ext cx="205560" cy="181800"/>
                </a:xfrm>
                <a:prstGeom prst="rect">
                  <a:avLst/>
                </a:prstGeom>
              </p:spPr>
            </p:pic>
          </mc:Fallback>
        </mc:AlternateContent>
        <mc:AlternateContent xmlns:mc="http://schemas.openxmlformats.org/markup-compatibility/2006" xmlns:p14="http://schemas.microsoft.com/office/powerpoint/2010/main">
          <mc:Choice Requires="p14">
            <p:contentPart p14:bwMode="auto" r:id="rId213">
              <p14:nvContentPartPr>
                <p14:cNvPr id="130" name="Ink 129">
                  <a:extLst>
                    <a:ext uri="{FF2B5EF4-FFF2-40B4-BE49-F238E27FC236}">
                      <a16:creationId xmlns:a16="http://schemas.microsoft.com/office/drawing/2014/main" id="{808C7714-447F-0D05-8875-30EDB19D349F}"/>
                    </a:ext>
                  </a:extLst>
                </p14:cNvPr>
                <p14:cNvContentPartPr/>
                <p14:nvPr/>
              </p14:nvContentPartPr>
              <p14:xfrm>
                <a:off x="8174928" y="1960322"/>
                <a:ext cx="9720" cy="235440"/>
              </p14:xfrm>
            </p:contentPart>
          </mc:Choice>
          <mc:Fallback xmlns="">
            <p:pic>
              <p:nvPicPr>
                <p:cNvPr id="130" name="Ink 129">
                  <a:extLst>
                    <a:ext uri="{FF2B5EF4-FFF2-40B4-BE49-F238E27FC236}">
                      <a16:creationId xmlns:a16="http://schemas.microsoft.com/office/drawing/2014/main" id="{808C7714-447F-0D05-8875-30EDB19D349F}"/>
                    </a:ext>
                  </a:extLst>
                </p:cNvPr>
                <p:cNvPicPr/>
                <p:nvPr/>
              </p:nvPicPr>
              <p:blipFill>
                <a:blip r:embed="rId214"/>
                <a:stretch>
                  <a:fillRect/>
                </a:stretch>
              </p:blipFill>
              <p:spPr>
                <a:xfrm>
                  <a:off x="8170608" y="1956002"/>
                  <a:ext cx="18360" cy="244080"/>
                </a:xfrm>
                <a:prstGeom prst="rect">
                  <a:avLst/>
                </a:prstGeom>
              </p:spPr>
            </p:pic>
          </mc:Fallback>
        </mc:AlternateContent>
        <mc:AlternateContent xmlns:mc="http://schemas.openxmlformats.org/markup-compatibility/2006" xmlns:p14="http://schemas.microsoft.com/office/powerpoint/2010/main">
          <mc:Choice Requires="p14">
            <p:contentPart p14:bwMode="auto" r:id="rId215">
              <p14:nvContentPartPr>
                <p14:cNvPr id="131" name="Ink 130">
                  <a:extLst>
                    <a:ext uri="{FF2B5EF4-FFF2-40B4-BE49-F238E27FC236}">
                      <a16:creationId xmlns:a16="http://schemas.microsoft.com/office/drawing/2014/main" id="{F0AA88C9-C8D3-4FC5-569F-257C5FA4F00A}"/>
                    </a:ext>
                  </a:extLst>
                </p14:cNvPr>
                <p14:cNvContentPartPr/>
                <p14:nvPr/>
              </p14:nvContentPartPr>
              <p14:xfrm>
                <a:off x="8371848" y="1929362"/>
                <a:ext cx="102600" cy="204840"/>
              </p14:xfrm>
            </p:contentPart>
          </mc:Choice>
          <mc:Fallback xmlns="">
            <p:pic>
              <p:nvPicPr>
                <p:cNvPr id="131" name="Ink 130">
                  <a:extLst>
                    <a:ext uri="{FF2B5EF4-FFF2-40B4-BE49-F238E27FC236}">
                      <a16:creationId xmlns:a16="http://schemas.microsoft.com/office/drawing/2014/main" id="{F0AA88C9-C8D3-4FC5-569F-257C5FA4F00A}"/>
                    </a:ext>
                  </a:extLst>
                </p:cNvPr>
                <p:cNvPicPr/>
                <p:nvPr/>
              </p:nvPicPr>
              <p:blipFill>
                <a:blip r:embed="rId216"/>
                <a:stretch>
                  <a:fillRect/>
                </a:stretch>
              </p:blipFill>
              <p:spPr>
                <a:xfrm>
                  <a:off x="8367528" y="1925042"/>
                  <a:ext cx="111240" cy="213480"/>
                </a:xfrm>
                <a:prstGeom prst="rect">
                  <a:avLst/>
                </a:prstGeom>
              </p:spPr>
            </p:pic>
          </mc:Fallback>
        </mc:AlternateContent>
        <mc:AlternateContent xmlns:mc="http://schemas.openxmlformats.org/markup-compatibility/2006" xmlns:p14="http://schemas.microsoft.com/office/powerpoint/2010/main">
          <mc:Choice Requires="p14">
            <p:contentPart p14:bwMode="auto" r:id="rId217">
              <p14:nvContentPartPr>
                <p14:cNvPr id="132" name="Ink 131">
                  <a:extLst>
                    <a:ext uri="{FF2B5EF4-FFF2-40B4-BE49-F238E27FC236}">
                      <a16:creationId xmlns:a16="http://schemas.microsoft.com/office/drawing/2014/main" id="{D2274B6C-FC59-39D9-7B8C-34A93140FA71}"/>
                    </a:ext>
                  </a:extLst>
                </p14:cNvPr>
                <p14:cNvContentPartPr/>
                <p14:nvPr/>
              </p14:nvContentPartPr>
              <p14:xfrm>
                <a:off x="8532048" y="1914962"/>
                <a:ext cx="145800" cy="18000"/>
              </p14:xfrm>
            </p:contentPart>
          </mc:Choice>
          <mc:Fallback xmlns="">
            <p:pic>
              <p:nvPicPr>
                <p:cNvPr id="132" name="Ink 131">
                  <a:extLst>
                    <a:ext uri="{FF2B5EF4-FFF2-40B4-BE49-F238E27FC236}">
                      <a16:creationId xmlns:a16="http://schemas.microsoft.com/office/drawing/2014/main" id="{D2274B6C-FC59-39D9-7B8C-34A93140FA71}"/>
                    </a:ext>
                  </a:extLst>
                </p:cNvPr>
                <p:cNvPicPr/>
                <p:nvPr/>
              </p:nvPicPr>
              <p:blipFill>
                <a:blip r:embed="rId218"/>
                <a:stretch>
                  <a:fillRect/>
                </a:stretch>
              </p:blipFill>
              <p:spPr>
                <a:xfrm>
                  <a:off x="8527728" y="1910642"/>
                  <a:ext cx="15444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219">
              <p14:nvContentPartPr>
                <p14:cNvPr id="133" name="Ink 132">
                  <a:extLst>
                    <a:ext uri="{FF2B5EF4-FFF2-40B4-BE49-F238E27FC236}">
                      <a16:creationId xmlns:a16="http://schemas.microsoft.com/office/drawing/2014/main" id="{2AD64947-8BA2-E8AA-6B22-18FC1E5B78C9}"/>
                    </a:ext>
                  </a:extLst>
                </p14:cNvPr>
                <p14:cNvContentPartPr/>
                <p14:nvPr/>
              </p14:nvContentPartPr>
              <p14:xfrm>
                <a:off x="8516568" y="1930442"/>
                <a:ext cx="82080" cy="178560"/>
              </p14:xfrm>
            </p:contentPart>
          </mc:Choice>
          <mc:Fallback xmlns="">
            <p:pic>
              <p:nvPicPr>
                <p:cNvPr id="133" name="Ink 132">
                  <a:extLst>
                    <a:ext uri="{FF2B5EF4-FFF2-40B4-BE49-F238E27FC236}">
                      <a16:creationId xmlns:a16="http://schemas.microsoft.com/office/drawing/2014/main" id="{2AD64947-8BA2-E8AA-6B22-18FC1E5B78C9}"/>
                    </a:ext>
                  </a:extLst>
                </p:cNvPr>
                <p:cNvPicPr/>
                <p:nvPr/>
              </p:nvPicPr>
              <p:blipFill>
                <a:blip r:embed="rId220"/>
                <a:stretch>
                  <a:fillRect/>
                </a:stretch>
              </p:blipFill>
              <p:spPr>
                <a:xfrm>
                  <a:off x="8512248" y="1926122"/>
                  <a:ext cx="90720" cy="187200"/>
                </a:xfrm>
                <a:prstGeom prst="rect">
                  <a:avLst/>
                </a:prstGeom>
              </p:spPr>
            </p:pic>
          </mc:Fallback>
        </mc:AlternateContent>
        <mc:AlternateContent xmlns:mc="http://schemas.openxmlformats.org/markup-compatibility/2006" xmlns:p14="http://schemas.microsoft.com/office/powerpoint/2010/main">
          <mc:Choice Requires="p14">
            <p:contentPart p14:bwMode="auto" r:id="rId221">
              <p14:nvContentPartPr>
                <p14:cNvPr id="134" name="Ink 133">
                  <a:extLst>
                    <a:ext uri="{FF2B5EF4-FFF2-40B4-BE49-F238E27FC236}">
                      <a16:creationId xmlns:a16="http://schemas.microsoft.com/office/drawing/2014/main" id="{4D49090A-4219-D0C9-B29F-AE4C5EEC9512}"/>
                    </a:ext>
                  </a:extLst>
                </p14:cNvPr>
                <p14:cNvContentPartPr/>
                <p14:nvPr/>
              </p14:nvContentPartPr>
              <p14:xfrm>
                <a:off x="8750568" y="1912802"/>
                <a:ext cx="39240" cy="171000"/>
              </p14:xfrm>
            </p:contentPart>
          </mc:Choice>
          <mc:Fallback xmlns="">
            <p:pic>
              <p:nvPicPr>
                <p:cNvPr id="134" name="Ink 133">
                  <a:extLst>
                    <a:ext uri="{FF2B5EF4-FFF2-40B4-BE49-F238E27FC236}">
                      <a16:creationId xmlns:a16="http://schemas.microsoft.com/office/drawing/2014/main" id="{4D49090A-4219-D0C9-B29F-AE4C5EEC9512}"/>
                    </a:ext>
                  </a:extLst>
                </p:cNvPr>
                <p:cNvPicPr/>
                <p:nvPr/>
              </p:nvPicPr>
              <p:blipFill>
                <a:blip r:embed="rId222"/>
                <a:stretch>
                  <a:fillRect/>
                </a:stretch>
              </p:blipFill>
              <p:spPr>
                <a:xfrm>
                  <a:off x="8746248" y="1908482"/>
                  <a:ext cx="47880" cy="179640"/>
                </a:xfrm>
                <a:prstGeom prst="rect">
                  <a:avLst/>
                </a:prstGeom>
              </p:spPr>
            </p:pic>
          </mc:Fallback>
        </mc:AlternateContent>
        <mc:AlternateContent xmlns:mc="http://schemas.openxmlformats.org/markup-compatibility/2006" xmlns:p14="http://schemas.microsoft.com/office/powerpoint/2010/main">
          <mc:Choice Requires="p14">
            <p:contentPart p14:bwMode="auto" r:id="rId223">
              <p14:nvContentPartPr>
                <p14:cNvPr id="135" name="Ink 134">
                  <a:extLst>
                    <a:ext uri="{FF2B5EF4-FFF2-40B4-BE49-F238E27FC236}">
                      <a16:creationId xmlns:a16="http://schemas.microsoft.com/office/drawing/2014/main" id="{99F56E71-68A5-FADF-B6D1-CB42D5BDAB1D}"/>
                    </a:ext>
                  </a:extLst>
                </p14:cNvPr>
                <p14:cNvContentPartPr/>
                <p14:nvPr/>
              </p14:nvContentPartPr>
              <p14:xfrm>
                <a:off x="8166648" y="1847642"/>
                <a:ext cx="604800" cy="24120"/>
              </p14:xfrm>
            </p:contentPart>
          </mc:Choice>
          <mc:Fallback xmlns="">
            <p:pic>
              <p:nvPicPr>
                <p:cNvPr id="135" name="Ink 134">
                  <a:extLst>
                    <a:ext uri="{FF2B5EF4-FFF2-40B4-BE49-F238E27FC236}">
                      <a16:creationId xmlns:a16="http://schemas.microsoft.com/office/drawing/2014/main" id="{99F56E71-68A5-FADF-B6D1-CB42D5BDAB1D}"/>
                    </a:ext>
                  </a:extLst>
                </p:cNvPr>
                <p:cNvPicPr/>
                <p:nvPr/>
              </p:nvPicPr>
              <p:blipFill>
                <a:blip r:embed="rId224"/>
                <a:stretch>
                  <a:fillRect/>
                </a:stretch>
              </p:blipFill>
              <p:spPr>
                <a:xfrm>
                  <a:off x="8162328" y="1843322"/>
                  <a:ext cx="613440" cy="32760"/>
                </a:xfrm>
                <a:prstGeom prst="rect">
                  <a:avLst/>
                </a:prstGeom>
              </p:spPr>
            </p:pic>
          </mc:Fallback>
        </mc:AlternateContent>
        <mc:AlternateContent xmlns:mc="http://schemas.openxmlformats.org/markup-compatibility/2006" xmlns:p14="http://schemas.microsoft.com/office/powerpoint/2010/main">
          <mc:Choice Requires="p14">
            <p:contentPart p14:bwMode="auto" r:id="rId225">
              <p14:nvContentPartPr>
                <p14:cNvPr id="137" name="Ink 136">
                  <a:extLst>
                    <a:ext uri="{FF2B5EF4-FFF2-40B4-BE49-F238E27FC236}">
                      <a16:creationId xmlns:a16="http://schemas.microsoft.com/office/drawing/2014/main" id="{5CC5711F-F979-6A58-F770-4D49165AEF7A}"/>
                    </a:ext>
                  </a:extLst>
                </p14:cNvPr>
                <p14:cNvContentPartPr/>
                <p14:nvPr/>
              </p14:nvContentPartPr>
              <p14:xfrm>
                <a:off x="6655368" y="2220242"/>
                <a:ext cx="2132640" cy="88200"/>
              </p14:xfrm>
            </p:contentPart>
          </mc:Choice>
          <mc:Fallback xmlns="">
            <p:pic>
              <p:nvPicPr>
                <p:cNvPr id="137" name="Ink 136">
                  <a:extLst>
                    <a:ext uri="{FF2B5EF4-FFF2-40B4-BE49-F238E27FC236}">
                      <a16:creationId xmlns:a16="http://schemas.microsoft.com/office/drawing/2014/main" id="{5CC5711F-F979-6A58-F770-4D49165AEF7A}"/>
                    </a:ext>
                  </a:extLst>
                </p:cNvPr>
                <p:cNvPicPr/>
                <p:nvPr/>
              </p:nvPicPr>
              <p:blipFill>
                <a:blip r:embed="rId226"/>
                <a:stretch>
                  <a:fillRect/>
                </a:stretch>
              </p:blipFill>
              <p:spPr>
                <a:xfrm>
                  <a:off x="6651048" y="2215922"/>
                  <a:ext cx="2141280" cy="96840"/>
                </a:xfrm>
                <a:prstGeom prst="rect">
                  <a:avLst/>
                </a:prstGeom>
              </p:spPr>
            </p:pic>
          </mc:Fallback>
        </mc:AlternateContent>
        <mc:AlternateContent xmlns:mc="http://schemas.openxmlformats.org/markup-compatibility/2006" xmlns:p14="http://schemas.microsoft.com/office/powerpoint/2010/main">
          <mc:Choice Requires="p14">
            <p:contentPart p14:bwMode="auto" r:id="rId227">
              <p14:nvContentPartPr>
                <p14:cNvPr id="138" name="Ink 137">
                  <a:extLst>
                    <a:ext uri="{FF2B5EF4-FFF2-40B4-BE49-F238E27FC236}">
                      <a16:creationId xmlns:a16="http://schemas.microsoft.com/office/drawing/2014/main" id="{CC1D8ACA-0673-2701-F1B0-CE94DAD79EB1}"/>
                    </a:ext>
                  </a:extLst>
                </p14:cNvPr>
                <p14:cNvContentPartPr/>
                <p14:nvPr/>
              </p14:nvContentPartPr>
              <p14:xfrm>
                <a:off x="7214448" y="2396282"/>
                <a:ext cx="174960" cy="148320"/>
              </p14:xfrm>
            </p:contentPart>
          </mc:Choice>
          <mc:Fallback xmlns="">
            <p:pic>
              <p:nvPicPr>
                <p:cNvPr id="138" name="Ink 137">
                  <a:extLst>
                    <a:ext uri="{FF2B5EF4-FFF2-40B4-BE49-F238E27FC236}">
                      <a16:creationId xmlns:a16="http://schemas.microsoft.com/office/drawing/2014/main" id="{CC1D8ACA-0673-2701-F1B0-CE94DAD79EB1}"/>
                    </a:ext>
                  </a:extLst>
                </p:cNvPr>
                <p:cNvPicPr/>
                <p:nvPr/>
              </p:nvPicPr>
              <p:blipFill>
                <a:blip r:embed="rId228"/>
                <a:stretch>
                  <a:fillRect/>
                </a:stretch>
              </p:blipFill>
              <p:spPr>
                <a:xfrm>
                  <a:off x="7210128" y="2391962"/>
                  <a:ext cx="183600" cy="156960"/>
                </a:xfrm>
                <a:prstGeom prst="rect">
                  <a:avLst/>
                </a:prstGeom>
              </p:spPr>
            </p:pic>
          </mc:Fallback>
        </mc:AlternateContent>
        <mc:AlternateContent xmlns:mc="http://schemas.openxmlformats.org/markup-compatibility/2006" xmlns:p14="http://schemas.microsoft.com/office/powerpoint/2010/main">
          <mc:Choice Requires="p14">
            <p:contentPart p14:bwMode="auto" r:id="rId229">
              <p14:nvContentPartPr>
                <p14:cNvPr id="139" name="Ink 138">
                  <a:extLst>
                    <a:ext uri="{FF2B5EF4-FFF2-40B4-BE49-F238E27FC236}">
                      <a16:creationId xmlns:a16="http://schemas.microsoft.com/office/drawing/2014/main" id="{F515F963-F0A5-307C-8057-0160A76F542B}"/>
                    </a:ext>
                  </a:extLst>
                </p14:cNvPr>
                <p14:cNvContentPartPr/>
                <p14:nvPr/>
              </p14:nvContentPartPr>
              <p14:xfrm>
                <a:off x="7281408" y="2409602"/>
                <a:ext cx="66600" cy="267480"/>
              </p14:xfrm>
            </p:contentPart>
          </mc:Choice>
          <mc:Fallback xmlns="">
            <p:pic>
              <p:nvPicPr>
                <p:cNvPr id="139" name="Ink 138">
                  <a:extLst>
                    <a:ext uri="{FF2B5EF4-FFF2-40B4-BE49-F238E27FC236}">
                      <a16:creationId xmlns:a16="http://schemas.microsoft.com/office/drawing/2014/main" id="{F515F963-F0A5-307C-8057-0160A76F542B}"/>
                    </a:ext>
                  </a:extLst>
                </p:cNvPr>
                <p:cNvPicPr/>
                <p:nvPr/>
              </p:nvPicPr>
              <p:blipFill>
                <a:blip r:embed="rId230"/>
                <a:stretch>
                  <a:fillRect/>
                </a:stretch>
              </p:blipFill>
              <p:spPr>
                <a:xfrm>
                  <a:off x="7277088" y="2405282"/>
                  <a:ext cx="75240" cy="276120"/>
                </a:xfrm>
                <a:prstGeom prst="rect">
                  <a:avLst/>
                </a:prstGeom>
              </p:spPr>
            </p:pic>
          </mc:Fallback>
        </mc:AlternateContent>
        <mc:AlternateContent xmlns:mc="http://schemas.openxmlformats.org/markup-compatibility/2006" xmlns:p14="http://schemas.microsoft.com/office/powerpoint/2010/main">
          <mc:Choice Requires="p14">
            <p:contentPart p14:bwMode="auto" r:id="rId231">
              <p14:nvContentPartPr>
                <p14:cNvPr id="140" name="Ink 139">
                  <a:extLst>
                    <a:ext uri="{FF2B5EF4-FFF2-40B4-BE49-F238E27FC236}">
                      <a16:creationId xmlns:a16="http://schemas.microsoft.com/office/drawing/2014/main" id="{667433E4-4194-2722-C982-55E89CC6219A}"/>
                    </a:ext>
                  </a:extLst>
                </p14:cNvPr>
                <p14:cNvContentPartPr/>
                <p14:nvPr/>
              </p14:nvContentPartPr>
              <p14:xfrm>
                <a:off x="7434768" y="2368202"/>
                <a:ext cx="123480" cy="157680"/>
              </p14:xfrm>
            </p:contentPart>
          </mc:Choice>
          <mc:Fallback xmlns="">
            <p:pic>
              <p:nvPicPr>
                <p:cNvPr id="140" name="Ink 139">
                  <a:extLst>
                    <a:ext uri="{FF2B5EF4-FFF2-40B4-BE49-F238E27FC236}">
                      <a16:creationId xmlns:a16="http://schemas.microsoft.com/office/drawing/2014/main" id="{667433E4-4194-2722-C982-55E89CC6219A}"/>
                    </a:ext>
                  </a:extLst>
                </p:cNvPr>
                <p:cNvPicPr/>
                <p:nvPr/>
              </p:nvPicPr>
              <p:blipFill>
                <a:blip r:embed="rId232"/>
                <a:stretch>
                  <a:fillRect/>
                </a:stretch>
              </p:blipFill>
              <p:spPr>
                <a:xfrm>
                  <a:off x="7430448" y="2363882"/>
                  <a:ext cx="132120" cy="166320"/>
                </a:xfrm>
                <a:prstGeom prst="rect">
                  <a:avLst/>
                </a:prstGeom>
              </p:spPr>
            </p:pic>
          </mc:Fallback>
        </mc:AlternateContent>
        <mc:AlternateContent xmlns:mc="http://schemas.openxmlformats.org/markup-compatibility/2006" xmlns:p14="http://schemas.microsoft.com/office/powerpoint/2010/main">
          <mc:Choice Requires="p14">
            <p:contentPart p14:bwMode="auto" r:id="rId233">
              <p14:nvContentPartPr>
                <p14:cNvPr id="141" name="Ink 140">
                  <a:extLst>
                    <a:ext uri="{FF2B5EF4-FFF2-40B4-BE49-F238E27FC236}">
                      <a16:creationId xmlns:a16="http://schemas.microsoft.com/office/drawing/2014/main" id="{01023B69-E8EA-1852-F756-6B539E558500}"/>
                    </a:ext>
                  </a:extLst>
                </p14:cNvPr>
                <p14:cNvContentPartPr/>
                <p14:nvPr/>
              </p14:nvContentPartPr>
              <p14:xfrm>
                <a:off x="7727808" y="2348402"/>
                <a:ext cx="139320" cy="249840"/>
              </p14:xfrm>
            </p:contentPart>
          </mc:Choice>
          <mc:Fallback xmlns="">
            <p:pic>
              <p:nvPicPr>
                <p:cNvPr id="141" name="Ink 140">
                  <a:extLst>
                    <a:ext uri="{FF2B5EF4-FFF2-40B4-BE49-F238E27FC236}">
                      <a16:creationId xmlns:a16="http://schemas.microsoft.com/office/drawing/2014/main" id="{01023B69-E8EA-1852-F756-6B539E558500}"/>
                    </a:ext>
                  </a:extLst>
                </p:cNvPr>
                <p:cNvPicPr/>
                <p:nvPr/>
              </p:nvPicPr>
              <p:blipFill>
                <a:blip r:embed="rId234"/>
                <a:stretch>
                  <a:fillRect/>
                </a:stretch>
              </p:blipFill>
              <p:spPr>
                <a:xfrm>
                  <a:off x="7723488" y="2344082"/>
                  <a:ext cx="147960" cy="258480"/>
                </a:xfrm>
                <a:prstGeom prst="rect">
                  <a:avLst/>
                </a:prstGeom>
              </p:spPr>
            </p:pic>
          </mc:Fallback>
        </mc:AlternateContent>
        <mc:AlternateContent xmlns:mc="http://schemas.openxmlformats.org/markup-compatibility/2006" xmlns:p14="http://schemas.microsoft.com/office/powerpoint/2010/main">
          <mc:Choice Requires="p14">
            <p:contentPart p14:bwMode="auto" r:id="rId235">
              <p14:nvContentPartPr>
                <p14:cNvPr id="142" name="Ink 141">
                  <a:extLst>
                    <a:ext uri="{FF2B5EF4-FFF2-40B4-BE49-F238E27FC236}">
                      <a16:creationId xmlns:a16="http://schemas.microsoft.com/office/drawing/2014/main" id="{703FECAC-BB0E-F12A-2B9F-DE26B935F8B8}"/>
                    </a:ext>
                  </a:extLst>
                </p14:cNvPr>
                <p14:cNvContentPartPr/>
                <p14:nvPr/>
              </p14:nvContentPartPr>
              <p14:xfrm>
                <a:off x="7903848" y="2434442"/>
                <a:ext cx="154440" cy="194040"/>
              </p14:xfrm>
            </p:contentPart>
          </mc:Choice>
          <mc:Fallback xmlns="">
            <p:pic>
              <p:nvPicPr>
                <p:cNvPr id="142" name="Ink 141">
                  <a:extLst>
                    <a:ext uri="{FF2B5EF4-FFF2-40B4-BE49-F238E27FC236}">
                      <a16:creationId xmlns:a16="http://schemas.microsoft.com/office/drawing/2014/main" id="{703FECAC-BB0E-F12A-2B9F-DE26B935F8B8}"/>
                    </a:ext>
                  </a:extLst>
                </p:cNvPr>
                <p:cNvPicPr/>
                <p:nvPr/>
              </p:nvPicPr>
              <p:blipFill>
                <a:blip r:embed="rId236"/>
                <a:stretch>
                  <a:fillRect/>
                </a:stretch>
              </p:blipFill>
              <p:spPr>
                <a:xfrm>
                  <a:off x="7899528" y="2430122"/>
                  <a:ext cx="163080" cy="202680"/>
                </a:xfrm>
                <a:prstGeom prst="rect">
                  <a:avLst/>
                </a:prstGeom>
              </p:spPr>
            </p:pic>
          </mc:Fallback>
        </mc:AlternateContent>
        <mc:AlternateContent xmlns:mc="http://schemas.openxmlformats.org/markup-compatibility/2006" xmlns:p14="http://schemas.microsoft.com/office/powerpoint/2010/main">
          <mc:Choice Requires="p14">
            <p:contentPart p14:bwMode="auto" r:id="rId237">
              <p14:nvContentPartPr>
                <p14:cNvPr id="143" name="Ink 142">
                  <a:extLst>
                    <a:ext uri="{FF2B5EF4-FFF2-40B4-BE49-F238E27FC236}">
                      <a16:creationId xmlns:a16="http://schemas.microsoft.com/office/drawing/2014/main" id="{AACC7ED4-44A7-33F1-5894-32E1EE3C4172}"/>
                    </a:ext>
                  </a:extLst>
                </p14:cNvPr>
                <p14:cNvContentPartPr/>
                <p14:nvPr/>
              </p14:nvContentPartPr>
              <p14:xfrm>
                <a:off x="7917168" y="2423282"/>
                <a:ext cx="149400" cy="137880"/>
              </p14:xfrm>
            </p:contentPart>
          </mc:Choice>
          <mc:Fallback xmlns="">
            <p:pic>
              <p:nvPicPr>
                <p:cNvPr id="143" name="Ink 142">
                  <a:extLst>
                    <a:ext uri="{FF2B5EF4-FFF2-40B4-BE49-F238E27FC236}">
                      <a16:creationId xmlns:a16="http://schemas.microsoft.com/office/drawing/2014/main" id="{AACC7ED4-44A7-33F1-5894-32E1EE3C4172}"/>
                    </a:ext>
                  </a:extLst>
                </p:cNvPr>
                <p:cNvPicPr/>
                <p:nvPr/>
              </p:nvPicPr>
              <p:blipFill>
                <a:blip r:embed="rId238"/>
                <a:stretch>
                  <a:fillRect/>
                </a:stretch>
              </p:blipFill>
              <p:spPr>
                <a:xfrm>
                  <a:off x="7912848" y="2418962"/>
                  <a:ext cx="158040" cy="146520"/>
                </a:xfrm>
                <a:prstGeom prst="rect">
                  <a:avLst/>
                </a:prstGeom>
              </p:spPr>
            </p:pic>
          </mc:Fallback>
        </mc:AlternateContent>
        <mc:AlternateContent xmlns:mc="http://schemas.openxmlformats.org/markup-compatibility/2006" xmlns:p14="http://schemas.microsoft.com/office/powerpoint/2010/main">
          <mc:Choice Requires="p14">
            <p:contentPart p14:bwMode="auto" r:id="rId239">
              <p14:nvContentPartPr>
                <p14:cNvPr id="144" name="Ink 143">
                  <a:extLst>
                    <a:ext uri="{FF2B5EF4-FFF2-40B4-BE49-F238E27FC236}">
                      <a16:creationId xmlns:a16="http://schemas.microsoft.com/office/drawing/2014/main" id="{4008AF13-1FE5-0153-8A0E-44AA2858DD49}"/>
                    </a:ext>
                  </a:extLst>
                </p14:cNvPr>
                <p14:cNvContentPartPr/>
                <p14:nvPr/>
              </p14:nvContentPartPr>
              <p14:xfrm>
                <a:off x="8204808" y="2407442"/>
                <a:ext cx="218520" cy="289800"/>
              </p14:xfrm>
            </p:contentPart>
          </mc:Choice>
          <mc:Fallback xmlns="">
            <p:pic>
              <p:nvPicPr>
                <p:cNvPr id="144" name="Ink 143">
                  <a:extLst>
                    <a:ext uri="{FF2B5EF4-FFF2-40B4-BE49-F238E27FC236}">
                      <a16:creationId xmlns:a16="http://schemas.microsoft.com/office/drawing/2014/main" id="{4008AF13-1FE5-0153-8A0E-44AA2858DD49}"/>
                    </a:ext>
                  </a:extLst>
                </p:cNvPr>
                <p:cNvPicPr/>
                <p:nvPr/>
              </p:nvPicPr>
              <p:blipFill>
                <a:blip r:embed="rId240"/>
                <a:stretch>
                  <a:fillRect/>
                </a:stretch>
              </p:blipFill>
              <p:spPr>
                <a:xfrm>
                  <a:off x="8200488" y="2403122"/>
                  <a:ext cx="227160" cy="298440"/>
                </a:xfrm>
                <a:prstGeom prst="rect">
                  <a:avLst/>
                </a:prstGeom>
              </p:spPr>
            </p:pic>
          </mc:Fallback>
        </mc:AlternateContent>
        <mc:AlternateContent xmlns:mc="http://schemas.openxmlformats.org/markup-compatibility/2006" xmlns:p14="http://schemas.microsoft.com/office/powerpoint/2010/main">
          <mc:Choice Requires="p14">
            <p:contentPart p14:bwMode="auto" r:id="rId241">
              <p14:nvContentPartPr>
                <p14:cNvPr id="145" name="Ink 144">
                  <a:extLst>
                    <a:ext uri="{FF2B5EF4-FFF2-40B4-BE49-F238E27FC236}">
                      <a16:creationId xmlns:a16="http://schemas.microsoft.com/office/drawing/2014/main" id="{7A9E2AC3-1A15-F650-F5A1-2D44D687EB33}"/>
                    </a:ext>
                  </a:extLst>
                </p14:cNvPr>
                <p14:cNvContentPartPr/>
                <p14:nvPr/>
              </p14:nvContentPartPr>
              <p14:xfrm>
                <a:off x="8211288" y="2482322"/>
                <a:ext cx="353880" cy="62640"/>
              </p14:xfrm>
            </p:contentPart>
          </mc:Choice>
          <mc:Fallback xmlns="">
            <p:pic>
              <p:nvPicPr>
                <p:cNvPr id="145" name="Ink 144">
                  <a:extLst>
                    <a:ext uri="{FF2B5EF4-FFF2-40B4-BE49-F238E27FC236}">
                      <a16:creationId xmlns:a16="http://schemas.microsoft.com/office/drawing/2014/main" id="{7A9E2AC3-1A15-F650-F5A1-2D44D687EB33}"/>
                    </a:ext>
                  </a:extLst>
                </p:cNvPr>
                <p:cNvPicPr/>
                <p:nvPr/>
              </p:nvPicPr>
              <p:blipFill>
                <a:blip r:embed="rId242"/>
                <a:stretch>
                  <a:fillRect/>
                </a:stretch>
              </p:blipFill>
              <p:spPr>
                <a:xfrm>
                  <a:off x="8206968" y="2478002"/>
                  <a:ext cx="362520" cy="71280"/>
                </a:xfrm>
                <a:prstGeom prst="rect">
                  <a:avLst/>
                </a:prstGeom>
              </p:spPr>
            </p:pic>
          </mc:Fallback>
        </mc:AlternateContent>
        <mc:AlternateContent xmlns:mc="http://schemas.openxmlformats.org/markup-compatibility/2006" xmlns:p14="http://schemas.microsoft.com/office/powerpoint/2010/main">
          <mc:Choice Requires="p14">
            <p:contentPart p14:bwMode="auto" r:id="rId243">
              <p14:nvContentPartPr>
                <p14:cNvPr id="146" name="Ink 145">
                  <a:extLst>
                    <a:ext uri="{FF2B5EF4-FFF2-40B4-BE49-F238E27FC236}">
                      <a16:creationId xmlns:a16="http://schemas.microsoft.com/office/drawing/2014/main" id="{4912E4E4-6489-149A-1B1D-7F9BDD532B55}"/>
                    </a:ext>
                  </a:extLst>
                </p14:cNvPr>
                <p14:cNvContentPartPr/>
                <p14:nvPr/>
              </p14:nvContentPartPr>
              <p14:xfrm>
                <a:off x="7953528" y="2500682"/>
                <a:ext cx="5400" cy="1440"/>
              </p14:xfrm>
            </p:contentPart>
          </mc:Choice>
          <mc:Fallback xmlns="">
            <p:pic>
              <p:nvPicPr>
                <p:cNvPr id="146" name="Ink 145">
                  <a:extLst>
                    <a:ext uri="{FF2B5EF4-FFF2-40B4-BE49-F238E27FC236}">
                      <a16:creationId xmlns:a16="http://schemas.microsoft.com/office/drawing/2014/main" id="{4912E4E4-6489-149A-1B1D-7F9BDD532B55}"/>
                    </a:ext>
                  </a:extLst>
                </p:cNvPr>
                <p:cNvPicPr/>
                <p:nvPr/>
              </p:nvPicPr>
              <p:blipFill>
                <a:blip r:embed="rId244"/>
                <a:stretch>
                  <a:fillRect/>
                </a:stretch>
              </p:blipFill>
              <p:spPr>
                <a:xfrm>
                  <a:off x="7949208" y="2496362"/>
                  <a:ext cx="14040" cy="10080"/>
                </a:xfrm>
                <a:prstGeom prst="rect">
                  <a:avLst/>
                </a:prstGeom>
              </p:spPr>
            </p:pic>
          </mc:Fallback>
        </mc:AlternateContent>
        <mc:AlternateContent xmlns:mc="http://schemas.openxmlformats.org/markup-compatibility/2006" xmlns:p14="http://schemas.microsoft.com/office/powerpoint/2010/main">
          <mc:Choice Requires="p14">
            <p:contentPart p14:bwMode="auto" r:id="rId245">
              <p14:nvContentPartPr>
                <p14:cNvPr id="147" name="Ink 146">
                  <a:extLst>
                    <a:ext uri="{FF2B5EF4-FFF2-40B4-BE49-F238E27FC236}">
                      <a16:creationId xmlns:a16="http://schemas.microsoft.com/office/drawing/2014/main" id="{9C4FB997-1C06-1905-F446-DE4859F8DBE2}"/>
                    </a:ext>
                  </a:extLst>
                </p14:cNvPr>
                <p14:cNvContentPartPr/>
                <p14:nvPr/>
              </p14:nvContentPartPr>
              <p14:xfrm>
                <a:off x="7942368" y="2470802"/>
                <a:ext cx="84960" cy="135000"/>
              </p14:xfrm>
            </p:contentPart>
          </mc:Choice>
          <mc:Fallback xmlns="">
            <p:pic>
              <p:nvPicPr>
                <p:cNvPr id="147" name="Ink 146">
                  <a:extLst>
                    <a:ext uri="{FF2B5EF4-FFF2-40B4-BE49-F238E27FC236}">
                      <a16:creationId xmlns:a16="http://schemas.microsoft.com/office/drawing/2014/main" id="{9C4FB997-1C06-1905-F446-DE4859F8DBE2}"/>
                    </a:ext>
                  </a:extLst>
                </p:cNvPr>
                <p:cNvPicPr/>
                <p:nvPr/>
              </p:nvPicPr>
              <p:blipFill>
                <a:blip r:embed="rId246"/>
                <a:stretch>
                  <a:fillRect/>
                </a:stretch>
              </p:blipFill>
              <p:spPr>
                <a:xfrm>
                  <a:off x="7938048" y="2466482"/>
                  <a:ext cx="93600" cy="1436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47">
            <p14:nvContentPartPr>
              <p14:cNvPr id="149" name="Ink 148">
                <a:extLst>
                  <a:ext uri="{FF2B5EF4-FFF2-40B4-BE49-F238E27FC236}">
                    <a16:creationId xmlns:a16="http://schemas.microsoft.com/office/drawing/2014/main" id="{E79726BA-F416-C53B-D4B4-6244F36D2174}"/>
                  </a:ext>
                </a:extLst>
              </p14:cNvPr>
              <p14:cNvContentPartPr/>
              <p14:nvPr/>
            </p14:nvContentPartPr>
            <p14:xfrm>
              <a:off x="7133808" y="2385842"/>
              <a:ext cx="1408680" cy="185400"/>
            </p14:xfrm>
          </p:contentPart>
        </mc:Choice>
        <mc:Fallback xmlns="">
          <p:pic>
            <p:nvPicPr>
              <p:cNvPr id="149" name="Ink 148">
                <a:extLst>
                  <a:ext uri="{FF2B5EF4-FFF2-40B4-BE49-F238E27FC236}">
                    <a16:creationId xmlns:a16="http://schemas.microsoft.com/office/drawing/2014/main" id="{E79726BA-F416-C53B-D4B4-6244F36D2174}"/>
                  </a:ext>
                </a:extLst>
              </p:cNvPr>
              <p:cNvPicPr/>
              <p:nvPr/>
            </p:nvPicPr>
            <p:blipFill>
              <a:blip r:embed="rId248"/>
              <a:stretch>
                <a:fillRect/>
              </a:stretch>
            </p:blipFill>
            <p:spPr>
              <a:xfrm>
                <a:off x="7129488" y="2381522"/>
                <a:ext cx="1417320" cy="194040"/>
              </a:xfrm>
              <a:prstGeom prst="rect">
                <a:avLst/>
              </a:prstGeom>
            </p:spPr>
          </p:pic>
        </mc:Fallback>
      </mc:AlternateContent>
      <mc:AlternateContent xmlns:mc="http://schemas.openxmlformats.org/markup-compatibility/2006" xmlns:p14="http://schemas.microsoft.com/office/powerpoint/2010/main">
        <mc:Choice Requires="p14">
          <p:contentPart p14:bwMode="auto" r:id="rId249">
            <p14:nvContentPartPr>
              <p14:cNvPr id="151" name="Ink 150">
                <a:extLst>
                  <a:ext uri="{FF2B5EF4-FFF2-40B4-BE49-F238E27FC236}">
                    <a16:creationId xmlns:a16="http://schemas.microsoft.com/office/drawing/2014/main" id="{94BC3EBD-A3C7-DDEE-044C-22B414A5207C}"/>
                  </a:ext>
                </a:extLst>
              </p14:cNvPr>
              <p14:cNvContentPartPr/>
              <p14:nvPr/>
            </p14:nvContentPartPr>
            <p14:xfrm>
              <a:off x="6738168" y="1465682"/>
              <a:ext cx="1341000" cy="208080"/>
            </p14:xfrm>
          </p:contentPart>
        </mc:Choice>
        <mc:Fallback xmlns="">
          <p:pic>
            <p:nvPicPr>
              <p:cNvPr id="151" name="Ink 150">
                <a:extLst>
                  <a:ext uri="{FF2B5EF4-FFF2-40B4-BE49-F238E27FC236}">
                    <a16:creationId xmlns:a16="http://schemas.microsoft.com/office/drawing/2014/main" id="{94BC3EBD-A3C7-DDEE-044C-22B414A5207C}"/>
                  </a:ext>
                </a:extLst>
              </p:cNvPr>
              <p:cNvPicPr/>
              <p:nvPr/>
            </p:nvPicPr>
            <p:blipFill>
              <a:blip r:embed="rId250"/>
              <a:stretch>
                <a:fillRect/>
              </a:stretch>
            </p:blipFill>
            <p:spPr>
              <a:xfrm>
                <a:off x="6733488" y="1461362"/>
                <a:ext cx="1349640" cy="216720"/>
              </a:xfrm>
              <a:prstGeom prst="rect">
                <a:avLst/>
              </a:prstGeom>
            </p:spPr>
          </p:pic>
        </mc:Fallback>
      </mc:AlternateContent>
    </p:spTree>
    <p:extLst>
      <p:ext uri="{BB962C8B-B14F-4D97-AF65-F5344CB8AC3E}">
        <p14:creationId xmlns:p14="http://schemas.microsoft.com/office/powerpoint/2010/main" val="21098167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7418" y="160569"/>
            <a:ext cx="7352581" cy="764364"/>
          </a:xfrm>
        </p:spPr>
        <p:txBody>
          <a:bodyPr>
            <a:normAutofit/>
          </a:bodyPr>
          <a:lstStyle/>
          <a:p>
            <a:pPr algn="l"/>
            <a:r>
              <a:rPr lang="en-US" sz="3200" dirty="0"/>
              <a:t>Example - 2</a:t>
            </a:r>
            <a:endParaRPr lang="en-IN" sz="3200" dirty="0"/>
          </a:p>
        </p:txBody>
      </p:sp>
      <p:sp>
        <p:nvSpPr>
          <p:cNvPr id="7" name="Content Placeholder 4">
            <a:extLst>
              <a:ext uri="{FF2B5EF4-FFF2-40B4-BE49-F238E27FC236}">
                <a16:creationId xmlns:a16="http://schemas.microsoft.com/office/drawing/2014/main" id="{11B0E317-E50C-453B-9BA3-EC79191459C3}"/>
              </a:ext>
            </a:extLst>
          </p:cNvPr>
          <p:cNvSpPr>
            <a:spLocks noGrp="1" noRot="1" noChangeAspect="1" noMove="1" noResize="1" noEditPoints="1" noAdjustHandles="1" noChangeArrowheads="1" noChangeShapeType="1" noTextEdit="1"/>
          </p:cNvSpPr>
          <p:nvPr>
            <p:ph type="body" sz="quarter" idx="13"/>
          </p:nvPr>
        </p:nvSpPr>
        <p:spPr>
          <a:xfrm>
            <a:off x="198438" y="1138238"/>
            <a:ext cx="8680450" cy="4745037"/>
          </a:xfrm>
          <a:blipFill>
            <a:blip r:embed="rId2"/>
            <a:stretch>
              <a:fillRect l="-1074" t="-1077" r="-286"/>
            </a:stretch>
          </a:blipFill>
        </p:spPr>
        <p:txBody>
          <a:bodyPr/>
          <a:lstStyle/>
          <a:p>
            <a:pPr>
              <a:defRPr/>
            </a:pPr>
            <a:r>
              <a:rPr lang="en-IN" dirty="0">
                <a:noFill/>
              </a:rPr>
              <a:t> </a:t>
            </a:r>
          </a:p>
        </p:txBody>
      </p:sp>
    </p:spTree>
    <p:extLst>
      <p:ext uri="{BB962C8B-B14F-4D97-AF65-F5344CB8AC3E}">
        <p14:creationId xmlns:p14="http://schemas.microsoft.com/office/powerpoint/2010/main" val="8639810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7620000" cy="764364"/>
          </a:xfrm>
        </p:spPr>
        <p:txBody>
          <a:bodyPr>
            <a:normAutofit/>
          </a:bodyPr>
          <a:lstStyle/>
          <a:p>
            <a:pPr algn="l"/>
            <a:r>
              <a:rPr lang="en-US" sz="3200" dirty="0"/>
              <a:t>Solution</a:t>
            </a:r>
            <a:endParaRPr lang="en-IN" sz="3200" dirty="0"/>
          </a:p>
        </p:txBody>
      </p:sp>
      <p:sp>
        <p:nvSpPr>
          <p:cNvPr id="8" name="Content Placeholder 1">
            <a:extLst>
              <a:ext uri="{FF2B5EF4-FFF2-40B4-BE49-F238E27FC236}">
                <a16:creationId xmlns:a16="http://schemas.microsoft.com/office/drawing/2014/main" id="{A439D5E4-441B-47EE-B0AD-09C32135C01C}"/>
              </a:ext>
            </a:extLst>
          </p:cNvPr>
          <p:cNvSpPr>
            <a:spLocks noGrp="1" noRot="1" noChangeAspect="1" noMove="1" noResize="1" noEditPoints="1" noAdjustHandles="1" noChangeArrowheads="1" noChangeShapeType="1" noTextEdit="1"/>
          </p:cNvSpPr>
          <p:nvPr>
            <p:ph type="body" sz="quarter" idx="13"/>
          </p:nvPr>
        </p:nvSpPr>
        <p:spPr>
          <a:xfrm>
            <a:off x="173038" y="1046163"/>
            <a:ext cx="8839200" cy="5421312"/>
          </a:xfrm>
          <a:blipFill>
            <a:blip r:embed="rId2"/>
            <a:stretch>
              <a:fillRect l="-1056" t="-1077"/>
            </a:stretch>
          </a:blipFill>
        </p:spPr>
        <p:txBody>
          <a:bodyPr/>
          <a:lstStyle/>
          <a:p>
            <a:pPr>
              <a:defRPr/>
            </a:pPr>
            <a:r>
              <a:rPr lang="en-IN">
                <a:noFill/>
              </a:rPr>
              <a:t> </a:t>
            </a:r>
          </a:p>
        </p:txBody>
      </p:sp>
    </p:spTree>
    <p:extLst>
      <p:ext uri="{BB962C8B-B14F-4D97-AF65-F5344CB8AC3E}">
        <p14:creationId xmlns:p14="http://schemas.microsoft.com/office/powerpoint/2010/main" val="20469343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153" y="160569"/>
            <a:ext cx="7529847" cy="764364"/>
          </a:xfrm>
        </p:spPr>
        <p:txBody>
          <a:bodyPr>
            <a:noAutofit/>
          </a:bodyPr>
          <a:lstStyle/>
          <a:p>
            <a:pPr algn="l"/>
            <a:br>
              <a:rPr lang="en-US" altLang="en-US" sz="3200" dirty="0">
                <a:latin typeface="+mj-lt"/>
                <a:cs typeface="Times New Roman" pitchFamily="18" charset="0"/>
              </a:rPr>
            </a:br>
            <a:r>
              <a:rPr lang="en-US" altLang="en-US" sz="3200" dirty="0">
                <a:latin typeface="+mj-lt"/>
                <a:cs typeface="Times New Roman" pitchFamily="18" charset="0"/>
              </a:rPr>
              <a:t>Example: 3</a:t>
            </a:r>
            <a:br>
              <a:rPr lang="en-IN" sz="3200" dirty="0">
                <a:latin typeface="+mj-lt"/>
              </a:rPr>
            </a:br>
            <a:endParaRPr lang="en-IN" sz="3200" dirty="0">
              <a:latin typeface="+mj-lt"/>
            </a:endParaRPr>
          </a:p>
        </p:txBody>
      </p:sp>
      <p:pic>
        <p:nvPicPr>
          <p:cNvPr id="8" name="Picture 7">
            <a:extLst>
              <a:ext uri="{FF2B5EF4-FFF2-40B4-BE49-F238E27FC236}">
                <a16:creationId xmlns:a16="http://schemas.microsoft.com/office/drawing/2014/main" id="{94D43E47-72BD-4895-A391-C01CC0002C08}"/>
              </a:ext>
            </a:extLst>
          </p:cNvPr>
          <p:cNvPicPr>
            <a:picLocks noChangeAspect="1"/>
          </p:cNvPicPr>
          <p:nvPr/>
        </p:nvPicPr>
        <p:blipFill>
          <a:blip r:embed="rId2"/>
          <a:stretch>
            <a:fillRect/>
          </a:stretch>
        </p:blipFill>
        <p:spPr>
          <a:xfrm>
            <a:off x="127631" y="1310456"/>
            <a:ext cx="8888738" cy="423708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9270" y="160569"/>
            <a:ext cx="7500730" cy="764364"/>
          </a:xfrm>
        </p:spPr>
        <p:txBody>
          <a:bodyPr>
            <a:normAutofit/>
          </a:bodyPr>
          <a:lstStyle/>
          <a:p>
            <a:pPr algn="l"/>
            <a:r>
              <a:rPr lang="en-US" sz="3200" dirty="0"/>
              <a:t>Solution</a:t>
            </a:r>
            <a:endParaRPr lang="en-IN" sz="3200" dirty="0"/>
          </a:p>
        </p:txBody>
      </p:sp>
      <p:sp>
        <p:nvSpPr>
          <p:cNvPr id="9" name="Content Placeholder 1">
            <a:extLst>
              <a:ext uri="{FF2B5EF4-FFF2-40B4-BE49-F238E27FC236}">
                <a16:creationId xmlns:a16="http://schemas.microsoft.com/office/drawing/2014/main" id="{EFFE2648-9734-4989-8D37-CFEE89C5EBA1}"/>
              </a:ext>
            </a:extLst>
          </p:cNvPr>
          <p:cNvSpPr>
            <a:spLocks noGrp="1" noRot="1" noChangeAspect="1" noMove="1" noResize="1" noEditPoints="1" noAdjustHandles="1" noChangeArrowheads="1" noChangeShapeType="1" noTextEdit="1"/>
          </p:cNvSpPr>
          <p:nvPr>
            <p:ph type="body" sz="quarter" idx="13"/>
          </p:nvPr>
        </p:nvSpPr>
        <p:spPr>
          <a:xfrm>
            <a:off x="119063" y="1060450"/>
            <a:ext cx="8812212" cy="5392738"/>
          </a:xfrm>
          <a:blipFill>
            <a:blip r:embed="rId2"/>
            <a:stretch>
              <a:fillRect l="-1034" t="-1077" r="-1034"/>
            </a:stretch>
          </a:blipFill>
        </p:spPr>
        <p:txBody>
          <a:bodyPr>
            <a:normAutofit/>
          </a:bodyPr>
          <a:lstStyle/>
          <a:p>
            <a:pPr>
              <a:defRPr/>
            </a:pPr>
            <a:r>
              <a:rPr lang="en-IN" sz="2800" dirty="0">
                <a:noFill/>
              </a:rPr>
              <a:t>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153" y="160569"/>
            <a:ext cx="7529847" cy="764364"/>
          </a:xfrm>
        </p:spPr>
        <p:txBody>
          <a:bodyPr>
            <a:normAutofit fontScale="90000"/>
          </a:bodyPr>
          <a:lstStyle/>
          <a:p>
            <a:pPr algn="l"/>
            <a:br>
              <a:rPr lang="en-US" sz="3600" dirty="0">
                <a:latin typeface="Times New Roman" pitchFamily="18" charset="0"/>
                <a:cs typeface="Times New Roman" pitchFamily="18" charset="0"/>
              </a:rPr>
            </a:br>
            <a:r>
              <a:rPr lang="en-US" sz="3600" dirty="0">
                <a:latin typeface="Times New Roman" pitchFamily="18" charset="0"/>
                <a:cs typeface="Times New Roman" pitchFamily="18" charset="0"/>
              </a:rPr>
              <a:t>Solution:</a:t>
            </a:r>
            <a:br>
              <a:rPr lang="en-IN" dirty="0"/>
            </a:br>
            <a:endParaRPr lang="en-IN" dirty="0"/>
          </a:p>
        </p:txBody>
      </p:sp>
      <p:sp>
        <p:nvSpPr>
          <p:cNvPr id="7" name="Content Placeholder 3">
            <a:extLst>
              <a:ext uri="{FF2B5EF4-FFF2-40B4-BE49-F238E27FC236}">
                <a16:creationId xmlns:a16="http://schemas.microsoft.com/office/drawing/2014/main" id="{1302579E-89ED-43A2-A6A0-5505E9BB873E}"/>
              </a:ext>
            </a:extLst>
          </p:cNvPr>
          <p:cNvSpPr>
            <a:spLocks noGrp="1" noRot="1" noChangeAspect="1" noMove="1" noResize="1" noEditPoints="1" noAdjustHandles="1" noChangeArrowheads="1" noChangeShapeType="1" noTextEdit="1"/>
          </p:cNvSpPr>
          <p:nvPr>
            <p:ph type="body" sz="quarter" idx="13"/>
          </p:nvPr>
        </p:nvSpPr>
        <p:spPr>
          <a:xfrm>
            <a:off x="357188" y="1365250"/>
            <a:ext cx="8164512" cy="5154613"/>
          </a:xfrm>
          <a:blipFill>
            <a:blip r:embed="rId2"/>
            <a:stretch>
              <a:fillRect l="-1111"/>
            </a:stretch>
          </a:blipFill>
        </p:spPr>
        <p:txBody>
          <a:bodyPr/>
          <a:lstStyle/>
          <a:p>
            <a:pPr>
              <a:defRPr/>
            </a:pPr>
            <a:r>
              <a:rPr lang="en-IN" dirty="0">
                <a:noFill/>
              </a:rPr>
              <a:t> </a:t>
            </a:r>
          </a:p>
        </p:txBody>
      </p:sp>
    </p:spTree>
    <p:extLst>
      <p:ext uri="{BB962C8B-B14F-4D97-AF65-F5344CB8AC3E}">
        <p14:creationId xmlns:p14="http://schemas.microsoft.com/office/powerpoint/2010/main" val="16654951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475" y="160569"/>
            <a:ext cx="7502525" cy="764364"/>
          </a:xfrm>
        </p:spPr>
        <p:txBody>
          <a:bodyPr>
            <a:normAutofit/>
          </a:bodyPr>
          <a:lstStyle/>
          <a:p>
            <a:pPr algn="l"/>
            <a:r>
              <a:rPr lang="en-US" sz="3200" dirty="0"/>
              <a:t>Independent Events</a:t>
            </a:r>
            <a:endParaRPr lang="en-IN" sz="3200" dirty="0"/>
          </a:p>
        </p:txBody>
      </p:sp>
      <p:grpSp>
        <p:nvGrpSpPr>
          <p:cNvPr id="36" name="Group 35"/>
          <p:cNvGrpSpPr>
            <a:grpSpLocks/>
          </p:cNvGrpSpPr>
          <p:nvPr/>
        </p:nvGrpSpPr>
        <p:grpSpPr bwMode="auto">
          <a:xfrm>
            <a:off x="1425575" y="5567363"/>
            <a:ext cx="4919663" cy="466725"/>
            <a:chOff x="894" y="3296"/>
            <a:chExt cx="3344" cy="294"/>
          </a:xfrm>
        </p:grpSpPr>
        <p:sp>
          <p:nvSpPr>
            <p:cNvPr id="29703" name="Rectangle 33"/>
            <p:cNvSpPr>
              <a:spLocks noChangeArrowheads="1"/>
            </p:cNvSpPr>
            <p:nvPr/>
          </p:nvSpPr>
          <p:spPr bwMode="auto">
            <a:xfrm>
              <a:off x="1355" y="3296"/>
              <a:ext cx="2613" cy="291"/>
            </a:xfrm>
            <a:prstGeom prst="rect">
              <a:avLst/>
            </a:prstGeom>
            <a:solidFill>
              <a:srgbClr val="FFFFFF"/>
            </a:solidFill>
            <a:ln w="9525">
              <a:solidFill>
                <a:srgbClr val="7030A0"/>
              </a:solidFill>
              <a:miter lim="800000"/>
              <a:headEnd/>
              <a:tailEnd/>
            </a:ln>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400">
                <a:latin typeface="Times New Roman" panose="02020603050405020304" pitchFamily="18" charset="0"/>
                <a:cs typeface="Times New Roman" panose="02020603050405020304" pitchFamily="18" charset="0"/>
              </a:endParaRPr>
            </a:p>
          </p:txBody>
        </p:sp>
        <p:sp>
          <p:nvSpPr>
            <p:cNvPr id="29704" name="Rectangle 15"/>
            <p:cNvSpPr>
              <a:spLocks noChangeArrowheads="1"/>
            </p:cNvSpPr>
            <p:nvPr/>
          </p:nvSpPr>
          <p:spPr bwMode="auto">
            <a:xfrm>
              <a:off x="894" y="3299"/>
              <a:ext cx="334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a:latin typeface="Times New Roman" panose="02020603050405020304" pitchFamily="18" charset="0"/>
                  <a:cs typeface="Times New Roman" panose="02020603050405020304" pitchFamily="18" charset="0"/>
                  <a:sym typeface="Symbol" panose="05050102010706020507" pitchFamily="18" charset="2"/>
                </a:rPr>
                <a:t>or      </a:t>
              </a:r>
              <a:r>
                <a:rPr lang="en-US" altLang="en-US" sz="2400" i="1">
                  <a:solidFill>
                    <a:srgbClr val="FF0000"/>
                  </a:solidFill>
                  <a:latin typeface="Times New Roman" panose="02020603050405020304" pitchFamily="18" charset="0"/>
                  <a:cs typeface="Times New Roman" panose="02020603050405020304" pitchFamily="18" charset="0"/>
                  <a:sym typeface="Symbol" panose="05050102010706020507" pitchFamily="18" charset="2"/>
                </a:rPr>
                <a:t>P</a:t>
              </a:r>
              <a:r>
                <a:rPr lang="en-US" altLang="en-US" sz="240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  B) = </a:t>
              </a:r>
              <a:r>
                <a:rPr lang="en-US" altLang="en-US" sz="2400" i="1">
                  <a:solidFill>
                    <a:srgbClr val="FF0000"/>
                  </a:solidFill>
                  <a:latin typeface="Times New Roman" panose="02020603050405020304" pitchFamily="18" charset="0"/>
                  <a:cs typeface="Times New Roman" panose="02020603050405020304" pitchFamily="18" charset="0"/>
                  <a:sym typeface="Symbol" panose="05050102010706020507" pitchFamily="18" charset="2"/>
                </a:rPr>
                <a:t>P</a:t>
              </a:r>
              <a:r>
                <a:rPr lang="en-US" altLang="en-US" sz="240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  </a:t>
              </a:r>
              <a:r>
                <a:rPr lang="en-US" altLang="en-US" sz="2400" i="1">
                  <a:solidFill>
                    <a:srgbClr val="FF0000"/>
                  </a:solidFill>
                  <a:latin typeface="Times New Roman" panose="02020603050405020304" pitchFamily="18" charset="0"/>
                  <a:cs typeface="Times New Roman" panose="02020603050405020304" pitchFamily="18" charset="0"/>
                  <a:sym typeface="Symbol" panose="05050102010706020507" pitchFamily="18" charset="2"/>
                </a:rPr>
                <a:t>P</a:t>
              </a:r>
              <a:r>
                <a:rPr lang="en-US" altLang="en-US" sz="2400">
                  <a:solidFill>
                    <a:srgbClr val="FF0000"/>
                  </a:solidFill>
                  <a:latin typeface="Times New Roman" panose="02020603050405020304" pitchFamily="18" charset="0"/>
                  <a:cs typeface="Times New Roman" panose="02020603050405020304" pitchFamily="18" charset="0"/>
                  <a:sym typeface="Symbol" panose="05050102010706020507" pitchFamily="18" charset="2"/>
                </a:rPr>
                <a:t>(B)</a:t>
              </a:r>
            </a:p>
          </p:txBody>
        </p:sp>
      </p:grpSp>
      <p:sp>
        <p:nvSpPr>
          <p:cNvPr id="29702" name="TextBox 1"/>
          <p:cNvSpPr txBox="1">
            <a:spLocks noChangeArrowheads="1"/>
          </p:cNvSpPr>
          <p:nvPr/>
        </p:nvSpPr>
        <p:spPr bwMode="auto">
          <a:xfrm>
            <a:off x="5216525" y="2520950"/>
            <a:ext cx="264001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r>
              <a:rPr lang="en-US" altLang="en-US"/>
              <a:t>(Statistically Independent)</a:t>
            </a:r>
          </a:p>
        </p:txBody>
      </p:sp>
      <p:sp>
        <p:nvSpPr>
          <p:cNvPr id="12" name="Rectangle 5">
            <a:extLst>
              <a:ext uri="{FF2B5EF4-FFF2-40B4-BE49-F238E27FC236}">
                <a16:creationId xmlns:a16="http://schemas.microsoft.com/office/drawing/2014/main" id="{F40347E9-5C70-4BFC-8BF0-E8FBB1F226C0}"/>
              </a:ext>
            </a:extLst>
          </p:cNvPr>
          <p:cNvSpPr>
            <a:spLocks noGrp="1" noRot="1" noChangeAspect="1" noMove="1" noResize="1" noEditPoints="1" noAdjustHandles="1" noChangeArrowheads="1" noChangeShapeType="1" noTextEdit="1"/>
          </p:cNvSpPr>
          <p:nvPr>
            <p:ph type="body" sz="quarter" idx="13"/>
          </p:nvPr>
        </p:nvSpPr>
        <p:spPr bwMode="auto">
          <a:xfrm>
            <a:off x="117475" y="1155700"/>
            <a:ext cx="8788400" cy="4411663"/>
          </a:xfrm>
          <a:prstGeom prst="rect">
            <a:avLst/>
          </a:prstGeom>
          <a:blipFill>
            <a:blip r:embed="rId2"/>
            <a:stretch>
              <a:fillRect l="-1062" t="-1153"/>
            </a:stretch>
          </a:blipFill>
          <a:ln w="9525">
            <a:noFill/>
            <a:miter lim="800000"/>
            <a:headEnd/>
            <a:tailEnd/>
          </a:ln>
        </p:spPr>
        <p:txBody>
          <a:bodyPr/>
          <a:lstStyle/>
          <a:p>
            <a:pPr>
              <a:defRPr/>
            </a:pPr>
            <a:r>
              <a:rPr lang="en-IN" dirty="0">
                <a:noFill/>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barn(inVertical)">
                                      <p:cBhvr>
                                        <p:cTn id="7"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4294967295"/>
          </p:nvPr>
        </p:nvSpPr>
        <p:spPr>
          <a:xfrm>
            <a:off x="173404" y="1528657"/>
            <a:ext cx="8559800" cy="4525962"/>
          </a:xfrm>
        </p:spPr>
        <p:txBody>
          <a:bodyPr rtlCol="0">
            <a:normAutofit fontScale="85000" lnSpcReduction="10000"/>
          </a:bodyPr>
          <a:lstStyle/>
          <a:p>
            <a:pPr>
              <a:buFont typeface="Wingdings" panose="05000000000000000000" pitchFamily="2" charset="2"/>
              <a:buChar char="Ø"/>
              <a:defRPr/>
            </a:pPr>
            <a:r>
              <a:rPr lang="en-IN" sz="3100" dirty="0">
                <a:cs typeface="Times New Roman" panose="02020603050405020304" pitchFamily="18" charset="0"/>
              </a:rPr>
              <a:t>Two sets of cards with a letter on each card as follows are </a:t>
            </a:r>
          </a:p>
          <a:p>
            <a:pPr marL="0" indent="0">
              <a:buNone/>
              <a:defRPr/>
            </a:pPr>
            <a:r>
              <a:rPr lang="en-IN" sz="3100" dirty="0">
                <a:cs typeface="Times New Roman" panose="02020603050405020304" pitchFamily="18" charset="0"/>
              </a:rPr>
              <a:t>     placed into separate bags:</a:t>
            </a:r>
          </a:p>
          <a:p>
            <a:pPr>
              <a:buFont typeface="Wingdings" panose="05000000000000000000" pitchFamily="2" charset="2"/>
              <a:buChar char="Ø"/>
              <a:defRPr/>
            </a:pPr>
            <a:endParaRPr lang="en-IN" sz="3100" dirty="0">
              <a:cs typeface="Times New Roman" panose="02020603050405020304" pitchFamily="18" charset="0"/>
            </a:endParaRPr>
          </a:p>
          <a:p>
            <a:pPr>
              <a:defRPr/>
            </a:pPr>
            <a:endParaRPr lang="en-IN" dirty="0">
              <a:latin typeface="Times New Roman" panose="02020603050405020304" pitchFamily="18" charset="0"/>
              <a:cs typeface="Times New Roman" panose="02020603050405020304" pitchFamily="18" charset="0"/>
            </a:endParaRPr>
          </a:p>
          <a:p>
            <a:pPr>
              <a:defRPr/>
            </a:pPr>
            <a:endParaRPr lang="en-IN" dirty="0">
              <a:latin typeface="Times New Roman" panose="02020603050405020304" pitchFamily="18" charset="0"/>
              <a:cs typeface="Times New Roman" panose="02020603050405020304" pitchFamily="18" charset="0"/>
            </a:endParaRPr>
          </a:p>
          <a:p>
            <a:pPr>
              <a:defRPr/>
            </a:pPr>
            <a:endParaRPr lang="en-US" dirty="0">
              <a:solidFill>
                <a:srgbClr val="0A0A0A"/>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defRPr/>
            </a:pPr>
            <a:r>
              <a:rPr lang="en-US" sz="2800" dirty="0">
                <a:solidFill>
                  <a:srgbClr val="0A0A0A"/>
                </a:solidFill>
                <a:cs typeface="Times New Roman" panose="02020603050405020304" pitchFamily="18" charset="0"/>
              </a:rPr>
              <a:t>Bala randomly picked one card from each bag. Find the probability that:</a:t>
            </a:r>
            <a:br>
              <a:rPr lang="en-US" sz="2800" dirty="0">
                <a:cs typeface="Times New Roman" panose="02020603050405020304" pitchFamily="18" charset="0"/>
              </a:rPr>
            </a:br>
            <a:r>
              <a:rPr lang="en-US" sz="2800" dirty="0">
                <a:solidFill>
                  <a:srgbClr val="0A0A0A"/>
                </a:solidFill>
                <a:cs typeface="Times New Roman" panose="02020603050405020304" pitchFamily="18" charset="0"/>
              </a:rPr>
              <a:t>a) He picked the letters ‘J’ and ‘R’.</a:t>
            </a:r>
            <a:br>
              <a:rPr lang="en-US" sz="2800" dirty="0">
                <a:cs typeface="Times New Roman" panose="02020603050405020304" pitchFamily="18" charset="0"/>
              </a:rPr>
            </a:br>
            <a:r>
              <a:rPr lang="en-US" sz="2800" dirty="0">
                <a:solidFill>
                  <a:srgbClr val="0A0A0A"/>
                </a:solidFill>
                <a:cs typeface="Times New Roman" panose="02020603050405020304" pitchFamily="18" charset="0"/>
              </a:rPr>
              <a:t>b) Both letters are ‘L’.</a:t>
            </a:r>
            <a:br>
              <a:rPr lang="en-US" sz="2800" dirty="0">
                <a:cs typeface="Times New Roman" panose="02020603050405020304" pitchFamily="18" charset="0"/>
              </a:rPr>
            </a:br>
            <a:r>
              <a:rPr lang="en-US" sz="2800" dirty="0">
                <a:solidFill>
                  <a:srgbClr val="0A0A0A"/>
                </a:solidFill>
                <a:cs typeface="Times New Roman" panose="02020603050405020304" pitchFamily="18" charset="0"/>
              </a:rPr>
              <a:t>c) Both letters are vowels.</a:t>
            </a:r>
            <a:endParaRPr lang="en-IN" sz="2800" dirty="0">
              <a:cs typeface="Times New Roman" panose="02020603050405020304" pitchFamily="18" charset="0"/>
            </a:endParaRPr>
          </a:p>
          <a:p>
            <a:pPr>
              <a:defRPr/>
            </a:pPr>
            <a:endParaRPr lang="en-IN" sz="2800" dirty="0"/>
          </a:p>
        </p:txBody>
      </p:sp>
      <p:pic>
        <p:nvPicPr>
          <p:cNvPr id="3072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3763" y="2609850"/>
            <a:ext cx="4446587" cy="108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itle 1">
            <a:extLst>
              <a:ext uri="{FF2B5EF4-FFF2-40B4-BE49-F238E27FC236}">
                <a16:creationId xmlns:a16="http://schemas.microsoft.com/office/drawing/2014/main" id="{CB5DDCE9-253D-4ACB-BA73-1E6917BF1AE9}"/>
              </a:ext>
            </a:extLst>
          </p:cNvPr>
          <p:cNvSpPr>
            <a:spLocks noGrp="1"/>
          </p:cNvSpPr>
          <p:nvPr>
            <p:ph type="title"/>
          </p:nvPr>
        </p:nvSpPr>
        <p:spPr>
          <a:xfrm>
            <a:off x="0" y="160338"/>
            <a:ext cx="7620000" cy="765175"/>
          </a:xfrm>
        </p:spPr>
        <p:txBody>
          <a:bodyPr rtlCol="0"/>
          <a:lstStyle/>
          <a:p>
            <a:pPr algn="l" eaLnBrk="1" fontAlgn="auto" hangingPunct="1">
              <a:spcAft>
                <a:spcPts val="0"/>
              </a:spcAft>
              <a:buFont typeface="Arial"/>
              <a:buNone/>
              <a:defRPr/>
            </a:pPr>
            <a:r>
              <a:rPr lang="en-US" dirty="0">
                <a:latin typeface="Times New Roman" pitchFamily="18" charset="0"/>
                <a:cs typeface="Times New Roman" pitchFamily="18" charset="0"/>
              </a:rPr>
              <a:t> </a:t>
            </a:r>
            <a:r>
              <a:rPr lang="en-US" sz="3200" dirty="0">
                <a:latin typeface="Times New Roman" pitchFamily="18" charset="0"/>
                <a:cs typeface="Times New Roman" pitchFamily="18" charset="0"/>
              </a:rPr>
              <a:t>Example - 4</a:t>
            </a:r>
            <a:endParaRPr lang="en-US" sz="3200" dirty="0">
              <a:solidFill>
                <a:srgbClr val="00B0F0"/>
              </a:solidFill>
              <a:latin typeface="Times New Roman" pitchFamily="18" charset="0"/>
              <a:cs typeface="Times New Roman"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160569"/>
            <a:ext cx="7620000" cy="764364"/>
          </a:xfrm>
        </p:spPr>
        <p:txBody>
          <a:bodyPr>
            <a:normAutofit/>
          </a:bodyPr>
          <a:lstStyle/>
          <a:p>
            <a:pPr algn="l"/>
            <a:r>
              <a:rPr lang="en-US" sz="3200" dirty="0"/>
              <a:t>Solution</a:t>
            </a:r>
            <a:endParaRPr lang="en-IN" sz="3200" dirty="0"/>
          </a:p>
        </p:txBody>
      </p:sp>
      <p:sp>
        <p:nvSpPr>
          <p:cNvPr id="31748" name="Rectangle 5"/>
          <p:cNvSpPr>
            <a:spLocks noChangeArrowheads="1"/>
          </p:cNvSpPr>
          <p:nvPr/>
        </p:nvSpPr>
        <p:spPr bwMode="auto">
          <a:xfrm>
            <a:off x="0" y="-1588"/>
            <a:ext cx="282575"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defTabSz="914400">
              <a:spcBef>
                <a:spcPct val="0"/>
              </a:spcBef>
              <a:buFontTx/>
              <a:buNone/>
            </a:pPr>
            <a:r>
              <a:rPr lang="en-US" altLang="en-US" sz="2400">
                <a:solidFill>
                  <a:srgbClr val="0A0A0A"/>
                </a:solidFill>
                <a:latin typeface="Lucida Sans Unicode" panose="020B0602030504020204" pitchFamily="34" charset="0"/>
                <a:cs typeface="Lucida Sans Unicode" panose="020B0602030504020204" pitchFamily="34" charset="0"/>
              </a:rPr>
              <a:t> </a:t>
            </a:r>
            <a:endParaRPr lang="en-US" altLang="en-US" sz="1800">
              <a:latin typeface="Arial" panose="020B0604020202020204" pitchFamily="34" charset="0"/>
            </a:endParaRPr>
          </a:p>
        </p:txBody>
      </p:sp>
      <p:sp>
        <p:nvSpPr>
          <p:cNvPr id="8" name="Content Placeholder 1">
            <a:extLst>
              <a:ext uri="{FF2B5EF4-FFF2-40B4-BE49-F238E27FC236}">
                <a16:creationId xmlns:a16="http://schemas.microsoft.com/office/drawing/2014/main" id="{D052F070-8138-4D6B-82B6-7485930F5C5F}"/>
              </a:ext>
            </a:extLst>
          </p:cNvPr>
          <p:cNvSpPr>
            <a:spLocks noGrp="1" noRot="1" noChangeAspect="1" noMove="1" noResize="1" noEditPoints="1" noAdjustHandles="1" noChangeArrowheads="1" noChangeShapeType="1" noTextEdit="1"/>
          </p:cNvSpPr>
          <p:nvPr>
            <p:ph type="body" sz="quarter" idx="13"/>
          </p:nvPr>
        </p:nvSpPr>
        <p:spPr>
          <a:xfrm>
            <a:off x="642938" y="1600200"/>
            <a:ext cx="8183562" cy="4879975"/>
          </a:xfrm>
          <a:blipFill>
            <a:blip r:embed="rId2"/>
            <a:stretch>
              <a:fillRect l="-1391" t="-673"/>
            </a:stretch>
          </a:blipFill>
        </p:spPr>
        <p:txBody>
          <a:bodyPr/>
          <a:lstStyle/>
          <a:p>
            <a:pPr>
              <a:defRPr/>
            </a:pPr>
            <a:r>
              <a:rPr lang="en-IN" dirty="0">
                <a:noFill/>
              </a:rPr>
              <a:t>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160569"/>
            <a:ext cx="7620000" cy="764364"/>
          </a:xfrm>
        </p:spPr>
        <p:txBody>
          <a:bodyPr>
            <a:normAutofit/>
          </a:bodyPr>
          <a:lstStyle/>
          <a:p>
            <a:pPr algn="l"/>
            <a:r>
              <a:rPr lang="en-US" sz="3200" dirty="0"/>
              <a:t>Example- 5</a:t>
            </a:r>
            <a:endParaRPr lang="en-IN" sz="3200" dirty="0"/>
          </a:p>
        </p:txBody>
      </p:sp>
      <p:sp>
        <p:nvSpPr>
          <p:cNvPr id="2" name="Content Placeholder 1"/>
          <p:cNvSpPr>
            <a:spLocks noGrp="1"/>
          </p:cNvSpPr>
          <p:nvPr>
            <p:ph idx="4294967295"/>
          </p:nvPr>
        </p:nvSpPr>
        <p:spPr>
          <a:xfrm>
            <a:off x="268287" y="1242047"/>
            <a:ext cx="8607425" cy="4619625"/>
          </a:xfrm>
        </p:spPr>
        <p:txBody>
          <a:bodyPr rtlCol="0">
            <a:normAutofit/>
          </a:bodyPr>
          <a:lstStyle/>
          <a:p>
            <a:pPr>
              <a:buFont typeface="Wingdings" panose="05000000000000000000" pitchFamily="2" charset="2"/>
              <a:buChar char="Ø"/>
              <a:defRPr/>
            </a:pPr>
            <a:r>
              <a:rPr lang="en-US" sz="2600" dirty="0">
                <a:solidFill>
                  <a:srgbClr val="000000"/>
                </a:solidFill>
                <a:cs typeface="Times New Roman" panose="02020603050405020304" pitchFamily="18" charset="0"/>
              </a:rPr>
              <a:t>In a group of 300 all adults, 272 are right-handed, 3 adults </a:t>
            </a:r>
          </a:p>
          <a:p>
            <a:pPr marL="0" indent="0">
              <a:buNone/>
              <a:defRPr/>
            </a:pPr>
            <a:r>
              <a:rPr lang="en-US" sz="2600" dirty="0">
                <a:solidFill>
                  <a:srgbClr val="000000"/>
                </a:solidFill>
                <a:cs typeface="Times New Roman" panose="02020603050405020304" pitchFamily="18" charset="0"/>
              </a:rPr>
              <a:t>  are selected </a:t>
            </a:r>
            <a:r>
              <a:rPr lang="en-US" sz="2600" u="sng" dirty="0">
                <a:solidFill>
                  <a:srgbClr val="000000"/>
                </a:solidFill>
                <a:cs typeface="Times New Roman" panose="02020603050405020304" pitchFamily="18" charset="0"/>
              </a:rPr>
              <a:t>with replacement</a:t>
            </a:r>
            <a:r>
              <a:rPr lang="en-US" sz="2600" dirty="0">
                <a:solidFill>
                  <a:srgbClr val="000000"/>
                </a:solidFill>
                <a:cs typeface="Times New Roman" panose="02020603050405020304" pitchFamily="18" charset="0"/>
              </a:rPr>
              <a:t>. Find </a:t>
            </a:r>
          </a:p>
          <a:p>
            <a:pPr marL="457200" indent="-457200">
              <a:buFont typeface="Arial" pitchFamily="34" charset="0"/>
              <a:buAutoNum type="alphaLcParenR"/>
              <a:defRPr/>
            </a:pPr>
            <a:r>
              <a:rPr lang="en-US" sz="2600" dirty="0">
                <a:solidFill>
                  <a:srgbClr val="000000"/>
                </a:solidFill>
                <a:cs typeface="Times New Roman" panose="02020603050405020304" pitchFamily="18" charset="0"/>
              </a:rPr>
              <a:t>P(all 3 are right- handed) </a:t>
            </a:r>
          </a:p>
          <a:p>
            <a:pPr marL="457200" indent="-457200">
              <a:buFont typeface="Arial" pitchFamily="34" charset="0"/>
              <a:buAutoNum type="alphaLcParenR"/>
              <a:defRPr/>
            </a:pPr>
            <a:r>
              <a:rPr lang="en-US" sz="2600" dirty="0">
                <a:solidFill>
                  <a:srgbClr val="000000"/>
                </a:solidFill>
                <a:cs typeface="Times New Roman" panose="02020603050405020304" pitchFamily="18" charset="0"/>
              </a:rPr>
              <a:t>P(all 3 left-handed)</a:t>
            </a:r>
          </a:p>
          <a:p>
            <a:pPr marL="457200" indent="-457200">
              <a:buFont typeface="Arial" pitchFamily="34" charset="0"/>
              <a:buAutoNum type="alphaLcParenR"/>
              <a:defRPr/>
            </a:pPr>
            <a:r>
              <a:rPr lang="en-US" sz="2600" dirty="0">
                <a:solidFill>
                  <a:srgbClr val="000000"/>
                </a:solidFill>
                <a:cs typeface="Times New Roman" panose="02020603050405020304" pitchFamily="18" charset="0"/>
              </a:rPr>
              <a:t>P(At least one right-handed)</a:t>
            </a:r>
          </a:p>
          <a:p>
            <a:pPr marL="0" indent="0">
              <a:buNone/>
              <a:defRPr/>
            </a:pPr>
            <a:r>
              <a:rPr lang="en-US" sz="2600" dirty="0">
                <a:solidFill>
                  <a:srgbClr val="FF0000"/>
                </a:solidFill>
                <a:cs typeface="Times New Roman" panose="02020603050405020304" pitchFamily="18" charset="0"/>
              </a:rPr>
              <a:t>Solution:</a:t>
            </a:r>
          </a:p>
          <a:p>
            <a:pPr>
              <a:buFont typeface="Courier New" panose="02070309020205020404" pitchFamily="49" charset="0"/>
              <a:buChar char="o"/>
              <a:defRPr/>
            </a:pPr>
            <a:r>
              <a:rPr lang="en-US" sz="2600" dirty="0">
                <a:solidFill>
                  <a:srgbClr val="000000"/>
                </a:solidFill>
                <a:cs typeface="Times New Roman" panose="02020603050405020304" pitchFamily="18" charset="0"/>
              </a:rPr>
              <a:t>P(one right-handed) = 272/300 =0.907</a:t>
            </a:r>
          </a:p>
          <a:p>
            <a:pPr>
              <a:buFont typeface="Courier New" panose="02070309020205020404" pitchFamily="49" charset="0"/>
              <a:buChar char="o"/>
              <a:defRPr/>
            </a:pPr>
            <a:r>
              <a:rPr lang="en-US" sz="2600" dirty="0">
                <a:solidFill>
                  <a:srgbClr val="000000"/>
                </a:solidFill>
                <a:cs typeface="Times New Roman" panose="02020603050405020304" pitchFamily="18" charset="0"/>
              </a:rPr>
              <a:t>P(one left-handed) = (300-272)/300 = 28/300 = 0.093</a:t>
            </a:r>
          </a:p>
          <a:p>
            <a:pPr>
              <a:defRPr/>
            </a:pPr>
            <a:endParaRPr lang="en-US" dirty="0">
              <a:solidFill>
                <a:srgbClr val="000000"/>
              </a:solidFill>
              <a:latin typeface="Tahoma" panose="020B0604030504040204" pitchFamily="34" charset="0"/>
            </a:endParaRPr>
          </a:p>
          <a:p>
            <a:pPr>
              <a:defRPr/>
            </a:pPr>
            <a:endParaRPr lang="en-I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7620000" cy="764364"/>
          </a:xfrm>
        </p:spPr>
        <p:txBody>
          <a:bodyPr>
            <a:normAutofit/>
          </a:bodyPr>
          <a:lstStyle/>
          <a:p>
            <a:pPr algn="l"/>
            <a:r>
              <a:rPr lang="en-US" sz="3200" dirty="0"/>
              <a:t>Solution</a:t>
            </a:r>
            <a:endParaRPr lang="en-IN" sz="3200" dirty="0"/>
          </a:p>
        </p:txBody>
      </p:sp>
      <p:sp>
        <p:nvSpPr>
          <p:cNvPr id="6" name="Content Placeholder 1">
            <a:extLst>
              <a:ext uri="{FF2B5EF4-FFF2-40B4-BE49-F238E27FC236}">
                <a16:creationId xmlns:a16="http://schemas.microsoft.com/office/drawing/2014/main" id="{3F70055B-9CAE-4C1D-8C56-446749ACAF26}"/>
              </a:ext>
            </a:extLst>
          </p:cNvPr>
          <p:cNvSpPr>
            <a:spLocks noGrp="1" noChangeArrowheads="1"/>
          </p:cNvSpPr>
          <p:nvPr>
            <p:ph type="body" sz="quarter" idx="13"/>
          </p:nvPr>
        </p:nvSpPr>
        <p:spPr>
          <a:xfrm>
            <a:off x="173038" y="1298575"/>
            <a:ext cx="8745537" cy="5300663"/>
          </a:xfrm>
        </p:spPr>
        <p:txBody>
          <a:bodyPr>
            <a:normAutofit/>
          </a:bodyPr>
          <a:lstStyle/>
          <a:p>
            <a:pPr marL="0" indent="0" fontAlgn="base">
              <a:spcAft>
                <a:spcPct val="0"/>
              </a:spcAft>
              <a:buNone/>
            </a:pPr>
            <a:r>
              <a:rPr lang="en-US" altLang="en-US" sz="2400" dirty="0">
                <a:solidFill>
                  <a:srgbClr val="000000"/>
                </a:solidFill>
                <a:latin typeface="Tahoma" panose="020B0604030504040204" pitchFamily="34" charset="0"/>
              </a:rPr>
              <a:t> </a:t>
            </a:r>
            <a:r>
              <a:rPr lang="en-US" altLang="en-US" sz="2400" dirty="0">
                <a:solidFill>
                  <a:srgbClr val="000000"/>
                </a:solidFill>
                <a:latin typeface="+mn-lt"/>
              </a:rPr>
              <a:t>a) </a:t>
            </a:r>
            <a:r>
              <a:rPr lang="en-US" altLang="en-US" sz="2400" dirty="0">
                <a:solidFill>
                  <a:srgbClr val="000000"/>
                </a:solidFill>
                <a:latin typeface="+mn-lt"/>
                <a:cs typeface="Times New Roman" panose="02020603050405020304" pitchFamily="18" charset="0"/>
              </a:rPr>
              <a:t>P(3 right-handed) = (272/300) (272/300)(272/300)       </a:t>
            </a:r>
          </a:p>
          <a:p>
            <a:pPr marL="0" indent="0" fontAlgn="base">
              <a:spcAft>
                <a:spcPct val="0"/>
              </a:spcAft>
              <a:buNone/>
            </a:pPr>
            <a:r>
              <a:rPr lang="en-US" altLang="en-US" sz="2400" dirty="0">
                <a:solidFill>
                  <a:srgbClr val="000000"/>
                </a:solidFill>
                <a:latin typeface="+mn-lt"/>
                <a:cs typeface="Times New Roman" panose="02020603050405020304" pitchFamily="18" charset="0"/>
              </a:rPr>
              <a:t>                          = (272/300)</a:t>
            </a:r>
            <a:r>
              <a:rPr lang="en-US" altLang="en-US" sz="2400" baseline="30000" dirty="0">
                <a:solidFill>
                  <a:srgbClr val="000000"/>
                </a:solidFill>
                <a:latin typeface="+mn-lt"/>
                <a:cs typeface="Times New Roman" panose="02020603050405020304" pitchFamily="18" charset="0"/>
              </a:rPr>
              <a:t>3</a:t>
            </a:r>
            <a:r>
              <a:rPr lang="en-US" altLang="en-US" sz="2400" dirty="0">
                <a:solidFill>
                  <a:srgbClr val="000000"/>
                </a:solidFill>
                <a:latin typeface="+mn-lt"/>
                <a:cs typeface="Times New Roman" panose="02020603050405020304" pitchFamily="18" charset="0"/>
              </a:rPr>
              <a:t> = 0.745</a:t>
            </a:r>
          </a:p>
          <a:p>
            <a:pPr marL="0" indent="0" fontAlgn="base">
              <a:spcAft>
                <a:spcPct val="0"/>
              </a:spcAft>
              <a:buNone/>
            </a:pPr>
            <a:r>
              <a:rPr lang="en-US" altLang="en-US" sz="2400" dirty="0">
                <a:solidFill>
                  <a:srgbClr val="000000"/>
                </a:solidFill>
                <a:latin typeface="+mn-lt"/>
                <a:cs typeface="Times New Roman" panose="02020603050405020304" pitchFamily="18" charset="0"/>
              </a:rPr>
              <a:t>b) P( 3 left-handed) = (28/300)(28/300)(28/300) = (28/300)</a:t>
            </a:r>
            <a:r>
              <a:rPr lang="en-US" altLang="en-US" sz="2400" baseline="30000" dirty="0">
                <a:solidFill>
                  <a:srgbClr val="000000"/>
                </a:solidFill>
                <a:latin typeface="+mn-lt"/>
                <a:cs typeface="Times New Roman" panose="02020603050405020304" pitchFamily="18" charset="0"/>
              </a:rPr>
              <a:t>3</a:t>
            </a:r>
            <a:r>
              <a:rPr lang="en-US" altLang="en-US" sz="2400" dirty="0">
                <a:solidFill>
                  <a:srgbClr val="000000"/>
                </a:solidFill>
                <a:latin typeface="+mn-lt"/>
                <a:cs typeface="Times New Roman" panose="02020603050405020304" pitchFamily="18" charset="0"/>
              </a:rPr>
              <a:t> </a:t>
            </a:r>
          </a:p>
          <a:p>
            <a:pPr marL="0" indent="0" fontAlgn="base">
              <a:spcAft>
                <a:spcPct val="0"/>
              </a:spcAft>
              <a:buNone/>
            </a:pPr>
            <a:r>
              <a:rPr lang="en-US" altLang="en-US" sz="2400" dirty="0">
                <a:solidFill>
                  <a:srgbClr val="000000"/>
                </a:solidFill>
                <a:latin typeface="+mn-lt"/>
                <a:cs typeface="Times New Roman" panose="02020603050405020304" pitchFamily="18" charset="0"/>
              </a:rPr>
              <a:t>                         = 0.0008</a:t>
            </a:r>
          </a:p>
          <a:p>
            <a:pPr marL="0" indent="0" fontAlgn="base">
              <a:spcAft>
                <a:spcPct val="0"/>
              </a:spcAft>
              <a:buNone/>
            </a:pPr>
            <a:r>
              <a:rPr lang="en-US" altLang="en-US" sz="2400" dirty="0">
                <a:solidFill>
                  <a:srgbClr val="000000"/>
                </a:solidFill>
                <a:latin typeface="+mn-lt"/>
                <a:cs typeface="Times New Roman" panose="02020603050405020304" pitchFamily="18" charset="0"/>
              </a:rPr>
              <a:t>c) P(At least one right-handed) = 1 – P(All 3 left-handed) </a:t>
            </a:r>
          </a:p>
          <a:p>
            <a:pPr marL="0" indent="0" fontAlgn="base">
              <a:spcAft>
                <a:spcPct val="0"/>
              </a:spcAft>
              <a:buNone/>
            </a:pPr>
            <a:r>
              <a:rPr lang="en-US" altLang="en-US" sz="2400" dirty="0">
                <a:solidFill>
                  <a:srgbClr val="000000"/>
                </a:solidFill>
                <a:latin typeface="+mn-lt"/>
                <a:cs typeface="Times New Roman" panose="02020603050405020304" pitchFamily="18" charset="0"/>
              </a:rPr>
              <a:t>                                         = 1 - 0.0008 </a:t>
            </a:r>
          </a:p>
          <a:p>
            <a:pPr marL="0" indent="0" fontAlgn="base">
              <a:spcAft>
                <a:spcPct val="0"/>
              </a:spcAft>
              <a:buNone/>
            </a:pPr>
            <a:r>
              <a:rPr lang="en-US" altLang="en-US" sz="2400" dirty="0">
                <a:solidFill>
                  <a:srgbClr val="000000"/>
                </a:solidFill>
                <a:latin typeface="+mn-lt"/>
                <a:cs typeface="Times New Roman" panose="02020603050405020304" pitchFamily="18" charset="0"/>
              </a:rPr>
              <a:t>                                         = 0.9992</a:t>
            </a:r>
          </a:p>
          <a:p>
            <a:pPr fontAlgn="base">
              <a:spcAft>
                <a:spcPct val="0"/>
              </a:spcAft>
            </a:pPr>
            <a:endParaRPr lang="en-US" altLang="en-US" dirty="0">
              <a:solidFill>
                <a:srgbClr val="000000"/>
              </a:solidFill>
              <a:latin typeface="Times New Roman" panose="02020603050405020304" pitchFamily="18" charset="0"/>
              <a:cs typeface="Times New Roman" panose="02020603050405020304" pitchFamily="18" charset="0"/>
            </a:endParaRPr>
          </a:p>
          <a:p>
            <a:pPr fontAlgn="base">
              <a:spcAft>
                <a:spcPct val="0"/>
              </a:spcAft>
            </a:pPr>
            <a:endParaRPr lang="en-US" altLang="en-US" dirty="0">
              <a:solidFill>
                <a:srgbClr val="000000"/>
              </a:solidFill>
              <a:latin typeface="Times New Roman" panose="02020603050405020304" pitchFamily="18" charset="0"/>
              <a:cs typeface="Times New Roman" panose="02020603050405020304" pitchFamily="18" charset="0"/>
            </a:endParaRPr>
          </a:p>
          <a:p>
            <a:pPr fontAlgn="base">
              <a:spcAft>
                <a:spcPct val="0"/>
              </a:spcAft>
            </a:pPr>
            <a:endParaRPr lang="en-US" altLang="en-US" dirty="0">
              <a:solidFill>
                <a:srgbClr val="000000"/>
              </a:solidFill>
              <a:latin typeface="Times New Roman" panose="02020603050405020304" pitchFamily="18" charset="0"/>
              <a:cs typeface="Times New Roman" panose="02020603050405020304" pitchFamily="18" charset="0"/>
            </a:endParaRPr>
          </a:p>
          <a:p>
            <a:pPr fontAlgn="base">
              <a:spcAft>
                <a:spcPct val="0"/>
              </a:spcAft>
            </a:pPr>
            <a:endParaRPr lang="en-US" altLang="en-US" dirty="0">
              <a:solidFill>
                <a:srgbClr val="000000"/>
              </a:solidFill>
              <a:latin typeface="Times New Roman" panose="02020603050405020304" pitchFamily="18" charset="0"/>
              <a:cs typeface="Times New Roman" panose="02020603050405020304" pitchFamily="18" charset="0"/>
            </a:endParaRPr>
          </a:p>
          <a:p>
            <a:pPr fontAlgn="base">
              <a:spcAft>
                <a:spcPct val="0"/>
              </a:spcAft>
            </a:pPr>
            <a:endParaRPr lang="en-I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160569"/>
            <a:ext cx="7620000" cy="764364"/>
          </a:xfrm>
        </p:spPr>
        <p:txBody>
          <a:bodyPr>
            <a:normAutofit/>
          </a:bodyPr>
          <a:lstStyle/>
          <a:p>
            <a:pPr algn="l"/>
            <a:r>
              <a:rPr lang="en-US" sz="3200" dirty="0"/>
              <a:t>Example- 6</a:t>
            </a:r>
            <a:endParaRPr lang="en-IN" sz="3200" dirty="0"/>
          </a:p>
        </p:txBody>
      </p:sp>
      <p:sp>
        <p:nvSpPr>
          <p:cNvPr id="2" name="Content Placeholder 1"/>
          <p:cNvSpPr>
            <a:spLocks noGrp="1"/>
          </p:cNvSpPr>
          <p:nvPr>
            <p:ph idx="4294967295"/>
          </p:nvPr>
        </p:nvSpPr>
        <p:spPr>
          <a:xfrm>
            <a:off x="457200" y="1109525"/>
            <a:ext cx="8264106" cy="4949825"/>
          </a:xfrm>
        </p:spPr>
        <p:txBody>
          <a:bodyPr rtlCol="0">
            <a:normAutofit/>
          </a:bodyPr>
          <a:lstStyle/>
          <a:p>
            <a:pPr marL="0" indent="0" algn="just">
              <a:spcBef>
                <a:spcPts val="0"/>
              </a:spcBef>
              <a:buNone/>
              <a:defRPr/>
            </a:pPr>
            <a:r>
              <a:rPr lang="en-US" sz="2000" dirty="0">
                <a:cs typeface="Times New Roman" panose="02020603050405020304" pitchFamily="18" charset="0"/>
              </a:rPr>
              <a:t>A data science team is working on a model to predict whether an  email is spam or not. They are using two independent features: The presence of the word "offer“ (Feature A) and the presence of  a suspicious link (Feature B).</a:t>
            </a:r>
          </a:p>
          <a:p>
            <a:pPr marL="0" indent="0" algn="just">
              <a:spcBef>
                <a:spcPts val="0"/>
              </a:spcBef>
              <a:buNone/>
              <a:defRPr/>
            </a:pPr>
            <a:endParaRPr lang="en-US" sz="2000" dirty="0">
              <a:cs typeface="Times New Roman" panose="02020603050405020304" pitchFamily="18" charset="0"/>
            </a:endParaRPr>
          </a:p>
          <a:p>
            <a:pPr marL="0" indent="0" algn="just">
              <a:spcBef>
                <a:spcPts val="0"/>
              </a:spcBef>
              <a:buNone/>
              <a:defRPr/>
            </a:pPr>
            <a:r>
              <a:rPr lang="en-US" sz="2000" dirty="0">
                <a:cs typeface="Times New Roman" panose="02020603050405020304" pitchFamily="18" charset="0"/>
              </a:rPr>
              <a:t>The probability that an email contains the word "offer“ (Feature A) is 0.6.</a:t>
            </a:r>
          </a:p>
          <a:p>
            <a:pPr marL="0" indent="0" algn="just">
              <a:spcBef>
                <a:spcPts val="0"/>
              </a:spcBef>
              <a:buNone/>
              <a:defRPr/>
            </a:pPr>
            <a:r>
              <a:rPr lang="en-US" sz="2000" dirty="0">
                <a:cs typeface="Times New Roman" panose="02020603050405020304" pitchFamily="18" charset="0"/>
              </a:rPr>
              <a:t>The probability that an email contains a suspicious link (Feature  B) is 0.4.</a:t>
            </a:r>
          </a:p>
          <a:p>
            <a:pPr marL="0" indent="0" algn="just">
              <a:spcBef>
                <a:spcPts val="0"/>
              </a:spcBef>
              <a:buNone/>
              <a:defRPr/>
            </a:pPr>
            <a:endParaRPr lang="en-US" sz="2000" dirty="0">
              <a:cs typeface="Times New Roman" panose="02020603050405020304" pitchFamily="18" charset="0"/>
            </a:endParaRPr>
          </a:p>
          <a:p>
            <a:pPr marL="457200" indent="-457200" algn="just">
              <a:spcBef>
                <a:spcPts val="0"/>
              </a:spcBef>
              <a:buFont typeface="Arial" pitchFamily="34" charset="0"/>
              <a:buAutoNum type="alphaLcParenR"/>
              <a:defRPr/>
            </a:pPr>
            <a:r>
              <a:rPr lang="en-US" sz="2000" dirty="0">
                <a:cs typeface="Times New Roman" panose="02020603050405020304" pitchFamily="18" charset="0"/>
              </a:rPr>
              <a:t>What is the probability that an email contains both the word "offer" and a suspicious link?</a:t>
            </a:r>
          </a:p>
          <a:p>
            <a:pPr marL="457200" indent="-457200" algn="just">
              <a:spcBef>
                <a:spcPts val="0"/>
              </a:spcBef>
              <a:buFont typeface="Arial" pitchFamily="34" charset="0"/>
              <a:buAutoNum type="alphaLcParenR"/>
              <a:defRPr/>
            </a:pPr>
            <a:r>
              <a:rPr lang="en-US" sz="2000" dirty="0">
                <a:cs typeface="Times New Roman" panose="02020603050405020304" pitchFamily="18" charset="0"/>
              </a:rPr>
              <a:t>What is the probability that an email contains either the word "offer" or a suspicious link or both?</a:t>
            </a:r>
          </a:p>
          <a:p>
            <a:pPr marL="457200" indent="-457200" algn="just">
              <a:spcBef>
                <a:spcPts val="0"/>
              </a:spcBef>
              <a:buFont typeface="Arial" pitchFamily="34" charset="0"/>
              <a:buAutoNum type="alphaLcParenR"/>
              <a:defRPr/>
            </a:pPr>
            <a:r>
              <a:rPr lang="en-US" sz="2000" dirty="0">
                <a:cs typeface="Times New Roman" panose="02020603050405020304" pitchFamily="18" charset="0"/>
              </a:rPr>
              <a:t>What is the probability that an email contains neither the word "offer" nor a suspicious link?</a:t>
            </a:r>
          </a:p>
          <a:p>
            <a:pPr>
              <a:defRPr/>
            </a:pPr>
            <a:endParaRPr lang="en-IN"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160569"/>
            <a:ext cx="7620000" cy="764364"/>
          </a:xfrm>
        </p:spPr>
        <p:txBody>
          <a:bodyPr/>
          <a:lstStyle/>
          <a:p>
            <a:pPr algn="l"/>
            <a:r>
              <a:rPr lang="en-US" dirty="0"/>
              <a:t>Solution</a:t>
            </a:r>
            <a:endParaRPr lang="en-IN" dirty="0"/>
          </a:p>
        </p:txBody>
      </p:sp>
      <p:sp>
        <p:nvSpPr>
          <p:cNvPr id="7" name="Content Placeholder 1">
            <a:extLst>
              <a:ext uri="{FF2B5EF4-FFF2-40B4-BE49-F238E27FC236}">
                <a16:creationId xmlns:a16="http://schemas.microsoft.com/office/drawing/2014/main" id="{7D8B7C89-9446-45D1-9208-CDC9B2AA296A}"/>
              </a:ext>
            </a:extLst>
          </p:cNvPr>
          <p:cNvSpPr>
            <a:spLocks noGrp="1" noRot="1" noChangeAspect="1" noMove="1" noResize="1" noEditPoints="1" noAdjustHandles="1" noChangeArrowheads="1" noChangeShapeType="1" noTextEdit="1"/>
          </p:cNvSpPr>
          <p:nvPr>
            <p:ph type="body" sz="quarter" idx="13"/>
          </p:nvPr>
        </p:nvSpPr>
        <p:spPr>
          <a:xfrm>
            <a:off x="198438" y="1033463"/>
            <a:ext cx="8813800" cy="5664200"/>
          </a:xfrm>
          <a:blipFill>
            <a:blip r:embed="rId2"/>
            <a:stretch>
              <a:fillRect l="-1111" t="-1077"/>
            </a:stretch>
          </a:blipFill>
        </p:spPr>
        <p:txBody>
          <a:bodyPr/>
          <a:lstStyle/>
          <a:p>
            <a:pPr>
              <a:defRPr/>
            </a:pPr>
            <a:r>
              <a:rPr lang="en-IN">
                <a:noFill/>
              </a:rPr>
              <a:t>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Miscellaneous Examples</a:t>
            </a:r>
            <a:endParaRPr lang="en-IN" dirty="0"/>
          </a:p>
        </p:txBody>
      </p:sp>
      <p:sp>
        <p:nvSpPr>
          <p:cNvPr id="4" name="Rectangle 5"/>
          <p:cNvSpPr>
            <a:spLocks noGrp="1" noChangeArrowheads="1"/>
          </p:cNvSpPr>
          <p:nvPr>
            <p:ph idx="4294967295"/>
          </p:nvPr>
        </p:nvSpPr>
        <p:spPr>
          <a:xfrm>
            <a:off x="526211" y="1068387"/>
            <a:ext cx="8335214" cy="5767733"/>
          </a:xfrm>
          <a:ln>
            <a:miter lim="800000"/>
            <a:headEnd/>
            <a:tailEnd/>
          </a:ln>
        </p:spPr>
        <p:txBody>
          <a:bodyPr wrap="square" rtlCol="0">
            <a:spAutoFit/>
          </a:bodyPr>
          <a:lstStyle/>
          <a:p>
            <a:pPr marL="0" indent="0" algn="just">
              <a:buNone/>
              <a:defRPr/>
            </a:pPr>
            <a:r>
              <a:rPr lang="en-US" sz="2000" dirty="0">
                <a:ea typeface="Tahoma" panose="020B0604030504040204" pitchFamily="34" charset="0"/>
                <a:cs typeface="Tahoma" panose="020B0604030504040204" pitchFamily="34" charset="0"/>
              </a:rPr>
              <a:t>1</a:t>
            </a:r>
            <a:r>
              <a:rPr lang="en-US" sz="2000" dirty="0"/>
              <a:t>. </a:t>
            </a:r>
            <a:r>
              <a:rPr lang="en-US" sz="2000" dirty="0">
                <a:ea typeface="Tahoma" panose="020B0604030504040204" pitchFamily="34" charset="0"/>
                <a:cs typeface="Times New Roman" panose="02020603050405020304" pitchFamily="18" charset="0"/>
              </a:rPr>
              <a:t>In a jar with 5 red, 6 blue and 2 white marbles. Two marbles are selected, find the probability that both are red if:</a:t>
            </a:r>
          </a:p>
          <a:p>
            <a:pPr marL="0" indent="0" algn="just">
              <a:buNone/>
              <a:defRPr/>
            </a:pPr>
            <a:r>
              <a:rPr lang="en-US" sz="2000" dirty="0">
                <a:ea typeface="Tahoma" panose="020B0604030504040204" pitchFamily="34" charset="0"/>
                <a:cs typeface="Times New Roman" panose="02020603050405020304" pitchFamily="18" charset="0"/>
              </a:rPr>
              <a:t>a) If two marbles are selected with replacement.</a:t>
            </a:r>
          </a:p>
          <a:p>
            <a:pPr marL="0" indent="0" algn="just">
              <a:buNone/>
              <a:defRPr/>
            </a:pPr>
            <a:r>
              <a:rPr lang="en-US" sz="2000" dirty="0">
                <a:ea typeface="Tahoma" panose="020B0604030504040204" pitchFamily="34" charset="0"/>
                <a:cs typeface="Times New Roman" panose="02020603050405020304" pitchFamily="18" charset="0"/>
              </a:rPr>
              <a:t>b) If two marbles are selected without replacement.</a:t>
            </a:r>
          </a:p>
          <a:p>
            <a:pPr marL="0" indent="0" algn="just">
              <a:buNone/>
              <a:defRPr/>
            </a:pPr>
            <a:endParaRPr lang="en-US" sz="2000" dirty="0">
              <a:solidFill>
                <a:prstClr val="black"/>
              </a:solidFill>
              <a:cs typeface="Times New Roman" pitchFamily="18" charset="0"/>
              <a:sym typeface="Symbol" pitchFamily="18" charset="2"/>
            </a:endParaRPr>
          </a:p>
          <a:p>
            <a:pPr marL="0" indent="0" algn="just">
              <a:buNone/>
              <a:defRPr/>
            </a:pPr>
            <a:r>
              <a:rPr lang="en-US" sz="2000" dirty="0">
                <a:solidFill>
                  <a:prstClr val="black"/>
                </a:solidFill>
                <a:cs typeface="Times New Roman" pitchFamily="18" charset="0"/>
                <a:sym typeface="Symbol" pitchFamily="18" charset="2"/>
              </a:rPr>
              <a:t>2. </a:t>
            </a:r>
            <a:r>
              <a:rPr lang="en-US" sz="2000" dirty="0">
                <a:ea typeface="Tahoma" panose="020B0604030504040204" pitchFamily="34" charset="0"/>
                <a:cs typeface="Times New Roman" panose="02020603050405020304" pitchFamily="18" charset="0"/>
              </a:rPr>
              <a:t>In batch of 6400 light bulbs, 80 are defective. If 12 light bulbs are selected from the batch without replacements, find probability that all are good.</a:t>
            </a:r>
          </a:p>
          <a:p>
            <a:pPr marL="0" indent="0" algn="just">
              <a:buNone/>
              <a:defRPr/>
            </a:pPr>
            <a:endParaRPr lang="en-US" sz="2000" dirty="0">
              <a:ea typeface="Tahoma" panose="020B0604030504040204" pitchFamily="34" charset="0"/>
              <a:cs typeface="Times New Roman" panose="02020603050405020304" pitchFamily="18" charset="0"/>
            </a:endParaRPr>
          </a:p>
          <a:p>
            <a:pPr marL="0" indent="0" algn="just">
              <a:buNone/>
              <a:defRPr/>
            </a:pPr>
            <a:r>
              <a:rPr lang="en-US" sz="2000" dirty="0">
                <a:ea typeface="Tahoma" panose="020B0604030504040204" pitchFamily="34" charset="0"/>
                <a:cs typeface="Times New Roman" panose="02020603050405020304" pitchFamily="18" charset="0"/>
              </a:rPr>
              <a:t>3. In a city with two airports, 100 flights were surveyed. 20 of those flights departed late. 45 flights in the survey departed from airport A; 9 of those flights departed late.55 flights in the survey departed from airport B; 11 flights departed </a:t>
            </a:r>
            <a:r>
              <a:rPr lang="en-US" sz="2000" dirty="0" err="1">
                <a:ea typeface="Tahoma" panose="020B0604030504040204" pitchFamily="34" charset="0"/>
                <a:cs typeface="Times New Roman" panose="02020603050405020304" pitchFamily="18" charset="0"/>
              </a:rPr>
              <a:t>late.Are</a:t>
            </a:r>
            <a:r>
              <a:rPr lang="en-US" sz="2000" dirty="0">
                <a:ea typeface="Tahoma" panose="020B0604030504040204" pitchFamily="34" charset="0"/>
                <a:cs typeface="Times New Roman" panose="02020603050405020304" pitchFamily="18" charset="0"/>
              </a:rPr>
              <a:t> the events "depart from airport A" and "departed late" independent?</a:t>
            </a:r>
          </a:p>
          <a:p>
            <a:pPr marL="0" indent="0">
              <a:defRPr/>
            </a:pPr>
            <a:endParaRPr lang="en-US" sz="2200" dirty="0">
              <a:latin typeface="Times New Roman" panose="02020603050405020304" pitchFamily="18" charset="0"/>
              <a:ea typeface="Tahoma" panose="020B0604030504040204" pitchFamily="34" charset="0"/>
              <a:cs typeface="Times New Roman" panose="02020603050405020304" pitchFamily="18" charset="0"/>
            </a:endParaRPr>
          </a:p>
          <a:p>
            <a:pPr marL="0" indent="0">
              <a:defRPr/>
            </a:pPr>
            <a:endParaRPr lang="en-US" sz="2200" dirty="0">
              <a:latin typeface="Times New Roman" panose="02020603050405020304" pitchFamily="18" charset="0"/>
              <a:ea typeface="Tahoma" panose="020B0604030504040204" pitchFamily="34" charset="0"/>
              <a:cs typeface="Times New Roman" panose="02020603050405020304" pitchFamily="18" charset="0"/>
            </a:endParaRPr>
          </a:p>
          <a:p>
            <a:pPr>
              <a:defRPr/>
            </a:pPr>
            <a:endParaRPr lang="en-US" sz="2000" dirty="0">
              <a:solidFill>
                <a:prstClr val="black"/>
              </a:solidFill>
              <a:latin typeface="Times New Roman" pitchFamily="18" charset="0"/>
              <a:cs typeface="Times New Roman" pitchFamily="18" charset="0"/>
              <a:sym typeface="Symbol" pitchFamily="18" charset="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160569"/>
            <a:ext cx="7620000" cy="764364"/>
          </a:xfrm>
        </p:spPr>
        <p:txBody>
          <a:bodyPr>
            <a:normAutofit/>
          </a:bodyPr>
          <a:lstStyle/>
          <a:p>
            <a:pPr algn="l"/>
            <a:r>
              <a:rPr lang="en-US" sz="3200" dirty="0" err="1"/>
              <a:t>Contd</a:t>
            </a:r>
            <a:r>
              <a:rPr lang="en-US" sz="3200" dirty="0"/>
              <a:t>….</a:t>
            </a:r>
            <a:endParaRPr lang="en-IN" sz="3200" dirty="0"/>
          </a:p>
        </p:txBody>
      </p:sp>
      <p:graphicFrame>
        <p:nvGraphicFramePr>
          <p:cNvPr id="4" name="Object 3"/>
          <p:cNvGraphicFramePr>
            <a:graphicFrameLocks noChangeAspect="1"/>
          </p:cNvGraphicFramePr>
          <p:nvPr/>
        </p:nvGraphicFramePr>
        <p:xfrm>
          <a:off x="1268413" y="3044825"/>
          <a:ext cx="3429000" cy="711200"/>
        </p:xfrm>
        <a:graphic>
          <a:graphicData uri="http://schemas.openxmlformats.org/presentationml/2006/ole">
            <mc:AlternateContent xmlns:mc="http://schemas.openxmlformats.org/markup-compatibility/2006">
              <mc:Choice xmlns:v="urn:schemas-microsoft-com:vml" Requires="v">
                <p:oleObj name="Equation" r:id="rId2" imgW="3429000" imgH="711200" progId="Equation.3">
                  <p:embed/>
                </p:oleObj>
              </mc:Choice>
              <mc:Fallback>
                <p:oleObj name="Equation" r:id="rId2" imgW="3429000" imgH="711200" progId="Equation.3">
                  <p:embed/>
                  <p:pic>
                    <p:nvPicPr>
                      <p:cNvPr id="4"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68413" y="3044825"/>
                        <a:ext cx="3429000" cy="71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4"/>
          <p:cNvGraphicFramePr>
            <a:graphicFrameLocks noChangeAspect="1"/>
          </p:cNvGraphicFramePr>
          <p:nvPr/>
        </p:nvGraphicFramePr>
        <p:xfrm>
          <a:off x="6403975" y="2111375"/>
          <a:ext cx="1612900" cy="304800"/>
        </p:xfrm>
        <a:graphic>
          <a:graphicData uri="http://schemas.openxmlformats.org/presentationml/2006/ole">
            <mc:AlternateContent xmlns:mc="http://schemas.openxmlformats.org/markup-compatibility/2006">
              <mc:Choice xmlns:v="urn:schemas-microsoft-com:vml" Requires="v">
                <p:oleObj name="Equation" r:id="rId4" imgW="1612900" imgH="304800" progId="Equation.3">
                  <p:embed/>
                </p:oleObj>
              </mc:Choice>
              <mc:Fallback>
                <p:oleObj name="Equation" r:id="rId4" imgW="1612900" imgH="304800" progId="Equation.3">
                  <p:embed/>
                  <p:pic>
                    <p:nvPicPr>
                      <p:cNvPr id="5"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03975" y="2111375"/>
                        <a:ext cx="16129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Content Placeholder 1">
            <a:extLst>
              <a:ext uri="{FF2B5EF4-FFF2-40B4-BE49-F238E27FC236}">
                <a16:creationId xmlns:a16="http://schemas.microsoft.com/office/drawing/2014/main" id="{1691C168-7745-40D5-814F-96E18AF0C7DB}"/>
              </a:ext>
            </a:extLst>
          </p:cNvPr>
          <p:cNvSpPr txBox="1">
            <a:spLocks noRot="1" noChangeAspect="1" noMove="1" noResize="1" noEditPoints="1" noAdjustHandles="1" noChangeArrowheads="1" noChangeShapeType="1" noTextEdit="1"/>
          </p:cNvSpPr>
          <p:nvPr/>
        </p:nvSpPr>
        <p:spPr>
          <a:xfrm>
            <a:off x="0" y="1493838"/>
            <a:ext cx="8443913" cy="4525962"/>
          </a:xfrm>
          <a:prstGeom prst="rect">
            <a:avLst/>
          </a:prstGeom>
          <a:blipFill>
            <a:blip r:embed="rId6"/>
            <a:stretch>
              <a:fillRect l="-722"/>
            </a:stretch>
          </a:blipFill>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defRPr/>
            </a:pPr>
            <a:r>
              <a:rPr lang="en-IN">
                <a:noFill/>
              </a:rPr>
              <a:t>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7620000" cy="764364"/>
          </a:xfrm>
        </p:spPr>
        <p:txBody>
          <a:bodyPr/>
          <a:lstStyle/>
          <a:p>
            <a:pPr algn="l"/>
            <a:r>
              <a:rPr lang="en-US" dirty="0"/>
              <a:t>Total Probability</a:t>
            </a:r>
            <a:endParaRPr lang="en-IN" dirty="0"/>
          </a:p>
        </p:txBody>
      </p:sp>
      <p:sp>
        <p:nvSpPr>
          <p:cNvPr id="9" name="Content Placeholder 4">
            <a:extLst>
              <a:ext uri="{FF2B5EF4-FFF2-40B4-BE49-F238E27FC236}">
                <a16:creationId xmlns:a16="http://schemas.microsoft.com/office/drawing/2014/main" id="{E1F54BEF-5739-4F50-85E4-C8B7709ACF1A}"/>
              </a:ext>
            </a:extLst>
          </p:cNvPr>
          <p:cNvSpPr>
            <a:spLocks noGrp="1" noRot="1" noChangeAspect="1" noMove="1" noResize="1" noEditPoints="1" noAdjustHandles="1" noChangeArrowheads="1" noChangeShapeType="1" noTextEdit="1"/>
          </p:cNvSpPr>
          <p:nvPr>
            <p:ph type="body" sz="quarter" idx="13"/>
          </p:nvPr>
        </p:nvSpPr>
        <p:spPr>
          <a:xfrm>
            <a:off x="152400" y="1030288"/>
            <a:ext cx="8156575" cy="3978275"/>
          </a:xfrm>
          <a:blipFill>
            <a:blip r:embed="rId2"/>
            <a:stretch>
              <a:fillRect l="-2222" t="-2153"/>
            </a:stretch>
          </a:blipFill>
        </p:spPr>
        <p:txBody>
          <a:bodyPr/>
          <a:lstStyle/>
          <a:p>
            <a:pPr>
              <a:defRPr/>
            </a:pPr>
            <a:r>
              <a:rPr lang="en-IN">
                <a:noFill/>
              </a:rPr>
              <a:t>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986" name="object 3"/>
          <p:cNvGrpSpPr>
            <a:grpSpLocks/>
          </p:cNvGrpSpPr>
          <p:nvPr/>
        </p:nvGrpSpPr>
        <p:grpSpPr bwMode="auto">
          <a:xfrm>
            <a:off x="2005013" y="2270125"/>
            <a:ext cx="5238750" cy="3087688"/>
            <a:chOff x="2673095" y="1883664"/>
            <a:chExt cx="6985000" cy="4116704"/>
          </a:xfrm>
        </p:grpSpPr>
        <p:sp>
          <p:nvSpPr>
            <p:cNvPr id="4" name="object 4"/>
            <p:cNvSpPr/>
            <p:nvPr/>
          </p:nvSpPr>
          <p:spPr>
            <a:xfrm>
              <a:off x="2723895" y="1919646"/>
              <a:ext cx="6879167" cy="4004526"/>
            </a:xfrm>
            <a:custGeom>
              <a:avLst/>
              <a:gdLst/>
              <a:ahLst/>
              <a:cxnLst/>
              <a:rect l="l" t="t" r="r" b="b"/>
              <a:pathLst>
                <a:path w="6878320" h="4005579">
                  <a:moveTo>
                    <a:pt x="0" y="4005072"/>
                  </a:moveTo>
                  <a:lnTo>
                    <a:pt x="6877811" y="4005072"/>
                  </a:lnTo>
                  <a:lnTo>
                    <a:pt x="6877811" y="0"/>
                  </a:lnTo>
                  <a:lnTo>
                    <a:pt x="0" y="0"/>
                  </a:lnTo>
                  <a:lnTo>
                    <a:pt x="0" y="4005072"/>
                  </a:lnTo>
                  <a:close/>
                </a:path>
              </a:pathLst>
            </a:custGeom>
            <a:ln w="25907">
              <a:solidFill>
                <a:srgbClr val="000000"/>
              </a:solidFill>
            </a:ln>
          </p:spPr>
          <p:txBody>
            <a:bodyPr lIns="0" tIns="0" rIns="0" bIns="0"/>
            <a:lstStyle/>
            <a:p>
              <a:pPr eaLnBrk="1" fontAlgn="auto" hangingPunct="1">
                <a:spcBef>
                  <a:spcPts val="0"/>
                </a:spcBef>
                <a:spcAft>
                  <a:spcPts val="0"/>
                </a:spcAft>
                <a:defRPr/>
              </a:pPr>
              <a:endParaRPr sz="1350">
                <a:latin typeface="+mn-lt"/>
              </a:endParaRPr>
            </a:p>
          </p:txBody>
        </p:sp>
        <p:pic>
          <p:nvPicPr>
            <p:cNvPr id="42002"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3095" y="1883664"/>
              <a:ext cx="2218944" cy="2110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object 6"/>
            <p:cNvSpPr/>
            <p:nvPr/>
          </p:nvSpPr>
          <p:spPr>
            <a:xfrm>
              <a:off x="2723895" y="1919646"/>
              <a:ext cx="2112433" cy="2002263"/>
            </a:xfrm>
            <a:custGeom>
              <a:avLst/>
              <a:gdLst/>
              <a:ahLst/>
              <a:cxnLst/>
              <a:rect l="l" t="t" r="r" b="b"/>
              <a:pathLst>
                <a:path w="2112645" h="2002789">
                  <a:moveTo>
                    <a:pt x="0" y="2002663"/>
                  </a:moveTo>
                  <a:lnTo>
                    <a:pt x="2112137" y="0"/>
                  </a:lnTo>
                </a:path>
              </a:pathLst>
            </a:custGeom>
            <a:ln w="25908">
              <a:solidFill>
                <a:srgbClr val="000000"/>
              </a:solidFill>
            </a:ln>
          </p:spPr>
          <p:txBody>
            <a:bodyPr lIns="0" tIns="0" rIns="0" bIns="0"/>
            <a:lstStyle/>
            <a:p>
              <a:pPr eaLnBrk="1" fontAlgn="auto" hangingPunct="1">
                <a:spcBef>
                  <a:spcPts val="0"/>
                </a:spcBef>
                <a:spcAft>
                  <a:spcPts val="0"/>
                </a:spcAft>
                <a:defRPr/>
              </a:pPr>
              <a:endParaRPr sz="1350">
                <a:latin typeface="+mn-lt"/>
              </a:endParaRPr>
            </a:p>
          </p:txBody>
        </p:sp>
        <p:pic>
          <p:nvPicPr>
            <p:cNvPr id="42004"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2311" y="1889760"/>
              <a:ext cx="2479547" cy="4110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object 8"/>
            <p:cNvSpPr/>
            <p:nvPr/>
          </p:nvSpPr>
          <p:spPr>
            <a:xfrm>
              <a:off x="4836328" y="1919646"/>
              <a:ext cx="2370667" cy="4004526"/>
            </a:xfrm>
            <a:custGeom>
              <a:avLst/>
              <a:gdLst/>
              <a:ahLst/>
              <a:cxnLst/>
              <a:rect l="l" t="t" r="r" b="b"/>
              <a:pathLst>
                <a:path w="2369820" h="4005579">
                  <a:moveTo>
                    <a:pt x="0" y="0"/>
                  </a:moveTo>
                  <a:lnTo>
                    <a:pt x="2369692" y="4005326"/>
                  </a:lnTo>
                </a:path>
              </a:pathLst>
            </a:custGeom>
            <a:ln w="25908">
              <a:solidFill>
                <a:srgbClr val="000000"/>
              </a:solidFill>
            </a:ln>
          </p:spPr>
          <p:txBody>
            <a:bodyPr lIns="0" tIns="0" rIns="0" bIns="0"/>
            <a:lstStyle/>
            <a:p>
              <a:pPr eaLnBrk="1" fontAlgn="auto" hangingPunct="1">
                <a:spcBef>
                  <a:spcPts val="0"/>
                </a:spcBef>
                <a:spcAft>
                  <a:spcPts val="0"/>
                </a:spcAft>
                <a:defRPr/>
              </a:pPr>
              <a:endParaRPr sz="1350">
                <a:latin typeface="+mn-lt"/>
              </a:endParaRPr>
            </a:p>
          </p:txBody>
        </p:sp>
        <p:pic>
          <p:nvPicPr>
            <p:cNvPr id="42006"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04944" y="3886200"/>
              <a:ext cx="5152644" cy="2113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object 10"/>
            <p:cNvSpPr/>
            <p:nvPr/>
          </p:nvSpPr>
          <p:spPr>
            <a:xfrm>
              <a:off x="4552695" y="3921909"/>
              <a:ext cx="5048249" cy="2002263"/>
            </a:xfrm>
            <a:custGeom>
              <a:avLst/>
              <a:gdLst/>
              <a:ahLst/>
              <a:cxnLst/>
              <a:rect l="l" t="t" r="r" b="b"/>
              <a:pathLst>
                <a:path w="5048884" h="2002789">
                  <a:moveTo>
                    <a:pt x="0" y="2002663"/>
                  </a:moveTo>
                  <a:lnTo>
                    <a:pt x="5048504" y="0"/>
                  </a:lnTo>
                </a:path>
              </a:pathLst>
            </a:custGeom>
            <a:ln w="25908">
              <a:solidFill>
                <a:srgbClr val="000000"/>
              </a:solidFill>
            </a:ln>
          </p:spPr>
          <p:txBody>
            <a:bodyPr lIns="0" tIns="0" rIns="0" bIns="0"/>
            <a:lstStyle/>
            <a:p>
              <a:pPr eaLnBrk="1" fontAlgn="auto" hangingPunct="1">
                <a:spcBef>
                  <a:spcPts val="0"/>
                </a:spcBef>
                <a:spcAft>
                  <a:spcPts val="0"/>
                </a:spcAft>
                <a:defRPr/>
              </a:pPr>
              <a:endParaRPr sz="1350">
                <a:latin typeface="+mn-lt"/>
              </a:endParaRPr>
            </a:p>
          </p:txBody>
        </p:sp>
        <p:pic>
          <p:nvPicPr>
            <p:cNvPr id="42008"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97323" y="1891283"/>
              <a:ext cx="1938527" cy="4108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object 12"/>
            <p:cNvSpPr/>
            <p:nvPr/>
          </p:nvSpPr>
          <p:spPr>
            <a:xfrm>
              <a:off x="4552695" y="1919646"/>
              <a:ext cx="1828800" cy="4004526"/>
            </a:xfrm>
            <a:custGeom>
              <a:avLst/>
              <a:gdLst/>
              <a:ahLst/>
              <a:cxnLst/>
              <a:rect l="l" t="t" r="r" b="b"/>
              <a:pathLst>
                <a:path w="1828800" h="4005579">
                  <a:moveTo>
                    <a:pt x="1828800" y="0"/>
                  </a:moveTo>
                  <a:lnTo>
                    <a:pt x="0" y="4005326"/>
                  </a:lnTo>
                </a:path>
              </a:pathLst>
            </a:custGeom>
            <a:ln w="25908">
              <a:solidFill>
                <a:srgbClr val="000000"/>
              </a:solidFill>
            </a:ln>
          </p:spPr>
          <p:txBody>
            <a:bodyPr lIns="0" tIns="0" rIns="0" bIns="0"/>
            <a:lstStyle/>
            <a:p>
              <a:pPr eaLnBrk="1" fontAlgn="auto" hangingPunct="1">
                <a:spcBef>
                  <a:spcPts val="0"/>
                </a:spcBef>
                <a:spcAft>
                  <a:spcPts val="0"/>
                </a:spcAft>
                <a:defRPr/>
              </a:pPr>
              <a:endParaRPr sz="1350">
                <a:latin typeface="+mn-lt"/>
              </a:endParaRPr>
            </a:p>
          </p:txBody>
        </p:sp>
        <p:pic>
          <p:nvPicPr>
            <p:cNvPr id="4201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76143" y="3887724"/>
              <a:ext cx="4585715" cy="2112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object 14"/>
            <p:cNvSpPr/>
            <p:nvPr/>
          </p:nvSpPr>
          <p:spPr>
            <a:xfrm>
              <a:off x="2723895" y="3921909"/>
              <a:ext cx="4483100" cy="2002263"/>
            </a:xfrm>
            <a:custGeom>
              <a:avLst/>
              <a:gdLst/>
              <a:ahLst/>
              <a:cxnLst/>
              <a:rect l="l" t="t" r="r" b="b"/>
              <a:pathLst>
                <a:path w="4481830" h="2002789">
                  <a:moveTo>
                    <a:pt x="0" y="0"/>
                  </a:moveTo>
                  <a:lnTo>
                    <a:pt x="4481830" y="2002663"/>
                  </a:lnTo>
                </a:path>
              </a:pathLst>
            </a:custGeom>
            <a:ln w="25908">
              <a:solidFill>
                <a:srgbClr val="000000"/>
              </a:solidFill>
            </a:ln>
          </p:spPr>
          <p:txBody>
            <a:bodyPr lIns="0" tIns="0" rIns="0" bIns="0"/>
            <a:lstStyle/>
            <a:p>
              <a:pPr eaLnBrk="1" fontAlgn="auto" hangingPunct="1">
                <a:spcBef>
                  <a:spcPts val="0"/>
                </a:spcBef>
                <a:spcAft>
                  <a:spcPts val="0"/>
                </a:spcAft>
                <a:defRPr/>
              </a:pPr>
              <a:endParaRPr sz="1350">
                <a:latin typeface="+mn-lt"/>
              </a:endParaRPr>
            </a:p>
          </p:txBody>
        </p:sp>
        <p:pic>
          <p:nvPicPr>
            <p:cNvPr id="42012" name="object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27648" y="1889760"/>
              <a:ext cx="2427731" cy="4110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object 16"/>
            <p:cNvSpPr/>
            <p:nvPr/>
          </p:nvSpPr>
          <p:spPr>
            <a:xfrm>
              <a:off x="6381495" y="1919646"/>
              <a:ext cx="2319867" cy="4004526"/>
            </a:xfrm>
            <a:custGeom>
              <a:avLst/>
              <a:gdLst/>
              <a:ahLst/>
              <a:cxnLst/>
              <a:rect l="l" t="t" r="r" b="b"/>
              <a:pathLst>
                <a:path w="2319020" h="4005579">
                  <a:moveTo>
                    <a:pt x="0" y="0"/>
                  </a:moveTo>
                  <a:lnTo>
                    <a:pt x="2318766" y="4005326"/>
                  </a:lnTo>
                </a:path>
              </a:pathLst>
            </a:custGeom>
            <a:ln w="25908">
              <a:solidFill>
                <a:srgbClr val="000000"/>
              </a:solidFill>
            </a:ln>
          </p:spPr>
          <p:txBody>
            <a:bodyPr lIns="0" tIns="0" rIns="0" bIns="0"/>
            <a:lstStyle/>
            <a:p>
              <a:pPr eaLnBrk="1" fontAlgn="auto" hangingPunct="1">
                <a:spcBef>
                  <a:spcPts val="0"/>
                </a:spcBef>
                <a:spcAft>
                  <a:spcPts val="0"/>
                </a:spcAft>
                <a:defRPr/>
              </a:pPr>
              <a:endParaRPr sz="1350">
                <a:latin typeface="+mn-lt"/>
              </a:endParaRPr>
            </a:p>
          </p:txBody>
        </p:sp>
        <p:pic>
          <p:nvPicPr>
            <p:cNvPr id="42014" name="object 1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73095" y="1883664"/>
              <a:ext cx="5475732"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object 18"/>
            <p:cNvSpPr/>
            <p:nvPr/>
          </p:nvSpPr>
          <p:spPr>
            <a:xfrm>
              <a:off x="2723895" y="1919646"/>
              <a:ext cx="5367867" cy="4004526"/>
            </a:xfrm>
            <a:custGeom>
              <a:avLst/>
              <a:gdLst/>
              <a:ahLst/>
              <a:cxnLst/>
              <a:rect l="l" t="t" r="r" b="b"/>
              <a:pathLst>
                <a:path w="5368290" h="4005579">
                  <a:moveTo>
                    <a:pt x="0" y="4005326"/>
                  </a:moveTo>
                  <a:lnTo>
                    <a:pt x="5368290" y="0"/>
                  </a:lnTo>
                </a:path>
              </a:pathLst>
            </a:custGeom>
            <a:ln w="25908">
              <a:solidFill>
                <a:srgbClr val="000000"/>
              </a:solidFill>
            </a:ln>
          </p:spPr>
          <p:txBody>
            <a:bodyPr lIns="0" tIns="0" rIns="0" bIns="0"/>
            <a:lstStyle/>
            <a:p>
              <a:pPr eaLnBrk="1" fontAlgn="auto" hangingPunct="1">
                <a:spcBef>
                  <a:spcPts val="0"/>
                </a:spcBef>
                <a:spcAft>
                  <a:spcPts val="0"/>
                </a:spcAft>
                <a:defRPr/>
              </a:pPr>
              <a:endParaRPr sz="1350">
                <a:latin typeface="+mn-lt"/>
              </a:endParaRPr>
            </a:p>
          </p:txBody>
        </p:sp>
        <p:pic>
          <p:nvPicPr>
            <p:cNvPr id="42016" name="object 1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037575" y="1894331"/>
              <a:ext cx="719327" cy="4105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object 20"/>
            <p:cNvSpPr/>
            <p:nvPr/>
          </p:nvSpPr>
          <p:spPr>
            <a:xfrm>
              <a:off x="8093878" y="1919646"/>
              <a:ext cx="607484" cy="4004526"/>
            </a:xfrm>
            <a:custGeom>
              <a:avLst/>
              <a:gdLst/>
              <a:ahLst/>
              <a:cxnLst/>
              <a:rect l="l" t="t" r="r" b="b"/>
              <a:pathLst>
                <a:path w="608329" h="4005579">
                  <a:moveTo>
                    <a:pt x="0" y="0"/>
                  </a:moveTo>
                  <a:lnTo>
                    <a:pt x="608076" y="4005326"/>
                  </a:lnTo>
                </a:path>
              </a:pathLst>
            </a:custGeom>
            <a:ln w="25908">
              <a:solidFill>
                <a:srgbClr val="000000"/>
              </a:solidFill>
            </a:ln>
          </p:spPr>
          <p:txBody>
            <a:bodyPr lIns="0" tIns="0" rIns="0" bIns="0"/>
            <a:lstStyle/>
            <a:p>
              <a:pPr eaLnBrk="1" fontAlgn="auto" hangingPunct="1">
                <a:spcBef>
                  <a:spcPts val="0"/>
                </a:spcBef>
                <a:spcAft>
                  <a:spcPts val="0"/>
                </a:spcAft>
                <a:defRPr/>
              </a:pPr>
              <a:endParaRPr sz="1350">
                <a:latin typeface="+mn-lt"/>
              </a:endParaRPr>
            </a:p>
          </p:txBody>
        </p:sp>
      </p:grpSp>
      <p:sp>
        <p:nvSpPr>
          <p:cNvPr id="21" name="object 21"/>
          <p:cNvSpPr txBox="1"/>
          <p:nvPr/>
        </p:nvSpPr>
        <p:spPr>
          <a:xfrm>
            <a:off x="2349500" y="2524125"/>
            <a:ext cx="128588" cy="217488"/>
          </a:xfrm>
          <a:prstGeom prst="rect">
            <a:avLst/>
          </a:prstGeom>
        </p:spPr>
        <p:txBody>
          <a:bodyPr lIns="0" tIns="9525" rIns="0" bIns="0">
            <a:spAutoFit/>
          </a:bodyPr>
          <a:lstStyle/>
          <a:p>
            <a:pPr marL="9525" eaLnBrk="1" fontAlgn="auto" hangingPunct="1">
              <a:spcBef>
                <a:spcPts val="75"/>
              </a:spcBef>
              <a:spcAft>
                <a:spcPts val="0"/>
              </a:spcAft>
              <a:defRPr/>
            </a:pPr>
            <a:r>
              <a:rPr sz="1350" dirty="0">
                <a:latin typeface="Cambria Math"/>
                <a:cs typeface="Cambria Math"/>
              </a:rPr>
              <a:t>𝐴</a:t>
            </a:r>
            <a:endParaRPr sz="1350">
              <a:latin typeface="Cambria Math"/>
              <a:cs typeface="Cambria Math"/>
            </a:endParaRPr>
          </a:p>
        </p:txBody>
      </p:sp>
      <p:sp>
        <p:nvSpPr>
          <p:cNvPr id="22" name="object 22"/>
          <p:cNvSpPr txBox="1"/>
          <p:nvPr/>
        </p:nvSpPr>
        <p:spPr>
          <a:xfrm>
            <a:off x="2455863" y="2605088"/>
            <a:ext cx="92075" cy="161925"/>
          </a:xfrm>
          <a:prstGeom prst="rect">
            <a:avLst/>
          </a:prstGeom>
        </p:spPr>
        <p:txBody>
          <a:bodyPr lIns="0" tIns="11430" rIns="0" bIns="0">
            <a:spAutoFit/>
          </a:bodyPr>
          <a:lstStyle/>
          <a:p>
            <a:pPr marL="9525" eaLnBrk="1" fontAlgn="auto" hangingPunct="1">
              <a:spcBef>
                <a:spcPts val="90"/>
              </a:spcBef>
              <a:spcAft>
                <a:spcPts val="0"/>
              </a:spcAft>
              <a:defRPr/>
            </a:pPr>
            <a:r>
              <a:rPr sz="975" spc="30" dirty="0">
                <a:latin typeface="Cambria Math"/>
                <a:cs typeface="Cambria Math"/>
              </a:rPr>
              <a:t>1</a:t>
            </a:r>
            <a:endParaRPr sz="975">
              <a:latin typeface="Cambria Math"/>
              <a:cs typeface="Cambria Math"/>
            </a:endParaRPr>
          </a:p>
        </p:txBody>
      </p:sp>
      <p:sp>
        <p:nvSpPr>
          <p:cNvPr id="23" name="object 23"/>
          <p:cNvSpPr txBox="1"/>
          <p:nvPr/>
        </p:nvSpPr>
        <p:spPr>
          <a:xfrm>
            <a:off x="3248025" y="3113088"/>
            <a:ext cx="238125" cy="217487"/>
          </a:xfrm>
          <a:prstGeom prst="rect">
            <a:avLst/>
          </a:prstGeom>
        </p:spPr>
        <p:txBody>
          <a:bodyPr lIns="0" tIns="9525" rIns="0" bIns="0">
            <a:spAutoFit/>
          </a:bodyPr>
          <a:lstStyle/>
          <a:p>
            <a:pPr marL="28575" eaLnBrk="1" fontAlgn="auto" hangingPunct="1">
              <a:spcBef>
                <a:spcPts val="75"/>
              </a:spcBef>
              <a:spcAft>
                <a:spcPts val="0"/>
              </a:spcAft>
              <a:defRPr/>
            </a:pPr>
            <a:r>
              <a:rPr sz="1350" spc="15" dirty="0">
                <a:latin typeface="Cambria Math"/>
                <a:cs typeface="Cambria Math"/>
              </a:rPr>
              <a:t>𝐴</a:t>
            </a:r>
            <a:r>
              <a:rPr sz="1463" spc="23" baseline="-14957" dirty="0">
                <a:latin typeface="Cambria Math"/>
                <a:cs typeface="Cambria Math"/>
              </a:rPr>
              <a:t>2</a:t>
            </a:r>
            <a:endParaRPr sz="1463" baseline="-14957">
              <a:latin typeface="Cambria Math"/>
              <a:cs typeface="Cambria Math"/>
            </a:endParaRPr>
          </a:p>
        </p:txBody>
      </p:sp>
      <p:sp>
        <p:nvSpPr>
          <p:cNvPr id="24" name="object 24"/>
          <p:cNvSpPr txBox="1"/>
          <p:nvPr/>
        </p:nvSpPr>
        <p:spPr>
          <a:xfrm>
            <a:off x="4087813" y="2649538"/>
            <a:ext cx="238125" cy="217487"/>
          </a:xfrm>
          <a:prstGeom prst="rect">
            <a:avLst/>
          </a:prstGeom>
        </p:spPr>
        <p:txBody>
          <a:bodyPr lIns="0" tIns="9525" rIns="0" bIns="0">
            <a:spAutoFit/>
          </a:bodyPr>
          <a:lstStyle/>
          <a:p>
            <a:pPr marL="28575" eaLnBrk="1" fontAlgn="auto" hangingPunct="1">
              <a:spcBef>
                <a:spcPts val="75"/>
              </a:spcBef>
              <a:spcAft>
                <a:spcPts val="0"/>
              </a:spcAft>
              <a:defRPr/>
            </a:pPr>
            <a:r>
              <a:rPr sz="1350" spc="15" dirty="0">
                <a:latin typeface="Cambria Math"/>
                <a:cs typeface="Cambria Math"/>
              </a:rPr>
              <a:t>𝐴</a:t>
            </a:r>
            <a:r>
              <a:rPr sz="1463" spc="23" baseline="-14957" dirty="0">
                <a:latin typeface="Cambria Math"/>
                <a:cs typeface="Cambria Math"/>
              </a:rPr>
              <a:t>3</a:t>
            </a:r>
            <a:endParaRPr sz="1463" baseline="-14957">
              <a:latin typeface="Cambria Math"/>
              <a:cs typeface="Cambria Math"/>
            </a:endParaRPr>
          </a:p>
        </p:txBody>
      </p:sp>
      <p:sp>
        <p:nvSpPr>
          <p:cNvPr id="25" name="object 25"/>
          <p:cNvSpPr txBox="1"/>
          <p:nvPr/>
        </p:nvSpPr>
        <p:spPr>
          <a:xfrm>
            <a:off x="4622800" y="2774950"/>
            <a:ext cx="239713" cy="217488"/>
          </a:xfrm>
          <a:prstGeom prst="rect">
            <a:avLst/>
          </a:prstGeom>
        </p:spPr>
        <p:txBody>
          <a:bodyPr lIns="0" tIns="9525" rIns="0" bIns="0">
            <a:spAutoFit/>
          </a:bodyPr>
          <a:lstStyle/>
          <a:p>
            <a:pPr marL="28575" eaLnBrk="1" fontAlgn="auto" hangingPunct="1">
              <a:spcBef>
                <a:spcPts val="75"/>
              </a:spcBef>
              <a:spcAft>
                <a:spcPts val="0"/>
              </a:spcAft>
              <a:defRPr/>
            </a:pPr>
            <a:r>
              <a:rPr sz="1350" spc="15" dirty="0">
                <a:latin typeface="Cambria Math"/>
                <a:cs typeface="Cambria Math"/>
              </a:rPr>
              <a:t>𝐴</a:t>
            </a:r>
            <a:r>
              <a:rPr sz="1463" spc="23" baseline="-14957" dirty="0">
                <a:latin typeface="Cambria Math"/>
                <a:cs typeface="Cambria Math"/>
              </a:rPr>
              <a:t>4</a:t>
            </a:r>
            <a:endParaRPr sz="1463" baseline="-14957">
              <a:latin typeface="Cambria Math"/>
              <a:cs typeface="Cambria Math"/>
            </a:endParaRPr>
          </a:p>
        </p:txBody>
      </p:sp>
      <p:sp>
        <p:nvSpPr>
          <p:cNvPr id="26" name="object 26"/>
          <p:cNvSpPr txBox="1"/>
          <p:nvPr/>
        </p:nvSpPr>
        <p:spPr>
          <a:xfrm>
            <a:off x="5149850" y="2398713"/>
            <a:ext cx="239713" cy="217487"/>
          </a:xfrm>
          <a:prstGeom prst="rect">
            <a:avLst/>
          </a:prstGeom>
        </p:spPr>
        <p:txBody>
          <a:bodyPr lIns="0" tIns="9525" rIns="0" bIns="0">
            <a:spAutoFit/>
          </a:bodyPr>
          <a:lstStyle/>
          <a:p>
            <a:pPr marL="28575" eaLnBrk="1" fontAlgn="auto" hangingPunct="1">
              <a:spcBef>
                <a:spcPts val="75"/>
              </a:spcBef>
              <a:spcAft>
                <a:spcPts val="0"/>
              </a:spcAft>
              <a:defRPr/>
            </a:pPr>
            <a:r>
              <a:rPr sz="1350" spc="15" dirty="0">
                <a:latin typeface="Cambria Math"/>
                <a:cs typeface="Cambria Math"/>
              </a:rPr>
              <a:t>𝐴</a:t>
            </a:r>
            <a:r>
              <a:rPr sz="1463" spc="23" baseline="-14957" dirty="0">
                <a:latin typeface="Cambria Math"/>
                <a:cs typeface="Cambria Math"/>
              </a:rPr>
              <a:t>5</a:t>
            </a:r>
            <a:endParaRPr sz="1463" baseline="-14957">
              <a:latin typeface="Cambria Math"/>
              <a:cs typeface="Cambria Math"/>
            </a:endParaRPr>
          </a:p>
        </p:txBody>
      </p:sp>
      <p:sp>
        <p:nvSpPr>
          <p:cNvPr id="27" name="object 27"/>
          <p:cNvSpPr txBox="1"/>
          <p:nvPr/>
        </p:nvSpPr>
        <p:spPr>
          <a:xfrm>
            <a:off x="5583238" y="2986088"/>
            <a:ext cx="239712" cy="217487"/>
          </a:xfrm>
          <a:prstGeom prst="rect">
            <a:avLst/>
          </a:prstGeom>
        </p:spPr>
        <p:txBody>
          <a:bodyPr lIns="0" tIns="9525" rIns="0" bIns="0">
            <a:spAutoFit/>
          </a:bodyPr>
          <a:lstStyle/>
          <a:p>
            <a:pPr marL="28575" eaLnBrk="1" fontAlgn="auto" hangingPunct="1">
              <a:spcBef>
                <a:spcPts val="75"/>
              </a:spcBef>
              <a:spcAft>
                <a:spcPts val="0"/>
              </a:spcAft>
              <a:defRPr/>
            </a:pPr>
            <a:r>
              <a:rPr sz="1350" spc="15" dirty="0">
                <a:latin typeface="Cambria Math"/>
                <a:cs typeface="Cambria Math"/>
              </a:rPr>
              <a:t>𝐴</a:t>
            </a:r>
            <a:r>
              <a:rPr sz="1463" spc="23" baseline="-14957" dirty="0">
                <a:latin typeface="Cambria Math"/>
                <a:cs typeface="Cambria Math"/>
              </a:rPr>
              <a:t>6</a:t>
            </a:r>
            <a:endParaRPr sz="1463" baseline="-14957">
              <a:latin typeface="Cambria Math"/>
              <a:cs typeface="Cambria Math"/>
            </a:endParaRPr>
          </a:p>
        </p:txBody>
      </p:sp>
      <p:sp>
        <p:nvSpPr>
          <p:cNvPr id="28" name="object 28"/>
          <p:cNvSpPr txBox="1"/>
          <p:nvPr/>
        </p:nvSpPr>
        <p:spPr>
          <a:xfrm>
            <a:off x="6602413" y="4579938"/>
            <a:ext cx="242887" cy="217487"/>
          </a:xfrm>
          <a:prstGeom prst="rect">
            <a:avLst/>
          </a:prstGeom>
        </p:spPr>
        <p:txBody>
          <a:bodyPr lIns="0" tIns="9525" rIns="0" bIns="0">
            <a:spAutoFit/>
          </a:bodyPr>
          <a:lstStyle/>
          <a:p>
            <a:pPr marL="28575" eaLnBrk="1" fontAlgn="auto" hangingPunct="1">
              <a:spcBef>
                <a:spcPts val="75"/>
              </a:spcBef>
              <a:spcAft>
                <a:spcPts val="0"/>
              </a:spcAft>
              <a:defRPr/>
            </a:pPr>
            <a:r>
              <a:rPr sz="1350" spc="30" dirty="0">
                <a:latin typeface="Cambria Math"/>
                <a:cs typeface="Cambria Math"/>
              </a:rPr>
              <a:t>𝐴</a:t>
            </a:r>
            <a:r>
              <a:rPr sz="1463" spc="45" baseline="-14957" dirty="0">
                <a:latin typeface="Cambria Math"/>
                <a:cs typeface="Cambria Math"/>
              </a:rPr>
              <a:t>𝑘</a:t>
            </a:r>
            <a:endParaRPr sz="1463" baseline="-14957">
              <a:latin typeface="Cambria Math"/>
              <a:cs typeface="Cambria Math"/>
            </a:endParaRPr>
          </a:p>
        </p:txBody>
      </p:sp>
      <p:sp>
        <p:nvSpPr>
          <p:cNvPr id="29" name="object 29"/>
          <p:cNvSpPr/>
          <p:nvPr/>
        </p:nvSpPr>
        <p:spPr>
          <a:xfrm>
            <a:off x="2208213" y="2524125"/>
            <a:ext cx="4394200" cy="2589213"/>
          </a:xfrm>
          <a:custGeom>
            <a:avLst/>
            <a:gdLst/>
            <a:ahLst/>
            <a:cxnLst/>
            <a:rect l="l" t="t" r="r" b="b"/>
            <a:pathLst>
              <a:path w="3708400" h="3321050">
                <a:moveTo>
                  <a:pt x="0" y="1660398"/>
                </a:moveTo>
                <a:lnTo>
                  <a:pt x="688" y="1614692"/>
                </a:lnTo>
                <a:lnTo>
                  <a:pt x="2743" y="1569291"/>
                </a:lnTo>
                <a:lnTo>
                  <a:pt x="6146" y="1524212"/>
                </a:lnTo>
                <a:lnTo>
                  <a:pt x="10879" y="1479469"/>
                </a:lnTo>
                <a:lnTo>
                  <a:pt x="16924" y="1435080"/>
                </a:lnTo>
                <a:lnTo>
                  <a:pt x="24265" y="1391059"/>
                </a:lnTo>
                <a:lnTo>
                  <a:pt x="32884" y="1347423"/>
                </a:lnTo>
                <a:lnTo>
                  <a:pt x="42762" y="1304187"/>
                </a:lnTo>
                <a:lnTo>
                  <a:pt x="53882" y="1261367"/>
                </a:lnTo>
                <a:lnTo>
                  <a:pt x="66226" y="1218979"/>
                </a:lnTo>
                <a:lnTo>
                  <a:pt x="79778" y="1177039"/>
                </a:lnTo>
                <a:lnTo>
                  <a:pt x="94518" y="1135562"/>
                </a:lnTo>
                <a:lnTo>
                  <a:pt x="110430" y="1094565"/>
                </a:lnTo>
                <a:lnTo>
                  <a:pt x="127495" y="1054063"/>
                </a:lnTo>
                <a:lnTo>
                  <a:pt x="145696" y="1014073"/>
                </a:lnTo>
                <a:lnTo>
                  <a:pt x="165016" y="974609"/>
                </a:lnTo>
                <a:lnTo>
                  <a:pt x="185436" y="935688"/>
                </a:lnTo>
                <a:lnTo>
                  <a:pt x="206940" y="897325"/>
                </a:lnTo>
                <a:lnTo>
                  <a:pt x="229508" y="859537"/>
                </a:lnTo>
                <a:lnTo>
                  <a:pt x="253125" y="822339"/>
                </a:lnTo>
                <a:lnTo>
                  <a:pt x="277771" y="785747"/>
                </a:lnTo>
                <a:lnTo>
                  <a:pt x="303429" y="749776"/>
                </a:lnTo>
                <a:lnTo>
                  <a:pt x="330083" y="714444"/>
                </a:lnTo>
                <a:lnTo>
                  <a:pt x="357713" y="679764"/>
                </a:lnTo>
                <a:lnTo>
                  <a:pt x="386302" y="645755"/>
                </a:lnTo>
                <a:lnTo>
                  <a:pt x="415833" y="612430"/>
                </a:lnTo>
                <a:lnTo>
                  <a:pt x="446288" y="579806"/>
                </a:lnTo>
                <a:lnTo>
                  <a:pt x="477649" y="547899"/>
                </a:lnTo>
                <a:lnTo>
                  <a:pt x="509899" y="516724"/>
                </a:lnTo>
                <a:lnTo>
                  <a:pt x="543020" y="486298"/>
                </a:lnTo>
                <a:lnTo>
                  <a:pt x="576994" y="456637"/>
                </a:lnTo>
                <a:lnTo>
                  <a:pt x="611803" y="427755"/>
                </a:lnTo>
                <a:lnTo>
                  <a:pt x="647430" y="399669"/>
                </a:lnTo>
                <a:lnTo>
                  <a:pt x="683858" y="372394"/>
                </a:lnTo>
                <a:lnTo>
                  <a:pt x="721068" y="345948"/>
                </a:lnTo>
                <a:lnTo>
                  <a:pt x="759043" y="320344"/>
                </a:lnTo>
                <a:lnTo>
                  <a:pt x="797765" y="295600"/>
                </a:lnTo>
                <a:lnTo>
                  <a:pt x="837217" y="271731"/>
                </a:lnTo>
                <a:lnTo>
                  <a:pt x="877380" y="248752"/>
                </a:lnTo>
                <a:lnTo>
                  <a:pt x="918238" y="226680"/>
                </a:lnTo>
                <a:lnTo>
                  <a:pt x="959772" y="205531"/>
                </a:lnTo>
                <a:lnTo>
                  <a:pt x="1001965" y="185320"/>
                </a:lnTo>
                <a:lnTo>
                  <a:pt x="1044799" y="166063"/>
                </a:lnTo>
                <a:lnTo>
                  <a:pt x="1088256" y="147776"/>
                </a:lnTo>
                <a:lnTo>
                  <a:pt x="1132320" y="130474"/>
                </a:lnTo>
                <a:lnTo>
                  <a:pt x="1176971" y="114174"/>
                </a:lnTo>
                <a:lnTo>
                  <a:pt x="1222193" y="98892"/>
                </a:lnTo>
                <a:lnTo>
                  <a:pt x="1267967" y="84642"/>
                </a:lnTo>
                <a:lnTo>
                  <a:pt x="1314277" y="71442"/>
                </a:lnTo>
                <a:lnTo>
                  <a:pt x="1361104" y="59307"/>
                </a:lnTo>
                <a:lnTo>
                  <a:pt x="1408431" y="48252"/>
                </a:lnTo>
                <a:lnTo>
                  <a:pt x="1456240" y="38294"/>
                </a:lnTo>
                <a:lnTo>
                  <a:pt x="1504514" y="29448"/>
                </a:lnTo>
                <a:lnTo>
                  <a:pt x="1553234" y="21730"/>
                </a:lnTo>
                <a:lnTo>
                  <a:pt x="1602383" y="15156"/>
                </a:lnTo>
                <a:lnTo>
                  <a:pt x="1651943" y="9742"/>
                </a:lnTo>
                <a:lnTo>
                  <a:pt x="1701897" y="5503"/>
                </a:lnTo>
                <a:lnTo>
                  <a:pt x="1752228" y="2456"/>
                </a:lnTo>
                <a:lnTo>
                  <a:pt x="1802916" y="616"/>
                </a:lnTo>
                <a:lnTo>
                  <a:pt x="1853945" y="0"/>
                </a:lnTo>
                <a:lnTo>
                  <a:pt x="1904975" y="616"/>
                </a:lnTo>
                <a:lnTo>
                  <a:pt x="1955663" y="2456"/>
                </a:lnTo>
                <a:lnTo>
                  <a:pt x="2005994" y="5503"/>
                </a:lnTo>
                <a:lnTo>
                  <a:pt x="2055948" y="9742"/>
                </a:lnTo>
                <a:lnTo>
                  <a:pt x="2105508" y="15156"/>
                </a:lnTo>
                <a:lnTo>
                  <a:pt x="2154657" y="21730"/>
                </a:lnTo>
                <a:lnTo>
                  <a:pt x="2203377" y="29448"/>
                </a:lnTo>
                <a:lnTo>
                  <a:pt x="2251651" y="38294"/>
                </a:lnTo>
                <a:lnTo>
                  <a:pt x="2299460" y="48252"/>
                </a:lnTo>
                <a:lnTo>
                  <a:pt x="2346787" y="59307"/>
                </a:lnTo>
                <a:lnTo>
                  <a:pt x="2393614" y="71442"/>
                </a:lnTo>
                <a:lnTo>
                  <a:pt x="2439923" y="84642"/>
                </a:lnTo>
                <a:lnTo>
                  <a:pt x="2485698" y="98892"/>
                </a:lnTo>
                <a:lnTo>
                  <a:pt x="2530920" y="114174"/>
                </a:lnTo>
                <a:lnTo>
                  <a:pt x="2575571" y="130474"/>
                </a:lnTo>
                <a:lnTo>
                  <a:pt x="2619635" y="147776"/>
                </a:lnTo>
                <a:lnTo>
                  <a:pt x="2663092" y="166063"/>
                </a:lnTo>
                <a:lnTo>
                  <a:pt x="2705926" y="185320"/>
                </a:lnTo>
                <a:lnTo>
                  <a:pt x="2748119" y="205531"/>
                </a:lnTo>
                <a:lnTo>
                  <a:pt x="2789653" y="226680"/>
                </a:lnTo>
                <a:lnTo>
                  <a:pt x="2830511" y="248752"/>
                </a:lnTo>
                <a:lnTo>
                  <a:pt x="2870674" y="271731"/>
                </a:lnTo>
                <a:lnTo>
                  <a:pt x="2910126" y="295600"/>
                </a:lnTo>
                <a:lnTo>
                  <a:pt x="2948848" y="320344"/>
                </a:lnTo>
                <a:lnTo>
                  <a:pt x="2986823" y="345948"/>
                </a:lnTo>
                <a:lnTo>
                  <a:pt x="3024033" y="372394"/>
                </a:lnTo>
                <a:lnTo>
                  <a:pt x="3060461" y="399669"/>
                </a:lnTo>
                <a:lnTo>
                  <a:pt x="3096088" y="427755"/>
                </a:lnTo>
                <a:lnTo>
                  <a:pt x="3130897" y="456637"/>
                </a:lnTo>
                <a:lnTo>
                  <a:pt x="3164871" y="486298"/>
                </a:lnTo>
                <a:lnTo>
                  <a:pt x="3197992" y="516724"/>
                </a:lnTo>
                <a:lnTo>
                  <a:pt x="3230242" y="547899"/>
                </a:lnTo>
                <a:lnTo>
                  <a:pt x="3261603" y="579806"/>
                </a:lnTo>
                <a:lnTo>
                  <a:pt x="3292058" y="612430"/>
                </a:lnTo>
                <a:lnTo>
                  <a:pt x="3321589" y="645755"/>
                </a:lnTo>
                <a:lnTo>
                  <a:pt x="3350178" y="679764"/>
                </a:lnTo>
                <a:lnTo>
                  <a:pt x="3377808" y="714444"/>
                </a:lnTo>
                <a:lnTo>
                  <a:pt x="3404462" y="749776"/>
                </a:lnTo>
                <a:lnTo>
                  <a:pt x="3430120" y="785747"/>
                </a:lnTo>
                <a:lnTo>
                  <a:pt x="3454766" y="822339"/>
                </a:lnTo>
                <a:lnTo>
                  <a:pt x="3478383" y="859537"/>
                </a:lnTo>
                <a:lnTo>
                  <a:pt x="3500951" y="897325"/>
                </a:lnTo>
                <a:lnTo>
                  <a:pt x="3522455" y="935688"/>
                </a:lnTo>
                <a:lnTo>
                  <a:pt x="3542875" y="974609"/>
                </a:lnTo>
                <a:lnTo>
                  <a:pt x="3562195" y="1014073"/>
                </a:lnTo>
                <a:lnTo>
                  <a:pt x="3580396" y="1054063"/>
                </a:lnTo>
                <a:lnTo>
                  <a:pt x="3597461" y="1094565"/>
                </a:lnTo>
                <a:lnTo>
                  <a:pt x="3613373" y="1135562"/>
                </a:lnTo>
                <a:lnTo>
                  <a:pt x="3628113" y="1177039"/>
                </a:lnTo>
                <a:lnTo>
                  <a:pt x="3641665" y="1218979"/>
                </a:lnTo>
                <a:lnTo>
                  <a:pt x="3654009" y="1261367"/>
                </a:lnTo>
                <a:lnTo>
                  <a:pt x="3665129" y="1304187"/>
                </a:lnTo>
                <a:lnTo>
                  <a:pt x="3675007" y="1347423"/>
                </a:lnTo>
                <a:lnTo>
                  <a:pt x="3683626" y="1391059"/>
                </a:lnTo>
                <a:lnTo>
                  <a:pt x="3690967" y="1435080"/>
                </a:lnTo>
                <a:lnTo>
                  <a:pt x="3697012" y="1479469"/>
                </a:lnTo>
                <a:lnTo>
                  <a:pt x="3701745" y="1524212"/>
                </a:lnTo>
                <a:lnTo>
                  <a:pt x="3705148" y="1569291"/>
                </a:lnTo>
                <a:lnTo>
                  <a:pt x="3707203" y="1614692"/>
                </a:lnTo>
                <a:lnTo>
                  <a:pt x="3707891" y="1660398"/>
                </a:lnTo>
                <a:lnTo>
                  <a:pt x="3707203" y="1706103"/>
                </a:lnTo>
                <a:lnTo>
                  <a:pt x="3705148" y="1751504"/>
                </a:lnTo>
                <a:lnTo>
                  <a:pt x="3701745" y="1796583"/>
                </a:lnTo>
                <a:lnTo>
                  <a:pt x="3697012" y="1841326"/>
                </a:lnTo>
                <a:lnTo>
                  <a:pt x="3690967" y="1885715"/>
                </a:lnTo>
                <a:lnTo>
                  <a:pt x="3683626" y="1929736"/>
                </a:lnTo>
                <a:lnTo>
                  <a:pt x="3675007" y="1973372"/>
                </a:lnTo>
                <a:lnTo>
                  <a:pt x="3665129" y="2016608"/>
                </a:lnTo>
                <a:lnTo>
                  <a:pt x="3654009" y="2059428"/>
                </a:lnTo>
                <a:lnTo>
                  <a:pt x="3641665" y="2101816"/>
                </a:lnTo>
                <a:lnTo>
                  <a:pt x="3628113" y="2143756"/>
                </a:lnTo>
                <a:lnTo>
                  <a:pt x="3613373" y="2185233"/>
                </a:lnTo>
                <a:lnTo>
                  <a:pt x="3597461" y="2226230"/>
                </a:lnTo>
                <a:lnTo>
                  <a:pt x="3580396" y="2266732"/>
                </a:lnTo>
                <a:lnTo>
                  <a:pt x="3562195" y="2306722"/>
                </a:lnTo>
                <a:lnTo>
                  <a:pt x="3542875" y="2346186"/>
                </a:lnTo>
                <a:lnTo>
                  <a:pt x="3522455" y="2385107"/>
                </a:lnTo>
                <a:lnTo>
                  <a:pt x="3500951" y="2423470"/>
                </a:lnTo>
                <a:lnTo>
                  <a:pt x="3478383" y="2461258"/>
                </a:lnTo>
                <a:lnTo>
                  <a:pt x="3454766" y="2498456"/>
                </a:lnTo>
                <a:lnTo>
                  <a:pt x="3430120" y="2535048"/>
                </a:lnTo>
                <a:lnTo>
                  <a:pt x="3404462" y="2571019"/>
                </a:lnTo>
                <a:lnTo>
                  <a:pt x="3377808" y="2606351"/>
                </a:lnTo>
                <a:lnTo>
                  <a:pt x="3350178" y="2641031"/>
                </a:lnTo>
                <a:lnTo>
                  <a:pt x="3321589" y="2675040"/>
                </a:lnTo>
                <a:lnTo>
                  <a:pt x="3292058" y="2708365"/>
                </a:lnTo>
                <a:lnTo>
                  <a:pt x="3261603" y="2740989"/>
                </a:lnTo>
                <a:lnTo>
                  <a:pt x="3230242" y="2772896"/>
                </a:lnTo>
                <a:lnTo>
                  <a:pt x="3197992" y="2804071"/>
                </a:lnTo>
                <a:lnTo>
                  <a:pt x="3164871" y="2834497"/>
                </a:lnTo>
                <a:lnTo>
                  <a:pt x="3130897" y="2864158"/>
                </a:lnTo>
                <a:lnTo>
                  <a:pt x="3096088" y="2893040"/>
                </a:lnTo>
                <a:lnTo>
                  <a:pt x="3060461" y="2921126"/>
                </a:lnTo>
                <a:lnTo>
                  <a:pt x="3024033" y="2948401"/>
                </a:lnTo>
                <a:lnTo>
                  <a:pt x="2986823" y="2974847"/>
                </a:lnTo>
                <a:lnTo>
                  <a:pt x="2948848" y="3000451"/>
                </a:lnTo>
                <a:lnTo>
                  <a:pt x="2910126" y="3025195"/>
                </a:lnTo>
                <a:lnTo>
                  <a:pt x="2870674" y="3049064"/>
                </a:lnTo>
                <a:lnTo>
                  <a:pt x="2830511" y="3072043"/>
                </a:lnTo>
                <a:lnTo>
                  <a:pt x="2789653" y="3094115"/>
                </a:lnTo>
                <a:lnTo>
                  <a:pt x="2748119" y="3115264"/>
                </a:lnTo>
                <a:lnTo>
                  <a:pt x="2705926" y="3135475"/>
                </a:lnTo>
                <a:lnTo>
                  <a:pt x="2663092" y="3154732"/>
                </a:lnTo>
                <a:lnTo>
                  <a:pt x="2619635" y="3173019"/>
                </a:lnTo>
                <a:lnTo>
                  <a:pt x="2575571" y="3190321"/>
                </a:lnTo>
                <a:lnTo>
                  <a:pt x="2530920" y="3206621"/>
                </a:lnTo>
                <a:lnTo>
                  <a:pt x="2485698" y="3221903"/>
                </a:lnTo>
                <a:lnTo>
                  <a:pt x="2439923" y="3236153"/>
                </a:lnTo>
                <a:lnTo>
                  <a:pt x="2393614" y="3249353"/>
                </a:lnTo>
                <a:lnTo>
                  <a:pt x="2346787" y="3261488"/>
                </a:lnTo>
                <a:lnTo>
                  <a:pt x="2299460" y="3272543"/>
                </a:lnTo>
                <a:lnTo>
                  <a:pt x="2251651" y="3282501"/>
                </a:lnTo>
                <a:lnTo>
                  <a:pt x="2203377" y="3291347"/>
                </a:lnTo>
                <a:lnTo>
                  <a:pt x="2154657" y="3299065"/>
                </a:lnTo>
                <a:lnTo>
                  <a:pt x="2105508" y="3305639"/>
                </a:lnTo>
                <a:lnTo>
                  <a:pt x="2055948" y="3311053"/>
                </a:lnTo>
                <a:lnTo>
                  <a:pt x="2005994" y="3315292"/>
                </a:lnTo>
                <a:lnTo>
                  <a:pt x="1955663" y="3318339"/>
                </a:lnTo>
                <a:lnTo>
                  <a:pt x="1904975" y="3320179"/>
                </a:lnTo>
                <a:lnTo>
                  <a:pt x="1853945" y="3320796"/>
                </a:lnTo>
                <a:lnTo>
                  <a:pt x="1802916" y="3320179"/>
                </a:lnTo>
                <a:lnTo>
                  <a:pt x="1752228" y="3318339"/>
                </a:lnTo>
                <a:lnTo>
                  <a:pt x="1701897" y="3315292"/>
                </a:lnTo>
                <a:lnTo>
                  <a:pt x="1651943" y="3311053"/>
                </a:lnTo>
                <a:lnTo>
                  <a:pt x="1602383" y="3305639"/>
                </a:lnTo>
                <a:lnTo>
                  <a:pt x="1553234" y="3299065"/>
                </a:lnTo>
                <a:lnTo>
                  <a:pt x="1504514" y="3291347"/>
                </a:lnTo>
                <a:lnTo>
                  <a:pt x="1456240" y="3282501"/>
                </a:lnTo>
                <a:lnTo>
                  <a:pt x="1408431" y="3272543"/>
                </a:lnTo>
                <a:lnTo>
                  <a:pt x="1361104" y="3261488"/>
                </a:lnTo>
                <a:lnTo>
                  <a:pt x="1314277" y="3249353"/>
                </a:lnTo>
                <a:lnTo>
                  <a:pt x="1267967" y="3236153"/>
                </a:lnTo>
                <a:lnTo>
                  <a:pt x="1222193" y="3221903"/>
                </a:lnTo>
                <a:lnTo>
                  <a:pt x="1176971" y="3206621"/>
                </a:lnTo>
                <a:lnTo>
                  <a:pt x="1132320" y="3190321"/>
                </a:lnTo>
                <a:lnTo>
                  <a:pt x="1088256" y="3173019"/>
                </a:lnTo>
                <a:lnTo>
                  <a:pt x="1044799" y="3154732"/>
                </a:lnTo>
                <a:lnTo>
                  <a:pt x="1001965" y="3135475"/>
                </a:lnTo>
                <a:lnTo>
                  <a:pt x="959772" y="3115264"/>
                </a:lnTo>
                <a:lnTo>
                  <a:pt x="918238" y="3094115"/>
                </a:lnTo>
                <a:lnTo>
                  <a:pt x="877380" y="3072043"/>
                </a:lnTo>
                <a:lnTo>
                  <a:pt x="837217" y="3049064"/>
                </a:lnTo>
                <a:lnTo>
                  <a:pt x="797765" y="3025195"/>
                </a:lnTo>
                <a:lnTo>
                  <a:pt x="759043" y="3000451"/>
                </a:lnTo>
                <a:lnTo>
                  <a:pt x="721068" y="2974847"/>
                </a:lnTo>
                <a:lnTo>
                  <a:pt x="683858" y="2948401"/>
                </a:lnTo>
                <a:lnTo>
                  <a:pt x="647430" y="2921126"/>
                </a:lnTo>
                <a:lnTo>
                  <a:pt x="611803" y="2893040"/>
                </a:lnTo>
                <a:lnTo>
                  <a:pt x="576994" y="2864158"/>
                </a:lnTo>
                <a:lnTo>
                  <a:pt x="543020" y="2834497"/>
                </a:lnTo>
                <a:lnTo>
                  <a:pt x="509899" y="2804071"/>
                </a:lnTo>
                <a:lnTo>
                  <a:pt x="477649" y="2772896"/>
                </a:lnTo>
                <a:lnTo>
                  <a:pt x="446288" y="2740989"/>
                </a:lnTo>
                <a:lnTo>
                  <a:pt x="415833" y="2708365"/>
                </a:lnTo>
                <a:lnTo>
                  <a:pt x="386302" y="2675040"/>
                </a:lnTo>
                <a:lnTo>
                  <a:pt x="357713" y="2641031"/>
                </a:lnTo>
                <a:lnTo>
                  <a:pt x="330083" y="2606351"/>
                </a:lnTo>
                <a:lnTo>
                  <a:pt x="303429" y="2571019"/>
                </a:lnTo>
                <a:lnTo>
                  <a:pt x="277771" y="2535048"/>
                </a:lnTo>
                <a:lnTo>
                  <a:pt x="253125" y="2498456"/>
                </a:lnTo>
                <a:lnTo>
                  <a:pt x="229508" y="2461258"/>
                </a:lnTo>
                <a:lnTo>
                  <a:pt x="206940" y="2423470"/>
                </a:lnTo>
                <a:lnTo>
                  <a:pt x="185436" y="2385107"/>
                </a:lnTo>
                <a:lnTo>
                  <a:pt x="165016" y="2346186"/>
                </a:lnTo>
                <a:lnTo>
                  <a:pt x="145696" y="2306722"/>
                </a:lnTo>
                <a:lnTo>
                  <a:pt x="127495" y="2266732"/>
                </a:lnTo>
                <a:lnTo>
                  <a:pt x="110430" y="2226230"/>
                </a:lnTo>
                <a:lnTo>
                  <a:pt x="94518" y="2185233"/>
                </a:lnTo>
                <a:lnTo>
                  <a:pt x="79778" y="2143756"/>
                </a:lnTo>
                <a:lnTo>
                  <a:pt x="66226" y="2101816"/>
                </a:lnTo>
                <a:lnTo>
                  <a:pt x="53882" y="2059428"/>
                </a:lnTo>
                <a:lnTo>
                  <a:pt x="42762" y="2016608"/>
                </a:lnTo>
                <a:lnTo>
                  <a:pt x="32884" y="1973372"/>
                </a:lnTo>
                <a:lnTo>
                  <a:pt x="24265" y="1929736"/>
                </a:lnTo>
                <a:lnTo>
                  <a:pt x="16924" y="1885715"/>
                </a:lnTo>
                <a:lnTo>
                  <a:pt x="10879" y="1841326"/>
                </a:lnTo>
                <a:lnTo>
                  <a:pt x="6146" y="1796583"/>
                </a:lnTo>
                <a:lnTo>
                  <a:pt x="2743" y="1751504"/>
                </a:lnTo>
                <a:lnTo>
                  <a:pt x="688" y="1706103"/>
                </a:lnTo>
                <a:lnTo>
                  <a:pt x="0" y="1660398"/>
                </a:lnTo>
                <a:close/>
              </a:path>
            </a:pathLst>
          </a:custGeom>
          <a:ln w="57912">
            <a:solidFill>
              <a:srgbClr val="C0504D"/>
            </a:solidFill>
          </a:ln>
        </p:spPr>
        <p:txBody>
          <a:bodyPr lIns="0" tIns="0" rIns="0" bIns="0"/>
          <a:lstStyle/>
          <a:p>
            <a:pPr eaLnBrk="1" fontAlgn="auto" hangingPunct="1">
              <a:spcBef>
                <a:spcPts val="0"/>
              </a:spcBef>
              <a:spcAft>
                <a:spcPts val="0"/>
              </a:spcAft>
              <a:defRPr/>
            </a:pPr>
            <a:endParaRPr sz="1350">
              <a:latin typeface="+mn-lt"/>
            </a:endParaRPr>
          </a:p>
        </p:txBody>
      </p:sp>
      <p:sp>
        <p:nvSpPr>
          <p:cNvPr id="30" name="object 30"/>
          <p:cNvSpPr txBox="1"/>
          <p:nvPr/>
        </p:nvSpPr>
        <p:spPr>
          <a:xfrm>
            <a:off x="3975100" y="2316163"/>
            <a:ext cx="112713" cy="217487"/>
          </a:xfrm>
          <a:prstGeom prst="rect">
            <a:avLst/>
          </a:prstGeom>
        </p:spPr>
        <p:txBody>
          <a:bodyPr lIns="0" tIns="9525" rIns="0" bIns="0">
            <a:spAutoFit/>
          </a:bodyPr>
          <a:lstStyle/>
          <a:p>
            <a:pPr marL="9525" eaLnBrk="1" fontAlgn="auto" hangingPunct="1">
              <a:spcBef>
                <a:spcPts val="75"/>
              </a:spcBef>
              <a:spcAft>
                <a:spcPts val="0"/>
              </a:spcAft>
              <a:defRPr/>
            </a:pPr>
            <a:r>
              <a:rPr sz="1350" dirty="0">
                <a:solidFill>
                  <a:srgbClr val="FF0000"/>
                </a:solidFill>
                <a:latin typeface="Calibri"/>
                <a:cs typeface="Calibri"/>
              </a:rPr>
              <a:t>B</a:t>
            </a:r>
            <a:endParaRPr sz="1350" dirty="0">
              <a:latin typeface="Calibri"/>
              <a:cs typeface="Calibri"/>
            </a:endParaRPr>
          </a:p>
        </p:txBody>
      </p:sp>
      <p:sp>
        <p:nvSpPr>
          <p:cNvPr id="31" name="object 31"/>
          <p:cNvSpPr txBox="1"/>
          <p:nvPr/>
        </p:nvSpPr>
        <p:spPr>
          <a:xfrm>
            <a:off x="2047875" y="5264150"/>
            <a:ext cx="4846638" cy="407988"/>
          </a:xfrm>
          <a:prstGeom prst="rect">
            <a:avLst/>
          </a:prstGeom>
        </p:spPr>
        <p:txBody>
          <a:bodyPr lIns="0" tIns="9525" rIns="0" bIns="0">
            <a:spAutoFit/>
          </a:bodyPr>
          <a:lstStyle/>
          <a:p>
            <a:pPr marL="38100" eaLnBrk="1" fontAlgn="auto" hangingPunct="1">
              <a:spcBef>
                <a:spcPts val="75"/>
              </a:spcBef>
              <a:spcAft>
                <a:spcPts val="0"/>
              </a:spcAft>
              <a:tabLst>
                <a:tab pos="3847148" algn="l"/>
                <a:tab pos="4099084" algn="l"/>
              </a:tabLst>
              <a:defRPr/>
            </a:pPr>
            <a:r>
              <a:rPr sz="1950" spc="19" dirty="0">
                <a:latin typeface="Symbol"/>
                <a:cs typeface="Symbol"/>
              </a:rPr>
              <a:t></a:t>
            </a:r>
            <a:r>
              <a:rPr sz="1950" spc="-266" dirty="0">
                <a:latin typeface="Times New Roman"/>
                <a:cs typeface="Times New Roman"/>
              </a:rPr>
              <a:t> </a:t>
            </a:r>
            <a:r>
              <a:rPr sz="1950" b="1" i="1" spc="15" dirty="0">
                <a:latin typeface="Times New Roman"/>
                <a:cs typeface="Times New Roman"/>
              </a:rPr>
              <a:t>B</a:t>
            </a:r>
            <a:r>
              <a:rPr sz="1950" b="1" i="1" spc="-4" dirty="0">
                <a:latin typeface="Times New Roman"/>
                <a:cs typeface="Times New Roman"/>
              </a:rPr>
              <a:t> </a:t>
            </a:r>
            <a:r>
              <a:rPr sz="1950" spc="11" dirty="0">
                <a:latin typeface="Symbol"/>
                <a:cs typeface="Symbol"/>
              </a:rPr>
              <a:t></a:t>
            </a:r>
            <a:r>
              <a:rPr sz="1950" spc="11" dirty="0">
                <a:latin typeface="Times New Roman"/>
                <a:cs typeface="Times New Roman"/>
              </a:rPr>
              <a:t> </a:t>
            </a:r>
            <a:r>
              <a:rPr sz="1950" b="1" i="1" spc="15" dirty="0">
                <a:latin typeface="Times New Roman"/>
                <a:cs typeface="Times New Roman"/>
              </a:rPr>
              <a:t>B</a:t>
            </a:r>
            <a:r>
              <a:rPr sz="1950" b="1" i="1" spc="-127" dirty="0">
                <a:latin typeface="Times New Roman"/>
                <a:cs typeface="Times New Roman"/>
              </a:rPr>
              <a:t> </a:t>
            </a:r>
            <a:r>
              <a:rPr sz="1950" spc="19" dirty="0">
                <a:latin typeface="Symbol"/>
                <a:cs typeface="Symbol"/>
              </a:rPr>
              <a:t></a:t>
            </a:r>
            <a:r>
              <a:rPr sz="1950" spc="-79" dirty="0">
                <a:latin typeface="Times New Roman"/>
                <a:cs typeface="Times New Roman"/>
              </a:rPr>
              <a:t> </a:t>
            </a:r>
            <a:r>
              <a:rPr sz="1950" b="1" i="1" spc="11" dirty="0">
                <a:latin typeface="Times New Roman"/>
                <a:cs typeface="Times New Roman"/>
              </a:rPr>
              <a:t>S</a:t>
            </a:r>
            <a:r>
              <a:rPr sz="1950" b="1" i="1" spc="94" dirty="0">
                <a:latin typeface="Times New Roman"/>
                <a:cs typeface="Times New Roman"/>
              </a:rPr>
              <a:t> </a:t>
            </a:r>
            <a:r>
              <a:rPr sz="1950" spc="11" dirty="0">
                <a:latin typeface="Symbol"/>
                <a:cs typeface="Symbol"/>
              </a:rPr>
              <a:t></a:t>
            </a:r>
            <a:r>
              <a:rPr sz="1950" spc="11" dirty="0">
                <a:latin typeface="Times New Roman"/>
                <a:cs typeface="Times New Roman"/>
              </a:rPr>
              <a:t> </a:t>
            </a:r>
            <a:r>
              <a:rPr sz="1950" b="1" i="1" spc="15" dirty="0">
                <a:latin typeface="Times New Roman"/>
                <a:cs typeface="Times New Roman"/>
              </a:rPr>
              <a:t>B</a:t>
            </a:r>
            <a:r>
              <a:rPr sz="1950" b="1" i="1" spc="-127" dirty="0">
                <a:latin typeface="Times New Roman"/>
                <a:cs typeface="Times New Roman"/>
              </a:rPr>
              <a:t> </a:t>
            </a:r>
            <a:r>
              <a:rPr sz="1950" spc="188" dirty="0">
                <a:latin typeface="Symbol"/>
                <a:cs typeface="Symbol"/>
              </a:rPr>
              <a:t></a:t>
            </a:r>
            <a:r>
              <a:rPr sz="3881" spc="-236" baseline="-3220" dirty="0">
                <a:latin typeface="Symbol"/>
                <a:cs typeface="Symbol"/>
              </a:rPr>
              <a:t></a:t>
            </a:r>
            <a:r>
              <a:rPr sz="1950" b="1" i="1" spc="-233" dirty="0">
                <a:latin typeface="Times New Roman"/>
                <a:cs typeface="Times New Roman"/>
              </a:rPr>
              <a:t>A</a:t>
            </a:r>
            <a:r>
              <a:rPr sz="1688" spc="11" baseline="-25925" dirty="0">
                <a:latin typeface="Times New Roman"/>
                <a:cs typeface="Times New Roman"/>
              </a:rPr>
              <a:t>1</a:t>
            </a:r>
            <a:r>
              <a:rPr sz="1688" spc="163" baseline="-25925" dirty="0">
                <a:latin typeface="Times New Roman"/>
                <a:cs typeface="Times New Roman"/>
              </a:rPr>
              <a:t> </a:t>
            </a:r>
            <a:r>
              <a:rPr sz="1950" spc="19" dirty="0">
                <a:latin typeface="Symbol"/>
                <a:cs typeface="Symbol"/>
              </a:rPr>
              <a:t></a:t>
            </a:r>
            <a:r>
              <a:rPr sz="1950" spc="-15" dirty="0">
                <a:latin typeface="Times New Roman"/>
                <a:cs typeface="Times New Roman"/>
              </a:rPr>
              <a:t> </a:t>
            </a:r>
            <a:r>
              <a:rPr sz="1950" b="1" i="1" spc="-105" dirty="0">
                <a:latin typeface="Times New Roman"/>
                <a:cs typeface="Times New Roman"/>
              </a:rPr>
              <a:t>A</a:t>
            </a:r>
            <a:r>
              <a:rPr sz="1688" spc="11" baseline="-25925" dirty="0">
                <a:latin typeface="Times New Roman"/>
                <a:cs typeface="Times New Roman"/>
              </a:rPr>
              <a:t>2</a:t>
            </a:r>
            <a:r>
              <a:rPr sz="1688" baseline="-25925" dirty="0">
                <a:latin typeface="Times New Roman"/>
                <a:cs typeface="Times New Roman"/>
              </a:rPr>
              <a:t> </a:t>
            </a:r>
            <a:r>
              <a:rPr sz="1688" spc="-129" baseline="-25925" dirty="0">
                <a:latin typeface="Times New Roman"/>
                <a:cs typeface="Times New Roman"/>
              </a:rPr>
              <a:t> </a:t>
            </a:r>
            <a:r>
              <a:rPr sz="1950" spc="19" dirty="0">
                <a:latin typeface="Symbol"/>
                <a:cs typeface="Symbol"/>
              </a:rPr>
              <a:t></a:t>
            </a:r>
            <a:r>
              <a:rPr sz="1950" spc="-15" dirty="0">
                <a:latin typeface="Times New Roman"/>
                <a:cs typeface="Times New Roman"/>
              </a:rPr>
              <a:t> </a:t>
            </a:r>
            <a:r>
              <a:rPr sz="1950" b="1" i="1" spc="-139" dirty="0">
                <a:latin typeface="Times New Roman"/>
                <a:cs typeface="Times New Roman"/>
              </a:rPr>
              <a:t>A</a:t>
            </a:r>
            <a:r>
              <a:rPr sz="1688" spc="11" baseline="-25925" dirty="0">
                <a:latin typeface="Times New Roman"/>
                <a:cs typeface="Times New Roman"/>
              </a:rPr>
              <a:t>3</a:t>
            </a:r>
            <a:r>
              <a:rPr sz="1688" spc="-213" baseline="-25925" dirty="0">
                <a:latin typeface="Times New Roman"/>
                <a:cs typeface="Times New Roman"/>
              </a:rPr>
              <a:t> </a:t>
            </a:r>
            <a:r>
              <a:rPr sz="1950" spc="4" dirty="0">
                <a:latin typeface="Times New Roman"/>
                <a:cs typeface="Times New Roman"/>
              </a:rPr>
              <a:t>,</a:t>
            </a:r>
            <a:r>
              <a:rPr sz="1950" spc="236" dirty="0">
                <a:latin typeface="Times New Roman"/>
                <a:cs typeface="Times New Roman"/>
              </a:rPr>
              <a:t> </a:t>
            </a:r>
            <a:r>
              <a:rPr sz="1950" spc="4" dirty="0">
                <a:latin typeface="Times New Roman"/>
                <a:cs typeface="Times New Roman"/>
              </a:rPr>
              <a:t>.</a:t>
            </a:r>
            <a:r>
              <a:rPr sz="1950" dirty="0">
                <a:latin typeface="Times New Roman"/>
                <a:cs typeface="Times New Roman"/>
              </a:rPr>
              <a:t>	</a:t>
            </a:r>
            <a:r>
              <a:rPr sz="1950" spc="4" dirty="0">
                <a:latin typeface="Times New Roman"/>
                <a:cs typeface="Times New Roman"/>
              </a:rPr>
              <a:t>.</a:t>
            </a:r>
            <a:r>
              <a:rPr sz="1950" dirty="0">
                <a:latin typeface="Times New Roman"/>
                <a:cs typeface="Times New Roman"/>
              </a:rPr>
              <a:t>	</a:t>
            </a:r>
            <a:r>
              <a:rPr sz="1950" spc="4" dirty="0">
                <a:latin typeface="Times New Roman"/>
                <a:cs typeface="Times New Roman"/>
              </a:rPr>
              <a:t>.</a:t>
            </a:r>
            <a:r>
              <a:rPr sz="1950" spc="-300" dirty="0">
                <a:latin typeface="Times New Roman"/>
                <a:cs typeface="Times New Roman"/>
              </a:rPr>
              <a:t> </a:t>
            </a:r>
            <a:r>
              <a:rPr sz="1950" spc="19" dirty="0">
                <a:latin typeface="Symbol"/>
                <a:cs typeface="Symbol"/>
              </a:rPr>
              <a:t></a:t>
            </a:r>
            <a:r>
              <a:rPr sz="1950" spc="-15" dirty="0">
                <a:latin typeface="Times New Roman"/>
                <a:cs typeface="Times New Roman"/>
              </a:rPr>
              <a:t> </a:t>
            </a:r>
            <a:r>
              <a:rPr sz="1950" b="1" i="1" spc="-101" dirty="0">
                <a:latin typeface="Times New Roman"/>
                <a:cs typeface="Times New Roman"/>
              </a:rPr>
              <a:t>A</a:t>
            </a:r>
            <a:r>
              <a:rPr lang="en-US" sz="1688" b="1" i="1" spc="11" baseline="-25925" dirty="0">
                <a:latin typeface="Times New Roman"/>
                <a:cs typeface="Times New Roman"/>
              </a:rPr>
              <a:t>k</a:t>
            </a:r>
            <a:r>
              <a:rPr sz="1688" b="1" i="1" spc="-230" baseline="-25925" dirty="0">
                <a:latin typeface="Times New Roman"/>
                <a:cs typeface="Times New Roman"/>
              </a:rPr>
              <a:t> </a:t>
            </a:r>
            <a:r>
              <a:rPr sz="3881" spc="-461" baseline="-3220" dirty="0">
                <a:latin typeface="Symbol"/>
                <a:cs typeface="Symbol"/>
              </a:rPr>
              <a:t></a:t>
            </a:r>
            <a:endParaRPr sz="3881" baseline="-3220" dirty="0">
              <a:latin typeface="Symbol"/>
              <a:cs typeface="Symbol"/>
            </a:endParaRPr>
          </a:p>
        </p:txBody>
      </p:sp>
      <p:sp>
        <p:nvSpPr>
          <p:cNvPr id="32" name="object 32"/>
          <p:cNvSpPr txBox="1"/>
          <p:nvPr/>
        </p:nvSpPr>
        <p:spPr>
          <a:xfrm>
            <a:off x="6697663" y="2376488"/>
            <a:ext cx="141287" cy="331787"/>
          </a:xfrm>
          <a:prstGeom prst="rect">
            <a:avLst/>
          </a:prstGeom>
        </p:spPr>
        <p:txBody>
          <a:bodyPr lIns="0" tIns="9049" rIns="0" bIns="0">
            <a:spAutoFit/>
          </a:bodyPr>
          <a:lstStyle/>
          <a:p>
            <a:pPr marL="9525" eaLnBrk="1" fontAlgn="auto" hangingPunct="1">
              <a:spcBef>
                <a:spcPts val="71"/>
              </a:spcBef>
              <a:spcAft>
                <a:spcPts val="0"/>
              </a:spcAft>
              <a:defRPr/>
            </a:pPr>
            <a:r>
              <a:rPr sz="2100" spc="-4" dirty="0">
                <a:solidFill>
                  <a:srgbClr val="6F2F9F"/>
                </a:solidFill>
                <a:latin typeface="Calibri"/>
                <a:cs typeface="Calibri"/>
              </a:rPr>
              <a:t>S</a:t>
            </a:r>
            <a:endParaRPr sz="2100">
              <a:latin typeface="Calibri"/>
              <a:cs typeface="Calibri"/>
            </a:endParaRPr>
          </a:p>
        </p:txBody>
      </p:sp>
      <p:sp>
        <p:nvSpPr>
          <p:cNvPr id="35" name="object 35"/>
          <p:cNvSpPr txBox="1">
            <a:spLocks noGrp="1"/>
          </p:cNvSpPr>
          <p:nvPr>
            <p:ph type="title"/>
          </p:nvPr>
        </p:nvSpPr>
        <p:spPr>
          <a:xfrm>
            <a:off x="0" y="353035"/>
            <a:ext cx="7620000" cy="379431"/>
          </a:xfrm>
        </p:spPr>
        <p:txBody>
          <a:bodyPr wrap="square" lIns="0" tIns="10001" rIns="0" bIns="0" rtlCol="0">
            <a:spAutoFit/>
          </a:bodyPr>
          <a:lstStyle/>
          <a:p>
            <a:pPr marL="28575" eaLnBrk="1" fontAlgn="auto" hangingPunct="1">
              <a:spcBef>
                <a:spcPts val="79"/>
              </a:spcBef>
              <a:spcAft>
                <a:spcPts val="0"/>
              </a:spcAft>
              <a:defRPr/>
            </a:pPr>
            <a:r>
              <a:rPr sz="2400" spc="-4" dirty="0">
                <a:cs typeface="Calibri"/>
              </a:rPr>
              <a:t>S= </a:t>
            </a:r>
            <a:r>
              <a:rPr sz="2400" spc="8" dirty="0">
                <a:cs typeface="Calibri"/>
              </a:rPr>
              <a:t>A</a:t>
            </a:r>
            <a:r>
              <a:rPr sz="2363" spc="11" baseline="-21164" dirty="0">
                <a:cs typeface="Calibri"/>
              </a:rPr>
              <a:t>1</a:t>
            </a:r>
            <a:r>
              <a:rPr sz="2363" spc="269" baseline="-21164" dirty="0">
                <a:cs typeface="Calibri"/>
              </a:rPr>
              <a:t> </a:t>
            </a:r>
            <a:r>
              <a:rPr sz="2400" dirty="0">
                <a:cs typeface="Calibri"/>
              </a:rPr>
              <a:t>U</a:t>
            </a:r>
            <a:r>
              <a:rPr sz="2400" spc="-15" dirty="0">
                <a:cs typeface="Calibri"/>
              </a:rPr>
              <a:t> </a:t>
            </a:r>
            <a:r>
              <a:rPr sz="2400" spc="4" dirty="0">
                <a:cs typeface="Calibri"/>
              </a:rPr>
              <a:t>A</a:t>
            </a:r>
            <a:r>
              <a:rPr sz="2363" spc="5" baseline="-21164" dirty="0">
                <a:cs typeface="Calibri"/>
              </a:rPr>
              <a:t>2</a:t>
            </a:r>
            <a:r>
              <a:rPr sz="2363" spc="275" baseline="-21164" dirty="0">
                <a:cs typeface="Calibri"/>
              </a:rPr>
              <a:t> </a:t>
            </a:r>
            <a:r>
              <a:rPr sz="2400" dirty="0">
                <a:cs typeface="Calibri"/>
              </a:rPr>
              <a:t>U</a:t>
            </a:r>
            <a:r>
              <a:rPr sz="2400" spc="-8" dirty="0">
                <a:cs typeface="Calibri"/>
              </a:rPr>
              <a:t> </a:t>
            </a:r>
            <a:r>
              <a:rPr sz="2400" dirty="0">
                <a:cs typeface="Calibri"/>
              </a:rPr>
              <a:t>…</a:t>
            </a:r>
            <a:r>
              <a:rPr sz="2400" spc="-15" dirty="0">
                <a:cs typeface="Calibri"/>
              </a:rPr>
              <a:t> </a:t>
            </a:r>
            <a:r>
              <a:rPr sz="2400" dirty="0">
                <a:cs typeface="Calibri"/>
              </a:rPr>
              <a:t>U</a:t>
            </a:r>
            <a:r>
              <a:rPr sz="2400" spc="-8" dirty="0">
                <a:cs typeface="Calibri"/>
              </a:rPr>
              <a:t> </a:t>
            </a:r>
            <a:r>
              <a:rPr sz="2400" spc="4" dirty="0">
                <a:cs typeface="Calibri"/>
              </a:rPr>
              <a:t>A</a:t>
            </a:r>
            <a:r>
              <a:rPr lang="en-US" sz="2363" spc="5" baseline="-21164" dirty="0">
                <a:cs typeface="Calibri"/>
              </a:rPr>
              <a:t>k</a:t>
            </a:r>
            <a:endParaRPr sz="2363" baseline="-21164" dirty="0">
              <a:cs typeface="Calibri"/>
            </a:endParaRPr>
          </a:p>
        </p:txBody>
      </p:sp>
      <p:sp>
        <p:nvSpPr>
          <p:cNvPr id="42000" name="object 36"/>
          <p:cNvSpPr txBox="1">
            <a:spLocks noChangeArrowheads="1"/>
          </p:cNvSpPr>
          <p:nvPr/>
        </p:nvSpPr>
        <p:spPr bwMode="auto">
          <a:xfrm>
            <a:off x="2719388" y="1639403"/>
            <a:ext cx="3314700" cy="37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0001" rIns="0" bIns="0">
            <a:spAutoFit/>
          </a:bodyPr>
          <a:lstStyle>
            <a:lvl1pPr marL="38100">
              <a:spcBef>
                <a:spcPct val="20000"/>
              </a:spcBef>
              <a:buFont typeface="Arial" panose="020B0604020202020204" pitchFamily="34" charset="0"/>
              <a:buChar char="•"/>
              <a:tabLst>
                <a:tab pos="642938" algn="l"/>
                <a:tab pos="294005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642938" algn="l"/>
                <a:tab pos="294005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642938" algn="l"/>
                <a:tab pos="294005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642938" algn="l"/>
                <a:tab pos="294005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642938" algn="l"/>
                <a:tab pos="2940050" algn="l"/>
              </a:tabLst>
              <a:defRPr sz="2000">
                <a:solidFill>
                  <a:schemeClr val="tx1"/>
                </a:solidFill>
                <a:latin typeface="Calibri" panose="020F0502020204030204" pitchFamily="34" charset="0"/>
              </a:defRPr>
            </a:lvl5pPr>
            <a:lvl6pPr marL="2514600" indent="-228600" defTabSz="457200" eaLnBrk="0" fontAlgn="base" hangingPunct="0">
              <a:spcBef>
                <a:spcPct val="20000"/>
              </a:spcBef>
              <a:spcAft>
                <a:spcPct val="0"/>
              </a:spcAft>
              <a:buFont typeface="Arial" panose="020B0604020202020204" pitchFamily="34" charset="0"/>
              <a:buChar char="»"/>
              <a:tabLst>
                <a:tab pos="642938" algn="l"/>
                <a:tab pos="2940050" algn="l"/>
              </a:tabLst>
              <a:defRPr sz="2000">
                <a:solidFill>
                  <a:schemeClr val="tx1"/>
                </a:solidFill>
                <a:latin typeface="Calibri" panose="020F0502020204030204" pitchFamily="34" charset="0"/>
              </a:defRPr>
            </a:lvl6pPr>
            <a:lvl7pPr marL="2971800" indent="-228600" defTabSz="457200" eaLnBrk="0" fontAlgn="base" hangingPunct="0">
              <a:spcBef>
                <a:spcPct val="20000"/>
              </a:spcBef>
              <a:spcAft>
                <a:spcPct val="0"/>
              </a:spcAft>
              <a:buFont typeface="Arial" panose="020B0604020202020204" pitchFamily="34" charset="0"/>
              <a:buChar char="»"/>
              <a:tabLst>
                <a:tab pos="642938" algn="l"/>
                <a:tab pos="2940050" algn="l"/>
              </a:tabLst>
              <a:defRPr sz="2000">
                <a:solidFill>
                  <a:schemeClr val="tx1"/>
                </a:solidFill>
                <a:latin typeface="Calibri" panose="020F0502020204030204" pitchFamily="34" charset="0"/>
              </a:defRPr>
            </a:lvl7pPr>
            <a:lvl8pPr marL="3429000" indent="-228600" defTabSz="457200" eaLnBrk="0" fontAlgn="base" hangingPunct="0">
              <a:spcBef>
                <a:spcPct val="20000"/>
              </a:spcBef>
              <a:spcAft>
                <a:spcPct val="0"/>
              </a:spcAft>
              <a:buFont typeface="Arial" panose="020B0604020202020204" pitchFamily="34" charset="0"/>
              <a:buChar char="»"/>
              <a:tabLst>
                <a:tab pos="642938" algn="l"/>
                <a:tab pos="2940050" algn="l"/>
              </a:tabLst>
              <a:defRPr sz="2000">
                <a:solidFill>
                  <a:schemeClr val="tx1"/>
                </a:solidFill>
                <a:latin typeface="Calibri" panose="020F0502020204030204" pitchFamily="34" charset="0"/>
              </a:defRPr>
            </a:lvl8pPr>
            <a:lvl9pPr marL="3886200" indent="-228600" defTabSz="457200" eaLnBrk="0" fontAlgn="base" hangingPunct="0">
              <a:spcBef>
                <a:spcPct val="20000"/>
              </a:spcBef>
              <a:spcAft>
                <a:spcPct val="0"/>
              </a:spcAft>
              <a:buFont typeface="Arial" panose="020B0604020202020204" pitchFamily="34" charset="0"/>
              <a:buChar char="»"/>
              <a:tabLst>
                <a:tab pos="642938" algn="l"/>
                <a:tab pos="2940050" algn="l"/>
              </a:tabLst>
              <a:defRPr sz="2000">
                <a:solidFill>
                  <a:schemeClr val="tx1"/>
                </a:solidFill>
                <a:latin typeface="Calibri" panose="020F0502020204030204" pitchFamily="34" charset="0"/>
              </a:defRPr>
            </a:lvl9pPr>
          </a:lstStyle>
          <a:p>
            <a:pPr eaLnBrk="1" hangingPunct="1">
              <a:spcBef>
                <a:spcPts val="75"/>
              </a:spcBef>
              <a:buFontTx/>
              <a:buNone/>
            </a:pPr>
            <a:r>
              <a:rPr lang="en-US" altLang="en-US" sz="2400" dirty="0">
                <a:cs typeface="Calibri" panose="020F0502020204030204" pitchFamily="34" charset="0"/>
              </a:rPr>
              <a:t>and	A</a:t>
            </a:r>
            <a:r>
              <a:rPr lang="en-US" altLang="en-US" sz="2300" baseline="-21000" dirty="0">
                <a:cs typeface="Calibri" panose="020F0502020204030204" pitchFamily="34" charset="0"/>
              </a:rPr>
              <a:t>1 </a:t>
            </a:r>
            <a:r>
              <a:rPr lang="en-US" altLang="en-US" sz="2400" dirty="0">
                <a:latin typeface="Cambria Math" panose="02040503050406030204" pitchFamily="18" charset="0"/>
                <a:ea typeface="Cambria Math" panose="02040503050406030204" pitchFamily="18" charset="0"/>
                <a:cs typeface="Cambria Math" panose="02040503050406030204" pitchFamily="18" charset="0"/>
              </a:rPr>
              <a:t>∩ </a:t>
            </a:r>
            <a:r>
              <a:rPr lang="en-US" altLang="en-US" sz="2400" dirty="0">
                <a:cs typeface="Calibri" panose="020F0502020204030204" pitchFamily="34" charset="0"/>
              </a:rPr>
              <a:t>A</a:t>
            </a:r>
            <a:r>
              <a:rPr lang="en-US" altLang="en-US" sz="2300" baseline="-21000" dirty="0">
                <a:cs typeface="Calibri" panose="020F0502020204030204" pitchFamily="34" charset="0"/>
              </a:rPr>
              <a:t>2 </a:t>
            </a:r>
            <a:r>
              <a:rPr lang="en-US" altLang="en-US" sz="2400" dirty="0">
                <a:latin typeface="Cambria Math" panose="02040503050406030204" pitchFamily="18" charset="0"/>
                <a:ea typeface="Cambria Math" panose="02040503050406030204" pitchFamily="18" charset="0"/>
                <a:cs typeface="Cambria Math" panose="02040503050406030204" pitchFamily="18" charset="0"/>
              </a:rPr>
              <a:t>∩ </a:t>
            </a:r>
            <a:r>
              <a:rPr lang="en-US" altLang="en-US" sz="2400" dirty="0">
                <a:cs typeface="Calibri" panose="020F0502020204030204" pitchFamily="34" charset="0"/>
              </a:rPr>
              <a:t>… </a:t>
            </a:r>
            <a:r>
              <a:rPr lang="en-US" altLang="en-US" sz="2400" dirty="0">
                <a:latin typeface="Cambria Math" panose="02040503050406030204" pitchFamily="18" charset="0"/>
                <a:ea typeface="Cambria Math" panose="02040503050406030204" pitchFamily="18" charset="0"/>
                <a:cs typeface="Cambria Math" panose="02040503050406030204" pitchFamily="18" charset="0"/>
              </a:rPr>
              <a:t>∩ </a:t>
            </a:r>
            <a:r>
              <a:rPr lang="en-US" altLang="en-US" sz="2400" dirty="0">
                <a:cs typeface="Calibri" panose="020F0502020204030204" pitchFamily="34" charset="0"/>
              </a:rPr>
              <a:t>A</a:t>
            </a:r>
            <a:r>
              <a:rPr lang="en-US" altLang="en-US" sz="2300" baseline="-21000" dirty="0">
                <a:cs typeface="Calibri" panose="020F0502020204030204" pitchFamily="34" charset="0"/>
              </a:rPr>
              <a:t>k	</a:t>
            </a:r>
            <a:r>
              <a:rPr lang="en-US" altLang="en-US" sz="2400" dirty="0">
                <a:cs typeface="Calibri" panose="020F0502020204030204" pitchFamily="34" charset="0"/>
              </a:rPr>
              <a:t>=</a:t>
            </a:r>
            <a:r>
              <a:rPr lang="en-US" altLang="en-US" sz="2400" dirty="0">
                <a:latin typeface="Cambria Math" panose="02040503050406030204" pitchFamily="18" charset="0"/>
                <a:ea typeface="Cambria Math" panose="02040503050406030204" pitchFamily="18" charset="0"/>
                <a:cs typeface="Cambria Math" panose="02040503050406030204" pitchFamily="18" charset="0"/>
              </a:rPr>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7620000" cy="764364"/>
          </a:xfrm>
        </p:spPr>
        <p:txBody>
          <a:bodyPr/>
          <a:lstStyle/>
          <a:p>
            <a:pPr algn="l"/>
            <a:r>
              <a:rPr lang="en-US" dirty="0"/>
              <a:t>Proof</a:t>
            </a:r>
            <a:endParaRPr lang="en-IN" dirty="0"/>
          </a:p>
        </p:txBody>
      </p:sp>
      <p:sp>
        <p:nvSpPr>
          <p:cNvPr id="8" name="Rectangle 1">
            <a:extLst>
              <a:ext uri="{FF2B5EF4-FFF2-40B4-BE49-F238E27FC236}">
                <a16:creationId xmlns:a16="http://schemas.microsoft.com/office/drawing/2014/main" id="{D478AADA-5BD9-4DB3-A922-AE722DEB3F83}"/>
              </a:ext>
            </a:extLst>
          </p:cNvPr>
          <p:cNvSpPr>
            <a:spLocks noGrp="1" noRot="1" noChangeAspect="1" noMove="1" noResize="1" noEditPoints="1" noAdjustHandles="1" noChangeArrowheads="1" noChangeShapeType="1" noTextEdit="1"/>
          </p:cNvSpPr>
          <p:nvPr>
            <p:ph type="body" sz="quarter" idx="13"/>
          </p:nvPr>
        </p:nvSpPr>
        <p:spPr>
          <a:xfrm>
            <a:off x="173038" y="1046163"/>
            <a:ext cx="8428037" cy="5341937"/>
          </a:xfrm>
          <a:blipFill>
            <a:blip r:embed="rId2"/>
            <a:stretch>
              <a:fillRect l="-1037" t="-852"/>
            </a:stretch>
          </a:blipFill>
          <a:ln>
            <a:miter lim="800000"/>
            <a:headEnd/>
            <a:tailEnd/>
          </a:ln>
        </p:spPr>
        <p:txBody>
          <a:bodyPr/>
          <a:lstStyle/>
          <a:p>
            <a:pPr>
              <a:defRPr/>
            </a:pPr>
            <a:endParaRPr lang="en-IN" dirty="0">
              <a:no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Oval 40"/>
          <p:cNvSpPr>
            <a:spLocks noChangeArrowheads="1"/>
          </p:cNvSpPr>
          <p:nvPr/>
        </p:nvSpPr>
        <p:spPr bwMode="auto">
          <a:xfrm>
            <a:off x="3957638" y="1365250"/>
            <a:ext cx="1041400" cy="901700"/>
          </a:xfrm>
          <a:prstGeom prst="ellipse">
            <a:avLst/>
          </a:prstGeom>
          <a:solidFill>
            <a:srgbClr val="FFFFFF"/>
          </a:solidFill>
          <a:ln w="1905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defTabSz="914400" eaLnBrk="1" hangingPunct="1">
              <a:spcBef>
                <a:spcPct val="0"/>
              </a:spcBef>
              <a:buFontTx/>
              <a:buNone/>
            </a:pPr>
            <a:r>
              <a:rPr lang="en-GB" altLang="en-US">
                <a:solidFill>
                  <a:srgbClr val="000000"/>
                </a:solidFill>
                <a:latin typeface="Times New Roman" panose="02020603050405020304" pitchFamily="18" charset="0"/>
                <a:cs typeface="Times New Roman" panose="02020603050405020304" pitchFamily="18" charset="0"/>
              </a:rPr>
              <a:t>B</a:t>
            </a:r>
          </a:p>
        </p:txBody>
      </p:sp>
      <p:sp>
        <p:nvSpPr>
          <p:cNvPr id="44035" name="Line 41"/>
          <p:cNvSpPr>
            <a:spLocks noChangeShapeType="1"/>
          </p:cNvSpPr>
          <p:nvPr/>
        </p:nvSpPr>
        <p:spPr bwMode="auto">
          <a:xfrm flipH="1">
            <a:off x="2136775" y="2266950"/>
            <a:ext cx="2341563" cy="1239838"/>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4036" name="Oval 42"/>
          <p:cNvSpPr>
            <a:spLocks noChangeArrowheads="1"/>
          </p:cNvSpPr>
          <p:nvPr/>
        </p:nvSpPr>
        <p:spPr bwMode="auto">
          <a:xfrm>
            <a:off x="1485900" y="3394075"/>
            <a:ext cx="650875" cy="563563"/>
          </a:xfrm>
          <a:prstGeom prst="ellipse">
            <a:avLst/>
          </a:prstGeom>
          <a:solidFill>
            <a:srgbClr val="FFFFFF"/>
          </a:solidFill>
          <a:ln w="1905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defTabSz="914400" eaLnBrk="1" hangingPunct="1">
              <a:spcBef>
                <a:spcPct val="0"/>
              </a:spcBef>
              <a:buFontTx/>
              <a:buNone/>
            </a:pPr>
            <a:r>
              <a:rPr lang="en-GB" altLang="en-US" sz="1400">
                <a:solidFill>
                  <a:srgbClr val="000000"/>
                </a:solidFill>
                <a:latin typeface="Times New Roman" panose="02020603050405020304" pitchFamily="18" charset="0"/>
                <a:cs typeface="Times New Roman" panose="02020603050405020304" pitchFamily="18" charset="0"/>
              </a:rPr>
              <a:t>A</a:t>
            </a:r>
            <a:r>
              <a:rPr lang="en-GB" altLang="en-US" sz="1400" baseline="-25000">
                <a:solidFill>
                  <a:srgbClr val="000000"/>
                </a:solidFill>
                <a:latin typeface="Times New Roman" panose="02020603050405020304" pitchFamily="18" charset="0"/>
                <a:cs typeface="Times New Roman" panose="02020603050405020304" pitchFamily="18" charset="0"/>
              </a:rPr>
              <a:t>1</a:t>
            </a:r>
            <a:endParaRPr lang="en-GB" altLang="en-US" sz="1800">
              <a:solidFill>
                <a:srgbClr val="000000"/>
              </a:solidFill>
              <a:latin typeface="Times New Roman" panose="02020603050405020304" pitchFamily="18" charset="0"/>
              <a:cs typeface="Times New Roman" panose="02020603050405020304" pitchFamily="18" charset="0"/>
            </a:endParaRPr>
          </a:p>
        </p:txBody>
      </p:sp>
      <p:sp>
        <p:nvSpPr>
          <p:cNvPr id="44037" name="Oval 43"/>
          <p:cNvSpPr>
            <a:spLocks noChangeArrowheads="1"/>
          </p:cNvSpPr>
          <p:nvPr/>
        </p:nvSpPr>
        <p:spPr bwMode="auto">
          <a:xfrm>
            <a:off x="3306763" y="3394075"/>
            <a:ext cx="650875" cy="563563"/>
          </a:xfrm>
          <a:prstGeom prst="ellipse">
            <a:avLst/>
          </a:prstGeom>
          <a:solidFill>
            <a:srgbClr val="FFFFFF"/>
          </a:solidFill>
          <a:ln w="1905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defTabSz="914400" eaLnBrk="1" hangingPunct="1">
              <a:spcBef>
                <a:spcPct val="0"/>
              </a:spcBef>
              <a:buFontTx/>
              <a:buNone/>
            </a:pPr>
            <a:r>
              <a:rPr lang="en-GB" altLang="en-US" sz="1400">
                <a:solidFill>
                  <a:srgbClr val="000000"/>
                </a:solidFill>
                <a:latin typeface="Times New Roman" panose="02020603050405020304" pitchFamily="18" charset="0"/>
                <a:cs typeface="Times New Roman" panose="02020603050405020304" pitchFamily="18" charset="0"/>
              </a:rPr>
              <a:t>A</a:t>
            </a:r>
            <a:r>
              <a:rPr lang="en-GB" altLang="en-US" sz="1400" baseline="-25000">
                <a:solidFill>
                  <a:srgbClr val="000000"/>
                </a:solidFill>
                <a:latin typeface="Times New Roman" panose="02020603050405020304" pitchFamily="18" charset="0"/>
                <a:cs typeface="Times New Roman" panose="02020603050405020304" pitchFamily="18" charset="0"/>
              </a:rPr>
              <a:t>2</a:t>
            </a:r>
            <a:endParaRPr lang="en-GB" altLang="en-US" sz="1800">
              <a:solidFill>
                <a:srgbClr val="000000"/>
              </a:solidFill>
              <a:latin typeface="Times New Roman" panose="02020603050405020304" pitchFamily="18" charset="0"/>
              <a:cs typeface="Times New Roman" panose="02020603050405020304" pitchFamily="18" charset="0"/>
            </a:endParaRPr>
          </a:p>
        </p:txBody>
      </p:sp>
      <p:sp>
        <p:nvSpPr>
          <p:cNvPr id="44038" name="Oval 44"/>
          <p:cNvSpPr>
            <a:spLocks noChangeArrowheads="1"/>
          </p:cNvSpPr>
          <p:nvPr/>
        </p:nvSpPr>
        <p:spPr bwMode="auto">
          <a:xfrm>
            <a:off x="5259388" y="3394075"/>
            <a:ext cx="650875" cy="563563"/>
          </a:xfrm>
          <a:prstGeom prst="ellipse">
            <a:avLst/>
          </a:prstGeom>
          <a:solidFill>
            <a:srgbClr val="FFFFFF"/>
          </a:solidFill>
          <a:ln w="1905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defTabSz="914400" eaLnBrk="1" hangingPunct="1">
              <a:spcBef>
                <a:spcPct val="0"/>
              </a:spcBef>
              <a:buFontTx/>
              <a:buNone/>
            </a:pPr>
            <a:r>
              <a:rPr lang="en-GB" altLang="en-US" sz="1400">
                <a:solidFill>
                  <a:srgbClr val="000000"/>
                </a:solidFill>
                <a:latin typeface="Times New Roman" panose="02020603050405020304" pitchFamily="18" charset="0"/>
                <a:cs typeface="Times New Roman" panose="02020603050405020304" pitchFamily="18" charset="0"/>
              </a:rPr>
              <a:t>A</a:t>
            </a:r>
            <a:r>
              <a:rPr lang="en-GB" altLang="en-US" sz="1400" baseline="-25000">
                <a:solidFill>
                  <a:srgbClr val="000000"/>
                </a:solidFill>
                <a:latin typeface="Times New Roman" panose="02020603050405020304" pitchFamily="18" charset="0"/>
                <a:cs typeface="Times New Roman" panose="02020603050405020304" pitchFamily="18" charset="0"/>
              </a:rPr>
              <a:t>3</a:t>
            </a:r>
            <a:endParaRPr lang="en-GB" altLang="en-US" sz="1800">
              <a:solidFill>
                <a:srgbClr val="000000"/>
              </a:solidFill>
              <a:latin typeface="Times New Roman" panose="02020603050405020304" pitchFamily="18" charset="0"/>
              <a:cs typeface="Times New Roman" panose="02020603050405020304" pitchFamily="18" charset="0"/>
            </a:endParaRPr>
          </a:p>
        </p:txBody>
      </p:sp>
      <p:sp>
        <p:nvSpPr>
          <p:cNvPr id="44039" name="Oval 45"/>
          <p:cNvSpPr>
            <a:spLocks noChangeArrowheads="1"/>
          </p:cNvSpPr>
          <p:nvPr/>
        </p:nvSpPr>
        <p:spPr bwMode="auto">
          <a:xfrm>
            <a:off x="7210425" y="3394075"/>
            <a:ext cx="650875" cy="563563"/>
          </a:xfrm>
          <a:prstGeom prst="ellipse">
            <a:avLst/>
          </a:prstGeom>
          <a:solidFill>
            <a:srgbClr val="FFFFFF"/>
          </a:solidFill>
          <a:ln w="1905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defTabSz="914400" eaLnBrk="1" hangingPunct="1">
              <a:spcBef>
                <a:spcPct val="0"/>
              </a:spcBef>
              <a:buFontTx/>
              <a:buNone/>
            </a:pPr>
            <a:r>
              <a:rPr lang="en-GB" altLang="en-US" sz="1400">
                <a:solidFill>
                  <a:srgbClr val="000000"/>
                </a:solidFill>
                <a:latin typeface="Times New Roman" panose="02020603050405020304" pitchFamily="18" charset="0"/>
                <a:cs typeface="Times New Roman" panose="02020603050405020304" pitchFamily="18" charset="0"/>
              </a:rPr>
              <a:t>A</a:t>
            </a:r>
            <a:r>
              <a:rPr lang="en-GB" altLang="en-US" sz="1400" baseline="-25000">
                <a:solidFill>
                  <a:srgbClr val="000000"/>
                </a:solidFill>
                <a:latin typeface="Times New Roman" panose="02020603050405020304" pitchFamily="18" charset="0"/>
                <a:cs typeface="Times New Roman" panose="02020603050405020304" pitchFamily="18" charset="0"/>
              </a:rPr>
              <a:t>k</a:t>
            </a:r>
            <a:endParaRPr lang="en-GB" altLang="en-US" sz="1800">
              <a:solidFill>
                <a:srgbClr val="000000"/>
              </a:solidFill>
              <a:latin typeface="Times New Roman" panose="02020603050405020304" pitchFamily="18" charset="0"/>
              <a:cs typeface="Times New Roman" panose="02020603050405020304" pitchFamily="18" charset="0"/>
            </a:endParaRPr>
          </a:p>
        </p:txBody>
      </p:sp>
      <p:sp>
        <p:nvSpPr>
          <p:cNvPr id="44040" name="Line 46"/>
          <p:cNvSpPr>
            <a:spLocks noChangeShapeType="1"/>
          </p:cNvSpPr>
          <p:nvPr/>
        </p:nvSpPr>
        <p:spPr bwMode="auto">
          <a:xfrm rot="7759597" flipV="1">
            <a:off x="3491707" y="2694781"/>
            <a:ext cx="1352550" cy="366713"/>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4041" name="Line 47"/>
          <p:cNvSpPr>
            <a:spLocks noChangeShapeType="1"/>
          </p:cNvSpPr>
          <p:nvPr/>
        </p:nvSpPr>
        <p:spPr bwMode="auto">
          <a:xfrm>
            <a:off x="4478338" y="2266950"/>
            <a:ext cx="1041400" cy="112712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4042" name="Line 48"/>
          <p:cNvSpPr>
            <a:spLocks noChangeShapeType="1"/>
          </p:cNvSpPr>
          <p:nvPr/>
        </p:nvSpPr>
        <p:spPr bwMode="auto">
          <a:xfrm>
            <a:off x="4478338" y="2266950"/>
            <a:ext cx="2862262" cy="1239838"/>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4043" name="Line 49"/>
          <p:cNvSpPr>
            <a:spLocks noChangeShapeType="1"/>
          </p:cNvSpPr>
          <p:nvPr/>
        </p:nvSpPr>
        <p:spPr bwMode="auto">
          <a:xfrm>
            <a:off x="1746250" y="3957638"/>
            <a:ext cx="0" cy="135255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4044" name="Line 50"/>
          <p:cNvSpPr>
            <a:spLocks noChangeShapeType="1"/>
          </p:cNvSpPr>
          <p:nvPr/>
        </p:nvSpPr>
        <p:spPr bwMode="auto">
          <a:xfrm>
            <a:off x="3697288" y="3957638"/>
            <a:ext cx="0" cy="135255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4045" name="Line 51"/>
          <p:cNvSpPr>
            <a:spLocks noChangeShapeType="1"/>
          </p:cNvSpPr>
          <p:nvPr/>
        </p:nvSpPr>
        <p:spPr bwMode="auto">
          <a:xfrm>
            <a:off x="5519738" y="3957638"/>
            <a:ext cx="0" cy="135255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4046" name="Line 52"/>
          <p:cNvSpPr>
            <a:spLocks noChangeShapeType="1"/>
          </p:cNvSpPr>
          <p:nvPr/>
        </p:nvSpPr>
        <p:spPr bwMode="auto">
          <a:xfrm>
            <a:off x="7470775" y="3957638"/>
            <a:ext cx="0" cy="135255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4047" name="Oval 53"/>
          <p:cNvSpPr>
            <a:spLocks noChangeArrowheads="1"/>
          </p:cNvSpPr>
          <p:nvPr/>
        </p:nvSpPr>
        <p:spPr bwMode="auto">
          <a:xfrm>
            <a:off x="1485900" y="5310188"/>
            <a:ext cx="650875" cy="563562"/>
          </a:xfrm>
          <a:prstGeom prst="ellipse">
            <a:avLst/>
          </a:prstGeom>
          <a:solidFill>
            <a:srgbClr val="FFFFFF"/>
          </a:solidFill>
          <a:ln w="1905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defTabSz="914400" eaLnBrk="1" hangingPunct="1">
              <a:spcBef>
                <a:spcPct val="0"/>
              </a:spcBef>
              <a:buFontTx/>
              <a:buNone/>
            </a:pPr>
            <a:endParaRPr lang="en-GB" altLang="en-US" sz="1800">
              <a:solidFill>
                <a:srgbClr val="000000"/>
              </a:solidFill>
              <a:latin typeface="Times New Roman" panose="02020603050405020304" pitchFamily="18" charset="0"/>
              <a:cs typeface="Times New Roman" panose="02020603050405020304" pitchFamily="18" charset="0"/>
            </a:endParaRPr>
          </a:p>
        </p:txBody>
      </p:sp>
      <p:sp>
        <p:nvSpPr>
          <p:cNvPr id="44048" name="Oval 54"/>
          <p:cNvSpPr>
            <a:spLocks noChangeArrowheads="1"/>
          </p:cNvSpPr>
          <p:nvPr/>
        </p:nvSpPr>
        <p:spPr bwMode="auto">
          <a:xfrm>
            <a:off x="3436938" y="5310188"/>
            <a:ext cx="650875" cy="563562"/>
          </a:xfrm>
          <a:prstGeom prst="ellipse">
            <a:avLst/>
          </a:prstGeom>
          <a:solidFill>
            <a:srgbClr val="FFFFFF"/>
          </a:solidFill>
          <a:ln w="1905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defTabSz="914400" eaLnBrk="1" hangingPunct="1">
              <a:spcBef>
                <a:spcPct val="0"/>
              </a:spcBef>
              <a:buFontTx/>
              <a:buNone/>
            </a:pPr>
            <a:endParaRPr lang="en-GB" altLang="en-US" sz="1800">
              <a:solidFill>
                <a:srgbClr val="000000"/>
              </a:solidFill>
              <a:latin typeface="Times New Roman" panose="02020603050405020304" pitchFamily="18" charset="0"/>
              <a:cs typeface="Times New Roman" panose="02020603050405020304" pitchFamily="18" charset="0"/>
            </a:endParaRPr>
          </a:p>
        </p:txBody>
      </p:sp>
      <p:sp>
        <p:nvSpPr>
          <p:cNvPr id="44049" name="Oval 55"/>
          <p:cNvSpPr>
            <a:spLocks noChangeArrowheads="1"/>
          </p:cNvSpPr>
          <p:nvPr/>
        </p:nvSpPr>
        <p:spPr bwMode="auto">
          <a:xfrm>
            <a:off x="5259388" y="5310188"/>
            <a:ext cx="650875" cy="563562"/>
          </a:xfrm>
          <a:prstGeom prst="ellipse">
            <a:avLst/>
          </a:prstGeom>
          <a:solidFill>
            <a:srgbClr val="FFFFFF"/>
          </a:solidFill>
          <a:ln w="1905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defTabSz="914400" eaLnBrk="1" hangingPunct="1">
              <a:spcBef>
                <a:spcPct val="0"/>
              </a:spcBef>
              <a:buFontTx/>
              <a:buNone/>
            </a:pPr>
            <a:endParaRPr lang="en-GB" altLang="en-US" sz="1800">
              <a:solidFill>
                <a:srgbClr val="000000"/>
              </a:solidFill>
              <a:latin typeface="Times New Roman" panose="02020603050405020304" pitchFamily="18" charset="0"/>
              <a:cs typeface="Times New Roman" panose="02020603050405020304" pitchFamily="18" charset="0"/>
            </a:endParaRPr>
          </a:p>
        </p:txBody>
      </p:sp>
      <p:sp>
        <p:nvSpPr>
          <p:cNvPr id="44050" name="Oval 56"/>
          <p:cNvSpPr>
            <a:spLocks noChangeArrowheads="1"/>
          </p:cNvSpPr>
          <p:nvPr/>
        </p:nvSpPr>
        <p:spPr bwMode="auto">
          <a:xfrm>
            <a:off x="7210425" y="5310188"/>
            <a:ext cx="650875" cy="563562"/>
          </a:xfrm>
          <a:prstGeom prst="ellipse">
            <a:avLst/>
          </a:prstGeom>
          <a:solidFill>
            <a:srgbClr val="FFFFFF"/>
          </a:solidFill>
          <a:ln w="19050">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defTabSz="914400" eaLnBrk="1" hangingPunct="1">
              <a:spcBef>
                <a:spcPct val="0"/>
              </a:spcBef>
              <a:buFontTx/>
              <a:buNone/>
            </a:pPr>
            <a:endParaRPr lang="en-GB" altLang="en-US" sz="1800">
              <a:solidFill>
                <a:srgbClr val="000000"/>
              </a:solidFill>
              <a:latin typeface="Times New Roman" panose="02020603050405020304" pitchFamily="18" charset="0"/>
              <a:cs typeface="Times New Roman" panose="02020603050405020304" pitchFamily="18" charset="0"/>
            </a:endParaRPr>
          </a:p>
        </p:txBody>
      </p:sp>
      <p:graphicFrame>
        <p:nvGraphicFramePr>
          <p:cNvPr id="44051" name="Object 2"/>
          <p:cNvGraphicFramePr>
            <a:graphicFrameLocks noChangeAspect="1"/>
          </p:cNvGraphicFramePr>
          <p:nvPr/>
        </p:nvGraphicFramePr>
        <p:xfrm>
          <a:off x="2787650" y="2605088"/>
          <a:ext cx="519113" cy="263525"/>
        </p:xfrm>
        <a:graphic>
          <a:graphicData uri="http://schemas.openxmlformats.org/presentationml/2006/ole">
            <mc:AlternateContent xmlns:mc="http://schemas.openxmlformats.org/markup-compatibility/2006">
              <mc:Choice xmlns:v="urn:schemas-microsoft-com:vml" Requires="v">
                <p:oleObj name="Equation" r:id="rId2" imgW="393529" imgH="228501" progId="">
                  <p:embed/>
                </p:oleObj>
              </mc:Choice>
              <mc:Fallback>
                <p:oleObj name="Equation" r:id="rId2" imgW="393529" imgH="228501" progId="">
                  <p:embed/>
                  <p:pic>
                    <p:nvPicPr>
                      <p:cNvPr id="44051"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7650" y="2605088"/>
                        <a:ext cx="519113"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4052" name="Object 3"/>
          <p:cNvGraphicFramePr>
            <a:graphicFrameLocks noChangeAspect="1"/>
          </p:cNvGraphicFramePr>
          <p:nvPr/>
        </p:nvGraphicFramePr>
        <p:xfrm>
          <a:off x="4217988" y="2830513"/>
          <a:ext cx="520700" cy="252412"/>
        </p:xfrm>
        <a:graphic>
          <a:graphicData uri="http://schemas.openxmlformats.org/presentationml/2006/ole">
            <mc:AlternateContent xmlns:mc="http://schemas.openxmlformats.org/markup-compatibility/2006">
              <mc:Choice xmlns:v="urn:schemas-microsoft-com:vml" Requires="v">
                <p:oleObj name="Equation" r:id="rId4" imgW="406224" imgH="228501" progId="">
                  <p:embed/>
                </p:oleObj>
              </mc:Choice>
              <mc:Fallback>
                <p:oleObj name="Equation" r:id="rId4" imgW="406224" imgH="228501" progId="">
                  <p:embed/>
                  <p:pic>
                    <p:nvPicPr>
                      <p:cNvPr id="44052"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17988" y="2830513"/>
                        <a:ext cx="520700"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4053" name="Object 4"/>
          <p:cNvGraphicFramePr>
            <a:graphicFrameLocks noChangeAspect="1"/>
          </p:cNvGraphicFramePr>
          <p:nvPr/>
        </p:nvGraphicFramePr>
        <p:xfrm>
          <a:off x="5259388" y="2943225"/>
          <a:ext cx="520700" cy="252413"/>
        </p:xfrm>
        <a:graphic>
          <a:graphicData uri="http://schemas.openxmlformats.org/presentationml/2006/ole">
            <mc:AlternateContent xmlns:mc="http://schemas.openxmlformats.org/markup-compatibility/2006">
              <mc:Choice xmlns:v="urn:schemas-microsoft-com:vml" Requires="v">
                <p:oleObj name="Equation" r:id="rId6" imgW="406224" imgH="228501" progId="">
                  <p:embed/>
                </p:oleObj>
              </mc:Choice>
              <mc:Fallback>
                <p:oleObj name="Equation" r:id="rId6" imgW="406224" imgH="228501" progId="">
                  <p:embed/>
                  <p:pic>
                    <p:nvPicPr>
                      <p:cNvPr id="44053"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59388" y="2943225"/>
                        <a:ext cx="520700" cy="25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4054" name="Object 5"/>
          <p:cNvGraphicFramePr>
            <a:graphicFrameLocks noChangeAspect="1"/>
          </p:cNvGraphicFramePr>
          <p:nvPr/>
        </p:nvGraphicFramePr>
        <p:xfrm>
          <a:off x="6048375" y="2717800"/>
          <a:ext cx="504825" cy="252413"/>
        </p:xfrm>
        <a:graphic>
          <a:graphicData uri="http://schemas.openxmlformats.org/presentationml/2006/ole">
            <mc:AlternateContent xmlns:mc="http://schemas.openxmlformats.org/markup-compatibility/2006">
              <mc:Choice xmlns:v="urn:schemas-microsoft-com:vml" Requires="v">
                <p:oleObj name="Equation" r:id="rId8" imgW="406224" imgH="228501" progId="">
                  <p:embed/>
                </p:oleObj>
              </mc:Choice>
              <mc:Fallback>
                <p:oleObj name="Equation" r:id="rId8" imgW="406224" imgH="228501" progId="">
                  <p:embed/>
                  <p:pic>
                    <p:nvPicPr>
                      <p:cNvPr id="44054"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48375" y="2717800"/>
                        <a:ext cx="504825" cy="25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4055" name="Object 6"/>
          <p:cNvGraphicFramePr>
            <a:graphicFrameLocks noChangeAspect="1"/>
          </p:cNvGraphicFramePr>
          <p:nvPr/>
        </p:nvGraphicFramePr>
        <p:xfrm>
          <a:off x="1876425" y="4521200"/>
          <a:ext cx="781050" cy="266700"/>
        </p:xfrm>
        <a:graphic>
          <a:graphicData uri="http://schemas.openxmlformats.org/presentationml/2006/ole">
            <mc:AlternateContent xmlns:mc="http://schemas.openxmlformats.org/markup-compatibility/2006">
              <mc:Choice xmlns:v="urn:schemas-microsoft-com:vml" Requires="v">
                <p:oleObj name="Equation" r:id="rId10" imgW="583947" imgH="228501" progId="">
                  <p:embed/>
                </p:oleObj>
              </mc:Choice>
              <mc:Fallback>
                <p:oleObj name="Equation" r:id="rId10" imgW="583947" imgH="228501" progId="">
                  <p:embed/>
                  <p:pic>
                    <p:nvPicPr>
                      <p:cNvPr id="44055"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876425" y="4521200"/>
                        <a:ext cx="781050"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4056" name="Object 7"/>
          <p:cNvGraphicFramePr>
            <a:graphicFrameLocks noChangeAspect="1"/>
          </p:cNvGraphicFramePr>
          <p:nvPr/>
        </p:nvGraphicFramePr>
        <p:xfrm>
          <a:off x="3827463" y="4521200"/>
          <a:ext cx="781050" cy="257175"/>
        </p:xfrm>
        <a:graphic>
          <a:graphicData uri="http://schemas.openxmlformats.org/presentationml/2006/ole">
            <mc:AlternateContent xmlns:mc="http://schemas.openxmlformats.org/markup-compatibility/2006">
              <mc:Choice xmlns:v="urn:schemas-microsoft-com:vml" Requires="v">
                <p:oleObj name="Equation" r:id="rId12" imgW="609600" imgH="228600" progId="">
                  <p:embed/>
                </p:oleObj>
              </mc:Choice>
              <mc:Fallback>
                <p:oleObj name="Equation" r:id="rId12" imgW="609600" imgH="228600" progId="">
                  <p:embed/>
                  <p:pic>
                    <p:nvPicPr>
                      <p:cNvPr id="44056"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827463" y="4521200"/>
                        <a:ext cx="781050"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4057" name="Object 8"/>
          <p:cNvGraphicFramePr>
            <a:graphicFrameLocks noChangeAspect="1"/>
          </p:cNvGraphicFramePr>
          <p:nvPr/>
        </p:nvGraphicFramePr>
        <p:xfrm>
          <a:off x="5649913" y="4521200"/>
          <a:ext cx="781050" cy="257175"/>
        </p:xfrm>
        <a:graphic>
          <a:graphicData uri="http://schemas.openxmlformats.org/presentationml/2006/ole">
            <mc:AlternateContent xmlns:mc="http://schemas.openxmlformats.org/markup-compatibility/2006">
              <mc:Choice xmlns:v="urn:schemas-microsoft-com:vml" Requires="v">
                <p:oleObj name="Equation" r:id="rId14" imgW="596900" imgH="228600" progId="">
                  <p:embed/>
                </p:oleObj>
              </mc:Choice>
              <mc:Fallback>
                <p:oleObj name="Equation" r:id="rId14" imgW="596900" imgH="228600" progId="">
                  <p:embed/>
                  <p:pic>
                    <p:nvPicPr>
                      <p:cNvPr id="44057" name="Object 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649913" y="4521200"/>
                        <a:ext cx="781050"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4058" name="Object 9"/>
          <p:cNvGraphicFramePr>
            <a:graphicFrameLocks noChangeAspect="1"/>
          </p:cNvGraphicFramePr>
          <p:nvPr/>
        </p:nvGraphicFramePr>
        <p:xfrm>
          <a:off x="7600950" y="4521200"/>
          <a:ext cx="781050" cy="257175"/>
        </p:xfrm>
        <a:graphic>
          <a:graphicData uri="http://schemas.openxmlformats.org/presentationml/2006/ole">
            <mc:AlternateContent xmlns:mc="http://schemas.openxmlformats.org/markup-compatibility/2006">
              <mc:Choice xmlns:v="urn:schemas-microsoft-com:vml" Requires="v">
                <p:oleObj name="Equation" r:id="rId16" imgW="609600" imgH="228600" progId="">
                  <p:embed/>
                </p:oleObj>
              </mc:Choice>
              <mc:Fallback>
                <p:oleObj name="Equation" r:id="rId16" imgW="609600" imgH="228600" progId="">
                  <p:embed/>
                  <p:pic>
                    <p:nvPicPr>
                      <p:cNvPr id="44058" name="Object 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600950" y="4521200"/>
                        <a:ext cx="781050"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4059" name="Object 10"/>
          <p:cNvGraphicFramePr>
            <a:graphicFrameLocks noChangeAspect="1"/>
          </p:cNvGraphicFramePr>
          <p:nvPr/>
        </p:nvGraphicFramePr>
        <p:xfrm>
          <a:off x="1485900" y="5986463"/>
          <a:ext cx="650875" cy="300037"/>
        </p:xfrm>
        <a:graphic>
          <a:graphicData uri="http://schemas.openxmlformats.org/presentationml/2006/ole">
            <mc:AlternateContent xmlns:mc="http://schemas.openxmlformats.org/markup-compatibility/2006">
              <mc:Choice xmlns:v="urn:schemas-microsoft-com:vml" Requires="v">
                <p:oleObj name="Equation" r:id="rId18" imgW="431613" imgH="228501" progId="">
                  <p:embed/>
                </p:oleObj>
              </mc:Choice>
              <mc:Fallback>
                <p:oleObj name="Equation" r:id="rId18" imgW="431613" imgH="228501" progId="">
                  <p:embed/>
                  <p:pic>
                    <p:nvPicPr>
                      <p:cNvPr id="44059" name="Object 1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485900" y="5986463"/>
                        <a:ext cx="650875" cy="30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4060" name="Object 11"/>
          <p:cNvGraphicFramePr>
            <a:graphicFrameLocks noChangeAspect="1"/>
          </p:cNvGraphicFramePr>
          <p:nvPr/>
        </p:nvGraphicFramePr>
        <p:xfrm>
          <a:off x="3436938" y="5986463"/>
          <a:ext cx="781050" cy="338137"/>
        </p:xfrm>
        <a:graphic>
          <a:graphicData uri="http://schemas.openxmlformats.org/presentationml/2006/ole">
            <mc:AlternateContent xmlns:mc="http://schemas.openxmlformats.org/markup-compatibility/2006">
              <mc:Choice xmlns:v="urn:schemas-microsoft-com:vml" Requires="v">
                <p:oleObj name="Equation" r:id="rId20" imgW="457200" imgH="228600" progId="">
                  <p:embed/>
                </p:oleObj>
              </mc:Choice>
              <mc:Fallback>
                <p:oleObj name="Equation" r:id="rId20" imgW="457200" imgH="228600" progId="">
                  <p:embed/>
                  <p:pic>
                    <p:nvPicPr>
                      <p:cNvPr id="44060" name="Object 11"/>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436938" y="5986463"/>
                        <a:ext cx="7810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4061" name="Object 12"/>
          <p:cNvGraphicFramePr>
            <a:graphicFrameLocks noChangeAspect="1"/>
          </p:cNvGraphicFramePr>
          <p:nvPr/>
        </p:nvGraphicFramePr>
        <p:xfrm>
          <a:off x="5259388" y="5986463"/>
          <a:ext cx="650875" cy="287337"/>
        </p:xfrm>
        <a:graphic>
          <a:graphicData uri="http://schemas.openxmlformats.org/presentationml/2006/ole">
            <mc:AlternateContent xmlns:mc="http://schemas.openxmlformats.org/markup-compatibility/2006">
              <mc:Choice xmlns:v="urn:schemas-microsoft-com:vml" Requires="v">
                <p:oleObj name="Equation" r:id="rId22" imgW="444307" imgH="228501" progId="">
                  <p:embed/>
                </p:oleObj>
              </mc:Choice>
              <mc:Fallback>
                <p:oleObj name="Equation" r:id="rId22" imgW="444307" imgH="228501" progId="">
                  <p:embed/>
                  <p:pic>
                    <p:nvPicPr>
                      <p:cNvPr id="44061" name="Object 12"/>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259388" y="5986463"/>
                        <a:ext cx="650875"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4062" name="Object 13"/>
          <p:cNvGraphicFramePr>
            <a:graphicFrameLocks noChangeAspect="1"/>
          </p:cNvGraphicFramePr>
          <p:nvPr/>
        </p:nvGraphicFramePr>
        <p:xfrm>
          <a:off x="7210425" y="5986463"/>
          <a:ext cx="781050" cy="338137"/>
        </p:xfrm>
        <a:graphic>
          <a:graphicData uri="http://schemas.openxmlformats.org/presentationml/2006/ole">
            <mc:AlternateContent xmlns:mc="http://schemas.openxmlformats.org/markup-compatibility/2006">
              <mc:Choice xmlns:v="urn:schemas-microsoft-com:vml" Requires="v">
                <p:oleObj name="Equation" r:id="rId24" imgW="457200" imgH="228600" progId="">
                  <p:embed/>
                </p:oleObj>
              </mc:Choice>
              <mc:Fallback>
                <p:oleObj name="Equation" r:id="rId24" imgW="457200" imgH="228600" progId="">
                  <p:embed/>
                  <p:pic>
                    <p:nvPicPr>
                      <p:cNvPr id="44062" name="Object 13"/>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7210425" y="5986463"/>
                        <a:ext cx="7810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Title 1"/>
          <p:cNvSpPr>
            <a:spLocks noGrp="1"/>
          </p:cNvSpPr>
          <p:nvPr>
            <p:ph type="title"/>
          </p:nvPr>
        </p:nvSpPr>
        <p:spPr>
          <a:xfrm>
            <a:off x="0" y="160569"/>
            <a:ext cx="7620000" cy="764364"/>
          </a:xfrm>
        </p:spPr>
        <p:txBody>
          <a:bodyPr>
            <a:noAutofit/>
          </a:bodyPr>
          <a:lstStyle/>
          <a:p>
            <a:pPr algn="l"/>
            <a:r>
              <a:rPr lang="en-US" dirty="0">
                <a:latin typeface="+mn-lt"/>
              </a:rPr>
              <a:t>The theorem of total probability</a:t>
            </a:r>
            <a:br>
              <a:rPr lang="en-US" dirty="0">
                <a:latin typeface="+mn-lt"/>
              </a:rPr>
            </a:br>
            <a:r>
              <a:rPr lang="en-US" dirty="0">
                <a:latin typeface="+mn-lt"/>
              </a:rPr>
              <a:t>(Tree Diagram)</a:t>
            </a:r>
            <a:endParaRPr lang="en-IN" dirty="0">
              <a:latin typeface="+mn-lt"/>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7620000" cy="764364"/>
          </a:xfrm>
        </p:spPr>
        <p:txBody>
          <a:bodyPr/>
          <a:lstStyle/>
          <a:p>
            <a:pPr algn="l"/>
            <a:r>
              <a:rPr lang="en-US" dirty="0"/>
              <a:t>Example-1</a:t>
            </a:r>
            <a:endParaRPr lang="en-IN" dirty="0"/>
          </a:p>
        </p:txBody>
      </p:sp>
      <p:sp>
        <p:nvSpPr>
          <p:cNvPr id="15" name="Content Placeholder 4">
            <a:extLst>
              <a:ext uri="{FF2B5EF4-FFF2-40B4-BE49-F238E27FC236}">
                <a16:creationId xmlns:a16="http://schemas.microsoft.com/office/drawing/2014/main" id="{E781C928-08F8-4B94-83FE-BE9ECFB8A9FF}"/>
              </a:ext>
            </a:extLst>
          </p:cNvPr>
          <p:cNvSpPr>
            <a:spLocks noGrp="1" noRot="1" noChangeAspect="1" noMove="1" noResize="1" noEditPoints="1" noAdjustHandles="1" noChangeArrowheads="1" noChangeShapeType="1" noTextEdit="1"/>
          </p:cNvSpPr>
          <p:nvPr>
            <p:ph type="body" sz="quarter" idx="13"/>
          </p:nvPr>
        </p:nvSpPr>
        <p:spPr>
          <a:xfrm>
            <a:off x="642938" y="1600200"/>
            <a:ext cx="7620000" cy="3038475"/>
          </a:xfrm>
          <a:blipFill>
            <a:blip r:embed="rId2"/>
            <a:stretch>
              <a:fillRect l="-1111" t="-1077"/>
            </a:stretch>
          </a:blipFill>
        </p:spPr>
        <p:txBody>
          <a:bodyPr/>
          <a:lstStyle/>
          <a:p>
            <a:pPr>
              <a:defRPr/>
            </a:pPr>
            <a:r>
              <a:rPr lang="en-IN" dirty="0">
                <a:noFill/>
              </a:rPr>
              <a:t>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017" y="160569"/>
            <a:ext cx="7513983" cy="764364"/>
          </a:xfrm>
        </p:spPr>
        <p:txBody>
          <a:bodyPr>
            <a:normAutofit/>
          </a:bodyPr>
          <a:lstStyle/>
          <a:p>
            <a:pPr algn="l"/>
            <a:r>
              <a:rPr lang="en-US" sz="3200" dirty="0"/>
              <a:t>Solution</a:t>
            </a:r>
            <a:endParaRPr lang="en-IN" sz="3200" dirty="0"/>
          </a:p>
        </p:txBody>
      </p:sp>
      <p:sp>
        <p:nvSpPr>
          <p:cNvPr id="5" name="Content Placeholder 1">
            <a:extLst>
              <a:ext uri="{FF2B5EF4-FFF2-40B4-BE49-F238E27FC236}">
                <a16:creationId xmlns:a16="http://schemas.microsoft.com/office/drawing/2014/main" id="{87DBECC6-E59F-49A1-BF51-3DCF0DD20F98}"/>
              </a:ext>
            </a:extLst>
          </p:cNvPr>
          <p:cNvSpPr>
            <a:spLocks noGrp="1" noRot="1" noChangeAspect="1" noMove="1" noResize="1" noEditPoints="1" noAdjustHandles="1" noChangeArrowheads="1" noChangeShapeType="1" noTextEdit="1"/>
          </p:cNvSpPr>
          <p:nvPr>
            <p:ph type="body" sz="quarter" idx="13"/>
          </p:nvPr>
        </p:nvSpPr>
        <p:spPr>
          <a:xfrm>
            <a:off x="642938" y="1600200"/>
            <a:ext cx="7620000" cy="2728913"/>
          </a:xfrm>
          <a:blipFill>
            <a:blip r:embed="rId2"/>
            <a:stretch>
              <a:fillRect l="-1111" t="-1077"/>
            </a:stretch>
          </a:blipFill>
        </p:spPr>
        <p:txBody>
          <a:bodyPr/>
          <a:lstStyle/>
          <a:p>
            <a:pPr>
              <a:defRPr/>
            </a:pPr>
            <a:r>
              <a:rPr lang="en-IN" dirty="0">
                <a:noFill/>
              </a:rPr>
              <a:t> </a:t>
            </a:r>
          </a:p>
        </p:txBody>
      </p:sp>
    </p:spTree>
    <p:extLst>
      <p:ext uri="{BB962C8B-B14F-4D97-AF65-F5344CB8AC3E}">
        <p14:creationId xmlns:p14="http://schemas.microsoft.com/office/powerpoint/2010/main" val="22625290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Rot="1" noChangeAspect="1" noMove="1" noResize="1" noEditPoints="1" noAdjustHandles="1" noChangeArrowheads="1" noChangeShapeType="1" noTextEdit="1"/>
          </p:cNvSpPr>
          <p:nvPr/>
        </p:nvSpPr>
        <p:spPr>
          <a:xfrm>
            <a:off x="136693" y="1424793"/>
            <a:ext cx="8505031" cy="1892569"/>
          </a:xfrm>
          <a:prstGeom prst="rect">
            <a:avLst/>
          </a:prstGeom>
          <a:blipFill>
            <a:blip r:embed="rId2"/>
            <a:stretch>
              <a:fillRect l="-1074" t="-2581"/>
            </a:stretch>
          </a:blipFill>
        </p:spPr>
        <p:txBody>
          <a:bodyPr/>
          <a:lstStyle/>
          <a:p>
            <a:pPr>
              <a:defRPr/>
            </a:pPr>
            <a:r>
              <a:rPr lang="en-IN">
                <a:noFill/>
              </a:rPr>
              <a:t> </a:t>
            </a:r>
          </a:p>
        </p:txBody>
      </p:sp>
      <p:sp>
        <p:nvSpPr>
          <p:cNvPr id="5" name="Rectangle 4"/>
          <p:cNvSpPr>
            <a:spLocks noRot="1" noChangeAspect="1" noMove="1" noResize="1" noEditPoints="1" noAdjustHandles="1" noChangeArrowheads="1" noChangeShapeType="1" noTextEdit="1"/>
          </p:cNvSpPr>
          <p:nvPr/>
        </p:nvSpPr>
        <p:spPr>
          <a:xfrm>
            <a:off x="136693" y="3519991"/>
            <a:ext cx="7976997" cy="2470869"/>
          </a:xfrm>
          <a:prstGeom prst="rect">
            <a:avLst/>
          </a:prstGeom>
          <a:blipFill>
            <a:blip r:embed="rId3"/>
            <a:stretch>
              <a:fillRect l="-1146" t="-1970"/>
            </a:stretch>
          </a:blipFill>
        </p:spPr>
        <p:txBody>
          <a:bodyPr/>
          <a:lstStyle/>
          <a:p>
            <a:pPr>
              <a:defRPr/>
            </a:pPr>
            <a:r>
              <a:rPr lang="en-IN">
                <a:noFill/>
              </a:rPr>
              <a:t> </a:t>
            </a:r>
          </a:p>
        </p:txBody>
      </p:sp>
      <p:sp>
        <p:nvSpPr>
          <p:cNvPr id="3" name="Title 2"/>
          <p:cNvSpPr>
            <a:spLocks noGrp="1"/>
          </p:cNvSpPr>
          <p:nvPr>
            <p:ph type="title"/>
          </p:nvPr>
        </p:nvSpPr>
        <p:spPr/>
        <p:txBody>
          <a:bodyPr/>
          <a:lstStyle/>
          <a:p>
            <a:endParaRPr lang="en-IN" dirty="0"/>
          </a:p>
        </p:txBody>
      </p:sp>
      <p:pic>
        <p:nvPicPr>
          <p:cNvPr id="8" name="Picture 7">
            <a:extLst>
              <a:ext uri="{FF2B5EF4-FFF2-40B4-BE49-F238E27FC236}">
                <a16:creationId xmlns:a16="http://schemas.microsoft.com/office/drawing/2014/main" id="{60125E61-731B-42DA-9C76-221839CCF53A}"/>
              </a:ext>
            </a:extLst>
          </p:cNvPr>
          <p:cNvPicPr>
            <a:picLocks noChangeAspect="1"/>
          </p:cNvPicPr>
          <p:nvPr/>
        </p:nvPicPr>
        <p:blipFill>
          <a:blip r:embed="rId4"/>
          <a:stretch>
            <a:fillRect/>
          </a:stretch>
        </p:blipFill>
        <p:spPr>
          <a:xfrm>
            <a:off x="1968426" y="160569"/>
            <a:ext cx="3943350" cy="895343"/>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1"/>
          <p:cNvSpPr>
            <a:spLocks noChangeArrowheads="1"/>
          </p:cNvSpPr>
          <p:nvPr/>
        </p:nvSpPr>
        <p:spPr bwMode="auto">
          <a:xfrm>
            <a:off x="239713" y="2405063"/>
            <a:ext cx="8609012"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defTabSz="914400" eaLnBrk="1" hangingPunct="1">
              <a:spcBef>
                <a:spcPct val="50000"/>
              </a:spcBef>
              <a:buFontTx/>
              <a:buNone/>
            </a:pPr>
            <a:endParaRPr lang="en-US" altLang="en-US">
              <a:solidFill>
                <a:srgbClr val="0000FF"/>
              </a:solidFill>
              <a:latin typeface="Times New Roman" panose="02020603050405020304" pitchFamily="18" charset="0"/>
              <a:cs typeface="Times New Roman" panose="02020603050405020304" pitchFamily="18" charset="0"/>
            </a:endParaRPr>
          </a:p>
          <a:p>
            <a:pPr algn="just" defTabSz="914400" eaLnBrk="1" hangingPunct="1">
              <a:spcBef>
                <a:spcPct val="50000"/>
              </a:spcBef>
              <a:buFontTx/>
              <a:buNone/>
            </a:pPr>
            <a:endParaRPr lang="en-US" altLang="en-US">
              <a:solidFill>
                <a:srgbClr val="0000FF"/>
              </a:solidFill>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a:xfrm>
            <a:off x="132522" y="160569"/>
            <a:ext cx="7487478" cy="764364"/>
          </a:xfrm>
        </p:spPr>
        <p:txBody>
          <a:bodyPr>
            <a:normAutofit/>
          </a:bodyPr>
          <a:lstStyle/>
          <a:p>
            <a:pPr algn="l"/>
            <a:r>
              <a:rPr lang="en-US" sz="3200" dirty="0"/>
              <a:t>Example-2</a:t>
            </a:r>
            <a:endParaRPr lang="en-IN" sz="3200" dirty="0"/>
          </a:p>
        </p:txBody>
      </p:sp>
      <p:sp>
        <p:nvSpPr>
          <p:cNvPr id="48131" name="Slide Number Placeholder 3"/>
          <p:cNvSpPr>
            <a:spLocks noGrp="1" noChangeArrowheads="1"/>
          </p:cNvSpPr>
          <p:nvPr>
            <p:ph type="sldNum" sz="quarter" idx="4294967295"/>
          </p:nvPr>
        </p:nvSpPr>
        <p:spPr bwMode="auto">
          <a:xfrm>
            <a:off x="70104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BDDAB791-F031-473C-A8F7-E3DD4AD614A0}" type="slidenum">
              <a:rPr lang="en-US" altLang="en-US" sz="1800">
                <a:solidFill>
                  <a:srgbClr val="898989"/>
                </a:solidFill>
              </a:rPr>
              <a:pPr algn="l" eaLnBrk="0" hangingPunct="0">
                <a:spcBef>
                  <a:spcPct val="0"/>
                </a:spcBef>
                <a:buFontTx/>
                <a:buNone/>
              </a:pPr>
              <a:t>33</a:t>
            </a:fld>
            <a:endParaRPr lang="en-US" altLang="en-US" sz="1800">
              <a:solidFill>
                <a:srgbClr val="898989"/>
              </a:solidFill>
            </a:endParaRPr>
          </a:p>
        </p:txBody>
      </p:sp>
      <p:sp>
        <p:nvSpPr>
          <p:cNvPr id="2" name="TextBox 1"/>
          <p:cNvSpPr txBox="1"/>
          <p:nvPr/>
        </p:nvSpPr>
        <p:spPr>
          <a:xfrm>
            <a:off x="226633" y="1045266"/>
            <a:ext cx="7874000" cy="3268662"/>
          </a:xfrm>
          <a:prstGeom prst="rect">
            <a:avLst/>
          </a:prstGeom>
          <a:noFill/>
        </p:spPr>
        <p:txBody>
          <a:bodyPr>
            <a:spAutoFit/>
          </a:bodyPr>
          <a:lstStyle/>
          <a:p>
            <a:pPr eaLnBrk="1" fontAlgn="auto" hangingPunct="1">
              <a:lnSpc>
                <a:spcPct val="150000"/>
              </a:lnSpc>
              <a:spcBef>
                <a:spcPts val="0"/>
              </a:spcBef>
              <a:spcAft>
                <a:spcPts val="0"/>
              </a:spcAft>
              <a:defRPr/>
            </a:pPr>
            <a:r>
              <a:rPr lang="en-IN" sz="2000" dirty="0">
                <a:latin typeface="Times New Roman" panose="02020603050405020304" pitchFamily="18" charset="0"/>
                <a:ea typeface="Tahoma" panose="020B0604030504040204" pitchFamily="34" charset="0"/>
                <a:cs typeface="Times New Roman" panose="02020603050405020304" pitchFamily="18" charset="0"/>
              </a:rPr>
              <a:t>A simple binary communication channel carries messages by using only two signals, say 0 and 1. For a given binary channel, 40% of the time a 1 is transmitted; the probability that a transmitted 0 is correctly received is 0.90, and the probability that a transmitted 1 is correctly received is 0.95. Determine</a:t>
            </a:r>
          </a:p>
          <a:p>
            <a:pPr marL="342900" indent="-342900" eaLnBrk="1" fontAlgn="auto" hangingPunct="1">
              <a:lnSpc>
                <a:spcPct val="150000"/>
              </a:lnSpc>
              <a:spcBef>
                <a:spcPts val="0"/>
              </a:spcBef>
              <a:spcAft>
                <a:spcPts val="0"/>
              </a:spcAft>
              <a:buFontTx/>
              <a:buAutoNum type="alphaLcParenBoth"/>
              <a:defRPr/>
            </a:pPr>
            <a:r>
              <a:rPr lang="en-IN" sz="2000" dirty="0">
                <a:latin typeface="Times New Roman" panose="02020603050405020304" pitchFamily="18" charset="0"/>
                <a:ea typeface="Tahoma" panose="020B0604030504040204" pitchFamily="34" charset="0"/>
                <a:cs typeface="Times New Roman" panose="02020603050405020304" pitchFamily="18" charset="0"/>
              </a:rPr>
              <a:t>The probability of a 1 being received, and</a:t>
            </a:r>
          </a:p>
          <a:p>
            <a:pPr marL="342900" indent="-342900" eaLnBrk="1" fontAlgn="auto" hangingPunct="1">
              <a:lnSpc>
                <a:spcPct val="150000"/>
              </a:lnSpc>
              <a:spcBef>
                <a:spcPts val="0"/>
              </a:spcBef>
              <a:spcAft>
                <a:spcPts val="0"/>
              </a:spcAft>
              <a:buFontTx/>
              <a:buAutoNum type="alphaLcParenBoth"/>
              <a:defRPr/>
            </a:pPr>
            <a:r>
              <a:rPr lang="en-IN" sz="2000" dirty="0">
                <a:latin typeface="Times New Roman" panose="02020603050405020304" pitchFamily="18" charset="0"/>
                <a:ea typeface="Tahoma" panose="020B0604030504040204" pitchFamily="34" charset="0"/>
                <a:cs typeface="Times New Roman" panose="02020603050405020304" pitchFamily="18" charset="0"/>
              </a:rPr>
              <a:t>Given a 1 is received, the probability that 1 was transmitted.</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160569"/>
            <a:ext cx="7620000" cy="764364"/>
          </a:xfrm>
        </p:spPr>
        <p:txBody>
          <a:bodyPr>
            <a:normAutofit/>
          </a:bodyPr>
          <a:lstStyle/>
          <a:p>
            <a:pPr algn="l"/>
            <a:r>
              <a:rPr lang="en-US" sz="3200" dirty="0"/>
              <a:t>Solution</a:t>
            </a:r>
            <a:endParaRPr lang="en-IN" sz="3200" dirty="0"/>
          </a:p>
        </p:txBody>
      </p:sp>
      <p:sp>
        <p:nvSpPr>
          <p:cNvPr id="9" name="Content Placeholder 1">
            <a:extLst>
              <a:ext uri="{FF2B5EF4-FFF2-40B4-BE49-F238E27FC236}">
                <a16:creationId xmlns:a16="http://schemas.microsoft.com/office/drawing/2014/main" id="{804A6B85-2E04-4061-88CA-75DAB3139980}"/>
              </a:ext>
            </a:extLst>
          </p:cNvPr>
          <p:cNvSpPr txBox="1">
            <a:spLocks noRot="1" noChangeAspect="1" noMove="1" noResize="1" noEditPoints="1" noAdjustHandles="1" noChangeArrowheads="1" noChangeShapeType="1" noTextEdit="1"/>
          </p:cNvSpPr>
          <p:nvPr/>
        </p:nvSpPr>
        <p:spPr>
          <a:xfrm>
            <a:off x="0" y="1493838"/>
            <a:ext cx="8229600" cy="4525962"/>
          </a:xfrm>
          <a:prstGeom prst="rect">
            <a:avLst/>
          </a:prstGeom>
          <a:blipFill>
            <a:blip r:embed="rId2"/>
            <a:stretch>
              <a:fillRect l="-1111" t="-1077" b="-404"/>
            </a:stretch>
          </a:blipFill>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defRPr/>
            </a:pPr>
            <a:r>
              <a:rPr lang="en-IN">
                <a:noFill/>
              </a:rPr>
              <a:t> </a:t>
            </a:r>
            <a:endParaRPr lang="en-IN" dirty="0">
              <a:no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160569"/>
            <a:ext cx="7620000" cy="764364"/>
          </a:xfrm>
        </p:spPr>
        <p:txBody>
          <a:bodyPr/>
          <a:lstStyle/>
          <a:p>
            <a:pPr algn="l"/>
            <a:r>
              <a:rPr lang="en-US" dirty="0"/>
              <a:t>Solution</a:t>
            </a:r>
            <a:endParaRPr lang="en-IN" dirty="0"/>
          </a:p>
        </p:txBody>
      </p:sp>
      <p:pic>
        <p:nvPicPr>
          <p:cNvPr id="50178" name="Content Placeholder 4"/>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795337" y="3139464"/>
            <a:ext cx="6657975" cy="3297237"/>
          </a:xfrm>
        </p:spPr>
      </p:pic>
      <p:sp>
        <p:nvSpPr>
          <p:cNvPr id="50179" name="TextBox 5"/>
          <p:cNvSpPr txBox="1">
            <a:spLocks noChangeArrowheads="1"/>
          </p:cNvSpPr>
          <p:nvPr/>
        </p:nvSpPr>
        <p:spPr bwMode="auto">
          <a:xfrm>
            <a:off x="1509299" y="6251757"/>
            <a:ext cx="57372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IN" altLang="en-US" sz="1800" dirty="0"/>
              <a:t>         Probabilities associated with a binary channel</a:t>
            </a:r>
          </a:p>
        </p:txBody>
      </p:sp>
      <p:pic>
        <p:nvPicPr>
          <p:cNvPr id="2" name="Picture 1"/>
          <p:cNvPicPr>
            <a:picLocks noChangeAspect="1"/>
          </p:cNvPicPr>
          <p:nvPr/>
        </p:nvPicPr>
        <p:blipFill>
          <a:blip r:embed="rId3"/>
          <a:stretch>
            <a:fillRect/>
          </a:stretch>
        </p:blipFill>
        <p:spPr>
          <a:xfrm>
            <a:off x="486082" y="1179443"/>
            <a:ext cx="5172596" cy="1960021"/>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IN"/>
          </a:p>
        </p:txBody>
      </p:sp>
      <p:sp>
        <p:nvSpPr>
          <p:cNvPr id="4" name="Text Placeholder 3"/>
          <p:cNvSpPr>
            <a:spLocks noGrp="1"/>
          </p:cNvSpPr>
          <p:nvPr>
            <p:ph type="body" sz="quarter" idx="13"/>
          </p:nvPr>
        </p:nvSpPr>
        <p:spPr>
          <a:xfrm>
            <a:off x="643304" y="2964658"/>
            <a:ext cx="7620000" cy="2728913"/>
          </a:xfrm>
        </p:spPr>
        <p:txBody>
          <a:bodyPr/>
          <a:lstStyle/>
          <a:p>
            <a:endParaRPr lang="en-US" dirty="0"/>
          </a:p>
          <a:p>
            <a:endParaRPr lang="en-US" dirty="0"/>
          </a:p>
          <a:p>
            <a:endParaRPr lang="en-US" dirty="0"/>
          </a:p>
          <a:p>
            <a:endParaRPr lang="en-US" dirty="0"/>
          </a:p>
          <a:p>
            <a:endParaRPr lang="en-US" dirty="0"/>
          </a:p>
          <a:p>
            <a:endParaRPr lang="en-US" dirty="0"/>
          </a:p>
          <a:p>
            <a:endParaRPr lang="en-US" dirty="0"/>
          </a:p>
          <a:p>
            <a:endParaRPr lang="en-IN" dirty="0"/>
          </a:p>
        </p:txBody>
      </p:sp>
      <p:pic>
        <p:nvPicPr>
          <p:cNvPr id="5" name="Content Placeholder 4"/>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2335972" y="197063"/>
            <a:ext cx="2978150" cy="1474788"/>
          </a:xfrm>
        </p:spPr>
      </p:pic>
      <p:pic>
        <p:nvPicPr>
          <p:cNvPr id="51203"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3304" y="2964658"/>
            <a:ext cx="6994525" cy="509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4"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9325" y="4098925"/>
            <a:ext cx="6192838"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Content Placeholder 1">
            <a:extLst>
              <a:ext uri="{FF2B5EF4-FFF2-40B4-BE49-F238E27FC236}">
                <a16:creationId xmlns:a16="http://schemas.microsoft.com/office/drawing/2014/main" id="{272D3F5A-82A2-47F8-BE73-CE57CBD15984}"/>
              </a:ext>
            </a:extLst>
          </p:cNvPr>
          <p:cNvSpPr txBox="1">
            <a:spLocks noRot="1" noChangeAspect="1" noMove="1" noResize="1" noEditPoints="1" noAdjustHandles="1" noChangeArrowheads="1" noChangeShapeType="1" noTextEdit="1"/>
          </p:cNvSpPr>
          <p:nvPr/>
        </p:nvSpPr>
        <p:spPr>
          <a:xfrm>
            <a:off x="0" y="1493838"/>
            <a:ext cx="8229600" cy="4525962"/>
          </a:xfrm>
          <a:prstGeom prst="rect">
            <a:avLst/>
          </a:prstGeom>
          <a:blipFill>
            <a:blip r:embed="rId5"/>
            <a:stretch>
              <a:fillRect l="-963" t="-942"/>
            </a:stretch>
          </a:blipFill>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defRPr/>
            </a:pPr>
            <a:endParaRPr lang="en-IN">
              <a:noFill/>
            </a:endParaRPr>
          </a:p>
          <a:p>
            <a:pPr>
              <a:defRPr/>
            </a:pPr>
            <a:endParaRPr lang="en-IN">
              <a:noFill/>
            </a:endParaRPr>
          </a:p>
          <a:p>
            <a:pPr>
              <a:defRPr/>
            </a:pPr>
            <a:endParaRPr lang="en-IN">
              <a:noFill/>
            </a:endParaRPr>
          </a:p>
          <a:p>
            <a:pPr>
              <a:defRPr/>
            </a:pPr>
            <a:endParaRPr lang="en-IN">
              <a:noFill/>
            </a:endParaRPr>
          </a:p>
          <a:p>
            <a:pPr>
              <a:defRPr/>
            </a:pPr>
            <a:endParaRPr lang="en-IN">
              <a:noFill/>
            </a:endParaRPr>
          </a:p>
          <a:p>
            <a:pPr>
              <a:defRPr/>
            </a:pPr>
            <a:endParaRPr lang="en-IN">
              <a:noFill/>
            </a:endParaRPr>
          </a:p>
          <a:p>
            <a:pPr>
              <a:defRPr/>
            </a:pPr>
            <a:r>
              <a:rPr lang="en-IN">
                <a:noFill/>
              </a:rPr>
              <a:t> </a:t>
            </a:r>
            <a:endParaRPr lang="en-IN" dirty="0">
              <a:no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160569"/>
            <a:ext cx="7620000" cy="764364"/>
          </a:xfrm>
        </p:spPr>
        <p:txBody>
          <a:bodyPr/>
          <a:lstStyle/>
          <a:p>
            <a:pPr algn="l"/>
            <a:r>
              <a:rPr lang="en-US" dirty="0"/>
              <a:t>Example-3</a:t>
            </a:r>
            <a:endParaRPr lang="en-IN" dirty="0"/>
          </a:p>
        </p:txBody>
      </p:sp>
      <p:sp>
        <p:nvSpPr>
          <p:cNvPr id="2" name="Content Placeholder 1"/>
          <p:cNvSpPr>
            <a:spLocks noGrp="1"/>
          </p:cNvSpPr>
          <p:nvPr>
            <p:ph idx="4294967295"/>
          </p:nvPr>
        </p:nvSpPr>
        <p:spPr>
          <a:xfrm>
            <a:off x="621102" y="1020417"/>
            <a:ext cx="8126084" cy="5677014"/>
          </a:xfrm>
        </p:spPr>
        <p:txBody>
          <a:bodyPr rtlCol="0">
            <a:normAutofit fontScale="92500" lnSpcReduction="10000"/>
          </a:bodyPr>
          <a:lstStyle/>
          <a:p>
            <a:pPr marL="0" indent="0" algn="just">
              <a:lnSpc>
                <a:spcPct val="150000"/>
              </a:lnSpc>
              <a:spcBef>
                <a:spcPts val="0"/>
              </a:spcBef>
              <a:buNone/>
              <a:defRPr/>
            </a:pPr>
            <a:r>
              <a:rPr lang="en-US" sz="2000" dirty="0">
                <a:cs typeface="Times New Roman" panose="02020603050405020304" pitchFamily="18" charset="0"/>
              </a:rPr>
              <a:t>A data science team is developing a predictive model to determine whether a  user will click on an online advertisement. The likelihood of a user clicking on  an ad depends on the type of device they are using. The team has categorized  the devices into three types: desktop, tablet, and mobile.</a:t>
            </a:r>
          </a:p>
          <a:p>
            <a:pPr marL="0" indent="0" algn="just">
              <a:lnSpc>
                <a:spcPct val="150000"/>
              </a:lnSpc>
              <a:spcBef>
                <a:spcPts val="0"/>
              </a:spcBef>
              <a:buNone/>
              <a:defRPr/>
            </a:pPr>
            <a:r>
              <a:rPr lang="en-US" sz="2000" dirty="0">
                <a:cs typeface="Times New Roman" panose="02020603050405020304" pitchFamily="18" charset="0"/>
              </a:rPr>
              <a:t>The probabilities of a user using each type of device are as follows:</a:t>
            </a:r>
          </a:p>
          <a:p>
            <a:pPr algn="just">
              <a:lnSpc>
                <a:spcPct val="150000"/>
              </a:lnSpc>
              <a:spcBef>
                <a:spcPts val="0"/>
              </a:spcBef>
              <a:buFont typeface="Courier New" panose="02070309020205020404" pitchFamily="49" charset="0"/>
              <a:buChar char="o"/>
              <a:defRPr/>
            </a:pPr>
            <a:r>
              <a:rPr lang="en-US" sz="2000" dirty="0">
                <a:cs typeface="Times New Roman" panose="02020603050405020304" pitchFamily="18" charset="0"/>
              </a:rPr>
              <a:t>The probability that a user uses a desktop is 0.5.</a:t>
            </a:r>
          </a:p>
          <a:p>
            <a:pPr algn="just">
              <a:lnSpc>
                <a:spcPct val="150000"/>
              </a:lnSpc>
              <a:spcBef>
                <a:spcPts val="0"/>
              </a:spcBef>
              <a:buFont typeface="Courier New" panose="02070309020205020404" pitchFamily="49" charset="0"/>
              <a:buChar char="o"/>
              <a:defRPr/>
            </a:pPr>
            <a:r>
              <a:rPr lang="en-US" sz="2000" dirty="0">
                <a:cs typeface="Times New Roman" panose="02020603050405020304" pitchFamily="18" charset="0"/>
              </a:rPr>
              <a:t>The probability that a user uses a tablet is 0.2.</a:t>
            </a:r>
          </a:p>
          <a:p>
            <a:pPr algn="just">
              <a:lnSpc>
                <a:spcPct val="150000"/>
              </a:lnSpc>
              <a:spcBef>
                <a:spcPts val="0"/>
              </a:spcBef>
              <a:buFont typeface="Courier New" panose="02070309020205020404" pitchFamily="49" charset="0"/>
              <a:buChar char="o"/>
              <a:defRPr/>
            </a:pPr>
            <a:r>
              <a:rPr lang="en-US" sz="2000" dirty="0">
                <a:cs typeface="Times New Roman" panose="02020603050405020304" pitchFamily="18" charset="0"/>
              </a:rPr>
              <a:t>The probability that a user uses a mobile device is 0.3. </a:t>
            </a:r>
          </a:p>
          <a:p>
            <a:pPr algn="just">
              <a:lnSpc>
                <a:spcPct val="150000"/>
              </a:lnSpc>
              <a:spcBef>
                <a:spcPts val="0"/>
              </a:spcBef>
              <a:buFont typeface="Courier New" panose="02070309020205020404" pitchFamily="49" charset="0"/>
              <a:buChar char="o"/>
              <a:defRPr/>
            </a:pPr>
            <a:r>
              <a:rPr lang="en-US" sz="2000" dirty="0">
                <a:cs typeface="Times New Roman" panose="02020603050405020304" pitchFamily="18" charset="0"/>
              </a:rPr>
              <a:t>The probability of clicking on an ad given that the user is on a desktop is 0.04.</a:t>
            </a:r>
          </a:p>
          <a:p>
            <a:pPr algn="just">
              <a:lnSpc>
                <a:spcPct val="150000"/>
              </a:lnSpc>
              <a:spcBef>
                <a:spcPts val="0"/>
              </a:spcBef>
              <a:buFont typeface="Courier New" panose="02070309020205020404" pitchFamily="49" charset="0"/>
              <a:buChar char="o"/>
              <a:defRPr/>
            </a:pPr>
            <a:r>
              <a:rPr lang="en-US" sz="2000" dirty="0">
                <a:cs typeface="Times New Roman" panose="02020603050405020304" pitchFamily="18" charset="0"/>
              </a:rPr>
              <a:t>The probability of clicking on an ad given that the user is on a tablet is 0.06.</a:t>
            </a:r>
          </a:p>
          <a:p>
            <a:pPr algn="just">
              <a:lnSpc>
                <a:spcPct val="150000"/>
              </a:lnSpc>
              <a:spcBef>
                <a:spcPts val="0"/>
              </a:spcBef>
              <a:buFont typeface="Courier New" panose="02070309020205020404" pitchFamily="49" charset="0"/>
              <a:buChar char="o"/>
              <a:defRPr/>
            </a:pPr>
            <a:r>
              <a:rPr lang="en-US" sz="2000" dirty="0">
                <a:cs typeface="Times New Roman" panose="02020603050405020304" pitchFamily="18" charset="0"/>
              </a:rPr>
              <a:t>The probability of clicking on an ad given that the user is on a mobile device is 0.1.</a:t>
            </a:r>
          </a:p>
          <a:p>
            <a:pPr marL="0" indent="0" algn="just">
              <a:lnSpc>
                <a:spcPct val="150000"/>
              </a:lnSpc>
              <a:spcBef>
                <a:spcPts val="0"/>
              </a:spcBef>
              <a:buNone/>
              <a:defRPr/>
            </a:pPr>
            <a:r>
              <a:rPr lang="en-US" sz="2000" dirty="0">
                <a:solidFill>
                  <a:srgbClr val="FF0000"/>
                </a:solidFill>
                <a:cs typeface="Times New Roman" panose="02020603050405020304" pitchFamily="18" charset="0"/>
              </a:rPr>
              <a:t>What is the overall probability that a user will click on an ad?</a:t>
            </a:r>
          </a:p>
          <a:p>
            <a:pPr>
              <a:defRPr/>
            </a:pPr>
            <a:endParaRPr lang="en-IN"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06017" y="160569"/>
            <a:ext cx="7513983" cy="764364"/>
          </a:xfrm>
        </p:spPr>
        <p:txBody>
          <a:bodyPr>
            <a:normAutofit/>
          </a:bodyPr>
          <a:lstStyle/>
          <a:p>
            <a:pPr algn="l"/>
            <a:r>
              <a:rPr lang="en-US" sz="3200" dirty="0"/>
              <a:t>Solution</a:t>
            </a:r>
            <a:endParaRPr lang="en-IN" sz="3200" dirty="0"/>
          </a:p>
        </p:txBody>
      </p:sp>
      <p:sp>
        <p:nvSpPr>
          <p:cNvPr id="7" name="Content Placeholder 1">
            <a:extLst>
              <a:ext uri="{FF2B5EF4-FFF2-40B4-BE49-F238E27FC236}">
                <a16:creationId xmlns:a16="http://schemas.microsoft.com/office/drawing/2014/main" id="{9662795A-77A1-4B64-B6F7-5BEDDCD45D2E}"/>
              </a:ext>
            </a:extLst>
          </p:cNvPr>
          <p:cNvSpPr>
            <a:spLocks noGrp="1" noRot="1" noChangeAspect="1" noMove="1" noResize="1" noEditPoints="1" noAdjustHandles="1" noChangeArrowheads="1" noChangeShapeType="1" noTextEdit="1"/>
          </p:cNvSpPr>
          <p:nvPr>
            <p:ph type="body" sz="quarter" idx="13"/>
          </p:nvPr>
        </p:nvSpPr>
        <p:spPr>
          <a:xfrm>
            <a:off x="642938" y="1600200"/>
            <a:ext cx="8050212" cy="4376738"/>
          </a:xfrm>
          <a:blipFill>
            <a:blip r:embed="rId2"/>
            <a:stretch>
              <a:fillRect l="-741" t="-2066"/>
            </a:stretch>
          </a:blipFill>
        </p:spPr>
        <p:txBody>
          <a:bodyPr/>
          <a:lstStyle/>
          <a:p>
            <a:pPr>
              <a:defRPr/>
            </a:pPr>
            <a:r>
              <a:rPr lang="en-IN">
                <a:noFill/>
              </a:rPr>
              <a:t>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7620000" cy="764364"/>
          </a:xfrm>
        </p:spPr>
        <p:txBody>
          <a:bodyPr>
            <a:normAutofit/>
          </a:bodyPr>
          <a:lstStyle/>
          <a:p>
            <a:pPr algn="l"/>
            <a:r>
              <a:rPr lang="en-US" sz="3200" dirty="0"/>
              <a:t>Example-4</a:t>
            </a:r>
            <a:endParaRPr lang="en-IN" sz="3200" dirty="0"/>
          </a:p>
        </p:txBody>
      </p:sp>
      <p:sp>
        <p:nvSpPr>
          <p:cNvPr id="54274" name="Content Placeholder 1"/>
          <p:cNvSpPr>
            <a:spLocks noGrp="1" noChangeArrowheads="1"/>
          </p:cNvSpPr>
          <p:nvPr>
            <p:ph idx="4294967295"/>
          </p:nvPr>
        </p:nvSpPr>
        <p:spPr>
          <a:xfrm>
            <a:off x="517585" y="1095476"/>
            <a:ext cx="8126083" cy="4362450"/>
          </a:xfrm>
        </p:spPr>
        <p:txBody>
          <a:bodyPr>
            <a:normAutofit fontScale="70000" lnSpcReduction="20000"/>
          </a:bodyPr>
          <a:lstStyle/>
          <a:p>
            <a:pPr marL="0" indent="0" fontAlgn="base">
              <a:spcAft>
                <a:spcPct val="0"/>
              </a:spcAft>
              <a:buNone/>
            </a:pPr>
            <a:br>
              <a:rPr lang="en-US" altLang="en-US" dirty="0">
                <a:solidFill>
                  <a:srgbClr val="3D3D3D"/>
                </a:solidFill>
                <a:latin typeface="inherit"/>
              </a:rPr>
            </a:br>
            <a:endParaRPr lang="en-US" altLang="en-US" dirty="0">
              <a:solidFill>
                <a:srgbClr val="3D3D3D"/>
              </a:solidFill>
              <a:latin typeface="inherit"/>
            </a:endParaRPr>
          </a:p>
          <a:p>
            <a:pPr algn="just" fontAlgn="base">
              <a:lnSpc>
                <a:spcPct val="150000"/>
              </a:lnSpc>
              <a:spcBef>
                <a:spcPct val="0"/>
              </a:spcBef>
              <a:spcAft>
                <a:spcPct val="0"/>
              </a:spcAft>
              <a:buFont typeface="Courier New" panose="02070309020205020404" pitchFamily="49" charset="0"/>
              <a:buChar char="o"/>
            </a:pPr>
            <a:r>
              <a:rPr lang="en-US" altLang="en-US" sz="3100" dirty="0">
                <a:solidFill>
                  <a:srgbClr val="000000"/>
                </a:solidFill>
                <a:cs typeface="Times New Roman" panose="02020603050405020304" pitchFamily="18" charset="0"/>
              </a:rPr>
              <a:t>Forest A occupies 50% of the total land in a certain park and 20% of the plants in this forest are poisonous. </a:t>
            </a:r>
          </a:p>
          <a:p>
            <a:pPr algn="just" fontAlgn="base">
              <a:lnSpc>
                <a:spcPct val="150000"/>
              </a:lnSpc>
              <a:spcBef>
                <a:spcPct val="0"/>
              </a:spcBef>
              <a:spcAft>
                <a:spcPct val="0"/>
              </a:spcAft>
              <a:buFont typeface="Courier New" panose="02070309020205020404" pitchFamily="49" charset="0"/>
              <a:buChar char="o"/>
            </a:pPr>
            <a:r>
              <a:rPr lang="en-US" altLang="en-US" sz="3100" dirty="0">
                <a:solidFill>
                  <a:srgbClr val="000000"/>
                </a:solidFill>
                <a:cs typeface="Times New Roman" panose="02020603050405020304" pitchFamily="18" charset="0"/>
              </a:rPr>
              <a:t>Forest B occupies 30% of the total land and 40% of the plants in it are poisonous. </a:t>
            </a:r>
          </a:p>
          <a:p>
            <a:pPr algn="just" fontAlgn="base">
              <a:lnSpc>
                <a:spcPct val="150000"/>
              </a:lnSpc>
              <a:spcBef>
                <a:spcPct val="0"/>
              </a:spcBef>
              <a:spcAft>
                <a:spcPct val="0"/>
              </a:spcAft>
              <a:buFont typeface="Courier New" panose="02070309020205020404" pitchFamily="49" charset="0"/>
              <a:buChar char="o"/>
            </a:pPr>
            <a:r>
              <a:rPr lang="en-US" altLang="en-US" sz="3100" dirty="0">
                <a:solidFill>
                  <a:srgbClr val="000000"/>
                </a:solidFill>
                <a:cs typeface="Times New Roman" panose="02020603050405020304" pitchFamily="18" charset="0"/>
              </a:rPr>
              <a:t>Forest C occupies the remaining 20% of the land and 70% of the plants in it are poisonous. </a:t>
            </a:r>
          </a:p>
          <a:p>
            <a:pPr algn="just" fontAlgn="base">
              <a:lnSpc>
                <a:spcPct val="150000"/>
              </a:lnSpc>
              <a:spcBef>
                <a:spcPct val="0"/>
              </a:spcBef>
              <a:spcAft>
                <a:spcPct val="0"/>
              </a:spcAft>
              <a:buFont typeface="Wingdings" panose="05000000000000000000" pitchFamily="2" charset="2"/>
              <a:buChar char="Ø"/>
            </a:pPr>
            <a:r>
              <a:rPr lang="en-US" altLang="en-US" sz="3100" dirty="0">
                <a:solidFill>
                  <a:srgbClr val="000000"/>
                </a:solidFill>
                <a:cs typeface="Times New Roman" panose="02020603050405020304" pitchFamily="18" charset="0"/>
              </a:rPr>
              <a:t>If we randomly enter this park and pick a plant from the ground, what is the probability that it will be poisonous?</a:t>
            </a:r>
            <a:endParaRPr lang="en-US" altLang="en-US" sz="3100" dirty="0">
              <a:solidFill>
                <a:srgbClr val="3D3D3D"/>
              </a:solidFill>
              <a:cs typeface="Times New Roman" panose="02020603050405020304"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7620000" cy="764364"/>
          </a:xfrm>
        </p:spPr>
        <p:txBody>
          <a:bodyPr>
            <a:normAutofit/>
          </a:bodyPr>
          <a:lstStyle/>
          <a:p>
            <a:pPr algn="l"/>
            <a:r>
              <a:rPr lang="en-US" sz="3200" dirty="0"/>
              <a:t>Given:</a:t>
            </a:r>
            <a:endParaRPr lang="en-IN" sz="3200" dirty="0"/>
          </a:p>
        </p:txBody>
      </p:sp>
      <p:pic>
        <p:nvPicPr>
          <p:cNvPr id="55298" name="Content Placeholder 4"/>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984044" y="1473993"/>
            <a:ext cx="4992687" cy="3910013"/>
          </a:xfr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0" y="160569"/>
            <a:ext cx="7620000" cy="764364"/>
          </a:xfrm>
        </p:spPr>
        <p:txBody>
          <a:bodyPr>
            <a:normAutofit/>
          </a:bodyPr>
          <a:lstStyle/>
          <a:p>
            <a:pPr algn="l"/>
            <a:r>
              <a:rPr lang="en-US" sz="3200" dirty="0"/>
              <a:t>Solution</a:t>
            </a:r>
            <a:endParaRPr lang="en-IN" sz="3200" dirty="0"/>
          </a:p>
        </p:txBody>
      </p:sp>
      <p:sp>
        <p:nvSpPr>
          <p:cNvPr id="4" name="Rectangle 1"/>
          <p:cNvSpPr>
            <a:spLocks noGrp="1" noChangeArrowheads="1"/>
          </p:cNvSpPr>
          <p:nvPr>
            <p:ph idx="4294967295"/>
          </p:nvPr>
        </p:nvSpPr>
        <p:spPr>
          <a:xfrm>
            <a:off x="137426" y="1768517"/>
            <a:ext cx="8640417" cy="3804118"/>
          </a:xfrm>
          <a:ln>
            <a:miter lim="800000"/>
            <a:headEnd/>
            <a:tailEnd/>
          </a:ln>
        </p:spPr>
        <p:txBody>
          <a:bodyPr wrap="square" rtlCol="0">
            <a:spAutoFit/>
          </a:bodyPr>
          <a:lstStyle/>
          <a:p>
            <a:pPr marL="0" indent="0" algn="just" fontAlgn="base">
              <a:buNone/>
              <a:defRPr/>
            </a:pPr>
            <a:r>
              <a:rPr lang="en-US" sz="2400" dirty="0"/>
              <a:t> </a:t>
            </a:r>
            <a:r>
              <a:rPr lang="en-US" sz="2400" dirty="0">
                <a:cs typeface="Times New Roman" panose="02020603050405020304" pitchFamily="18" charset="0"/>
              </a:rPr>
              <a:t>If we let P(</a:t>
            </a:r>
            <a:r>
              <a:rPr lang="en-US" sz="2400" i="1" dirty="0">
                <a:cs typeface="Times New Roman" panose="02020603050405020304" pitchFamily="18" charset="0"/>
              </a:rPr>
              <a:t>P</a:t>
            </a:r>
            <a:r>
              <a:rPr lang="en-US" sz="2400" dirty="0">
                <a:cs typeface="Times New Roman" panose="02020603050405020304" pitchFamily="18" charset="0"/>
              </a:rPr>
              <a:t>) = the probability of the plant being poisonous, and </a:t>
            </a:r>
            <a:r>
              <a:rPr lang="en-US" sz="2400" i="1" dirty="0">
                <a:cs typeface="Times New Roman" panose="02020603050405020304" pitchFamily="18" charset="0"/>
              </a:rPr>
              <a:t>P(B</a:t>
            </a:r>
            <a:r>
              <a:rPr lang="en-US" sz="2400" i="1" baseline="-25000" dirty="0">
                <a:cs typeface="Times New Roman" panose="02020603050405020304" pitchFamily="18" charset="0"/>
              </a:rPr>
              <a:t>i</a:t>
            </a:r>
            <a:r>
              <a:rPr lang="en-US" sz="2400" i="1" dirty="0">
                <a:cs typeface="Times New Roman" panose="02020603050405020304" pitchFamily="18" charset="0"/>
              </a:rPr>
              <a:t>)</a:t>
            </a:r>
            <a:r>
              <a:rPr lang="en-US" sz="2400" dirty="0">
                <a:cs typeface="Times New Roman" panose="02020603050405020304" pitchFamily="18" charset="0"/>
              </a:rPr>
              <a:t> be the probability that we’ve entered one of the three forests, then we can compute the probability of a randomly chosen plant being poisonous as:</a:t>
            </a:r>
          </a:p>
          <a:p>
            <a:pPr marL="0" indent="0" fontAlgn="base">
              <a:buNone/>
              <a:defRPr/>
            </a:pPr>
            <a:r>
              <a:rPr lang="en-US" sz="2400" dirty="0">
                <a:cs typeface="Times New Roman" panose="02020603050405020304" pitchFamily="18" charset="0"/>
              </a:rPr>
              <a:t>P(P) = ΣP(</a:t>
            </a:r>
            <a:r>
              <a:rPr lang="en-US" sz="2400" dirty="0" err="1">
                <a:cs typeface="Times New Roman" panose="02020603050405020304" pitchFamily="18" charset="0"/>
              </a:rPr>
              <a:t>P|B</a:t>
            </a:r>
            <a:r>
              <a:rPr lang="en-US" sz="2400" baseline="-25000" dirty="0" err="1">
                <a:cs typeface="Times New Roman" panose="02020603050405020304" pitchFamily="18" charset="0"/>
              </a:rPr>
              <a:t>i</a:t>
            </a:r>
            <a:r>
              <a:rPr lang="en-US" sz="2400" dirty="0">
                <a:cs typeface="Times New Roman" panose="02020603050405020304" pitchFamily="18" charset="0"/>
              </a:rPr>
              <a:t>)*P(B</a:t>
            </a:r>
            <a:r>
              <a:rPr lang="en-US" sz="2400" baseline="-25000" dirty="0">
                <a:cs typeface="Times New Roman" panose="02020603050405020304" pitchFamily="18" charset="0"/>
              </a:rPr>
              <a:t>i</a:t>
            </a:r>
            <a:r>
              <a:rPr lang="en-US" sz="2400" dirty="0">
                <a:cs typeface="Times New Roman" panose="02020603050405020304" pitchFamily="18" charset="0"/>
              </a:rPr>
              <a:t>)</a:t>
            </a:r>
          </a:p>
          <a:p>
            <a:pPr marL="0" indent="0" fontAlgn="base">
              <a:buNone/>
              <a:defRPr/>
            </a:pPr>
            <a:r>
              <a:rPr lang="en-US" sz="2400" dirty="0">
                <a:cs typeface="Times New Roman" panose="02020603050405020304" pitchFamily="18" charset="0"/>
              </a:rPr>
              <a:t>P(P) = P(P|B</a:t>
            </a:r>
            <a:r>
              <a:rPr lang="en-US" sz="2400" baseline="-25000" dirty="0">
                <a:cs typeface="Times New Roman" panose="02020603050405020304" pitchFamily="18" charset="0"/>
              </a:rPr>
              <a:t>1</a:t>
            </a:r>
            <a:r>
              <a:rPr lang="en-US" sz="2400" dirty="0">
                <a:cs typeface="Times New Roman" panose="02020603050405020304" pitchFamily="18" charset="0"/>
              </a:rPr>
              <a:t>)*P(B</a:t>
            </a:r>
            <a:r>
              <a:rPr lang="en-US" sz="2400" baseline="-25000" dirty="0">
                <a:cs typeface="Times New Roman" panose="02020603050405020304" pitchFamily="18" charset="0"/>
              </a:rPr>
              <a:t>1</a:t>
            </a:r>
            <a:r>
              <a:rPr lang="en-US" sz="2400" dirty="0">
                <a:cs typeface="Times New Roman" panose="02020603050405020304" pitchFamily="18" charset="0"/>
              </a:rPr>
              <a:t>) + P(P|B</a:t>
            </a:r>
            <a:r>
              <a:rPr lang="en-US" sz="2400" baseline="-25000" dirty="0">
                <a:cs typeface="Times New Roman" panose="02020603050405020304" pitchFamily="18" charset="0"/>
              </a:rPr>
              <a:t>2</a:t>
            </a:r>
            <a:r>
              <a:rPr lang="en-US" sz="2400" dirty="0">
                <a:cs typeface="Times New Roman" panose="02020603050405020304" pitchFamily="18" charset="0"/>
              </a:rPr>
              <a:t>)*P(B</a:t>
            </a:r>
            <a:r>
              <a:rPr lang="en-US" sz="2400" baseline="-25000" dirty="0">
                <a:cs typeface="Times New Roman" panose="02020603050405020304" pitchFamily="18" charset="0"/>
              </a:rPr>
              <a:t>2</a:t>
            </a:r>
            <a:r>
              <a:rPr lang="en-US" sz="2400" dirty="0">
                <a:cs typeface="Times New Roman" panose="02020603050405020304" pitchFamily="18" charset="0"/>
              </a:rPr>
              <a:t>) + P(P|B</a:t>
            </a:r>
            <a:r>
              <a:rPr lang="en-US" sz="2400" baseline="-25000" dirty="0">
                <a:cs typeface="Times New Roman" panose="02020603050405020304" pitchFamily="18" charset="0"/>
              </a:rPr>
              <a:t>3</a:t>
            </a:r>
            <a:r>
              <a:rPr lang="en-US" sz="2400" dirty="0">
                <a:cs typeface="Times New Roman" panose="02020603050405020304" pitchFamily="18" charset="0"/>
              </a:rPr>
              <a:t>)*P(B</a:t>
            </a:r>
            <a:r>
              <a:rPr lang="en-US" sz="2400" baseline="-25000" dirty="0">
                <a:cs typeface="Times New Roman" panose="02020603050405020304" pitchFamily="18" charset="0"/>
              </a:rPr>
              <a:t>3</a:t>
            </a:r>
            <a:r>
              <a:rPr lang="en-US" sz="2400" dirty="0">
                <a:cs typeface="Times New Roman" panose="02020603050405020304" pitchFamily="18" charset="0"/>
              </a:rPr>
              <a:t>)</a:t>
            </a:r>
          </a:p>
          <a:p>
            <a:pPr marL="0" indent="0" fontAlgn="base">
              <a:buNone/>
              <a:defRPr/>
            </a:pPr>
            <a:r>
              <a:rPr lang="en-US" sz="2400" dirty="0">
                <a:cs typeface="Times New Roman" panose="02020603050405020304" pitchFamily="18" charset="0"/>
              </a:rPr>
              <a:t>P(P) = (0.20)*(0.50) + (0.40)*(0.30) + (0.70)*(0.20)</a:t>
            </a:r>
          </a:p>
          <a:p>
            <a:pPr marL="0" indent="0" fontAlgn="base">
              <a:buNone/>
              <a:defRPr/>
            </a:pPr>
            <a:r>
              <a:rPr lang="en-US" sz="2400" dirty="0">
                <a:cs typeface="Times New Roman" panose="02020603050405020304" pitchFamily="18" charset="0"/>
              </a:rPr>
              <a:t>P(P) = </a:t>
            </a:r>
            <a:r>
              <a:rPr lang="en-US" sz="2400" b="1" dirty="0">
                <a:cs typeface="Times New Roman" panose="02020603050405020304" pitchFamily="18" charset="0"/>
              </a:rPr>
              <a:t>0.36</a:t>
            </a:r>
            <a:endParaRPr lang="en-US" sz="2400" dirty="0">
              <a:cs typeface="Times New Roman" panose="02020603050405020304" pitchFamily="18" charset="0"/>
            </a:endParaRPr>
          </a:p>
          <a:p>
            <a:pPr marL="371475" indent="-371475">
              <a:spcBef>
                <a:spcPct val="50000"/>
              </a:spcBef>
              <a:defRPr/>
            </a:pPr>
            <a:endParaRPr lang="en-US" sz="2000" dirty="0">
              <a:latin typeface="Calibri" pitchFamily="34" charset="0"/>
            </a:endParaRPr>
          </a:p>
        </p:txBody>
      </p:sp>
      <p:pic>
        <p:nvPicPr>
          <p:cNvPr id="2" name="Picture 1"/>
          <p:cNvPicPr>
            <a:picLocks noChangeAspect="1"/>
          </p:cNvPicPr>
          <p:nvPr/>
        </p:nvPicPr>
        <p:blipFill>
          <a:blip r:embed="rId2"/>
          <a:stretch>
            <a:fillRect/>
          </a:stretch>
        </p:blipFill>
        <p:spPr>
          <a:xfrm>
            <a:off x="1948964" y="924934"/>
            <a:ext cx="3943350" cy="86411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7620000" cy="764364"/>
          </a:xfrm>
        </p:spPr>
        <p:txBody>
          <a:bodyPr>
            <a:normAutofit/>
          </a:bodyPr>
          <a:lstStyle/>
          <a:p>
            <a:pPr algn="l"/>
            <a:r>
              <a:rPr lang="en-US" sz="3200" dirty="0"/>
              <a:t>Example-5</a:t>
            </a:r>
            <a:endParaRPr lang="en-IN" sz="3200" dirty="0"/>
          </a:p>
        </p:txBody>
      </p:sp>
      <p:sp>
        <p:nvSpPr>
          <p:cNvPr id="57346" name="Content Placeholder 1"/>
          <p:cNvSpPr>
            <a:spLocks noGrp="1" noChangeArrowheads="1"/>
          </p:cNvSpPr>
          <p:nvPr>
            <p:ph idx="4294967295"/>
          </p:nvPr>
        </p:nvSpPr>
        <p:spPr>
          <a:xfrm>
            <a:off x="759125" y="1166019"/>
            <a:ext cx="7677509" cy="1982623"/>
          </a:xfrm>
        </p:spPr>
        <p:txBody>
          <a:bodyPr>
            <a:normAutofit/>
          </a:bodyPr>
          <a:lstStyle/>
          <a:p>
            <a:pPr marL="0" indent="0" algn="just" fontAlgn="base">
              <a:lnSpc>
                <a:spcPct val="150000"/>
              </a:lnSpc>
              <a:spcAft>
                <a:spcPct val="0"/>
              </a:spcAft>
              <a:buNone/>
            </a:pPr>
            <a:r>
              <a:rPr lang="en-US" altLang="en-US" sz="2000" dirty="0">
                <a:solidFill>
                  <a:srgbClr val="444444"/>
                </a:solidFill>
                <a:ea typeface="Tahoma" panose="020B0604030504040204" pitchFamily="34" charset="0"/>
                <a:cs typeface="Times New Roman" panose="02020603050405020304" pitchFamily="18" charset="0"/>
              </a:rPr>
              <a:t>A person has undertaken a mining job. The probabilities of completion of  the job on time with and without rain are 0.42 and 0.90 respectively. If the probability that it will rain is 0.45, then determine the probability that the mining job will be completed on time.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7620000" cy="764364"/>
          </a:xfrm>
        </p:spPr>
        <p:txBody>
          <a:bodyPr/>
          <a:lstStyle/>
          <a:p>
            <a:pPr algn="l"/>
            <a:r>
              <a:rPr lang="en-US" dirty="0"/>
              <a:t>Solution</a:t>
            </a:r>
            <a:endParaRPr lang="en-IN" dirty="0"/>
          </a:p>
        </p:txBody>
      </p:sp>
      <p:sp>
        <p:nvSpPr>
          <p:cNvPr id="58370" name="Content Placeholder 1"/>
          <p:cNvSpPr>
            <a:spLocks noGrp="1" noChangeArrowheads="1"/>
          </p:cNvSpPr>
          <p:nvPr>
            <p:ph idx="4294967295"/>
          </p:nvPr>
        </p:nvSpPr>
        <p:spPr>
          <a:xfrm>
            <a:off x="638355" y="1520342"/>
            <a:ext cx="7979433" cy="3474352"/>
          </a:xfrm>
        </p:spPr>
        <p:txBody>
          <a:bodyPr>
            <a:normAutofit fontScale="92500"/>
          </a:bodyPr>
          <a:lstStyle/>
          <a:p>
            <a:pPr marL="0" indent="0" fontAlgn="base">
              <a:lnSpc>
                <a:spcPct val="150000"/>
              </a:lnSpc>
              <a:spcAft>
                <a:spcPct val="0"/>
              </a:spcAft>
              <a:buNone/>
            </a:pPr>
            <a:r>
              <a:rPr lang="en-US" altLang="en-US" sz="2100" dirty="0">
                <a:solidFill>
                  <a:srgbClr val="444444"/>
                </a:solidFill>
                <a:cs typeface="Tahoma" panose="020B0604030504040204" pitchFamily="34" charset="0"/>
              </a:rPr>
              <a:t>Let A be the event that the mining job will be completed on time and B be the event that it rains. We have,</a:t>
            </a:r>
          </a:p>
          <a:p>
            <a:pPr marL="0" indent="0" fontAlgn="base">
              <a:lnSpc>
                <a:spcPct val="150000"/>
              </a:lnSpc>
              <a:spcAft>
                <a:spcPct val="0"/>
              </a:spcAft>
              <a:buNone/>
            </a:pPr>
            <a:r>
              <a:rPr lang="en-US" altLang="en-US" sz="2100" dirty="0">
                <a:solidFill>
                  <a:srgbClr val="444444"/>
                </a:solidFill>
                <a:cs typeface="Tahoma" panose="020B0604030504040204" pitchFamily="34" charset="0"/>
              </a:rPr>
              <a:t>P(B) = 0.45,</a:t>
            </a:r>
          </a:p>
          <a:p>
            <a:pPr marL="0" indent="0" fontAlgn="base">
              <a:lnSpc>
                <a:spcPct val="150000"/>
              </a:lnSpc>
              <a:spcAft>
                <a:spcPct val="0"/>
              </a:spcAft>
              <a:buNone/>
            </a:pPr>
            <a:r>
              <a:rPr lang="en-US" altLang="en-US" sz="2100" dirty="0">
                <a:solidFill>
                  <a:srgbClr val="444444"/>
                </a:solidFill>
                <a:cs typeface="Tahoma" panose="020B0604030504040204" pitchFamily="34" charset="0"/>
              </a:rPr>
              <a:t>P(no rain) = P(B′) = 1 − P(B) = 1 − 0.45 = 0.55</a:t>
            </a:r>
          </a:p>
          <a:p>
            <a:pPr marL="0" indent="0" fontAlgn="base">
              <a:lnSpc>
                <a:spcPct val="150000"/>
              </a:lnSpc>
              <a:spcAft>
                <a:spcPct val="0"/>
              </a:spcAft>
              <a:buNone/>
            </a:pPr>
            <a:r>
              <a:rPr lang="en-US" altLang="en-US" sz="2100" dirty="0">
                <a:solidFill>
                  <a:srgbClr val="444444"/>
                </a:solidFill>
                <a:cs typeface="Tahoma" panose="020B0604030504040204" pitchFamily="34" charset="0"/>
              </a:rPr>
              <a:t>By multiplication law of probability,</a:t>
            </a:r>
          </a:p>
          <a:p>
            <a:pPr marL="0" indent="0" fontAlgn="base">
              <a:lnSpc>
                <a:spcPct val="150000"/>
              </a:lnSpc>
              <a:spcAft>
                <a:spcPct val="0"/>
              </a:spcAft>
              <a:buNone/>
            </a:pPr>
            <a:r>
              <a:rPr lang="en-US" altLang="en-US" sz="2100" dirty="0">
                <a:solidFill>
                  <a:srgbClr val="444444"/>
                </a:solidFill>
                <a:cs typeface="Tahoma" panose="020B0604030504040204" pitchFamily="34" charset="0"/>
              </a:rPr>
              <a:t>P(A|B) = 0.42</a:t>
            </a:r>
          </a:p>
          <a:p>
            <a:pPr marL="0" indent="0" fontAlgn="base">
              <a:lnSpc>
                <a:spcPct val="150000"/>
              </a:lnSpc>
              <a:spcAft>
                <a:spcPct val="0"/>
              </a:spcAft>
              <a:buNone/>
            </a:pPr>
            <a:r>
              <a:rPr lang="en-US" altLang="en-US" sz="2100" dirty="0">
                <a:solidFill>
                  <a:srgbClr val="444444"/>
                </a:solidFill>
                <a:cs typeface="Tahoma" panose="020B0604030504040204" pitchFamily="34" charset="0"/>
              </a:rPr>
              <a:t>P(A|B′) = 0.90</a:t>
            </a:r>
          </a:p>
          <a:p>
            <a:pPr fontAlgn="base">
              <a:spcAft>
                <a:spcPct val="0"/>
              </a:spcAft>
            </a:pPr>
            <a:endParaRPr lang="en-IN" alt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160569"/>
            <a:ext cx="7620000" cy="764364"/>
          </a:xfrm>
        </p:spPr>
        <p:txBody>
          <a:bodyPr/>
          <a:lstStyle/>
          <a:p>
            <a:pPr algn="l"/>
            <a:r>
              <a:rPr lang="en-US" dirty="0"/>
              <a:t>Solution</a:t>
            </a:r>
            <a:endParaRPr lang="en-IN" dirty="0"/>
          </a:p>
        </p:txBody>
      </p:sp>
      <p:sp>
        <p:nvSpPr>
          <p:cNvPr id="7" name="Content Placeholder 1">
            <a:extLst>
              <a:ext uri="{FF2B5EF4-FFF2-40B4-BE49-F238E27FC236}">
                <a16:creationId xmlns:a16="http://schemas.microsoft.com/office/drawing/2014/main" id="{BE31797B-AEF2-49D8-8AE0-0BB94511F409}"/>
              </a:ext>
            </a:extLst>
          </p:cNvPr>
          <p:cNvSpPr>
            <a:spLocks noGrp="1" noChangeArrowheads="1"/>
          </p:cNvSpPr>
          <p:nvPr>
            <p:ph type="body" sz="quarter" idx="13"/>
          </p:nvPr>
        </p:nvSpPr>
        <p:spPr>
          <a:xfrm>
            <a:off x="448574" y="1338470"/>
            <a:ext cx="8324490" cy="4572000"/>
          </a:xfrm>
        </p:spPr>
        <p:txBody>
          <a:bodyPr>
            <a:normAutofit/>
          </a:bodyPr>
          <a:lstStyle/>
          <a:p>
            <a:pPr marL="0" indent="0" fontAlgn="base">
              <a:spcAft>
                <a:spcPct val="0"/>
              </a:spcAft>
              <a:buNone/>
            </a:pPr>
            <a:r>
              <a:rPr lang="en-US" altLang="en-US" sz="2600" dirty="0">
                <a:solidFill>
                  <a:srgbClr val="444444"/>
                </a:solidFill>
                <a:latin typeface="+mn-lt"/>
                <a:ea typeface="Tahoma" panose="020B0604030504040204" pitchFamily="34" charset="0"/>
                <a:cs typeface="Times New Roman" panose="02020603050405020304" pitchFamily="18" charset="0"/>
              </a:rPr>
              <a:t>Since, events B and B′ form partitions of the sample space S, </a:t>
            </a:r>
          </a:p>
          <a:p>
            <a:pPr marL="0" indent="0" fontAlgn="base">
              <a:spcAft>
                <a:spcPct val="0"/>
              </a:spcAft>
              <a:buNone/>
            </a:pPr>
            <a:r>
              <a:rPr lang="en-US" altLang="en-US" sz="2600" dirty="0">
                <a:solidFill>
                  <a:srgbClr val="444444"/>
                </a:solidFill>
                <a:latin typeface="+mn-lt"/>
                <a:ea typeface="Tahoma" panose="020B0604030504040204" pitchFamily="34" charset="0"/>
                <a:cs typeface="Times New Roman" panose="02020603050405020304" pitchFamily="18" charset="0"/>
              </a:rPr>
              <a:t>by total probability theorem, we have</a:t>
            </a:r>
          </a:p>
          <a:p>
            <a:pPr marL="0" indent="0" fontAlgn="base">
              <a:spcAft>
                <a:spcPct val="0"/>
              </a:spcAft>
              <a:buNone/>
            </a:pPr>
            <a:r>
              <a:rPr lang="en-US" altLang="en-US" sz="2600" dirty="0">
                <a:solidFill>
                  <a:srgbClr val="444444"/>
                </a:solidFill>
                <a:latin typeface="+mn-lt"/>
                <a:ea typeface="Tahoma" panose="020B0604030504040204" pitchFamily="34" charset="0"/>
                <a:cs typeface="Times New Roman" panose="02020603050405020304" pitchFamily="18" charset="0"/>
              </a:rPr>
              <a:t>P(A) = P(B) P(A|B) + P(B′) P(A|B′)</a:t>
            </a:r>
          </a:p>
          <a:p>
            <a:pPr marL="0" indent="0" fontAlgn="base">
              <a:spcAft>
                <a:spcPct val="0"/>
              </a:spcAft>
              <a:buNone/>
            </a:pPr>
            <a:r>
              <a:rPr lang="en-US" altLang="en-US" sz="2600" dirty="0">
                <a:solidFill>
                  <a:srgbClr val="444444"/>
                </a:solidFill>
                <a:latin typeface="+mn-lt"/>
                <a:ea typeface="Tahoma" panose="020B0604030504040204" pitchFamily="34" charset="0"/>
                <a:cs typeface="Times New Roman" panose="02020603050405020304" pitchFamily="18" charset="0"/>
              </a:rPr>
              <a:t>       =0.45 × 0.42 + 0.55 × 0.9</a:t>
            </a:r>
          </a:p>
          <a:p>
            <a:pPr marL="0" indent="0" fontAlgn="base">
              <a:spcAft>
                <a:spcPct val="0"/>
              </a:spcAft>
              <a:buNone/>
            </a:pPr>
            <a:r>
              <a:rPr lang="en-US" altLang="en-US" sz="2600" dirty="0">
                <a:solidFill>
                  <a:srgbClr val="444444"/>
                </a:solidFill>
                <a:latin typeface="+mn-lt"/>
                <a:ea typeface="Tahoma" panose="020B0604030504040204" pitchFamily="34" charset="0"/>
                <a:cs typeface="Times New Roman" panose="02020603050405020304" pitchFamily="18" charset="0"/>
              </a:rPr>
              <a:t>       = 0.189 + 0.495 = 0.684</a:t>
            </a:r>
          </a:p>
          <a:p>
            <a:pPr marL="0" indent="0" fontAlgn="base">
              <a:spcAft>
                <a:spcPct val="0"/>
              </a:spcAft>
              <a:buNone/>
            </a:pPr>
            <a:r>
              <a:rPr lang="en-US" altLang="en-US" sz="2600" dirty="0">
                <a:solidFill>
                  <a:srgbClr val="444444"/>
                </a:solidFill>
                <a:latin typeface="+mn-lt"/>
                <a:ea typeface="Tahoma" panose="020B0604030504040204" pitchFamily="34" charset="0"/>
                <a:cs typeface="Times New Roman" panose="02020603050405020304" pitchFamily="18" charset="0"/>
              </a:rPr>
              <a:t>So, the probability that the job will be completed on time is </a:t>
            </a:r>
          </a:p>
          <a:p>
            <a:pPr marL="0" indent="0" fontAlgn="base">
              <a:spcAft>
                <a:spcPct val="0"/>
              </a:spcAft>
              <a:buNone/>
            </a:pPr>
            <a:r>
              <a:rPr lang="en-US" altLang="en-US" sz="2600" dirty="0">
                <a:solidFill>
                  <a:srgbClr val="FF0000"/>
                </a:solidFill>
                <a:latin typeface="+mn-lt"/>
                <a:ea typeface="Tahoma" panose="020B0604030504040204" pitchFamily="34" charset="0"/>
                <a:cs typeface="Times New Roman" panose="02020603050405020304" pitchFamily="18" charset="0"/>
              </a:rPr>
              <a:t>0.684.</a:t>
            </a:r>
          </a:p>
          <a:p>
            <a:pPr fontAlgn="base">
              <a:spcAft>
                <a:spcPct val="0"/>
              </a:spcAft>
            </a:pPr>
            <a:endParaRPr lang="en-IN" altLang="en-US" dirty="0">
              <a:ea typeface="Tahoma" panose="020B0604030504040204" pitchFamily="34"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Glossary</a:t>
            </a:r>
            <a:endParaRPr lang="en-IN" dirty="0"/>
          </a:p>
        </p:txBody>
      </p:sp>
      <p:sp>
        <p:nvSpPr>
          <p:cNvPr id="2" name="Content Placeholder 1"/>
          <p:cNvSpPr>
            <a:spLocks noGrp="1" noRot="1" noChangeAspect="1" noMove="1" noResize="1" noEditPoints="1" noAdjustHandles="1" noChangeArrowheads="1" noChangeShapeType="1" noTextEdit="1"/>
          </p:cNvSpPr>
          <p:nvPr>
            <p:ph type="body" sz="quarter" idx="13"/>
          </p:nvPr>
        </p:nvSpPr>
        <p:spPr>
          <a:blipFill>
            <a:blip r:embed="rId2"/>
            <a:stretch>
              <a:fillRect l="-815" t="-1471" r="-1778"/>
            </a:stretch>
          </a:blipFill>
        </p:spPr>
        <p:txBody>
          <a:bodyPr/>
          <a:lstStyle/>
          <a:p>
            <a:pPr>
              <a:defRPr/>
            </a:pPr>
            <a:r>
              <a:rPr lang="en-IN" dirty="0">
                <a:noFill/>
              </a:rPr>
              <a:t>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7620000" cy="764364"/>
          </a:xfrm>
        </p:spPr>
        <p:txBody>
          <a:bodyPr/>
          <a:lstStyle/>
          <a:p>
            <a:pPr algn="l"/>
            <a:r>
              <a:rPr lang="en-US" dirty="0"/>
              <a:t>Important Formulae</a:t>
            </a:r>
            <a:endParaRPr lang="en-IN" dirty="0"/>
          </a:p>
        </p:txBody>
      </p:sp>
      <p:pic>
        <p:nvPicPr>
          <p:cNvPr id="6144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142999"/>
            <a:ext cx="5791200" cy="2766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44"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4090987"/>
            <a:ext cx="5791200" cy="209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7620000" cy="764364"/>
          </a:xfrm>
        </p:spPr>
        <p:txBody>
          <a:bodyPr>
            <a:normAutofit/>
          </a:bodyPr>
          <a:lstStyle/>
          <a:p>
            <a:pPr algn="l"/>
            <a:r>
              <a:rPr lang="en-US" sz="3200" dirty="0"/>
              <a:t>Important Formulae</a:t>
            </a:r>
            <a:endParaRPr lang="en-IN" sz="3200" dirty="0"/>
          </a:p>
        </p:txBody>
      </p:sp>
      <p:pic>
        <p:nvPicPr>
          <p:cNvPr id="6246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8917" y="924933"/>
            <a:ext cx="5057775" cy="354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5"/>
          <p:cNvGrpSpPr/>
          <p:nvPr/>
        </p:nvGrpSpPr>
        <p:grpSpPr>
          <a:xfrm>
            <a:off x="522127" y="4748551"/>
            <a:ext cx="5268878" cy="1101396"/>
            <a:chOff x="1473413" y="5299249"/>
            <a:chExt cx="5268878" cy="1101396"/>
          </a:xfrm>
        </p:grpSpPr>
        <mc:AlternateContent xmlns:mc="http://schemas.openxmlformats.org/markup-compatibility/2006" xmlns:a14="http://schemas.microsoft.com/office/drawing/2010/main">
          <mc:Choice Requires="a14">
            <p:sp>
              <p:nvSpPr>
                <p:cNvPr id="4" name="TextBox 3"/>
                <p:cNvSpPr txBox="1"/>
                <p:nvPr/>
              </p:nvSpPr>
              <p:spPr>
                <a:xfrm>
                  <a:off x="1473413" y="5299249"/>
                  <a:ext cx="431759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𝐵</m:t>
                            </m:r>
                          </m:e>
                        </m:d>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𝐵</m:t>
                            </m:r>
                          </m:e>
                          <m:e>
                            <m:r>
                              <a:rPr lang="en-US" b="0" i="1" smtClean="0">
                                <a:latin typeface="Cambria Math" panose="02040503050406030204" pitchFamily="18" charset="0"/>
                              </a:rPr>
                              <m:t>𝐴</m:t>
                            </m:r>
                          </m:e>
                        </m:d>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e>
                        </m:d>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𝐵</m:t>
                            </m:r>
                          </m:e>
                          <m:e>
                            <m:r>
                              <a:rPr lang="en-US" b="0" i="1" smtClean="0">
                                <a:latin typeface="Cambria Math" panose="02040503050406030204" pitchFamily="18" charset="0"/>
                              </a:rPr>
                              <m:t>𝐴</m:t>
                            </m:r>
                          </m:e>
                        </m:d>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𝐵</m:t>
                            </m:r>
                          </m:e>
                        </m:d>
                      </m:oMath>
                    </m:oMathPara>
                  </a14:m>
                  <a:endParaRPr lang="en-US" b="0" dirty="0">
                    <a:ea typeface="Cambria Math" panose="02040503050406030204" pitchFamily="18" charset="0"/>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1473413" y="5299249"/>
                  <a:ext cx="4317592" cy="276999"/>
                </a:xfrm>
                <a:prstGeom prst="rect">
                  <a:avLst/>
                </a:prstGeom>
                <a:blipFill>
                  <a:blip r:embed="rId3"/>
                  <a:stretch>
                    <a:fillRect b="-652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1473413" y="5813946"/>
                  <a:ext cx="5268878" cy="5866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𝑃</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𝐴</m:t>
                            </m:r>
                          </m:e>
                          <m:e>
                            <m:r>
                              <a:rPr lang="en-US" b="0" i="1" smtClean="0">
                                <a:latin typeface="Cambria Math" panose="02040503050406030204" pitchFamily="18" charset="0"/>
                                <a:ea typeface="Cambria Math" panose="02040503050406030204" pitchFamily="18" charset="0"/>
                              </a:rPr>
                              <m:t>𝐵</m:t>
                            </m:r>
                          </m:e>
                        </m:d>
                        <m:r>
                          <a:rPr lang="en-US" b="0" i="1" smtClean="0">
                            <a:latin typeface="Cambria Math" panose="02040503050406030204" pitchFamily="18" charset="0"/>
                            <a:ea typeface="Cambria Math" panose="02040503050406030204" pitchFamily="18" charset="0"/>
                          </a:rPr>
                          <m:t>= </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𝑃</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𝐴</m:t>
                                </m:r>
                              </m:e>
                            </m:d>
                            <m:r>
                              <a:rPr lang="en-US" b="0" i="1" smtClean="0">
                                <a:latin typeface="Cambria Math" panose="02040503050406030204" pitchFamily="18" charset="0"/>
                                <a:ea typeface="Cambria Math" panose="02040503050406030204" pitchFamily="18" charset="0"/>
                              </a:rPr>
                              <m:t>𝑃</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num>
                          <m:den>
                            <m:r>
                              <a:rPr lang="en-US" b="0" i="1" smtClean="0">
                                <a:latin typeface="Cambria Math" panose="02040503050406030204" pitchFamily="18" charset="0"/>
                                <a:ea typeface="Cambria Math" panose="02040503050406030204" pitchFamily="18" charset="0"/>
                              </a:rPr>
                              <m:t>𝑃</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den>
                        </m:f>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𝑜𝑟</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𝑃</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𝐵</m:t>
                            </m:r>
                          </m:e>
                          <m:e>
                            <m:r>
                              <a:rPr lang="en-US" b="0" i="1" smtClean="0">
                                <a:latin typeface="Cambria Math" panose="02040503050406030204" pitchFamily="18" charset="0"/>
                                <a:ea typeface="Cambria Math" panose="02040503050406030204" pitchFamily="18" charset="0"/>
                              </a:rPr>
                              <m:t>𝐴</m:t>
                            </m:r>
                          </m:e>
                        </m:d>
                        <m:r>
                          <a:rPr lang="en-US" b="0" i="1" smtClean="0">
                            <a:latin typeface="Cambria Math" panose="02040503050406030204" pitchFamily="18" charset="0"/>
                            <a:ea typeface="Cambria Math" panose="02040503050406030204" pitchFamily="18" charset="0"/>
                          </a:rPr>
                          <m:t>= </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𝑃</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𝐵</m:t>
                                </m:r>
                              </m:e>
                            </m:d>
                            <m:r>
                              <a:rPr lang="en-US" b="0" i="1" smtClean="0">
                                <a:latin typeface="Cambria Math" panose="02040503050406030204" pitchFamily="18" charset="0"/>
                                <a:ea typeface="Cambria Math" panose="02040503050406030204" pitchFamily="18" charset="0"/>
                              </a:rPr>
                              <m:t>𝑃</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m:t>
                            </m:r>
                          </m:num>
                          <m:den>
                            <m:r>
                              <a:rPr lang="en-US" b="0" i="1" smtClean="0">
                                <a:latin typeface="Cambria Math" panose="02040503050406030204" pitchFamily="18" charset="0"/>
                                <a:ea typeface="Cambria Math" panose="02040503050406030204" pitchFamily="18" charset="0"/>
                              </a:rPr>
                              <m:t>𝑃</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m:t>
                            </m:r>
                          </m:den>
                        </m:f>
                      </m:oMath>
                    </m:oMathPara>
                  </a14:m>
                  <a:endParaRPr lang="en-IN" dirty="0"/>
                </a:p>
              </p:txBody>
            </p:sp>
          </mc:Choice>
          <mc:Fallback xmlns="">
            <p:sp>
              <p:nvSpPr>
                <p:cNvPr id="5" name="TextBox 4"/>
                <p:cNvSpPr txBox="1">
                  <a:spLocks noRot="1" noChangeAspect="1" noMove="1" noResize="1" noEditPoints="1" noAdjustHandles="1" noChangeArrowheads="1" noChangeShapeType="1" noTextEdit="1"/>
                </p:cNvSpPr>
                <p:nvPr/>
              </p:nvSpPr>
              <p:spPr>
                <a:xfrm>
                  <a:off x="1473413" y="5813946"/>
                  <a:ext cx="5268878" cy="586699"/>
                </a:xfrm>
                <a:prstGeom prst="rect">
                  <a:avLst/>
                </a:prstGeom>
                <a:blipFill>
                  <a:blip r:embed="rId4"/>
                  <a:stretch>
                    <a:fillRect/>
                  </a:stretch>
                </a:blipFill>
              </p:spPr>
              <p:txBody>
                <a:bodyPr/>
                <a:lstStyle/>
                <a:p>
                  <a:r>
                    <a:rPr lang="en-IN">
                      <a:noFill/>
                    </a:rPr>
                    <a:t> </a:t>
                  </a:r>
                </a:p>
              </p:txBody>
            </p:sp>
          </mc:Fallback>
        </mc:AlternateContent>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
          <p:cNvSpPr>
            <a:spLocks noChangeArrowheads="1"/>
          </p:cNvSpPr>
          <p:nvPr/>
        </p:nvSpPr>
        <p:spPr bwMode="auto">
          <a:xfrm>
            <a:off x="76200" y="1192135"/>
            <a:ext cx="8915400" cy="4662815"/>
          </a:xfrm>
          <a:prstGeom prst="rect">
            <a:avLst/>
          </a:prstGeom>
          <a:noFill/>
          <a:ln w="9525">
            <a:noFill/>
            <a:miter lim="800000"/>
            <a:headEnd/>
            <a:tailEnd/>
          </a:ln>
        </p:spPr>
        <p:txBody>
          <a:bodyPr>
            <a:spAutoFit/>
          </a:bodyPr>
          <a:lstStyle/>
          <a:p>
            <a:pPr algn="just" defTabSz="914400" eaLnBrk="1" hangingPunct="1">
              <a:spcBef>
                <a:spcPct val="50000"/>
              </a:spcBef>
              <a:defRPr/>
            </a:pPr>
            <a:r>
              <a:rPr lang="en-US" sz="2000" dirty="0">
                <a:highlight>
                  <a:srgbClr val="FFFF00"/>
                </a:highlight>
                <a:cs typeface="Times New Roman" panose="02020603050405020304" pitchFamily="18" charset="0"/>
              </a:rPr>
              <a:t>Example 1</a:t>
            </a:r>
            <a:r>
              <a:rPr lang="en-US" sz="2000" dirty="0">
                <a:cs typeface="Times New Roman" panose="02020603050405020304" pitchFamily="18" charset="0"/>
              </a:rPr>
              <a:t>.</a:t>
            </a:r>
          </a:p>
          <a:p>
            <a:pPr algn="just" defTabSz="914400" eaLnBrk="1" hangingPunct="1">
              <a:spcBef>
                <a:spcPct val="50000"/>
              </a:spcBef>
              <a:defRPr/>
            </a:pPr>
            <a:r>
              <a:rPr lang="en-US" sz="2000" dirty="0">
                <a:cs typeface="Times New Roman" panose="02020603050405020304" pitchFamily="18" charset="0"/>
              </a:rPr>
              <a:t> An office has 4 secretaries handling respectively 20%, 60%,15% and 5% of the files of all government reports. The probability that they misfile such reports are respectively 0.05, 0.1, 0.1 and 0.05. Find the probability that the misfiled report can be blamed on the first secretary.</a:t>
            </a:r>
          </a:p>
          <a:p>
            <a:pPr algn="just" defTabSz="914400" eaLnBrk="1" hangingPunct="1">
              <a:spcBef>
                <a:spcPct val="50000"/>
              </a:spcBef>
              <a:defRPr/>
            </a:pPr>
            <a:r>
              <a:rPr lang="en-US" sz="2000" b="1" dirty="0">
                <a:solidFill>
                  <a:srgbClr val="FF0000"/>
                </a:solidFill>
                <a:cs typeface="Times New Roman" panose="02020603050405020304" pitchFamily="18" charset="0"/>
              </a:rPr>
              <a:t>Ans: 0.1143 </a:t>
            </a:r>
          </a:p>
          <a:p>
            <a:pPr algn="just" defTabSz="914400" eaLnBrk="1" hangingPunct="1">
              <a:spcBef>
                <a:spcPct val="50000"/>
              </a:spcBef>
              <a:defRPr/>
            </a:pPr>
            <a:r>
              <a:rPr lang="en-US" sz="2000" dirty="0">
                <a:highlight>
                  <a:srgbClr val="FFFF00"/>
                </a:highlight>
                <a:cs typeface="Times New Roman" panose="02020603050405020304" pitchFamily="18" charset="0"/>
              </a:rPr>
              <a:t>Example 2</a:t>
            </a:r>
            <a:r>
              <a:rPr lang="en-US" sz="2000" dirty="0">
                <a:cs typeface="Times New Roman" panose="02020603050405020304" pitchFamily="18" charset="0"/>
              </a:rPr>
              <a:t>. </a:t>
            </a:r>
          </a:p>
          <a:p>
            <a:pPr algn="just" defTabSz="914400" eaLnBrk="1" hangingPunct="1">
              <a:spcBef>
                <a:spcPct val="50000"/>
              </a:spcBef>
              <a:defRPr/>
            </a:pPr>
            <a:r>
              <a:rPr lang="en-US" sz="2000" dirty="0">
                <a:cs typeface="Times New Roman" panose="02020603050405020304" pitchFamily="18" charset="0"/>
              </a:rPr>
              <a:t>In a class 70% are boys and 30% are girls. 5% of boys and 3% of girls are irregular to the classes. What is the probability of a student selected at random is irregular to the classes and what is the probability that the irregular student is a girl? </a:t>
            </a:r>
          </a:p>
          <a:p>
            <a:pPr algn="just" defTabSz="914400" eaLnBrk="1" hangingPunct="1">
              <a:spcBef>
                <a:spcPct val="50000"/>
              </a:spcBef>
              <a:defRPr/>
            </a:pPr>
            <a:r>
              <a:rPr lang="en-US" sz="2000" b="1" dirty="0">
                <a:solidFill>
                  <a:srgbClr val="FF0000"/>
                </a:solidFill>
                <a:cs typeface="Times New Roman" panose="02020603050405020304" pitchFamily="18" charset="0"/>
              </a:rPr>
              <a:t>Ans: P(Irregular Student) = 0.044, P( Irregular and Girl) = 0.009</a:t>
            </a:r>
          </a:p>
          <a:p>
            <a:pPr algn="just" defTabSz="914400" eaLnBrk="1" hangingPunct="1">
              <a:spcBef>
                <a:spcPct val="50000"/>
              </a:spcBef>
              <a:defRPr/>
            </a:pPr>
            <a:endParaRPr lang="en-US" dirty="0">
              <a:solidFill>
                <a:srgbClr val="0000FF"/>
              </a:solidFill>
              <a:latin typeface="Arial" charset="0"/>
              <a:cs typeface="Arial" charset="0"/>
            </a:endParaRPr>
          </a:p>
        </p:txBody>
      </p:sp>
      <p:sp>
        <p:nvSpPr>
          <p:cNvPr id="2" name="Title 1"/>
          <p:cNvSpPr>
            <a:spLocks noGrp="1"/>
          </p:cNvSpPr>
          <p:nvPr>
            <p:ph type="title"/>
          </p:nvPr>
        </p:nvSpPr>
        <p:spPr>
          <a:xfrm>
            <a:off x="76200" y="160569"/>
            <a:ext cx="7543800" cy="764364"/>
          </a:xfrm>
        </p:spPr>
        <p:txBody>
          <a:bodyPr>
            <a:normAutofit/>
          </a:bodyPr>
          <a:lstStyle/>
          <a:p>
            <a:pPr algn="l"/>
            <a:r>
              <a:rPr lang="en-US" sz="3200" dirty="0"/>
              <a:t>Practice Problems</a:t>
            </a:r>
            <a:endParaRPr lang="en-IN" sz="3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1"/>
          <p:cNvSpPr>
            <a:spLocks noChangeArrowheads="1"/>
          </p:cNvSpPr>
          <p:nvPr/>
        </p:nvSpPr>
        <p:spPr bwMode="auto">
          <a:xfrm>
            <a:off x="319177" y="1076688"/>
            <a:ext cx="8419382" cy="4657685"/>
          </a:xfrm>
          <a:prstGeom prst="rect">
            <a:avLst/>
          </a:prstGeom>
          <a:noFill/>
          <a:ln w="9525">
            <a:noFill/>
            <a:miter lim="800000"/>
            <a:headEnd/>
            <a:tailEnd/>
          </a:ln>
        </p:spPr>
        <p:txBody>
          <a:bodyPr wrap="square">
            <a:spAutoFit/>
          </a:bodyPr>
          <a:lstStyle/>
          <a:p>
            <a:pPr algn="just" defTabSz="914400" eaLnBrk="1" hangingPunct="1">
              <a:spcBef>
                <a:spcPct val="50000"/>
              </a:spcBef>
              <a:defRPr/>
            </a:pPr>
            <a:r>
              <a:rPr lang="en-US" dirty="0">
                <a:solidFill>
                  <a:srgbClr val="FF0000"/>
                </a:solidFill>
                <a:highlight>
                  <a:srgbClr val="FFFF00"/>
                </a:highlight>
                <a:cs typeface="Times New Roman" panose="02020603050405020304" pitchFamily="18" charset="0"/>
              </a:rPr>
              <a:t>Example 3</a:t>
            </a:r>
            <a:r>
              <a:rPr lang="en-US" dirty="0">
                <a:solidFill>
                  <a:srgbClr val="FF0000"/>
                </a:solidFill>
                <a:cs typeface="Times New Roman" panose="02020603050405020304" pitchFamily="18" charset="0"/>
              </a:rPr>
              <a:t>.</a:t>
            </a:r>
            <a:r>
              <a:rPr lang="en-US" dirty="0">
                <a:solidFill>
                  <a:srgbClr val="0000FF"/>
                </a:solidFill>
                <a:cs typeface="Times New Roman" panose="02020603050405020304" pitchFamily="18" charset="0"/>
              </a:rPr>
              <a:t> </a:t>
            </a:r>
          </a:p>
          <a:p>
            <a:pPr algn="just" defTabSz="914400" eaLnBrk="1" hangingPunct="1">
              <a:spcBef>
                <a:spcPct val="50000"/>
              </a:spcBef>
              <a:defRPr/>
            </a:pPr>
            <a:r>
              <a:rPr lang="en-US" dirty="0">
                <a:cs typeface="Times New Roman" panose="02020603050405020304" pitchFamily="18" charset="0"/>
              </a:rPr>
              <a:t>Three machines A, B and C produce respectively 60%, 30% and 10% of the total number of items of a factory. The percentage of defective outputs of these machines are 2%, 3% and 4%. An item is selected at random and is found to be defective.</a:t>
            </a:r>
          </a:p>
          <a:p>
            <a:pPr algn="just" defTabSz="914400" eaLnBrk="1" hangingPunct="1">
              <a:spcBef>
                <a:spcPct val="50000"/>
              </a:spcBef>
              <a:defRPr/>
            </a:pPr>
            <a:r>
              <a:rPr lang="en-US" dirty="0">
                <a:cs typeface="Times New Roman" panose="02020603050405020304" pitchFamily="18" charset="0"/>
              </a:rPr>
              <a:t> (</a:t>
            </a:r>
            <a:r>
              <a:rPr lang="en-US" dirty="0" err="1">
                <a:cs typeface="Times New Roman" panose="02020603050405020304" pitchFamily="18" charset="0"/>
              </a:rPr>
              <a:t>i</a:t>
            </a:r>
            <a:r>
              <a:rPr lang="en-US" dirty="0">
                <a:cs typeface="Times New Roman" panose="02020603050405020304" pitchFamily="18" charset="0"/>
              </a:rPr>
              <a:t>) Find the probability that the item was not defective and  produced by machine C?</a:t>
            </a:r>
          </a:p>
          <a:p>
            <a:pPr algn="just" defTabSz="914400" eaLnBrk="1" hangingPunct="1">
              <a:spcBef>
                <a:spcPct val="50000"/>
              </a:spcBef>
              <a:defRPr/>
            </a:pPr>
            <a:r>
              <a:rPr lang="en-US" b="1" dirty="0">
                <a:solidFill>
                  <a:srgbClr val="FF0000"/>
                </a:solidFill>
                <a:cs typeface="Times New Roman" panose="02020603050405020304" pitchFamily="18" charset="0"/>
              </a:rPr>
              <a:t>Ans: 0.096</a:t>
            </a:r>
          </a:p>
          <a:p>
            <a:pPr algn="just" defTabSz="914400" eaLnBrk="1" hangingPunct="1">
              <a:spcBef>
                <a:spcPct val="50000"/>
              </a:spcBef>
              <a:defRPr/>
            </a:pPr>
            <a:r>
              <a:rPr lang="en-US" dirty="0">
                <a:cs typeface="Times New Roman" panose="02020603050405020304" pitchFamily="18" charset="0"/>
              </a:rPr>
              <a:t> (ii) What is the probability that the item was produced by machine C or B? </a:t>
            </a:r>
            <a:r>
              <a:rPr lang="en-US" b="1" dirty="0">
                <a:solidFill>
                  <a:srgbClr val="FF0000"/>
                </a:solidFill>
                <a:cs typeface="Times New Roman" panose="02020603050405020304" pitchFamily="18" charset="0"/>
              </a:rPr>
              <a:t>Ans: 0.4</a:t>
            </a:r>
          </a:p>
          <a:p>
            <a:pPr marL="12700" eaLnBrk="1" fontAlgn="auto" hangingPunct="1">
              <a:spcBef>
                <a:spcPts val="680"/>
              </a:spcBef>
              <a:spcAft>
                <a:spcPts val="0"/>
              </a:spcAft>
              <a:defRPr/>
            </a:pPr>
            <a:r>
              <a:rPr lang="en-US" dirty="0">
                <a:highlight>
                  <a:srgbClr val="FFFF00"/>
                </a:highlight>
                <a:cs typeface="Times New Roman" panose="02020603050405020304" pitchFamily="18" charset="0"/>
              </a:rPr>
              <a:t>Example: 4 </a:t>
            </a:r>
          </a:p>
          <a:p>
            <a:pPr marL="12700" eaLnBrk="1" fontAlgn="auto" hangingPunct="1">
              <a:spcBef>
                <a:spcPts val="680"/>
              </a:spcBef>
              <a:spcAft>
                <a:spcPts val="0"/>
              </a:spcAft>
              <a:defRPr/>
            </a:pPr>
            <a:r>
              <a:rPr lang="en-US" dirty="0">
                <a:cs typeface="Times New Roman" panose="02020603050405020304" pitchFamily="18" charset="0"/>
              </a:rPr>
              <a:t>A</a:t>
            </a:r>
            <a:r>
              <a:rPr lang="en-US" spc="-150" dirty="0">
                <a:cs typeface="Times New Roman" panose="02020603050405020304" pitchFamily="18" charset="0"/>
              </a:rPr>
              <a:t> </a:t>
            </a:r>
            <a:r>
              <a:rPr lang="en-US" dirty="0">
                <a:cs typeface="Times New Roman" panose="02020603050405020304" pitchFamily="18" charset="0"/>
              </a:rPr>
              <a:t>card</a:t>
            </a:r>
            <a:r>
              <a:rPr lang="en-US" spc="5" dirty="0">
                <a:cs typeface="Times New Roman" panose="02020603050405020304" pitchFamily="18" charset="0"/>
              </a:rPr>
              <a:t> </a:t>
            </a:r>
            <a:r>
              <a:rPr lang="en-US" dirty="0">
                <a:cs typeface="Times New Roman" panose="02020603050405020304" pitchFamily="18" charset="0"/>
              </a:rPr>
              <a:t>is</a:t>
            </a:r>
            <a:r>
              <a:rPr lang="en-US" spc="10" dirty="0">
                <a:cs typeface="Times New Roman" panose="02020603050405020304" pitchFamily="18" charset="0"/>
              </a:rPr>
              <a:t> </a:t>
            </a:r>
            <a:r>
              <a:rPr lang="en-US" spc="-5" dirty="0">
                <a:cs typeface="Times New Roman" panose="02020603050405020304" pitchFamily="18" charset="0"/>
              </a:rPr>
              <a:t>randomly</a:t>
            </a:r>
            <a:r>
              <a:rPr lang="en-US" spc="10" dirty="0">
                <a:cs typeface="Times New Roman" panose="02020603050405020304" pitchFamily="18" charset="0"/>
              </a:rPr>
              <a:t> </a:t>
            </a:r>
            <a:r>
              <a:rPr lang="en-US" spc="-5" dirty="0">
                <a:cs typeface="Times New Roman" panose="02020603050405020304" pitchFamily="18" charset="0"/>
              </a:rPr>
              <a:t>drawn</a:t>
            </a:r>
            <a:r>
              <a:rPr lang="en-US" spc="25" dirty="0">
                <a:cs typeface="Times New Roman" panose="02020603050405020304" pitchFamily="18" charset="0"/>
              </a:rPr>
              <a:t> </a:t>
            </a:r>
            <a:r>
              <a:rPr lang="en-US" dirty="0">
                <a:cs typeface="Times New Roman" panose="02020603050405020304" pitchFamily="18" charset="0"/>
              </a:rPr>
              <a:t>from</a:t>
            </a:r>
            <a:r>
              <a:rPr lang="en-US" spc="-20" dirty="0">
                <a:cs typeface="Times New Roman" panose="02020603050405020304" pitchFamily="18" charset="0"/>
              </a:rPr>
              <a:t> </a:t>
            </a:r>
            <a:r>
              <a:rPr lang="en-US" dirty="0">
                <a:cs typeface="Times New Roman" panose="02020603050405020304" pitchFamily="18" charset="0"/>
              </a:rPr>
              <a:t>an</a:t>
            </a:r>
            <a:r>
              <a:rPr lang="en-US" spc="-5" dirty="0">
                <a:cs typeface="Times New Roman" panose="02020603050405020304" pitchFamily="18" charset="0"/>
              </a:rPr>
              <a:t> incomplete</a:t>
            </a:r>
            <a:r>
              <a:rPr lang="en-US" spc="30" dirty="0">
                <a:cs typeface="Times New Roman" panose="02020603050405020304" pitchFamily="18" charset="0"/>
              </a:rPr>
              <a:t> </a:t>
            </a:r>
            <a:r>
              <a:rPr lang="en-US" spc="-5" dirty="0">
                <a:cs typeface="Times New Roman" panose="02020603050405020304" pitchFamily="18" charset="0"/>
              </a:rPr>
              <a:t>deck</a:t>
            </a:r>
            <a:r>
              <a:rPr lang="en-US" spc="5" dirty="0">
                <a:cs typeface="Times New Roman" panose="02020603050405020304" pitchFamily="18" charset="0"/>
              </a:rPr>
              <a:t> </a:t>
            </a:r>
            <a:r>
              <a:rPr lang="en-US" dirty="0">
                <a:cs typeface="Times New Roman" panose="02020603050405020304" pitchFamily="18" charset="0"/>
              </a:rPr>
              <a:t>of</a:t>
            </a:r>
            <a:r>
              <a:rPr lang="en-US" spc="5" dirty="0">
                <a:cs typeface="Times New Roman" panose="02020603050405020304" pitchFamily="18" charset="0"/>
              </a:rPr>
              <a:t> </a:t>
            </a:r>
            <a:r>
              <a:rPr lang="en-US" spc="-5" dirty="0">
                <a:cs typeface="Times New Roman" panose="02020603050405020304" pitchFamily="18" charset="0"/>
              </a:rPr>
              <a:t>cards</a:t>
            </a:r>
            <a:r>
              <a:rPr lang="en-US" spc="5" dirty="0">
                <a:cs typeface="Times New Roman" panose="02020603050405020304" pitchFamily="18" charset="0"/>
              </a:rPr>
              <a:t> </a:t>
            </a:r>
            <a:r>
              <a:rPr lang="en-US" dirty="0">
                <a:cs typeface="Times New Roman" panose="02020603050405020304" pitchFamily="18" charset="0"/>
              </a:rPr>
              <a:t>from</a:t>
            </a:r>
            <a:r>
              <a:rPr lang="en-US" spc="-10" dirty="0">
                <a:cs typeface="Times New Roman" panose="02020603050405020304" pitchFamily="18" charset="0"/>
              </a:rPr>
              <a:t> </a:t>
            </a:r>
            <a:r>
              <a:rPr lang="en-US" spc="-5" dirty="0">
                <a:cs typeface="Times New Roman" panose="02020603050405020304" pitchFamily="18" charset="0"/>
              </a:rPr>
              <a:t>which</a:t>
            </a:r>
            <a:r>
              <a:rPr lang="en-US" spc="20" dirty="0">
                <a:cs typeface="Times New Roman" panose="02020603050405020304" pitchFamily="18" charset="0"/>
              </a:rPr>
              <a:t> </a:t>
            </a:r>
            <a:r>
              <a:rPr lang="en-US" dirty="0">
                <a:cs typeface="Times New Roman" panose="02020603050405020304" pitchFamily="18" charset="0"/>
              </a:rPr>
              <a:t>the</a:t>
            </a:r>
            <a:r>
              <a:rPr lang="en-US" spc="-10" dirty="0">
                <a:cs typeface="Times New Roman" panose="02020603050405020304" pitchFamily="18" charset="0"/>
              </a:rPr>
              <a:t> </a:t>
            </a:r>
            <a:r>
              <a:rPr lang="en-US" dirty="0">
                <a:cs typeface="Times New Roman" panose="02020603050405020304" pitchFamily="18" charset="0"/>
              </a:rPr>
              <a:t>ace of</a:t>
            </a:r>
            <a:r>
              <a:rPr lang="en-US" spc="-15" dirty="0">
                <a:cs typeface="Times New Roman" panose="02020603050405020304" pitchFamily="18" charset="0"/>
              </a:rPr>
              <a:t> </a:t>
            </a:r>
            <a:r>
              <a:rPr lang="en-US" spc="-5" dirty="0">
                <a:cs typeface="Times New Roman" panose="02020603050405020304" pitchFamily="18" charset="0"/>
              </a:rPr>
              <a:t>diamonds</a:t>
            </a:r>
            <a:r>
              <a:rPr lang="en-US" spc="10" dirty="0">
                <a:cs typeface="Times New Roman" panose="02020603050405020304" pitchFamily="18" charset="0"/>
              </a:rPr>
              <a:t> </a:t>
            </a:r>
            <a:r>
              <a:rPr lang="en-US" spc="-5" dirty="0">
                <a:cs typeface="Times New Roman" panose="02020603050405020304" pitchFamily="18" charset="0"/>
              </a:rPr>
              <a:t>is</a:t>
            </a:r>
            <a:r>
              <a:rPr lang="en-US" spc="-10" dirty="0">
                <a:cs typeface="Times New Roman" panose="02020603050405020304" pitchFamily="18" charset="0"/>
              </a:rPr>
              <a:t> </a:t>
            </a:r>
            <a:r>
              <a:rPr lang="en-US" spc="-5" dirty="0">
                <a:cs typeface="Times New Roman" panose="02020603050405020304" pitchFamily="18" charset="0"/>
              </a:rPr>
              <a:t>missing.</a:t>
            </a:r>
            <a:endParaRPr lang="en-US" dirty="0">
              <a:cs typeface="Times New Roman" panose="02020603050405020304" pitchFamily="18" charset="0"/>
            </a:endParaRPr>
          </a:p>
          <a:p>
            <a:pPr marL="351155" indent="-339090" eaLnBrk="1" fontAlgn="auto" hangingPunct="1">
              <a:spcBef>
                <a:spcPts val="580"/>
              </a:spcBef>
              <a:spcAft>
                <a:spcPts val="0"/>
              </a:spcAft>
              <a:buFontTx/>
              <a:buAutoNum type="arabicPeriod"/>
              <a:tabLst>
                <a:tab pos="351790" algn="l"/>
              </a:tabLst>
              <a:defRPr/>
            </a:pPr>
            <a:r>
              <a:rPr lang="en-US" dirty="0">
                <a:cs typeface="Times New Roman" panose="02020603050405020304" pitchFamily="18" charset="0"/>
              </a:rPr>
              <a:t>What</a:t>
            </a:r>
            <a:r>
              <a:rPr lang="en-US" spc="-20" dirty="0">
                <a:cs typeface="Times New Roman" panose="02020603050405020304" pitchFamily="18" charset="0"/>
              </a:rPr>
              <a:t> </a:t>
            </a:r>
            <a:r>
              <a:rPr lang="en-US" spc="-5" dirty="0">
                <a:cs typeface="Times New Roman" panose="02020603050405020304" pitchFamily="18" charset="0"/>
              </a:rPr>
              <a:t>is</a:t>
            </a:r>
            <a:r>
              <a:rPr lang="en-US" spc="-10" dirty="0">
                <a:cs typeface="Times New Roman" panose="02020603050405020304" pitchFamily="18" charset="0"/>
              </a:rPr>
              <a:t> </a:t>
            </a:r>
            <a:r>
              <a:rPr lang="en-US" dirty="0">
                <a:cs typeface="Times New Roman" panose="02020603050405020304" pitchFamily="18" charset="0"/>
              </a:rPr>
              <a:t>the</a:t>
            </a:r>
            <a:r>
              <a:rPr lang="en-US" spc="-5" dirty="0">
                <a:cs typeface="Times New Roman" panose="02020603050405020304" pitchFamily="18" charset="0"/>
              </a:rPr>
              <a:t> probability</a:t>
            </a:r>
            <a:r>
              <a:rPr lang="en-US" spc="30" dirty="0">
                <a:cs typeface="Times New Roman" panose="02020603050405020304" pitchFamily="18" charset="0"/>
              </a:rPr>
              <a:t> </a:t>
            </a:r>
            <a:r>
              <a:rPr lang="en-US" dirty="0">
                <a:cs typeface="Times New Roman" panose="02020603050405020304" pitchFamily="18" charset="0"/>
              </a:rPr>
              <a:t>that</a:t>
            </a:r>
            <a:r>
              <a:rPr lang="en-US" spc="-20" dirty="0">
                <a:cs typeface="Times New Roman" panose="02020603050405020304" pitchFamily="18" charset="0"/>
              </a:rPr>
              <a:t> </a:t>
            </a:r>
            <a:r>
              <a:rPr lang="en-US" dirty="0">
                <a:cs typeface="Times New Roman" panose="02020603050405020304" pitchFamily="18" charset="0"/>
              </a:rPr>
              <a:t>the</a:t>
            </a:r>
            <a:r>
              <a:rPr lang="en-US" spc="-5" dirty="0">
                <a:cs typeface="Times New Roman" panose="02020603050405020304" pitchFamily="18" charset="0"/>
              </a:rPr>
              <a:t> </a:t>
            </a:r>
            <a:r>
              <a:rPr lang="en-US" dirty="0">
                <a:cs typeface="Times New Roman" panose="02020603050405020304" pitchFamily="18" charset="0"/>
              </a:rPr>
              <a:t>card</a:t>
            </a:r>
            <a:r>
              <a:rPr lang="en-US" spc="-15" dirty="0">
                <a:cs typeface="Times New Roman" panose="02020603050405020304" pitchFamily="18" charset="0"/>
              </a:rPr>
              <a:t> </a:t>
            </a:r>
            <a:r>
              <a:rPr lang="en-US" spc="-5" dirty="0">
                <a:cs typeface="Times New Roman" panose="02020603050405020304" pitchFamily="18" charset="0"/>
              </a:rPr>
              <a:t>is</a:t>
            </a:r>
            <a:r>
              <a:rPr lang="en-US" spc="-10" dirty="0">
                <a:cs typeface="Times New Roman" panose="02020603050405020304" pitchFamily="18" charset="0"/>
              </a:rPr>
              <a:t> </a:t>
            </a:r>
            <a:r>
              <a:rPr lang="en-US" spc="-5" dirty="0">
                <a:cs typeface="Times New Roman" panose="02020603050405020304" pitchFamily="18" charset="0"/>
              </a:rPr>
              <a:t>“clubs”? </a:t>
            </a:r>
            <a:r>
              <a:rPr lang="en-US" b="1" spc="-5" dirty="0">
                <a:solidFill>
                  <a:srgbClr val="FF0000"/>
                </a:solidFill>
                <a:cs typeface="Times New Roman" panose="02020603050405020304" pitchFamily="18" charset="0"/>
              </a:rPr>
              <a:t>( Ans. 13/51)</a:t>
            </a:r>
            <a:endParaRPr lang="en-US" b="1" dirty="0">
              <a:solidFill>
                <a:srgbClr val="FF0000"/>
              </a:solidFill>
              <a:cs typeface="Times New Roman" panose="02020603050405020304" pitchFamily="18" charset="0"/>
            </a:endParaRPr>
          </a:p>
          <a:p>
            <a:pPr marL="351155" indent="-339090" eaLnBrk="1" fontAlgn="auto" hangingPunct="1">
              <a:spcBef>
                <a:spcPts val="575"/>
              </a:spcBef>
              <a:spcAft>
                <a:spcPts val="0"/>
              </a:spcAft>
              <a:buFontTx/>
              <a:buAutoNum type="arabicPeriod"/>
              <a:tabLst>
                <a:tab pos="351790" algn="l"/>
              </a:tabLst>
              <a:defRPr/>
            </a:pPr>
            <a:r>
              <a:rPr lang="en-US" dirty="0">
                <a:cs typeface="Times New Roman" panose="02020603050405020304" pitchFamily="18" charset="0"/>
              </a:rPr>
              <a:t>What</a:t>
            </a:r>
            <a:r>
              <a:rPr lang="en-US" spc="-20" dirty="0">
                <a:cs typeface="Times New Roman" panose="02020603050405020304" pitchFamily="18" charset="0"/>
              </a:rPr>
              <a:t> </a:t>
            </a:r>
            <a:r>
              <a:rPr lang="en-US" spc="-5" dirty="0">
                <a:cs typeface="Times New Roman" panose="02020603050405020304" pitchFamily="18" charset="0"/>
              </a:rPr>
              <a:t>is</a:t>
            </a:r>
            <a:r>
              <a:rPr lang="en-US" spc="-10" dirty="0">
                <a:cs typeface="Times New Roman" panose="02020603050405020304" pitchFamily="18" charset="0"/>
              </a:rPr>
              <a:t> </a:t>
            </a:r>
            <a:r>
              <a:rPr lang="en-US" dirty="0">
                <a:cs typeface="Times New Roman" panose="02020603050405020304" pitchFamily="18" charset="0"/>
              </a:rPr>
              <a:t>the</a:t>
            </a:r>
            <a:r>
              <a:rPr lang="en-US" spc="-5" dirty="0">
                <a:cs typeface="Times New Roman" panose="02020603050405020304" pitchFamily="18" charset="0"/>
              </a:rPr>
              <a:t> probability</a:t>
            </a:r>
            <a:r>
              <a:rPr lang="en-US" spc="35" dirty="0">
                <a:cs typeface="Times New Roman" panose="02020603050405020304" pitchFamily="18" charset="0"/>
              </a:rPr>
              <a:t> </a:t>
            </a:r>
            <a:r>
              <a:rPr lang="en-US" dirty="0">
                <a:cs typeface="Times New Roman" panose="02020603050405020304" pitchFamily="18" charset="0"/>
              </a:rPr>
              <a:t>that</a:t>
            </a:r>
            <a:r>
              <a:rPr lang="en-US" spc="-20" dirty="0">
                <a:cs typeface="Times New Roman" panose="02020603050405020304" pitchFamily="18" charset="0"/>
              </a:rPr>
              <a:t> </a:t>
            </a:r>
            <a:r>
              <a:rPr lang="en-US" dirty="0">
                <a:cs typeface="Times New Roman" panose="02020603050405020304" pitchFamily="18" charset="0"/>
              </a:rPr>
              <a:t>the</a:t>
            </a:r>
            <a:r>
              <a:rPr lang="en-US" spc="-10" dirty="0">
                <a:cs typeface="Times New Roman" panose="02020603050405020304" pitchFamily="18" charset="0"/>
              </a:rPr>
              <a:t> </a:t>
            </a:r>
            <a:r>
              <a:rPr lang="en-US" dirty="0">
                <a:cs typeface="Times New Roman" panose="02020603050405020304" pitchFamily="18" charset="0"/>
              </a:rPr>
              <a:t>card</a:t>
            </a:r>
            <a:r>
              <a:rPr lang="en-US" spc="-10" dirty="0">
                <a:cs typeface="Times New Roman" panose="02020603050405020304" pitchFamily="18" charset="0"/>
              </a:rPr>
              <a:t> </a:t>
            </a:r>
            <a:r>
              <a:rPr lang="en-US" spc="-5" dirty="0">
                <a:cs typeface="Times New Roman" panose="02020603050405020304" pitchFamily="18" charset="0"/>
              </a:rPr>
              <a:t>is</a:t>
            </a:r>
            <a:r>
              <a:rPr lang="en-US" spc="-10" dirty="0">
                <a:cs typeface="Times New Roman" panose="02020603050405020304" pitchFamily="18" charset="0"/>
              </a:rPr>
              <a:t> </a:t>
            </a:r>
            <a:r>
              <a:rPr lang="en-US" dirty="0">
                <a:cs typeface="Times New Roman" panose="02020603050405020304" pitchFamily="18" charset="0"/>
              </a:rPr>
              <a:t>a</a:t>
            </a:r>
            <a:r>
              <a:rPr lang="en-US" spc="-10" dirty="0">
                <a:cs typeface="Times New Roman" panose="02020603050405020304" pitchFamily="18" charset="0"/>
              </a:rPr>
              <a:t> </a:t>
            </a:r>
            <a:r>
              <a:rPr lang="en-US" spc="-5" dirty="0">
                <a:cs typeface="Times New Roman" panose="02020603050405020304" pitchFamily="18" charset="0"/>
              </a:rPr>
              <a:t>“queen”? </a:t>
            </a:r>
            <a:r>
              <a:rPr lang="en-US" b="1" spc="-5" dirty="0">
                <a:solidFill>
                  <a:srgbClr val="FF0000"/>
                </a:solidFill>
                <a:cs typeface="Times New Roman" panose="02020603050405020304" pitchFamily="18" charset="0"/>
              </a:rPr>
              <a:t>(Ans. 4/51)</a:t>
            </a:r>
            <a:endParaRPr lang="en-US" b="1" dirty="0">
              <a:solidFill>
                <a:srgbClr val="FF0000"/>
              </a:solidFill>
              <a:cs typeface="Times New Roman" panose="02020603050405020304" pitchFamily="18" charset="0"/>
            </a:endParaRPr>
          </a:p>
          <a:p>
            <a:pPr marL="334010" indent="-321945" eaLnBrk="1" fontAlgn="auto" hangingPunct="1">
              <a:spcBef>
                <a:spcPts val="580"/>
              </a:spcBef>
              <a:spcAft>
                <a:spcPts val="0"/>
              </a:spcAft>
              <a:buFontTx/>
              <a:buAutoNum type="arabicPeriod"/>
              <a:tabLst>
                <a:tab pos="334645" algn="l"/>
              </a:tabLst>
              <a:defRPr/>
            </a:pPr>
            <a:r>
              <a:rPr lang="en-US" dirty="0">
                <a:cs typeface="Times New Roman" panose="02020603050405020304" pitchFamily="18" charset="0"/>
              </a:rPr>
              <a:t>Are</a:t>
            </a:r>
            <a:r>
              <a:rPr lang="en-US" spc="-20" dirty="0">
                <a:cs typeface="Times New Roman" panose="02020603050405020304" pitchFamily="18" charset="0"/>
              </a:rPr>
              <a:t> </a:t>
            </a:r>
            <a:r>
              <a:rPr lang="en-US" dirty="0">
                <a:cs typeface="Times New Roman" panose="02020603050405020304" pitchFamily="18" charset="0"/>
              </a:rPr>
              <a:t>the</a:t>
            </a:r>
            <a:r>
              <a:rPr lang="en-US" spc="-5" dirty="0">
                <a:cs typeface="Times New Roman" panose="02020603050405020304" pitchFamily="18" charset="0"/>
              </a:rPr>
              <a:t> events </a:t>
            </a:r>
            <a:r>
              <a:rPr lang="en-US" dirty="0">
                <a:cs typeface="Times New Roman" panose="02020603050405020304" pitchFamily="18" charset="0"/>
              </a:rPr>
              <a:t>“clubs”</a:t>
            </a:r>
            <a:r>
              <a:rPr lang="en-US" spc="-5" dirty="0">
                <a:cs typeface="Times New Roman" panose="02020603050405020304" pitchFamily="18" charset="0"/>
              </a:rPr>
              <a:t> and</a:t>
            </a:r>
            <a:r>
              <a:rPr lang="en-US" spc="-10" dirty="0">
                <a:cs typeface="Times New Roman" panose="02020603050405020304" pitchFamily="18" charset="0"/>
              </a:rPr>
              <a:t> </a:t>
            </a:r>
            <a:r>
              <a:rPr lang="en-US" spc="-5" dirty="0">
                <a:cs typeface="Times New Roman" panose="02020603050405020304" pitchFamily="18" charset="0"/>
              </a:rPr>
              <a:t>“queen”</a:t>
            </a:r>
            <a:r>
              <a:rPr lang="en-US" spc="5" dirty="0">
                <a:cs typeface="Times New Roman" panose="02020603050405020304" pitchFamily="18" charset="0"/>
              </a:rPr>
              <a:t> </a:t>
            </a:r>
            <a:r>
              <a:rPr lang="en-US" spc="-10" dirty="0">
                <a:cs typeface="Times New Roman" panose="02020603050405020304" pitchFamily="18" charset="0"/>
              </a:rPr>
              <a:t>independent </a:t>
            </a:r>
            <a:r>
              <a:rPr lang="en-US" b="1" spc="-10" dirty="0">
                <a:solidFill>
                  <a:srgbClr val="FF0000"/>
                </a:solidFill>
                <a:cs typeface="Times New Roman" panose="02020603050405020304" pitchFamily="18" charset="0"/>
              </a:rPr>
              <a:t>(Ans. No)</a:t>
            </a:r>
            <a:endParaRPr lang="en-US" b="1" dirty="0">
              <a:solidFill>
                <a:srgbClr val="FF0000"/>
              </a:solidFill>
              <a:cs typeface="Times New Roman" panose="02020603050405020304" pitchFamily="18" charset="0"/>
            </a:endParaRPr>
          </a:p>
        </p:txBody>
      </p:sp>
      <p:sp>
        <p:nvSpPr>
          <p:cNvPr id="2" name="Title 1"/>
          <p:cNvSpPr>
            <a:spLocks noGrp="1"/>
          </p:cNvSpPr>
          <p:nvPr>
            <p:ph type="title"/>
          </p:nvPr>
        </p:nvSpPr>
        <p:spPr>
          <a:xfrm>
            <a:off x="0" y="160569"/>
            <a:ext cx="7620000" cy="764364"/>
          </a:xfrm>
        </p:spPr>
        <p:txBody>
          <a:bodyPr/>
          <a:lstStyle/>
          <a:p>
            <a:pPr algn="l"/>
            <a:r>
              <a:rPr lang="en-US" dirty="0"/>
              <a:t>Practice Problems</a:t>
            </a:r>
            <a:endParaRPr lang="en-IN"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160569"/>
            <a:ext cx="7620000" cy="764364"/>
          </a:xfrm>
        </p:spPr>
        <p:txBody>
          <a:bodyPr/>
          <a:lstStyle/>
          <a:p>
            <a:pPr algn="l"/>
            <a:r>
              <a:rPr lang="en-US" dirty="0"/>
              <a:t>Practice Problems</a:t>
            </a:r>
            <a:endParaRPr lang="en-IN" dirty="0"/>
          </a:p>
        </p:txBody>
      </p:sp>
      <p:sp>
        <p:nvSpPr>
          <p:cNvPr id="6" name="Content Placeholder 1">
            <a:extLst>
              <a:ext uri="{FF2B5EF4-FFF2-40B4-BE49-F238E27FC236}">
                <a16:creationId xmlns:a16="http://schemas.microsoft.com/office/drawing/2014/main" id="{6207B1CE-E919-48EA-A6AB-5BAAEE87349D}"/>
              </a:ext>
            </a:extLst>
          </p:cNvPr>
          <p:cNvSpPr>
            <a:spLocks noGrp="1"/>
          </p:cNvSpPr>
          <p:nvPr>
            <p:ph type="body" sz="quarter" idx="13"/>
          </p:nvPr>
        </p:nvSpPr>
        <p:spPr>
          <a:xfrm>
            <a:off x="642938" y="1600200"/>
            <a:ext cx="7620000" cy="4562475"/>
          </a:xfrm>
        </p:spPr>
        <p:txBody>
          <a:bodyPr rtlCol="0">
            <a:normAutofit lnSpcReduction="10000"/>
          </a:bodyPr>
          <a:lstStyle/>
          <a:p>
            <a:pPr marL="0" indent="0">
              <a:spcBef>
                <a:spcPts val="680"/>
              </a:spcBef>
              <a:buNone/>
              <a:defRPr/>
            </a:pPr>
            <a:r>
              <a:rPr lang="en-US" sz="2000" dirty="0">
                <a:highlight>
                  <a:srgbClr val="FFFF00"/>
                </a:highlight>
                <a:latin typeface="+mn-lt"/>
                <a:cs typeface="Times New Roman" panose="02020603050405020304" pitchFamily="18" charset="0"/>
              </a:rPr>
              <a:t>Example: 5</a:t>
            </a:r>
          </a:p>
          <a:p>
            <a:pPr marL="0" indent="0" algn="just">
              <a:lnSpc>
                <a:spcPct val="150000"/>
              </a:lnSpc>
              <a:spcBef>
                <a:spcPts val="680"/>
              </a:spcBef>
              <a:buNone/>
              <a:defRPr/>
            </a:pPr>
            <a:r>
              <a:rPr lang="en-US" sz="2000" dirty="0">
                <a:solidFill>
                  <a:srgbClr val="000000"/>
                </a:solidFill>
                <a:latin typeface="+mn-lt"/>
                <a:ea typeface="Tahoma" panose="020B0604030504040204" pitchFamily="34" charset="0"/>
                <a:cs typeface="Tahoma" panose="020B0604030504040204" pitchFamily="34" charset="0"/>
              </a:rPr>
              <a:t>Three companies produce the same tool and supply it to the market. Company A produces 30% of the tools for the market and the remaining 70% of the tools are produced in companies B and C. 98% of the tools produced in company A, 95% of the tools produced in company B and 97% of the tools produced in company C are not defective. What percent of tools should be produced by companies B and C so that a tool picked at random in the market will have a probability of being non defective equal to 96%?</a:t>
            </a:r>
          </a:p>
          <a:p>
            <a:pPr marL="12700" algn="just">
              <a:lnSpc>
                <a:spcPct val="150000"/>
              </a:lnSpc>
              <a:spcBef>
                <a:spcPts val="680"/>
              </a:spcBef>
              <a:defRPr/>
            </a:pPr>
            <a:r>
              <a:rPr lang="en-US" sz="2000" b="1" dirty="0">
                <a:solidFill>
                  <a:srgbClr val="FF0000"/>
                </a:solidFill>
                <a:highlight>
                  <a:srgbClr val="FFFF00"/>
                </a:highlight>
                <a:latin typeface="+mn-lt"/>
                <a:ea typeface="Tahoma" panose="020B0604030504040204" pitchFamily="34" charset="0"/>
                <a:cs typeface="Tahoma" panose="020B0604030504040204" pitchFamily="34" charset="0"/>
              </a:rPr>
              <a:t>Ans: 0.164</a:t>
            </a:r>
          </a:p>
          <a:p>
            <a:pPr>
              <a:defRPr/>
            </a:pPr>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2619" y="160569"/>
            <a:ext cx="7537381" cy="764364"/>
          </a:xfrm>
        </p:spPr>
        <p:txBody>
          <a:bodyPr/>
          <a:lstStyle/>
          <a:p>
            <a:pPr algn="l"/>
            <a:r>
              <a:rPr lang="en-US" dirty="0"/>
              <a:t>Practice Problems</a:t>
            </a:r>
            <a:endParaRPr lang="en-IN" dirty="0"/>
          </a:p>
        </p:txBody>
      </p:sp>
      <p:sp>
        <p:nvSpPr>
          <p:cNvPr id="2" name="Content Placeholder 1"/>
          <p:cNvSpPr>
            <a:spLocks noGrp="1"/>
          </p:cNvSpPr>
          <p:nvPr>
            <p:ph idx="4294967295"/>
          </p:nvPr>
        </p:nvSpPr>
        <p:spPr>
          <a:xfrm>
            <a:off x="534837" y="1187083"/>
            <a:ext cx="7777381" cy="4918075"/>
          </a:xfrm>
        </p:spPr>
        <p:txBody>
          <a:bodyPr>
            <a:normAutofit/>
          </a:bodyPr>
          <a:lstStyle/>
          <a:p>
            <a:pPr marL="0" indent="0">
              <a:buNone/>
              <a:defRPr/>
            </a:pPr>
            <a:r>
              <a:rPr lang="en-US" sz="2000" dirty="0">
                <a:highlight>
                  <a:srgbClr val="FFFF00"/>
                </a:highlight>
                <a:cs typeface="Times New Roman" panose="02020603050405020304" pitchFamily="18" charset="0"/>
              </a:rPr>
              <a:t>Example: 6</a:t>
            </a:r>
            <a:endParaRPr lang="en-US" sz="2000" dirty="0"/>
          </a:p>
          <a:p>
            <a:pPr marL="0" indent="0">
              <a:buNone/>
              <a:defRPr/>
            </a:pPr>
            <a:r>
              <a:rPr lang="en-US" sz="2000" dirty="0">
                <a:solidFill>
                  <a:srgbClr val="231F20"/>
                </a:solidFill>
              </a:rPr>
              <a:t>A sample of 500 respondents was selected in a large metropolitan area to study consumer behavior, with the following results:</a:t>
            </a:r>
          </a:p>
          <a:p>
            <a:pPr>
              <a:defRPr/>
            </a:pPr>
            <a:endParaRPr lang="en-US" sz="2000" dirty="0">
              <a:solidFill>
                <a:srgbClr val="231F20"/>
              </a:solidFill>
            </a:endParaRPr>
          </a:p>
          <a:p>
            <a:pPr>
              <a:defRPr/>
            </a:pPr>
            <a:endParaRPr lang="en-US" sz="2000" dirty="0">
              <a:solidFill>
                <a:srgbClr val="231F20"/>
              </a:solidFill>
            </a:endParaRPr>
          </a:p>
          <a:p>
            <a:pPr>
              <a:defRPr/>
            </a:pPr>
            <a:endParaRPr lang="en-US" sz="2000" dirty="0">
              <a:solidFill>
                <a:srgbClr val="231F20"/>
              </a:solidFill>
            </a:endParaRPr>
          </a:p>
          <a:p>
            <a:pPr>
              <a:defRPr/>
            </a:pPr>
            <a:endParaRPr lang="en-US" sz="2000" dirty="0">
              <a:solidFill>
                <a:srgbClr val="231F20"/>
              </a:solidFill>
            </a:endParaRPr>
          </a:p>
          <a:p>
            <a:pPr>
              <a:defRPr/>
            </a:pPr>
            <a:endParaRPr lang="en-US" sz="2000" dirty="0">
              <a:solidFill>
                <a:srgbClr val="231F20"/>
              </a:solidFill>
            </a:endParaRPr>
          </a:p>
          <a:p>
            <a:pPr>
              <a:defRPr/>
            </a:pPr>
            <a:endParaRPr lang="en-US" sz="2000" dirty="0">
              <a:solidFill>
                <a:srgbClr val="231F20"/>
              </a:solidFill>
            </a:endParaRPr>
          </a:p>
          <a:p>
            <a:pPr marL="0" indent="0">
              <a:buNone/>
              <a:defRPr/>
            </a:pPr>
            <a:r>
              <a:rPr lang="en-US" sz="2000" b="1" dirty="0">
                <a:solidFill>
                  <a:srgbClr val="231F20"/>
                </a:solidFill>
              </a:rPr>
              <a:t>a. </a:t>
            </a:r>
            <a:r>
              <a:rPr lang="en-US" sz="2000" dirty="0">
                <a:solidFill>
                  <a:srgbClr val="231F20"/>
                </a:solidFill>
              </a:rPr>
              <a:t>Suppose the respondent chosen is a female. What is the probability that she does not enjoy shopping for clothing? </a:t>
            </a:r>
            <a:r>
              <a:rPr lang="en-US" sz="2000" dirty="0">
                <a:solidFill>
                  <a:srgbClr val="FF0000"/>
                </a:solidFill>
              </a:rPr>
              <a:t>(Ans: 0.1384)</a:t>
            </a:r>
          </a:p>
          <a:p>
            <a:pPr marL="0" indent="0">
              <a:buNone/>
              <a:defRPr/>
            </a:pPr>
            <a:r>
              <a:rPr lang="en-US" sz="2000" b="1" dirty="0">
                <a:solidFill>
                  <a:srgbClr val="231F20"/>
                </a:solidFill>
              </a:rPr>
              <a:t>b. </a:t>
            </a:r>
            <a:r>
              <a:rPr lang="en-US" sz="2000" dirty="0">
                <a:solidFill>
                  <a:srgbClr val="231F20"/>
                </a:solidFill>
              </a:rPr>
              <a:t>Suppose the respondent chosen enjoys shopping for clothing. What is the probability that the individual is a male</a:t>
            </a:r>
            <a:r>
              <a:rPr lang="en-US" sz="2000" dirty="0">
                <a:solidFill>
                  <a:srgbClr val="FF0000"/>
                </a:solidFill>
              </a:rPr>
              <a:t>?(Ans: 0.56)</a:t>
            </a:r>
          </a:p>
          <a:p>
            <a:pPr>
              <a:defRPr/>
            </a:pPr>
            <a:endParaRPr lang="en-US" sz="2000" dirty="0"/>
          </a:p>
        </p:txBody>
      </p:sp>
      <p:pic>
        <p:nvPicPr>
          <p:cNvPr id="6656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0588" y="2486923"/>
            <a:ext cx="5111750" cy="162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45774" y="160569"/>
            <a:ext cx="7474226" cy="764364"/>
          </a:xfrm>
        </p:spPr>
        <p:txBody>
          <a:bodyPr/>
          <a:lstStyle/>
          <a:p>
            <a:pPr algn="l"/>
            <a:r>
              <a:rPr lang="en-US" dirty="0"/>
              <a:t>Practice Problems</a:t>
            </a:r>
            <a:endParaRPr lang="en-IN" dirty="0"/>
          </a:p>
        </p:txBody>
      </p:sp>
      <p:sp>
        <p:nvSpPr>
          <p:cNvPr id="6" name="Content Placeholder 1">
            <a:extLst>
              <a:ext uri="{FF2B5EF4-FFF2-40B4-BE49-F238E27FC236}">
                <a16:creationId xmlns:a16="http://schemas.microsoft.com/office/drawing/2014/main" id="{69C9C3A6-3FB6-48B2-84D8-AA77E19E9C5A}"/>
              </a:ext>
            </a:extLst>
          </p:cNvPr>
          <p:cNvSpPr>
            <a:spLocks noGrp="1"/>
          </p:cNvSpPr>
          <p:nvPr>
            <p:ph type="body" sz="quarter" idx="13"/>
          </p:nvPr>
        </p:nvSpPr>
        <p:spPr>
          <a:xfrm>
            <a:off x="338137" y="1161255"/>
            <a:ext cx="7931219" cy="5199787"/>
          </a:xfrm>
        </p:spPr>
        <p:txBody>
          <a:bodyPr>
            <a:noAutofit/>
          </a:bodyPr>
          <a:lstStyle/>
          <a:p>
            <a:pPr marL="0" indent="0" algn="just">
              <a:buNone/>
              <a:defRPr/>
            </a:pPr>
            <a:r>
              <a:rPr lang="en-US" sz="2000" dirty="0">
                <a:highlight>
                  <a:srgbClr val="FFFF00"/>
                </a:highlight>
                <a:latin typeface="+mn-lt"/>
                <a:cs typeface="Times New Roman" panose="02020603050405020304" pitchFamily="18" charset="0"/>
              </a:rPr>
              <a:t>Example: 7</a:t>
            </a:r>
          </a:p>
          <a:p>
            <a:pPr marL="0" indent="0" algn="just">
              <a:buNone/>
              <a:defRPr/>
            </a:pPr>
            <a:r>
              <a:rPr lang="en-US" sz="2000" dirty="0">
                <a:solidFill>
                  <a:srgbClr val="231F20"/>
                </a:solidFill>
                <a:latin typeface="+mn-lt"/>
              </a:rPr>
              <a:t>A standard deck of cards is being used to play a game. There are four suits (hearts, diamonds, clubs, and spades), each having 13 faces (ace, 2, 3, 4, 5, 6, 7, 8, 9, 10, jack, queen, and king), making a total of 52 cards. This complete deck is thoroughly mixed, and you will receive the first 2 cards from the deck without replacement.</a:t>
            </a:r>
          </a:p>
          <a:p>
            <a:pPr marL="0" indent="0" algn="just">
              <a:buNone/>
              <a:defRPr/>
            </a:pPr>
            <a:r>
              <a:rPr lang="en-US" sz="2000" b="1" dirty="0">
                <a:solidFill>
                  <a:srgbClr val="231F20"/>
                </a:solidFill>
                <a:latin typeface="+mn-lt"/>
              </a:rPr>
              <a:t>a. </a:t>
            </a:r>
            <a:r>
              <a:rPr lang="en-US" sz="2000" dirty="0">
                <a:solidFill>
                  <a:srgbClr val="231F20"/>
                </a:solidFill>
                <a:latin typeface="+mn-lt"/>
              </a:rPr>
              <a:t>What is the probability that both cards are queens</a:t>
            </a:r>
            <a:r>
              <a:rPr lang="en-US" sz="2000" dirty="0">
                <a:solidFill>
                  <a:srgbClr val="FF0000"/>
                </a:solidFill>
                <a:latin typeface="+mn-lt"/>
              </a:rPr>
              <a:t>? (Ans: 0.0045)</a:t>
            </a:r>
          </a:p>
          <a:p>
            <a:pPr marL="0" indent="0" algn="just">
              <a:buNone/>
              <a:defRPr/>
            </a:pPr>
            <a:r>
              <a:rPr lang="en-US" sz="2000" b="1" dirty="0">
                <a:solidFill>
                  <a:srgbClr val="231F20"/>
                </a:solidFill>
                <a:latin typeface="+mn-lt"/>
              </a:rPr>
              <a:t>b. </a:t>
            </a:r>
            <a:r>
              <a:rPr lang="en-US" sz="2000" dirty="0">
                <a:solidFill>
                  <a:srgbClr val="231F20"/>
                </a:solidFill>
                <a:latin typeface="+mn-lt"/>
              </a:rPr>
              <a:t>What is the probability that the first card is a 10 and the second card is a 5 or 6? </a:t>
            </a:r>
            <a:r>
              <a:rPr lang="en-US" sz="2000" dirty="0">
                <a:solidFill>
                  <a:srgbClr val="FF0000"/>
                </a:solidFill>
                <a:latin typeface="+mn-lt"/>
              </a:rPr>
              <a:t>(Ans: 0.012)</a:t>
            </a:r>
          </a:p>
          <a:p>
            <a:pPr marL="0" indent="0" algn="just">
              <a:buNone/>
              <a:defRPr/>
            </a:pPr>
            <a:r>
              <a:rPr lang="en-US" sz="2000" b="1" dirty="0">
                <a:solidFill>
                  <a:srgbClr val="231F20"/>
                </a:solidFill>
                <a:latin typeface="+mn-lt"/>
              </a:rPr>
              <a:t>c. </a:t>
            </a:r>
            <a:r>
              <a:rPr lang="en-US" sz="2000" dirty="0">
                <a:solidFill>
                  <a:srgbClr val="231F20"/>
                </a:solidFill>
                <a:latin typeface="+mn-lt"/>
              </a:rPr>
              <a:t>If you were sampling with replacement, what would be the answer in (a)? </a:t>
            </a:r>
            <a:r>
              <a:rPr lang="en-US" sz="2000" dirty="0">
                <a:solidFill>
                  <a:srgbClr val="FF0000"/>
                </a:solidFill>
                <a:latin typeface="+mn-lt"/>
              </a:rPr>
              <a:t>(Ans: 0.0059)</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p:txBody>
          <a:bodyPr>
            <a:normAutofit/>
          </a:bodyPr>
          <a:lstStyle/>
          <a:p>
            <a:r>
              <a:rPr lang="en-US" sz="5400" dirty="0">
                <a:solidFill>
                  <a:schemeClr val="tx1"/>
                </a:solidFill>
                <a:latin typeface="+mn-lt"/>
              </a:rPr>
              <a:t>Thanks </a:t>
            </a:r>
            <a:endParaRPr lang="en-IN" sz="5400" dirty="0">
              <a:solidFill>
                <a:schemeClr val="tx1"/>
              </a:solidFill>
              <a:latin typeface="+mn-lt"/>
            </a:endParaRPr>
          </a:p>
        </p:txBody>
      </p:sp>
    </p:spTree>
  </p:cSld>
  <p:clrMapOvr>
    <a:masterClrMapping/>
  </p:clrMapOvr>
</p:sld>
</file>

<file path=ppt/theme/theme1.xml><?xml version="1.0" encoding="utf-8"?>
<a:theme xmlns:a="http://schemas.openxmlformats.org/drawingml/2006/main" name="ISM_Session_3">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NotebookType xmlns="15d03a25-cda5-4943-9684-7d18d97bb3bc" xsi:nil="true"/>
    <LMS_Mappings xmlns="15d03a25-cda5-4943-9684-7d18d97bb3bc" xsi:nil="true"/>
    <Owner xmlns="15d03a25-cda5-4943-9684-7d18d97bb3bc">
      <UserInfo>
        <DisplayName/>
        <AccountId xsi:nil="true"/>
        <AccountType/>
      </UserInfo>
    </Owner>
    <FolderType xmlns="15d03a25-cda5-4943-9684-7d18d97bb3bc" xsi:nil="true"/>
    <CultureName xmlns="15d03a25-cda5-4943-9684-7d18d97bb3bc" xsi:nil="true"/>
    <Distribution_Groups xmlns="15d03a25-cda5-4943-9684-7d18d97bb3bc" xsi:nil="true"/>
    <Templates xmlns="15d03a25-cda5-4943-9684-7d18d97bb3bc" xsi:nil="true"/>
    <Invited_Students xmlns="15d03a25-cda5-4943-9684-7d18d97bb3bc" xsi:nil="true"/>
    <IsNotebookLocked xmlns="15d03a25-cda5-4943-9684-7d18d97bb3bc" xsi:nil="true"/>
    <Teachers xmlns="15d03a25-cda5-4943-9684-7d18d97bb3bc">
      <UserInfo>
        <DisplayName/>
        <AccountId xsi:nil="true"/>
        <AccountType/>
      </UserInfo>
    </Teachers>
    <Students xmlns="15d03a25-cda5-4943-9684-7d18d97bb3bc">
      <UserInfo>
        <DisplayName/>
        <AccountId xsi:nil="true"/>
        <AccountType/>
      </UserInfo>
    </Students>
    <Student_Groups xmlns="15d03a25-cda5-4943-9684-7d18d97bb3bc">
      <UserInfo>
        <DisplayName/>
        <AccountId xsi:nil="true"/>
        <AccountType/>
      </UserInfo>
    </Student_Groups>
    <Math_Settings xmlns="15d03a25-cda5-4943-9684-7d18d97bb3bc" xsi:nil="true"/>
    <Teams_Channel_Section_Location xmlns="15d03a25-cda5-4943-9684-7d18d97bb3bc" xsi:nil="true"/>
    <AppVersion xmlns="15d03a25-cda5-4943-9684-7d18d97bb3bc" xsi:nil="true"/>
    <TeamsChannelId xmlns="15d03a25-cda5-4943-9684-7d18d97bb3bc" xsi:nil="true"/>
    <Self_Registration_Enabled xmlns="15d03a25-cda5-4943-9684-7d18d97bb3bc" xsi:nil="true"/>
    <Has_Teacher_Only_SectionGroup xmlns="15d03a25-cda5-4943-9684-7d18d97bb3bc" xsi:nil="true"/>
    <DefaultSectionNames xmlns="15d03a25-cda5-4943-9684-7d18d97bb3bc" xsi:nil="true"/>
    <Is_Collaboration_Space_Locked xmlns="15d03a25-cda5-4943-9684-7d18d97bb3bc" xsi:nil="true"/>
    <Invited_Teachers xmlns="15d03a25-cda5-4943-9684-7d18d97bb3bc" xsi:nil="true"/>
    <lcf76f155ced4ddcb4097134ff3c332f xmlns="15d03a25-cda5-4943-9684-7d18d97bb3bc">
      <Terms xmlns="http://schemas.microsoft.com/office/infopath/2007/PartnerControls"/>
    </lcf76f155ced4ddcb4097134ff3c332f>
    <TaxCatchAll xmlns="1abdae7a-7178-4d1e-9626-01799792f2da"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5A758FEF1429047AE09681CC0F7D167" ma:contentTypeVersion="32" ma:contentTypeDescription="Create a new document." ma:contentTypeScope="" ma:versionID="9551dfe7ae6685899f3a6bf4cd9dc226">
  <xsd:schema xmlns:xsd="http://www.w3.org/2001/XMLSchema" xmlns:xs="http://www.w3.org/2001/XMLSchema" xmlns:p="http://schemas.microsoft.com/office/2006/metadata/properties" xmlns:ns2="15d03a25-cda5-4943-9684-7d18d97bb3bc" xmlns:ns3="1abdae7a-7178-4d1e-9626-01799792f2da" targetNamespace="http://schemas.microsoft.com/office/2006/metadata/properties" ma:root="true" ma:fieldsID="71fbf1ccf07ddaff14b871bd721e86b3" ns2:_="" ns3:_="">
    <xsd:import namespace="15d03a25-cda5-4943-9684-7d18d97bb3bc"/>
    <xsd:import namespace="1abdae7a-7178-4d1e-9626-01799792f2da"/>
    <xsd:element name="properties">
      <xsd:complexType>
        <xsd:sequence>
          <xsd:element name="documentManagement">
            <xsd:complexType>
              <xsd:all>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d03a25-cda5-4943-9684-7d18d97bb3bc" elementFormDefault="qualified">
    <xsd:import namespace="http://schemas.microsoft.com/office/2006/documentManagement/types"/>
    <xsd:import namespace="http://schemas.microsoft.com/office/infopath/2007/PartnerControls"/>
    <xsd:element name="NotebookType" ma:index="8" nillable="true" ma:displayName="Notebook Type" ma:internalName="NotebookType">
      <xsd:simpleType>
        <xsd:restriction base="dms:Text"/>
      </xsd:simpleType>
    </xsd:element>
    <xsd:element name="FolderType" ma:index="9" nillable="true" ma:displayName="Folder Type" ma:internalName="FolderType">
      <xsd:simpleType>
        <xsd:restriction base="dms:Text"/>
      </xsd:simpleType>
    </xsd:element>
    <xsd:element name="CultureName" ma:index="10" nillable="true" ma:displayName="Culture Name" ma:internalName="CultureName">
      <xsd:simpleType>
        <xsd:restriction base="dms:Text"/>
      </xsd:simpleType>
    </xsd:element>
    <xsd:element name="AppVersion" ma:index="11" nillable="true" ma:displayName="App Version" ma:internalName="AppVersion">
      <xsd:simpleType>
        <xsd:restriction base="dms:Text"/>
      </xsd:simpleType>
    </xsd:element>
    <xsd:element name="TeamsChannelId" ma:index="12" nillable="true" ma:displayName="Teams Channel Id" ma:internalName="TeamsChannelId">
      <xsd:simpleType>
        <xsd:restriction base="dms:Text"/>
      </xsd:simpleType>
    </xsd:element>
    <xsd:element name="Owner" ma:index="13"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4" nillable="true" ma:displayName="Math Settings" ma:internalName="Math_Settings">
      <xsd:simpleType>
        <xsd:restriction base="dms:Text"/>
      </xsd:simpleType>
    </xsd:element>
    <xsd:element name="DefaultSectionNames" ma:index="15" nillable="true" ma:displayName="Default Section Names" ma:internalName="DefaultSectionNames">
      <xsd:simpleType>
        <xsd:restriction base="dms:Note">
          <xsd:maxLength value="255"/>
        </xsd:restriction>
      </xsd:simpleType>
    </xsd:element>
    <xsd:element name="Templates" ma:index="16" nillable="true" ma:displayName="Templates" ma:internalName="Templates">
      <xsd:simpleType>
        <xsd:restriction base="dms:Note">
          <xsd:maxLength value="255"/>
        </xsd:restriction>
      </xsd:simpleType>
    </xsd:element>
    <xsd:element name="Teachers" ma:index="17"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18"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19"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0" nillable="true" ma:displayName="Distribution Groups" ma:internalName="Distribution_Groups">
      <xsd:simpleType>
        <xsd:restriction base="dms:Note">
          <xsd:maxLength value="255"/>
        </xsd:restriction>
      </xsd:simpleType>
    </xsd:element>
    <xsd:element name="LMS_Mappings" ma:index="21" nillable="true" ma:displayName="LMS Mappings" ma:internalName="LMS_Mappings">
      <xsd:simpleType>
        <xsd:restriction base="dms:Note">
          <xsd:maxLength value="255"/>
        </xsd:restriction>
      </xsd:simpleType>
    </xsd:element>
    <xsd:element name="Invited_Teachers" ma:index="22" nillable="true" ma:displayName="Invited Teachers" ma:internalName="Invited_Teachers">
      <xsd:simpleType>
        <xsd:restriction base="dms:Note">
          <xsd:maxLength value="255"/>
        </xsd:restriction>
      </xsd:simpleType>
    </xsd:element>
    <xsd:element name="Invited_Students" ma:index="23" nillable="true" ma:displayName="Invited Students" ma:internalName="Invited_Students">
      <xsd:simpleType>
        <xsd:restriction base="dms:Note">
          <xsd:maxLength value="255"/>
        </xsd:restriction>
      </xsd:simpleType>
    </xsd:element>
    <xsd:element name="Self_Registration_Enabled" ma:index="24" nillable="true" ma:displayName="Self Registration Enabled" ma:internalName="Self_Registration_Enabled">
      <xsd:simpleType>
        <xsd:restriction base="dms:Boolean"/>
      </xsd:simpleType>
    </xsd:element>
    <xsd:element name="Has_Teacher_Only_SectionGroup" ma:index="25" nillable="true" ma:displayName="Has Teacher Only SectionGroup" ma:internalName="Has_Teacher_Only_SectionGroup">
      <xsd:simpleType>
        <xsd:restriction base="dms:Boolean"/>
      </xsd:simpleType>
    </xsd:element>
    <xsd:element name="Is_Collaboration_Space_Locked" ma:index="26" nillable="true" ma:displayName="Is Collaboration Space Locked" ma:internalName="Is_Collaboration_Space_Locked">
      <xsd:simpleType>
        <xsd:restriction base="dms:Boolean"/>
      </xsd:simpleType>
    </xsd:element>
    <xsd:element name="IsNotebookLocked" ma:index="27" nillable="true" ma:displayName="Is Notebook Locked" ma:internalName="IsNotebookLocked">
      <xsd:simpleType>
        <xsd:restriction base="dms:Boolean"/>
      </xsd:simpleType>
    </xsd:element>
    <xsd:element name="Teams_Channel_Section_Location" ma:index="28" nillable="true" ma:displayName="Teams Channel Section Location" ma:internalName="Teams_Channel_Section_Location">
      <xsd:simpleType>
        <xsd:restriction base="dms:Text"/>
      </xsd:simpleType>
    </xsd:element>
    <xsd:element name="MediaServiceMetadata" ma:index="29" nillable="true" ma:displayName="MediaServiceMetadata" ma:hidden="true" ma:internalName="MediaServiceMetadata" ma:readOnly="true">
      <xsd:simpleType>
        <xsd:restriction base="dms:Note"/>
      </xsd:simpleType>
    </xsd:element>
    <xsd:element name="MediaServiceFastMetadata" ma:index="30" nillable="true" ma:displayName="MediaServiceFastMetadata" ma:hidden="true" ma:internalName="MediaServiceFastMetadata" ma:readOnly="true">
      <xsd:simpleType>
        <xsd:restriction base="dms:Note"/>
      </xsd:simpleType>
    </xsd:element>
    <xsd:element name="MediaServiceSearchProperties" ma:index="31" nillable="true" ma:displayName="MediaServiceSearchProperties" ma:hidden="true" ma:internalName="MediaServiceSearchProperties" ma:readOnly="true">
      <xsd:simpleType>
        <xsd:restriction base="dms:Note"/>
      </xsd:simpleType>
    </xsd:element>
    <xsd:element name="MediaServiceDateTaken" ma:index="32" nillable="true" ma:displayName="MediaServiceDateTaken" ma:hidden="true" ma:indexed="true" ma:internalName="MediaServiceDateTaken" ma:readOnly="true">
      <xsd:simpleType>
        <xsd:restriction base="dms:Text"/>
      </xsd:simpleType>
    </xsd:element>
    <xsd:element name="MediaServiceGenerationTime" ma:index="33" nillable="true" ma:displayName="MediaServiceGenerationTime" ma:hidden="true" ma:internalName="MediaServiceGenerationTime" ma:readOnly="true">
      <xsd:simpleType>
        <xsd:restriction base="dms:Text"/>
      </xsd:simpleType>
    </xsd:element>
    <xsd:element name="MediaServiceEventHashCode" ma:index="34" nillable="true" ma:displayName="MediaServiceEventHashCode" ma:hidden="true" ma:internalName="MediaServiceEventHashCode" ma:readOnly="true">
      <xsd:simpleType>
        <xsd:restriction base="dms:Text"/>
      </xsd:simpleType>
    </xsd:element>
    <xsd:element name="MediaLengthInSeconds" ma:index="35" nillable="true" ma:displayName="MediaLengthInSeconds" ma:hidden="true" ma:internalName="MediaLengthInSeconds" ma:readOnly="true">
      <xsd:simpleType>
        <xsd:restriction base="dms:Unknown"/>
      </xsd:simpleType>
    </xsd:element>
    <xsd:element name="lcf76f155ced4ddcb4097134ff3c332f" ma:index="37" nillable="true" ma:taxonomy="true" ma:internalName="lcf76f155ced4ddcb4097134ff3c332f" ma:taxonomyFieldName="MediaServiceImageTags" ma:displayName="Image Tags" ma:readOnly="false" ma:fieldId="{5cf76f15-5ced-4ddc-b409-7134ff3c332f}" ma:taxonomyMulti="true" ma:sspId="eb8cb680-6a83-4177-80f4-b15e2230c4d8" ma:termSetId="09814cd3-568e-fe90-9814-8d621ff8fb84" ma:anchorId="fba54fb3-c3e1-fe81-a776-ca4b69148c4d" ma:open="true" ma:isKeyword="false">
      <xsd:complexType>
        <xsd:sequence>
          <xsd:element ref="pc:Terms" minOccurs="0" maxOccurs="1"/>
        </xsd:sequence>
      </xsd:complexType>
    </xsd:element>
    <xsd:element name="MediaServiceOCR" ma:index="3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abdae7a-7178-4d1e-9626-01799792f2da" elementFormDefault="qualified">
    <xsd:import namespace="http://schemas.microsoft.com/office/2006/documentManagement/types"/>
    <xsd:import namespace="http://schemas.microsoft.com/office/infopath/2007/PartnerControls"/>
    <xsd:element name="TaxCatchAll" ma:index="38" nillable="true" ma:displayName="Taxonomy Catch All Column" ma:hidden="true" ma:list="{a62e0b61-37fe-427a-8d40-754df8cab5f8}" ma:internalName="TaxCatchAll" ma:showField="CatchAllData" ma:web="1abdae7a-7178-4d1e-9626-01799792f2d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304E16C-9A6A-4EDC-A564-C3A9BCE85472}">
  <ds:schemaRefs>
    <ds:schemaRef ds:uri="http://schemas.microsoft.com/office/2006/metadata/properties"/>
    <ds:schemaRef ds:uri="http://purl.org/dc/dcmitype/"/>
    <ds:schemaRef ds:uri="http://www.w3.org/XML/1998/namespace"/>
    <ds:schemaRef ds:uri="http://schemas.openxmlformats.org/package/2006/metadata/core-properties"/>
    <ds:schemaRef ds:uri="a9dc28a7-d8e6-4f19-9468-c0fb7d17e397"/>
    <ds:schemaRef ds:uri="http://schemas.microsoft.com/office/2006/documentManagement/types"/>
    <ds:schemaRef ds:uri="http://purl.org/dc/elements/1.1/"/>
    <ds:schemaRef ds:uri="http://schemas.microsoft.com/office/infopath/2007/PartnerControls"/>
    <ds:schemaRef ds:uri="http://purl.org/dc/terms/"/>
  </ds:schemaRefs>
</ds:datastoreItem>
</file>

<file path=customXml/itemProps2.xml><?xml version="1.0" encoding="utf-8"?>
<ds:datastoreItem xmlns:ds="http://schemas.openxmlformats.org/officeDocument/2006/customXml" ds:itemID="{61E1DA1B-ED8D-4185-B8FE-9BC291DC5F65}"/>
</file>

<file path=customXml/itemProps3.xml><?xml version="1.0" encoding="utf-8"?>
<ds:datastoreItem xmlns:ds="http://schemas.openxmlformats.org/officeDocument/2006/customXml" ds:itemID="{0C25E25F-3220-4CDE-8AD3-58331190B5E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ISM_Session_3</Template>
  <TotalTime>4031</TotalTime>
  <Words>2525</Words>
  <Application>Microsoft Office PowerPoint</Application>
  <PresentationFormat>On-screen Show (4:3)</PresentationFormat>
  <Paragraphs>288</Paragraphs>
  <Slides>53</Slides>
  <Notes>1</Notes>
  <HiddenSlides>0</HiddenSlides>
  <MMClips>0</MMClips>
  <ScaleCrop>false</ScaleCrop>
  <HeadingPairs>
    <vt:vector size="8" baseType="variant">
      <vt:variant>
        <vt:lpstr>Fonts Used</vt:lpstr>
      </vt:variant>
      <vt:variant>
        <vt:i4>16</vt:i4>
      </vt:variant>
      <vt:variant>
        <vt:lpstr>Theme</vt:lpstr>
      </vt:variant>
      <vt:variant>
        <vt:i4>2</vt:i4>
      </vt:variant>
      <vt:variant>
        <vt:lpstr>Embedded OLE Servers</vt:lpstr>
      </vt:variant>
      <vt:variant>
        <vt:i4>1</vt:i4>
      </vt:variant>
      <vt:variant>
        <vt:lpstr>Slide Titles</vt:lpstr>
      </vt:variant>
      <vt:variant>
        <vt:i4>53</vt:i4>
      </vt:variant>
    </vt:vector>
  </HeadingPairs>
  <TitlesOfParts>
    <vt:vector size="72" baseType="lpstr">
      <vt:lpstr>Arial</vt:lpstr>
      <vt:lpstr>Arial MT</vt:lpstr>
      <vt:lpstr>Calibri</vt:lpstr>
      <vt:lpstr>Calibri Light</vt:lpstr>
      <vt:lpstr>Cambria</vt:lpstr>
      <vt:lpstr>Cambria Math</vt:lpstr>
      <vt:lpstr>Courier New</vt:lpstr>
      <vt:lpstr>Helvetica</vt:lpstr>
      <vt:lpstr>Helvetica Light</vt:lpstr>
      <vt:lpstr>Helvetica Neue</vt:lpstr>
      <vt:lpstr>inherit</vt:lpstr>
      <vt:lpstr>Lucida Sans Unicode</vt:lpstr>
      <vt:lpstr>Symbol</vt:lpstr>
      <vt:lpstr>Tahoma</vt:lpstr>
      <vt:lpstr>Times New Roman</vt:lpstr>
      <vt:lpstr>Wingdings</vt:lpstr>
      <vt:lpstr>ISM_Session_3</vt:lpstr>
      <vt:lpstr>2_Office Theme</vt:lpstr>
      <vt:lpstr>Equation</vt:lpstr>
      <vt:lpstr>Introduction  to Statistical Methods </vt:lpstr>
      <vt:lpstr>PowerPoint Presentation</vt:lpstr>
      <vt:lpstr>Contact Session 3 </vt:lpstr>
      <vt:lpstr> Agenda </vt:lpstr>
      <vt:lpstr> Conditional Probability </vt:lpstr>
      <vt:lpstr>Conditional Probability: Example</vt:lpstr>
      <vt:lpstr> Conditional Probability </vt:lpstr>
      <vt:lpstr>Conditional Probability</vt:lpstr>
      <vt:lpstr>Multiplication rule</vt:lpstr>
      <vt:lpstr>Example - 1</vt:lpstr>
      <vt:lpstr>PowerPoint Presentation</vt:lpstr>
      <vt:lpstr>Example - 2</vt:lpstr>
      <vt:lpstr>Solution</vt:lpstr>
      <vt:lpstr> Example: 3 </vt:lpstr>
      <vt:lpstr>Solution</vt:lpstr>
      <vt:lpstr> Solution: </vt:lpstr>
      <vt:lpstr>Independent Events</vt:lpstr>
      <vt:lpstr> Example - 4</vt:lpstr>
      <vt:lpstr>Solution</vt:lpstr>
      <vt:lpstr>Example- 5</vt:lpstr>
      <vt:lpstr>Solution</vt:lpstr>
      <vt:lpstr>Example- 6</vt:lpstr>
      <vt:lpstr>Solution</vt:lpstr>
      <vt:lpstr>Miscellaneous Examples</vt:lpstr>
      <vt:lpstr>Contd….</vt:lpstr>
      <vt:lpstr>Total Probability</vt:lpstr>
      <vt:lpstr>S= A1 U A2 U … U Ak</vt:lpstr>
      <vt:lpstr>Proof</vt:lpstr>
      <vt:lpstr>The theorem of total probability (Tree Diagram)</vt:lpstr>
      <vt:lpstr>Example-1</vt:lpstr>
      <vt:lpstr>Solution</vt:lpstr>
      <vt:lpstr>PowerPoint Presentation</vt:lpstr>
      <vt:lpstr>Example-2</vt:lpstr>
      <vt:lpstr>Solution</vt:lpstr>
      <vt:lpstr>Solution</vt:lpstr>
      <vt:lpstr>PowerPoint Presentation</vt:lpstr>
      <vt:lpstr>Example-3</vt:lpstr>
      <vt:lpstr>Solution</vt:lpstr>
      <vt:lpstr>Example-4</vt:lpstr>
      <vt:lpstr>Given:</vt:lpstr>
      <vt:lpstr>Solution</vt:lpstr>
      <vt:lpstr>Example-5</vt:lpstr>
      <vt:lpstr>Solution</vt:lpstr>
      <vt:lpstr>Solution</vt:lpstr>
      <vt:lpstr>Glossary</vt:lpstr>
      <vt:lpstr>Important Formulae</vt:lpstr>
      <vt:lpstr>Important Formulae</vt:lpstr>
      <vt:lpstr>Practice Problems</vt:lpstr>
      <vt:lpstr>Practice Problems</vt:lpstr>
      <vt:lpstr>Practice Problems</vt:lpstr>
      <vt:lpstr>Practice Problems</vt:lpstr>
      <vt:lpstr>Practice Problems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Linear Algebra and Optimization</dc:title>
  <dc:creator>ARK and Vamsidhar</dc:creator>
  <cp:lastModifiedBy>Srinath Naidu .</cp:lastModifiedBy>
  <cp:revision>271</cp:revision>
  <dcterms:created xsi:type="dcterms:W3CDTF">2022-04-16T13:09:39Z</dcterms:created>
  <dcterms:modified xsi:type="dcterms:W3CDTF">2026-05-10T07:48:34Z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0x01010035A758FEF1429047AE09681CC0F7D167</vt:lpwstr>
  </property>
</Properties>
</file>