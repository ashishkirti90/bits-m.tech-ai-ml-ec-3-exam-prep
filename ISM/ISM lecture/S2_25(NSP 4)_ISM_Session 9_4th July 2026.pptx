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5.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6.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7.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8.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9.xml" ContentType="application/vnd.openxmlformats-officedocument.theme+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10.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4"/>
    <p:sldMasterId id="2147483754" r:id="rId5"/>
    <p:sldMasterId id="2147483775" r:id="rId6"/>
    <p:sldMasterId id="2147484035" r:id="rId7"/>
    <p:sldMasterId id="2147484056" r:id="rId8"/>
    <p:sldMasterId id="2147484069" r:id="rId9"/>
    <p:sldMasterId id="2147484091" r:id="rId10"/>
    <p:sldMasterId id="2147484111" r:id="rId11"/>
    <p:sldMasterId id="2147484131" r:id="rId12"/>
    <p:sldMasterId id="2147484157" r:id="rId13"/>
    <p:sldMasterId id="2147484170" r:id="rId14"/>
  </p:sldMasterIdLst>
  <p:notesMasterIdLst>
    <p:notesMasterId r:id="rId87"/>
  </p:notesMasterIdLst>
  <p:sldIdLst>
    <p:sldId id="462" r:id="rId15"/>
    <p:sldId id="3012" r:id="rId16"/>
    <p:sldId id="3810" r:id="rId17"/>
    <p:sldId id="3014" r:id="rId18"/>
    <p:sldId id="3798" r:id="rId19"/>
    <p:sldId id="3811" r:id="rId20"/>
    <p:sldId id="3812" r:id="rId21"/>
    <p:sldId id="3813" r:id="rId22"/>
    <p:sldId id="3814" r:id="rId23"/>
    <p:sldId id="3815" r:id="rId24"/>
    <p:sldId id="3033" r:id="rId25"/>
    <p:sldId id="3035" r:id="rId26"/>
    <p:sldId id="3036" r:id="rId27"/>
    <p:sldId id="3037" r:id="rId28"/>
    <p:sldId id="3038" r:id="rId29"/>
    <p:sldId id="3031" r:id="rId30"/>
    <p:sldId id="3032" r:id="rId31"/>
    <p:sldId id="3034" r:id="rId32"/>
    <p:sldId id="3039" r:id="rId33"/>
    <p:sldId id="3040" r:id="rId34"/>
    <p:sldId id="3041" r:id="rId35"/>
    <p:sldId id="3042" r:id="rId36"/>
    <p:sldId id="3043" r:id="rId37"/>
    <p:sldId id="3044" r:id="rId38"/>
    <p:sldId id="3046" r:id="rId39"/>
    <p:sldId id="3047" r:id="rId40"/>
    <p:sldId id="3050" r:id="rId41"/>
    <p:sldId id="3051" r:id="rId42"/>
    <p:sldId id="3052" r:id="rId43"/>
    <p:sldId id="3053" r:id="rId44"/>
    <p:sldId id="3055" r:id="rId45"/>
    <p:sldId id="3056" r:id="rId46"/>
    <p:sldId id="3057" r:id="rId47"/>
    <p:sldId id="3060" r:id="rId48"/>
    <p:sldId id="3061" r:id="rId49"/>
    <p:sldId id="3062" r:id="rId50"/>
    <p:sldId id="3713" r:id="rId51"/>
    <p:sldId id="3714" r:id="rId52"/>
    <p:sldId id="3715" r:id="rId53"/>
    <p:sldId id="3716" r:id="rId54"/>
    <p:sldId id="3717" r:id="rId55"/>
    <p:sldId id="3718" r:id="rId56"/>
    <p:sldId id="3719" r:id="rId57"/>
    <p:sldId id="3720" r:id="rId58"/>
    <p:sldId id="3721" r:id="rId59"/>
    <p:sldId id="3724" r:id="rId60"/>
    <p:sldId id="3725" r:id="rId61"/>
    <p:sldId id="3726" r:id="rId62"/>
    <p:sldId id="3727" r:id="rId63"/>
    <p:sldId id="3728" r:id="rId64"/>
    <p:sldId id="3729" r:id="rId65"/>
    <p:sldId id="3730" r:id="rId66"/>
    <p:sldId id="3731" r:id="rId67"/>
    <p:sldId id="3732" r:id="rId68"/>
    <p:sldId id="3733" r:id="rId69"/>
    <p:sldId id="3734" r:id="rId70"/>
    <p:sldId id="3735" r:id="rId71"/>
    <p:sldId id="3736" r:id="rId72"/>
    <p:sldId id="3737" r:id="rId73"/>
    <p:sldId id="3738" r:id="rId74"/>
    <p:sldId id="3739" r:id="rId75"/>
    <p:sldId id="3740" r:id="rId76"/>
    <p:sldId id="3808" r:id="rId77"/>
    <p:sldId id="3741" r:id="rId78"/>
    <p:sldId id="3742" r:id="rId79"/>
    <p:sldId id="3743" r:id="rId80"/>
    <p:sldId id="3744" r:id="rId81"/>
    <p:sldId id="3745" r:id="rId82"/>
    <p:sldId id="3746" r:id="rId83"/>
    <p:sldId id="3747" r:id="rId84"/>
    <p:sldId id="3748" r:id="rId85"/>
    <p:sldId id="3135"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07B23CE-FC99-43E5-A033-5EDB79681AEB}">
          <p14:sldIdLst>
            <p14:sldId id="462"/>
            <p14:sldId id="3012"/>
            <p14:sldId id="3810"/>
            <p14:sldId id="3014"/>
            <p14:sldId id="3798"/>
            <p14:sldId id="3811"/>
            <p14:sldId id="3812"/>
            <p14:sldId id="3813"/>
            <p14:sldId id="3814"/>
            <p14:sldId id="3815"/>
            <p14:sldId id="3033"/>
            <p14:sldId id="3035"/>
            <p14:sldId id="3036"/>
            <p14:sldId id="3037"/>
            <p14:sldId id="3038"/>
            <p14:sldId id="3031"/>
            <p14:sldId id="3032"/>
            <p14:sldId id="3034"/>
            <p14:sldId id="3039"/>
            <p14:sldId id="3040"/>
            <p14:sldId id="3041"/>
            <p14:sldId id="3042"/>
            <p14:sldId id="3043"/>
            <p14:sldId id="3044"/>
            <p14:sldId id="3046"/>
            <p14:sldId id="3047"/>
            <p14:sldId id="3050"/>
            <p14:sldId id="3051"/>
            <p14:sldId id="3052"/>
            <p14:sldId id="3053"/>
            <p14:sldId id="3055"/>
            <p14:sldId id="3056"/>
            <p14:sldId id="3057"/>
            <p14:sldId id="3060"/>
            <p14:sldId id="3061"/>
            <p14:sldId id="3062"/>
            <p14:sldId id="3713"/>
            <p14:sldId id="3714"/>
            <p14:sldId id="3715"/>
            <p14:sldId id="3716"/>
            <p14:sldId id="3717"/>
            <p14:sldId id="3718"/>
            <p14:sldId id="3719"/>
            <p14:sldId id="3720"/>
            <p14:sldId id="3721"/>
            <p14:sldId id="3724"/>
            <p14:sldId id="3725"/>
            <p14:sldId id="3726"/>
            <p14:sldId id="3727"/>
            <p14:sldId id="3728"/>
            <p14:sldId id="3729"/>
            <p14:sldId id="3730"/>
            <p14:sldId id="3731"/>
            <p14:sldId id="3732"/>
            <p14:sldId id="3733"/>
            <p14:sldId id="3734"/>
            <p14:sldId id="3735"/>
            <p14:sldId id="3736"/>
            <p14:sldId id="3737"/>
            <p14:sldId id="3738"/>
            <p14:sldId id="3739"/>
            <p14:sldId id="3740"/>
            <p14:sldId id="3808"/>
            <p14:sldId id="3741"/>
            <p14:sldId id="3742"/>
            <p14:sldId id="3743"/>
            <p14:sldId id="3744"/>
            <p14:sldId id="3745"/>
            <p14:sldId id="3746"/>
            <p14:sldId id="3747"/>
            <p14:sldId id="3748"/>
          </p14:sldIdLst>
        </p14:section>
        <p14:section name="Default Section" id="{EBFA01FA-FCB9-480E-A90C-C364EF29C713}">
          <p14:sldIdLst/>
        </p14:section>
        <p14:section name="Default Section" id="{3F223649-5A1E-4E5C-9950-B4514F00FC3B}">
          <p14:sldIdLst>
            <p14:sldId id="3135"/>
          </p14:sldIdLst>
        </p14:section>
      </p14:sectionLst>
    </p:ex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F64"/>
    <a:srgbClr val="150860"/>
    <a:srgbClr val="1C1573"/>
    <a:srgbClr val="283E84"/>
    <a:srgbClr val="211D71"/>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8276" autoAdjust="0"/>
  </p:normalViewPr>
  <p:slideViewPr>
    <p:cSldViewPr>
      <p:cViewPr varScale="1">
        <p:scale>
          <a:sx n="61" d="100"/>
          <a:sy n="61" d="100"/>
        </p:scale>
        <p:origin x="496" y="60"/>
      </p:cViewPr>
      <p:guideLst>
        <p:guide orient="horz" pos="2208"/>
        <p:guide pos="3840"/>
      </p:guideLst>
    </p:cSldViewPr>
  </p:slideViewPr>
  <p:notesTextViewPr>
    <p:cViewPr>
      <p:scale>
        <a:sx n="100" d="100"/>
        <a:sy n="100" d="100"/>
      </p:scale>
      <p:origin x="0" y="0"/>
    </p:cViewPr>
  </p:notesTextViewPr>
  <p:sorterViewPr>
    <p:cViewPr varScale="1">
      <p:scale>
        <a:sx n="100" d="100"/>
        <a:sy n="100" d="100"/>
      </p:scale>
      <p:origin x="0" y="-69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2.xml"/><Relationship Id="rId21" Type="http://schemas.openxmlformats.org/officeDocument/2006/relationships/slide" Target="slides/slide7.xml"/><Relationship Id="rId42" Type="http://schemas.openxmlformats.org/officeDocument/2006/relationships/slide" Target="slides/slide28.xml"/><Relationship Id="rId47" Type="http://schemas.openxmlformats.org/officeDocument/2006/relationships/slide" Target="slides/slide33.xml"/><Relationship Id="rId63" Type="http://schemas.openxmlformats.org/officeDocument/2006/relationships/slide" Target="slides/slide49.xml"/><Relationship Id="rId68" Type="http://schemas.openxmlformats.org/officeDocument/2006/relationships/slide" Target="slides/slide54.xml"/><Relationship Id="rId84" Type="http://schemas.openxmlformats.org/officeDocument/2006/relationships/slide" Target="slides/slide70.xml"/><Relationship Id="rId89" Type="http://schemas.openxmlformats.org/officeDocument/2006/relationships/viewProps" Target="viewProps.xml"/><Relationship Id="rId16" Type="http://schemas.openxmlformats.org/officeDocument/2006/relationships/slide" Target="slides/slide2.xml"/><Relationship Id="rId11" Type="http://schemas.openxmlformats.org/officeDocument/2006/relationships/slideMaster" Target="slideMasters/slideMaster8.xml"/><Relationship Id="rId32" Type="http://schemas.openxmlformats.org/officeDocument/2006/relationships/slide" Target="slides/slide18.xml"/><Relationship Id="rId37" Type="http://schemas.openxmlformats.org/officeDocument/2006/relationships/slide" Target="slides/slide23.xml"/><Relationship Id="rId53" Type="http://schemas.openxmlformats.org/officeDocument/2006/relationships/slide" Target="slides/slide39.xml"/><Relationship Id="rId58" Type="http://schemas.openxmlformats.org/officeDocument/2006/relationships/slide" Target="slides/slide44.xml"/><Relationship Id="rId74" Type="http://schemas.openxmlformats.org/officeDocument/2006/relationships/slide" Target="slides/slide60.xml"/><Relationship Id="rId79" Type="http://schemas.openxmlformats.org/officeDocument/2006/relationships/slide" Target="slides/slide65.xml"/><Relationship Id="rId5" Type="http://schemas.openxmlformats.org/officeDocument/2006/relationships/slideMaster" Target="slideMasters/slideMaster2.xml"/><Relationship Id="rId90" Type="http://schemas.openxmlformats.org/officeDocument/2006/relationships/theme" Target="theme/theme1.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openxmlformats.org/officeDocument/2006/relationships/slide" Target="slides/slide42.xml"/><Relationship Id="rId64" Type="http://schemas.openxmlformats.org/officeDocument/2006/relationships/slide" Target="slides/slide50.xml"/><Relationship Id="rId69" Type="http://schemas.openxmlformats.org/officeDocument/2006/relationships/slide" Target="slides/slide55.xml"/><Relationship Id="rId77" Type="http://schemas.openxmlformats.org/officeDocument/2006/relationships/slide" Target="slides/slide63.xml"/><Relationship Id="rId8" Type="http://schemas.openxmlformats.org/officeDocument/2006/relationships/slideMaster" Target="slideMasters/slideMaster5.xml"/><Relationship Id="rId51" Type="http://schemas.openxmlformats.org/officeDocument/2006/relationships/slide" Target="slides/slide37.xml"/><Relationship Id="rId72" Type="http://schemas.openxmlformats.org/officeDocument/2006/relationships/slide" Target="slides/slide58.xml"/><Relationship Id="rId80" Type="http://schemas.openxmlformats.org/officeDocument/2006/relationships/slide" Target="slides/slide66.xml"/><Relationship Id="rId85" Type="http://schemas.openxmlformats.org/officeDocument/2006/relationships/slide" Target="slides/slide7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59" Type="http://schemas.openxmlformats.org/officeDocument/2006/relationships/slide" Target="slides/slide45.xml"/><Relationship Id="rId67" Type="http://schemas.openxmlformats.org/officeDocument/2006/relationships/slide" Target="slides/slide53.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slide" Target="slides/slide40.xml"/><Relationship Id="rId62" Type="http://schemas.openxmlformats.org/officeDocument/2006/relationships/slide" Target="slides/slide48.xml"/><Relationship Id="rId70" Type="http://schemas.openxmlformats.org/officeDocument/2006/relationships/slide" Target="slides/slide56.xml"/><Relationship Id="rId75" Type="http://schemas.openxmlformats.org/officeDocument/2006/relationships/slide" Target="slides/slide61.xml"/><Relationship Id="rId83" Type="http://schemas.openxmlformats.org/officeDocument/2006/relationships/slide" Target="slides/slide69.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openxmlformats.org/officeDocument/2006/relationships/slide" Target="slides/slide43.xml"/><Relationship Id="rId10" Type="http://schemas.openxmlformats.org/officeDocument/2006/relationships/slideMaster" Target="slideMasters/slideMaster7.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slide" Target="slides/slide38.xml"/><Relationship Id="rId60" Type="http://schemas.openxmlformats.org/officeDocument/2006/relationships/slide" Target="slides/slide46.xml"/><Relationship Id="rId65" Type="http://schemas.openxmlformats.org/officeDocument/2006/relationships/slide" Target="slides/slide51.xml"/><Relationship Id="rId73" Type="http://schemas.openxmlformats.org/officeDocument/2006/relationships/slide" Target="slides/slide59.xml"/><Relationship Id="rId78" Type="http://schemas.openxmlformats.org/officeDocument/2006/relationships/slide" Target="slides/slide64.xml"/><Relationship Id="rId81" Type="http://schemas.openxmlformats.org/officeDocument/2006/relationships/slide" Target="slides/slide67.xml"/><Relationship Id="rId86" Type="http://schemas.openxmlformats.org/officeDocument/2006/relationships/slide" Target="slides/slide72.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4.xml"/><Relationship Id="rId39" Type="http://schemas.openxmlformats.org/officeDocument/2006/relationships/slide" Target="slides/slide25.xml"/><Relationship Id="rId34" Type="http://schemas.openxmlformats.org/officeDocument/2006/relationships/slide" Target="slides/slide20.xml"/><Relationship Id="rId50" Type="http://schemas.openxmlformats.org/officeDocument/2006/relationships/slide" Target="slides/slide36.xml"/><Relationship Id="rId55" Type="http://schemas.openxmlformats.org/officeDocument/2006/relationships/slide" Target="slides/slide41.xml"/><Relationship Id="rId76" Type="http://schemas.openxmlformats.org/officeDocument/2006/relationships/slide" Target="slides/slide62.xml"/><Relationship Id="rId7" Type="http://schemas.openxmlformats.org/officeDocument/2006/relationships/slideMaster" Target="slideMasters/slideMaster4.xml"/><Relationship Id="rId71" Type="http://schemas.openxmlformats.org/officeDocument/2006/relationships/slide" Target="slides/slide57.xml"/><Relationship Id="rId2" Type="http://schemas.openxmlformats.org/officeDocument/2006/relationships/customXml" Target="../customXml/item2.xml"/><Relationship Id="rId29" Type="http://schemas.openxmlformats.org/officeDocument/2006/relationships/slide" Target="slides/slide15.xml"/><Relationship Id="rId24" Type="http://schemas.openxmlformats.org/officeDocument/2006/relationships/slide" Target="slides/slide10.xml"/><Relationship Id="rId40" Type="http://schemas.openxmlformats.org/officeDocument/2006/relationships/slide" Target="slides/slide26.xml"/><Relationship Id="rId45" Type="http://schemas.openxmlformats.org/officeDocument/2006/relationships/slide" Target="slides/slide31.xml"/><Relationship Id="rId66" Type="http://schemas.openxmlformats.org/officeDocument/2006/relationships/slide" Target="slides/slide52.xml"/><Relationship Id="rId87" Type="http://schemas.openxmlformats.org/officeDocument/2006/relationships/notesMaster" Target="notesMasters/notesMaster1.xml"/><Relationship Id="rId61" Type="http://schemas.openxmlformats.org/officeDocument/2006/relationships/slide" Target="slides/slide47.xml"/><Relationship Id="rId82" Type="http://schemas.openxmlformats.org/officeDocument/2006/relationships/slide" Target="slides/slide68.xml"/><Relationship Id="rId19"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7-02T07:59:03.246"/>
    </inkml:context>
    <inkml:brush xml:id="br0">
      <inkml:brushProperty name="width" value="0.05292" units="cm"/>
      <inkml:brushProperty name="height" value="0.05292" units="cm"/>
      <inkml:brushProperty name="color" value="#FF0000"/>
    </inkml:brush>
  </inkml:definitions>
  <inkml:trace contextRef="#ctx0" brushRef="#br0">5124 12319 44 0,'0'-4'9'0,"0"-1"-2"0,0 0 3 0,0 2-5 0,0-1-4 0,0 0 0 0,0 1 0 0,0 0-1 0,-2 0 1 0,0 1 1 15,2 1-1-15,-3-3 1 16,3 2 0-16,-2-2 4 16,0 3 1-16,0-1-3 0,0-1 3 15,0 2-5-15,2-2-2 16,-2 3 2-16,0-1 0 15,2-1 3-15,-1 1 1 16,1-1 8-16,-2 1 7 16,2 0-3-16,-2 0 0 0,2 0-2 15,0 0-6 1,-3 1-3-16,3-2-2 0,0 2-2 16,0 0-2-16,0-1 0 15,0 1-1-15,0 0 1 0,0 0 2 16,0 0 2-1,0 0 2-15,0 0 1 0,0 0-2 16,0 0-3-16,0 0-2 16,0 0 0-16,0 0-3 0,0 0 0 15,0 0 1 1,0 0 1-16,0 0-1 0,0 0 2 16,0 0 0-16,5 0-1 15,-3 0 2-15,3 0-2 16,-1 0 0-16,-2 0 0 15,2 0-2-15,1 0 2 0,-1 0 0 16,2 1 0-16,0 1-1 16,-2-1 2-16,3 0-3 15,-1 0 1-15,2 0 0 16,-2-1 3-16,-1 1-2 0,3-1 0 16,0 0-1-1,-2 0 2-15,3 0-2 16,-1 0 1-16,2 0 5 15,-3 0-7-15,1 0 5 0,1 0-3 16,-1 0 1-16,0 0-1 16,1 0-1-16,0 0 1 15,2 3 1-15,0-3-1 0,1 0 1 16,-1 2-1-16,-1-2 0 16,2 0 0-16,-3 0 1 0,2 0-1 15,3 0 1 1,-1 0-2-16,1 0 0 15,1 0 2-15,1 0-5 0,-1-2 7 16,3-1-2 0,-5 2 0-16,3-1-1 0,-2 1 0 15,1 0 0-15,1-1 0 0,-2 1 1 16,1-1-2-16,-2 0 1 16,3-1 0-16,0 0 0 15,1 0 0-15,-1 0-1 0,-2 1 2 31,2 0-1-31,-1 1 0 0,-2-1 1 0,1 1-1 16,-1 1 0-16,1-2 0 0,-1 2 0 31,-1 0 0-31,0 0 0 0,2 0 0 0,0 0 0 16,0 0 0-16,0 0-1 0,0 0 1 31,2 0 0-31,1 0 0 16,-1 0 1-16,-1 0-1 15,3 0 0-15,-2 0 1 16,4 0-1-16,-4 0 0 0,1 0 0 16,2-1 0-16,-2-2 1 15,1 2-1-15,1-1 0 16,-4 1-1-16,3 1 2 16,-3 0-2-16,1 0 1 15,0 0 0-15,2 0 0 0,-3 0 1 16,3 0-2-16,-1 0 2 15,2 0-1-15,1 0 0 16,-2 0 0-16,4 0 0 16,-5 0 0-16,4 1 0 0,2-1 1 15,-1 2-1-15,-2-1 0 16,0 2 1-16,3-2-1 16,-2 1 1-16,0-1-1 15,0 1 1-15,2-1 1 16,0 0-2-16,-1 2 0 15,3-3 1-15,0 2-1 0,1-1 0 16,-1 0 1-16,4 1-1 16,0-1 1-16,0 1-1 15,2-1 1-15,-1 1 0 0,1-2 0 16,0 2 0 0,0-2 1-16,1 1-1 0,1 0 0 15,0-1 1-15,1 1-1 16,-1-1 0-16,1 0-1 0,2 2 2 15,-5-2-2-15,3 0 1 16,-1 0 0-16,1 0 0 16,-1 0 0-1,1 0 0-15,-1 0 0 0,3 0 0 0,0 0 0 16,0 0 1-16,-3 1-1 16,1 1 0-16,1-1 0 15,-3 2-1 1,3-2 1-16,-1 2 0 15,1 0 1-15,2-2 0 0,-2-1 0 16,4 1 2-16,0-1-1 0,0 0 0 16,-1 0-1-16,-1 0 0 15,1 0 0 1,3 0 0-16,-1 0-2 0,2-1 1 0,1 0 0 16,2 0-1-1,0-1 0-15,-3 2 1 0,0 0-1 16,1 0 0-1,-3 0 0-15,2 0 0 16,3 0 0-16,-3 0 0 16,-1 4 0-16,3-1 0 15,-1 0 1-15,0 1-1 0,-3-1 1 16,4 0-1-16,-1 0 1 16,1 0 0-16,0-1 0 15,-1-1-1-15,0 0 3 16,0 0-4-16,-3-1 6 0,3 3-3 15,-5-3 1-15,4 2-2 16,1 0 0-16,-1-2 0 16,0 2 0-16,3-1 0 15,-3-1-1-15,0 0 1 0,2 0-1 16,0 2 0 0,1-2 0-16,1 0 1 0,2 2-1 15,-2-2 1-15,-1 2 1 16,2-1-2-16,0 1 1 15,-4-2 0-15,4 0-1 0,-1 2 2 16,-1-1 0-16,0-1 1 16,2 0 3-16,-3 0 1 15,1 0-5-15,0 0 2 16,2 0-2-16,-2 0-2 0,2 0 4 16,-3 0-5-1,0 0 3-15,-2 0 2 16,-1-3-10-16,-1 3 12 0,-1-2-5 15,-1 1 3-15,-2-2-4 16,3 0 1-16,0 0 9 16,-3 1-9-16,2 0 1 0,-1-2 0 0,-1 1-2 15,1 0 1-15,0 0 0 16,1-1 0 0,-3 1 4-16,4 0-3 0,1-1 1 15,-4 2-1-15,1 0-1 0,1 1 0 16,-1-1-1-1,-4 1 1-15,1 1 1 0,1-2-1 16,-1 2-1 0,1 0 1-16,1 0 0 0,-1-3-1 0,2 2 3 15,-1 1 1-15,-2 0 3 32,3-2-2-32,1 1-1 15,0 0-1-15,2-2-2 0,0 1 0 0,2 0 0 0,-2 0-1 16,2-1 1-16,-2 2-1 31,2-1 0-31,-1 1 0 16,2 0 1-16,-1-1-2 15,2 2 1-15,-1 0 1 0,1 0-1 16,1 0 0-16,-2 0 0 16,4 0 0-16,-1 0 0 15,1 0 0-15,0 0 2 16,-2 0-2-16,-2 0 1 15,-1 0-3-15,2 0 4 0,-1 0 0 16,0 0 0 0,3 0-1-16,-3 0 1 0,4 0-1 15,-3 0 1-15,2 0 0 16,-2 0-1-16,1 3-1 0,-1-2 2 16,1 2-2-16,-3-1 0 15,1 1 0-15,0-1 0 16,1 0 0-16,-4 1 0 15,1-1 0-15,-1 0 0 0,1-1 0 16,-1 2 0 0,1-1-2-16,0-1 4 0,1 2-4 0,-2-1 2 15,1 0 0 1,0 1 2-16,1-2-1 16,-2 2-1-16,5-2 2 15,-1 0-2-15,3 0 1 16,-3-1 0-16,4 0 0 0,-1 0 0 0,2 0-1 15,-1 0 1-15,2-2-1 16,-1 0 0 0,0-1 0-16,1-1 0 15,1 1 1-15,2-3-1 0,-1 2 1 0,4 0-1 16,0-1 1 0,1 0-2-16,0 0 1 0,3 1 0 15,-2 0 1-15,0 0-2 0,-1-1 1 16,1 1 1-16,0 0-1 31,0 1 1-31,-1-1-1 16,0 1 0-16,2 0 1 0,2 3-1 15,-2-1 0-15,1-2-1 16,0 3 2-16,-1 0-1 16,0 0 0-16,2 0 0 0,-3 0 0 15,-1 0 1-15,2 0-1 16,4 0 0-1,-3 0 0-15,2 0 1 0,4 0-1 0,-1 0 1 16,1 3-1 0,0 1 0-16,2-1 1 0,-3 2-1 15,3-2 1 1,-2 3-1-16,0-2 4 0,1 2 1 16,0-2-2-16,1 2-1 0,2-2 0 15,-3 1 3 1,2 0-1-16,0-1 0 15,-1 1-2-15,-1-1-2 16,-5-1 1-16,3 1 1 0,0-1-2 0,-4-2 1 16,1 2-1-16,-2 0 0 15,3 0 2-15,-3-2-2 16,0 1 0-16,1 0 0 0,0 0 0 31,-3-1 0-31,2 2 0 16,-3-3 1-16,0 2-1 0,0 0 0 15,0-2-1-15,3 1 1 16,-4 0 1-16,2 0-1 16,-3 1 0-16,0-1 0 15,1 2 0-15,-1-2 0 16,0 1-1-16,-1 4 1 0,0-2 2 16,0 0-2-16,0 0 0 15,-4-1 1-15,5 1-1 16,-2-1 0-16,2-1 1 15,-1 0-2-15,-1-2 1 0,2 2 1 16,-1-2-1-16,-3 0 0 16,0 0 0-16,2 0 1 15,-1 0 0-15,2 0 0 0,-2 0-3 16,-1 0 3 0,3-2-2-16,-2 1 2 0,2-2-1 15,-2 2 0-15,-1-2 0 16,1 0 0-16,0 2 0 15,-1-2 0-15,-1 1 0 0,0-2 0 16,0 1 1 0,-3 1-1-16,4-1 0 0,-1 0 1 15,2 3-1-15,3-2 1 16,-1 1-1-16,1-1 0 0,-1 2 0 16,1-1 0-1,1 0 1-15,1-1-1 0,-1 2 1 16,4-1-1-1,0-1 0-15,-2 2 1 0,4 0 1 0,2 0-2 16,1 0 0-16,1 0 1 16,-1 0-1-1,-1 0 1-15,1 0-1 16,0 0 0-16,0 0 0 16,-1 0 0-16,2 0 0 0,-1 0 1 0,-2 0-1 31,2 0-1-31,3-4 2 0,-1 1 1 0,0 1 0 15,0 0 0-15,1-1-1 16,-2 2 0-16,0-2-1 0,2 3 0 16,-1-3 1-16,1 0-2 15,1 0 1 1,0 2-1-16,-2-2-1 0,3 2 4 16,-5-1-1-1,0 2-1-15,0 0 0 0,1 0 0 0,-2 0 0 16,2 0 0-16,2 0 0 15,1 3 0-15,0 0 1 16,-2 1-2 0,1-1 1-16,0 3 0 15,-5-2 0-15,2-1 0 0,0 1-1 0,1 1 0 16,0 0 2 0,-1 1-1-16,1-2 0 15,-2 0 0-15,-2-1 1 0,-1 1-1 0,-5-1 0 31,2 0 0-31,-4-1 0 16,-2 0 0-16,-3 0 0 0,2-2 1 16,-6 0-1-1,-2 0 0-15,-3 0 0 0,-3 0 1 16,-4 0-1-16,-3 0 1 16,-5 0-2-16,-3 0 2 15,-4 0-2-15,-2 0 1 16,-3-2 0-16,-1 1 0 0,-2-2 0 15,-5 3 0-15,3 0 0 16,-2-1 1-16,0-1-1 16,-2 2 2-16,2 0-1 15,0 0-1-15,-1-1 2 0,3 1-2 16,-5-2 1-16,2 2 1 16,0-1 1-16,-2-2 2 15,2 3-2-15,3-3 0 16,-2 2 0-16,2-2-2 0,2 1 0 15,-2 0-1 1,2 0 0-16,-1-1 0 0,-1 1 0 16,2 0 1-16,-3 2-1 15,2-2 0-15,2 1 0 0,-4 1 0 16,2 0 0-16,3 0-1 16,-2 0 1-1,-4 0-1-15,4 0 1 0,-5 0-2 16,-1 0 0-16,0 0-3 0,-4 0-5 15,0 0-14-15,0 0-53 16,-6 0-69-16,0-11 28 16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3:54:46.484"/>
    </inkml:context>
    <inkml:brush xml:id="br0">
      <inkml:brushProperty name="width" value="0.025" units="cm"/>
      <inkml:brushProperty name="height" value="0.025" units="cm"/>
    </inkml:brush>
  </inkml:definitions>
  <inkml:trace contextRef="#ctx0" brushRef="#br0">4872 607 6109,'0'0'12386,"-1"-3"-12020,-6-23 129,3 22-374,-113-70 712,55 38-453,-20-9-108,19 11-142,28 16 1,-48-21 1,-13 2-95,34 12 17,-74-19 1,-74-8-82,-23 9 116,189 36-51,30 4-55,0 1-1,-23-1 1,13 2 41,1-1 0,-31-8 0,-12 0-95,36 5 102,-16-1 13,-88-5-11,28 1-85,25 6 90,-120-3 29,-54-4-117,153 6 53,-27 2-90,4 1 127,34-1-62,-118-6 24,44 0 17,-230 5 81,343 4-59,30 2-49,0 1 1,0 1 0,0 1 0,1 1-1,0 0 1,-34 17 0,3-3 22,3 0-20,33-13 18,0 0 1,-26 6 0,-195 48-26,192-49-32,-45 18 1,77-24 44,1-1 1,-1 2 0,1 0 0,0 0-1,0 1 1,1 1 0,0 0 0,-10 11-1,-8 11 7,12-14-13,1 1 1,-24 33 0,-5 13-22,-14 24-48,38-52 77,2 1 1,2 0-1,1 2 0,2 0 1,-10 48-1,12-41-10,6-26 32,1 0 0,-4 40-1,4-18-14,-11 44 0,-3 16-6,-17 72 26,33-159-9,0 1-1,1-1 1,1 0 0,1 1-1,2 24 1,16 77 103,-15-106-124,1 0 0,0 0 0,0-1 0,1 0 0,0 0 0,1 0 0,0-1 0,11 15 0,67 66 94,-66-73-102,18 16 40,1-2-1,1-2 0,78 44 0,-62-44-30,1-3 0,87 29 0,122 23-63,-173-54 78,381 72-312,-355-84 187,118-3-1,-150-7-25,3 0 98,315-3-402,-164-6 331,-101 5 70,190-12 117,28 7 29,-118 5-110,-133 1-9,113-7-83,93-27 119,-222 22 26,8-1 30,143-41 0,-63 0 688,-171 52-748,0 0 0,0 0-1,0-1 1,0 0 0,-1 0 0,0 0-1,0-1 1,0 0 0,-1 0 0,1 0-1,4-8 1,9-9 18,-1 3 5,-2-1-1,21-34 1,2-2 78,-27 40-86,-1 0 0,-1-1-1,11-27 1,-5 9 51,-3 7-19,11-40 1,-4 10-15,-4 6 41,16-90 0,-14 53 32,-14 69-34,-1 0 0,-1-1-1,-2 1 1,1 0 0,-2 0-1,-7-34 1,1 7 21,6 33-64,-1 0 1,0 0-1,-1 1 1,0-1-1,-1 1 1,-1 0-1,0 0 1,-9-12-1,12 19-34,0 0 1,0 0-1,1 0 0,0 0 0,0 0 0,-1-7 0,2 6 6,-1 1-1,1 0 0,-1 0 0,-1 0 1,1 0-1,-7-10 0,-29-46 580,27 43-262,-1 0 0,-25-31 0,-3 7 77,0 2-1,-3 2 1,-1 2 0,-84-54 0,15 14 126,96 64-504,12 8-26,0 2 1,-1-1 0,1 0 0,-11-4 0,-28-10 10,23 8-411,-2 1 0,1 1 0,-1 1 0,-45-7 0,68 14 374,-175-25-4119,59-2-5414,64 13-897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01:52.029"/>
    </inkml:context>
    <inkml:brush xml:id="br0">
      <inkml:brushProperty name="width" value="0.035" units="cm"/>
      <inkml:brushProperty name="height" value="0.035" units="cm"/>
    </inkml:brush>
  </inkml:definitions>
  <inkml:trace contextRef="#ctx0" brushRef="#br0">314 47 4600,'0'0'5963,"-2"1"-5353,-19 15 6494,20-16-7094,1 0 0,-1 0 0,0 0 0,1 1 0,-1-1 0,1 0 0,-1 0 0,1 0 1,-1 0-1,0 1 0,1-1 0,-1 0 0,1 1 0,-1-1 0,1 0 0,-1 1 0,1-1 0,-1 1 0,1-1 0,-1 1 0,-13 8 278,-55-1 441,3-8-708,62 0-49,-1 0 77,1 0 0,0 0 0,0 0 0,0 0 0,0 1-1,0 0 1,0-1 0,0 1 0,0 1 0,0-1 0,-6 4 0,8-4 135,0-2-233,-62-1-42,61 2 343,8 0-167,324-12 312,125 18-292,-146-4-113,154 7 13,-268-6-35,38 3 60,48 5 27,-162-9-42,92-9 7,-136 3-22,105-9-4,53-2 2,-132 9-14,47 0 39,-102 6-46,45-7 0,4 0 53,241-7 203,-279 12-180,134 1-76,29 4 395,-22-5 368,-180 1-688,49-3 33,147-3 150,-85 1 81,-120 5-211,-1-1 0,0 0 0,1 0 0,-1 0 0,10-5 0,-9 4-41,-6 2 131,24-1 1191,-24 1 720,-14 2-1439,4-1-1442,-12 2-15541,13-2 15984,-11 0-7416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01:54.727"/>
    </inkml:context>
    <inkml:brush xml:id="br0">
      <inkml:brushProperty name="width" value="0.035" units="cm"/>
      <inkml:brushProperty name="height" value="0.035" units="cm"/>
    </inkml:brush>
  </inkml:definitions>
  <inkml:trace contextRef="#ctx0" brushRef="#br0">51 262 11445,'-39'-2'1805,"28"1"1073,30 1-1157,-17 0-1638,0 0-1,0 0 1,0 0 0,0-1 0,0 1-1,0-1 1,0 0 0,0 1 0,2-3-1,11-2 124,156-34 680,1 8 0,184-8 0,379 18-254,-213 13-493,306-24-92,49 52 9,-771-14-54,311 5-11,-104-5 21,176-17-42,-3-34 44,-238 24-27,218-3-6,-397 22 13,126 5-47,-46-1 33,81 4 65,79-2-1,-111-1-6,-121-1-56,292 4 0,12-15 12,260 23-47,-213-5 128,-375-9-87,153-1 10,356 8 38,-293-5-37,60 4-26,-246-2 44,29 3-10,-35-2-43,-28-3 124,30 3 510,-48-13-324,-28 8-174,0 0 41,28 0-108,-27 0 1817,-4-2-1698,12-17 189,-10 17 258,1 2-633,20-2 39,33-5 1,-36 3 0,30-1 0,-10 0-28,-37 5 42,15-3 27,-2 3-39,-12 0-15,-1-1-2,21-1 526,-19 2 548,-17 3-593,8-3-1095,0 0 1,0-1-1,0 1 1,0-1-1,0 0 1,0 0-1,0 0 0,0 0 1,0-1-1,1 1 1,-1-1-1,0 0 1,-3-3-1,-17-7-4646,-6 4-6399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2.559"/>
    </inkml:context>
    <inkml:brush xml:id="br0">
      <inkml:brushProperty name="width" value="0.035" units="cm"/>
      <inkml:brushProperty name="height" value="0.035" units="cm"/>
    </inkml:brush>
  </inkml:definitions>
  <inkml:trace contextRef="#ctx0" brushRef="#br0">1070 239 6937,'12'-10'1403,"-18"17"4916,15-19-5542,2 1 5182,-41 1-5732,9 2-170,-6 5-40,0 0 0,0 1-1,0 2 1,0 0-1,0 2 1,-28 6 0,53-8-19,-125 21 34,108-17-35,0 1-1,1 0 1,-1 1 0,1 1 0,0 1-1,1 0 1,0 1 0,0 1 0,1 1-1,0 0 1,-21 21 0,6-2 6,2 2 0,1 1 1,1 1-1,-21 37 0,16-24 0,14-22-10,1 2 0,-21 43 0,14-15 25,2 1 0,-21 92 0,38-127 4,-15 42-1,-2 5-31,-21 120 19,35-151 34,3-1 0,-3 73 0,8-82-5,1 1-1,1-1 1,6 30-1,41 174 100,-41-199-148,-6-19 18,1-1 0,0 0 0,1 0 0,0-1 0,8 14-1,11 18 28,2-1 0,2-1 0,2-2 0,33 37 0,125 134 42,-162-182-38,1-2 0,1-1-1,37 26 1,-20-24 38,55 25-1,19-5 13,-70-28-82,112 38 39,-88-32-40,2-3 0,138 21 1,-149-31-7,-30-6-10,68 14 22,2-5 0,133 4 0,135-28-49,-318 7 37,49-5-14,162-30-1,-196 21 33,1-2-1,81-34 0,-84 23 36,80-49 0,108-77 81,-222 132-89,-1-1-1,34-36 0,-53 49-31,103-116 87,-100 109-97,16-24 38,-1-3-1,38-76 1,-59 99-13,0 0-1,-1 0 1,-1-1 0,-2 0-1,4-28 1,2-5 6,3-50-20,-9 54 44,4-124 57,-12 76-69,-5 53-1,5 35-45,1 1-1,-1-23 0,2 21 3,-1-1 0,0 0 1,-7-25-1,-3-8-18,6 20 20,-2 1 0,-2 0 0,0 0 0,-18-32 0,7 15 6,-48-89 9,9 28-30,46 84 19,-1 1 1,0 0-1,-29-26 0,-61-45 53,87 75-82,-14-9 30,0 2-1,-59-31 1,-73-24 20,111 54-40,-64-18 0,108 38-1,0 0 0,-1-1 0,-13-8 0,14 6 2,0 1 1,-19-6-1,-11 0 46,-54-19-50,16 5 48,52 19-10,-40-17-1,57 20-40,-1 0 0,0 0 0,0 1 0,-17-2 0,-9-1 52,-108-18 82,-16 1-173,12 6 63,4 0 77,103 13 5,32 3-11,-1 0 0,1-1-1,-14-2 1,-26-5 40,0 3-1,-51 0 1,48 3-113,-104-3 93,-56 8 548,134 0-422,-26 3 233,-125 23 0,155-13-137,-114 42 0,154-46-222,-15 6-30,0 3 0,-87 51-1,-78 71-5472,190-127 4040,5-3-3180,-24 23 0,28-22-4475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3.871"/>
    </inkml:context>
    <inkml:brush xml:id="br0">
      <inkml:brushProperty name="width" value="0.035" units="cm"/>
      <inkml:brushProperty name="height" value="0.035" units="cm"/>
    </inkml:brush>
  </inkml:definitions>
  <inkml:trace contextRef="#ctx0" brushRef="#br0">13 1 9201,'-13'8'5212,"24"-6"1631,3-1-7395,-14-1 564,0 0 1,0 0 0,0 0-1,1 0 1,-1 0-1,0 0 1,0 0-1,0 0 1,0 0-1,0 0 1,0 0 0,0 0-1,0 0 1,1 0-1,-1 0 1,0 0-1,0 0 1,0 0-1,0 0 1,0 0 0,0 0-1,0 1 1,0-1-1,0 0 1,0 0-1,0 0 1,1 0-1,-1 0 1,0 0 0,0 0-1,0 0 1,0 0-1,0 1 1,0-1-1,0 0 1,0 0-1,0 0 1,0 0 0,0 0-1,0 0 1,0 0-1,0 1 1,0-1-1,0 0 1,0 0-1,0 0 1,0 0 0,0 0-1,0 0 1,0 0-1,0 0 1,0 0-1,-1 1 1,1-1 0,0 0-1,0 0 1,0 0-1,0 0 1,0 0-1,-5 26 962,1 0 0,0 46 0,2-23-320,-1-9-236,1 0 0,3 0 0,1 0 1,2 0-1,10 42 0,-10-67-290,1 6 126,1 1 0,1-2 0,11 24 0,-15-38-151,1 0 0,-1-1 0,1 1 0,0-1 0,1 1 0,-1-1 0,1-1 0,0 1-1,0-1 1,1 0 0,-1 0 0,1 0 0,0-1 0,8 4 0,-11-6-48,0 0 0,0 0 1,0 0-1,0 0 0,0-1 0,0 1 0,0-1 0,0 0 1,0 0-1,1 0 0,-1 0 0,0-1 0,0 1 1,0-1-1,0 0 0,0 0 0,0 0 0,0 0 0,0 0 1,0-1-1,0 1 0,-1-1 0,1 0 0,2-2 0,1-1 16,1-2-1,-1 1 0,-1-1 1,1 1-1,-1-2 0,0 1 0,4-10 1,4-7-147,-1 0 1,-2-1 0,0-1-1,-1 0 1,-2 0 0,-1 0 0,-1-1-1,-1 0 1,-1 0 0,-2 0-1,-1 0 1,-4-36 0,0 32-684,-14-80-2887,14 94 690,-1 0-1,-8-17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4.676"/>
    </inkml:context>
    <inkml:brush xml:id="br0">
      <inkml:brushProperty name="width" value="0.035" units="cm"/>
      <inkml:brushProperty name="height" value="0.035" units="cm"/>
    </inkml:brush>
  </inkml:definitions>
  <inkml:trace contextRef="#ctx0" brushRef="#br0">305 130 5517,'1'0'79,"-1"1"1,0-1 0,0 0-1,0 0 1,0 1 0,0-1 0,0 0-1,0 1 1,0-1 0,0 0-1,0 1 1,0-1 0,0 0 0,0 1-1,0-1 1,0 1 0,0-1-1,0 0 1,0 0 0,0 1 0,0-1-1,0 0 1,-1 1 0,1-1-1,0 0 1,0 1 0,0-1 0,0 0-1,-1 0 1,1 1 0,0-1-1,0 0 1,-1 0 0,1 0 0,0 1-1,-1-1 1,1 0 0,0 0-1,-1 0 1,1 0 0,0 0 0,-1 1-1,1-1 1,-17-2 2821,13 1-2974,2 1 2258,-2-1-1213,-2-1-671,-1 0 0,1 0 0,-1 1 1,1 0-1,-1 1 0,0-1 0,1 1 1,-1 1-1,0-1 0,1 1 0,-1 0 1,1 1-1,-1-1 0,1 1 0,0 1 1,-1-1-1,-7 6 0,-7 3 314,2 1-1,-24 18 0,36-24-394,-1 0 0,1 1 0,1 0 0,-1 0 0,1 1 0,0 0 0,-7 14 0,12-19-75,0 1 0,0-1 0,1 1 0,-1-1 0,1 1 0,0-1 1,0 1-1,0-1 0,1 7 0,0-7-92,0-1 1,0 1-1,0-1 0,0 0 1,0 1-1,0-1 0,1 0 1,-1 0-1,1 0 0,-1 0 1,1 0-1,0 0 1,0 0-1,0-1 0,0 1 1,0-1-1,0 1 0,0-1 1,0 0-1,1 0 0,-1 0 1,5 2-1,-2-2-23,1 1-1,-1-1 1,1 0 0,-1-1-1,1 1 1,-1-1 0,1 0-1,-1 0 1,10-2-1,-9 1-17,0 0-101,-1 0-1,1-1 0,-1 0 0,1 1 1,-1-2-1,0 1 0,0-1 1,0 1-1,5-5 0,-10 7 81,13-9-340,-1-1 1,0 0-1,0 0 1,12-16-1,-16 16 188,-1 0 1,0 0-1,-1-1 0,0 0 0,6-14 1,-6 13 106,-4 10 39,-2-2 29,2-27 71,-2 28 177,14 17-196,-11-10-55,0-1 0,-1 0 0,0 1 0,0 0 0,0 0 0,0 0 0,0 0 0,-1 0 0,2 5 0,-2-5-10,0 0 1,1 0-1,-1 0 0,1 0 1,0 0-1,3 5 1,11 16-225,-15-22 153,1 0 0,-1-1 0,1 1-1,-1-1 1,1 0 0,0 0 0,0 1 0,0-1-1,0 0 1,3 2 0,-4-4 42,0 1 0,0-1 0,1 0 0,-1 1 0,0-1 0,0 0 0,0 0-1,0 0 1,0 0 0,0 0 0,1-1 0,-1 1 0,0 0 0,0 0 0,2-1 0,1 0-48,1 0 27,0-1 0,0 1-1,0-1 1,0 0-1,0 0 1,-1-1 0,1 1-1,-1-1 1,0 0-1,0 0 1,4-4 0,-2 3 69,0-1 0,0 1 1,13-6-1,-16 8 20,-1 1 0,1 0 0,-1-1-1,0 0 1,1 1 0,-1-1 0,3-3 0,-1 1 11,-2 2 341,-1 3-387,0-1-1,0 0 0,0 0 1,0 1-1,0-1 1,0 0-1,0 1 1,0-1-1,-1 1 1,1-1-1,0 1 0,0-1 1,0 1-1,-1 0 1,1-1-1,0 1 1,-1 0-1,1 0 1,-1 0-1,1-1 1,-1 1-1,1 0 0,-1 0 1,1 0-1,-1 0 1,0 0-1,0 0 1,1 0-1,-1 0 1,0 0-1,0 0 1,0 0-1,0 0 0,0 0 1,0 0-1,0 0 1,0-1-1,-1 1 1,1 0-1,0 0 1,-1 0-1,1 0 0,-1 2 1,-1 3 14,2-3 460,7-5-285,1 1-1,0-1 1,-1 0-1,1-1 0,-1 0 1,14-7-1,-18 9-117,110-68 2434,-11 7-1126,-52 35-1017,36-18 214,-26 22-3013,-43 20 83,-14 3-1585,-23 2-13949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5.071"/>
    </inkml:context>
    <inkml:brush xml:id="br0">
      <inkml:brushProperty name="width" value="0.035" units="cm"/>
      <inkml:brushProperty name="height" value="0.035" units="cm"/>
    </inkml:brush>
  </inkml:definitions>
  <inkml:trace contextRef="#ctx0" brushRef="#br0">723 30 11637,'-17'-24'1541,"17"23"-1496,0 1-1,0 0 1,-1 0 0,1-1-1,0 1 1,0 0 0,0-1-1,0 1 1,-1 0 0,1 0-1,0 0 1,0-1 0,0 1-1,-1 0 1,1 0 0,0 0-1,0 0 1,-1-1 0,1 1-1,0 0 1,-1 0 0,1 0-1,0 0 1,0 0 0,-1 0-1,1 0 1,0 0 0,-1 0-1,1 0 1,0 0 0,-1 0-1,-19 1 536,1 1-1,-1 1 1,1 1 0,0 1-1,0 1 1,0 0-1,1 1 1,0 1-1,-23 14 1,3 1-43,0 2 0,2 1 0,-37 36 0,40-31-136,1 2-1,2 1 1,2 2-1,1 1 0,1 0 1,3 2-1,-25 54 0,38-68-226,0 1 0,2-1 1,1 1-1,1 1 0,1-1 0,-2 35 0,7-45-147,-1-1 0,2 0 0,0 1 0,1-1 0,0 0 0,1 0 0,1 0 0,0 0 0,2-1 0,-1 1 0,1-1 0,12 18 0,-9-19-328,0 0 0,0-2 0,1 1 1,0-1-1,1 0 0,1-1 0,0-1 0,0 1 1,1-2-1,-1 0 0,2 0 0,-1-2 0,1 1 1,1-2-1,-1 0 0,1 0 0,24 3 0,-3-3-2729,1-1-1,48-2 0,1-11-6802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5.370"/>
    </inkml:context>
    <inkml:brush xml:id="br0">
      <inkml:brushProperty name="width" value="0.035" units="cm"/>
      <inkml:brushProperty name="height" value="0.035" units="cm"/>
    </inkml:brush>
  </inkml:definitions>
  <inkml:trace contextRef="#ctx0" brushRef="#br0">484 1 8081,'0'0'75,"0"0"0,0 0 0,1 0 0,-1 0 0,0 0-1,0 0 1,0 0 0,1 0 0,-1 0 0,0 0 0,0 0 0,1 0 0,-1 0 0,0 0 0,0 0 0,1 0 0,-1 0 0,0 0 0,0 0 0,0 1 0,1-1 0,-1 0 0,0 0 0,0 0 0,0 0 0,0 0 0,1 1 0,-1-1 0,0 0 0,0 0-1,0 0 1,0 1 0,0-1 0,0 0 0,1 1 0,-6 7 1432,-19 13 2092,20-17-2006,-154 114 4565,-52 74-2521,209-191-3632,-26 25-181,-32 42 0,57-64-462,11-24-8250,5-12 3281,0 0-3202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5.594"/>
    </inkml:context>
    <inkml:brush xml:id="br0">
      <inkml:brushProperty name="width" value="0.035" units="cm"/>
      <inkml:brushProperty name="height" value="0.035" units="cm"/>
    </inkml:brush>
  </inkml:definitions>
  <inkml:trace contextRef="#ctx0" brushRef="#br0">49 1 13461,'-4'1'449,"1"0"0,-1 0 1,1 0-1,-1-1 0,1 1 0,-1-1 0,1 0 0,-1 0 0,0 0 1,-6-2-1,10 3-409,0-1 1,0 0-1,0 0 0,0 0 1,0 0-1,0 0 1,0 0-1,0 0 0,0 0 1,0 0-1,0 0 1,0 0-1,0 0 0,0 1 1,0-1-1,0 0 1,0 0-1,0 0 1,0 0-1,0 0 0,0 0 1,0 0-1,0 0 1,0 0-1,0 0 0,0 0 1,0 1-1,0-1 1,0 0-1,0 0 0,0 0 1,0 0-1,0 0 1,0 0-1,-1 0 1,1 0-1,0 0 0,0 0 1,0 0-1,0 0 1,0 0-1,0 0 0,0 0 1,0 0-1,0 0 1,0 0-1,0 0 1,0 0-1,-1 0 0,1 0 1,0 0-1,0 0 1,0 0-1,0 0 0,0 0 1,0 0-1,8 27 3335,16 35 0,3 7-891,-4-1-1559,3 0 1,36 66-1,-42-98-1067,1 1-3538,6 8-10448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5.911"/>
    </inkml:context>
    <inkml:brush xml:id="br0">
      <inkml:brushProperty name="width" value="0.035" units="cm"/>
      <inkml:brushProperty name="height" value="0.035" units="cm"/>
    </inkml:brush>
  </inkml:definitions>
  <inkml:trace contextRef="#ctx0" brushRef="#br0">70 1 15929,'8'5'5949,"-8"21"-4625,-3 12-256,0-7-212,-2 7-168,-7 5-264,1 0-172,5 9-536,-3-3-292,6-6-260,-2-12-428,2-13-556,-6-7-576,1 4-3357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6.323"/>
    </inkml:context>
    <inkml:brush xml:id="br0">
      <inkml:brushProperty name="width" value="0.035" units="cm"/>
      <inkml:brushProperty name="height" value="0.035" units="cm"/>
    </inkml:brush>
  </inkml:definitions>
  <inkml:trace contextRef="#ctx0" brushRef="#br0">16 24 15349,'-1'0'157,"0"0"0,0-1 0,0 1 0,0 0 0,0-1 0,0 1-1,0-1 1,0 0 0,0 1 0,0-1 0,0 0 0,0 1-1,0-1 1,-1-1 0,2 1-88,0 1-1,0 0 0,0-1 1,0 1-1,0 0 1,0-1-1,0 1 1,0 0-1,0 0 0,0-1 1,1 1-1,-1 0 1,0-1-1,0 1 1,0 0-1,0 0 1,0-1-1,1 1 0,-1 0 1,0 0-1,0 0 1,0-1-1,1 1 1,-1 0-1,0 0 0,0 0 1,1-1-1,-1 1 1,0 0-1,0 0 1,1 0-1,-1 0 0,1 0 1,2-2 336,0 1 0,1 0 1,-1 1-1,1-1 0,-1 0 1,1 1-1,0 0 0,5 0 1,3 2 625,0 0-1,-1 1 1,0 1 0,18 7 0,5 2 457,157 41-264,225 32 0,-337-74-1224,-78-11-18,0-1-1,-1 0 1,1 0 0,-1 0 0,1 0-1,-1 0 1,1 0 0,0 0 0,-1 0-1,1 0 1,-1 0 0,1 0-1,-1-1 1,1 1 0,-1 0 0,1 0-1,-1 0 1,1-1 0,-1 1 0,1 0-1,-1-1 1,1 1 0,-1 0-1,1-1 1,-1 1 0,0-1 0,1 0-1,-1 0-64,1 1-1,-1-1 0,0 0 1,0 0-1,0 0 0,0 0 1,-1 0-1,1 1 0,0-1 1,0 0-1,0 0 0,-1 0 1,1 1-1,0-1 0,-1 0 1,0-1-1,-2-2-733,0-1 1,0 1-1,0-1 0,-1 1 1,-7-6-1,-24-10-7678,-9 0-5959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7.330"/>
    </inkml:context>
    <inkml:brush xml:id="br0">
      <inkml:brushProperty name="width" value="0.035" units="cm"/>
      <inkml:brushProperty name="height" value="0.035" units="cm"/>
    </inkml:brush>
  </inkml:definitions>
  <inkml:trace contextRef="#ctx0" brushRef="#br0">12 16 6533,'1'0'60,"-1"-1"0,1 1 0,-1 0 0,0-1 0,1 0 0,-1 1 1,1-1-1,-1 1 0,0-1 0,0 1 0,1-1 0,-1 0 0,0 1 1,0-1-1,0 1 0,0-1 0,1 0 0,-1 1 0,0-1 0,0 0 1,0 1-1,-1-1 0,1 0 0,0 0 0,-16 13 10353,21 17-8556,-5-28-1822,1-1 1,-1 1 0,0 0-1,1-1 1,-1 1 0,1-1-1,-1 1 1,1-1-1,-1 0 1,1 1 0,-1-1-1,1 1 1,0-1 0,-1 0-1,1 1 1,0-1-1,-1 0 1,1 0 0,0 0-1,-1 1 1,2-1-1,0 0 81,3 3-15,0 0 0,0 0 0,0 1 0,-1 0 0,1 0 0,-1 0 0,0 0 0,0 0 0,0 1 0,-1 0 0,0 0 1,0 0-1,0 0 0,4 9 0,9 39 158,-10-35-269,-1-1-1,4 21 1,-9-35-362,1-2 268,-1 0 1,0 0 0,0 0-1,0 0 1,0 1-1,0-1 1,0 0 0,0 0-1,0 0 1,-1 0-1,1 0 1,0 0 0,-1 0-1,1 0 1,0 0-1,-1 1 1,-3 10-2456,5-6-3386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7.675"/>
    </inkml:context>
    <inkml:brush xml:id="br0">
      <inkml:brushProperty name="width" value="0.035" units="cm"/>
      <inkml:brushProperty name="height" value="0.035" units="cm"/>
    </inkml:brush>
  </inkml:definitions>
  <inkml:trace contextRef="#ctx0" brushRef="#br0">0 119 15453,'6'-3'753,"0"0"-1,0 1 0,-1 0 0,1 0 0,1 0 1,-1 1-1,0 0 0,0 0 0,0 1 1,1-1-1,-1 1 0,0 1 0,8 0 0,20 0 1499,128 0 178,39-2-326,-194 1-2081,20-7-187,-27 7 147,0 0 1,0 0 0,0 0 0,0 0 0,0 0 0,0 0-1,1 0 1,-1 0 0,0 0 0,0 0 0,0-1 0,0 1-1,0 0 1,0 0 0,0 0 0,0 0 0,0 0 0,1 0-1,-1 0 1,0 0 0,0 0 0,0 0 0,0 0-1,0 0 1,0-1 0,0 1 0,0 0 0,0 0 0,0 0-1,0 0 1,0 0 0,0 0 0,0 0 0,0 0 0,0-1-1,0 1 1,0 0 0,0 0 0,0 0 0,0 0-1,0 0 1,0 0 0,0 0 0,0 0 0,0-1 0,0 1-1,0 0 1,0 0 0,0 0 0,0 0 0,0 0 0,0 0-1,0 0 1,-1 0 0,1 0 0,0-1 0,0 1-1,0 0 1,0 0 0,0 0 0,0 0 0,0 0 0,0 0-1,0 0 1,-1 0 0,1 0 0,-4-6-966,0 0-1,-1 0 1,0 1 0,0 0 0,0 0-1,0 0 1,-8-5 0,-15-9-6376,-8-5-5905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8.206"/>
    </inkml:context>
    <inkml:brush xml:id="br0">
      <inkml:brushProperty name="width" value="0.035" units="cm"/>
      <inkml:brushProperty name="height" value="0.035" units="cm"/>
    </inkml:brush>
  </inkml:definitions>
  <inkml:trace contextRef="#ctx0" brushRef="#br0">521 3 8121,'0'0'8864,"-2"-1"-8065,-1 1-699,0-1 1,0 1-1,0-1 1,0 1-1,0 0 0,0 0 1,0 0-1,0 1 1,0-1-1,0 1 1,0-1-1,1 1 1,-1 0-1,0 0 1,0 0-1,1 1 1,-1-1-1,0 1 1,-2 1-1,-24 15 400,0 0 1,1 2-1,1 1 0,1 1 0,0 2 1,2 0-1,1 2 0,-36 51 1,14-16 286,16-22-278,2 0 0,-23 44 0,43-67-657,0 1 0,1-1 0,-6 32 0,9-27-4390,2-3-4460,1-42-500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8.472"/>
    </inkml:context>
    <inkml:brush xml:id="br0">
      <inkml:brushProperty name="width" value="0.035" units="cm"/>
      <inkml:brushProperty name="height" value="0.035" units="cm"/>
    </inkml:brush>
  </inkml:definitions>
  <inkml:trace contextRef="#ctx0" brushRef="#br0">1 1 11213,'1'3'2152,"19"33"1600,-20-34-3575,1-1 0,0 0 0,-1 1 0,1-1 0,-1 0 0,0 1 0,1-1 0,-1 1 0,0-1 0,0 0 0,0 1 0,0-1-1,0 1 1,0-1 0,-1 3 0,1 5 415,1 0-70,0 0-1,1 0 1,1 0 0,-1-1 0,2 1 0,-1-1-1,8 13 1,40 56 3067,-18-29-1811,-21-30-1232,59 87 1512,35 52-1976,-52-70-170,-8-13-689,-46-73 589,1 0 0,-1-1 0,0 1 0,1-1 0,-1 1 0,1 0 0,-1-1 0,1 1 0,-1-1 0,1 1 0,-1-1 0,1 0 0,-1 1 0,1-1 0,0 0 0,-1 1 0,1-1 0,-1 0 0,1 1-1,0-1 1,-1 0 0,1 0 0,0 0 0,0 0 0,-1 0 0,1 0 0,0 0 0,-1 0 0,1 0 0,0 0 0,0 0 0,2-2-1155,-1 1 0,0-1 0,0 1 0,0-1 0,0 0 0,0 0 0,3-3 0,9-14-10814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9.048"/>
    </inkml:context>
    <inkml:brush xml:id="br0">
      <inkml:brushProperty name="width" value="0.035" units="cm"/>
      <inkml:brushProperty name="height" value="0.035" units="cm"/>
    </inkml:brush>
  </inkml:definitions>
  <inkml:trace contextRef="#ctx0" brushRef="#br0">1 21 8057,'0'0'211,"1"1"0,0 0 1,0 0-1,0-1 0,-1 1 1,1-1-1,0 1 1,0-1-1,0 1 0,0-1 1,0 1-1,0-1 0,0 0 1,0 0-1,0 1 0,0-1 1,1 0-1,-1 0 0,0 0 1,1 0-1,21-9 3914,-19 8-3422,-1-1 0,1 0 1,0 1-1,0 0 0,0 0 0,7-1 1,17 1 1529,-15 1-1056,0-1 0,19-3 1,-26 3-780,1 0-1,0 0 1,0 1 0,0 0-1,13 2 1,-17-2 93,0 2-51,-1-2-405,-1 1 0,1 0 0,0 0 0,-1 0 0,1 0 0,-1 0 0,1 0 0,-1 0 0,1 0 0,-1 1 0,0-1 0,2 3 0,-2-2-35,-1-1 0,0 1 0,0-1 0,0 1-1,0-1 1,0 1 0,0-1 0,0 1 0,0-1 0,-1 1-1,1-1 1,0 1 0,-1-1 0,0 1 0,1-1-1,-1 0 1,0 1 0,-1 1 0,-35 56-452,-10 18-818,1 30-446,45-106 1741,1-1 0,0 1 0,-1 0 0,1 0 1,0-1-1,-1 1 0,1 0 0,0 0 1,0 0-1,0 0 0,-1-1 0,1 1 1,0 0-1,0 0 0,0 0 0,1 0 1,-1 0-1,0-1 0,0 1 0,0 0 1,1 0-1,-1 0 0,0 0 0,1-1 1,-1 1-1,1 1 0,1-1 26,-1 1 0,1-1 0,-1 0 1,1 0-1,-1 0 0,1-1 0,0 1 0,-1 0 0,1 0 0,0-1 0,0 1 1,2-1-1,8 2 167,0-1 1,0-1-1,13 0 1,-19 0-183,276-12 2550,-258 12-2525,-11 0-290,0 0 0,0-1 0,1-1 1,-1 0-1,13-4 0,-25 6 122,-1-1 1,1 1-1,0-1 0,0 1 1,0-1-1,-1 1 1,1-1-1,0 0 0,-1 1 1,1-1-1,0 0 1,-1 0-1,1 0 0,-1 1 1,1-1-1,-1 0 1,0 0-1,1 0 0,-1 0 1,0 0-1,1 0 0,-1 0 1,0 0-1,0 1 1,0-1-1,0 0 0,0 0 1,0 0-1,0 0 1,0 0-1,-1 0 0,1 0 1,0 0-1,0 0 1,-1 0-1,1 0 0,-1 0 1,1 1-1,-1-1 1,0-1-1,-2-4-710,0 0 1,-1 0-1,1 0 1,-9-8-1,8 9-658,-2 0 0,1 0 0,0 1 0,-10-6-1,-31-18-10879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9.582"/>
    </inkml:context>
    <inkml:brush xml:id="br0">
      <inkml:brushProperty name="width" value="0.035" units="cm"/>
      <inkml:brushProperty name="height" value="0.035" units="cm"/>
    </inkml:brush>
  </inkml:definitions>
  <inkml:trace contextRef="#ctx0" brushRef="#br0">21 10 12997,'0'-1'240,"-1"1"0,1-1 1,-1 0-1,0 0 0,1 1 0,-1-1 0,0 1 0,0-1 0,0 0 0,1 1 1,-1-1-1,0 1 0,0 0 0,0-1 0,0 1 0,0 0 0,0 0 0,-2-1 0,0 1 3648,12 2-1254,25 3 130,65 19 0,6 1 394,-22-7-3158,-55-11 0,57 6 0,-65-11 0,-19-1-9,-1-1 0,1 0 0,-1 0 0,1 1 0,-1-1 0,1 0-1,-1 0 1,1 0 0,-1 0 0,1 0 0,0 0 0,-1 0 0,1 0 0,-1 0 0,1 0 0,-1 0 0,1 0 0,-1 0 0,1 0 0,-1 0-1,1-1 1,-1 1 0,1 0 0,-1 0 0,1-1 0,-1 1 0,1 0 0,-1-1 0,1 1 0,-1 0 0,0-1 0,1 0 0,-6-8-1189,4 7 521,0 1 542,0-3-564,-1 0-1,0 0 1,-1 0 0,1 1 0,0-1 0,-1 1 0,0-1 0,0 1 0,0 0 0,-5-4-1,-6-1-6796,4-9-4791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18:09.963"/>
    </inkml:context>
    <inkml:brush xml:id="br0">
      <inkml:brushProperty name="width" value="0.035" units="cm"/>
      <inkml:brushProperty name="height" value="0.035" units="cm"/>
    </inkml:brush>
  </inkml:definitions>
  <inkml:trace contextRef="#ctx0" brushRef="#br0">464 0 10609,'0'0'11001,"1"5"-9409,25 60 1336,11 31-454,-23-37-2001,-1 0 0,-4 1 0,-2 0 0,-1 66 0,-7-22 426,-24 163 0,9-176-1110,-4 0 1,-4-2-1,-4-1 0,-4 0 1,-83 159-1,97-215-935,-2-1-1,-1-1 1,-1-1-1,-32 33 1,28-37-2348,-1 0 0,-34 23 0,-5-7-8811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27:30.243"/>
    </inkml:context>
    <inkml:brush xml:id="br0">
      <inkml:brushProperty name="width" value="0.035" units="cm"/>
      <inkml:brushProperty name="height" value="0.035" units="cm"/>
    </inkml:brush>
  </inkml:definitions>
  <inkml:trace contextRef="#ctx0" brushRef="#br0">7792 347 5577,'15'-14'10752,"-18"12"-10617,-74-33 1040,-92-30 1,-91-14-854,211 65-147,-163-47 417,89 36-246,47 12-213,-206-24 77,-5 35-171,149 4-69,-38 6 24,68-5 107,40-2-64,-105 5-5,-123 11 6,214-5-40,-152 42-1,81-14-41,48-15-31,53-11 83,-1-2-1,-84 6 1,107-16-52,-2 1 48,1-2-1,-55-4 0,-40-8-18,-236 11-1,140 5 57,-119-5 232,130-11-22,122 8-211,42 0-80,-73 6 1,58 3 52,-172 22-58,-322 75 6,488-86 10,-139 39 104,-199 90-81,115-16 164,194-84-140,-106 69 0,97-48-20,88-56-21,0 0-1,-19 16 1,-9 7 63,-194 143-87,221-161 68,1 1 0,0 1 0,1 0 0,1 2-1,1 0 1,1 0 0,1 1 0,1 1 0,1 0 0,0 1 0,2 0 0,0 0 0,-8 44 0,13-44-9,2 1 0,0-1 0,1 1 0,2 0 0,0-1 0,2 0 0,1 1 0,6 24 0,0-11 13,2 0 1,1-2-1,33 66 1,-19-50-14,-8-14-28,30 43 0,-5-18 60,-7-8-35,2-1 1,2-2-1,57 54 1,-25-34-51,24 21 52,-32-32-23,22 19 60,-45-44-47,-26-21 2,1-1 1,0 0-1,24 13 1,-36-24 4,38 21-18,0-1-1,2-3 1,52 16 0,239 39 146,-234-57-118,253 34 22,-164-32-2,153 8-40,-257-24-10,159-2 55,94-19-79,-230 9-55,349-14 138,-256 10 2,-27 0-58,48-3 53,-132 12-95,-19 1 79,133 9 0,-152-1-18,-26-4-12,37 8 0,157 20 5,-202-27-3,200 0 12,-112-4-23,73-7 15,-75 1-2,50-4 14,236-48 0,-307 40-13,32-7-18,-74 18 4,46-18 0,10-2 15,246-40 10,-267 54 28,-1-2 0,115-43 0,-172 52-36,0-1 0,-1 0 0,0-2 0,0 0-1,-1-1 1,-1-1 0,0 0 0,-1-1 0,0-1-1,-1-1 1,-1 0 0,18-28 0,1-6 87,26-45 140,-46 71-203,-4 10 19,-1-1 0,8-24 1,-6 15-2,1 1-1,18-30 1,-26 49-41,49-73 50,-29 40-36,40-48 1,-37 50 26,39-64 0,-59 88-43,54-113 84,-54 108-81,-1 0 1,-1 0 0,0 0 0,-1 0 0,-1 0-1,0-25 1,-4 1 2,-2 0-1,-11-46 0,7 27 22,8 49-34,-1 0-1,-1 0 1,1 0-1,-2 0 1,1 0-1,-6-11 0,2 5 8,1 0 0,-7-31 0,1 0 148,4 29-159,0 1 0,-1 1 0,-1-1-1,-16-22 1,13 22 4,1-1 0,-16-36 0,19 35-22,4 12 50,1 0 0,1-1-1,-1 1 1,-1-9 0,1-5-78,2 12 66,-1 0-1,1 0 0,1-1 0,0 1 1,1-13-1,0 19-47,-1 0-2,8-68 89,-1 33-137,-2 12 70,-1-16 3,-3-4 37,-6 15-32,2 21 4,3 7 8,0 1-10,2-5 8,-1 2-3,-1 1 1,1 0 0,-1 0 0,1 0-1,-1-1 1,-1 1 0,1 0 0,-1 0 0,1-1-1,-3-4 1,3 7-4,0-30 34,0 29-29,0 0-31,-3-28 90,3 28-60,-1-1-18,-1 0 15,2 1 1,-1-1-1,0 0 1,1 0-1,-1-4 0,-1-21 58,1 26-38,-13-20 126,12 21-132,-16-17-44,8 8 99,7 8-67,0-1-1,0 1 1,0 0 0,0 0 0,-1 0 0,1 1-1,-1-1 1,0 1 0,0 0 0,0 0 0,0 0-1,0 1 1,-6-2 0,-155-33 146,106 30-236,4-2 67,38 8 26,14 0 2,-15 0-78,-71-6 115,86 6-65,-1-1 55,-6 0-33,2-1-46,0 1 1,-1 0 0,1 1-1,-13 1 1,-34 9-1793,3 4-3687,36-10 408,3-1-3087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37.828"/>
    </inkml:context>
    <inkml:brush xml:id="br0">
      <inkml:brushProperty name="width" value="0.035" units="cm"/>
      <inkml:brushProperty name="height" value="0.035" units="cm"/>
    </inkml:brush>
  </inkml:definitions>
  <inkml:trace contextRef="#ctx0" brushRef="#br0">676 22 5705,'25'-7'845,"-21"6"-303,-11 1 3269,-7 0 1940,16-1-5696,-1 1-1,0-1 1,0 0-1,0 1 1,1-1-1,-1 0 1,0 1 0,0-1-1,0 0 1,0 0-1,-1 0 1,2-1-1,1-1 1391,-21 11-1282,0 0-1,1 1 1,-32 23 0,5-4 10,18-9-135,1 0-1,1 2 1,1 0-1,0 2 1,2 0-1,1 1 0,-19 31 1,-62 114-77,60-94 106,7-9 7,2 2 0,4 1 0,3 1 0,3 2 0,-14 78 0,22-70 44,3 1 0,0 113 0,22 164 207,-10-349-319,1 33 18,10 148 57,2 32 37,-3-18-59,-4-112-30,7 69 38,35 213 52,-40-324-111,23 78 0,-23-96 8,6 10-23,32 67 0,7 16 52,-41-94-35,1 0-1,1-1 0,25 35 1,-23-41 1,0-2 1,26 24-1,-26-27 2,-2-5 8,0 0-1,0-1 1,2-1-1,-1 0 1,2-1-1,18 9 1,2-3 45,75 24 0,-87-35-37,1-1 1,0-2-1,0 0 0,0-2 1,0-1-1,0-1 0,28-6 1,-17 1 22,-1-3 1,68-24-1,-101 32-55,51-22 72,-1-3 1,-2-1 0,54-38-1,-86 52-51,32-23 59,-2-2 0,-2-2 0,-1-2 0,64-76-1,-70 66-57,-2-2-1,42-77 0,-34 53-30,-33 54 44,23-52-1,-32 61-6,0 1-1,-1 0 0,0-1 0,-1 0 1,2-22-1,5-52 123,-5 63-102,-2 0-1,0-39 1,-3 29-18,5-42 0,-1 42-14,-2-39 0,5-70 233,1 48-111,3 1 41,-6 65-21,2-58 1,-3 5 9,-1-42 258,-2 49-266,0 48-80,-1 0 1,-4-33-1,-8-41 142,-8-44-89,-55-138 614,47 190-583,14 56-109,9 27-38,1 0 0,-5-20 1,4 10 31,-1 1 1,-1 0-1,-10-23 1,-6-14 2,7 12 120,-1 0-1,-36-63 1,40 88-121,-1 1 1,-1 0-1,-1 2 1,0-1-1,-1 2 1,-1 0 0,-1 1-1,0 1 1,-1 1-1,-1 1 1,0 1 0,-45-20-1,33 20-33,-1 0 1,-1 3-1,0 0 0,0 3 0,-1 1 1,1 1-1,-1 2 0,-46 3 0,9 4-20,-98 19 0,36 10 39,116-28-252,0 1 0,0 1-1,2 1 1,-1 1 0,-17 12 0,-60 39-2538,24-17-1289,5 5-4340,34-20-555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38.480"/>
    </inkml:context>
    <inkml:brush xml:id="br0">
      <inkml:brushProperty name="width" value="0.035" units="cm"/>
      <inkml:brushProperty name="height" value="0.035" units="cm"/>
    </inkml:brush>
  </inkml:definitions>
  <inkml:trace contextRef="#ctx0" brushRef="#br0">52 0 9541,'0'0'8241,"-1"2"-7714,-2 3-413,0-1 1,1 1-1,-1 0 1,1-1-1,1 1 1,-1 0-1,1 1 1,-2 7-1,-3 48 391,5-39-295,-22 651 2785,23-652-2767,2 1 0,0-1 0,2 1 0,0-1-1,11 33 1,-12-45-81,1-1 0,0 0 0,0 0-1,0-1 1,1 1 0,0-1 0,0 0 0,1 0-1,0-1 1,0 1 0,1-2 0,0 1 0,0 0-1,0-1 1,1-1 0,11 7 0,-2-5 125,-1 0-1,1-1 1,1 0 0,26 3 0,73 1 583,-92-8-726,165 1 595,-15 0-372,435 30 107,-349-13-2603,-244-18 1663,51 3-971,-20-9-2438,-48 4 3827,2 1-230,-1 0 1,1 0 0,0-1-1,-1 1 1,1-1 0,-1 1-1,1-1 1,-1 0 0,1 0-1,1 0 1,3-13-5949,-3-2-4078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38.732"/>
    </inkml:context>
    <inkml:brush xml:id="br0">
      <inkml:brushProperty name="width" value="0.035" units="cm"/>
      <inkml:brushProperty name="height" value="0.035" units="cm"/>
    </inkml:brush>
  </inkml:definitions>
  <inkml:trace contextRef="#ctx0" brushRef="#br0">0 48 11953,'1'1'107,"0"0"0,0-1 0,0 1 0,-1-1-1,1 1 1,0-1 0,0 1 0,0-1 0,0 0 0,0 0 0,0 1 0,0-1 0,0 0-1,0 0 1,0 0 0,0 0 0,0 0 0,0 0 0,0 0 0,0 0 0,0-1-1,0 1 1,0 0 0,0-1 0,0 1 0,0 0 0,0-1 0,0 1 0,1-2-1,3 0 439,34-15 2928,-33 14-2954,1-1 0,0 2 1,0-1-1,0 1 0,13-3 1,13 0 653,0 2 1,0 1 0,55 4-1,-66 0-756,1 1-1,-1 1 1,0 0 0,0 2-1,-1 1 1,32 14-1,-47-18-365,0 1 0,0-1 0,-1 1 0,1 1 0,-1-1 0,1 1 0,-1 0 0,-1 0 0,1 1 0,-1-1 0,0 1-1,0 0 1,-1 0 0,0 0 0,0 0 0,0 1 0,-1-1 0,1 1 0,-2 0 0,1 0 0,-1 0 0,0 0 0,0 0 0,-1 0 0,-1 8-1,-1 12-467,-1 0-1,-1 0 0,-2 0 1,0-1-1,-13 30 0,9-29-687,-1-2-1,-1 0 1,-25 38-1,-54 64-8838,87-122 9283,-42 51-10049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39.238"/>
    </inkml:context>
    <inkml:brush xml:id="br0">
      <inkml:brushProperty name="width" value="0.035" units="cm"/>
      <inkml:brushProperty name="height" value="0.035" units="cm"/>
    </inkml:brush>
  </inkml:definitions>
  <inkml:trace contextRef="#ctx0" brushRef="#br0">389 15 7021,'9'2'2706,"-23"-16"8159,10 14-10316,-12-2-314,0 2 0,-1 0 1,1 0-1,0 1 0,-24 6 1,-84 24 119,71-16-140,-2-1 269,54-14-375,-1 0 0,1 0-1,-1 1 1,1-1 0,-1 0 0,1 1 0,-1-1 0,1 1 0,-1 0 0,1-1 0,0 1-1,-1 0 1,1 0 0,0 0 0,-3 2 0,4-3-57,0 1 0,0-1 0,-1 1 0,1 0 0,0-1 0,0 1 1,0-1-1,0 1 0,0 0 0,0-1 0,0 1 0,0 0 0,0-1 0,0 1 0,0-1 0,0 1 1,0 0-1,0-1 0,1 1 0,-1-1 0,0 1 0,0-1 0,1 1 0,-1 0 0,1 0 0,2 3 126,0-1 0,0 0-1,1 0 1,-1 0 0,1 0 0,-1 0-1,1 0 1,5 2 0,43 22 1048,86 60 0,-134-84-1240,1 0 1,-1 1-1,1-1 1,-1 1-1,0 0 1,-1 1 0,1-1-1,-1 1 1,0-1-1,0 1 1,0 0-1,0 0 1,-1 0-1,0 1 1,0-1-1,-1 1 1,1-1-1,-1 1 1,0-1-1,-1 1 1,1-1-1,-1 1 1,0 0-1,-1-1 1,1 1 0,-1 0-1,0-1 1,-4 11-1,0-1-651,-1 0-1,-1 0 0,0-1 1,0 0-1,-18 23 1,19-30-153,0 0-1,-1 0 1,0 0 0,-10 7 0,9-9-759,0 0-1,0 0 1,-1-1 0,-15 6-1,-22 3-9831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0.572"/>
    </inkml:context>
    <inkml:brush xml:id="br0">
      <inkml:brushProperty name="width" value="0.035" units="cm"/>
      <inkml:brushProperty name="height" value="0.035" units="cm"/>
    </inkml:brush>
  </inkml:definitions>
  <inkml:trace contextRef="#ctx0" brushRef="#br0">298 619 11093,'0'0'5143,"-3"1"-4421,-7 2-289,6-2-330,0 0-1,0 0 1,0 1-1,1-1 1,-1 1-1,1 0 1,-1 0-1,1 0 1,-5 4-1,-104 76 773,56-43-446,46-31-134,1 0-1,-14 15 1,9-8 170,11-12-334,1 0 1,-1 1 0,1-1-1,0 1 1,0 0 0,-2 7 0,2-6 54,2-4-145,0 1-1,1-1 0,-1 1 0,0-1 0,1 1 1,-1-1-1,1 0 0,-1 1 0,1-1 0,0 0 1,0 1-1,-1-1 0,1 0 0,0 0 0,0 0 1,0 0-1,0 0 0,1 0 0,0 1 0,4 0 61,0 0 0,0-1-1,0 0 1,0 0 0,0-1-1,0 1 1,0-1 0,0-1-1,7 0 1,8 0 131,10 0-135,0-2 1,1-1-1,-1-1 0,33-11 0,-4 5-704,-55 10 555,-1-1 0,0 0 1,0 0-1,0 0 0,0 0 0,0-1 0,0 1 1,-1-1-1,1 0 0,-1-1 0,4-3 1,2-1 22,-7 6 133,-2-2 10,-3-29 257,3 29 450,-5-25-711,5 27-10,2 3-326,9 5-17,-1 1 1,1-1-1,-2 2 1,1-1-1,-1 2 0,9 9 1,-17-17 218,1 0 1,-1 0 0,0 0-1,1 0 1,-1 0-1,1 0 1,-1 0 0,1 0-1,0 0 1,-1-1-1,1 1 1,0-1 0,-1 1-1,1-1 1,0 0-1,0 0 1,0 0 0,-1 0-1,1 0 1,0 0-1,0 0 1,-1 0 0,1-1-1,0 1 1,0-1-1,1 0 1,6-2-33,0-1 1,-1 0-1,15-10 1,-9 5-55,166-103-392,-101 61 670,-50 37 20,-26 13-133,-2 3 3,0 2-52,0 0 1,-1 0-1,1 0 0,0 0 1,-1-1-1,0 1 0,0 0 1,0 0-1,-1 0 0,1 0 1,-1 0-1,0 0 0,0 0 1,-1-1-1,1 1 0,-1-1 1,-2 7-1,-16 26-33,19-34-23,7 12 37,-6-13 17,0-1 0,0 1 1,1-1-1,-1 0 0,0 1 0,0-1 0,1 1 1,-1-1-1,0 0 0,1 1 0,-1-1 0,0 0 1,1 0-1,-1 1 0,1-1 0,-1 0 0,0 0 0,1 1 1,-1-1-1,1 0 0,-1 0 0,1 0 0,-1 0 1,1 0-1,-1 0 0,0 0 0,1 0 0,-1 0 1,1 0-1,-1 0 0,1 0 0,0 0 0,21-10 81,24-27 34,-38 31-82,156-148 395,-107 98-195,-50 49-164,2-10-63,-11 21-28,1 0-1,0 1 1,0-1-1,0 0 1,0 0-1,1 0 1,-1 8-1,-1 12-111,-26 60-428,27-82 506,11 5 136,-9-7-78,-1 1-1,1-1 1,0 1-1,0-1 1,0 0-1,0 1 1,0-1 0,0 0-1,0 0 1,0 0-1,0 1 1,0-1-1,0 0 1,0 0-1,0 0 1,0-1-1,0 1 1,0 0-1,0 0 1,-1 0-1,1-1 1,0 1-1,0 0 1,2-2-1,22-16 74,-10 7-37,37-25 144,-18 12-113,0 1-1,1 2 1,54-23-1,-53 26-109,-35 17 31,1 1 1,-1 0 0,1 0-1,-1 0 1,1 0 0,-1 1-1,1-1 1,-1 0 0,0 1-1,1-1 1,-1 1 0,1-1-1,-1 1 1,0-1 0,0 1-1,1 0 1,-1 0 0,0 0-1,2 1 1,-1 1-10,-1 0-1,1 0 1,0-1-1,-1 1 1,1 1-1,-1-1 1,0 0-1,0 0 1,-1 0 0,2 6-1,1 39-194,-2-27 67,0-14 97,-1 1 0,1-1 0,0 0-1,1 0 1,3 11 0,-4-16 45,0-1-1,0 1 1,0 0 0,0-1 0,0 1-1,0 0 1,0-1 0,0 0 0,1 1-1,-1-1 1,1 0 0,-1 1 0,1-1-1,-1 0 1,1 0 0,0 0 0,-1 0-1,1-1 1,0 1 0,0 0 0,0-1-1,-1 1 1,1-1 0,0 0-1,0 0 1,0 0 0,2 0 0,15 0 6,0-2 0,0 0 0,-1-1 0,34-11 0,71-32 97,-37 12-168,-30 14 135,66-34-1,-120 52-65,1 1-1,-1 0 0,1-1 0,-1 1 0,0-1 0,1 1 0,-1-1 0,0 0 1,0 0-1,0 0 0,-1 0 0,1-1 0,0 1 0,-1 0 0,1-1 1,-1 1-1,0-1 0,1-4 0,-1 2-1,-1 0 0,0 0 0,0 0 0,0 0 0,-1 0 0,0 0 0,0 1-1,0-1 1,-3-6 0,-31-127 700,13 49 1384,20 77-1521,0 1 0,0-1 0,2 1 0,-1-1 0,1 0 0,3-17 0,-2 26 64,-2 8-394,-68 521 196,15-133-1184,43-311 498,-33 439-2598,47-502 1891,-2-20 916,0 1 1,0-1-1,0 0 1,0 1-1,0-1 1,0 0-1,0 0 1,0 0-1,0 0 1,0 0-1,-1 0 1,1 0-1,1-2 1,3-5-65,0 0 0,0 0 1,-1 0-1,1-1 0,-2 0 1,5-13-1,10-59-480,-13 52 396,128-549-2054,-95 447 2328,-37 128-119,0-1 1,-1 1-1,0-1 0,0 1 0,0-1 1,0-4-1,0 7-3,0 0-1,0-1 1,0 1-1,0 0 1,-1 0-1,1 0 1,0 0-1,-1 0 0,1 0 1,0 0-1,-1 0 1,1 0-1,-1 0 1,0 0-1,1 0 1,-1 1-1,0-1 1,1 0-1,-2-1 1,-2 3-320,-1 0 0,1-1 0,-1 1 0,1 1 0,0-1 0,0 1 0,0 0 0,-6 3 0,6-3-195,-26 15-4579,-1 3-3089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1.629"/>
    </inkml:context>
    <inkml:brush xml:id="br0">
      <inkml:brushProperty name="width" value="0.035" units="cm"/>
      <inkml:brushProperty name="height" value="0.035" units="cm"/>
    </inkml:brush>
  </inkml:definitions>
  <inkml:trace contextRef="#ctx0" brushRef="#br0">47 1256 12785,'31'-7'2041,"-25"6"4948,-5-2-6810,1 0 1,-1 1 0,1-1-1,-1 1 1,1-1 0,0 1-1,3-4 1,5-6 259,-6 4-400,0-1 1,-1-1 0,0 1-1,0 0 1,-1-1-1,0 1 1,-1-1 0,0 0-1,0 0 1,-1 1-1,-3-19 1,3-20 40,3-63-218,2-147-76,-5 121 242,-6-132 473,3 151-3,4 78-52,-7-60-1,-8 121-330,-3 11-108,1 1 0,2 1-1,2 1 1,0 0 0,3 0 0,-6 39 0,8-20-19,1 0 1,4 1 0,5 80 0,-1-115 19,1-1 0,0 0 1,2 1-1,0-1 0,11 25 0,-10-31 10,0 0-1,1-1 1,0 1-1,1-1 1,0 0 0,1-1-1,1 0 1,10 9-1,-13-14-38,1-1 0,0 0 1,0 0-1,0-1 0,1 0 0,-1 0 0,1-1 0,0 0 1,0-1-1,0 0 0,0 0 0,1-1 0,-1-1 0,0 1 0,14-2 1,4-1-200,0-1 1,-1-1-1,1-2 1,27-9-1,-11 1-137,-28 8 148,1 0 1,-1 2-1,1 0 1,0 0 0,27-1-1,-42 5 203,-1 1-1,1-1 0,0 0 1,-1 1-1,1-1 1,0 1-1,-1-1 1,1 1-1,-1-1 1,1 1-1,-1-1 0,1 1 1,-1 0-1,1-1 1,-1 1-1,0-1 1,1 1-1,-1 0 0,0 0 1,0-1-1,1 2 1,-1-1-14,3 5-4,0 0 0,-1 0 0,1 0 0,-2 0 0,3 11 0,-3-12 28,0 1-1,0-1 1,0 0 0,1 0-1,0-1 1,0 1 0,0 0-1,1-1 1,-1 1-1,6 6 1,1-1 77,-6-6-71,0 0 0,0 0 0,1-1 0,-1 1-1,1-1 1,-1 0 0,1 0 0,0 0 0,0-1 0,1 1 0,-1-1 0,0 0 0,8 2-1,4-1 14,-1-1 0,1 0 0,-1-2 0,1 1 0,-1-2 0,1 0 0,0-1 0,-1-1 0,26-7 0,7-6-80,76-36 0,-103 40-114,0 0-1,34-28 1,-11 8-232,-42 31 387,-1-1 1,0 1-1,1 0 0,-1-1 0,0 1 1,0-1-1,0 1 0,0-1 1,0 0-1,-1 1 0,1-1 0,0 0 1,0-2-1,1-1-30,-1 3-2,-5 4 35,1-1-1,1 1 1,-1 0 0,0-1-1,0 1 1,1 1-1,-1-1 1,1 0 0,-1 1-1,1-1 1,-2 4 0,0-2 18,-2 6 61,-1-1 0,2 1 0,-1 0-1,1 0 1,1 0 0,0 1 0,0-1 0,1 1 0,1 0 0,0 0 0,-1 13 0,2-21-18,1 0 1,-1 0-1,0-1 0,0 1 0,0-1 0,0 1 1,-3 3-1,0 2 87,3-6 582,13-16-363,60-70-137,-49 65-510,-17 14 195,-4 4-41,1 1-187,0 1 310,0-1-1,0 1 0,0 0 0,1-1 0,-1 2 0,0-1 0,-1 0 0,1 0 0,0 1 0,0 0 0,4 3 0,-2 0 14,0-1 0,0 0-1,0 0 1,0-1 0,1 1 0,0-1-1,0 0 1,-1-1 0,2 1 0,-1-1-1,0 0 1,10 1 0,-5-2 6,-1 0 1,1-1-1,-1 0 1,1 0-1,-1-1 1,1-1-1,11-3 0,167-40-265,-160 39 142,0-2 0,46-17 0,-44 16 418,-28 9 421,10 17 58,-11-12-684,-1-1 0,1 0 0,-1 1 0,-1 0 0,1-1 0,-1 1 0,1-1 1,-1 1-1,-1 0 0,0 7 0,-13 54 820,4-25-474,-34 242 1012,26-165-1309,-15 70-1893,30-177 1267,-1 0 0,-1 1 0,1-1 0,-2-1 0,0 1-1,0-1 1,-1 0 0,0-1 0,-11 12 0,11-14-768,0 0 0,-1 0 0,0-1 0,0 0 0,-1-1 0,-17 9 1,15-10-2116,0 0 0,-21 3 1,32-7 3359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1.768"/>
    </inkml:context>
    <inkml:brush xml:id="br0">
      <inkml:brushProperty name="width" value="0.035" units="cm"/>
      <inkml:brushProperty name="height" value="0.035" units="cm"/>
    </inkml:brush>
  </inkml:definitions>
  <inkml:trace contextRef="#ctx0" brushRef="#br0">1 41 19610,'20'0'10933,"-9"-9"-10177,-2-3-460,-24 1-13717,1 2-1769</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2.692"/>
    </inkml:context>
    <inkml:brush xml:id="br0">
      <inkml:brushProperty name="width" value="0.035" units="cm"/>
      <inkml:brushProperty name="height" value="0.035" units="cm"/>
    </inkml:brush>
  </inkml:definitions>
  <inkml:trace contextRef="#ctx0" brushRef="#br0">93 21 9253,'-31'-2'1800,"25"1"5580,-8 10-6273,12-8-1048,0 1-1,0 0 1,1 0 0,-1 0-1,1 0 1,-1 0 0,1 0 0,0 0-1,0 0 1,0 0 0,0 0 0,-1 3-1,-7 31 239,6-21-165,-1-2-8,2 0 0,0 0-1,1 0 1,0 0 0,1 21 0,3-2 265,9 36-1,-10-57-260,1-1 0,1 0 0,8 17-1,-10-24-83,0 0-1,0-1 1,0 1-1,0 0 1,0-1-1,1 1 0,-1-1 1,1 0-1,0 0 1,0 0-1,0 0 1,0-1-1,0 1 1,0-1-1,0 0 0,0 1 1,1-1-1,-1-1 1,0 1-1,1 0 1,4-1-1,3 1 76,1-1 1,-1-1-1,0 0 0,17-3 1,-12 1-40,0-1 0,0-1 0,-1-1 1,0 0-1,0 0 0,0-2 1,-1 0-1,0 0 0,0-1 1,14-14-1,70-52-584,-95 73 232,0 4 188,-1 1 0,0-1-1,0 1 1,0 0 0,0-1 0,0 1 0,2 4 0,-2 3 10,0 1 1,-1 0-1,0 0 1,0 13-1,3 27-43,-2-45 140,-1 1 1,1-1 0,1 0-1,-1-1 1,1 1-1,0 0 1,1-1 0,-1 1-1,1-1 1,0 0-1,0 0 1,1-1 0,0 1-1,-1-1 1,1 0-1,1 0 1,7 4 0,-9-7 155,-1 0 1,0-1 0,0 1 0,1-1 0,-1 0 0,1 0 0,-1 0-1,0 0 1,1 0 0,-1-1 0,0 0 0,4 0 0,-1-2 2,0 0 0,1 0 0,-1 0 0,-1-1 0,1 0 0,0 0-1,-1-1 1,0 1 0,0-1 0,0 0 0,-1 0 0,7-10 0,-3 4 75,0 0-1,-1-1 1,-1 0-1,0 0 1,0 0 0,6-21-1,-10 25-226,0 0 1,0 0-1,-1 0 0,0 0 0,0 0 0,-1 0 1,0 0-1,-1 0 0,1 0 0,-1 0 1,-1 0-1,-3-11 0,0 6-319,0 1 1,-1-1-1,-1 1 0,0 0 1,0 1-1,-1 0 0,-1 0 1,-18-18-1,19 22-329,0 1 0,0-1-1,-1 1 1,0 1 0,-1 0 0,1 0 0,-1 1 0,0 0-1,0 0 1,0 1 0,0 1 0,-11-2 0,-19-1-5801,5 4-4126</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2.955"/>
    </inkml:context>
    <inkml:brush xml:id="br0">
      <inkml:brushProperty name="width" value="0.035" units="cm"/>
      <inkml:brushProperty name="height" value="0.035" units="cm"/>
    </inkml:brush>
  </inkml:definitions>
  <inkml:trace contextRef="#ctx0" brushRef="#br0">67 0 15021,'-23'35'1949,"17"-24"-565,-2 15-360,-1-3-216,3 6-160,0 17-132,4-9-92,2-20-484,-3 9-544,0 0-716,3-3-756,3 0-3185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3.131"/>
    </inkml:context>
    <inkml:brush xml:id="br0">
      <inkml:brushProperty name="width" value="0.035" units="cm"/>
      <inkml:brushProperty name="height" value="0.035" units="cm"/>
    </inkml:brush>
  </inkml:definitions>
  <inkml:trace contextRef="#ctx0" brushRef="#br0">262 0 15281,'-12'28'409,"-68"161"3027,47-100-2044,4 2 0,4 0-1,-17 118 1,23 50-1382,7-64-1360,3-33-2485,11-92-4575,-1-50 286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3.559"/>
    </inkml:context>
    <inkml:brush xml:id="br0">
      <inkml:brushProperty name="width" value="0.035" units="cm"/>
      <inkml:brushProperty name="height" value="0.035" units="cm"/>
    </inkml:brush>
  </inkml:definitions>
  <inkml:trace contextRef="#ctx0" brushRef="#br0">2 342 10077,'-1'4'438,"1"0"0,0-1 0,0 1 0,0 0 0,0 0 0,1-1 0,-1 1 0,1-1 0,0 1 1,0-1-1,1 1 0,-1-1 0,3 6 0,0-4-139,-1 0 1,1 0 0,0 0-1,1 0 1,-1-1-1,1 0 1,6 5 0,6 2 18,-1-1 1,2-1-1,-1 0 1,23 6-1,-24-9-196,1 0-1,0-2 0,0 0 1,0 0-1,0-2 0,1 0 1,-1-2-1,20 0 1,-28-1-100,0 0 1,1-1-1,-1 0 1,0 0-1,0-1 1,0 0-1,-1-1 1,1 0-1,-1 0 1,0-1-1,0 0 1,0 0-1,0-1 1,-1 0-1,0 0 0,11-13 1,-5 0-8,0 0-1,-1 0 1,-1-1 0,-1 0 0,-1-1-1,-1 0 1,9-35 0,-6 10 380,-3 0 1,6-82-1,-12 104-255,-2 19-29,-2 5-99,1 1 0,-1-1-1,0 1 1,0-1-1,0 1 1,1-1-1,-1 1 1,1 0-1,-1 0 1,0 0-1,1 0 1,-1 0 0,1 0-1,0 1 1,-1-1-1,0 2 1,-17 23 67,12-12-69,1 0 1,1 0 0,0 1-1,1 0 1,0 0-1,-1 23 1,0-9 3,-8 56 154,4 1 0,3 139 0,8-169 662,12 65 0,-13-118-756,-1 0 1,1 0-1,0 0 0,0 0 1,0 0-1,0 0 1,0-1-1,1 1 0,-1 0 1,1-1-1,-1 1 0,1-1 1,0 0-1,0 1 0,0-1 1,1 0-1,-1 0 0,0-1 1,1 1-1,-1 0 1,1-1-1,0 1 0,-1-1 1,1 0-1,0 0 0,0 0 1,0 0-1,4 0 0,5 0 85,0 0 1,-1-1-1,1 0 0,0-1 0,0 0 0,12-4 0,133-32 1079,-154 37-1234,-1-1 1,0 1-1,0 0 0,0 0 1,1 0-1,-1 0 0,0 1 1,0-1-1,0 0 1,0 1-1,1 0 0,-1-1 1,0 1-1,0 0 0,0 0 1,0 0-1,-1 0 0,1 1 1,0-1-1,0 0 1,-1 1-1,1 0 0,-1-1 1,1 1-1,-1 0 0,0-1 1,1 1-1,-1 0 1,0 0-1,1 3 0,2 6-45,-1 0 0,1 0 0,-2 0 0,3 20 0,-1-6-215,0-2-207,13 76-1937,-15-81 152,-2 32 1,-1-43 697,0-1 1,0 1 0,-1 0-1,0-1 1,-4 11 0,-5-1-8752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3.715"/>
    </inkml:context>
    <inkml:brush xml:id="br0">
      <inkml:brushProperty name="width" value="0.035" units="cm"/>
      <inkml:brushProperty name="height" value="0.035" units="cm"/>
    </inkml:brush>
  </inkml:definitions>
  <inkml:trace contextRef="#ctx0" brushRef="#br0">15 69 19702,'0'0'3704,"-8"-11"-2456,2-3-452,20 8-1604,4 0-380,-13-8-956,1 2-24,11 6-13990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4.237"/>
    </inkml:context>
    <inkml:brush xml:id="br0">
      <inkml:brushProperty name="width" value="0.035" units="cm"/>
      <inkml:brushProperty name="height" value="0.035" units="cm"/>
    </inkml:brush>
  </inkml:definitions>
  <inkml:trace contextRef="#ctx0" brushRef="#br0">14 0 9217,'-13'5'5136,"14"4"2213,4 4-7848,-3 12 1091,-2-20-512,0 0-1,0-1 1,1 1-1,0 0 1,2 7 0,19 71 402,-17-61-375,1-1 0,0 1 0,2-1-1,0 0 1,15 24 0,29 38 1915,-50-81-1886,0-1-1,0 0 1,0 0-1,0 0 0,0 0 1,0 0-1,1 0 1,-1 0-1,0-1 1,0 1-1,0-1 0,1 0 1,-1 1-1,0-1 1,5-1-1,-4 0-45,0 0 1,1 0-1,-1 0 0,0-1 1,0 1-1,0-1 0,0 0 0,0 0 1,0 0-1,-1-1 0,1 1 0,3-5 1,29-38 529,-27 34-458,1-3-245,0-1 0,-1 0 0,8-21 0,7-8-2689,-17 35 1248,-1 0-1,0-1 1,-1 1 0,4-14 0,0 4-4535,5 3-3714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4.982"/>
    </inkml:context>
    <inkml:brush xml:id="br0">
      <inkml:brushProperty name="width" value="0.035" units="cm"/>
      <inkml:brushProperty name="height" value="0.035" units="cm"/>
    </inkml:brush>
  </inkml:definitions>
  <inkml:trace contextRef="#ctx0" brushRef="#br0">216 548 12129,'5'9'737,"-4"-7"-442,0 0 0,0 0 0,-1-1-1,1 1 1,0 0 0,-1 0 0,1 0-1,-1 0 1,1 4 7112,-5-6-7412,-10-1-22,0 0 1,0 0-1,-15-4 1,28 5 24,0-1 1,0 1-1,0 0 1,0 0 0,0 0-1,0 0 1,-1 0-1,1 0 1,0 0-1,0 0 1,0 0 0,0 1-1,0-1 1,0 0-1,-1 1 1,0 0-1,-4 1-4,-1-1 17,1 1 1,0-1-1,-1 1 0,1 0 1,0 1-1,0 0 0,1 0 0,-1 0 1,1 0-1,-1 1 0,1 0 1,0 0-1,0 0 0,1 1 1,-1 0-1,1-1 0,-7 12 0,7-9 32,1-1-1,0 1 1,1 0-1,0 0 1,0 0-1,0 0 1,1 0-1,0 0 1,0 0-1,0 1 1,1-1-1,1 0 1,-1 1-1,1-1 1,0 0-1,3 10 1,-1-9-19,0 0 0,0 0 0,1 0 0,0 0 0,0-1 0,1 1 0,-1-1 0,2 0 0,-1-1 1,1 1-1,0-1 0,1 0 0,-1-1 0,1 1 0,0-1 0,0-1 0,1 1 0,10 3 0,-6-2-228,1-1 0,0-1 0,0 0 0,1-1-1,-1 0 1,1-1 0,0 0 0,0-2-1,-1 1 1,1-2 0,16-1 0,-22 0-93,0 0 1,0 0 0,0 0 0,0-1 0,0 0-1,-1-1 1,1 0 0,-1 0 0,0 0-1,0-1 1,-1 0 0,1-1 0,-1 1 0,0-1-1,-1 0 1,1-1 0,-1 1 0,-1-1-1,1 0 1,-1 0 0,4-10 0,5-13-707,-2 0 0,-1 0 1,-2-1-1,6-36 0,28-200 1732,-8 45 5498,-28 186-3911,0-66 1,-15 119-703,0 10-1139,1 2 0,2-1 1,0 1-1,-1 40 0,3-35-255,-7 124 452,6-53-397,-22 681 1027,27-750-1505,2 0 0,1-1 0,2 1 0,2-1 0,14 47 0,-21-81 196,0 0 1,0-1-1,1 1 1,-1 0-1,0-1 1,0 1 0,0-1-1,1 1 1,-1-1-1,0 1 1,1 0-1,-1-1 1,0 1-1,1-1 1,-1 0-1,1 1 1,-1-1-1,1 1 1,-1-1-1,1 0 1,-1 1 0,1-1-1,0 1 1,0-1-1,0-1 0,-1 1 0,1 0 0,-1 0 0,1 0 1,-1-1-1,1 1 0,-1 0 0,1-1 0,-1 1 1,1 0-1,-1-1 0,1 1 0,-1 0 0,0-1 0,1 1 1,-1-1-1,0 1 0,1-1 0,-1 0 0,4-5-54,-1-1-1,0 1 1,4-14-1,10-51-704,15-144-1,-23 133 483,34-200-379,-19 129 436,-21 133 206,16-86-97,-19 105 97,-1 0 0,1 1 0,-1-1 0,1 1 0,-1-1 0,1 1 0,-1-1 0,1 1 0,-1-1-1,0 1 1,1 0 0,-1-1 0,0 1 0,1 0 0,-1-1 0,0 1 0,0 0 0,1 0 0,-1 0-1,0 0 1,1 0 0,-3 0 0,1 0-80,-1 0-1,1 0 1,-1 1 0,1-1-1,-1 1 1,1 0 0,-1-1-1,1 1 1,-1 0 0,1 1 0,0-1-1,0 0 1,0 1 0,-3 1-1,-29 29-2081,22-20 934,-23 22-4538,-2 1-3630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5.268"/>
    </inkml:context>
    <inkml:brush xml:id="br0">
      <inkml:brushProperty name="width" value="0.035" units="cm"/>
      <inkml:brushProperty name="height" value="0.035" units="cm"/>
    </inkml:brush>
  </inkml:definitions>
  <inkml:trace contextRef="#ctx0" brushRef="#br0">9 1 13717,'3'5'867,"-2"-4"-706,-1 0 1,1 0-1,0 0 0,-1 0 1,1 0-1,-1 0 0,1 0 1,-1 1-1,0-1 0,1 0 1,-1 0-1,0 0 0,0 0 1,0 0-1,0 1 1,0-1-1,0 0 0,0 0 1,0 0-1,0 0 0,-1 1 1,1-1-1,0 0 0,-1 0 1,1 0-1,-1 0 0,1 0 1,-1 0-1,-1 2 0,0 1 177,0 1 0,1-1-1,-1 1 1,1-1-1,0 1 1,0 0-1,0 0 1,1 0 0,-1 0-1,1-1 1,1 6-1,9 58 1575,-6-46-1098,21 265 4335,-13-98-3765,-3-71-1429,-6-63-609,1 0 0,4 0 0,14 55 0,-21-106 89,0-1-1,0 1 0,1 0 1,-1-1-1,1 0 0,0 1 1,0-1-1,4 5 0,-5-7 331,-1-1-1,1 1 0,-1-1 0,1 1 0,-1-1 0,1 0 0,0 1 0,-1-1 0,1 0 0,-1 1 0,1-1 0,0 0 0,-1 0 0,1 1 0,0-1 0,-1 0 1,1 0-1,0 0 0,0 0 0,-1 0 0,1 0 0,0 0 0,-1 0 0,1-1 0,0 1 0,-1 0 0,1 0 0,0 0 0,-1-1 0,1 1 0,-1 0 0,1-1 1,0 1-1,-1-1 0,1 1 0,-1 0 0,1-1 0,-1 1 0,1-1 0,-1 1 0,1-1 0,-1 0 0,0 1 0,1-2 0,20-27-11145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5.692"/>
    </inkml:context>
    <inkml:brush xml:id="br0">
      <inkml:brushProperty name="width" value="0.035" units="cm"/>
      <inkml:brushProperty name="height" value="0.035" units="cm"/>
    </inkml:brush>
  </inkml:definitions>
  <inkml:trace contextRef="#ctx0" brushRef="#br0">270 0 10169,'-103'46'3234,"53"-16"-1336,41-26-1164,1 0 0,0 1 0,-1 0 0,1 0-1,1 1 1,-1 0 0,1 1 0,-7 7 0,10-9-553,0-1 0,0 1 0,1 0 0,0-1 0,0 2 0,0-1 0,0 0-1,1 1 1,0-1 0,0 1 0,0-1 0,1 1 0,0 0 0,-1 8 0,2 0-4,1-1 0,0 0 1,1 0-1,1 1 0,0-2 1,7 21-1,-8-27-217,1-1 1,-1 1-1,1-1 0,0 1 1,1-1-1,-1 0 0,1 0 0,0 0 1,0-1-1,1 0 0,-1 0 0,1 0 1,0 0-1,0 0 0,0-1 0,9 4 1,-10-6-8,-1 0 0,0 0 0,1 0 0,-1-1 0,1 1 0,0-1 0,-1 0 0,1 0 0,-1 0 0,1-1 0,-1 1 0,1-1 0,-1 0-1,1 0 1,-1 0 0,1 0 0,-1-1 0,0 1 0,0-1 0,0 0 0,0 0 0,5-4 0,-2 2-21,-1-2-1,1 1 1,-1-1-1,0 1 1,0-1-1,-1-1 1,1 1-1,-1-1 1,5-11-1,11-37-236,23-91 0,-40 126 475,2-31-1,-2 11 53,-2 37 18,-1 42-173,1 0-1,2 0 1,9 44-1,-9-70-180,1 0-1,0 0 0,1 0 0,0 0 0,1-1 0,0 0 0,1 0 0,0 0 0,1-1 0,0 0 1,1-1-1,15 15 0,-19-21-226,-1-1 0,1 1 1,0-1-1,0 0 0,1 0 0,-1-1 1,0 0-1,1 0 0,0 0 1,9 2-1,-2-3-1561,0 1 0,1-2 0,21-1 0,13-3-6141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5.884"/>
    </inkml:context>
    <inkml:brush xml:id="br0">
      <inkml:brushProperty name="width" value="0.035" units="cm"/>
      <inkml:brushProperty name="height" value="0.035" units="cm"/>
    </inkml:brush>
  </inkml:definitions>
  <inkml:trace contextRef="#ctx0" brushRef="#br0">208 1 13805,'-86'33'1726,"80"-30"-1405,-1 1 1,1 0-1,0 0 0,0 1 1,0 0-1,0 0 0,1 0 1,0 1-1,0 0 1,-6 10-1,5-8 73,0-1-207,1 0 0,0 1 1,1 0-1,-1 0 0,2 0 0,-1 0 1,1 1-1,0 0 0,1-1 0,0 1 1,0 0-1,1 0 0,0 10 0,0-12-148,1 0 0,1 1 0,-1-1 0,1 0 0,0 0 0,1 0 0,0 1 1,0-1-1,1-1 0,-1 1 0,2 0 0,-1-1 0,1 1 0,0-1 0,0 0 0,0 0 0,1-1 0,0 1 0,0-1 0,1 0 0,-1-1 0,12 8 0,-3-5-166,1 0 0,0-1 1,1-1-1,0-1 0,-1 0 0,1-1 1,1 0-1,-1-1 0,19-1 0,22-2-3872,72-11 0,-96 8 1306,46-5-5343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7.149"/>
    </inkml:context>
    <inkml:brush xml:id="br0">
      <inkml:brushProperty name="width" value="0.035" units="cm"/>
      <inkml:brushProperty name="height" value="0.035" units="cm"/>
    </inkml:brush>
  </inkml:definitions>
  <inkml:trace contextRef="#ctx0" brushRef="#br0">268 26 14065,'0'0'9686,"3"0"-8413,63 2 1802,-63-1-1861,-6-2-3443,-23-5 1259,1 2 1,-1 1 0,-48 0-1,37 2 961,-39-5-1,70 5 85,1 0 63,-1 0-1,1 0 0,0 0 1,-1 1-1,1 0 0,-1 0 1,1 1-1,0 0 0,-11 2 1,16-3-125,0 0 1,0 0-1,0 0 0,0 0 1,0 0-1,-1 0 1,1 0-1,0 0 1,0 0-1,0 0 1,0 0-1,0 0 1,0 0-1,-1 1 0,1-1 1,0 0-1,0 0 1,0 0-1,0 0 1,0 0-1,0 0 1,0 0-1,0 1 1,0-1-1,-1 0 0,1 0 1,0 0-1,0 0 1,0 0-1,0 1 1,0-1-1,0 0 1,0 0-1,0 0 1,0 0-1,0 0 0,0 1 1,0-1-1,0 0 1,0 0-1,0 0 1,0 0-1,1 1 1,-1 2 89,-1 2 34,1 1 0,0-1 0,1 0 0,0 0 0,-1 0 0,2 1 0,-1-1 0,0 0 0,1 0 0,4 7 0,7 11 69,2 0-1,1-1 1,1-1 0,1 0 0,0-1-1,2-1 1,37 29 0,-30-29-1142,0-2 1,1 0-1,43 17 0,-68-32 754,1-1 1,-1 0-1,1 0 1,0 0-1,0 0 1,-1-1-1,1 0 0,0 0 1,0 0-1,-1 0 1,1 0-1,0-1 1,0 1-1,-1-1 1,1 0-1,-1 0 0,1-1 1,-1 1-1,1-1 1,-1 1-1,0-1 1,1 0-1,-1-1 0,0 1 1,0 0-1,-1-1 1,1 0-1,-1 1 1,5-7-1,4-6-3,0-2 0,-1 1 0,0-1 1,9-26-1,-10 25 450,34-79 2441,-34 59-1421,-8 35-1040,-3 4-212,0 1 0,0-1 1,0 0-1,0 1 0,0 0 1,1-1-1,-1 1 0,1 0 0,-1 0 1,1 0-1,0 0 0,-1 0 1,0 3-1,0-2 21,-83 148 293,77-136-339,4-6-19,0-1 0,0 1 0,-3 15 1,5-17-19,2-5 16,-1 1 0,1-1 1,0 1-1,0 0 1,0-1-1,1 1 1,-1-1-1,1 1 0,-1-1 1,1 1-1,0-1 1,1 4-1,0-2 12,-2-4 3,0 0-1,0 0 0,0 0 1,0 1-1,0-1 0,0 0 1,0 0-1,0 0 0,0 0 0,0 0 1,0 0-1,0 0 0,0 1 1,0-1-1,0 0 0,0 0 0,0 0 1,0 0-1,0 0 0,0 0 1,0 0-1,0 0 0,1 0 0,-1 0 1,0 1-1,0-1 0,0 0 1,0 0-1,0 0 0,0 0 0,0 0 1,0 0-1,1 0 0,-1 0 1,0 0-1,0 0 0,0 0 0,0 0 1,0 0-1,0 0 0,1 0 1,-1 0-1,0 0 0,0 0 1,0 0-1,0 0 0,0 0 0,0 0 1,0 0-1,0 0 0,1 0 1,-1 0-1,0 0 0,0-1 0,0 1 1,0 0-1,0 0 0,0 0 1,0 0-1,0 0 0,12-4-7,0-1 0,-1 0 1,1-1-1,-2 0 0,1-1 0,-1 0 0,0-1 0,0 0 0,9-10 0,108-131 698,-114 132-662,11-15 58,-14 18-87,0 1 1,1 0 0,1 0 0,15-13 0,-25 25-88,-13 17-41,-4 11-101,-21 54-1,35-79 416,7-1-169,0 0 0,1 0 0,-1-1 0,0 1 0,0-2 1,1 1-1,-1-1 0,0 0 0,9-2 0,6-3 68,28-13 0,-3 1 26,26-3-88,31-11 65,-96 30-140,1 0 1,-1 0-1,1 1 1,-1 0-1,1 0 1,0 1-1,0 0 1,-1 1-1,14 1 1,-20-2 42,0 1 0,0-1 0,-1 0 0,1 0 0,0 1 0,0-1 0,0 1 0,0-1 1,-1 1-1,1-1 0,0 1 0,0-1 0,-1 1 0,1 0 0,-1-1 0,1 1 0,0 0 1,0 1-1,2 2-16,12 10-30,-11-10 47,0 0 0,0 0 0,0 0-1,1 0 1,0-1 0,-1 0 0,1 0-1,0 0 1,1-1 0,-1 0 0,9 3-1,8 0 23,0-2 0,1 0-1,36-1 1,72-9-24,-123 6-7,128-17 72,12-1-29,-109 12 42,-21 3 42,-14 3-183,-7-1-231,1-2 274,-1 1-1,0 0 1,-1 0-1,1 0 0,0 1 1,-1-1-1,0 1 0,1 0 1,-1 0-1,0 0 1,0 0-1,0 0 0,0 1 1,0 0-1,-1 0 0,1 0 1,-6 0-1,-76-10-211,83 11 253,-14 2 86,16-2-92,0 0 0,1 0 0,-1 0 0,0 0 0,1 0-1,-1 0 1,0 0 0,1 0 0,-1 1 0,1-1 0,-1 0 0,0 0 0,1 1 0,-1-1 0,1 0 0,-1 1 0,1-1 0,-1 0 0,1 1 0,-1-1 0,1 1 0,-1-1 0,0 1 0,2 0 7,-1 0 0,0 0 0,0 0 0,1-1 0,-1 1 0,0 0 0,1 0 0,-1-1 0,1 1 0,-1 0 0,1-1 0,-1 1 0,1-1 1,0 1-1,-1 0 0,1-1 0,0 0 0,-1 1 0,1-1 0,0 1 0,0-1 0,1 1 0,14 8 54,1-1 0,0-1-1,1 0 1,0-1 0,24 4-1,98 12 218,-96-16-270,205 25-1611,-226-28 623,-20-2 705,1 0 0,-1-1 0,1 1 0,0-1 0,-1 0 0,1 0 1,0 0-1,-1 0 0,1-1 0,0 1 0,-1-1 0,1 0 0,-1 0 1,1 0-1,-1-1 0,1 1 0,-1-1 0,0 0 0,3-2 0,-5 3 166,-1 0 0,0 0 0,1 0 0,-1 0 0,0 0-1,0 0 1,0 0 0,0 0 0,0 0 0,0-1 0,0 1-1,0 0 1,0 0 0,-1 0 0,1 0 0,-1-1-1,1 0-113,-1-2 210,1 1 1,-1 0-1,0-1 1,0 1-1,0 0 1,0 0-1,0 0 1,-1 0-1,1 0 1,-1 0-1,0 0 1,-3-4-1,3 5 677,-1-14 876,0 1 2702,6 15-4012,3 2-98,0-1-1,0 1 1,0 0-1,-1 1 0,1 0 1,9 5-1,-13-6-142,-10 27-758,7-27 675,6-1 101,-1 0 0,0 0 0,0 0 0,1 0 0,-1 1 1,5 1-1,8 4 59,7-2 21,30 2-1,6 1 36,255 66 135,-306-72-490,-1 0 0,0-1 0,0 0 0,1-1 0,-1 1 0,0-2 0,13-1 0,-14 2-61,-3-1 27,-1 1 1,1-1-1,0 1 0,0-1 0,-1 0 0,1-1 1,-1 1-1,1-1 0,-1 1 0,1-1 0,-1 0 1,0 0-1,0 0 0,0-1 0,5-4 0,8-17-4123,-1-10-3534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7.322"/>
    </inkml:context>
    <inkml:brush xml:id="br0">
      <inkml:brushProperty name="width" value="0.035" units="cm"/>
      <inkml:brushProperty name="height" value="0.035" units="cm"/>
    </inkml:brush>
  </inkml:definitions>
  <inkml:trace contextRef="#ctx0" brushRef="#br0">253 92 14209,'11'-19'743,"-8"15"-418,0-1-1,-1 0 1,1 1 0,-1-1 0,0 0 0,-1 0 0,1 0 0,0-7 0,-2 11-174,0 0 0,0 1 0,-1-1 0,1 0 0,-1 0 1,1 0-1,-1 1 0,1-1 0,-1 0 0,1 1 0,-1-1 1,1 0-1,-1 1 0,0-1 0,1 1 0,-1-1 0,0 1 0,0-1 1,-1 0-1,1 1 256,-3-4-216,-3-1 1687,6 6-1788,1-1 1,-1 1-1,1-1 0,-1 1 0,1-1 0,-1 1 0,1-1 0,-1 1 0,1 0 0,0-1 0,-1 1 0,1-1 0,0 1 1,0 0-1,-1-1 0,1 1 0,0 0 0,0 1 0,-3 9 251,1 0 0,1 1 0,0-1 0,0 1 0,2 18 0,0 19 255,-52 459 1548,41-434-1970,-35 234 77,10-81-1690,28-182 89,-18 65 0,-2-37-2687,18-54-527,-18 29 1,16-30-5448</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7.450"/>
    </inkml:context>
    <inkml:brush xml:id="br0">
      <inkml:brushProperty name="width" value="0.035" units="cm"/>
      <inkml:brushProperty name="height" value="0.035" units="cm"/>
    </inkml:brush>
  </inkml:definitions>
  <inkml:trace contextRef="#ctx0" brushRef="#br0">1 95 19362,'54'3'1996,"7"-9"-48,-12 0-264,-6 3-312,3-2-307,8 5-201,7 0-168,2-3-156,0 6-196,-5 0-432,-4-3-968,-5-6-633,-29-3-1315,-2 3 136,2-17-3401,-26-14-5644</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9.343"/>
    </inkml:context>
    <inkml:brush xml:id="br0">
      <inkml:brushProperty name="width" value="0.035" units="cm"/>
      <inkml:brushProperty name="height" value="0.035" units="cm"/>
    </inkml:brush>
  </inkml:definitions>
  <inkml:trace contextRef="#ctx0" brushRef="#br0">1463 52 7609,'-20'-43'1388,"17"34"6668,-1 10-7813,-4 0-135,4-1-44,0 0-1,0 1 1,0 0-1,0 0 1,0 0-1,1 0 1,-1 1-1,0-1 1,1 1-1,-7 4 1,-77 50 1389,-187 85 0,167-92-1083,-29 13 12,-146 90 0,242-128-336,15-10-15,-31 25 0,23-14-19,1 2 0,2 1 0,0 1 0,2 2 0,-32 45 0,35-40-4,2 1 0,2 1 0,-23 54 0,33-59 7,2 0-1,0 1 0,3 0 1,1 0-1,1 1 0,2-1 1,2 47-1,50 385 28,-23-275-26,16 28 27,-29-161-38,70 254 48,-57-236-44,2-1 0,40 71 0,-33-83 20,3-2 0,3-2 0,2-2 1,3-1-1,71 65 0,-84-91-25,2-2 0,54 33 0,86 38 26,240 93 52,-367-175-84,0-2 0,0-2 0,1-2 1,66 5-1,-42-11 10,0-3 1,98-10 0,-88 0-11,474-65 83,-285 7-34,-206 46-44,-1-3-1,64-32 0,-59 19 10,-1-2 1,73-56-1,-108 68-15,-2-2 0,0-1 0,-2-1 0,-2-2 0,41-56-1,-36 39 18,-2-1 0,-2-2 0,-2-1 0,35-99 0,-40 75 88,25-158-1,-22-84 667,-24 237-248,-17-145-1,7 173-284,-3 0 1,-1 0 0,-32-82-1,16 71-51,-2 1 1,-55-86-1,84 149-182,-162-242 478,16 56 83,113 148-454,-3 1 0,-62-50-1,-11 9-66,-3 4 0,-153-75 0,178 107-32,-123-42 0,146 64-35,0 4 1,-122-18 0,74 24-43,-1 4 0,1 6 0,0 4 1,-221 37-1,188-12-1371,1 8 1,-229 86-1,224-52-1792,124-56 1254,0 2 0,2 0 0,-33 29 0,-7 20-7401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49.928"/>
    </inkml:context>
    <inkml:brush xml:id="br0">
      <inkml:brushProperty name="width" value="0.035" units="cm"/>
      <inkml:brushProperty name="height" value="0.035" units="cm"/>
    </inkml:brush>
  </inkml:definitions>
  <inkml:trace contextRef="#ctx0" brushRef="#br0">2 337 9225,'0'-1'96,"0"1"0,0-1 0,-1 1 0,1-1 0,0 0-1,0 1 1,0-1 0,-1 1 0,1-1 0,0 0 0,0 1 0,0-1 0,0 1 0,0-1 0,0 0 0,0 1 0,1-1 0,-1 1 0,0-1 0,0 0 0,0 1-1,1-1 1,-1 1 0,1-2 0,13 2 2400,3 1-1145,-8-1-745,1-1 0,-1-1 1,0 0-1,0 0 0,0-1 0,9-4 0,6-1 288,573-137 8945,8 46-9021,-586 97-1240,-14 2 31,-1 0 0,0 0 1,1-1-1,-1 0 0,0 1 0,0-1 1,0-1-1,1 1 0,-1-1 1,0 1-1,-1-1 0,6-3 0,-9 5 274,1 0 0,-1 0 0,0-1 0,1 1-1,-1 0 1,0 0 0,0-1 0,1 1 0,-1 0 0,0 0-1,1-1 1,-1 1 0,0 0 0,0 0 0,0-1-1,1 1 1,-1 0 0,0-1 0,0 1 0,0 0-1,0-1 1,0 1 0,0-1 0,1 1 0,-1 0 0,0-1-1,0 1 1,0 0 0,0-1 0,0 1 0,0-1-1,-1 1 1,1 0 0,0-1 0,0 1 0,0 0 0,0-1-1,-15-6-4965,9 5 3481,-29-12-10038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0.149"/>
    </inkml:context>
    <inkml:brush xml:id="br0">
      <inkml:brushProperty name="width" value="0.035" units="cm"/>
      <inkml:brushProperty name="height" value="0.035" units="cm"/>
    </inkml:brush>
  </inkml:definitions>
  <inkml:trace contextRef="#ctx0" brushRef="#br0">9 0 16005,'0'0'123,"-1"1"0,0-1 0,1 0 0,-1 1-1,1-1 1,-1 0 0,1 1 0,0-1-1,-1 1 1,1-1 0,-1 1 0,1-1-1,0 1 1,-1-1 0,1 1 0,0-1-1,0 1 1,-1-1 0,1 1 0,0 0-1,0-1 1,0 1 0,0-1 0,0 1-1,0 0 1,0-1 0,0 1 0,0-1 0,0 2-1,17 2 4336,9 1-4550,-5 4 797,35 20 1,0 1 189,13 1-79,173 90 1463,-224-110-2078,-1 0 0,0 2 1,25 23-1,-36-30-145,0 0 0,0 1-1,-1 0 1,0 0 0,0 1-1,0 0 1,-1 0 0,-1 0 0,1 0-1,-1 0 1,2 11 0,-2 0-65,-1 0-1,-1 0 1,-1 0 0,0 0-1,-2 0 1,0-1 0,-1 1-1,-1 0 1,0-1 0,-13 31 0,1-10-1097,-2 0 0,-2-1-1,-43 62 1,-6-12-3740,16-36-1479,-13-3-5922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1.400"/>
    </inkml:context>
    <inkml:brush xml:id="br0">
      <inkml:brushProperty name="width" value="0.035" units="cm"/>
      <inkml:brushProperty name="height" value="0.035" units="cm"/>
    </inkml:brush>
  </inkml:definitions>
  <inkml:trace contextRef="#ctx0" brushRef="#br0">482 345 13685,'112'-88'9180,"-94"75"-7535,25-23 0,-37 30-1469,0 1 1,-1-2 0,0 1 0,0 0-1,-1-1 1,1 0 0,4-12 0,-8 15-227,0 1 0,0 0 0,0-1 0,-1 1 0,1-1 0,-1 1 0,0-1 0,0 1 1,0-1-1,0 1 0,-1-1 0,0 1 0,1-1 0,-1 1 0,0 0 0,-1-1 0,1 1 1,-1 0-1,1 0 0,-1 0 0,-2-3 0,0 1-81,0 0 1,0 1-1,0 0 0,0 0 0,0 0 1,-1 0-1,0 1 0,0 0 0,0-1 1,0 2-1,-11-5 0,2 2-47,-1 1 0,0 1 0,1 0 0,-1 1 0,0 1 0,0 0 0,0 1 0,0 1 0,0 0 0,0 1 1,0 1-1,0 0 0,0 1 0,1 0 0,0 1 0,0 1 0,0 1 0,1 0 0,-17 11 0,7-2 222,0 2 0,1 0 1,1 2-1,1 0 0,1 1 1,1 1-1,0 1 0,2 1 1,-17 32-1,16-22 320,1 1-1,2 0 1,1 1-1,2 1 1,2 0-1,1 0 1,-3 51-1,8-36 324,2-1 0,2 1 0,2 0 0,19 92 0,-18-126-546,40 242-2172,-43-241 729,-1 1 1,-1-1-1,-3 22 1,-10 20-6110,-4-18-3227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1.735"/>
    </inkml:context>
    <inkml:brush xml:id="br0">
      <inkml:brushProperty name="width" value="0.035" units="cm"/>
      <inkml:brushProperty name="height" value="0.035" units="cm"/>
    </inkml:brush>
  </inkml:definitions>
  <inkml:trace contextRef="#ctx0" brushRef="#br0">0 83 21478,'4'-1'605,"-1"0"0,0 0-1,0 0 1,1 0 0,-1-1 0,0 0-1,0 1 1,-1-1 0,6-5 0,10-6 850,-3 5-1008,0 1 0,0 1-1,0 0 1,1 1 0,-1 0-1,1 1 1,0 1 0,28-2-1,-12 4-539,-1 0 0,1 3 0,54 8 0,-85-10 91,25 4-2711,49 16-1,-68-18 1810,1 1 0,-1 1 0,0-1 0,0 1 0,0 0 0,0 1 0,-1 0 0,0 0 0,0 0 0,10 11 0,-14-13 324,12 16 1152,-12-10 4738,-3-4-4822,-1 0 0,1-1 0,0 1 0,1 0 0,-1 0 0,1 0 0,0 0 0,0 0 0,2 7 0,12 51 1238,-1-7-1003,-12-32-466,-1 0 0,-1-1 1,-5 33-1,1-12-2824,3-1-4869,-10-63-10493</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1.846"/>
    </inkml:context>
    <inkml:brush xml:id="br0">
      <inkml:brushProperty name="width" value="0.035" units="cm"/>
      <inkml:brushProperty name="height" value="0.035" units="cm"/>
    </inkml:brush>
  </inkml:definitions>
  <inkml:trace contextRef="#ctx0" brushRef="#br0">67 0 12721,'-15'3'1096,"-2"3"-952,0-6-884,-1 0-40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2.863"/>
    </inkml:context>
    <inkml:brush xml:id="br0">
      <inkml:brushProperty name="width" value="0.035" units="cm"/>
      <inkml:brushProperty name="height" value="0.035" units="cm"/>
    </inkml:brush>
  </inkml:definitions>
  <inkml:trace contextRef="#ctx0" brushRef="#br0">160 1250 14537,'-17'0'1185,"8"0"2978,8 4-3463,-9 24-43,-1-1 0,-29 52 0,-10 22-166,31-66 24,17-31 789,12-16-39,-3 3-927,163-192 1698,-130 156-3996,-39 43 1453,2 4 396,-1-1 0,1 1 1,0 0-1,-1 0 0,0 0 1,0 1-1,1-1 0,-1 1 1,1 2-1,8 11-155,-3-5 129,0 1 0,0-1 0,1-1 1,15 14-1,-21-21 157,0-1-1,1 1 1,0-1 0,-1 0 0,1 0 0,0 0-1,0-1 1,0 1 0,0-1 0,0 0 0,1 0-1,-1 0 1,0-1 0,0 1 0,1-1 0,-1 0-1,0-1 1,7 0 0,188-45 1108,-194 45-1265,0 1 1,1 0-1,-1-1 0,0 2 0,0-1 1,1 1-1,-1 0 0,0 0 0,0 0 1,7 3-1,-11-3 110,-1-1 0,1 0 1,0 1-1,0-1 0,0 1 0,-1-1 1,1 1-1,0 0 0,0-1 0,-1 1 0,1 0 1,-1 0-1,1-1 0,0 3 0,0-2 15,-1 0-1,1-1 0,0 1 0,-1 0 0,1 0 0,0 0 1,0-1-1,-1 1 0,1 0 0,0-1 0,0 1 0,0-1 0,0 1 1,2 0-1,9 3 40,1 0 0,-1-1 1,1 0-1,0-1 0,1-1 0,-1 0 1,0-1-1,24-2 0,12-5 276,51-14 0,-14 3-54,60-20-206,-110 27-219,-31 10 102,0-1 0,0 0 0,0 0-1,0-1 1,-1 1 0,1-1 0,0 0-1,-1 0 1,0-1 0,0 1 0,0-1 0,0 0-1,-1 0 1,0 0 0,1-1 0,-1 1-1,-1-1 1,1 1 0,-1-1 0,0 0 0,0 0-1,1-6 1,2-9-220,-1 0-1,-1 0 1,-1-1 0,-1-28-1,-1 33 239,2-214-414,3-98 1390,-1-32 1090,-4 283-1360,0 67-550,-1-1 0,0 1 0,-3-12 1,4 21-96,0 1 1,0 0 0,0-1-1,0 1 1,0-1-1,0 1 1,-1 0 0,1-1-1,0 1 1,0-1-1,0 1 1,0 0 0,0-1-1,-1 1 1,1 0 0,0-1-1,0 1 1,-1 0-1,1-1 1,0 1 0,-1 0-1,1 0 1,0-1 0,-1 1-1,1 0 1,0 0-1,-1 0 1,1-1 0,0 1-1,-1 0 1,0 1 5,0 0-1,0 1 1,0-1 0,0 0 0,0 1 0,1-1-1,-1 0 1,0 1 0,1-1 0,0 1 0,-1-1-1,1 1 1,0 2 0,-29 129 147,6 1 1,-5 145-1,22-21-17,8-196-143,2-1 0,16 71-1,19 21 101,-34-136-80,2 0 0,0-1 0,0 0 0,2 0 0,0-1 0,20 25 0,-25-36-21,0 0-1,-1 0 1,1 0-1,1-1 1,-1 1-1,1-1 1,-1 0-1,1-1 1,0 1-1,0-1 1,0 0-1,0 0 1,0 0-1,1-1 1,-1 0-1,0 0 1,1 0-1,-1-1 1,1 0-1,-1 0 1,1 0-1,-1-1 1,1 1-1,-1-1 1,0-1-1,1 1 0,4-3 1,0 0-91,1-1 1,-2 0-1,1 0 0,0-1 1,-1-1-1,0 1 0,-1-1 1,1-1-1,-1 0 0,-1 0 1,0-1-1,8-11 0,-8 10-62,0 0 0,0 0 0,-1-1 1,-1 0-1,0 0 0,-1 0 0,5-16 0,-9 25 101,0-1 1,0 1 0,0-1-1,0 1 1,0-1-1,0 1 1,-1-1 0,-1-4-1,2 5-33,0 5 18,4 14-10,1-7 113,-1-1 0,1 1-1,0-1 1,1 0 0,0-1-1,0 1 1,9 7 0,-2-2 114,2 0 0,0 0 1,17 10-1,-10-9-96,1-2-1,0-1 1,1 0 0,1-2-1,0-1 1,38 9 0,-59-17-318,1 0 1,-1-1-1,0 0 1,0 1 0,0-2-1,1 1 1,-1 0-1,5-2 1,-8 2 64,-1 0 0,1 0 1,0 0-1,-1-1 0,1 1 0,0 0 1,-1 0-1,1 0 0,0-1 0,-1 1 1,1 0-1,-1-1 0,1 1 0,0 0 1,-1-1-1,1 1 0,-1-1 0,1 1 1,-1-1-1,0 1 0,1-1 0,-1 0 1,1 1-1,-1-1 0,0 1 0,0-1 1,1 0-1,-1 1 0,0-1 0,0 0 1,0 1-1,1-1 0,-1 0 0,0 1 1,0-1-1,0 0 0,0 1 0,-1-1 1,1 0-1,0 1 0,0-1 0,0 0 1,0 1-1,-1-1 0,1-1 0,-13-22-8838</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3.026"/>
    </inkml:context>
    <inkml:brush xml:id="br0">
      <inkml:brushProperty name="width" value="0.035" units="cm"/>
      <inkml:brushProperty name="height" value="0.035" units="cm"/>
    </inkml:brush>
  </inkml:definitions>
  <inkml:trace contextRef="#ctx0" brushRef="#br0">1 194 16510,'106'-52'2752,"-48"26"-332,-4 0-204,12 3-384,-5 6-460,-1-1-283,3 10-385,-11 2-548,-3-3-1024,-6 7-605,-26-4-1371,-40 17-18038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3.181"/>
    </inkml:context>
    <inkml:brush xml:id="br0">
      <inkml:brushProperty name="width" value="0.035" units="cm"/>
      <inkml:brushProperty name="height" value="0.035" units="cm"/>
    </inkml:brush>
  </inkml:definitions>
  <inkml:trace contextRef="#ctx0" brushRef="#br0">3 29 23590,'20'-20'2908,"-6"14"-499,1 4 1451,-32 22-9749,-1 3-1983,1-12-8150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3.620"/>
    </inkml:context>
    <inkml:brush xml:id="br0">
      <inkml:brushProperty name="width" value="0.035" units="cm"/>
      <inkml:brushProperty name="height" value="0.035" units="cm"/>
    </inkml:brush>
  </inkml:definitions>
  <inkml:trace contextRef="#ctx0" brushRef="#br0">116 6 15989,'-10'-5'6397,"9"5"-6312,0 0 1,0-1 0,-1 1 0,1 0 0,0 0 0,0 0 0,0 1 0,0-1 0,0 0 0,0 0-1,-1 1 1,1-1 0,0 0 0,0 1 0,0-1 0,0 1 0,0 0 0,0-1 0,0 1-1,1 0 1,-1-1 0,0 1 0,0 0 0,0 1 0,-3 6 83,1 0 0,0 0 0,1 0 0,0 0 0,0 0-1,1 1 1,0 9 0,-3 7 65,-54 563 1769,68 2-3788,25-277-1415,-4-109-6806,-20-138-140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3.842"/>
    </inkml:context>
    <inkml:brush xml:id="br0">
      <inkml:brushProperty name="width" value="0.035" units="cm"/>
      <inkml:brushProperty name="height" value="0.035" units="cm"/>
    </inkml:brush>
  </inkml:definitions>
  <inkml:trace contextRef="#ctx0" brushRef="#br0">61 100 15337,'8'-11'532,"-6"6"-243,1 0 1,0 1-1,0 0 1,0 0-1,0 0 1,1 0-1,-1 0 1,1 0-1,0 1 1,0 0-1,1 0 1,-1 0 0,1 0-1,-1 1 1,10-4-1,-5 3 626,7-3 389,0 2-1,0-1 0,1 2 0,31-3 0,-45 6-1239,0-1 0,0 1-1,0 1 1,0-1 0,0 0-1,-1 1 1,1-1 0,0 1-1,0 0 1,-1 0-1,1 0 1,0 0 0,-1 0-1,1 1 1,-1-1 0,1 1-1,-1 0 1,0-1-1,0 1 1,0 0 0,0 1-1,0-1 1,0 0 0,0 0-1,-1 1 1,1-1-1,-1 1 1,0-1 0,0 1-1,0 0 1,0 0 0,0-1-1,0 1 1,-1 0 0,1 0-1,-1 3 1,1 3-101,-1 1 0,-1 0 0,0 0 1,0 0-1,-1-1 0,0 1 0,0 0 0,-1-1 1,-5 11-1,-5 9-1087,-27 44 1,23-46-261,0-1 0,-2 0 0,-1-1 1,0-1-1,-33 27 0,-5-2-4912,2-5-3793</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4.662"/>
    </inkml:context>
    <inkml:brush xml:id="br0">
      <inkml:brushProperty name="width" value="0.035" units="cm"/>
      <inkml:brushProperty name="height" value="0.035" units="cm"/>
    </inkml:brush>
  </inkml:definitions>
  <inkml:trace contextRef="#ctx0" brushRef="#br0">389 925 6133,'-5'-4'246,"0"0"0,0 0 0,-1 0 0,0 1 0,0-1 0,0 1 0,0 1 0,0-1 0,0 1 0,-8-2 0,-1 2 2,0 0 0,-1 1 0,1 0 0,0 2 0,-1-1 0,1 2 0,0 0 0,0 1-1,0 0 1,-27 11 0,-58 20 4712,98-33-4698,0 0 0,0 1 1,0-1-1,1 1 0,-1-1 1,0 1-1,1 0 0,-1-1 1,1 1-1,-1 0 0,1 0 0,-2 4 1,17 3 1198,-8-6-1189,0 0-1,0 0 1,0-1-1,0 0 1,0 0-1,1 0 1,-1 0-1,8 0 1,59 3 1098,-49-4-1082,71 8-1029,-91-8-30,-8 0-2966,-5 0 3398,0 0 0,-1 0 0,1 0 0,0-1 1,0 0-1,0-1 0,-1 0 0,1-1 0,-14-4 0,-6-3 875,-45-23-1,63 26-132,9 5-329,0 0 0,0 0 0,0 0 0,0 0-1,0-1 1,0 1 0,0-1 0,0 1 0,0-1 0,1 0 0,-1 1 0,1-1 0,-1 0 0,1 0-1,0 0 1,0 0 0,0-1 0,0 1 0,-1-4 0,1 2 16,1 0 1,0 1-1,0-1 0,0 0 1,0 0-1,1 1 0,-1-1 1,1 0-1,0 1 1,0-1-1,2-5 0,4-5 172,0 0 0,1 0 0,1 1 0,19-23 0,17-16 953,61-56 1,198-178 1013,-287 269-2404,-1-2 0,0 0-1,-2 0 1,17-29 0,-25 36 48,0 1 0,0-2-1,-1 1 1,-1 0 0,0-1 0,-1 0 0,0 0-1,-1 0 1,1-20 0,-10-7 452,6 36 30,1 1-17,-5-17 23,5 20-355,0 0-1,0 0 1,0 0 0,0 0 0,0 0 0,0 0-1,0 0 1,0 1 0,0-1 0,0 0 0,0 0-1,0 0 1,0 0 0,0 0 0,0 0 0,0 0-1,-1 0 1,1 0 0,0 0 0,0 0 0,0 0-1,0 0 1,0 0 0,0 0 0,0 0 0,0 0-1,0 0 1,0 0 0,0 0 0,-1 0 0,1 0-1,0 0 1,0 0 0,0 0 0,0 0 0,0 0-1,0 0 1,0 0 0,0 0 0,0 0 0,0 0-1,-1 0 1,1 0 0,0 0 0,0 0 0,0 0-1,0 0 1,0 0 0,0 0 0,0 0 0,0-1-1,0 1 1,0 0 0,0 0 0,0 0 0,0 0-1,0 0 1,0 0 0,0 0 0,0 0 0,0 0-1,0 0 1,0-1 0,0 1 0,0 0 0,0 0-1,0 0 1,0 0 0,-8 34 623,4-16-544,-11 93 413,4 1-1,4 118 0,5-128-344,8 1255-376,29-919-3950,-34-464 3646,1 6 421,44-514-843,59-38 1625,-66 378-205,-14 88-377,-25 106-126,-1-1 0,1 0 0,0 1 0,-1-1 0,1 0 0,-1 1 1,1-1-1,-1 1 0,1-1 0,-1 1 0,1-1 0,-1 1 1,1 0-1,-1-1 0,0 1 0,1 0 0,-1-1 0,1 1 0,-1 0 1,0 0-1,0-1 0,1 1 0,-1 0 0,0 0 0,0 0 0,0 0-84,-2-1-121,0 0 0,-1 1-1,1 0 1,0 0-1,-1 0 1,1 0-1,0 0 1,-1 1-1,1-1 1,0 1 0,0 0-1,-4 1 1,-37 21-6913,12-1-2805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5.296"/>
    </inkml:context>
    <inkml:brush xml:id="br0">
      <inkml:brushProperty name="width" value="0.035" units="cm"/>
      <inkml:brushProperty name="height" value="0.035" units="cm"/>
    </inkml:brush>
  </inkml:definitions>
  <inkml:trace contextRef="#ctx0" brushRef="#br0">124 873 12609,'-35'27'3746,"33"-25"-1221,0-1-1675,-3 2-675,1 0 1,-1 0 0,1 1-1,0 0 1,0 0 0,0 0-1,1 0 1,-1 0-1,1 1 1,0 0 0,0-1-1,-2 7 1,-4 10 56,-11 32 0,19-51-214,0 0-4,1 0 1,-1-1-1,1 1 0,-1 0 0,1 0 0,-1 0 0,1 0 0,0 0 0,0 0 0,0 0 0,0 0 0,0 0 0,1 0 1,-1 0-1,1 0 0,-1 0 0,1 0 0,-1-1 0,1 1 0,0 0 0,1 1 0,0-1 6,-1 0 0,1 0 0,0-1 0,0 1 1,0-1-1,0 0 0,0 0 0,0 0 0,1 0 0,-1 0 0,0 0 0,0 0 0,1-1 0,3 2 0,5-1 21,0 0-1,0-1 1,1 0-1,-1-1 1,17-3-1,0-3 63,-1 0-1,46-21 0,15-3-86,-5 11-299,-82 20 270,0 0 1,0 0-1,-1 0 0,1 0 1,0 0-1,0 1 1,0-1-1,-1 0 0,1 0 1,0 1-1,0-1 1,-1 0-1,1 1 0,0-1 1,-1 1-1,1-1 1,0 1-1,-1-1 0,1 1 1,-1 0-1,1 0 0,2 2-33,0-1 13,-1 0 1,0 1-1,0-1 1,0 1 0,-1-1-1,1 1 1,0-1-1,-1 1 1,0 0-1,1 0 1,-1 0-1,-1 0 1,1 0 0,0 0-1,-1 0 1,1 0-1,-1 4 1,7 23-220,-3-17 186,1 0 0,1 0 0,-1-1 0,2 0 0,10 14 0,-14-22 83,-1 0 1,2 0-1,-1-1 0,0 1 1,1-1-1,-1 0 1,1 0-1,0 0 1,0-1-1,0 1 1,1-1-1,-1 0 1,0 0-1,1-1 1,0 1-1,-1-1 1,1 0-1,8 1 1,-1-2 86,-1-1 1,0 0 0,0-1 0,0 0 0,-1 0-1,1-1 1,0-1 0,-1 0 0,0 0 0,0-1-1,16-10 1,-10 4 213,-1 0 1,0-1-1,0-1 0,-2 0 0,1-1 0,-2 0 1,0-1-1,-1-1 0,0 1 0,14-31 0,-12 17-140,-1-1-1,-1 0 1,-2-1-1,10-59 0,3-129-161,-22 213-18,3-101-28,-4 0 0,-17-114 0,17 206 44,-1 1 0,0 0 0,-1 0 1,-1 0-1,0 0 0,-1 1 0,-9-21 0,13 34-10,1-1-1,0 0 1,-1 1 0,1-1 0,-1 0 0,0 1-1,1-1 1,-1 1 0,1-1 0,-1 1 0,0-1-1,1 1 1,-1 0 0,0-1 0,1 1 0,-1 0-1,0-1 1,0 1 0,0 0 0,1 0 0,-1 0-1,0 0 1,0 0 0,0-1 0,1 2-1,-1-1 1,0 0 0,0 0 0,0 0 0,1 0-1,-1 0 1,0 1 0,0-1 0,1 0 0,-1 1-1,0-1 1,1 0 0,-1 1 0,0-1 0,0 2-1,-3 0 11,0 1 0,0 1 0,1-1 0,-1 0 0,-3 7 0,1-3-1,2 1-1,-1-1 1,1 2 0,0-1 0,1 0 0,-4 13 0,-10 57-41,14-62 12,-7 45 40,4 1 0,2 0 0,4 64-1,5-38-170,27 136-1,41 38-1663,-66-241 1343,1-1 0,1 1 0,0-1 0,14 19 1,-17-30-58,1 0 1,-1-1-1,1 0 1,1-1-1,-1 1 1,1-2-1,1 1 1,-1-1 0,1 0-1,15 7 1,29 8-5275,8-4-3430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6.543"/>
    </inkml:context>
    <inkml:brush xml:id="br0">
      <inkml:brushProperty name="width" value="0.035" units="cm"/>
      <inkml:brushProperty name="height" value="0.035" units="cm"/>
    </inkml:brush>
  </inkml:definitions>
  <inkml:trace contextRef="#ctx0" brushRef="#br0">109 1441 7521,'-90'45'3534,"88"-44"-3400,1 0-1,-1 0 1,1 0 0,0 0 0,-1 1-1,1-1 1,0 0 0,0 1 0,0-1-1,0 1 1,0-1 0,0 1 0,0 0-1,0 2 1,0-2 38,1-2-123,1 1 1,-1 0 0,0-1 0,0 1 0,1-1 0,-1 1 0,0 0 0,1-1-1,-1 1 1,1-1 0,-1 1 0,1-1 0,-1 1 0,1-1 0,-1 1 0,1-1 0,-1 0-1,1 1 1,0-1 0,1 2 107,2 1 100,1-1 0,-1 1 1,1-1-1,0 1 0,0-1 0,0 0 1,0-1-1,0 0 0,0 1 1,0-1-1,0-1 0,1 1 0,-1-1 1,10-1-1,7 0 519,0-1 0,23-5 1,-9-1 607,50-19 1,-14 4-635,-40 16-771,-29 7-112,-1 0-88,4 2 339,9 3-1582,-15-5 1427,-1 0 0,1 1 0,0-1 0,0 0 0,0 1 0,0-1 0,0 0 0,0 1 0,-1-1 0,1 0 0,0 1 0,0-1 1,0 0-1,-1 1 0,1-1 0,0 0 0,0 0 0,-1 1 0,1-1 0,0 0 0,-1 0 0,1 0 0,0 0 0,-1 1 0,1-1 1,0 0-1,-1 0 0,1 0 0,0 0 0,-1 0 0,1 0 0,-1 0 0,1 0 0,0 0 0,-1 0 0,-10 5-248,9-4 82,4 1 343,2 1-70,-1-1 0,0 1 0,1-1 0,0 0 0,0 0 0,-1 0 0,1-1-1,0 1 1,0-1 0,1 0 0,-1 0 0,0-1 0,0 1 0,9-1 0,6 0 230,39-6 0,-42 4-207,27-5 477,66-20-1,-74 18-377,-9 1 12,-1 0 1,0-1 0,0-2 0,45-26 0,-58 29-159,-1 0-1,0 0 1,0-1-1,-1-1 1,0 0 0,-1 0-1,0-1 1,0 0-1,-1 0 1,-1-1-1,9-19 1,9-32-267,-3 0 0,-2-2-1,-4 0 1,11-92 0,6-271-149,-31 393 400,-2-207 652,-3 109 172,-11 182-24,-24 185-512,-38 275 624,65-397-680,5 0 1,14 175-1,-5-255-329,1-1 0,1 0 0,11 36-1,-13-59 16,0 1 0,0-1-1,1 1 1,0-1 0,1 0-1,-1 0 1,2-1 0,-1 1-1,1-1 1,0-1 0,0 1-1,1-1 1,0 0 0,0 0-1,12 7 1,-16-11-12,1 0-1,-1-1 1,1 1 0,0-1-1,-1 1 1,1-1 0,0 0-1,0-1 1,0 1 0,0 0 0,0-1-1,-1 0 1,1 0 0,0 0-1,0-1 1,0 1 0,0-1-1,0 0 1,0 0 0,-1-1 0,1 1-1,0-1 1,-1 1 0,1-1-1,-1 0 1,6-5 0,0-1-137,-2 0 0,1 0 1,-1 0-1,0-1 0,-1-1 1,0 1-1,0-1 0,5-13 0,7-15-391,-1 0-1,-3-1 1,-1-1-1,8-42 1,7-34-162,-27 113 782,-1 8 102,0 15 140,1-1-1,0 0 0,2 0 1,9 35-1,-1-21 129,1-1 1,28 52-1,-34-74-307,0-1 0,1 0 0,0 0 0,0 0 0,1-1-1,0 0 1,0-1 0,1 0 0,-1 0 0,2-1 0,-1 0 0,13 5 0,-8-4-12,-5-2-45,1 0 0,-1-1 1,1 0-1,0-1 0,0 0 0,0 0 1,1-1-1,-1-1 0,1 1 0,-1-2 1,12 0-1,-17 0-113,0-1 0,0 0 0,0 0 0,0 0 0,0-1 0,0 0 0,0 1 0,-1-2 0,1 1 0,-1-1 0,0 1-1,0-1 1,0 0 0,0-1 0,0 1 0,0-1 0,-1 1 0,0-1 0,0 0 0,0 0 0,0-1 0,-1 1 0,5-9 0,1-7-263,-1 1-1,0-1 1,5-30 0,-11 47 412,1 1-26,-1 1 2,1 0 0,0 0 1,-1 0-1,1 0 0,0 0 0,0 0 0,0 0 0,0 0 0,0 1 0,-1-1 1,1 1-1,0-1 0,3 1 0,-2 0 63,1 1 1,-1-1 0,1 1-1,-1 0 1,0 0-1,0 0 1,1 1-1,4 2 1,-4-2 140,0 0-1,0 0 1,0 1 0,0-1 0,-1 1 0,1 0 0,-1 0-1,0 1 1,4 3 0,-6-5 353,10 25 796,-10-25-835,1-1-392,2 1-471,1 1 0,0-2 1,0 1-1,0 0 1,0-1-1,1 0 1,-1 0-1,0-1 1,8 1-1,-10-1-170,14 2-357,-15-2 776,-1 0-1,1 0 1,0 0-1,-1 0 1,1-1 0,-1 1-1,1-1 1,0 1-1,-1-1 1,1 0-1,-1 1 1,1-1 0,-1 0-1,0 0 1,1 0-1,-1 0 1,0 0-1,0-1 1,1 1 0,-1 0-1,0 0 1,0-1-1,0 1 1,-1-1-1,2-1 1,19-42 41,-18 38-24,-2 5 76,0-1 27,8-23 32,-8 23-76,-26-18-6,9 6 147,14 14-87,3-1-4,3-5-13,0 1 0,1-1 0,0 1 0,0 0 0,0 0 0,1 1 0,0 0 0,0 0 0,0 0 0,1 1 0,-1 0 0,1 0 0,0 0 0,0 1 0,1 0 0,-1 1 0,8-3 0,-8 3 129,0 1 0,0-1 1,1 1-1,-1 1 0,0-1 0,0 1 1,0 0-1,1 1 0,-1 0 0,0 0 1,0 1-1,0-1 0,0 1 1,0 1-1,-1-1 0,1 1 0,-1 1 1,11 6-1,-13-6-116,0 0 0,-1 0-1,0 0 1,0 0 0,0 1 0,0-1 0,-1 1 0,0 0-1,0 0 1,2 7 0,10 47-52,-13-58-33,0 1 1,0 0-1,0-1 0,0 1 0,1-1 1,-1 1-1,0-1 0,1 1 0,-1-1 1,0 0-1,3 1 0,-2 1-15,1-1 20,-1-1 0,1 1 0,0 0 0,-1-1 0,1 1 0,0-1 0,0 0 0,0 0 0,0 0 0,0 0 0,0-1 0,0 1 0,4-1 0,6 2 5,1 1-13,-1 1 1,1 0-1,0 1 0,-1 0 1,0 1-1,19 12 1,-11-4-45,45 28-631,-22-22-3882,-60-24-5075,-11-6-775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6.681"/>
    </inkml:context>
    <inkml:brush xml:id="br0">
      <inkml:brushProperty name="width" value="0.035" units="cm"/>
      <inkml:brushProperty name="height" value="0.035" units="cm"/>
    </inkml:brush>
  </inkml:definitions>
  <inkml:trace contextRef="#ctx0" brushRef="#br0">75 26 15157,'23'-25'2409,"-43"25"-2977,-11 5-1789,16 1-1859,-16-6-3225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6.871"/>
    </inkml:context>
    <inkml:brush xml:id="br0">
      <inkml:brushProperty name="width" value="0.035" units="cm"/>
      <inkml:brushProperty name="height" value="0.035" units="cm"/>
    </inkml:brush>
  </inkml:definitions>
  <inkml:trace contextRef="#ctx0" brushRef="#br0">0 236 17614,'185'-92'2636,"-85"69"316,-11 6-164,-5 6-483,-12-1-409,-1 3-368,7-2-480,0 5-1048,-6 0 0,-9-5 0,-11 5 0,-12 0 0,-23 4 0,-5-4 0,-12-6-2300,-35 7-112,-14 13-5813,-20 7-8621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7.393"/>
    </inkml:context>
    <inkml:brush xml:id="br0">
      <inkml:brushProperty name="width" value="0.035" units="cm"/>
      <inkml:brushProperty name="height" value="0.035" units="cm"/>
    </inkml:brush>
  </inkml:definitions>
  <inkml:trace contextRef="#ctx0" brushRef="#br0">371 0 8001,'-28'13'1378,"-24"8"2446,36-16-3306,1 0 0,-1 1 1,1 1-1,0 0 0,1 1 1,0 0-1,0 1 0,1 1 1,0 0-1,1 1 0,0 1 1,-15 17-1,4-2 108,7-10 10,-15 24-1,27-36-521,1 0 0,0 0-1,1 0 1,-1 0 0,1 1-1,0-1 1,0 1 0,1 0-1,-2 10 1,3-13-83,0 0 0,1 0 1,-1 0-1,0 0 0,1 0 1,0 0-1,0-1 0,0 1 1,0 0-1,0 0 0,1-1 1,-1 1-1,1-1 0,-1 1 0,1-1 1,0 0-1,0 0 0,0 0 1,1 0-1,-1 0 0,0 0 1,1 0-1,-1-1 0,1 1 1,-1-1-1,1 0 0,0 0 1,3 1-1,5 2 44,1 0 1,-1-1 0,1-1-1,-1 0 1,20 1-1,10-2-548,80-8 0,-100 4-1338,35-10 1,-41 8-735,-1 0 0,0-1-1,15-9 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7.643"/>
    </inkml:context>
    <inkml:brush xml:id="br0">
      <inkml:brushProperty name="width" value="0.035" units="cm"/>
      <inkml:brushProperty name="height" value="0.035" units="cm"/>
    </inkml:brush>
  </inkml:definitions>
  <inkml:trace contextRef="#ctx0" brushRef="#br0">15 193 12493,'-1'1'157,"0"0"-1,0 0 1,0 0-1,-1 0 1,1 0-1,0 0 1,0 0-1,0 0 1,0 0-1,1 1 1,-1-1-1,-1 3 1,3-4 50,1 0 0,-1 1 0,0-1 0,1 0 0,-1 0 1,0 0-1,1 0 0,-1 0 0,0-1 0,1 1 1,-1 0-1,0-1 0,3 0 0,9-5 1909,-12 6-2003,1-1 1,-1 0-1,0 0 1,0 1 0,1-1-1,-1 1 1,1-1 0,-1 1-1,0 0 1,1-1-1,-1 1 1,2 0 0,16-1 244,-1 0 1,1 2-1,-1 0 1,1 1 0,-1 1-1,22 7 1,99 20 786,18 16-308,-152-44-796,-1-1 1,1 0-1,-1 0 1,1 0-1,-1 0 1,7-1-1,-13-3-148,2 2 101,-6-14-186,0 1 0,-2 0 0,1 0 0,-13-15 0,0 5-611,-1 2 0,-1 0 0,-48-36 0,53 46-535,-2 1 0,-22-11 0,25 15-1302,0 1 0,-35-9 1,31 11-3962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7.975"/>
    </inkml:context>
    <inkml:brush xml:id="br0">
      <inkml:brushProperty name="width" value="0.035" units="cm"/>
      <inkml:brushProperty name="height" value="0.035" units="cm"/>
    </inkml:brush>
  </inkml:definitions>
  <inkml:trace contextRef="#ctx0" brushRef="#br0">0 245 12621,'0'0'7946,"0"4"-7496,0 33 1108,2-35-1406,-1 0-1,1 0 0,0-1 0,-1 1 0,1 0 0,0 0 0,0-1 0,0 0 0,0 1 0,3 0 1,14-7 150,0 0 0,0-2 0,-1 0 0,0-2 0,0 0 1,-1 0-1,0-2 0,-1 0 0,23-21 0,46-49-1435,-82 78 883,0 0-1,-1 0 1,1 0-1,-1-1 0,1 1 1,-1-1-1,0 1 1,-1-1-1,1 0 0,-1 0 1,1 0-1,-1 0 1,1-7-1,1-32-9291,-3 25-550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8.258"/>
    </inkml:context>
    <inkml:brush xml:id="br0">
      <inkml:brushProperty name="width" value="0.035" units="cm"/>
      <inkml:brushProperty name="height" value="0.035" units="cm"/>
    </inkml:brush>
  </inkml:definitions>
  <inkml:trace contextRef="#ctx0" brushRef="#br0">58 337 10141,'-48'-5'1813,"38"4"3892,11 4-4708,-1-2-1136,6 19 3007,-6-20-2659,1 1 0,-1 0 0,1-1 0,-1 1 0,1-1 1,0 1-1,-1-1 0,1 1 0,0-1 0,-1 1 0,1-1 0,0 0 0,0 1 1,-1-1-1,1 0 0,0 0 0,0 1 0,0-1 0,-1 0 0,1 0 1,0 0-1,0 0 0,0 0 0,1-1 0,3 1 44,0-2 1,0 1-1,0 0 0,0-1 0,0 0 1,-1 0-1,1-1 0,-1 1 1,0-1-1,1 0 0,-1 0 0,0 0 1,-1-1-1,1 1 0,-1-1 0,6-7 1,2-5-41,0-1 0,17-32 0,7-43-1665,-28 77-392,-1 0 0,7-24 0,-4-10-8867,-7 29-168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8.593"/>
    </inkml:context>
    <inkml:brush xml:id="br0">
      <inkml:brushProperty name="width" value="0.035" units="cm"/>
      <inkml:brushProperty name="height" value="0.035" units="cm"/>
    </inkml:brush>
  </inkml:definitions>
  <inkml:trace contextRef="#ctx0" brushRef="#br0">133 78 12597,'2'-1'149,"-1"0"-1,0 0 1,0 0 0,0 0-1,0 0 1,1 0 0,-1-1-1,-1 1 1,1 0 0,0-1-1,0 1 1,0 0 0,-1-1-1,1 1 1,-1-1 0,1-1-1,-1 1 40,0 1 0,-1-1 0,1 1 0,-1-1 0,1 1 0,-1-1 0,0 1 0,1 0 0,-1-1 0,0 1 0,0 0 0,0 0 0,0-1 0,0 1 0,0 0 0,-2-1 0,2 1 77,0-1-1,0 1 0,0-1 1,1 1-1,-1-1 1,0 0-1,1 1 0,-1-1 1,1 0-1,0 1 0,-1-3 1,-1-6 5226,-13 11-5503,12 0-52,1 0 1,-1 0-1,1 0 1,0 0-1,-1 0 1,1 1-1,0-1 1,0 1-1,0 0 1,0-1-1,0 1 1,0 0 0,1 0-1,-1 0 1,0 1-1,1-1 1,-2 3-1,-24 49-780,23-46 643,-9 25-862,-11 38-1,23-69 1023,1 1-1,-1-1 1,1 0-1,-1 1 0,1-1 1,-1 0-1,1 1 1,0-1-1,0 0 1,1 1-1,-1-1 0,0 0 1,1 0-1,-1 1 1,1-1-1,0 0 0,0 0 1,-1 1-1,2-1 1,-1 0-1,0 0 1,2 2-1,-1-2-21,1 1 0,0-1 1,0 0-1,0 0 0,0 0 0,1 0 0,-1 0 1,0-1-1,1 0 0,-1 1 0,1-1 1,5 0-1,9 2-140,-1-2 0,1 0-1,-1-1 1,25-3 0,6-4-1471,0-2 0,-1-3 0,77-29 0,-61 19-1989,15-4-2863</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9.418"/>
    </inkml:context>
    <inkml:brush xml:id="br0">
      <inkml:brushProperty name="width" value="0.035" units="cm"/>
      <inkml:brushProperty name="height" value="0.035" units="cm"/>
    </inkml:brush>
  </inkml:definitions>
  <inkml:trace contextRef="#ctx0" brushRef="#br0">272 842 14573,'-19'13'525,"-80"57"3284,86-60-3301,0 1 1,0 1 0,2 0-1,-22 27 1,19-17-133,0 0 0,1 1 1,-17 45-1,30-67-361,0 1 0,0-1 0,0 0 0,1 0 0,-1 0 0,0 0 0,0 0 0,1 0 0,-1 0 0,1 0 0,-1 0 0,1 0 0,-1 0 0,1-1 0,-1 1 0,1 0 0,0 0 0,0 0 0,-1-1 0,1 1 0,0 0 0,0-1 0,0 1 0,0-1 0,0 1 0,1 0 0,4-1 7,0 1 0,0-1-1,0-1 1,0 1 0,0-1 0,0 0-1,10-4 1,-11 4-13,21-7 26,1-2 0,-1-1-1,30-18 1,-24 13-7,7-5-44,-1-1 0,-2-2 0,0-1 0,-2-3 0,61-61 0,-86 80-16,0-1 0,-1 0 0,0 0-1,-1 0 1,0-1 0,-1 0 0,0-1-1,0 0 1,-1 1 0,-1-2 0,0 1 0,-1 0-1,0-1 1,-1 0 0,1-16 0,-11-110-233,4 84 284,-28-144 661,30 184-576,-26-98 1599,5-19 1642,23 130-3319,0 1 0,-1-1 0,1 1 0,-1 0 0,1-1 0,-1 1 0,0-1 0,0 1 0,1 0 0,-1 0 0,0-1 0,0 1 0,0 0 0,0 0 0,-1 0 0,1 0 0,0 0 0,-3-1 0,1 7-11,0 1 1,0-1-1,0 1 0,0 0 0,1 0 0,-3 11 0,-1-1 2,-15 51-100,4 0-1,2 2 1,-9 107 0,9 73-580,15-203 434,3 0 0,2 0 1,14 64-1,-14-89 75,1 0 0,1 0 0,1-1 0,1 0 0,23 37 0,-27-49 88,0-1 1,1 0-1,0 0 1,0 0-1,1-1 0,0 1 1,0-2-1,0 1 0,1-1 1,0 0-1,0-1 0,0 0 1,0 0-1,1-1 0,-1 0 1,15 3-1,-4-2-132,1-2 0,-1 0 0,37-1 0,-47-2 60,0 0 1,0 0 0,0-1-1,0 0 1,0-1-1,0 0 1,-1 0-1,1-1 1,-1 0-1,10-7 1,2-3-473,0-1 1,21-22 0,-33 29 325,-1 1 1,-1-1 0,1-1 0,-1 0 0,0 0-1,-1 0 1,7-17 0,-3 2-326,-2 0 1,6-40-1,-13 62 612,0 0 1,-1 0-1,0 0 1,1 0-1,-1 1 1,0-1-1,0 0 1,0 0 0,-1 1-1,1-1 1,0 0-1,-3-2 1,3 3 1,0-1 387,0 5-12,-1 7-97,1-7-234,0 0 0,1-1 1,-1 1-1,1 0 1,0 0-1,0 0 0,0 0 1,0 0-1,0 0 1,1-1-1,-1 1 1,1 0-1,-1 0 0,3 3 1,3 7 96,0 0 0,1-1 0,1 0 0,0 0 1,0-1-1,1 0 0,1-1 0,0 0 0,0 0 0,14 9 0,-9-9-38,1 0-1,0-1 0,1-1 0,0-1 0,0 0 0,1-1 0,26 6 1,-4-5-1054,0 0 0,42 0 0,-80-7 812,-1-1 0,0 1-1,0 0 1,1-1 0,-1 1 0,0 0 0,1-1-1,-1 0 1,0 1 0,0-1 0,0 0 0,0 1-1,0-1 1,0 0 0,2-2 0,-3 3 29,1-1 1,-1 1 0,1-1-1,-1 1 1,1-1-1,0 1 1,-1-1 0,1 1-1,-1-1 1,1 1-1,0 0 1,-1 0 0,1-1-1,0 1 1,0 0-1,-1 0 1,1 0 0,0-1-1,-1 1 1,3 0-1,-6-17-123,3 3 404,0 11 717,1 1-379,0-1-406,-1 1 1,1 0-1,0 0 0,1 0 1,-1 0-1,0 1 0,1-1 1,-1 0-1,1 0 0,-1 1 1,1-1-1,0 1 0,-1-1 1,1 1-1,0 0 0,0 0 1,4-2-1,0 1 113,0 1 0,0 0 0,0 0 0,1 0 1,-1 1-1,8 0 0,97 9 1419,-40-1-930,110 14-192,-178-21-1109,-16 7-5245,-1 1 1316,-10-12-3531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7:59.717"/>
    </inkml:context>
    <inkml:brush xml:id="br0">
      <inkml:brushProperty name="width" value="0.035" units="cm"/>
      <inkml:brushProperty name="height" value="0.035" units="cm"/>
    </inkml:brush>
  </inkml:definitions>
  <inkml:trace contextRef="#ctx0" brushRef="#br0">0 133 12909,'4'-4'558,"0"1"1,1 0-1,-1 0 0,0 1 1,1-1-1,5-1 0,21-14 1610,-19 8-1604,0 0 1,1 1-1,0 0 1,1 1-1,0 1 0,0 0 1,0 1-1,1 0 0,0 1 1,0 1-1,0 0 0,1 1 1,0 1-1,16 0 1,-28 2-513,0 0 0,0 0 1,-1 1-1,1-1 0,0 1 1,0 0-1,-1 0 1,1 1-1,0-1 0,-1 1 1,1 0-1,-1 0 1,0 0-1,0 0 0,0 0 1,0 1-1,0 0 1,0-1-1,-1 1 0,1 0 1,-1 0-1,3 4 1,2 7-258,0 0 1,0 1-1,-1 0 1,4 19 0,7 15-1214,-10-29 672,6 15-936,-12-35 1655,-1 1 0,0 0 1,1 0-1,-1-1 0,0 1 0,1-1 0,-1 1 0,1 0 0,-1-1 1,1 1-1,0-1 0,-1 1 0,1-1 0,-1 1 0,1-1 1,0 1-1,-1-1 0,1 0 0,0 0 0,0 1 0,-1-1 1,1 0-1,0 0 0,0 0 0,-1 1 0,1-1 0,0 0 0,0 0 1,-1 0-1,1 0 0,0-1 0,0 1 0,1 0 0,6-4 23,1 0-1,-1-1 1,-1 0-1,1 0 1,-1 0-1,13-12 1,35-45 716,-42 46 154,0 1 0,1 0-1,25-20 1,-37 33-801,0 1 0,0-1 0,0 1-1,1 0 1,-1 0 0,1 0 0,-1 0-1,0 0 1,1 1 0,-1-1 0,1 1 0,0 0-1,-1-1 1,1 1 0,-1 0 0,1 1 0,-1-1-1,1 0 1,0 1 0,-1-1 0,1 1-1,-1 0 1,0 0 0,1 0 0,-1 0 0,0 0-1,1 0 1,-1 1 0,0-1 0,2 3 0,1 1-19,0-1 0,-1 1 0,1 0 0,-1 0 0,-1 0 0,1 0 1,-1 1-1,0-1 0,0 1 0,0 0 0,1 8 0,15 86-1518,-17-94 949,-1 0 0,0 0-1,-1 0 1,1 0 0,-1 0 0,-1 0-1,1 0 1,-1 0 0,-1 9 0,-7 14-8135,3-13-2577</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00.016"/>
    </inkml:context>
    <inkml:brush xml:id="br0">
      <inkml:brushProperty name="width" value="0.035" units="cm"/>
      <inkml:brushProperty name="height" value="0.035" units="cm"/>
    </inkml:brush>
  </inkml:definitions>
  <inkml:trace contextRef="#ctx0" brushRef="#br0">23 115 16025,'-23'-34'2437,"43"22"-201,1 1-248,-4 2-320,6 0-328,3 1-224,20-1-331,-12 6-157,4-2-140,-24 2-224,18 0-500,-4 3-824,1-6-697,-3 3-839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00.464"/>
    </inkml:context>
    <inkml:brush xml:id="br0">
      <inkml:brushProperty name="width" value="0.035" units="cm"/>
      <inkml:brushProperty name="height" value="0.035" units="cm"/>
    </inkml:brush>
  </inkml:definitions>
  <inkml:trace contextRef="#ctx0" brushRef="#br0">486 530 14301,'0'-2'252,"-1"0"-1,1-1 1,-1 1-1,1-1 1,0 1-1,0-1 1,0 1-1,0 0 1,1-1-1,-1 1 1,1-1-1,-1 1 0,1 0 1,1-4-1,1 2 246,-1 1-1,1 1 1,0-1-1,0 0 0,0 0 1,0 1-1,0 0 0,4-3 1,-1 1-84,0 0 0,-1 0 0,0-1 0,0 0 0,0 0 0,-1 0 0,5-7 0,-6 8-445,0-1-1,0 0 1,-1 0 0,0 0-1,0 0 1,-1 0 0,1 0-1,0-8 1,-1 6-275,-1-1 0,0 0-1,-1 0 1,0 0 0,0 0 0,0 0 0,-1 1-1,0-1 1,-1 1 0,0-1 0,0 1 0,0 0-1,-6-8 1,-3-3-329,0 0 0,-1 1-1,-1 1 1,-1 0 0,0 1-1,-1 0 1,0 1 0,-1 1-1,-25-14 1,18 13 951,-1 1 1,0 2-1,-2 0 1,1 1-1,-1 2 1,-45-8-1,69 15-205,0 1-1,0 0 0,-1 0 1,1 0-1,0 0 1,0 0-1,-1 1 1,1 0-1,0-1 0,0 1 1,0 0-1,0 1 1,0-1-1,0 0 0,0 1 1,0 0-1,1 0 1,-1 0-1,1 0 1,-1 0-1,1 0 0,-3 4 1,0 0 77,0 1-1,0 0 1,1 0 0,0 0-1,0 1 1,1-1 0,-3 13 0,-1 6 411,1 1 1,1 0-1,-2 43 1,6 84 1383,2-143-1873,17 204 1646,0-23-872,-7 23-2155,-12-201 614,0-1-1,-1 0 0,0 1 0,-1-1 0,-1 0 0,0 0 1,-7 16-1,0-1-1417,-5 13-4225,-3-15-4028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00.631"/>
    </inkml:context>
    <inkml:brush xml:id="br0">
      <inkml:brushProperty name="width" value="0.035" units="cm"/>
      <inkml:brushProperty name="height" value="0.035" units="cm"/>
    </inkml:brush>
  </inkml:definitions>
  <inkml:trace contextRef="#ctx0" brushRef="#br0">1 67 18214,'17'9'2816,"-3"-15"-12,4-3-340,2 4-459,6-1-409,17-6-324,-6 7-256,9 2-436,-3 0-580,-5 3-176,2 0-1428,-9-9-640,-5-2 179,-11 5-5747</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00.768"/>
    </inkml:context>
    <inkml:brush xml:id="br0">
      <inkml:brushProperty name="width" value="0.035" units="cm"/>
      <inkml:brushProperty name="height" value="0.035" units="cm"/>
    </inkml:brush>
  </inkml:definitions>
  <inkml:trace contextRef="#ctx0" brushRef="#br0">107 1 2424,'-106'17'-716</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01.063"/>
    </inkml:context>
    <inkml:brush xml:id="br0">
      <inkml:brushProperty name="width" value="0.035" units="cm"/>
      <inkml:brushProperty name="height" value="0.035" units="cm"/>
    </inkml:brush>
  </inkml:definitions>
  <inkml:trace contextRef="#ctx0" brushRef="#br0">51 178 12265,'-19'-7'2154,"15"6"2622,-12 4-2700,15-3-2002,1 0 0,-1 0-1,1 0 1,-1 0 0,1 1 0,-1-1-1,1 0 1,-1 0 0,1 0-1,-1 0 1,1 1 0,0-1 0,-1 0-1,1 1 1,-1-1 0,1 0-1,0 1 1,-1-1 0,1 0-1,0 1 1,-1-1 0,1 1 0,0-1-1,0 0 1,-1 1 0,1-1-1,0 1 1,0-1 0,0 1 0,0-1-1,0 1 1,0-1 0,-1 1-1,1-1 1,0 1 0,1 1 18,0 0 0,-1-1 1,1 1-1,0-1 0,0 1 0,0-1 0,0 1 1,0-1-1,0 0 0,0 0 0,2 2 0,2 2 132,1 0-1,0 0 0,1-1 0,11 6 1,-8-4-193,1-2 0,1 0 1,-1 0-1,0-1 0,19 3 0,-26-5-148,0-1-1,0 0 0,0 0 0,0-1 0,0 1 0,0-1 1,0 1-1,0-1 0,0-1 0,0 1 0,0 0 1,0-1-1,-1 0 0,1 0 0,-1 0 0,1 0 0,-1-1 1,0 1-1,4-4 0,2-6-600,0 1 0,0-1 1,12-22-1,-2 2-317,-8 14 622,-2 0 0,14-38 0,-14 33 935,-8 20 243,0 2-697,0 0 0,-1 0 1,1 0-1,0 0 0,0 0 1,0 0-1,0 0 1,1 1-1,-1-1 0,0 0 1,0 0-1,0 1 0,1-1 1,-1 1-1,3-1 1,-3 1-40,1 0-1,-1 1 1,0 0 0,0-1 0,1 1 0,-1 0 0,0 0 0,0-1 0,0 1 0,0 0 0,0 0 0,0 0 0,0 0-1,0 0 1,-1 0 0,1 1 0,0-1 0,-1 0 0,2 2 0,11 30 353,-10-22-274,3 4-128,45 108 656,-45-111-994,1 1 1,0-2 0,1 1-1,0-1 1,1 0-1,0-1 1,16 15-1,-24-24 210,19 12-2410,-2-7-2949,9-2-3335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01.441"/>
    </inkml:context>
    <inkml:brush xml:id="br0">
      <inkml:brushProperty name="width" value="0.035" units="cm"/>
      <inkml:brushProperty name="height" value="0.035" units="cm"/>
    </inkml:brush>
  </inkml:definitions>
  <inkml:trace contextRef="#ctx0" brushRef="#br0">270 730 11729,'-44'15'624,"21"-7"145,0 1 0,-32 17 1,43-19-312,0 1-1,1 0 1,0 1 0,1 0 0,-1 1 0,2 0 0,-1 1 0,2 0 0,-12 18 0,18-27-438,1 1 0,0-1-1,-1 1 1,1-1 0,0 1 0,1 0 0,-1-1 0,0 1 0,1 0 0,0-1-1,-1 1 1,1 0 0,0 0 0,0-1 0,1 6 0,0-6 4,0-1 1,-1 1-1,1 0 0,0 0 1,0 0-1,0-1 1,0 1-1,1 0 1,-1-1-1,0 1 1,1-1-1,-1 0 0,1 1 1,-1-1-1,1 0 1,0 0-1,-1 0 1,1 0-1,0 0 0,0 0 1,0-1-1,0 1 1,0-1-1,2 1 1,17 3 125,-1-2 0,1 0 1,-1-1-1,1-2 1,0 0-1,-1-1 1,1 0-1,-1-2 1,0-1-1,0 0 1,0-2-1,22-9 1,1-4 67,0-2 0,-1-2 1,-1-2-1,44-36 1,-48 32-136,-2-2 0,-2-2 1,-1-1-1,46-65 0,-37 38-95,-2-3 0,36-82 0,-66 129-4,-1 0 0,-1-1 0,0 0 0,-2 0 0,0 0 0,-1-1 0,-1 0 0,-1 0 0,-1 1 0,-2-39 0,1 56 15,0 0-1,-1 0 0,1 0 1,0 0-1,-1 0 0,0 0 0,1 0 1,-1 0-1,0 0 0,0 1 0,0-1 1,0 0-1,-1 1 0,1-1 0,0 1 1,-3-3-1,3 4 7,0-1 1,0 1 0,0-1-1,0 1 1,0-1-1,0 1 1,0 0 0,0 0-1,0-1 1,0 1-1,0 0 1,-1 0 0,1 0-1,0 0 1,0 0-1,0 0 1,0 1 0,0-1-1,0 0 1,0 1-1,0-1 1,0 0 0,0 1-1,0-1 1,0 1-1,0 0 1,0-1 0,0 1-1,0 0 1,0 0 0,-11 10 84,1 1 1,0 0 0,1 1-1,0 0 1,1 1 0,0 0 0,1 0-1,1 1 1,-8 21 0,-5 21 640,-14 70-1,10-26 26,3 1 0,-11 196 0,33-254-1528,1 0 0,13 62 1,-7-63-3759,0-1-3790,-5-30-1733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01.678"/>
    </inkml:context>
    <inkml:brush xml:id="br0">
      <inkml:brushProperty name="width" value="0.035" units="cm"/>
      <inkml:brushProperty name="height" value="0.035" units="cm"/>
    </inkml:brush>
  </inkml:definitions>
  <inkml:trace contextRef="#ctx0" brushRef="#br0">1 19 14261,'6'8'464,"-5"-7"-319,1 1 0,-1 0-1,1 0 1,-1-1 0,1 1-1,-1-1 1,1 1 0,0-1-1,0 0 1,0 1 0,0-1-1,0 0 1,0 0-1,0-1 1,0 1 0,0 0-1,0-1 1,1 1 0,-1-1-1,0 0 1,4 1 0,1-1 215,-1 0 0,0 1 1,0 0-1,1 0 1,-1 1-1,0 0 1,0 0-1,0 0 0,-1 1 1,1 0-1,8 5 1,23 10 1211,53 15 0,-61-23-1084,214 65 1859,-234-73-2396,-1-1 0,1 1 0,0-1 0,-1-1 0,17 0 0,-24 0-3,1 0 0,-1 0 0,1-1 0,0 1 0,-1 0 0,1-1 0,-1 1 0,0 0 0,1-1 0,-1 0 0,1 1 0,-1-1-1,0 0 1,1 0 0,-1 0 0,0 0 0,0 0 0,0 0 0,0 0 0,0 0 0,0-1 0,0 1 0,0 0 0,0 0 0,-1-1 0,1 1 0,0-1 0,-1 1 0,1-1 0,-1 1 0,0-1 0,1 1 0,-1-1 0,0 1 0,0-1 0,0 1-1,0-1 1,0-1 0,-2-1-29,1 0-1,-1 0 0,0 1 0,0-1 1,0 1-1,0-1 0,0 1 0,-1-1 1,0 1-1,-3-3 0,4 4 22,-5-6-75,-1 1 0,0 1 0,0-1 0,0 1 0,-1 1 0,0-1-1,0 2 1,-13-6 0,-11-2-476,-37-9 0,43 14 71,-58-11-2579,8 2-5767</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02.053"/>
    </inkml:context>
    <inkml:brush xml:id="br0">
      <inkml:brushProperty name="width" value="0.035" units="cm"/>
      <inkml:brushProperty name="height" value="0.035" units="cm"/>
    </inkml:brush>
  </inkml:definitions>
  <inkml:trace contextRef="#ctx0" brushRef="#br0">110 515 9821,'0'0'6070,"-1"-2"-5050,1-3-828,-1 0 0,1 0 0,0 0 0,1 0 0,-1 1 0,1-1 0,0 0 0,0 1 0,1-1 0,-1 0 1,4-5-1,5-20 234,-4 11-299,-1 0 0,-1-1 0,-1 0 0,-1 0 0,0 1 0,-2-1 0,-1-21 0,0 29-162,-1-1 1,-1 1-1,0 0 1,0 0 0,-1 0-1,-1 1 1,0-1-1,0 1 1,-1 0-1,-1 0 1,0 1-1,-11-14 1,5 9-75,6 7 73,0-1 1,0 1 0,-1 1-1,0-1 1,0 1 0,-14-8-1,20 14 975,28 12 1132,133 93 3793,-129-82-5000,50 47 1,-30-24-414,-3 3-184,-34-34-1610,0 0-1,19 14 0,-31-28 886,0 1 0,0-1 0,0 1 0,1-1 0,-1 1 0,0-1 0,0 0 0,0 0 0,1 0 0,-1 0 0,0 0 0,0 0-1,1 0 1,-1 0 0,0 0 0,2-1 0,2 0-2247,19 1-10962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02.791"/>
    </inkml:context>
    <inkml:brush xml:id="br0">
      <inkml:brushProperty name="width" value="0.035" units="cm"/>
      <inkml:brushProperty name="height" value="0.035" units="cm"/>
    </inkml:brush>
  </inkml:definitions>
  <inkml:trace contextRef="#ctx0" brushRef="#br0">579 15 7157,'0'0'4946,"-2"-1"-3774,-17-11 722,17 11-661,-2 1-775,-16 1-43,-1 1-1,0 1 1,-29 7-1,-66 25-26,110-33-391,-155 63-1617,57-12-5209,52-23-641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2.067"/>
    </inkml:context>
    <inkml:brush xml:id="br0">
      <inkml:brushProperty name="width" value="0.035" units="cm"/>
      <inkml:brushProperty name="height" value="0.035" units="cm"/>
    </inkml:brush>
  </inkml:definitions>
  <inkml:trace contextRef="#ctx0" brushRef="#br0">407 6 6685,'-4'8'9897,"-3"-2"-4316,-2 0-3110,-8 1-3656,-10 7 990,-10 12 246,1 2 0,1 2 0,-54 61-1,71-70-73,2 2-1,1 0 0,1 0 0,1 2 1,1-1-1,1 2 0,1 0 0,1 0 1,1 0-1,2 1 0,1 0 0,1 1 1,1-1-1,1 1 0,4 48 0,0-54 23,1 0-1,2-1 0,0 0 1,1 0-1,10 24 0,-10-32-14,0 0 0,1-1-1,1 0 1,0 0-1,0 0 1,1-1-1,0-1 1,22 19-1,-24-23 8,0 0-1,1-1 0,-1 0 0,1-1 0,0 0 0,1 0 0,12 4 0,15 5-2,-19-6-17,0-2 0,22 6 0,-36-11-1,12 1-45,-4-1 16,-1 0-1,1 0 1,0-2 0,12-2-1,-4 1-4,-15 2 46,0 0 1,-1 0 0,1 0 0,-1-1 0,0 1-1,1-1 1,4-3 0,7-4-14,31-15-178,-34 17 141,0 0 0,17-6 0,-25 11 62,-1 1 1,0-1-1,0 0 0,0 0 0,0-1 0,-1 1 0,5-5 0,6-4-20,-9 8 46,0-1 0,0 1 0,0-1-1,0 0 1,-1 0 0,1 0 0,3-7 0,0 0-1,-5 10-3,-1-1 1,34-46 354,-34 46-281,0-1-23,32-86 565,-32 86-598,-1 0 12,0 2-41,4-28 143,14-49-1,-4 24-86,-13 50-14,0-1 0,-1 1-1,1-1 1,-1 1 0,0-1 0,0 1 0,-1-1-1,1 1 1,-3-8 0,2 7 10,-11-55 1041,-27-75-1,21 99-1,8 19-607,9 15-219,0 0-21,-11-14 168,10 14-283,1-1-3,-16-27 93,-1 1 1,-26-32-1,29 40-29,7 9-69,0 1 1,-1 0 0,-17-15 0,21 22-416,0 1 0,0 0 0,0 1 0,-1-1 0,1 1 0,-1 0 0,1 0 0,-1 1 0,0 0 1,0 0-1,1 0 0,-1 1 0,-11 0 0,-33 5-4813,7 8-3404,20 0-1170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2.826"/>
    </inkml:context>
    <inkml:brush xml:id="br0">
      <inkml:brushProperty name="width" value="0.035" units="cm"/>
      <inkml:brushProperty name="height" value="0.035" units="cm"/>
    </inkml:brush>
  </inkml:definitions>
  <inkml:trace contextRef="#ctx0" brushRef="#br0">888 0 6369,'-31'22'7863,"3"-3"297,11-4-10035,-30 36 2100,3 1-1,1 2 1,-58 101 0,-79 194 665,31 4-427,103-239-349,-61 220 135,70-205-186,21-60 66,-15 135 0,23-143-23,7-47-85,0 0 1,0 1-1,2-1 1,-1 0-1,2 1 1,3 14-1,-4-23 8,1 0 1,0 0-1,0 0 0,0-1 0,0 1 1,1-1-1,0 0 0,0 1 1,1-1-1,-1-1 0,1 1 0,0 0 1,0-1-1,1 0 0,-1 0 1,10 6-1,-3-4 91,1-1 0,0 0 0,0-1 0,0 0 1,0 0-1,23 2 0,81 2 738,-101-7-751,452 1 1815,-249-3-1463,-106 0-266,341 7 279,-377-5-685,2-1-1348,-30 5-2371,-71-16-7507</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3.141"/>
    </inkml:context>
    <inkml:brush xml:id="br0">
      <inkml:brushProperty name="width" value="0.035" units="cm"/>
      <inkml:brushProperty name="height" value="0.035" units="cm"/>
    </inkml:brush>
  </inkml:definitions>
  <inkml:trace contextRef="#ctx0" brushRef="#br0">90 6 4980,'0'0'1058,"-4"-1"-207,-30-4 14422,39 6-13791,20 1-480,1 2-1,-1 1 1,1 1 0,-1 0-1,24 12 1,-41-15-893,-1 1 1,0 0-1,0 0 0,0 1 1,-1 0-1,1 0 1,-1 0-1,10 12 0,-13-12-43,1 0-1,-1 0 0,0 0 0,-1 1 0,1-1 0,-1 1 0,0-1 0,0 1 1,-1 0-1,0 0 0,0 0 0,0 0 0,-1 9 0,-2 13-197,-1 0-1,-2-1 1,-1 0-1,-1 0 1,-15 37-1,-1 6-797,9-25-708,-36 77-1,38-99 372,0-1 0,-2 0 0,0 0 0,-33 36 0,42-52 288,-1 0 0,0-1 0,-1 1 0,1-1 0,-1 0 0,0-1 0,0 0 0,-13 6 0,-9-7-7439</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3.520"/>
    </inkml:context>
    <inkml:brush xml:id="br0">
      <inkml:brushProperty name="width" value="0.035" units="cm"/>
      <inkml:brushProperty name="height" value="0.035" units="cm"/>
    </inkml:brush>
  </inkml:definitions>
  <inkml:trace contextRef="#ctx0" brushRef="#br0">499 1 10949,'0'0'8941,"-4"0"-8256,-4 0-484,0-1 1,0 2 0,0-1-1,0 1 1,0 0 0,1 1-1,-15 4 1,-57 27 183,29-12-168,18-7-106,-32 20 1,40-20 146,-1-1-1,-50 18 1,7-6 2411,82-12-1128,1-3-1152,2-1 0,-1-1 0,1-1-1,0-1 1,27 7 0,-27-9-84,-1 1 0,-1 0-1,1 1 1,-1 1 0,0 1 0,0 0-1,23 17 1,-34-22-338,-1 0 1,1 1-1,-1 0 0,0 0 1,0 0-1,0 0 0,-1 0 1,0 0-1,0 1 0,0-1 1,0 1-1,0 0 0,-1-1 1,0 1-1,0 0 0,0 0 0,-1 0 1,0 0-1,1-1 0,-2 1 1,1 0-1,-1 0 0,1 0 1,-3 7-1,-3 7-304,-1 0 0,0-1 1,-2 0-1,-16 27 0,17-31-485,0-1 0,0 0 0,-2-1 0,-16 18 1,20-24 194,0-1 1,-1 0-1,1 0 1,-1-1-1,0 0 1,-1 0 0,1-1-1,-1 1 1,1-2-1,-11 3 1,-28 4-5655,0-5-3720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4.799"/>
    </inkml:context>
    <inkml:brush xml:id="br0">
      <inkml:brushProperty name="width" value="0.035" units="cm"/>
      <inkml:brushProperty name="height" value="0.035" units="cm"/>
    </inkml:brush>
  </inkml:definitions>
  <inkml:trace contextRef="#ctx0" brushRef="#br0">368 844 12097,'-4'-3'275,"1"1"0,0 1 0,0-1 0,-1 0-1,1 1 1,-1 0 0,0 0 0,1 0 0,-1 0 0,0 1 0,1-1-1,-1 1 1,0 0 0,0 0 0,0 0 0,1 1 0,-1-1 0,0 1-1,1 0 1,-1 0 0,0 0 0,1 0 0,0 1 0,-1 0 0,1-1-1,0 1 1,-4 3 0,-31 28 463,9-9-424,2 1 0,1 1 0,-25 32 0,44-49-157,-1-1 1,0 0-1,-10 8 0,-15 17 554,14-13-133,19-19-549,0-1 0,0 1 0,0-1 0,0 1 0,0 0 0,0-1 0,0 1 0,0-1-1,0 1 1,0 0 0,0-1 0,0 1 0,0-1 0,1 1 0,-1 0 0,0-1 0,0 1 0,0-1 0,1 1 0,-1-1 0,0 1 0,1-1 0,-1 1 0,1-1 0,0 1 0,8 10 291,-6-10-221,1 0 0,-1 0 0,1 0-1,-1 0 1,1-1 0,0 1 0,5-1 0,5 2 205,-6-2-212,-1 1 1,1-1-1,0-1 1,-1 1-1,1-1 1,-1-1-1,1 1 1,8-4-1,60-25 64,-54 20-264,-18 8 1,0 0 0,-1 0 0,1-1 0,-1 1-1,1-1 1,-1 0 0,0 0 0,0 0 0,0 0 0,-1-1-1,1 1 1,-1-1 0,0 1 0,0-1 0,0 0 0,2-6 0,-4 10 82,0-1 0,0 0 1,0 0-1,0 1 0,0-1 1,0 0-1,0 0 0,0 1 1,-1-1-1,1 0 0,0 0 1,0 1-1,-1-1 0,1 0 1,0 1-1,-1-1 1,1 1-1,-1-1 0,1 0 1,-1 0-1,-1-1-51,-18-44-576,19 43 682,4 4-30,12 3 4,-1 1 0,0 1 0,0 0 0,0 1 0,-1 0 0,0 1 0,20 15 1,16 10-100,-40-27 71,1 0 0,1-1 0,-1 0 0,12 3 0,-19-7 6,1 0 0,0 0-1,-1-1 1,1 1 0,0-1 0,0 0-1,-1 0 1,1 0 0,0-1 0,-1 1-1,1-1 1,0 0 0,-1 0 0,1 0-1,5-3 1,-1-1 5,0 0 0,0-1 0,0 1 0,-1-1 0,0-1 0,0 0 0,-1 0 0,0 0 0,7-10 0,-1-2 293,0-1 0,14-34 0,-25 52-183,-1-1 1,1 0-1,-1 1 0,1-1 0,-1 0 0,0 0 0,0 1 1,0-1-1,-1 0 0,1 0 0,-1 1 0,0-4 0,0 1 117,0 4-170,0-1 0,0 1 0,1 0-1,-1-1 1,-1 1 0,1 0 0,0 0 0,0 0 0,0 0-1,0 0 1,-1 0 0,1 0 0,-1 0 0,1 0 0,0 1 0,-3-1-1,2 1-21,-1 0 0,1 0 0,0 0-1,-1 0 1,1 1 0,0 0-1,-1-1 1,1 1 0,0 0 0,0 0-1,0 0 1,-3 2 0,0-1 14,2 0-20,1 0-1,-1 0 1,0 1 0,1-1 0,-1 1-1,1-1 1,0 1 0,0 0-1,0 0 1,0 0 0,0 0-1,1 0 1,0 0 0,-2 5-1,-1 2 3,-5 7-10,1 1 0,1 0-1,-5 21 1,12-37-27,0-1 1,0 1-1,0-1 1,0 1-1,0-1 0,0 0 1,0 1-1,0-1 0,1 1 1,-1-1-1,1 1 0,-1-1 1,1 0-1,0 1 0,1 1 1,-1-1-3,-1-2 20,0 0 0,0 0 0,0 0 0,0 1 0,0-1 0,0 0 0,0 0 0,0 0 0,0 0 0,0 0 0,0 0 0,1 0 0,-1 0 0,0 1 0,0-1 0,0 0 0,0 0 0,0 0 1,0 0-1,0 0 0,0 0 0,1 0 0,-1 0 0,0 0 0,0 0 0,0 0 0,0 0 0,0 0 0,0 0 0,0 0 0,1 0 0,-1 0 0,0 0 0,0 0 0,0 0 0,0 0 0,0 0 0,0 0 0,1 0 0,-1 0 0,0 0 0,0 0 1,0 0-1,0 0 0,0 0 0,0 0 0,0 0 0,0-1 0,1 1 0,-1 0 0,0 0 0,0 0 0,0 0 0,0 0 0,0 0 0,0 0 0,12-7-30,0 0 0,0 0-1,-1-1 1,0 0 0,15-15 0,52-59-31,-38 38 96,-10 12-74,-7 6-415,37-31 0,-58 58 399,-1 0 0,0 0 0,0 0 0,0 1 0,0-1 0,0 1 0,0-1 0,0 1 0,0-1 0,-1 1 0,1-1 0,0 1 0,0 3 0,2 12-227,-1 0 1,1 24 0,-2-24 114,0 0 1,7 32-1,-7-46 158,1 0 0,-1 0 0,1 0 0,0 0-1,-1 0 1,1 0 0,1-1 0,-1 1 0,5 4 0,-4-4 7,4-2 15,9-5 7,1-1-1,-1 0 1,0-1-1,0-1 1,0-1-1,-1 0 1,0-1-1,-1 0 1,24-21-1,-20 13 11,2 2 0,0 0-1,40-23 1,-57 37-47,-2 1 18,1 0-1,-1 0 0,0 0 1,1 0-1,-1 1 0,0-1 1,1 1-1,-1-1 1,0 1-1,0-1 0,0 1 1,0 0-1,1-1 0,-1 1 1,0 0-1,0 0 1,0 0-1,0 0 0,-1 0 1,1 0-1,0 0 1,0 0-1,-1 0 0,1 0 1,0 0-1,-1 1 0,1 1 1,1 3-11,-1 1 0,0-1 0,0 1 0,-1 11 1,2 9-131,-1-16 97,1-1 0,1 1 0,0-1 0,4 12 0,-6-19 36,1 0 0,-1 0 0,0 0 0,1 0 1,0 0-1,0 0 0,-1-1 0,2 1 1,-1-1-1,0 1 0,0-1 0,1 0 1,-1 0-1,1 0 0,0 0 0,0 0 1,-1-1-1,7 3 0,2-3 2,1 0 0,-1-1 0,1 0 0,0-1 0,-1 0 0,0 0 0,1-2 0,-1 1 0,11-5 0,0 1-15,-9 2-45,1-1 1,-1-1 0,1 0-1,-2-1 1,1 0 0,-1-1-1,0 0 1,0-1-1,13-13 1,-4 0-288,0 1-1,-2-2 1,26-39-1,-29 35 137,-1-1 1,-1-1-1,-2 0 0,0 0 1,-2-1-1,-2 0 0,0-1 0,2-32 1,-2-14 799,-3-1 1,-7-81-1,1 139-135,-2 1-1,-1-1 1,0 1-1,-1 0 1,-1 0-1,-10-22 0,14 41-357,1 0-1,0 1 0,-1 0 0,1-1 0,0 1 0,0 0 1,0 0-1,0-1 0,0 1 0,0 0 0,0 0 0,0 0 0,-1 2 1,-3 3 61,1 1 1,0-1 0,0 1-1,0 0 1,1 0 0,0 0 0,1 0-1,0 1 1,0-1 0,-2 12-1,0 13 324,1 40-1,2-51-326,-4 455 1849,5-203-1484,28 475-297,-16-480-1764,-12-265 974,2-9-774,12-37 674,-2-1 0,8-55 0,5-97-276,3-17 315,41-84 194,-38 173 486,-19 76 80,21-53-1,-32 99 8,-14 13-716,-33 38-2850,5 8-4464,20-25-347</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5.034"/>
    </inkml:context>
    <inkml:brush xml:id="br0">
      <inkml:brushProperty name="width" value="0.035" units="cm"/>
      <inkml:brushProperty name="height" value="0.035" units="cm"/>
    </inkml:brush>
  </inkml:definitions>
  <inkml:trace contextRef="#ctx0" brushRef="#br0">180 1 14137,'-67'37'1930,"65"-35"-1791,0 0 1,-1 0 0,1 0-1,0 0 1,0 1-1,0-1 1,1 1 0,-1-1-1,0 1 1,1-1-1,0 1 1,-1 0 0,1 0-1,0 0 1,1-1-1,-1 1 1,0 3 0,-3 8 423,-9 25 963,1 0 0,-13 76 0,2 84 435,22-192-1875,-4 73 254,3-1-1,4 0 1,21 144 0,-21-206-724,1 0 0,1 0-1,0-1 1,1 1 0,1-1-1,0 0 1,2-1 0,0 0-1,10 16 1,-17-30-49,1 1 0,-1-1-1,0 0 1,1 1 0,0-1 0,-1 0 0,1 0-1,0 0 1,-1 0 0,1 0 0,0 0-1,0-1 1,0 1 0,0-1 0,0 1 0,0-1-1,0 0 1,0 0 0,0 0 0,0 0 0,0 0-1,0 0 1,0 0 0,0-1 0,2 0-1,12-10-8602</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5.322"/>
    </inkml:context>
    <inkml:brush xml:id="br0">
      <inkml:brushProperty name="width" value="0.035" units="cm"/>
      <inkml:brushProperty name="height" value="0.035" units="cm"/>
    </inkml:brush>
  </inkml:definitions>
  <inkml:trace contextRef="#ctx0" brushRef="#br0">97 19 15737,'0'0'61,"1"0"0,-1 0 0,1 0 0,-1 0 0,0-1 0,1 1 0,-1 0 0,0 0 0,1 0-1,-1-1 1,0 1 0,0 0 0,1 0 0,-1-1 0,0 1 0,0 0 0,1-1 0,-1 1 0,0 0 0,0-1-1,0 1 1,1 0 0,-1-1 0,0 1 0,0-1 0,0 1 0,0 0 0,0-1 0,0 1 0,0 0-1,0-1 1,0 1 0,0-1 0,0 1 0,0 0 0,0-1 0,0 1 0,-1-1 0,-13-4 2822,5 3 119,28 6-2040,23 7 1545,-40-10-2255,-26 14 254,-66 36 97,88-50-559,0 0-1,0 0 1,1 0 0,-1 0 0,0 0-1,1 0 1,-1 0 0,1 1 0,0-1-1,-1 0 1,1 1 0,0-1 0,0 1-1,0 0 1,0-1 0,0 1-1,0 0 1,0-1 0,1 1 0,-1 0-1,1 0 1,-1 0 0,1 0 0,0 0-1,-1-1 1,1 1 0,0 0-1,0 0 1,1 0 0,-1 0 0,0 0-1,0 0 1,1 0 0,0-1 0,-1 1-1,1 0 1,0 0 0,0-1 0,0 1-1,0 0 1,0-1 0,2 3-1,3 4 119,1 1 0,0-2 0,0 1-1,1-1 1,0 0 0,14 9-1,-12-10-127,0 0 0,0-1 0,1 0 0,0 0 0,0-2 0,0 1 1,0-1-1,0-1 0,17 2 0,-20-3-412,-1-1 1,1 0 0,0 0 0,-1 0 0,1-1 0,0-1-1,-1 1 1,1-1 0,-1-1 0,0 1 0,0-1 0,0 0-1,0-1 1,12-8 0,-13 8-338,21-18-3639,-12 4-1883,-2-10-5996</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6.355"/>
    </inkml:context>
    <inkml:brush xml:id="br0">
      <inkml:brushProperty name="width" value="0.035" units="cm"/>
      <inkml:brushProperty name="height" value="0.035" units="cm"/>
    </inkml:brush>
  </inkml:definitions>
  <inkml:trace contextRef="#ctx0" brushRef="#br0">47 1 11249,'-4'21'2366,"3"-21"-2225,1 1 1,-1-1 0,0 0-1,1 0 1,-1 0 0,1 0 0,-1 0-1,0 0 1,1 0 0,-1 0 0,0 0-1,1 0 1,-1 0 0,1-1-1,-1 1 1,1 0 0,-1 0 0,0 0-1,1-1 1,-1 1 0,1 0-1,-1-1 1,1 1 0,-1-1 0,1 1-1,-1-1 101,1 1-152,-1 0 1,1-1 0,-1 1-1,1 0 1,-1-1-1,1 1 1,-1 0-1,0 0 1,1-1-1,-1 1 1,1 0-1,-1 0 1,0 0-1,1 0 1,-1 0 0,1 0-1,-1 0 1,0 0-1,1 0 1,-1 0-1,0 0 1,1 1-1,-1-1 1,1 0-1,-1 0 1,0 0-1,1 1 1,-1-1 0,1 0-1,-1 1 1,1-1-1,-1 1 1,1-1-1,-1 0 1,1 1-1,0-1 1,-1 1-1,1-1 1,0 1-1,-1 0 1,1-1 0,0 1-1,-1-1 1,1 2-1,-1 2 115,0 1 1,0-1-1,1 1 0,-1-1 0,2 7 1,2 41 965,2 1 1,16 62-1,-4-16-424,107 860 1835,-60-428-3691,-40-387-265,-11-80-1034,-4 0 0,2 67 1,-11-131 2368,0 0 0,0 0 1,0 0-1,0 0 0,0 0 1,-1 0-1,1 0 0,0 0 1,0 0-1,0 0 0,0 0 1,0 0-1,0 0 0,0 0 1,0 0-1,0 0 0,-1 0 1,1 0-1,0-1 0,0 1 0,0 0 1,0 0-1,0 1 0,0-1 1,0 0-1,0 0 0,0 0 1,-1 0-1,1 0 0,0 0 1,0 0-1,0 0 0,0 0 1,0 0-1,0 0 0,0 0 1,0 0-1,0 0 0,0 0 1,0 0-1,0 0 0,-1 0 0,1 0 1,0 1-1,0-1 0,0 0 1,0 0-1,0 0 0,0 0 1,0 0-1,0 0 0,0 0 1,-6-5-515,0 0 1,1 0 0,0-1 0,0 0-1,0 0 1,1 0 0,-8-13-1,1-4-729,-10-29-1,-10-36-1818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6.495"/>
    </inkml:context>
    <inkml:brush xml:id="br0">
      <inkml:brushProperty name="width" value="0.035" units="cm"/>
      <inkml:brushProperty name="height" value="0.035" units="cm"/>
    </inkml:brush>
  </inkml:definitions>
  <inkml:trace contextRef="#ctx0" brushRef="#br0">1 291 10517,'3'-15'291,"37"-114"4045,-32 106-2759,-3 8-38,1 0 0,0 0 0,11-17 0,-10 22-251,-1 0 0,15-15-1,-20 23-682,13 11 316,-13-8-920,0 0 1,0 0-1,0 0 0,0 0 1,0 0-1,-1 0 0,1 0 1,0 0-1,-1 0 0,1 1 1,-1-1-1,1 0 0,-1 0 1,0 1-1,1-1 0,-1 0 1,0 1-1,0-1 1,0 0-1,0 1 0,0-1 1,0 0-1,0 1 0,-1-1 1,1 0-1,0 0 0,-1 1 1,1-1-1,-1 2 0,-1 6-95,-6 28-1298,-1-1 0,-17 40-1,16-50-3655,-26 44-1,10-29-5905</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7.551"/>
    </inkml:context>
    <inkml:brush xml:id="br0">
      <inkml:brushProperty name="width" value="0.035" units="cm"/>
      <inkml:brushProperty name="height" value="0.035" units="cm"/>
    </inkml:brush>
  </inkml:definitions>
  <inkml:trace contextRef="#ctx0" brushRef="#br0">154 1310 12213,'4'-11'517,"5"-21"9764,-6 19-8345,-2 11-185,-2-1-3193,-2-6 1163,0 1 0,0-1 1,-1 1-1,0-1 0,0 1 0,-1 1 1,0-1-1,-1 1 0,-10-12 1,-6-5 176,-43-34 1,62 55 154,1 0-1,-1 0 0,0-1 1,1 1-1,0-1 1,-1 1-1,1-1 1,1 0-1,-1 1 1,1-1-1,-1 0 1,1 0-1,0 0 1,0 0-1,1 0 1,-1-1-1,1 1 1,0 0-1,0 0 1,0 0-1,1 0 1,0 0-1,1-5 0,20-32 551,-21 39-416,2 4-162,6 2-8,-6-3-24,-1 0 1,1 0-1,-1 0 0,0 1 0,1-1 1,-1 1-1,0-1 0,0 1 0,0 0 1,0 0-1,0 0 0,0 0 0,0 0 1,-1 0-1,1 1 0,-1-1 0,2 5 1,7 13-116,1-1 0,1-1 0,0 0 0,2 0-1,0-1 1,0-1 0,2 0 0,22 17 0,-33-30 98,-1 0-1,0-1 1,1 0-1,0 0 1,-1 0-1,1 0 1,0-1-1,0 0 1,0 0-1,0 0 1,0 0-1,9-1 1,0 0-23,1-1 1,25-4-1,-27 1 26,0-1 0,0 0 0,0-1-1,-1 0 1,0-1 0,0 0-1,0-1 1,13-11 0,20-13-24,23-6 46,-54 44-4,-11-5 12,0 0 1,0 0 0,0 1 0,0 0-1,-1-1 1,1 1 0,0 0 0,-1 0-1,5 5 1,-4-4 27,1 0 0,-1 0 0,0 0-1,1 0 1,-1 0 0,1-1 0,0 1 0,0-1-1,0 0 1,0-1 0,0 1 0,1-1 0,-1 1 0,0-1-1,1-1 1,-1 1 0,0 0 0,6-1 0,9 0 175,0-1 0,0-1 1,20-5-1,3 0-12,50-16-444,-92 23 235,0 0 1,0 0-1,0 0 1,0 0-1,0 0 1,0 0-1,0 0 1,0 0-1,0 0 1,0 0-1,0 0 1,0 0-1,0 0 1,0 0-1,-1-1 1,1 1-1,0 0 1,0 0-1,0 0 1,0 0-1,0 0 1,0 0-1,0 0 1,0 0-1,0 0 1,0-1-1,0 1 1,0 0-1,0 0 1,0 0-1,0 0 1,0 0 0,0 0-1,0 0 1,1 0-1,-1 0 1,0 0-1,0-1 1,0 1-1,0 0 1,0 0-1,0 0 1,0 0-1,0 0 1,0 0-1,0 0 1,0 0-1,0 0 1,0 0-1,0 0 1,1 0-1,-1 0 1,0 0-1,0 0 1,0 0-1,0 0 1,0 0-1,0 0 1,0 0-1,0 0 1,0 0-1,0 0 1,1 0-1,-1 0 1,0 0-1,-4-7-300,3 4 131,-1 0 0,1 0 0,-1 0 0,0 0 0,0 1 0,0-1 0,-1 0 0,1 1 0,-1 0 0,1-1 0,-1 1 0,0 0 0,-3-1 0,-39-19-1389,-28-14 62,65 31 1783,1 0 0,0 0 0,0-1 0,0 1 0,0-1 0,-10-13 0,16 17-182,0-1-1,0 1 1,0 0-1,0-1 1,0 1-1,0-1 1,1 1-1,-1-1 0,1 1 1,0-1-1,-1 0 1,1 1-1,0-1 1,1 1-1,-1-1 1,0 1-1,1-1 1,0 1-1,-1-1 1,1 1-1,2-4 1,2-6 344,1 0 1,13-20-1,-13 24-226,5-9 341,2 1 0,0 0 1,0 1-1,28-23 0,68-45 593,-60 48-860,89-74-29,-115 88-669,-1-1 0,-1 0 0,30-43 0,-44 55 298,-1-1 1,-1 1-1,0-1 1,0-1 0,-1 1-1,0-1 1,-1 0-1,-1 1 1,0-1 0,1-17-1,-2-2 854,-2 1-1,-8-54 1,3 55-70,4 28-409,0 6-50,0 44 143,4 523 418,-1-56-668,16-162-376,-8-207-58,-9-146 326,4 92-936,32 176 1,-33-257 768,9 32-309,-12-44 470,1 1-1,-1-1 1,0 1 0,0-1-1,1 1 1,-1-1-1,0 1 1,0-1-1,1 0 1,-1 1-1,1-1 1,-1 0 0,0 1-1,1-1 1,-1 0-1,1 1 1,-1-1-1,1 0 1,-1 0-1,1 1 1,0-1 0,0 0 0,-1 0 0,1-1 0,0 1 0,-1 0 1,1-1-1,0 1 0,-1 0 0,1-1 0,-1 1 1,1-1-1,-1 1 0,1-1 0,-1 1 0,1-1 1,-1 1-1,1-1 0,-1 1 0,0-1 0,1 0 1,-1-1-1,6-11-53,-1 0 1,0 0 0,-1-1 0,0 0-1,-1 0 1,1-22 0,2-4-140,29-218-2351,1-325 0,-35 571 2282,-1 0 1,-1 1-1,0-1 0,0 1 1,-1-1-1,-4-11 0,5 20 2,-1-1 0,1 1 1,-1 0-1,1 0 0,-1 0 0,0 0 0,0 0 0,-1 0 0,1 1 0,-3-4 0,2 4-186,1 1 1,0-1-1,-1 1 0,1 0 0,-1-1 0,0 1 0,1 0 0,-1 0 0,0 1 0,1-1 1,-1 1-1,0-1 0,0 1 0,-4 0 0,-10 0-5163</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7.865"/>
    </inkml:context>
    <inkml:brush xml:id="br0">
      <inkml:brushProperty name="width" value="0.035" units="cm"/>
      <inkml:brushProperty name="height" value="0.035" units="cm"/>
    </inkml:brush>
  </inkml:definitions>
  <inkml:trace contextRef="#ctx0" brushRef="#br0">0 112 11161,'3'3'1832,"45"36"4264,-42-38-4952,137-8 4408,-75-2-3565,78-20 0,-143 28-1975,-4-1-186,0-1 0,0 0 0,0 1 0,-1-1 0,1 1 0,-1-1 0,0 1-1,1 0 1,-1 0 0,0 0 0,-1 0 0,-3-4 0,-5 1-345,-1-1 0,0 1 0,1 1 0,-2 0 0,1 1 0,0 1 1,-1-1-1,-14 1 0,-26-7-1838,-53-14-6196,54 14-391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8.528"/>
    </inkml:context>
    <inkml:brush xml:id="br0">
      <inkml:brushProperty name="width" value="0.035" units="cm"/>
      <inkml:brushProperty name="height" value="0.035" units="cm"/>
    </inkml:brush>
  </inkml:definitions>
  <inkml:trace contextRef="#ctx0" brushRef="#br0">8 1095 10717,'-8'11'2521,"8"-11"-2434,0 0-1,0 0 0,0 1 1,0-1-1,0 0 0,0 0 0,1 0 1,-1 0-1,0 1 0,0-1 0,0 0 1,0 0-1,0 0 0,0 0 0,1 0 1,-1 0-1,0 0 0,0 1 1,0-1-1,0 0 0,0 0 0,1 0 1,-1 0-1,0 0 0,0 0 0,0 0 1,0 0-1,1 0 0,-1 0 0,0 0 1,0 0-1,0 0 0,0 0 1,1 0-1,-1 0 0,0 0 0,0 0 1,0 0-1,1 0 0,2-1 613,1 0-1,0 0 1,-1-1 0,1 1-1,-1-1 1,6-3-1,41-24 3477,-48 28-4110,0-1 0,0 0 0,0 0 0,-1 1 0,1-1-1,0 0 1,-1 0 0,0-1 0,3-3 0,-2 2-86,2-1-254,-1 0-1,0 0 1,0-1 0,0 1-1,0-1 1,2-11-1,-4 14 90,-1 0-1,0 0 0,0 0 0,0 0 1,0 0-1,-1 0 0,1 0 1,-1 0-1,0 0 0,0 0 1,0 0-1,0 0 0,0 0 1,0 1-1,-4-6 0,-42-55-3387,30 41 3726,-16-26 0,17 23 601,16 24-716,0 0 1,0 0-1,0 0 1,0 0-1,0 0 1,0 1-1,0-1 1,0 0-1,0 0 1,0 0-1,0 0 1,1 0-1,-1 1 1,0-1-1,1 0 1,-1 0-1,0 1 1,1-1-1,0-1 1,0 0 76,0 0-27,1-1 0,-1 1 0,1 0 0,-1-1 0,1 1 0,0 0 0,0 0 0,0 0 0,0 0 0,0 0 0,1 1 0,-1-1 0,1 1 0,-1-1 0,1 1 0,-1 0 0,1 0 0,-1 0 0,1 0 0,0 1 0,0-1-1,0 1 1,-1-1 0,7 1 0,-1 0 63,0 0 0,0 1 1,0 0-1,0 1 0,0-1 0,0 1 0,14 6 0,-17-5-105,-1-1 0,0 1 1,0-1-1,0 1 0,-1 1 0,1-1 0,-1 0 1,0 1-1,0-1 0,0 1 0,0 0 1,3 7-1,3 7 29,12 31 0,-16-36-31,13 30-644,45 80 0,-60-118 372,1 1-1,1-1 1,-1 0 0,1-1-1,-1 1 1,1-1 0,1 1-1,-1-1 1,1-1 0,-1 1-1,9 3 1,-11-6 88,0 0-1,0 0 1,0 0 0,0-1-1,1 1 1,-1-1 0,0 0-1,0 0 1,1 0 0,-1 0-1,0 0 1,7-2 0,32-13-620,-36 12 609,7-3-51,-1-1 1,0 0-1,0-1 0,0 0 0,-1-1 0,-1-1 0,1 1 0,13-19 1,-1-1 10,-1-1 1,18-35 0,80-162 892,-96 173-33,-2-1 0,19-77 0,-36 108-396,7-18 539,-3 1-1,-2-2 0,4-58 1,-12 95-700,1 0-1,-1 0 1,0 1 0,0-1 0,0 0-1,-1 1 1,0-1 0,0 1-1,0 0 1,-1-1 0,0 1 0,0 0-1,0 1 1,-1-1 0,-5-6 0,-11-16 875,19 26-910,0-1 0,0 0 0,0 1 0,0-1 1,-1 1-1,1 0 0,-1-1 0,1 1 1,-1 0-1,1 0 0,-1 0 0,0 0 1,1 0-1,-1 0 0,0 0 0,0 0 1,-2 0-1,2 1-35,1 0 1,-1 0-1,1 1 1,-1-1-1,1 0 1,0 0-1,-1 1 1,1-1-1,-1 1 1,1 0-1,0-1 1,-1 1-1,1 0 1,0 0-1,0 0 1,0-1-1,-1 1 1,1 1-1,0-1 1,0 0-1,0 0 1,1 0-1,-1 0 1,-1 2-1,-4 8 98,0 0 0,1 0 0,0 0 0,1 1 0,0-1 0,1 1 0,0 0 0,1 1 0,0-1 0,1 23 0,1 11 301,10 69-1,-10-115-439,20 156-891,40 157-1,-52-278-1413,5 71 1,-8-17-6700,-4-61-1275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8.719"/>
    </inkml:context>
    <inkml:brush xml:id="br0">
      <inkml:brushProperty name="width" value="0.035" units="cm"/>
      <inkml:brushProperty name="height" value="0.035" units="cm"/>
    </inkml:brush>
  </inkml:definitions>
  <inkml:trace contextRef="#ctx0" brushRef="#br0">0 0 18402,'0'0'2439,"5"1"-183,11 1-1108,1 1-1,-1 1 0,1 1 1,16 7-1,-10-3-359,0 2 1,28 19-1,-25-12-567,-1 1 0,0 0 0,-2 2 0,41 47 0,-52-53-456,-1 1 0,0 1 1,-1 0-1,-1 0 0,9 25 1,-11-23-1703,-2 0-1,7 35 1,-11-23-5223,-1-26 3745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8.830"/>
    </inkml:context>
    <inkml:brush xml:id="br0">
      <inkml:brushProperty name="width" value="0.035" units="cm"/>
      <inkml:brushProperty name="height" value="0.035" units="cm"/>
    </inkml:brush>
  </inkml:definitions>
  <inkml:trace contextRef="#ctx0" brushRef="#br0">87 9 15317,'-18'-8'1501,"16"22"-413,-1 3-748,-9-5-1104,-11 11-1349,6 8-2351,5-2-3457</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29.415"/>
    </inkml:context>
    <inkml:brush xml:id="br0">
      <inkml:brushProperty name="width" value="0.035" units="cm"/>
      <inkml:brushProperty name="height" value="0.035" units="cm"/>
    </inkml:brush>
  </inkml:definitions>
  <inkml:trace contextRef="#ctx0" brushRef="#br0">248 150 10889,'-3'2'98,"-115"62"1148,103-54-1083,1 0 0,0 0 0,1 2-1,0 0 1,-19 23 0,7 0 7602,34-21-5691,-8-12-1933,1 0 0,0 0 0,-1-1 0,1 1 0,0-1 0,0 1 0,0-1 0,0 0 0,0 0 0,0 0 1,0 0-1,5 1 0,33 7 1133,-23-7-851,130 25 1931,-110-15-3499,-52-1-724,11-9 1712,0 0 0,0 0 0,-1-1-1,1 0 1,0 1 0,0-2 0,-1 1 0,1 0-1,-1-1 1,1 0 0,-1 0 0,1 0-1,0-1 1,-1 1 0,-4-2 0,-1-1 39,0 0 0,0 0 1,0 0-1,1-1 0,-16-10 1,24 14 117,-5-3 37,0 0 1,1-1-1,0 0 0,0 1 0,0-2 0,0 1 0,0 0 0,1-1 0,0 0 0,0 0 0,0 0 0,-4-8 0,6 8 99,0-1 0,1 1 0,-1 0 0,1-1 0,0 1-1,0-1 1,1 0 0,0 1 0,0-1 0,0 0 0,0 1-1,3-12 1,0 9 82,0 0-1,0 0 1,0 1 0,1-1-1,0 1 1,0 0-1,11-13 1,3 0 337,1 1-1,1 1 1,0 1 0,34-22-1,-37 28-305,0 1 0,1 0 0,0 1 0,0 1-1,1 1 1,0 0 0,0 2 0,1 0 0,22-2 0,-37 6-205,1 0 0,-1 1 0,0 0 0,1 1 0,-1-1 0,1 1 0,-1 0 0,0 0 0,0 0 0,1 1 0,-1 0 0,0 0 0,-1 0 0,1 1 0,7 4 0,-7-2-22,0-1 0,0 1 0,0 0 0,-1 0-1,0 1 1,0-1 0,0 1 0,-1 0 0,0 0 0,5 12 0,-2 1-181,-1 0 0,-1-1 0,-1 2 0,-1-1 0,0 0 0,-2 1 0,-1 28 1,-12 52-1729,12-98 1827,1 1-1,0 0 0,0-1 0,0 1 0,0 0 1,0-1-1,1 1 0,1 4 0,3-3 52,2-11-23,16-30 135,77-116 606,-83 130-395,1 1 0,2 1 1,0 1-1,35-27 0,-45 39-193,1 0 0,0 1-1,0 0 1,1 1 0,16-6 0,-25 11-98,1-1 0,0 1 0,0 1 0,0-1 1,0 0-1,0 1 0,0 0 0,0 0 0,0 0 1,0 1-1,0-1 0,0 1 0,0 0 0,0 0 1,0 0-1,0 1 0,0-1 0,-1 1 0,1 0 1,-1 0-1,5 3 0,-5-2-23,0 0 0,0 0 0,0 0 0,0 0 0,-1 1 0,1-1 0,-1 1 0,0-1 0,0 1 0,2 6 0,12 44 0,-13-40 0,5 29-2182,4 58 1,-1 1-2853</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0.538"/>
    </inkml:context>
    <inkml:brush xml:id="br0">
      <inkml:brushProperty name="width" value="0.035" units="cm"/>
      <inkml:brushProperty name="height" value="0.035" units="cm"/>
    </inkml:brush>
  </inkml:definitions>
  <inkml:trace contextRef="#ctx0" brushRef="#br0">11 1234 10149,'-4'4'376,"-3"1"883,10-6 184,-1 0-1088,0 0 0,0 1 0,0-1-1,0 0 1,0 1 0,0 0 0,0-1-1,0 1 1,0 0 0,0 0-1,0 0 1,3 1 0,15 5 256,0-1 0,1 0 0,-1-2 1,1 0-1,33-1 0,716-53 2573,-453 25-2958,-53 7-107,680-58 85,925-161-127,-1247 139 15,181-9-131,-338 49 54,846-107 65,200 32-142,-1331 124 104,186-9 518,71-1 602,-112 3-214,457-38 1744,-753 53-2616,-1-1-232,41-8-1,-68 11 54,0 0-1,1-1 0,-1 1 0,0 0 1,0-1-1,1 1 0,-1-1 0,0 1 0,0-1 1,0 0-1,0 1 0,0-1 0,0 0 1,0 0-1,0 0 0,0 0 0,0 0 0,-1 0 1,1 0-1,0 0 0,0 0 0,-1 0 0,1 0 1,-1 0-1,1 0 0,-1-1 0,0 1 1,1 0-1,-1 0 0,0-1 0,0 1 0,0 0 1,0-1-1,0 1 0,0 0 0,0 0 1,0-1-1,-1 1 0,1 0 0,0 0 0,-1-2 1,-1-1-339,0-1 1,0 1 0,0 0 0,0 0 0,-1 0 0,1 0 0,-1 1-1,0-1 1,0 1 0,-4-4 0,-34-20-6476,-17-7-4540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2.120"/>
    </inkml:context>
    <inkml:brush xml:id="br0">
      <inkml:brushProperty name="width" value="0.035" units="cm"/>
      <inkml:brushProperty name="height" value="0.035" units="cm"/>
    </inkml:brush>
  </inkml:definitions>
  <inkml:trace contextRef="#ctx0" brushRef="#br0">573 0 5733,'0'0'8648,"-2"2"-7637,-19 10 8859,18-11-9685,-7 3-149,1 0 0,-1 0 1,1 1-1,0 0 0,-10 8 0,-46 37 22,46-35-53,1 0-14,-35 26-46,-86 89 1,132-121 58,1 0 0,0 0-1,1 0 1,0 1 0,0 0-1,-4 14 1,-5 10-69,-7 19 5,3 1 1,-18 89-1,26-101 28,-10 84 93,5-22-61,11-87-1,2-1 1,0 1 0,1 0 0,0-1 0,2 1 0,2 19-1,0-3-29,-2-22 34,-1 1 0,2-1 0,-1 0 0,1-1 0,1 1 1,0 0-1,1-1 0,0 1 0,0-1 0,1 0 0,10 14 1,-2-8 7,1-1 1,0 0 0,1-1-1,1-1 1,0 0 0,29 17 0,-2-6 74,76 31 1,-113-52-76,38 15 42,1-1 1,64 14 0,-85-25-45,-13-4-8,0 1 1,0-1-1,12 0 0,5 3-95,-26-4 84,1 0 0,-1-1 1,0 1-1,1-1 0,-1 1 1,0-1-1,1 0 0,-1 0 1,4 0-1,1-1 4,0-1-1,0 0 1,0 0-1,0 0 1,0 0 0,-1-1-1,1 0 1,-1-1-1,11-7 1,-4 3 76,7-5-49,0-2-1,30-26 0,-37 28 42,-1 0-1,12-16 0,-20 23-28,-1 0 0,1 0 0,-1-1 0,0 0 0,-1 0 1,1 1-1,2-15 0,3-23 62,0 4-80,6-82 0,-11 62 20,1-58-9,-6 38 51,-8-141 619,6 182-550,-2 1 0,-1 0 0,-21-62 0,18 73 33,0 1 0,-2 1 0,-16-26 0,22 41-154,0 1 1,-1 0 0,0 1-1,-1-1 1,0 1 0,0 1-1,0 0 1,-1 0 0,0 1 0,-17-9-1,-5 1-68,-1 3-1,0 0 0,0 2 1,-1 1-1,-46-4 1,18 2-1165,22 7-498,36 3 439,-11-7-2187,3 3 1822,11 4 1523,0 0-1,0-1 1,0 1-1,0 0 1,0-1-1,0 1 1,-1 0-1,1-1 1,0 1-1,0 0 1,0-1-1,0 1 1,0 0-1,0-1 1,0 1-1,0 0 1,0-1-1,1 1 1,-1 0-1,0-1 1,0 1-1,0 0 1,0 0-1,0-1 1,0 1-1,1 0 1,-1-1-1,0 1 0,0 0 1,1 0-1,-1-1 1,0 1-1,11-10-4896,12 6-2733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2.578"/>
    </inkml:context>
    <inkml:brush xml:id="br0">
      <inkml:brushProperty name="width" value="0.035" units="cm"/>
      <inkml:brushProperty name="height" value="0.035" units="cm"/>
    </inkml:brush>
  </inkml:definitions>
  <inkml:trace contextRef="#ctx0" brushRef="#br0">54 230 5204,'-8'13'797,"3"-12"80,-2-26 12209,-5 26-11633,-7 0 928,17-3-1207,10-3-82,5 0-460,1 0 0,0 2 0,0-1 1,0 2-1,17-2 0,19-3 492,-25 2-812,693-113 505,-710 117-1224,-1 1-234,-1-1 0,0 0 0,0 0 0,1-1-1,5-2 1,-10 3 87,0 0-1,0 0 1,-1 0-1,1 0 1,-1 0-1,1 0 1,-1-1-1,0 1 1,1 0-1,-1-1 1,0 1-1,0-1 1,0 0-1,0 1 1,0-1-1,0 0 1,0 0-1,-1 1 1,1-1-1,0-3 0,-3-13-12672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2.877"/>
    </inkml:context>
    <inkml:brush xml:id="br0">
      <inkml:brushProperty name="width" value="0.035" units="cm"/>
      <inkml:brushProperty name="height" value="0.035" units="cm"/>
    </inkml:brush>
  </inkml:definitions>
  <inkml:trace contextRef="#ctx0" brushRef="#br0">11 16 13005,'-1'-1'260,"1"1"0,-1-1 0,0 0-1,0 1 1,1-1 0,-1 0 0,0 1 0,1-1-1,-1 0 1,0 0 0,1 0 0,0 0 0,-1 1-1,1-1 1,-1 0 0,1-2 0,17 3 3473,-9 0-3814,-3 1 335,136 15 5947,-125-12-5768,1 0 1,-1 1 0,1 1 0,-2 0-1,1 1 1,22 14 0,-27-15-306,-1 1 1,-1 0 0,1 0-1,-1 1 1,-1 0-1,1 1 1,-1 0 0,-1 0-1,0 1 1,0 0-1,-1 0 1,0 0 0,0 1-1,-1 0 1,6 21-1,-6-10-115,-1 0 0,-2 0 0,0 0 0,-1 0 0,-1 0 0,0 0-1,-2 0 1,-9 41 0,-4-5-1131,-2 0 0,-26 57-1,33-93-220,0 0-1,-2-1 1,-20 30-1,18-33-3132,-28 30 0,4-14-7625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3.465"/>
    </inkml:context>
    <inkml:brush xml:id="br0">
      <inkml:brushProperty name="width" value="0.035" units="cm"/>
      <inkml:brushProperty name="height" value="0.035" units="cm"/>
    </inkml:brush>
  </inkml:definitions>
  <inkml:trace contextRef="#ctx0" brushRef="#br0">10 817 12225,'15'-22'1884,"-6"10"-86,-1 0 0,-1 0-1,9-18 1,-13 23-1103,0 1 0,1 0 0,0 0 0,0 1 0,0-1 0,1 1 0,7-7-1,-8 9-562,-1 0-1,1 0 1,-1 0-1,0-1 1,0 0-1,0 1 1,0-1-1,-1 0 1,0-1-1,0 1 1,0 0-1,0-1 1,0 1-1,-1-1 1,0 1-1,0-1 1,1-7-1,-4-16-359,-1 1 1,-9-40-1,2 15-380,-7-25-355,-31-91 0,6 28 1144,32 105-59,9 32-83,1 10-20,-2 218 447,7 310-360,0-418-71,17 305-173,25-4-1396,-43-398 1434,1 20-387,3 0 1,23 72 0,-30-112 462,0 0 1,0-1-1,0 1 1,-1 0-1,1 0 1,0-1 0,0 1-1,-1-1 1,1 1-1,0 0 1,-1-1 0,1 0-1,0 1 1,-1-1-1,1 1 1,-1-1 0,1 1-1,-1-1 1,1-1-1,2-2 6,0 0-1,0 0 1,-1 0-1,0-1 0,0 1 1,0-1-1,0 0 1,-1 1-1,2-10 0,3-49-79,-5 45 72,9-156-189,17-234-99,20 2 345,-33 326 49,12-95 191,-27 158-455,0 18 127,-1-1 1,1 1 0,0-1-1,0 1 1,0 0-1,0 0 1,0-1 0,0 1-1,1 0 1,-1 0-1,0 0 1,0 0 0,1 0-1,-1 0 1,0 2-1,-13 16-1518,0 1 0,-17 37-1,22-37-1643,-10 30-1,4-1-4364</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4.172"/>
    </inkml:context>
    <inkml:brush xml:id="br0">
      <inkml:brushProperty name="width" value="0.035" units="cm"/>
      <inkml:brushProperty name="height" value="0.035" units="cm"/>
    </inkml:brush>
  </inkml:definitions>
  <inkml:trace contextRef="#ctx0" brushRef="#br0">1 925 9069,'14'-3'6932,"-11"2"-5531,81-24 3670,42-14-1246,-123 38-3625,0 1-424,-1-1 133,0 1 0,0 0 0,0 1-1,0-1 1,0 0 0,0 0-1,0 1 1,0-1 0,0 1-1,3 1 1,-5-2 73,0 0 1,0 1-1,0-1 0,0 0 0,0 0 1,0 0-1,0 0 0,0 0 0,0 0 1,0 1-1,0-1 0,0 0 0,0 0 1,0 0-1,0 0 0,0 0 0,0 1 1,0-1-1,0 0 0,0 0 0,0 0 1,0 0-1,0 0 0,0 0 0,0 1 1,0-1-1,0 0 0,0 0 0,0 0 1,0 0-1,-1 0 0,1 0 0,0 0 1,0 1-1,0-1 0,0 0 0,0 0 1,0 0-1,0 0 0,-1 0 0,1 0 1,0 0-1,0 0 0,0 0 0,0 0 1,-1 0-1,-17 6-993,8-4 638,0-1 1,1 0-1,-1 0 0,0-1 1,0 0-1,1-1 0,-19-4 1,-2-2 491,-35-14 0,63 20-69,0 0 1,0-1-1,-1 1 1,1 0-1,0-1 1,0 1-1,0-1 1,1 0-1,-1 1 1,0-1-1,0 0 0,1 0 1,-1 0-1,1 0 1,0-1-1,0 1 1,0 0-1,0-1 1,0 1-1,0 0 1,1-1-1,-1 1 1,0-5-1,0-2 47,1 0-1,0 0 1,0 0-1,1 0 1,1-10-1,2 4 175,1 0 0,0 1 0,1 0 0,1 0 0,0 0 0,1 1 1,17-24-1,-8 12 161,38-50 1169,95-101 1,-39 71-747,-27 28-399,-78 70-498,0 1-1,-1-1 0,0 0 0,0-1 0,0 1 1,-1-1-1,0 0 0,-1 0 0,1 0 0,1-11 1,-5 17 16,0 0 0,-1 0 0,1-1 0,-1 1 1,0 0-1,1 0 0,-1 0 0,0 0 0,0 0 0,0 0 1,-2-2-1,0 0-41,2 3 52,0 0 0,1 0 1,-1 0-1,0 1 0,-1-1 0,1 0 0,0 1 0,0-1 1,0 1-1,0-1 0,0 1 0,-1-1 0,1 1 0,0 0 1,0 0-1,-1 0 0,1 0 0,0-1 0,0 2 1,-1-1-1,-1 0 0,1 2 14,0 0 0,0 0 0,0 0 0,0 0 0,0 0 0,1 0 1,-1 0-1,0 1 0,1-1 0,0 1 0,-1-1 0,1 1 0,0 0 0,1-1 0,-1 1 0,-1 5 1,2-5 0,-4 16 6,1 0 0,1 0 1,0 0-1,2 1 1,2 25-1,-1-1-13,30 434 358,27 1 380,-32-274-573,19 222-996,-33 1-3010,-17-366 2438,5-59 727,-1-7 67,-7-34 418,2-1 0,1 0 1,2 0-1,2 0 0,4-42 1,34-202 1188,-14 130-470,29-140 1488,-29 155-945,2-8-154,-24 141-1020,0 0 0,0 1 1,1-1-1,0 1 0,-1 0 1,2-1-1,3-6 0,-6 10-21,0 1-1,-1-1 1,1 1-1,-1-1 1,0 0-1,1 1 0,-1-1 1,1 1-1,-1-1 1,0 1-1,0 0 1,1-1-1,-1 1 0,0 0 1,0-1-1,1 1 1,-1 0-1,0 0 1,0 0-1,-1-1 0,-1 1-336,1 1-1,-1-1 0,1 0 0,-1 1 1,0-1-1,1 1 0,-1 0 0,1 0 1,0 0-1,-1 0 0,1 0 1,0 0-1,-1 1 0,1-1 0,0 1 1,0 0-1,0-1 0,0 1 0,-2 3 1,-16 16-10117</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4.818"/>
    </inkml:context>
    <inkml:brush xml:id="br0">
      <inkml:brushProperty name="width" value="0.035" units="cm"/>
      <inkml:brushProperty name="height" value="0.035" units="cm"/>
    </inkml:brush>
  </inkml:definitions>
  <inkml:trace contextRef="#ctx0" brushRef="#br0">1 1010 11449,'0'0'9330,"0"2"-8830,5 25 231,-1-1-292,14 41 0,-16-61-424,0 0 1,0 0-1,1 0 0,0-1 1,0 1-1,1-1 0,0 1 1,0-1-1,0 0 0,0-1 1,1 1-1,5 4 0,-6-7-10,0 0 0,-1 0 0,1-1 0,0 1 0,0-1 0,0 0-1,0 0 1,0-1 0,0 1 0,0-1 0,0 0 0,0 0-1,1 0 1,-1 0 0,4-2 0,10-1 9,-1-1 1,20-8-1,-33 11-11,46-17 19,56-29 0,-93 42-51,-1 0-1,1 1 1,0 0-1,13-2 0,-20 8-29,-1 2 39,0-1 1,0 1-1,-1 0 0,0 0 1,0 0-1,0 1 0,0 0 1,-1 0-1,6 8 0,-4-1-37,1-1 0,0 0 0,1-1 0,1 0 0,-1 0 0,1 0 0,1-1-1,13 11 1,-16-16 56,-1 0-1,1-1 1,0 0-1,0 0 0,0 0 1,0-1-1,0 0 1,0 0-1,1 0 1,-1-1-1,1 0 0,-1 0 1,1-1-1,-1 0 1,1 0-1,-1-1 1,1 1-1,8-3 0,-6 1 43,0-1-1,0 1 1,0-2-1,0 1 1,-1-1-1,0-1 1,0 1-1,0-1 1,0-1-1,-1 1 1,0-1-1,0-1 1,0 1-1,-1-1 1,8-10-1,-4 1 88,-1-1-1,0 0 0,-1 0 0,-1-1 0,8-28 0,15-95 305,-19 49-444,-5-2 0,-3 1 0,-4 0 0,-5-1 0,-20-109 0,16 153-16,-3 1 0,-31-80 0,43 126 36,0 1-1,0-1 1,0 1-1,0 0 1,0 0-1,-1-1 1,1 1-1,-1 0 1,0 0-1,1 0 1,-1 1 0,0-1-1,0 0 1,-4-2-1,5 4-3,0-1 0,0 1 0,0 0 0,0 0 0,0 0 0,0 0 0,0 0 0,0 0 0,0 0 0,0 0 0,0 0 0,0 1 0,0-1 0,0 0 0,0 1 0,0-1 0,0 0 0,0 1 0,0-1 0,0 1 0,0 0 0,0-1 0,0 1 0,1 0-1,-1-1 1,0 1 0,1 0 0,-1 0 0,0 0 0,1 0 0,-1 0 0,1-1 0,-1 1 0,1 0 0,-1 1 0,-3 7 16,0 0 1,1 0-1,0 0 0,0 0 1,1 1-1,0-1 0,1 1 0,-1 13 1,5 86 104,-1-77-97,2 69 26,17 187 105,30 9-5,25-6-1381,-64-259 346,0-1 0,30 54 0,-35-73 257,1 0 0,0-1 0,0 0 0,1 0 0,1-1 0,0 0 0,0 0 0,1-2 0,17 12 0,-22-16-308,1-1 1,-1 0-1,1-1 1,11 4 0,33 2-6271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6.002"/>
    </inkml:context>
    <inkml:brush xml:id="br0">
      <inkml:brushProperty name="width" value="0.035" units="cm"/>
      <inkml:brushProperty name="height" value="0.035" units="cm"/>
    </inkml:brush>
  </inkml:definitions>
  <inkml:trace contextRef="#ctx0" brushRef="#br0">162 1243 9385,'-41'10'1347,"-50"14"2420,90-23-3693,0-1-1,-1 1 1,1 0 0,0 0 0,0 0 0,0 0 0,0 0-1,0 0 1,0 0 0,0 0 0,0 0 0,1 0 0,-1 1-1,0 1 1,0-2-15,1-1-1,0 1 0,-1 0 1,1 0-1,-1-1 0,1 1 1,0 0-1,-1-1 1,0 1-1,1 0 0,-1-1 1,1 1-1,-1-1 0,0 1 1,1-1-1,-1 1 0,0-1 1,0 0-1,1 1 0,-1-1 1,-1 1-1,2 3 468,0 2-205,0 0 0,0 0 0,1 0 1,0 0-1,0 0 0,0 0 1,0 0-1,1-1 0,4 10 1,-4-13 254,1-2-12,29-5 187,0-2 0,36-12 1,35-9-506,-99 27-287,0 0 0,0 1 0,0-1 1,0 1-1,0 0 0,0 0 0,5 1 0,-1 0-43,-4-1-108,-5 9 37,0 1-1,-1-1 0,0 0 1,-1 0-1,-6 16 1,6-17 40,1-3 88,0-1-2,0 0 0,1 1-1,-1 0 1,1-1 0,0 1 0,0 7 0,1-10 25,0 0 0,0 0 1,1 0-1,-1 0 0,1-1 0,-1 1 0,1 0 0,0 0 0,-1 0 0,1-1 0,0 1 0,0-1 0,0 1 1,0 0-1,1-1 0,-1 0 0,0 1 0,1-1 0,-1 0 0,1 1 0,-1-1 0,1 0 0,1 1 0,6 2 15,0 0-1,0-1 0,0 1 0,0-2 1,1 1-1,0-1 0,-1-1 0,1 0 1,18 0-1,-1-2 29,0-1-1,37-7 1,-32 3 5,0-2-1,-1-1 1,0-2-1,-1-1 1,0-1-1,30-18 1,-42 20-27,1-2 1,-2 0 0,0-1 0,0 0 0,-1-2 0,-1 1-1,-1-2 1,0 0 0,22-38 0,-15 13-64,-2-1 0,-1 0 0,-2-2 0,-3 0 0,-1-1 0,-2 0 0,4-54 0,-6-13-109,-10-206 0,-4 252 236,-15-70 0,14 60 31,0 6 71,-3 44 70,10 37-243,4 409 791,24 0 623,49-20-298,-63-351-1238,1-2 0,2 1 0,2-2 0,45 77 0,-60-115-25,1 0 0,0 0 1,1 0-1,-1-1 0,1 1 1,13 9-1,-17-15 33,0 1 0,0-1 0,0 0-1,1 0 1,-1 0 0,1-1 0,-1 1 0,0 0 0,1-1 0,-1 0 0,1 1-1,-1-1 1,1 0 0,-1 0 0,1-1 0,-1 1 0,1 0 0,-1-1-1,1 0 1,-1 1 0,0-1 0,1 0 0,-1 0 0,0 0 0,0-1 0,0 1-1,0 0 1,0-1 0,0 0 0,0 1 0,0-1 0,0 0 0,-1 0 0,1 0-1,-1 0 1,0 0 0,1 0 0,1-4 0,4-19-596,-1-1-1,-1 0 1,-1 0 0,-2-1 0,0-38-1,2-10-19,12-57 451,-4 44 1017,-12 84-686,1-1-1,0 0 1,0 1 0,0-1-1,3-4 1,-4 8-46,0 1-1,0 0 1,0-1-1,1 1 1,-1-1-1,0 1 1,1 0-1,-1-1 1,0 1-1,0 0 1,1-1-1,-1 1 0,1 0 1,-1-1-1,0 1 1,1 0-1,-1 0 1,1 0-1,-1-1 1,0 1-1,1 0 1,-1 0-1,1 0 1,0 0 3,0 0 0,0 0 0,0 1 0,-1-1 0,1 0 1,0 1-1,0-1 0,-1 1 0,1-1 0,0 1 0,0-1 0,-1 1 0,1 0 0,-1-1 1,1 1-1,-1 0 0,2 1 0,8 13 339,-1 1 1,0 0-1,12 31 0,-12-25 138,19 32 0,69 88 1005,-82-124-1353,1 0 0,1-1-1,1-1 1,0-1 0,24 16-1,59 30 173,-97-58-329,-1-1 0,1 0 1,0 0-1,0 0 1,0 0-1,1-1 0,-1 1 1,5 0-1,-7-2-25,-1 0 0,0 0 0,0 0 0,0 0 0,0 0 0,0 0 0,1 0 0,-1-1 0,0 1 0,0 0 0,0-1 0,0 1 0,0-1 0,0 1 0,0-1 0,0 1 0,0-1 0,0 0 0,0 1 0,-1-1 0,1 0 0,0 0 0,0 0 0,-1 0 0,1 0 0,0 0 0,-1 0 0,1 0 0,-1 0 0,1 0 0,-1 0 0,0 0 0,1-1 0,1-9-107,0 0 0,0 1 0,-1-1 0,0 0 0,-1 1 0,0-1 0,-1 0 0,0 0 0,-1 1 0,-6-21 0,7 27 121,1 0 0,-1 0 0,1 1 0,-1-1 0,1 0 0,1 0-1,-1-4 1,1-1 37,-1 6 259,6 3-186,-1 0 1,1 1-1,-1 0 1,1 0-1,-1 0 0,0 1 1,1 0-1,-1-1 1,0 2-1,5 2 1,50 32 521,-35-20-417,223 128 1320,-240-140-1432,1-1 0,-1 0 0,12 3 0,16 8-91,-33-14 202,10 4-1032,-12-5 765,-1-1 1,0 0 0,0 1-1,1-1 1,-1 0-1,0 1 1,0-1-1,0 0 1,0 0 0,0 1-1,0-1 1,0 0-1,0 1 1,0-1-1,0 0 1,0 0 0,-1 1-1,1-1 1,0 0-1,0 1 1,-1-1-1,1 0 1,-1 0 0,-2-7-288,-1 0 1,0 1 0,0 0 0,0 0 0,-1 0 0,-9-11-1,-42-39-1317,20 22 1033,-73-84 1969,87 89 0,22 29-1271,0 0 0,-1 1 0,1-1 0,0 0 0,0 0-1,0 0 1,0 1 0,0-1 0,0 0 0,0 0 0,0 0 0,0 0 0,0 1 0,0-1 0,1 0-1,-1 0 1,0 1 0,1-1 0,-1 0 0,1-1 0,0-1 132,1-1-44,0 0-1,0 0 1,1 0-1,-1 0 1,1 0-1,0 1 1,0-1-1,0 1 1,0-1-1,1 1 1,-1 0-1,1 1 1,0-1-1,7-3 1,0-1 329,0 1 1,1 1-1,-1 0 1,18-4 0,-15 6-65,0 1 0,-1 1 0,1 0 1,0 1-1,22 3 0,-31-3-299,-2 1-65,0-1 1,0 1 0,0 0-1,0 0 1,0 0 0,0 1 0,0-1-1,-1 1 1,1-1 0,0 1 0,-1 0-1,0 0 1,1 0 0,-1 0 0,0 1-1,0-1 1,0 1 0,0-1-1,-1 1 1,1-1 0,1 4 0,0 1-24,0 1 1,0-1-1,0 0 1,-1 1-1,0 0 1,0-1-1,0 11 1,-1-4-292,1 1 1,1-1 0,0 1-1,10 25 1,-13-40 269,1 0 0,-1 0-1,0 1 1,0-1 0,0 0-1,0 0 1,0 0 0,0 0-1,0 0 1,0 0 0,0 0-1,0 0 1,0 1 0,0-1-1,0 0 1,0 0 0,0 0-1,1 0 1,-1 0 0,0 0-1,0 0 1,0 0 0,0 0 0,0 0-1,0 0 1,0 0 0,1 0-1,-1 0 1,0 0 0,0 0-1,0 1 1,0-1 0,0 0-1,0 0 1,0-1 0,1 1-1,-1 0 1,0 0 0,0 0-1,0 0 1,0 0 0,0 0-1,0 0 1,0 0 0,1 0 0,-1 0-1,17-4 26,0 0 0,0-2-1,0 0 1,27-14 0,-27 11 189,0 2 1,0 0-1,1 0 1,0 2 0,31-6-1,-35 9-59,5 0 78,0 0-1,0 2 0,18 0 0,-31 1-173,0 0 0,-1 0 0,1 0 0,-1 0 0,1 1-1,-1 0 1,0 0 0,0 0 0,0 1 0,0 0 0,0 0 0,0 0-1,-1 1 1,8 6 0,-6-3-5,0 1 0,-1-1 0,0 1 0,0 0 0,-1 1-1,0-1 1,0 1 0,4 14 0,0 9-570,4 37-1,-1-10-2168,-3-18-1338,-7-37 697,-6-18-13507</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6.190"/>
    </inkml:context>
    <inkml:brush xml:id="br0">
      <inkml:brushProperty name="width" value="0.035" units="cm"/>
      <inkml:brushProperty name="height" value="0.035" units="cm"/>
    </inkml:brush>
  </inkml:definitions>
  <inkml:trace contextRef="#ctx0" brushRef="#br0">49 61 14093,'0'0'1604,"0"-20"-331,3 3 407,-9 5-2820,0 1-1273,-14 11-1959,0 3-3369</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6.367"/>
    </inkml:context>
    <inkml:brush xml:id="br0">
      <inkml:brushProperty name="width" value="0.035" units="cm"/>
      <inkml:brushProperty name="height" value="0.035" units="cm"/>
    </inkml:brush>
  </inkml:definitions>
  <inkml:trace contextRef="#ctx0" brushRef="#br0">1 271 17122,'16'-16'1024,"1"1"1,1 1 0,0 1 0,1 0 0,0 2 0,1 0-1,0 1 1,1 1 0,42-12 0,284-51 3851,-248 53-4355,-72 14-452,-16 4-230,1-1 0,20-7 0,-32 9 120,0 0 0,0 0 1,0 0-1,0 0 0,0 0 0,0 0 0,0 0 1,0 0-1,0 0 0,-1 0 0,1 0 0,0 0 1,0 0-1,0 0 0,0 0 0,0 0 0,0 0 1,0-1-1,0 1 0,0 0 0,0 0 0,0 0 0,0 0 1,0 0-1,0 0 0,0 0 0,0 0 0,-1 0 1,1 0-1,0 0 0,0 0 0,0-1 0,0 1 1,0 0-1,0 0 0,0 0 0,0 0 0,0 0 1,0 0-1,0 0 0,0 0 0,0 0 0,0 0 1,0-1-1,0 1 0,0 0 0,1 0 0,-1 0 1,0 0-1,0 0 0,0 0 0,0 0 0,0 0 1,0 0-1,-6-4-1099,-1 1 0,1-1 1,-1 2-1,0-1 0,1 1 0,-1 0 1,0 0-1,-1 1 0,1 0 0,0 0 1,0 1-1,-10 0 0,-35-2-11168</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7.190"/>
    </inkml:context>
    <inkml:brush xml:id="br0">
      <inkml:brushProperty name="width" value="0.035" units="cm"/>
      <inkml:brushProperty name="height" value="0.035" units="cm"/>
    </inkml:brush>
  </inkml:definitions>
  <inkml:trace contextRef="#ctx0" brushRef="#br0">305 607 11881,'1'-3'389,"0"0"-1,-1 1 1,1-1-1,-1 0 1,0 0-1,0 0 1,0 1-1,0-1 1,0 0-1,0 0 1,-1 0-1,1 1 1,-1-1-1,0 0 1,0 0-1,0 1 1,-3-6-1,-4-14 1922,5 10-1465,0 0 0,2 1 0,-1-1 0,2 0 0,0-23 0,1 17-324,-3-30 0,-4 6-78,-2 0 1,-15-50-1,16 70-542,-1 1-1,-1 1 0,0-1 1,-2 2-1,0-1 0,-15-17 1,24 33 44,-1 1 1,0 0 0,0 0 0,1 1 0,-2-1-1,1 1 1,0-1 0,0 1 0,-7-3-1,9 4 43,-1 1-1,1-1 0,-1 1 0,0-1 0,1 1 1,-1 0-1,1 0 0,-1 0 0,0 0 0,1 0 1,-1 0-1,0 0 0,1 1 0,-1-1 0,1 0 0,-1 1 1,0-1-1,1 1 0,-1 0 0,1 0 0,0-1 1,-1 1-1,1 0 0,0 0 0,-1 0 0,0 2 0,-2 2-13,0 1-1,0 0 0,0 0 1,1 0-1,0 1 0,0-1 1,1 1-1,0-1 0,-3 13 1,3-10 12,-13 54-51,3 1 1,2 1 0,-2 98-1,21 200 560,82 510 1113,-30-494-3753,-57-354 1770,-1-1 1,-1 37-1,-2-50-27,-1 1 0,0 0 1,-1-1-1,-1 1 0,0-1 0,0 0 0,-7 16 0,10-27 370,0 1 0,0-1 0,0 0 0,0 1 0,0-1-1,-1 1 1,1-1 0,0 1 0,0-1 0,0 0-1,0 1 1,0-1 0,-1 0 0,1 1 0,0-1 0,0 0-1,-1 1 1,1-1 0,0 0 0,-1 1 0,1-1 0,0 0-1,-1 0 1,1 1 0,0-1 0,-1 0 0,1 0 0,-1 0-1,1 1 1,0-1 0,-1 0 0,1 0 0,-1 0 0,0 0-1,-8-19-820,0-8 639,2 0 0,0-1 0,2 0 0,1 0 0,1 0 0,2 0 0,1 0 0,4-45 0,17-111 940,8 0 0,8 2 0,61-177 0,-90 333-604,168-470 2782,-132 390-1968,-42 101-798,0 0 1,1 1-1,-1-1 0,1 1 0,0 0 0,1 0 1,5-6-1,-11 21-179,-1-1 0,0 1 0,0-1 1,-1 0-1,-7 11 0,5-6-77,-20 38-966,-2-1-1,-34 48 0,-6-4-2510,-3-3-3350,28-41-2102</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8.220"/>
    </inkml:context>
    <inkml:brush xml:id="br0">
      <inkml:brushProperty name="width" value="0.035" units="cm"/>
      <inkml:brushProperty name="height" value="0.035" units="cm"/>
    </inkml:brush>
  </inkml:definitions>
  <inkml:trace contextRef="#ctx0" brushRef="#br0">1 1215 13745,'0'0'3726,"3"-2"-1973,62-35 3400,-44 27-4332,0-2-1,19-14 1,-33 21-719,0-1 0,-1 0 1,0 0-1,0-1 0,0 0 1,0 0-1,-1 0 0,-1 0 1,6-11-1,-5 7-270,-1-1 1,0 0-1,-1 0 1,0 0-1,0 0 1,-2 0-1,1-1 1,-2 1-1,1-1 0,-2 1 1,0-1-1,0 1 1,-4-16-1,1 12-95,-1 1 0,0 0-1,-1 1 1,0-1-1,-1 1 1,-1 0 0,0 1-1,-1 0 1,-1 0 0,-12-13-1,7 10 162,-1 0 0,-1 1 0,-27-19 0,43 34 124,0 0 1,1-1 0,-1 1 0,0-1 0,1 1-1,-1-1 1,1 1 0,-1-1 0,1 1 0,-1-1-1,1 0 1,-1 1 0,1-1 0,-1 0 0,1 1-1,0-1 1,-1 0 0,1 0 0,0 1 0,0-1-1,-1 0 1,1 0 0,0 0 0,0 1 0,0-1-1,0 0 1,0 0 0,0 0 0,0 1 0,0-1-1,1 0 1,-1 0 0,0 1 0,0-1-1,1 0 1,-1 0 0,0 1 0,1-1 0,-1 0-1,1 1 1,0-2 0,0 1 39,0-1 0,1 1 0,-1 0 0,1-1 0,-1 1 0,1 0 0,-1 0 0,1 0 0,-1 0 0,1 1 0,0-1 0,0 0 0,-1 1 0,1-1 0,0 1 0,0-1 0,3 1 0,5 1 146,0 1 0,0 1-1,0 0 1,-1 0 0,1 1 0,-1 0-1,1 1 1,-1 0 0,-1 0-1,11 8 1,-7-3-92,0 0 0,-1 1 1,0 1-1,-1-1 0,16 24 0,35 68 79,-23-22-831,-30-60 315,2-1-1,0 1 1,1-2 0,1 1 0,0-2-1,22 25 1,-31-40 280,0-1 1,0 1-1,0 0 0,1-1 0,-1 0 0,1 0 0,-1 0 1,1 0-1,0-1 0,0 1 0,0-1 0,0 0 1,0 0-1,5 0 0,-2 0 11,-1-1-1,1-1 1,-1 1 0,1-1-1,-1 0 1,1-1 0,-1 0-1,8-3 1,7-5-7,0 0 0,0-2 0,36-28 0,-45 31 6,64-51 14,-48 36 124,1 1 1,45-26 0,-73 48-101,1 1 0,-1-1 1,1 0-1,-1 1 0,1-1 0,-1 1 0,1-1 0,-1 1 0,1 0 1,-1-1-1,1 1 0,0 0 0,-1 0 0,1 0 0,-1 0 0,1 1 1,-1-1-1,1 0 0,0 1 0,-1-1 0,1 1 0,-1-1 0,0 1 1,1 0-1,-1-1 0,1 1 0,-1 0 0,0 0 0,0 0 1,0 0-1,1 0 0,-1 1 0,0-1 0,0 0 0,0 0 0,-1 1 1,1-1-1,0 0 0,0 1 0,-1-1 0,1 1 0,0 1 0,2 5-1,-1 0-1,1 0 1,-1 1 0,-1-1-1,0 0 1,1 16-1,-1-7-40,1 0-1,0-1 1,2 1 0,0-1-1,0 1 1,2-2-1,9 20 1,-8-18-1,-3-14 152,1-3-103,0 0 0,0 0-1,0 0 1,0-1 0,0 1 0,0-1 0,-1 0 0,1-1 0,0 1-1,0-1 1,-1 0 0,1 0 0,-1-1 0,0 1 0,0-1 0,6-4 0,-3 1-40,0 0 1,-1-1 0,0 1-1,-1-1 1,1-1 0,6-10-1,-11 16 3,0 0-1,0 0 0,0 0 1,-1 1-1,1-1 0,0 0 1,-1 0-1,0 0 0,1 0 1,-1 0-1,0 0 0,0 0 1,0 0-1,0 0 0,0 0 1,0 0-1,-1 0 0,1 0 1,-1 0-1,1 0 0,-1 0 1,0 0-1,0 0 0,0 0 1,0 1-1,0-1 0,0 0 1,0 1-1,-1-1 0,1 1 1,-1-1-1,1 1 0,-1 0 1,1 0-1,-1-1 0,0 1 1,-1-1-1,-19-9-97,-1 1-1,0 1 1,0 1-1,-1 1 1,0 1-1,-25-3 1,-75-21 117,122 30 8,1 0 0,-1-1 1,0 1-1,1-1 0,-1 0 0,0 0 0,1 1 1,-1-1-1,1 0 0,0 0 0,-1 0 0,1-1 1,0 1-1,-1 0 0,1 0 0,0-1 0,0 1 1,0-1-1,0 1 0,0-1 0,1 1 0,-1-1 1,0 0-1,1 1 0,-1-1 0,1 0 0,-1 1 1,1-1-1,0-2 0,0 0 5,1-1-1,0 1 1,0 0-1,0 0 1,1 0 0,-1 1-1,1-1 1,0 0-1,0 0 1,0 1 0,1 0-1,3-6 1,275-290 308,-96 112-152,-92 89-80,60-67 951,-150 161-950,9-7 219,-11 11-296,-1 0 0,1 0 1,-1 1-1,1-1 0,-1 0 1,1 0-1,-1 0 0,1 1 1,-1-1-1,1 0 1,-1 1-1,1-1 0,-1 0 1,0 1-1,1-1 0,-1 1 1,1-1-1,-1 0 0,0 1 1,0-1-1,1 1 1,-1-1-1,0 1 0,0-1 1,1 1-1,-1-1 0,0 1 1,0-1-1,0 1 0,0 0 1,0-1-1,0 1 1,0 0-1,3 18 87,0 0 0,-2 1 0,0-1 0,-1 0 0,-1 1 1,-4 20-1,0 21 148,-21 284 1237,-6 198 359,32-424-1590,18 458 251,-16-556-944,2-1 0,11 40-1,-14-57-295,0-6 15,5-98-975,-1 8 1042,15-62 268,7 1-1,63-206 0,-79 326 397,20-65 533,19-112 0,-50 211-542,0 0 1,0 0-1,0 0 1,0 0 0,0 0-1,0 0 1,0 0 0,0 0-1,0 0 1,0 0-1,0 0 1,0 0 0,-1 0-1,1 0 1,0 0 0,0 1-1,0-1 1,0 0-1,0 0 1,0 0 0,0 0-1,0 0 1,0 0 0,0 0-1,0-1 1,-1 1-1,1 0 1,0 0 0,0 0-1,0 0 1,0 0 0,0 0-1,0 0 1,0 0 0,0 0-1,0 0 1,0 0-1,0 0 1,0 0 0,-1 0-1,1 0 1,0 0 0,0 0-1,0 0 1,0 0-1,0-1 1,0 1 0,0 0-1,0 0 1,0 0 0,0 0-1,0 0 1,0 0-1,0 0 1,0 0 0,0 0-1,0 0 1,0-1 0,-9 5-304,-1 1 0,1 0 0,0 0 0,1 1 1,-1 0-1,-12 13 0,-46 51-4428,19-16-1903,18-22-1123</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8.549"/>
    </inkml:context>
    <inkml:brush xml:id="br0">
      <inkml:brushProperty name="width" value="0.035" units="cm"/>
      <inkml:brushProperty name="height" value="0.035" units="cm"/>
    </inkml:brush>
  </inkml:definitions>
  <inkml:trace contextRef="#ctx0" brushRef="#br0">37 181 8501,'0'0'79,"0"-1"-1,0 1 1,1-1 0,-1 1 0,0-1-1,1 1 1,-1-1 0,0 1 0,1-1 0,-1 1-1,1 0 1,-1-1 0,1 1 0,-1 0-1,1-1 1,-1 1 0,1 0 0,-1 0 0,1 0-1,0-1 1,-1 1 0,1 0 0,-1 0 0,1 0-1,-1 0 1,1 0 0,0 0 0,-1 0-1,1 0 1,-1 0 0,1 0 0,0 0 0,-1 0-1,1 1 1,-1-1 0,1 0 0,13 20 4197,-7-7-3243,-3-9-665,-1 1 1,1-1-1,0 0 1,0 0-1,0-1 1,1 1-1,-1-1 1,1 0 0,0 0-1,0 0 1,0-1-1,0 1 1,6 0-1,10 4 1173,43 7-1,-48-11-960,91 11 1976,-111-33-3147,0 14 438,1 0 0,-1 0 0,0 0 0,0 0 0,0 0 1,0 1-1,-1 0 0,0 0 0,0 0 0,0 0 0,0 1 0,-8-3 1,-13-11-435,-13-11-760,-1 2 0,-57-28 0,94 53 1236,-7-4-428,0 0 1,1 0-1,-12-8 0,19 11 56,0 1-1,0-1 0,0 0 0,0 0 0,0 0 0,0-1 0,0 1 1,1 0-1,-1-1 0,1 1 0,-1-1 0,1 1 0,0-1 1,0 0-1,0 1 0,1-1 0,-1-4 0,2-8-6452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8.928"/>
    </inkml:context>
    <inkml:brush xml:id="br0">
      <inkml:brushProperty name="width" value="0.035" units="cm"/>
      <inkml:brushProperty name="height" value="0.035" units="cm"/>
    </inkml:brush>
  </inkml:definitions>
  <inkml:trace contextRef="#ctx0" brushRef="#br0">26 178 10985,'0'-1'185,"-1"1"0,0-1 0,1 1 0,-1-1 0,0 0 0,1 1 1,-1-1-1,0 1 0,0-1 0,1 1 0,-1 0 0,0-1 0,0 1 0,0 0 0,0 0 0,0-1 0,1 1 0,-1 0 0,0 0 0,0 0 1,0 0-1,-1 0 0,1 1 35,1 0 1,-1 0 0,1 0 0,-1 0-1,1 0 1,-1 0 0,1 0 0,0 0-1,-1 0 1,1 0 0,0 1 0,0-1-1,0 2 1,-1 3-279,1-3 246,0 1 1,0-1-1,0 1 1,0-1 0,1 1-1,-1-1 1,1 0-1,0 1 1,2 3-1,1 9 226,0 7 181,-2-6 33,1 0 1,1 0-1,0-1 1,1 1-1,1-1 1,13 28-1,-18-43-589,-1-1 1,0 1-1,1-1 0,-1 1 0,1-1 1,-1 1-1,1-1 0,-1 0 1,1 1-1,-1-1 0,1 1 0,0-1 1,-1 0-1,1 0 0,-1 1 0,1-1 1,0 0-1,-1 0 0,1 0 1,0 0-1,-1 1 0,1-1 0,0 0 1,-1 0-1,1 0 0,0-1 1,-1 1-1,2 0 0,1-1 38,0 0 0,-1 0 0,1 0 0,-1-1-1,1 1 1,-1-1 0,4-2 0,35-35 402,-39 36-432,29-35 281,-1-1-1,43-79 1,13-18-672,-84 133 110,1 0 0,-1 0 1,1 0-1,0 0 0,0 1 1,0-1-1,1 1 0,-1 0 0,1 0 1,-1 0-1,1 1 0,-1-1 0,8-1 1,-9 3 97,-1-1 1,0 1 0,0 0 0,0 0 0,0 0 0,0 0 0,0 0-1,1 1 1,-1-1 0,0 0 0,0 0 0,0 1 0,0-1-1,0 1 1,0-1 0,0 1 0,1 0 0,4 2-475,4 0-1052,0 0-1,0 1 1,-1 1-1,1-1 1,9 8 0,-13-8 621,26 13-7131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9.196"/>
    </inkml:context>
    <inkml:brush xml:id="br0">
      <inkml:brushProperty name="width" value="0.035" units="cm"/>
      <inkml:brushProperty name="height" value="0.035" units="cm"/>
    </inkml:brush>
  </inkml:definitions>
  <inkml:trace contextRef="#ctx0" brushRef="#br0">328 0 15069,'-16'18'906,"2"0"-1,0 1 0,1 0 0,1 1 1,0 1-1,2-1 0,0 2 0,2-1 1,0 2-1,2-1 0,-6 31 0,-31 203 2350,13-71-1937,-39 300-1411,38-246-5645,20-192 2221,2-16-5208</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9.400"/>
    </inkml:context>
    <inkml:brush xml:id="br0">
      <inkml:brushProperty name="width" value="0.035" units="cm"/>
      <inkml:brushProperty name="height" value="0.035" units="cm"/>
    </inkml:brush>
  </inkml:definitions>
  <inkml:trace contextRef="#ctx0" brushRef="#br0">1 56 14841,'2'-4'575,"2"-1"-1,-1 1 1,0 1-1,1-1 1,0 0-1,0 1 1,0 0-1,0 0 1,0 0-1,1 1 1,-1-1-1,1 1 1,-1 0-1,1 0 1,0 1-1,0-1 1,0 1-1,8-1 1,1 1 47,-1 0 1,1 1 0,0 0 0,-1 1 0,27 5-1,-28-2-404,0-1-1,-1 1 1,1 1-1,-1 0 0,0 1 1,-1 0-1,1 1 1,-1 0-1,0 0 0,-1 1 1,0 1-1,0-1 1,13 18-1,-9-9-197,-1 1-1,-1 0 1,-1 0-1,0 1 1,-1 1-1,-1-1 1,6 25 0,14 88-3573,-27-125 2415,0 1 1,-1-1-1,0 1 1,0-1-1,-1 8 1,-1 4-5628</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39.543"/>
    </inkml:context>
    <inkml:brush xml:id="br0">
      <inkml:brushProperty name="width" value="0.035" units="cm"/>
      <inkml:brushProperty name="height" value="0.035" units="cm"/>
    </inkml:brush>
  </inkml:definitions>
  <inkml:trace contextRef="#ctx0" brushRef="#br0">61 18 17242,'-9'-12'2328,"-14"6"1588,12 15-9752,-1 0 599,7 11-4192</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38:40.159"/>
    </inkml:context>
    <inkml:brush xml:id="br0">
      <inkml:brushProperty name="width" value="0.035" units="cm"/>
      <inkml:brushProperty name="height" value="0.035" units="cm"/>
    </inkml:brush>
  </inkml:definitions>
  <inkml:trace contextRef="#ctx0" brushRef="#br0">100 70 12117,'-19'13'3740,"15"-11"-3329,0 0-1,0 1 0,0-1 0,1 1 0,-1 0 0,1 0 0,-1 0 1,1 0-1,0 1 0,0 0 0,-3 5 0,-1 3-67,4-7-109,1 0 0,-1 0 1,1 0-1,0 0 0,0 1 1,-2 7-1,0 13 420,2-11-163,0 0 1,0 0-1,2 25 1,0-36-412,0 0 0,1-1 0,0 1 0,-1 0 0,2 0 1,-1-1-1,0 1 0,1-1 0,-1 1 0,1-1 0,0 0 0,0 0 0,0 0 0,1 0 0,-1 0 0,1 0 1,0 0-1,-1-1 0,6 4 0,-7-6-89,0 1 0,0-1 0,0 1 0,1-1 1,-1 0-1,0 0 0,0 1 0,1-1 0,-1 0 0,0 0 1,1 0-1,-1 0 0,0-1 0,0 1 0,2-1 0,3 1-67,-2 0-17,0-1 0,0 1 0,0-1 0,0 0 0,0 0 0,0 0 0,0-1 0,0 1 0,0-1 0,-1 0 0,1 0 0,-1 0 0,1-1 0,-1 1 0,0-1 0,3-3 0,-4 4-23,0 0 0,0 0 0,0-1 0,0 1 0,-1-1-1,1 0 1,-1 1 0,1-1 0,-1 0 0,0 0 0,0 0 0,-1 0 0,1 0 0,0 0 0,-1 0 0,0 0-1,0 0 1,0 0 0,0 0 0,0 0 0,-1-4 0,-1 0-84,1 0-1,-2 0 1,1 0-1,-1 0 1,1 0-1,-8-11 1,3 9 106,-1 0 1,0 1-1,0 0 0,0 0 1,-1 1-1,0 0 1,-1 1-1,1 0 0,-1 0 1,-19-7-1,20 8 435,7 4 909,2-1-817,-1-1-336,1 1 0,0-1 0,0 1 0,1-1 0,-1 1-1,0 0 1,1-1 0,-1 1 0,1 0 0,0-1 0,2-3 0,-2 5 14,1-1 0,0 1 0,-1-1-1,1 1 1,0 0 0,0-1 0,0 1 0,0 0 0,0 0 0,1 0-1,-1 1 1,0-1 0,5 0 0,14-4 334,0 2 1,0 0-1,1 2 0,-1 0 1,1 1-1,-1 2 0,1 0 0,-1 1 1,0 1-1,21 7 0,-37-10-413,-1 0-1,0 1 1,0-1-1,0 1 0,-1 0 1,1 0-1,0 0 1,-1 1-1,1-1 0,-1 1 1,0 0-1,0 0 1,0 0-1,0 0 0,0 1 1,-1-1-1,0 1 1,1-1-1,2 8 0,-2-2-189,-1 0 0,0 0-1,-1 0 1,1 0 0,-2 0 0,1 0-1,-1 1 1,-2 11 0,2-20 72,0 1 1,-1-1 0,1 0 0,0 1 0,0-1 0,0 1 0,0-1-1,0 0 1,1 1 0,-1-1 0,0 0 0,1 0 0,-1 1-1,1-1 1,-1 0 0,1 0 0,-1 1 0,1-1 0,0 0-1,0 0 1,0 0 0,-1 0 0,1 0 0,0 0 0,0 0 0,2 1-1,-2-2 104,1 0-1,-1 0 0,0 1 0,0-1 0,1 0 1,-1-1-1,0 1 0,1 0 0,-1 0 1,0 0-1,0-1 0,0 1 0,1-1 1,-1 1-1,0-1 0,0 1 0,0-1 0,0 0 1,0 1-1,0-1 0,0 0 0,0 0 1,0 0-1,0 0 0,0 0 0,1-2 0,19-21 254,1 0 0,0 2 0,2 0 0,1 2 0,1 1 0,0 0-1,2 2 1,0 1 0,0 2 0,1 1 0,37-12 0,-60 23-198,-1 1-1,1-1 1,0 1 0,0 1 0,0-1-1,-1 1 1,1 0 0,0 0 0,0 1 0,0-1-1,10 4 1,-12-3-41,0 1 0,0 0 0,0 0 0,-1 0-1,1 0 1,-1 1 0,1 0 0,-1-1 0,0 1 0,0 0 0,0 0-1,0 1 1,-1-1 0,1 1 0,-1-1 0,0 1 0,2 4 0,1 7-294,0-1 1,-1 1 0,-1 0 0,-1 0-1,0 1 1,-1-1 0,-1 29 0,2 20-9627,1-54 3324,-1-27-3812</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35.134"/>
    </inkml:context>
    <inkml:brush xml:id="br0">
      <inkml:brushProperty name="width" value="0.035" units="cm"/>
      <inkml:brushProperty name="height" value="0.035" units="cm"/>
    </inkml:brush>
  </inkml:definitions>
  <inkml:trace contextRef="#ctx0" brushRef="#br0">771 165 6601,'11'-2'1332,"-22"7"4233,14-7-5209,-1-1 0,1 1-1,-1-1 1,1 1 0,0 0 0,0 0 0,0 0 0,0 0 0,3-1-1,-2 1 23,-3 2-283,-1-1 0,1 1 0,-1 0 0,1-1 1,-1 1-1,1-1 0,-1 1 0,1-1 0,-1 1 0,1-1 1,-1 1-1,1-1 0,-1 1 0,0-1 0,1 1 0,-1-1 1,0 0-1,0 1 0,1-1 0,-1 1 0,0-1 1,0 0-1,0 1 0,0-1 0,0-1 0,0 1 3,0 0 0,-1-1 0,1 1 0,-1 0 0,1 0 0,-1 0-1,0 0 1,0 0 0,1 0 0,-1 0 0,0 0 0,0 0 0,-1-1 0,-6-4 71,-1 0 0,1 1 1,-11-6-1,7 5-219,-1 0 57,-1 0 0,0 1 0,-27-6 0,11 4 7,23 5-4,-1 0-1,0 1 1,-12 0 0,-15-2 5,27 1-14,0 1-1,0 1 1,0 0 0,0 0-1,0 0 1,0 1 0,1 0-1,-1 1 1,-13 4 0,15-5-3,0 0 1,0 0 0,0 0 0,-10-1-1,11 0 3,0 0-1,1 0 0,-1 1 1,1-1-1,-1 1 0,1 0 0,-8 3 1,-56 27 10,55-25-15,0 0 0,0 1 0,0 1 0,1 0 0,1 1-1,-20 18 1,18-13 3,0 2-1,1-1 0,1 2 1,0-1-1,-14 33 0,10-16 11,1 1-1,1 0 1,-8 37-1,8-15 10,-11 56-53,16-9 62,-1 14 21,5-74-7,1 76-1,4-70-11,1 9-12,12 67 0,-2 10 31,-5-30-56,1 8-2,-6-97-1,1 1 12,0 0 0,-2 0 0,0 0 0,-2 23 0,0-28 0,0-1 0,1 1 0,3 16 0,-2-18 2,0 0-1,-1 0 1,0 0 0,-1 0-1,-1 10 1,1-9-6,0 0 1,1 0-1,0 0 1,1 0-1,0 0 1,6 21-1,0 11 35,-3-9-5,2-1 0,12 41 0,-12-57-8,0 0 1,1-1-1,0 0 1,2 0-1,0 0 1,12 15-1,1-1 5,2-2-1,1-1 1,43 37-1,-47-48 1,1-1 1,0-1-1,0-2 0,1 0 1,36 13-1,-42-20-17,1-1-1,0-1 1,0 0-1,30 0 1,-22-2 26,-9-2-31,-1 0-1,1-1 1,-1 0-1,27-9 1,-35 9-1,11-4-2,-1 0-1,-1-2 0,22-12 0,-15 8 4,3-4-3,-1-2 0,-1 0 0,-1-2 0,31-31 0,-44 40-4,53-61-12,-31 35 26,39-56 1,-39 48-3,-30 41-7,0 0 0,0-1 1,0 0-1,-1 1 0,0-1 0,3-10 0,-4 11 7,1-1 0,-1 1 0,1-1-1,0 1 1,4-6 0,-2 3 10,0 1 0,-1-1 0,0-1 0,0 1 0,0 0 0,-1-1-1,1-9 1,7-59 83,-9 62-77,6-181 357,-2 94 496,-9-127 0,3 180-447,1 35-237,0 0-1,-1 0 1,0 0 0,-4-14-1,-54-216 1404,41 158-1263,-10-31-65,-4-27 145,3 8 160,19 99-435,-2 0-1,-1 1 1,-34-63 0,29 69 41,1-1 1,-13-35 0,28 58-163,-1 0 1,0 0-1,-1 0 0,0 0 1,0 0-1,0 1 1,-1-1-1,1 1 0,-2 1 1,1-1-1,-1 1 1,1 0-1,-2 0 1,1 0-1,0 1 0,-1 0 1,0 0-1,0 1 1,0 0-1,0 0 0,0 0 1,-13-2-1,13 4-153,-14-3-939,-1 1 0,-32-1 0,44 5-469,0 0 1,-1 0-1,1 1 0,-17 4 1,5 5-4993,13 3-4108</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35.844"/>
    </inkml:context>
    <inkml:brush xml:id="br0">
      <inkml:brushProperty name="width" value="0.035" units="cm"/>
      <inkml:brushProperty name="height" value="0.035" units="cm"/>
    </inkml:brush>
  </inkml:definitions>
  <inkml:trace contextRef="#ctx0" brushRef="#br0">49 0 5100,'0'0'12482,"-1"3"-11678,-5 18-150,0 0-1,2 1 1,-2 24-1,-13 95 471,16-122-911,1 1 0,1-1 0,1 1 1,1-1-1,5 35 0,1-19 409,1 0 0,17 42-1,-21-65-431,1-1 1,1 1-1,0-1 0,1-1 0,0 1 0,0-1 1,1 0-1,0-1 0,19 17 0,-12-14 36,0-1 0,0-1-1,1-1 1,1 0 0,-1-1 0,21 7-1,7-2 128,1-1 0,1-2 0,-1-3-1,76 4 1,271-8 533,-218-4-804,-72-1-1886,126-16-1,-220 16 1448,3 1-395,0-1 0,20-6 0,-28 7 96,0 0 0,1-1 0,-1 1 0,0-1 0,-1 0 0,1 0 0,5-5 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36.096"/>
    </inkml:context>
    <inkml:brush xml:id="br0">
      <inkml:brushProperty name="width" value="0.035" units="cm"/>
      <inkml:brushProperty name="height" value="0.035" units="cm"/>
    </inkml:brush>
  </inkml:definitions>
  <inkml:trace contextRef="#ctx0" brushRef="#br0">161 1 12937,'0'0'1966,"2"2"-333,-1 1-1391,1 0 1,0 0 0,-1 0 0,0 0 0,1 0 0,-1 0 0,0 0-1,-1 0 1,1 0 0,-1 1 0,1-1 0,-1 0 0,0 0 0,-1 7 0,1 0-57,1 0 1,-1 0 0,2 0 0,-1 0-1,1 0 1,1 0 0,0 0 0,0 0-1,1-1 1,7 13 0,5 9 1188,33 46 0,-23-42-195,-14-20-652,-1 0 0,-1 1 0,15 30 0,-22-40-473,-1 0-1,0 1 1,0-1-1,-1 1 1,0-1 0,0 1-1,0 0 1,-1 0 0,0-1-1,0 1 1,-1 0 0,0-1-1,0 1 1,-4 10 0,-14 33-870,-2 0 0,-3-1 0,-57 86 0,-22 6-4654,39-59-1612,17-16-3220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36.660"/>
    </inkml:context>
    <inkml:brush xml:id="br0">
      <inkml:brushProperty name="width" value="0.035" units="cm"/>
      <inkml:brushProperty name="height" value="0.035" units="cm"/>
    </inkml:brush>
  </inkml:definitions>
  <inkml:trace contextRef="#ctx0" brushRef="#br0">301 210 12449,'-11'4'1649,"0"-1"0,0 2 0,-16 8 1,15-6-750,0 1 0,-15 13 0,1 3-622,-34 42 1,30-32 379,20-22-334,-1 1 0,2 1 0,0-1 0,-9 19 0,15-28-150,1 1 0,0-1 0,0 1 0,1-1 0,-1 1 0,1-1 0,0 1 0,0 0 0,0 0 0,1 0 0,0 0 0,0-1 0,0 1 0,0 0 0,1 0 0,0 0 0,0-1 0,3 9 0,-2-11-47,-1 1 0,1-1-1,0 1 1,0-1 0,0 0 0,1 0 0,-1 0-1,0 0 1,1 0 0,-1 0 0,6 2-1,35 14 1113,-30-14-912,1 1-208,1-1 1,-1-1-1,1 0 1,0-1-1,0 0 1,0-1-1,0-1 1,0-1 0,0 0-1,0-1 1,0 0-1,0-2 1,0 1-1,14-7 1,-28 10-142,1-1 0,-1 1-1,0-1 1,1 1 0,-1-1 0,0 0 0,0 0-1,0 0 1,1 1 0,-1-1 0,0 0 0,0 0-1,0 0 1,0-1 0,-1 1 0,1 0 0,0 0-1,0 0 1,-1-1 0,2-1 0,-2 2-40,0-1 1,0 1-1,0-1 0,0 1 1,-1 0-1,1-1 0,0 1 1,-1 0-1,1-1 1,-1 1-1,1 0 0,-1 0 1,1-1-1,-1 1 1,0 0-1,0 0 0,-1-2 1,-7-6-421,1 1 0,-1 0 0,-1 1 0,-12-8 0,8 5 133,-65-43-1846,38 26 2189,-58-48 0,98 73 71,-1 1 0,1-1 0,-1 0 0,1 0 0,-1 1 1,1-1-1,0 0 0,0 0 0,0 0 0,0 0 0,0-1 0,1 1 0,-1 0 1,1 0-1,-1 0 0,1-1 0,0 1 0,0 0 0,0 0 0,0-1 1,0 1-1,0 0 0,1 0 0,-1-1 0,1 1 0,-1 0 0,1 0 0,0 0 1,0 0-1,0 0 0,0 0 0,0 0 0,1 0 0,1-2 0,3-4 163,1 0 0,-1 1-1,1 0 1,1 1 0,-1-1-1,14-8 1,24-11 158,0 2-1,2 2 1,76-26 0,154-30 738,-271 76-1123,30-7-40,0 1 0,0 2 0,65-4 0,-101 11 22,0-1 1,0 0-1,0 0 0,-1 0 1,1 0-1,0 0 0,0 0 1,0 0-1,0 0 1,0 0-1,0 0 0,0 0 1,0 0-1,0 0 0,0 0 1,0 1-1,0-1 0,0 0 1,0 0-1,0 0 0,0 0 1,0 0-1,0 0 0,0 0 1,0 0-1,0 0 0,0 0 1,0 0-1,0 1 1,0-1-1,0 0 0,0 0 1,0 0-1,0 0 0,0 0 1,0 0-1,0 0 0,0 0 1,0 0-1,0 0 0,0 0 1,0 0-1,1 0 0,-1 1 1,0-1-1,0 0 1,0 0-1,0 0 0,0 0 1,0 0-1,0 0 0,0 0 1,0 0-1,0 0 0,0 0 1,0 0-1,1 0 0,-1 0 1,0 0-1,0 0 0,0 0 1,0 0-1,0 0 1,0 0-1,-2 3-505,1 0 1,-1 0-1,-1 0 1,1 0-1,0 0 1,-1 0-1,0 0 0,1-1 1,-1 0-1,-5 4 1,-38 19-6414,35-19 4393,-37 17-10789</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36.944"/>
    </inkml:context>
    <inkml:brush xml:id="br0">
      <inkml:brushProperty name="width" value="0.035" units="cm"/>
      <inkml:brushProperty name="height" value="0.035" units="cm"/>
    </inkml:brush>
  </inkml:definitions>
  <inkml:trace contextRef="#ctx0" brushRef="#br0">4 0 18014,'0'0'6488,"-3"29"-5056,3 14-352,11-5-283,-2 11-81,2 8-132,-2 6-140,-6 6-260,-6-2-324,3-4-632,6-6-360,-1-8-465,-2-29-843,-8 12-1084,2 0-2453</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37.527"/>
    </inkml:context>
    <inkml:brush xml:id="br0">
      <inkml:brushProperty name="width" value="0.035" units="cm"/>
      <inkml:brushProperty name="height" value="0.035" units="cm"/>
    </inkml:brush>
  </inkml:definitions>
  <inkml:trace contextRef="#ctx0" brushRef="#br0">1 154 12413,'2'-2'112,"8"-2"684,-1-1 0,1 0 0,-1-1-1,0 0 1,-1 0 0,0-1-1,10-9 1,-12 10-265,1 1 1,0 0-1,1 0 1,-1 1-1,1 0 0,-1 0 1,1 1-1,0 0 0,1 1 1,7-2-1,16-7 725,64-20 1731,-84 28-2660,0 1 0,0 0 1,0 1-1,1 0 0,-1 1 1,16 1-1,-26-1-316,1 1 0,-1-1 0,0 0 0,1 1 0,-1 0 0,0-1 0,0 1 0,0 0 0,0 0 0,1 0 0,-1 0 0,-1 1 0,1-1 0,0 1 0,0-1 0,0 1 0,-1-1 0,1 1 0,-1 0 0,2 2 0,-2-1-29,1 0-1,-1 0 0,0 0 1,0 1-1,0-1 1,-1 0-1,1 1 1,-1-1-1,0 1 1,0-1-1,0 0 0,-1 5 1,-2 9-258,-1-1 1,0 0-1,-2 0 1,-9 21-1,14-34 219,-8 17-422,1 1 0,-10 42 0,18-61 502,-1-1 1,1 0-1,0 0 1,0 0-1,0 0 0,0 0 1,0 0-1,0 1 1,0-1-1,1 0 1,-1 0-1,0 0 0,1 0 1,-1 0-1,0 0 1,1 0-1,-1 0 0,1 0 1,0 0-1,-1 0 1,1 0-1,0 0 1,0 0-1,-1-1 0,1 1 1,0 0-1,0 0 1,0-1-1,0 1 0,0-1 1,0 1-1,0-1 1,0 1-1,0-1 1,0 0-1,0 1 0,1-1 1,-1 0-1,0 0 1,0 0-1,0 0 0,2 0 1,7 0 137,-1 0-1,0-1 1,1 0 0,9-2-1,-16 2-123,155-39 1490,-25 4-522,-28 19-2647,-100 17-144,-8 2-1051,-8 7-101,0 0 0,-1-1 0,-14 8 0,-26 6-8828</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38.025"/>
    </inkml:context>
    <inkml:brush xml:id="br0">
      <inkml:brushProperty name="width" value="0.035" units="cm"/>
      <inkml:brushProperty name="height" value="0.035" units="cm"/>
    </inkml:brush>
  </inkml:definitions>
  <inkml:trace contextRef="#ctx0" brushRef="#br0">12 270 12889,'7'-8'1452,"-9"7"610,-15 13 3346,81-38-1401,23 2-2310,106-15 1,92 1 1734,-233 32-3310,813-59-122,-475 41 0,-243 18 0,88-9 0,-223 13-149,-3 2-371,-1-1 0,0 0 0,0-1 0,0 0 0,0-1 0,0 1 0,12-7 1,-14 3-1621,-10 4 536,-19 2-1560,-28 6-3870,-6 5-4499</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38.447"/>
    </inkml:context>
    <inkml:brush xml:id="br0">
      <inkml:brushProperty name="width" value="0.035" units="cm"/>
      <inkml:brushProperty name="height" value="0.035" units="cm"/>
    </inkml:brush>
  </inkml:definitions>
  <inkml:trace contextRef="#ctx0" brushRef="#br0">109 154 12393,'-24'29'1946,"19"-23"-313,-3 7 436,4-8-1741,-2 5-29,1 1 0,0 0 0,1 0-1,0 0 1,0 1 0,-2 16 0,1-8-15,-15 101 704,18-111-921,-4 26 176,6-34-217,0 0 0,0 0 0,0 0 0,0 0 1,0 0-1,1-1 0,-1 1 0,1 0 0,0 0 0,0 0 1,-1 0-1,1-1 0,0 1 0,2 2 0,-2-2 109,1-5-24,20-24 23,-17 21-99,0 0 0,0 0 1,0-1-1,-1 0 0,6-11 0,4-15 561,2 1-1,1 0 1,1 1 0,2 1-1,1 1 1,48-51 0,113-80 2515,-160 148-2638,-22 12-455,1 0 0,0 0 0,-1 0 0,1 0 0,0 0 0,0 0 0,-1 0 0,1 0 1,0 0-1,-1 0 0,1 0 0,0 0 0,0 1 0,-1-1 0,1 0 0,0 0 0,-1 1 0,1-1 0,0 1 1,1 2 12,0-1 0,0 1 1,-1 0-1,1-1 0,-1 1 1,0 0-1,0 0 1,0 0-1,0 0 0,0 0 1,-1 0-1,1 5 1,0 3-25,0 0 1,-1 0 0,0 0 0,-1 0 0,-3 17 0,-18 57-528,1-3-601,19-63 429,0 1 1,2 0-1,2 30 0,5 22-4651,-5-54 2759</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38.713"/>
    </inkml:context>
    <inkml:brush xml:id="br0">
      <inkml:brushProperty name="width" value="0.035" units="cm"/>
      <inkml:brushProperty name="height" value="0.035" units="cm"/>
    </inkml:brush>
  </inkml:definitions>
  <inkml:trace contextRef="#ctx0" brushRef="#br0">81 1 17430,'-46'8'2292,"29"4"-372,11 8-304,1 3-304,2 3-264,0 20-256,3-6-144,0-20-135,0 15-129,6 19-272,-1-22-500,4-1-373,-6-16-51,8-1-424,1 1-660,-1-24-6761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40.190"/>
    </inkml:context>
    <inkml:brush xml:id="br0">
      <inkml:brushProperty name="width" value="0.035" units="cm"/>
      <inkml:brushProperty name="height" value="0.035" units="cm"/>
    </inkml:brush>
  </inkml:definitions>
  <inkml:trace contextRef="#ctx0" brushRef="#br0">1499 138 9321,'0'0'6241,"-2"-1"-5686,-5-5-156,0-1 0,0 1-1,-9-12 1,15 17-384,0 0 1,1 0-1,-1 0 1,0 1-1,0-1 1,0 0-1,0 1 1,0-1-1,0 1 1,0-1-1,0 1 1,0 0-1,0-1 1,-1 1-1,1 0 1,-1-1 0,-3 0 30,-6-2 51,1-1 1,0 2-1,-1-1 1,-19 0-1,-1-2-5,-2 1 18,-54 1 0,35 2-95,3 2 75,1 3-1,0 2 1,-70 17-1,94-17-31,-35 7 108,0 3 1,1 2-1,-103 49 1,128-50-41,0 2-1,1 1 1,1 1-1,1 2 1,1 0-1,2 3 1,-37 41 0,39-38-25,1 2 1,1 0-1,3 1 1,0 2-1,2 0 1,-21 55-1,16-15-5,4 1 1,2 0-1,4 1 0,4 1 0,3 0 0,3 78 0,8-67-59,19 99 1,8 73-84,-29-239 53,2 15 24,2 48 0,-5-32-12,16 85 1,-7-64-6,-6-41-16,1 0-1,2 0 1,1 0 0,1-1 0,2-1 0,30 57-1,-25-58 2,1-1-1,2-1 0,1-1 1,1 0-1,34 30 0,-35-39 20,0-1-1,1-1 0,1-2 1,1 0-1,42 17 1,-29-16 3,1-2 0,1-2-1,49 7 1,-17-9 41,1-3 0,0-3 0,83-9 0,-111 1-56,70-20 0,-71 16 0,7-3 10,-1-3 0,-1-1-1,0-2 1,-1-3 0,52-32 0,-43 19 11,-1-3 0,-1-3 0,-3-1-1,51-54 1,-86 79-17,28-28 130,-2-2 0,57-83-1,-86 109-71,12-18 276,38-80 1,-39 60 132,-2-2 1,-3-1 0,-3 0-1,-2-1 1,6-72 0,-14 46 78,-9-148 0,1 202-471,-1-29 69,-4 0 0,-19-91 0,4 76-102,-2 2 0,-4 0 0,-4 2 0,-2 2 0,-4 1 0,-57-82 0,64 111-27,-69-76 1,84 103-22,-1 1 0,0 1-1,-1 0 1,-1 2 0,0 0 0,0 0-1,-27-9 1,8 7-17,0 1 0,-1 3 0,-1 1-1,-72-7 1,22 11-283,-93 7 1,115 0-138,10-1-666,-72 11 0,125-11 929,-97 19-2677,53-3-829,41-13 1872,0 0 0,0 0 0,-10 9-1,6-1-7283</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40.834"/>
    </inkml:context>
    <inkml:brush xml:id="br0">
      <inkml:brushProperty name="width" value="0.035" units="cm"/>
      <inkml:brushProperty name="height" value="0.035" units="cm"/>
    </inkml:brush>
  </inkml:definitions>
  <inkml:trace contextRef="#ctx0" brushRef="#br0">1 21 9141,'1'-1'225,"0"0"1,0 0-1,0 0 1,0 0 0,0 0-1,0 0 1,1 1-1,-1-1 1,0 0-1,0 1 1,1-1-1,-1 1 1,0 0 0,1-1-1,-1 1 1,0 0-1,1 0 1,-1 0-1,1 0 1,-1 0-1,0 0 1,1 0 0,-1 0-1,2 1 1,7 0-125,135-7 5004,-37 0-2533,395 8 2169,250 36-2947,-414-14-1403,305 27 45,-337-28-395,-195-26-909,-80 1 61,-28 2 440,0 0-1,0 0 1,0-1-1,0 0 1,1 0-1,-1 0 1,0 0 0,-1-1-1,8-3 1,-9 4 57,-1 0 0,0 0 0,0 0 1,0 0-1,0 0 0,0 0 0,0 0 0,0-1 0,0 1 1,0 0-1,1-2 0,-2 1-319,1 1 0,-1-1 1,1 0-1,-1 1 0,0-1 1,0 0-1,0 0 0,1 1 0,-2-1 1,1 0-1,0-2 0,-7-15-9736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41.070"/>
    </inkml:context>
    <inkml:brush xml:id="br0">
      <inkml:brushProperty name="width" value="0.035" units="cm"/>
      <inkml:brushProperty name="height" value="0.035" units="cm"/>
    </inkml:brush>
  </inkml:definitions>
  <inkml:trace contextRef="#ctx0" brushRef="#br0">0 5 11637,'0'0'8127,"3"-1"-6916,1 0-957,0 0 0,0 0 0,0 1-1,0 0 1,1-1 0,-1 1 0,0 0-1,0 1 1,0-1 0,5 2-1,43 15 1381,-26-8-978,155 61 2132,-154-57-2471,-1 1-1,0 1 1,-1 1-1,35 31 1,-52-40-254,-1 0 0,0 1 0,0-1 0,-1 2 0,0-1 0,-1 1 0,1-1 0,-2 1 0,1 1 0,-1-1 0,-1 1 0,3 11 0,-3-8-80,-1 0 1,-1 0-1,0 0 0,-1 1 1,0-1-1,-1 0 0,0 0 1,-6 21-1,0-10-700,-1 1 0,-1-1 0,-1 0 0,-1-1 0,-2-1 1,0 1-1,-1-2 0,-1 0 0,-22 23 0,9-12-1362,-27 28-5921,17-29-2864</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41.594"/>
    </inkml:context>
    <inkml:brush xml:id="br0">
      <inkml:brushProperty name="width" value="0.035" units="cm"/>
      <inkml:brushProperty name="height" value="0.035" units="cm"/>
    </inkml:brush>
  </inkml:definitions>
  <inkml:trace contextRef="#ctx0" brushRef="#br0">262 112 14657,'-1'1'118,"0"-1"-1,0 0 0,0 0 0,0 0 0,0 0 1,0 0-1,0 0 0,0 0 0,0 0 1,0 0-1,0 0 0,0-1 0,0 1 0,0 0 1,0-1-1,0 1 0,0 0 0,0-1 1,-1 0-1,-5-18 2351,7 15-2145,-2 4-124,0 1 0,1-1-1,-1 1 1,0 0 0,1-1 0,-1 1 0,1 0-1,-1 0 1,1 0 0,-1 0 0,1 0 0,0 0-1,-2 3 1,-20 18 109,1 1-1,1 1 1,1 1 0,1 1-1,1 1 1,-23 48 0,31-55-186,4-9 109,0 0 0,1 1 0,0 0-1,1 0 1,0 0 0,-2 16 0,6-25-173,0-1 1,0 1 0,0-1-1,1 1 1,-1-1-1,1 1 1,0-1-1,0 1 1,0-1 0,0 1-1,0-1 1,1 0-1,-1 0 1,0 0 0,1 0-1,0 0 1,-1 0-1,1 0 1,0 0 0,0-1-1,0 1 1,0-1-1,1 1 1,-1-1-1,5 2 1,0 0 87,0 0 1,0 0-1,1-1 0,-1 0 0,1 0 1,-1-1-1,13 1 0,1-2 37,0-1 0,0-2 0,0 0 0,0-1 0,-1-1 0,0-1 0,0-1 0,0 0-1,-1-2 1,0 0 0,0-1 0,-1-1 0,-1-1 0,31-26 0,-44 35-208,-1 0-1,0 0 1,0-1 0,-1 1 0,1-1-1,-1 1 1,0-1 0,0 0-1,0 0 1,2-6 0,-3 7-15,-1 0 1,1 0 0,-1 0-1,0 0 1,0 0-1,0 0 1,0-1-1,0 1 1,-1 0-1,1 0 1,-1 0-1,0 0 1,0 1-1,0-1 1,-3-5 0,0 1-36,-1-1 1,0 1 0,0 0 0,-1 1 0,1-1 0,-1 1 0,-1 0 0,-8-5 0,-7-5-219,-31-16 0,30 20 209,-36-27 0,58 38 125,0 1 0,0-1 1,0 0-1,0 1 1,0-1-1,0 0 0,0 0 1,0 1-1,0-1 1,1 0-1,-1 0 0,0 0 1,1 0-1,-1 0 0,0 0 1,1 0-1,0 0 1,-1 0-1,1 0 0,-1 0 1,1-1-1,0 1 1,0 0-1,0 0 0,0 0 1,0 0-1,0-1 0,0 1 1,0 0-1,0 0 1,0 0-1,1-2 0,1 2 42,-1-1-1,1 0 1,-1 1-1,1-1 1,0 1-1,0 0 1,-1-1-1,1 1 1,0 0-1,0 0 1,0 0-1,0 0 1,1 1-1,-1-1 1,2 0-1,155-29 406,-121 24-469,50-4-977,-56 8-303,-1-2 0,36-9 1,-60 11 159,13-2-3030,-5 2-3002,4 1-5545</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42.078"/>
    </inkml:context>
    <inkml:brush xml:id="br0">
      <inkml:brushProperty name="width" value="0.035" units="cm"/>
      <inkml:brushProperty name="height" value="0.035" units="cm"/>
    </inkml:brush>
  </inkml:definitions>
  <inkml:trace contextRef="#ctx0" brushRef="#br0">0 6 7105,'0'0'7976,"3"1"-6555,11 0-82,0-1 0,1 0 0,17-3 1,23-1 1619,143 13 2365,-195-9-5274,-1 0 1,0 0-1,1 1 0,-1-1 0,0 1 1,0 0-1,1-1 0,-1 1 0,0 0 1,0 0-1,2 2 0,-3-3-29,0 1 1,0 0-1,-1 0 0,1 0 0,0 0 0,0 0 0,-1 0 0,1-1 1,-1 2-1,1-1 0,-1 0 0,1 0 0,-1 0 0,1 0 1,-1 0-1,0 2 0,0 2 1,0 1-1,0-1 1,-1 0 0,0 1 0,0-1-1,-1 0 1,-2 8 0,0-1-56,-1 2-58,-1-1 0,0-1 0,0 1 0,-16 21 0,-8 14-162,20-31 148,-12 24-85,21-39 197,0-1 0,0 1 0,1-1 0,-1 1 0,1-1 0,-1 1 0,1-1 0,0 1 0,-1-1 0,1 1 0,0 0 0,0-1 0,0 1 0,0-1 0,1 1 0,-1-1 0,0 1 0,1 0 0,-1-1 0,1 3 0,1-3 12,0 1 1,0-1-1,0 1 0,0-1 0,0 0 1,0 1-1,0-1 0,0 0 1,0-1-1,0 1 0,1 0 0,-1-1 1,0 1-1,1-1 0,-1 1 1,3-1-1,41-1 119,-39 1-111,39-5 205,68-15 0,-26 3-170,73-16-24,-133 25-619,-1-1-1,0-1 1,44-23 0,-67 31 326,0 0 0,0-1 0,-1 0 1,1 0-1,-1 0 0,0 0 0,0-1 1,0 1-1,0-1 0,0 1 0,-1-1 0,0 0 1,0 0-1,0 0 0,3-8 0,-2-16-3560,-10-2-3431,-8-5-3678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42.613"/>
    </inkml:context>
    <inkml:brush xml:id="br0">
      <inkml:brushProperty name="width" value="0.035" units="cm"/>
      <inkml:brushProperty name="height" value="0.035" units="cm"/>
    </inkml:brush>
  </inkml:definitions>
  <inkml:trace contextRef="#ctx0" brushRef="#br0">0 84 10393,'11'-6'2540,"-1"2"0,21-7 0,-22 8-1652,0 0 0,0-1-1,16-8 1,-15 7-232,2 0 1,-1 1-1,1 0 0,-1 1 1,1 1-1,0-1 0,0 2 1,20-1-1,15-4 625,12 0 283,-30 17-1177,-29-11-386,0 0 0,0 0 0,0 0 0,0 0 0,1 0 0,-1 0 0,0 0 0,0 0 0,0 0 0,0 0 0,0 0 0,0 0 0,0 0 0,0 0 0,1 0 0,-1 0 0,0 0 0,0 0 0,0 1 0,0-1 0,0 0 0,0 0 0,0 0 0,0 0 0,0 0 0,0 0 0,0 0 0,1 0 0,-1 1 0,0-1 0,0 0 0,0 0 0,0 0 0,0 0 0,0 0-1,0 0 1,0 1 0,0-1 0,0 0 0,0 0 0,0 0 0,0 0 0,0 0 0,0 0 0,-1 0 0,1 1 0,0-1 0,0 0 0,0 0 0,-3 21 37,0-7-13,1 0 0,0 0 0,1 0 0,2 25 0,-1-38-1,1 1-1,-1 0 1,1-1 0,0 1 0,-1-1-1,1 1 1,0-1 0,0 1 0,0-1-1,0 1 1,0-1 0,0 0 0,0 0-1,1 1 1,-1-1 0,0 0-1,1 0 1,-1 0 0,3 1 0,31 11 463,-21-9-328,8 2-67,0-1 1,0 0 0,45 2-1,69-6 218,-69-2-259,-48 1-189,13 0-1589,0-1 0,42-6 1,-90 0-9808,-18 1-1397</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43.088"/>
    </inkml:context>
    <inkml:brush xml:id="br0">
      <inkml:brushProperty name="width" value="0.035" units="cm"/>
      <inkml:brushProperty name="height" value="0.035" units="cm"/>
    </inkml:brush>
  </inkml:definitions>
  <inkml:trace contextRef="#ctx0" brushRef="#br0">87 162 12309,'-25'5'1714,"21"-4"-1283,1 0 0,-1 0 0,0 0 0,1-1 0,-1 1 0,0-1 0,0 0 1,1 0-1,-9-1 0,6-1-1373,-4-2 6778,25-2-675,40-5-3808,1 2 0,97-2 0,-93 8-1034,42-2-319,468-23 0,97-2 0,-587 28 2,-53 2-235,-1 0 1,0-2-1,1-1 0,40-10 1,-67 13 79,1 0 1,0 0-1,-1 0 1,1-1-1,0 1 1,-1 0-1,1 0 1,-1-1-1,1 1 1,0 0-1,-1-1 1,1 1-1,-1 0 0,1-1 1,-1 1-1,1-1 1,-1 1-1,1-1 1,-1 1-1,0-1 1,1 1-1,-1-1 1,1-1-1,-1 2-25,0-1-1,-1 1 1,1-1-1,0 1 1,0-1-1,0 1 0,-1-1 1,1 1-1,0-1 1,-1 1-1,1-1 1,0 1-1,-1-1 0,1 1 1,-1-1-1,1 1 1,0 0-1,-1-1 1,1 1-1,-2-1 0,-29-13-8005,-8 7-4843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43.541"/>
    </inkml:context>
    <inkml:brush xml:id="br0">
      <inkml:brushProperty name="width" value="0.035" units="cm"/>
      <inkml:brushProperty name="height" value="0.035" units="cm"/>
    </inkml:brush>
  </inkml:definitions>
  <inkml:trace contextRef="#ctx0" brushRef="#br0">148 0 12849,'-7'0'478,"-14"1"557,21-1-978,-1 1-1,1-1 1,0 0 0,-1 0-1,1 0 1,-1 1-1,1-1 1,0 0 0,-1 0-1,1 1 1,0-1 0,-1 0-1,1 1 1,0-1 0,0 0-1,-1 1 1,1-1-1,0 1 1,0-1 0,0 0-1,-1 1 1,1-1 0,0 1-1,0-1 1,0 1 0,0-1-1,0 1 1,0-1-1,0 0 1,0 1 0,0-1-1,0 1 1,0-1 0,0 1-1,0-1 1,0 1 0,1 0-1,0 6 367,0 0 0,-1 0-1,0 0 1,0 0 0,0 0 0,-1 0 0,0 0-1,0 0 1,-4 11 0,-26 64 1296,27-73-1452,-66 148 4301,69-155-4498,1-1 0,-1 1 1,1-1-1,0 1 0,0 0 1,0-1-1,0 1 0,0 0 1,0-1-1,0 1 0,1 0 1,-1-1-1,0 1 0,1-1 1,0 3-1,2 9 1190,16-21-607,-12 2-585,1 1 1,-1-1-1,0 0 0,-1 0 1,1-1-1,8-12 0,32-53 205,-5 8-124,-16 29-68,-10 11 48,1 2 0,1 0-1,39-36 1,-43 46 53,-13 12-168,0 0 1,0 0 0,-1 0-1,1 1 1,0-1 0,0 0-1,-1 0 1,1 0 0,0 1-1,-1-1 1,1 0 0,0 0 0,-1 1-1,1-1 1,-1 1 0,1-1-1,0 1 1,-1-1 0,1 1-1,-1-1 1,1 1 0,-1-1-1,0 1 1,1 0 0,-1-1-1,1 1 1,-1 1 0,1-2 16,2 6-5,0-1 0,-1 0 1,1 1-1,-1 0 0,0 0 0,0-1 1,-1 1-1,2 12 0,1 54 39,-4-50-79,0 10-246,-7 41 0,4-46-323,1 0 1,2 42-1,7 23-2166,-7-86 2391,1-1 0,-1 1-1,1 0 1,0-1 0,1 1 0,-1-1 0,1 0 0,0 1-1,0-1 1,5 7 0,-7-11 24,1 0-1,0 0 1,-1 0-1,1 0 1,0 0-1,0 0 1,0 0-1,0 0 1,0 0-1,0 0 1,0 0-1,1-1 1,-1 1-1,0 0 1,0-1-1,1 1 1,-1-1-1,0 1 1,1-1-1,-1 0 1,0 0-1,1 1 1,1-1-1,4 0-1526,28 6-9050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5:43.885"/>
    </inkml:context>
    <inkml:brush xml:id="br0">
      <inkml:brushProperty name="width" value="0.035" units="cm"/>
      <inkml:brushProperty name="height" value="0.035" units="cm"/>
    </inkml:brush>
  </inkml:definitions>
  <inkml:trace contextRef="#ctx0" brushRef="#br0">1 52 15005,'1'-1'3032,"18"-13"-510,9 7 23,1 1 0,30-3 0,-41 7-2200,35-4 1769,70 0 0,-121 5-2113,-1 1 0,1 0 0,0 0 0,-1 0 0,1 1-1,-1-1 1,1 0 0,-1 1 0,1-1 0,-1 1 0,1-1 0,-1 1 0,1-1 0,-1 1 0,0 0-1,2 1 1,-2-1 0,-1-1 0,0 1-1,1-1 1,-1 1 0,0 0-1,1-1 1,-1 1-1,0 0 1,0 0 0,0-1-1,1 1 1,-1 0 0,0-1-1,0 1 1,0 0 0,0 0-1,0-1 1,-1 1-1,1 0 1,0 0 0,0-1-1,0 1 1,-1 1 0,-2 4-23,0-1 0,0 1 0,-1-1 0,1 0 0,-1 0 0,-5 5 0,-8 7-1004,-29 23-1,-6 5-1125,28-21 2222,37-16 553,-6-6-543,0 0 1,0 0-1,0-1 1,0 0-1,0-1 0,0 1 1,0-1-1,0-1 0,14-2 1,-9 2-16,139-21 657,-115 20-622,-7 0-305,1-1-1,0-1 1,39-10-1,-64 12-64,-1 1 0,0-1-1,1 0 1,-1 0 0,0 0-1,0 0 1,0-1 0,4-3-1,-6 4-339,0 0-1,0-1 1,-1 1-1,1 0 1,0-1-1,-1 1 0,0-1 1,2-3-1,-5 0-6558,-12-10-4751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3.895"/>
    </inkml:context>
    <inkml:brush xml:id="br0">
      <inkml:brushProperty name="width" value="0.035" units="cm"/>
      <inkml:brushProperty name="height" value="0.035" units="cm"/>
    </inkml:brush>
  </inkml:definitions>
  <inkml:trace contextRef="#ctx0" brushRef="#br0">652 90 10953,'3'-4'809,"8"-9"7450,6 15-7326,-2 1-538,-12-3 1077,-8 0-1399,-240-20 88,143-1 57,31 5 454,50 13-351,-4-1 306,-27-8 0,49 11-519,2 1-93,0 1 0,0 0-1,-1 0 1,1 0-1,0 0 1,0 0 0,0 0-1,0 0 1,0 0-1,0 0 1,1 0-1,-2 3 1,-1 0 41,-3 5 68,1 1 0,0-1-1,1 1 1,0 0 0,-4 14 0,-11 59 367,10-39-296,-27 101 275,-19 90-82,52-222-268,0 0 0,2-1 0,0 1-1,0 0 1,3 25 0,-2-34-7,1 1 0,0-1 0,0 1 0,0-1 0,1 0 0,-1 0 0,1 0 0,0 0 0,1 0 0,-1 0 0,1 0 0,-1-1 0,1 1 0,0-1 0,0 1 0,1-1 0,-1 0 0,0-1 0,7 4 0,2 1 50,0-1 1,1-1 0,0 0 0,0-1 0,15 3-1,71 9 482,-99-16-645,59 4-386,-42-3 6,0 0-1,0 0 0,0 2 0,0 0 0,-1 1 0,27 9 0,-43-13 175,1 0 0,0 0-1,-1 0 1,1-1 0,0 1 0,0 0-1,-1 0 1,1-1 0,-1 1-1,1 0 1,0-1 0,-1 1-1,1 0 1,-1-1 0,1 1 0,-1-1-1,1 1 1,-1-1 0,1 0-1,-1 1 1,1-1 0,-1 0-1,1 0-375,7-7-940,-6 5-1127</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4.193"/>
    </inkml:context>
    <inkml:brush xml:id="br0">
      <inkml:brushProperty name="width" value="0.035" units="cm"/>
      <inkml:brushProperty name="height" value="0.035" units="cm"/>
    </inkml:brush>
  </inkml:definitions>
  <inkml:trace contextRef="#ctx0" brushRef="#br0">1 65 15509,'3'1'351,"0"0"-1,0 0 0,0-1 0,1 1 1,-1-1-1,0 0 0,0 0 0,0 0 1,0-1-1,1 1 0,-1-1 0,0 1 1,0-1-1,0 0 0,0 0 0,0-1 1,3-1-1,19-5 1508,44-9 1173,2 4 1,73-5 0,-140 17-3161,0 0 0,0 1 0,-1 0-1,1 0 1,0 0 0,-1 0 0,1 0 0,0 1 0,-1 0 0,1-1 0,5 3-1,4-1-1593,-15 2-2141,-1 7 2182,3-9 575,-1-1 534,1 0-1,0 1 1,-1-1 0,1 0 0,-1 0 0,1 0-1,-1 0 1,0 0 0,1 0 0,-1 0 0,0 0 0,-1 1-1,-18 3-11831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4.934"/>
    </inkml:context>
    <inkml:brush xml:id="br0">
      <inkml:brushProperty name="width" value="0.035" units="cm"/>
      <inkml:brushProperty name="height" value="0.035" units="cm"/>
    </inkml:brush>
  </inkml:definitions>
  <inkml:trace contextRef="#ctx0" brushRef="#br0">513 20 7621,'0'0'8952,"2"0"-7893,22 10 571,-21-9 1317,-7 1-2828,-7 2-102,-1-1 0,1 0-1,-1-1 1,0 0 0,0-1-1,0 0 1,0-1 0,-1-1 0,-11-1-1,17 1-10,-63-3 251,-78-16 0,65 0 830,82 20-1053,0 0 0,0 0 1,1 0-1,-1 0 1,0 0-1,0 0 0,0 0 1,0 0-1,0 0 0,1 1 1,-1-1-1,0 0 1,0 1-1,0-1 0,1 0 1,-1 1-1,0-1 1,1 1-1,-1-1 0,-1 2 1,0-1 113,1 0-100,0 0-1,-1 0 1,1 1-1,0-1 1,0 0-1,-1 0 1,1 1-1,0-1 1,0 0-1,1 1 1,-1-1-1,0 1 1,0-1-1,1 1 1,-1-1 0,1 1-1,-1 0 1,1-1-1,0 1 1,-1 0-1,1-1 1,0 1-1,0 0 1,0-1-1,1 1 1,-1 1-1,0 4 62,2 190 1663,-2 54-663,-26 100-152,-5 138 103,29-440-975,-1 10 255,2 0 0,3 1 0,11 72 0,-12-126-338,1 0 0,0 1 0,0-1-1,0 0 1,1-1 0,0 1 0,0 0 0,0-1 0,1 0 0,-1 0 0,1 0-1,1 0 1,-1 0 0,1-1 0,-1 0 0,1 0 0,1 0 0,-1-1 0,0 1-1,1-1 1,0-1 0,-1 1 0,1-1 0,0 0 0,1 0 0,-1 0 0,0-1-1,0 0 1,1-1 0,-1 1 0,10-2 0,-5 1-446,0-1 0,0 0 0,0-1-1,0 0 1,0 0 0,-1-1 0,13-6 0,-18 7 118,0-1 0,-1 0 1,0 1-1,1-1 0,-1-1 1,0 1-1,-1-1 0,1 1 0,-1-1 1,1 0-1,-1 0 0,0-1 1,-1 1-1,1-1 0,-1 1 1,0-1-1,0 0 0,2-6 0,1-10-7177,-2 0-5035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5.467"/>
    </inkml:context>
    <inkml:brush xml:id="br0">
      <inkml:brushProperty name="width" value="0.035" units="cm"/>
      <inkml:brushProperty name="height" value="0.035" units="cm"/>
    </inkml:brush>
  </inkml:definitions>
  <inkml:trace contextRef="#ctx0" brushRef="#br0">431 16 9341,'1'-1'1644,"4"-4"-1556,5-5 3598,-20 15-1433,0 0-2160,-1 1 1,0-2 0,0 0 0,0 0 0,-1-1 0,1 0 0,-24 2 0,-21 5 441,28-3 30,0 2 1,-32 14-1,-5-4 1267,63-18-1491,-2 0 22,-29 1 933,32-1-1211,1-1 1,0 1 0,-1 0-1,1-1 1,0 1 0,-1 0-1,1 0 1,0-1 0,0 1 0,-1 0-1,1 0 1,0-1 0,0 1-1,0 0 1,0 0 0,0-1-1,0 1 1,0 0 0,0 0 0,1-1-1,-1 2 1,0-1-5,1 1 0,-1-1 1,1 1-1,-1-1 0,1 1 0,0-1 0,0 0 1,0 0-1,-1 1 0,1-1 0,0 0 0,0 0 1,1 0-1,-1 0 0,0 0 0,0 0 0,0 0 0,2 0 1,31 17 705,-13-8-433,-18-9-314,25 15 339,-1 1 1,28 22-1,-48-34-333,-1 1 0,1 0 0,-1 0 1,0 1-1,-1 0 0,0 0 0,0 0 0,0 0 0,-1 1 0,0 0 0,0 0 1,3 14-1,-6-15-35,0 0 1,-1 0-1,0 0 1,0 1-1,-1-1 1,0 0 0,0 0-1,0 0 1,-1 0-1,0 0 1,-6 12-1,6-13-11,-5 8-192,0-1 0,-1 0-1,-1 0 1,0 0 0,0-1-1,-1 0 1,-21 18 0,25-24-20,4-4 53,0 1 1,0 0-1,0-1 0,-1 0 1,1 0-1,-1 1 1,0-2-1,0 1 1,1 0-1,-1 0 1,0-1-1,-1 0 1,1 1-1,0-1 0,0 0 1,0-1-1,-1 1 1,1-1-1,0 1 1,-1-1-1,1 0 1,0 0-1,-7-1 1,4 0-178,1 0 0,-1 0 0,1-1 0,-1 0 0,1 0 0,0 0 0,-1-1 0,1 1 0,0-1 0,1 0 0,-1-1 0,1 1 0,-1-1 0,1 0 0,0 0 0,0 0 1,1-1-1,-1 0 0,1 1 0,0-1 0,0 0 0,1 0 0,-4-10 0,4 8-387,1 0-1,-1 0 1,2 0 0,-1 0-1,1 0 1,0-1 0,0 1-1,1 0 1,1-7 0,11-30-5753</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5.939"/>
    </inkml:context>
    <inkml:brush xml:id="br0">
      <inkml:brushProperty name="width" value="0.035" units="cm"/>
      <inkml:brushProperty name="height" value="0.035" units="cm"/>
    </inkml:brush>
  </inkml:definitions>
  <inkml:trace contextRef="#ctx0" brushRef="#br0">0 164 7269,'28'-22'4069,"-23"16"-3045,1 1 1,0 0 0,0 1-1,9-5 1,-1 1 554,0 0 1,20-16-1,-20 13-343,1 1-1,15-8 0,-19 12-793,1 0 244,0 1-1,0-1 1,19-5-1,-31 11-682,1 0 0,-1 0 0,0 0 0,0 0 0,0 0 0,0 0 0,0 0 0,0 0 0,0 0 0,0 0 0,1 0-1,-1 0 1,0 1 0,0-1 0,0 0 0,0 0 0,0 0 0,0 0 0,0 0 0,0 0 0,1 0 0,-1 0 0,0 0 0,0 0 0,0 0 0,0 0-1,0 0 1,0 0 0,0 1 0,0-1 0,0 0 0,0 0 0,0 0 0,0 0 0,0 0 0,0 0 0,0 0 0,0 0 0,0 1 0,0-1 0,1 0-1,-1 0 1,-1 0 0,1 0 0,0 0 0,0 0 0,0 0 0,0 1 0,0-1 0,0 0 0,0 0 0,0 0 0,0 0 0,0 0 0,0 0 0,0 0-1,0 0 1,0 1 0,0-1 0,0 0 0,0 0 0,0 0 0,-1 0 0,1 0 0,0 0 0,0 0 0,0 0 0,0 0 0,0 0 0,-13 48-587,-2-1 1,-33 72-1,39-96 288,-11 19-243,10-22 338,-11 35 1,20-54 260,1 0 1,-1 0-1,1 0 1,0 0-1,-1 0 1,1 0-1,0 0 1,0 0 0,0 0-1,0 0 1,0 0-1,0 0 1,0 0-1,0 0 1,0 0-1,1 0 1,-1 0 0,0 0-1,0 0 1,1 0-1,-1 0 1,1 0-1,-1 0 1,1 0-1,0-1 1,-1 1-1,1 0 1,0 0 0,-1-1-1,1 1 1,2 1-1,-1-1 14,0 0 0,1-1-1,-1 1 1,0-1 0,1 1-1,-1-1 1,1 0 0,-1 0-1,1 0 1,-1 0 0,3-1-1,39-6 953,-1-3 0,72-25-1,-30 7-115,113-35-356,-183 56-1395,-15 7 784,0 0 0,0 0-1,1 0 1,-1-1-1,0 1 1,0 0 0,0 0-1,0 0 1,0 0 0,0 0-1,0-1 1,0 1 0,0 0-1,0 0 1,0 0-1,0 0 1,-1 0 0,1 0-1,0-1 1,0 1 0,0 0-1,0 0 1,0 0 0,0 0-1,0 0 1,0 0-1,0-1 1,0 1 0,0 0-1,-1 0 1,1 0 0,0 0-1,0 0 1,0 0 0,0 0-1,0 0 1,0 0-1,0 0 1,-1 0 0,1 0-1,0 0 1,0-1 0,0 1-1,0 0 1,0 0 0,-1 0-1,1 0 1,0 0-1,-32-4-4976,-7 5-2749,-10-3-5434</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6.665"/>
    </inkml:context>
    <inkml:brush xml:id="br0">
      <inkml:brushProperty name="width" value="0.035" units="cm"/>
      <inkml:brushProperty name="height" value="0.035" units="cm"/>
    </inkml:brush>
  </inkml:definitions>
  <inkml:trace contextRef="#ctx0" brushRef="#br0">1 109 8729,'0'0'5360,"3"0"-3702,23-3 489,0 0 0,0-1 0,46-15 0,-4 2-880,262-37 712,-300 50-1896,1 1 0,-1 2 0,0 0-1,38 6 1,-66-5-79,0 1-1,0-1 0,-1 1 1,1 0-1,0 0 0,-1-1 1,1 1-1,-1 0 0,1 0 1,-1 0-1,1 1 0,-1-1 1,0 0-1,0 0 0,0 1 1,1-1-1,-1 1 0,0-1 1,-1 1-1,1-1 0,0 1 1,0 0-1,-1-1 0,1 1 1,-1 0-1,1-1 0,-1 1 1,0 0-1,0 0 0,0 3 1,1 7 7,-2 1 0,0-1 0,-3 20 0,0-10 9,-2 48 132,2 0 1,4 1-1,2-1 0,22 128 0,104 295 1316,-68-286-975,-40-126-307,-3 1-1,-3 0 1,4 136-1,-17-191-167,-2-1-1,-1 1 1,-1 0 0,-1-1-1,-1 1 1,-1-1 0,-2 0-1,-1-1 1,0 0 0,-2 0 0,-1-1-1,-26 39 1,29-51-103,-1-1-1,0 0 1,0-1 0,-1 0 0,0-1-1,-1 0 1,0 0 0,0-2 0,-1 1-1,-17 6 1,14-7-204,0-1 0,-1-1 0,1-1 0,-1 0 0,0-1 0,0-1-1,0-1 1,-28 0 0,35-2 7,-1-1-1,1 0 1,-1-1-1,1 0 1,0 0-1,-1-1 0,2-1 1,-1 1-1,1-2 1,-1 1-1,1-1 1,1-1-1,-1 1 1,-14-17-1,17 16-265,0 0-1,0-1 1,0 0 0,1 0-1,0 0 1,1-1-1,-5-13 1,6 15-210,1 0 0,1 0-1,-1 0 1,1 0 0,0 0-1,1-1 1,0 1 0,0 0 0,1 0-1,1-11 1,11-25-7609</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7.029"/>
    </inkml:context>
    <inkml:brush xml:id="br0">
      <inkml:brushProperty name="width" value="0.035" units="cm"/>
      <inkml:brushProperty name="height" value="0.035" units="cm"/>
    </inkml:brush>
  </inkml:definitions>
  <inkml:trace contextRef="#ctx0" brushRef="#br0">34 32 14061,'-34'-31'2813,"44"33"1850,30 3-1935,-15-3-649,1-2 0,44-4 0,8-1-495,-2 6-498,-35 0-1738,0 0-3534,-58 5-3439,8-2 4223,-31 14-10921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7.186"/>
    </inkml:context>
    <inkml:brush xml:id="br0">
      <inkml:brushProperty name="width" value="0.035" units="cm"/>
      <inkml:brushProperty name="height" value="0.035" units="cm"/>
    </inkml:brush>
  </inkml:definitions>
  <inkml:trace contextRef="#ctx0" brushRef="#br0">1 96 18726,'66'-32'2956,"-29"29"-116,18-5-332,-18 5-443,4-3-377,2-3-332,0 4-728,3-4-628,-6 3 0,-22 3 0,10 0 0,1 1 0,-9-1-648,-3 0-1364</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7.804"/>
    </inkml:context>
    <inkml:brush xml:id="br0">
      <inkml:brushProperty name="width" value="0.035" units="cm"/>
      <inkml:brushProperty name="height" value="0.035" units="cm"/>
    </inkml:brush>
  </inkml:definitions>
  <inkml:trace contextRef="#ctx0" brushRef="#br0">472 190 10481,'-3'-37'3238,"3"34"-1042,-23 1-708,19 1-1405,-1 0 0,1 1 1,-1 0-1,1 0 0,-1 0 0,0 0 1,-5 2-1,-15 5 152,0 2 0,0 0 0,1 1-1,1 2 1,-37 23 0,-103 86 2180,157-116-2147,0 0 1,0 0-1,1 1 1,0 0-1,1 0 0,-1 0 1,1 1-1,-6 12 1,8-17-169,1 0 0,0 1 0,1-1 0,-1 0 0,0 1 0,1-1 0,-1 1 0,1-1 0,0 1 0,0-1 0,0 1 0,0-1 1,0 0-1,1 1 0,-1-1 0,1 1 0,-1-1 0,1 1 0,0-1 0,0 0 0,0 0 0,0 1 0,0-1 0,1 0 0,-1 0 0,1 0 0,-1 0 0,1-1 0,0 1 0,3 2 1,7 4 120,1 0 0,0 0 0,1-2 0,0 0 0,0 0 1,0-1-1,1-1 0,-1-1 0,1 0 0,16 1 0,28 1 1134,72-3 0,-81-3-1141,52 1-674,-102 0 447,0 0 1,0 0-1,0 0 1,0 0-1,0 0 0,0 0 1,0 0-1,0 0 0,0 0 1,0 0-1,0-1 1,0 1-1,0 0 0,0 0 1,0 0-1,0 0 1,0 0-1,0 0 0,0 0 1,0 0-1,0 0 1,0 0-1,0 0 0,0-1 1,0 1-1,0 0 1,0 0-1,0 0 0,0 0 1,0 0-1,0 0 1,0 0-1,0 0 0,0 0 1,0 0-1,0 0 0,0 0 1,0-1-1,0 1 1,0 0-1,0 0 0,0 0 1,0 0-1,0 0 1,0 0-1,0 0 0,0 0 1,1 0-1,-1 0 1,0 0-1,0 0 0,0 0 1,0 0-1,0 0 1,0 0-1,0 0 0,0 0 1,0 0-1,0 0 1,0 0-1,1 0 0,-1 0 1,0 0-1,0 0 1,-2-4-258,1 0 99,0 1 0,-1-1 0,1 1 0,-1 0 0,0 0 0,0 0 0,0 0 0,-1 0 0,1 0 0,-1 1 0,1-1 0,-1 1-1,0-1 1,0 1 0,-5-3 0,-180-89-2380,175 87 2992,-1 1 0,0 0-1,-19-4 1,11 3 269,21 7-703,1 0 1,0 0 0,0 0 0,0 0 0,0 0 0,0 0 0,0 0 0,0 0-1,0 0 1,-1 0 0,1 0 0,0 0 0,0 0 0,0 0 0,0 0-1,0 0 1,0 0 0,0 0 0,0 0 0,0 0 0,0-1 0,0 1 0,-1 0-1,1 0 1,0 0 0,0 0 0,0 0 0,0 0 0,0 0 0,0 0 0,0 0-1,0 0 1,0-1 0,0 1 0,0 0 0,0 0 0,0 0 0,0 0-1,0 0 1,0 0 0,0 0 0,0 0 0,0 0 0,0-1 0,0 1 0,0 0-1,0 0 1,0 0 0,0 0 0,0 0 0,0 0 0,0 0 0,1 0 0,-1 0-1,0-1 1,0 1 0,0 0 0,0 0 0,0 0 0,0 0 0,0 0-1,0 0 1,0 0 0,0 0 0,1 0 0,3-7 182,2 0 0,-1 0 0,1 0 0,0 1 1,0 0-1,1 0 0,0 1 0,0 0 0,0 0 0,11-5 0,15-6 569,42-15 0,-31 14-564,94-38-145,78-33-59,-202 82-236,-13 6 133,0 0 1,1-1-1,-1 1 1,0-1 0,1 1-1,-1-1 1,0 1-1,0-1 1,0 0 0,0 0-1,1 0 1,-1 1-1,0-1 1,0 0 0,0 0-1,-1-1 1,1 1 0,0 0-1,0 0 1,-1 0-1,1 0 1,0-1 0,-1 1-1,1 0 1,-1-1-1,0 1 1,1 0 0,-1-3-1,0 3-121,1 0 0,-1 0 0,0 0 0,1 0 0,-1 0 0,0 0 0,0 0 0,0 0 0,0 0-1,0 0 1,0 0 0,0 0 0,-1 0 0,1 0 0,0 0 0,0 0 0,-1-2 0,-12-8-7144,-12-10-7358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8.321"/>
    </inkml:context>
    <inkml:brush xml:id="br0">
      <inkml:brushProperty name="width" value="0.035" units="cm"/>
      <inkml:brushProperty name="height" value="0.035" units="cm"/>
    </inkml:brush>
  </inkml:definitions>
  <inkml:trace contextRef="#ctx0" brushRef="#br0">1 124 6925,'5'-4'1030,"0"0"0,0 1 0,0-1 0,0 1 0,1 0 0,0 1 0,9-4 0,27-15 2986,-31 15-3205,1 0 1,-1 0-1,1 1 1,1 0-1,14-3 0,69-12 2519,-48 13-1351,92-3 1,-137 9-1944,0 1 0,0 1 0,0-1 0,0 0 1,0 1-1,0-1 0,0 1 0,0 0 0,0 0 1,0 0-1,0 0 0,4 4 0,-5-4-28,-1 1 0,1-1 0,-1 1 0,0 0 0,0-1 0,1 1 0,-1 0 0,0 0 0,-1 0 0,1 0 0,0-1 0,-1 1 0,1 0 0,-1 1 0,1-1 0,-1 0 0,0 0 0,0 0 0,0 0 0,0 0 0,-1 3 0,0 3-61,0 0 1,-1 1-1,0-1 0,0 0 1,-1 0-1,0-1 1,0 1-1,-8 12 1,-5 4-437,-23 28 1,-11 17-343,44-60 717,1-3 62,1 0-1,1 1 0,-1-1 0,1 1 0,-4 12 1,7-18 70,-1 1 1,1-1-1,0 0 1,0 1 0,0-1-1,0 0 1,0 1-1,0-1 1,0 0 0,1 1-1,-1-1 1,0 0-1,1 1 1,-1-1-1,1 0 1,-1 0 0,1 0-1,0 1 1,-1-1-1,1 0 1,0 0 0,0 0-1,0 0 1,0 0-1,0 0 1,0 0-1,0-1 1,0 1 0,0 0-1,0-1 1,0 1-1,1 0 1,-1-1 0,0 1-1,0-1 1,1 0-1,-1 1 1,0-1-1,2 0 1,6 1 85,-1 0-1,0-1 1,1 0-1,-1 0 1,0-1-1,12-2 1,-7 1-5,171-35 916,32-3-780,-214 40-284,37-5-1051,-37 5 972,-1 0 1,0 0-1,1-1 0,-1 1 0,0 0 1,1-1-1,-1 1 0,0-1 0,0 1 1,1-1-1,-1 0 0,0 1 0,0-1 1,0 0-1,0 0 0,0 0 0,0 0 0,0 0 1,1-1-1,-2-1-270,-1 0 0,0 1-1,1-1 1,-1 0 0,0 1 0,0-1 0,-1 1-1,1-1 1,-1 1 0,1-1 0,-1 1 0,1 0-1,-1 0 1,0 0 0,0 0 0,-4-3 0,3 4-281,0 1 1,1-1-1,-1 1 1,0-1-1,0 1 1,0 0-1,-5 0 1,0 0-912,-50-2-10025</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8.809"/>
    </inkml:context>
    <inkml:brush xml:id="br0">
      <inkml:brushProperty name="width" value="0.035" units="cm"/>
      <inkml:brushProperty name="height" value="0.035" units="cm"/>
    </inkml:brush>
  </inkml:definitions>
  <inkml:trace contextRef="#ctx0" brushRef="#br0">119 1 4792,'-32'0'1177,"15"8"-269,5-2 492,-5 0-884,-3-3-376,8 5 16,4 1-420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7:59.988"/>
    </inkml:context>
    <inkml:brush xml:id="br0">
      <inkml:brushProperty name="width" value="0.035" units="cm"/>
      <inkml:brushProperty name="height" value="0.035" units="cm"/>
    </inkml:brush>
  </inkml:definitions>
  <inkml:trace contextRef="#ctx0" brushRef="#br0">482 18 9253,'3'12'4219,"-9"-20"1422,-1-3-5347,6 9 571,-4 0-691,0 1 1,0-1-1,1 1 0,-1 0 1,0 0-1,0 1 1,0-1-1,0 1 0,0 0 1,-5 1-1,-48 9 37,50-9-119,-28 8 10,0 2-1,0 1 0,1 2 0,0 1 1,-32 20-1,-15 13 459,80-47-496,1-1 0,0 1 0,0-1 0,0 1 0,0 0 0,0 0 0,0-1 0,0 1 0,0 0 0,1 0 0,-1 0 0,0 0 0,0 0 0,1 0 0,-1 0 0,0 0 0,1 0 0,-1 1 0,1-1 0,0 0 0,-1 0 0,1 3 0,0-3-2,0 0 0,1 0-1,-1 0 1,1 0-1,-1 0 1,1 0-1,0 0 1,-1 0-1,1 0 1,0 0-1,0 0 1,-1 0 0,1-1-1,0 1 1,0 0-1,0-1 1,0 1-1,0 0 1,1 0-1,9 3 393,-1 1 1,0-1-1,20 4 0,-27-7-354,169 51 3468,-78-22-2667,10 8-884,-102-37-17,-1 0 0,1-1 0,-1 1 0,0 0 0,1 0 0,-1 0 0,0 0 0,0 0 0,0 0 0,0 0 0,0 0 0,0 1 0,0-1 0,0 0 0,0 1 0,0-1 0,-1 0 0,1 1 0,0-1 0,-1 1 0,0-1 0,1 1 0,-1 0 0,0-1 0,0 1 0,0-1 0,0 1 0,0-1 0,0 1 0,0 0 0,0-1 0,-1 1 0,1-1 0,-1 1 0,1-1 0,-1 1 0,-1 1 0,-1 4 0,0 0 0,-1 0 0,-1 0 0,1-1 0,-1 1 0,-10 10 0,-3 0-1407,-1 0-1,0-1 1,-39 25-1,48-35 307,-2 0 0,1-1 0,0 0 0,-1-1-1,0 0 1,0-1 0,0 0 0,-1-1 0,-20 2-1,-21-6-12039</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0.322"/>
    </inkml:context>
    <inkml:brush xml:id="br0">
      <inkml:brushProperty name="width" value="0.035" units="cm"/>
      <inkml:brushProperty name="height" value="0.035" units="cm"/>
    </inkml:brush>
  </inkml:definitions>
  <inkml:trace contextRef="#ctx0" brushRef="#br0">49 45 14737,'-2'0'474,"-1"-1"-1,0 1 0,0-1 1,0 1-1,0 0 1,0 0-1,0 0 0,0 1 1,0-1-1,0 1 0,-3 0 1,-2 1-173,6-2 2944,19 6-1238,-4-3-1601,0-1-1,0 0 1,1-1 0,-1 0 0,0-1-1,16-2 1,9 1 118,32-6-503,-39 3-1278,-30 4 1151,0 0-1,0 0 0,0 0 0,0 0 1,0 0-1,0 0 0,0 0 0,0-1 1,0 1-1,0 0 0,0-1 0,0 1 1,0-1-1,0 1 0,0-1 0,0 1 1,0-1-1,1-1 0,-2 0-81,1 1-1,-1 0 0,0-1 1,0 1-1,0-1 0,0 1 1,0-1-1,-1 1 0,1-1 1,0 1-1,-1 0 0,1-1 1,-1-1-1,1 2-11,-1 0 0,1 0 0,0 0 0,0 0 0,-1 0-1,1 0 1,-1-1 0,1 1 0,-1 0 0,1 0 0,-1 0 0,0 1 0,1-1 0,-1 0-1,0 0 1,0 0 0,-1-1 0,0 2-319,1 0-1,-1 0 0,0-1 1,0 1-1,0 0 1,1 0-1,-1 1 1,0-1-1,0 0 0,0 1 1,-3 0-1,-37 10-10089</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0.476"/>
    </inkml:context>
    <inkml:brush xml:id="br0">
      <inkml:brushProperty name="width" value="0.035" units="cm"/>
      <inkml:brushProperty name="height" value="0.035" units="cm"/>
    </inkml:brush>
  </inkml:definitions>
  <inkml:trace contextRef="#ctx0" brushRef="#br0">0 173 18506,'98'-63'2548,"-55"40"-32,0 6-360,0 8-507,0-3-313,-2 1-320,5-1-512,-6 4-628,-6-4-1080,-14 7-677</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0.933"/>
    </inkml:context>
    <inkml:brush xml:id="br0">
      <inkml:brushProperty name="width" value="0.035" units="cm"/>
      <inkml:brushProperty name="height" value="0.035" units="cm"/>
    </inkml:brush>
  </inkml:definitions>
  <inkml:trace contextRef="#ctx0" brushRef="#br0">508 20 14629,'-1'0'158,"0"-1"-1,1 0 1,-1 1 0,1-1-1,-1 0 1,1 0-1,-1 1 1,1-1 0,-1 0-1,1 0 1,0 0-1,-1 1 1,1-1-1,0 0 1,0 0 0,0 0-1,0 0 1,0-1-1,-2-2 3685,-10 7-2740,-78 17-1520,36-9 173,-41 5-25,65-13 291,1 2 0,0 1 1,-28 10-1,48-14 184,-1 1 1,0-1-1,1 0 1,-1-1 0,-18 0-1,1-2 3870,98 7-2951,161 24 3492,-227-30-4616,0 2 0,0-1 0,0 1 0,0-1 0,-1 1 0,1 0 0,0 1 0,-1-1 0,0 1 0,0 0 0,0 0 0,0 1 0,5 5 0,-7-7 0,0 1 0,-1-1 0,1 1 0,-1 0 0,0-1 0,0 1 0,0 0 0,0 0 0,-1 0 0,1 0 0,-1 0 0,1 0 0,-1 0 0,0 0 0,0 0 0,-1 0 0,1 0 0,-1 0 0,1 0 0,-1 0 0,0-1 0,0 1 0,-1 3 0,-9 16-514,-1-1-1,0 0 1,-2-1-1,0-1 1,-2 0 0,0-1-1,-28 26 1,23-27-1601,-1 0 1,-34 20 0,-13 0-5725,14-14-3647</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2.252"/>
    </inkml:context>
    <inkml:brush xml:id="br0">
      <inkml:brushProperty name="width" value="0.035" units="cm"/>
      <inkml:brushProperty name="height" value="0.035" units="cm"/>
    </inkml:brush>
  </inkml:definitions>
  <inkml:trace contextRef="#ctx0" brushRef="#br0">374 734 10937,'0'0'8543,"-3"1"-8055,-30 6-232,0 2-1,1 1 0,0 2 0,1 1 0,-34 19 0,13-7 37,43-21-176,-1 0 73,0 1 0,1-1 0,0 2 0,0-1 0,0 1 0,1 0 0,-10 10 0,16-14 118,3 0 73,1 0-293,-1 0 0,0 0 0,1 0 0,0 0 0,-1 0-1,1-1 1,0 1 0,0 0 0,0-1 0,0 0 0,0 1 0,0-1-1,1 0 1,-1 0 0,0 0 0,0-1 0,1 1 0,-1 0 0,1-1-1,-1 0 1,0 1 0,1-1 0,2 0 0,12 0 172,0 0 1,21-3 0,-24 1-186,23-2-216,-1-2 0,1-1 1,-1-2-1,0-1 0,48-22 1,-78 29-30,0 0 0,0 0 0,0-1 1,0 1-1,-1-1 0,1 0 0,-1-1 1,0 1-1,8-11 0,-11 12 105,0-1 1,0 1-1,0 0 0,-1 0 0,1-1 0,-1 1 1,0-1-1,0 1 0,0-1 0,0 0 0,0 1 1,-1-1-1,0 0 0,0 1 0,0-1 0,0 0 1,-1 0-1,1 1 0,-2-5 0,-1 0 115,0 0-1,-1 0 0,1 0 1,-2 1-1,-5-9 1,-7-11 378,16 25-71,2 5-139,-1-2-199,1 3 6,-1 0 0,1 0 0,0 0 0,0 0 1,0 0-1,1-1 0,-1 1 0,1 0 0,0-1 0,0 0 0,0 1 0,4 3 0,10 10 60,1 0-1,0-1 1,1-2 0,25 17-1,88 45-497,-24-28-404,-104-46 769,0-1 0,0 1-1,0-1 1,0 0-1,0 1 1,0-2 0,0 1-1,0 0 1,0-1 0,0 1-1,1-1 1,-1 0 0,0 0-1,0 0 1,0 0 0,1-1-1,-1 1 1,0-1 0,0 0-1,0 0 1,0 0 0,0 0-1,0-1 1,0 1 0,0-1-1,-1 0 1,1 1 0,-1-1-1,1-1 1,-1 1 0,0 0-1,1 0 1,-1-1-1,3-4 1,1-2 3,-1 0-1,0 0 1,0-1-1,-1 1 1,0-1-1,-1 0 1,0 0 0,0 0-1,1-15 1,-1 6 257,1 0 0,8-22 0,3-16 868,-15 55-981,-8 15 93,1 1-171,0-1 0,2 1 0,-1 0 1,2 0-1,0 0 0,0 1 0,-2 28 1,3-2 166,4-41-178,-1 1 0,1 0 0,-1-1-1,1 1 1,0 0 0,-1-1 0,1 1 0,0-1 0,-1 1 0,1-1 0,0 1 0,-1-1-1,1 0 1,0 1 0,0-1 0,0 0 0,0 0 0,-1 1 0,1-1 0,1 0-1,-1 0 13,1 1-21,0-1 1,0 0 0,1 1 0,-1-1 0,0 0 0,0 0-1,0 0 1,0 0 0,0-1 0,0 1 0,1-1 0,-1 1-1,0-1 1,0 0 0,0 0 0,0 1 0,0-1 0,-1-1-1,3 0 1,40-32-21,-27 20 17,139-132-108,-116 105-126,-38 39 202,0 1-1,0-1 1,0 1 0,0-1-1,0 1 1,0 0 0,0-1-1,5 0 1,-5 1 0,-2 1 34,0 0 0,0 0 0,0 0 0,0 0 0,0 0 0,0 0 0,0 0 0,0 0 0,0 1 0,0-1 0,0 0 0,0 0 0,0 0 0,0 0 0,0 0-1,0 0 1,0 0 0,0 0 0,0 0 0,0 0 0,0 1 0,0-1 0,0 0 0,0 0 0,0 0 0,0 0 0,0 0 0,0 0 0,0 0 0,0 0 0,0 0 0,0 0 0,0 0 0,0 1 0,0-1 0,0 0 0,0 0 0,0 0-1,0 0 1,1 0 0,-1 0 0,0 0 0,0 0 0,0 0 0,0 0 0,0 0 0,0 0 0,0 0 0,0 0 0,0 0 0,0 0 0,0 0 0,1 0 0,-1 0 0,0 0 0,0 0 0,0 0 0,0 0 0,0 0 0,0 0 0,0 0-1,-6 43-32,2-20-10,1 1 0,0 40 0,3-61 52,0 0 0,0 0 0,1-1 0,-1 1 0,0 0-1,1 0 1,0-1 0,0 1 0,0 0 0,0-1 0,0 1-1,1-1 1,-1 1 0,1-1 0,-1 1 0,1-1 0,0 0-1,0 0 1,0 0 0,0 0 0,0 0 0,1-1 0,-1 1-1,0-1 1,1 1 0,-1-1 0,1 0 0,0 0 0,-1 0-1,1 0 1,0 0 0,-1-1 0,1 1 0,0-1 0,0 0-1,0 0 1,0 0 0,4 0 0,12-4-5,-1 1-1,1-2 1,-1-1 0,0 0-1,31-16 1,83-56 65,-104 61-32,3-1-203,1 2 1,38-14-1,-68 29 109,-11 24-29,-1 4 55,3-9-2,-8 35 0,13-47 29,1 0 0,1 1 0,-1-1 0,1 1 0,0-1 0,0 1 0,1-1 0,0 0 0,3 12-1,-2-12 7,-2-3-2,1 0 1,0 0-1,-1 0 1,1 0-1,1-1 1,-1 1-1,0 0 1,1-1-1,-1 1 1,1-1-1,0 1 1,0-1-1,0 0 1,0 0-1,0 1 1,0-2-1,1 1 1,-1 0-1,1 0 1,3 1-1,9 3 2,-1-1 0,2-1 0,-1 0 0,0-1 0,1 0 0,-1-2 0,1 0 0,0 0 0,-1-2 0,1 0 0,0 0 0,17-5 0,-12 2-110,-1-2-1,1 0 0,-1-1 1,1-1-1,-2 0 1,0-2-1,0 0 1,28-21-1,-31 17-213,0 0 1,-1 0-1,0-2 0,-2 0 0,0 0 1,0-1-1,-2-1 0,0 0 0,-1 0 1,-1-1-1,0-1 0,-2 1 1,0-1-1,-1-1 0,-2 1 0,0-1 1,-1 0-1,0 0 0,-2-29 0,-3-5 229,-2 1-1,-13-65 1,-17-28 4231,24 116-2978,9 29-164,0 7-467,-19 300 3421,-77 1045-546,89-1274-3520,-1 51-1020,9-129 1070,0 0-1,1 0 0,-1 0 1,1 1-1,-1-1 0,1 0 1,0 0-1,0 0 1,-1 1-1,3-3 0,5-12-89,57-200-941,-32 99 754,108-332-434,-76 243 1380,-65 205-619,1 0-1,-1 0 0,1 0 0,-1 0 1,1 0-1,-1 0 0,0 0 0,0 0 1,1 0-1,-1-1 0,0 1 0,0 0 1,0 0-1,0 0 0,-1 0 0,1-1 1,0 1-1,0 0 0,-1 0 0,1 0 1,-1 0-1,1 0 0,-1 0 0,1 0 1,-1 0-1,0 0 0,1 0 0,-1 0 1,0 0-1,0 0 0,1 1 0,-1-1 1,0 0-1,0 1 0,0-1 0,0 0 1,0 1-1,0-1 0,0 1 0,0 0 1,-1-1-1,-1 0 0,-1 1-206,-1 0 1,1-1-1,-1 1 0,1 1 0,-1-1 1,1 1-1,-1 0 0,-7 2 0,-56 24-4201,23-5-1813,5-2-3050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2.533"/>
    </inkml:context>
    <inkml:brush xml:id="br0">
      <inkml:brushProperty name="width" value="0.035" units="cm"/>
      <inkml:brushProperty name="height" value="0.035" units="cm"/>
    </inkml:brush>
  </inkml:definitions>
  <inkml:trace contextRef="#ctx0" brushRef="#br0">38 1 13517,'-5'14'2110,"1"0"0,-5 26 0,-2 68 1510,8-76-2521,-2 83 1199,8 119-1,1-156-1784,1 19-1726,26 157 1,-22-213-613,-3-16-1340,0 2-4757,-1-5-3431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2.800"/>
    </inkml:context>
    <inkml:brush xml:id="br0">
      <inkml:brushProperty name="width" value="0.035" units="cm"/>
      <inkml:brushProperty name="height" value="0.035" units="cm"/>
    </inkml:brush>
  </inkml:definitions>
  <inkml:trace contextRef="#ctx0" brushRef="#br0">224 1 15181,'0'0'8495,"7"9"-7633,-7-9-857,0 1-1,1-1 1,-1 0 0,0 1 0,1-1 0,-1 0 0,0 1 0,0-1 0,0 1 0,1-1 0,-1 1 0,0-1 0,0 1 0,0-1-1,0 1 1,0-1 0,0 1 0,1-1 0,-1 1 0,0-1 0,-1 1 0,1-1 0,0 1 0,0 0 0,-11 6-105,9-7 91,-19 8-82,-1 0-1,1-2 1,-41 6-1,34-8 1502,-36 12-1,64-16-1397,0 0-1,0 0 1,-1 0 0,1 0-1,0 0 1,0 0 0,0 0 0,0 0-1,0 0 1,0 0 0,0 0-1,0 1 1,-1-1 0,1 0-1,0 0 1,0 0 0,0 0-1,0 0 1,0 0 0,0 0-1,0 0 1,0 0 0,0 0-1,0 0 1,0 1 0,0-1-1,-1 0 1,1 0 0,0 0-1,0 0 1,0 0 0,0 0-1,0 0 1,0 0 0,0 1-1,0-1 1,0 0 0,0 0-1,0 0 1,0 0 0,0 0-1,0 0 1,0 0 0,0 1-1,1-1 1,-1 0 0,0 0-1,0 0 1,0 0 0,0 0-1,0 0 1,0 0 0,0 0-1,0 0 1,0 0 0,0 1 0,0-1-1,0 0 1,0 0 0,1 0-1,-1 0 1,0 0 0,6 11 236,2 0 0,-1-1 0,1 0 0,0 0 0,1-1 0,0 0 0,1 0 0,0-1 0,0-1 0,1 1 0,16 7 0,19 8 318,74 27 1,-95-41-421,6 2-564,0-1 0,0-2 0,44 6 0,-70-14 108,0 0-1,0 0 0,0 0 1,0 0-1,0-1 1,0 1-1,0-1 0,0-1 1,0 1-1,0-1 1,6-3-1,14-8-5638,-16 8 2423,5-4-10612</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3.761"/>
    </inkml:context>
    <inkml:brush xml:id="br0">
      <inkml:brushProperty name="width" value="0.035" units="cm"/>
      <inkml:brushProperty name="height" value="0.035" units="cm"/>
    </inkml:brush>
  </inkml:definitions>
  <inkml:trace contextRef="#ctx0" brushRef="#br0">463 22 9841,'-16'-9'1394,"14"8"-1151,-1-1-1,1 1 1,0-1-1,-1 1 1,1 0-1,-1 0 1,0 0-1,1 1 1,-1-1-1,0 0 1,1 1-1,-1 0 1,0 0-1,1 0 1,-1 0-1,0 0 1,0 0-1,-4 2 1,-45 11 894,0 3-1,-76 34 1,48-17-665,64-26-167,1 2 1,0 0-1,-16 12 1,27-19 1021,7 0-316,6 4-534,1-1 1,-1 0-1,1-1 1,0 0-1,18 4 1,58 8 1014,-20-5-556,-59-9-851,81 19 921,-75-17-775,-1 0 1,-1 0 0,1 1-1,21 14 1,-31-18-210,-1 1 0,1-1-1,-1 1 1,1 0 0,-1 0 0,0-1 0,0 1 0,0 0 0,0 0-1,0 0 1,0 0 0,-1 1 0,1-1 0,-1 0 0,1 0 0,-1 0-1,0 0 1,0 1 0,0-1 0,0 0 0,0 0 0,0 0-1,-2 4 1,0 5-85,-1 0 0,0 0 0,-4 10 1,6-20 52,-5 12-358,0 0 0,-1 0 0,0 0 0,-1-1 0,-1 0 1,0-1-1,0 0 0,-1 0 0,-14 11 0,8-10-1085,0 1 0,-19 9 0,16-11-2501,-33 13 1,-11 0-8208</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4.107"/>
    </inkml:context>
    <inkml:brush xml:id="br0">
      <inkml:brushProperty name="width" value="0.035" units="cm"/>
      <inkml:brushProperty name="height" value="0.035" units="cm"/>
    </inkml:brush>
  </inkml:definitions>
  <inkml:trace contextRef="#ctx0" brushRef="#br0">124 29 11893,'0'0'134,"1"0"1,-1-1-1,0 1 0,0 0 1,1-1-1,-1 1 0,0 0 1,0-1-1,1 1 0,-1-1 1,0 1-1,0 0 0,0-1 1,0 1-1,0-1 0,1 1 1,-1 0-1,0-1 0,0 1 1,0-1-1,0 1 0,0-1 1,0 1-1,-1 0 0,1-1 1,0 1-1,0-1 0,0 1 1,0-1-1,0 1 0,-1 0 0,1-1 1,0 1-1,0 0 0,-1-1 1,1 1-1,0 0 0,0-1 1,-1 1-1,1 0 0,0-1 1,-1 1-1,1 0 0,0 0 1,-1 0-1,1-1 0,-1 1 1,-1-1 399,1-1-1,-1 1 1,1 0 0,-1 0 0,0 0 0,1 0 0,-1 0 0,0 1-1,0-1 1,0 0 0,-2 0 0,2 3-367,1-1 0,-1 0 0,1 1 0,-1 0 0,1-1 0,0 1 0,-1 0 0,1-1 0,0 1 0,0 0 0,0 0 0,1 0 0,-1 0 0,0 0 0,0 4 0,-10 60 783,-4 84 1,-4 28-369,4-87-704,4 0 0,3 1 0,9 173 0,3-232-1013,14 56 0,7-11-4703,-22-67 3260,2 2-4214,5-20-2160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4.881"/>
    </inkml:context>
    <inkml:brush xml:id="br0">
      <inkml:brushProperty name="width" value="0.035" units="cm"/>
      <inkml:brushProperty name="height" value="0.035" units="cm"/>
    </inkml:brush>
  </inkml:definitions>
  <inkml:trace contextRef="#ctx0" brushRef="#br0">1 60 15993,'23'-6'4292,"29"-3"-1,58 0-2114,-49 5-909,41 2 35,190 21 0,-237-11-1376,67 20 0,-98-22-181,-20-5-34,-4 1 199,0 0 0,-1 1 0,1-1 0,0 0 0,-1 0 0,0 0 0,1 0 0,-1 1 0,0-1 0,0 0 0,0-1 0,-1 1 0,1 0 0,0 0 0,-1 0 0,1-1 0,-1 1 0,0-1-1,1 1 1,-1-1 0,0 0 0,0 1 0,0-1 0,0 0 0,-3 1 0,-7 3-226,0-1-1,-1-1 0,-19 4 1,-12 4 363,23-4 551,18-6-548,-1 0 0,1 0-1,0 0 1,0 0 0,-1 1 0,1-1-1,0 1 1,0 0 0,0 0 0,1 0-1,-1 0 1,0 1 0,1-1-1,-1 1 1,1-1 0,0 1 0,0 0-1,0 0 1,-2 3 0,-18 34 112,12-23-156,-15 36 1,23-48-134,1-1 0,0 0 0,-1 1 0,1 0 0,1-1 0,-1 1 0,1-1 1,0 9-1,0-11 90,0-1-1,1 1 1,-1-1 0,1 1 0,-1 0 0,1-1 0,0 0 0,0 1 0,-1-1 0,1 1 0,0-1 0,0 0 0,1 0 0,-1 0-1,0 1 1,0-1 0,0 0 0,1 0 0,-1-1 0,1 1 0,-1 0 0,0 0 0,1-1 0,-1 1 0,1-1 0,0 1 0,-1-1-1,3 1 1,0-1-7,1 1 0,-1-1 0,1 1-1,-1-1 1,1-1 0,-1 1 0,1-1-1,-1 1 1,0-1 0,6-2-1,41-20-290,-33 15 232,16-7-185,-2-2 0,1 0-1,-2-2 1,0-2 0,29-25-1,-58 43 252,-1 2 17,0 0-1,0 0 1,-1 1-1,1-1 1,0 0 0,0 0-1,0 1 1,0-1 0,0 0-1,0 1 1,0-1-1,3 0 1,-5-2-35,-9-23-56,10 26 109,0 0 0,0 0 1,0-1-1,0 1 0,0 0 0,0 0 0,0 0 0,0 0 1,0 0-1,-1 0 0,1-1 0,0 1 0,0 0 1,0 0-1,0 0 0,0 0 0,0 0 0,0 0 0,0 0 1,-1 0-1,1 0 0,0 0 0,0 0 0,0 0 0,0-1 1,0 1-1,0 0 0,-1 0 0,1 0 0,0 0 0,0 0 1,0 0-1,0 0 0,0 0 0,0 0 0,-1 0 1,1 0-1,0 0 0,0 1 0,0-1 0,0 0 0,0 0 1,0 0-1,-1 0 0,1 0 0,-53 11-72,52-11 70,-1 0 0,1 0 0,0 1 0,0-1 0,0 0 0,-1 0 0,1 1 0,0-1 0,0 1 0,0-1 0,0 1-1,-1 0 1,1-1 0,0 1 0,0 0 0,0 0 0,1 0 0,-1 0 0,0 0 0,0 0 0,0 0 0,1 0 0,-1 0 0,0 0 0,0 2 0,0-1-3,1-1 11,0 0-1,0 0 1,0 0-1,0 0 1,1 0 0,-1 0-1,0 0 1,0 0-1,1-1 1,-1 1 0,0 0-1,1 0 1,-1 0-1,1 0 1,-1 0 0,1-1-1,-1 1 1,2 1-1,-1-1 5,1 2-4,1 0 1,0 0-1,0-1 0,0 1 1,0-1-1,0 0 0,1 1 1,-1-2-1,0 1 0,1 0 1,0 0-1,-1-1 1,1 0-1,0 0 0,0 0 1,4 0-1,7 2 14,1-2 0,23 1-1,-6-4 17,0-1-1,48-11 0,-4 0-49,24-7 98,-26 5-136,-72 16 96,-11-17-149,7 15 111,0 0-1,0 1 0,0-1 1,0 1-1,0-1 1,0 1-1,0-1 1,0 1-1,0 0 1,-1-1-1,1 1 1,0 0-1,-1 0 0,1 0 1,-1 0-1,0 0 1,1 1-1,-1-1 1,0 0-1,1 1 1,-4-2-1,-18-18 415,24 15-366,-1 0 1,1-1-1,0 1 1,1 0-1,0 0 0,-1 0 1,2 0-1,-1 0 1,0 0-1,1 0 1,0 1-1,0-1 0,1 1 1,6-7-1,0 1 50,1 0-1,0 0 0,1 1 1,16-10-1,-26 18-93,1-1 0,-1 1 0,0-1-1,1 1 1,-1 0 0,1 0 0,-1 0-1,1 0 1,0 1 0,-1-1 0,1 0 0,0 1-1,-1 0 1,1 0 0,0 0 0,-1 0-1,5 1 1,-5 0-13,0 0 0,0 0 1,0 0-1,0 1 0,0-1 0,0 1 0,0-1 0,0 1 0,0 0 0,-1-1 1,1 1-1,0 2 0,6 5-24,35 47-510,-31-39-2448,26 28 0,-32-44 194,18-4-2141,2 2-2794</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5.263"/>
    </inkml:context>
    <inkml:brush xml:id="br0">
      <inkml:brushProperty name="width" value="0.035" units="cm"/>
      <inkml:brushProperty name="height" value="0.035" units="cm"/>
    </inkml:brush>
  </inkml:definitions>
  <inkml:trace contextRef="#ctx0" brushRef="#br0">167 780 10837,'-9'-2'189,"-3"0"770,0 1-1,-22 0 1,29 1-712,1 1 0,-1-1 0,1 1 0,0 0 1,0 0-1,-1 1 0,1-1 0,0 1 1,0 0-1,0 0 0,-6 5 0,7-4-43,-1-1-1,1 1 0,0 0 0,0 1 1,0-1-1,0 0 0,0 1 1,1 0-1,0-1 0,-1 1 1,2 0-1,-1 0 0,0 1 1,1-1-1,0 0 0,-1 0 1,1 9-1,0-11-98,1 1 1,0-1-1,1 1 1,-1-1-1,0 1 1,1-1-1,0 1 1,-1-1-1,3 4 1,-1 1 130,-1-6-209,-1 0-1,0 0 1,1 0-1,0-1 0,-1 1 1,1 0-1,-1 0 1,1-1-1,0 1 1,-1 0-1,1-1 0,0 1 1,0-1-1,0 1 1,-1-1-1,1 1 0,0-1 1,0 0-1,0 1 1,1-1-1,0 1 56,3 1-25,0 1-1,0-1 1,0-1-1,1 1 1,-1-1-1,0 0 1,1 0 0,-1-1-1,0 1 1,10-2-1,3-1 86,33-7 0,-31 4-38,-5 2-51,0-1 0,0 0 0,0-1 0,-1-1 0,27-14 0,-33 15-57,0-1 0,-1 1 0,0-1 0,0-1 0,0 1 0,-1-1 0,0 0 1,0-1-1,-1 1 0,0-1 0,5-11 0,1-7-64,-1-1 0,-1 0 0,-1 0 1,-2-1-1,-1 0 0,-1 0 0,1-54 0,-6 30-26,-2 0-1,-2 1 0,-17-74 0,-34-62 140,54 182-32,0 1 1,0-1-1,0 1 1,-1 0-1,-3-7 0,5 11-10,1-1-1,0 1 0,-1-1 0,1 1 1,0-1-1,-1 1 0,1-1 0,0 1 1,-1 0-1,1-1 0,-1 1 0,1-1 1,-1 1-1,1 0 0,-1 0 0,1-1 1,-1 1-1,1 0 0,-1 0 0,1 0 1,-1-1-1,1 1 0,-1 0 1,0 0-1,1 0 0,-1 0 0,1 0 1,-1 0-1,1 0 0,-1 0 0,0 0 1,1 1-1,-1-1 0,1 0 0,-1 0 1,1 0-1,-1 1 0,1-1 0,-1 0 1,1 1-1,-1-1 0,1 0 0,-1 1 1,1-1-1,-1 0 0,1 1 0,-1 0 1,-4 7 22,0 1-1,0 0 1,1 0 0,0 0 0,1 0 0,0 0 0,0 1 0,1-1-1,-2 18 1,1 14 129,2 43 1,1-32-36,-1-6 117,1 0 1,10 68-1,0-57-251,30 93-1,-31-124-792,2 0 0,0 0-1,2-1 1,1-1 0,24 35 0,-34-54-104,0 0-1,0 0 1,1 0 0,0-1 0,-1 0 0,2 0 0,-1 0 0,11 6-1,15 0-7447</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5.878"/>
    </inkml:context>
    <inkml:brush xml:id="br0">
      <inkml:brushProperty name="width" value="0.035" units="cm"/>
      <inkml:brushProperty name="height" value="0.035" units="cm"/>
    </inkml:brush>
  </inkml:definitions>
  <inkml:trace contextRef="#ctx0" brushRef="#br0">359 121 12649,'-13'1'223,"1"-1"91,0 0 0,0 0 0,0 2 0,0-1 0,0 2 0,0 0 0,-21 8 0,-56 37 2602,79-41-2736,1-1 1,0 1-1,1 1 0,0-1 0,0 2 0,-11 12 0,-30 57 776,47-76-918,-1 3 94,1 1 1,-1-1-1,1 0 1,-2 11-1,0-5 125,5-9-202,-1 0-1,1 0 1,-1 0 0,1 0-1,0 0 1,0 0 0,0-1-1,0 1 1,0 0 0,0 0-1,0-1 1,0 1 0,1-1-1,-1 1 1,3 1 0,-2-2 0,0 0 0,0 0 0,1 0 1,-1 0-1,1 0 0,-1 0 1,1-1-1,-1 0 0,1 1 0,-1-1 1,1 0-1,-1 0 0,1 0 0,-1 0 1,4-1-1,38-10 445,-34 8-396,40-12 263,0-3 0,0-1 1,-2-3-1,-1-2 0,58-39 0,-98 59-416,-1 1 0,0-2 0,0 1 0,-1-1 0,1 0 0,-1 0 0,0 0 0,0-1 0,-1 1 0,0-1 0,0 0 0,0-1 0,-1 1 0,0-1 0,0 0 0,3-10 0,-6 16 17,0 0 0,0-1 0,0 1 0,0 0 0,0-1 0,0 1 0,0 0 0,0 0 0,0-1 1,-1 1-1,1 0 0,-1 0 0,1 0 0,-1 0 0,1-1 0,-1 1 0,0 0 0,1 0 0,-1 0 0,0 0 0,-1-1 0,-1 0-15,1 0 0,-1 0 0,1 0 0,-1 1 0,0-1 0,0 1 0,0-1 0,-5 0 0,2 0-9,-1 0 0,0 1 0,1 0 0,-1 0 0,0 1 0,0 0 0,-13 1 1,14 0 19,0 1 1,1-1 0,-1 1-1,0 1 1,1-1-1,0 1 1,-1 0 0,-5 4-1,10-6 37,1 0 0,0 0-1,-1 0 1,1 0-1,-1 0 1,1-1-1,0 1 1,0 0-1,0 0 1,0 0-1,0 0 1,0 0-1,0 0 1,0 0-1,0 0 1,0 0-1,0 0 1,1 1-1,-1 0 8,0 0 1,1 1-1,-1-1 1,1 0 0,0 0-1,0 0 1,0 1-1,0-1 1,0 0-1,0-1 1,1 1-1,-1 0 1,0 0-1,1 0 1,0-1-1,-1 1 1,1-1-1,0 1 1,0-1-1,0 0 1,0 0-1,0 0 1,3 2-1,3 1 36,1-1-1,0 1 1,0-1-1,14 3 1,20 0 123,0-1-1,1-3 1,-1-1 0,85-9 0,-90 9-387,-35 0 38,0-1-35,29 5 578,-21-16 668,-9 10-910,0 0 0,-1 0 0,1 0 0,0 0 0,0 0 0,0 1 0,0-1 0,0 0 0,0 1 0,0-1 0,0 1-1,0 0 1,0 0 0,0 0 0,1 0 0,-1 0 0,0 0 0,0 1 0,3 0 0,-2-1-33,0 1 0,1-1 0,-1 0 0,0 0 0,1 0 0,-1 0 0,0 0 0,0-1 0,1 0 0,3-1 0,0 0-62,-3 0-223,1 1-1,-1-1 0,0 0 1,0-1-1,1 1 1,-2-1-1,8-5 0,-4 1-119,1 1-1,1 0 0,-1 0 0,10-5 0,19-13-871,41-32-3249,-25 21-3627,-24 20-756</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6.270"/>
    </inkml:context>
    <inkml:brush xml:id="br0">
      <inkml:brushProperty name="width" value="0.035" units="cm"/>
      <inkml:brushProperty name="height" value="0.035" units="cm"/>
    </inkml:brush>
  </inkml:definitions>
  <inkml:trace contextRef="#ctx0" brushRef="#br0">219 664 11341,'-58'13'2950,"39"-10"-1180,-32 10 0,45-11-1595,1 0 0,-1 0 0,1 1 0,0 0 0,-1 0 0,1 1 1,0-1-1,1 1 0,-8 7 0,5-2 342,0 0 0,-9 17 0,15-24-141,10 10 166,-7-10-510,-1 0-1,1-1 0,0 1 0,0-1 1,0 0-1,1 0 0,-1 0 0,0 0 1,0 0-1,1 0 0,-1-1 0,0 1 1,1-1-1,-1 1 0,1-1 0,-1 0 1,0 0-1,1 0 0,2-1 0,50-7 342,-42 5-350,3 0 23,1-1 0,-1 0 1,-1-1-1,1-1 0,-1 0 0,0-1 0,0-1 0,-1 0 0,21-17 1,-26 17-49,0 0 0,-1 0 1,0-1-1,0 0 0,-1-1 1,0 0-1,-1 0 0,0 0 1,0-1-1,-1 0 0,-1 0 1,0 0-1,4-19 0,-4 11-26,-2-1-1,0 1 1,-1-1-1,0 0 1,-2 1-1,0-1 1,-2 0-1,0 1 1,-8-27-1,0 12 8,-2 0 0,-1 1 0,-2 1 0,-23-37 0,19 36 29,0 3 273,-17-40 0,35 67-245,2 3-30,-1 0 1,0 0-1,0 1 0,1-1 0,-1 0 0,0 0 1,0 1-1,1-1 0,-1 0 0,0 1 1,1-1-1,-1 0 0,0 1 0,1-1 0,-1 1 1,1-1-1,-1 1 0,1 0 0,-1-1 1,1 1-1,-1 0 0,1-1 0,0 1 0,-1 0 1,1-1-1,0 1 0,-1 0 0,1 0 0,0-1 1,0 1-1,0 0 0,0 1 0,0 28 81,9 35 124,3-1 0,3 0 1,2 0-1,51 117 1,22-7-4545,-79-156 109,21 25 0,-17-28-5086</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7.438"/>
    </inkml:context>
    <inkml:brush xml:id="br0">
      <inkml:brushProperty name="width" value="0.035" units="cm"/>
      <inkml:brushProperty name="height" value="0.035" units="cm"/>
    </inkml:brush>
  </inkml:definitions>
  <inkml:trace contextRef="#ctx0" brushRef="#br0">254 365 6477,'-14'4'952,"1"-1"1,0 2-1,0 0 1,0 0-1,0 1 1,-15 11 0,25-16-592,0 1 0,0-1 1,0 0-1,-1 0 1,1 0-1,-6 1 1,-8 2 395,11-1-383,0-1 0,1 2 1,-1-1-1,0 1 0,1 0 0,0 0 0,0 0 0,0 1 0,1-1 0,-7 9 0,5-4-44,1 0-1,0 0 0,0 1 1,1 0-1,-6 17 0,10-24-259,-1 0-1,0 0 1,1 0-1,0 0 1,0 0-1,0 0 1,0 0-1,0 0 0,0-1 1,1 1-1,-1 0 1,1 0-1,0 0 1,0 0-1,1 3 1,1-1 31,0 0 1,0 0 0,1 0 0,-1 0-1,1 0 1,0-1 0,6 5 0,3 1 100,0 1-1,1-2 1,0 0 0,23 10 0,-24-13-85,-1-1 0,1 0 0,25 5 0,-33-9-125,0 0-1,0 0 1,0-1-1,0 0 1,0 0-1,0 0 1,0-1-1,0 1 1,0-1-1,0 0 1,-1-1-1,1 1 1,0-1 0,5-3-1,-5 2-90,1-1 0,-1-1 1,0 1-1,0-1 0,0 0 0,-1 0 0,1 0 0,-1 0 1,0-1-1,-1 0 0,0 0 0,0 0 0,0 0 0,0 0 0,-1-1 1,0 1-1,-1-1 0,1 0 0,-1 1 0,0-13 0,0-12-204,-2 1-1,-1-1 0,-8-42 0,3 27 111,4 23 100,-23-146 498,19 142-2,-21-49 0,7 20 148,20 53-531,0 1-4,0 1 1,0-1-1,-1 0 1,1 0-1,0 1 1,-1-1-1,1 1 1,-1-1 0,1 1-1,-1 0 1,-2-2-1,2 14-19,0-1-1,0 1 1,1-1 0,0 1-1,1 0 1,0-1 0,1 1-1,0 0 1,1-1 0,0 1-1,1-1 1,0 1-1,6 13 1,-1-4 44,2 1 0,0-2 0,1 1 0,1-1-1,24 28 1,-22-30-67,1 0-1,1-2 1,1 1-1,0-2 0,1 0 1,1-1-1,0-1 1,0-1-1,1-1 1,1 0-1,-1-2 0,2 0 1,26 6-1,-45-14-20,0 1-1,0-1 1,0 0 0,0 0-1,0 0 1,0 0 0,0 0-1,0-1 1,0 1-1,0-1 1,0 0 0,0 0-1,0 0 1,0 0 0,0-1-1,-1 1 1,1-1-1,0 1 1,-1-1 0,1 0-1,-1 0 1,0 0-1,0 0 1,0-1 0,0 1-1,0-1 1,0 1 0,-1-1-1,1 0 1,-1 1-1,2-6 1,8-41-284,-10 46 329,-2 0 42,-4-33 124,5 32-79,-8-5-3,8 8-70,0 1 0,0-1 0,0 1 0,-1-1 0,1 1-1,0-1 1,0 1 0,-1-1 0,1 1 0,0-1 0,-1 1-1,1-1 1,-1 1 0,1 0 0,-1-1 0,1 1 0,-1 0 0,1-1-1,-1 1 1,1 0 0,-1 0 0,0-1 0,-28 13 28,28-11-39,1-1 0,-1 1 0,0-1 1,1 1-1,-1-1 0,1 1 0,-1 0 0,1-1 0,-1 1 1,1 0-1,0-1 0,-1 1 0,1 0 0,0 0 1,-1-1-1,1 1 0,0 0 0,0 0 0,0-1 1,0 2-1,-1 2 5,-2 3 14,1-1 0,0 1-1,1 1 1,-1-1 0,1 0-1,1 0 1,-1 0 0,1 1-1,1-1 1,-1 0 0,4 13 0,-3-15-13,0 1 1,1-1-1,0 0 1,0 0 0,0 0-1,0-1 1,1 1 0,0 0-1,0-1 1,0 0-1,1 0 1,-1 0 0,1 0-1,0 0 1,0-1-1,9 6 1,-1-3-5,0-1 0,0 0 0,0-1-1,1 0 1,0-1 0,-1-1 0,1 0 0,0 0 0,23-1-1,-11-2-58,0-1 0,0-1-1,-1-1 1,33-9 0,-45 9-32,0 0 1,0-1-1,-1 0 1,0-1-1,0 0 1,0-1-1,-1 0 1,0-1 0,16-14-1,-23 17 62,0 1 0,0-1 0,-1 1-1,1-1 1,-1 0 0,0 0 0,0 0 0,-1-1 0,0 1 0,1 0-1,-2 0 1,1-7 0,1 1 98,-2 8 31,2 1 10,12-22 116,-12 22 299,0 1-447,17-9 41,-17 9-77,0 3 11,15 12 142,-12-9-53,0 0 0,0-1 0,1 0 0,0 0 0,11 5 0,-12-6 272,1 0-1,-1 1 1,0-1 0,0 1-1,4 5 1,-7-7 913,4-3-1063,-1 1 0,0-1 0,1 0 0,-1-1 0,0 1 0,0-1 1,0 0-1,0-1 0,0 1 0,0-1 0,-1 0 0,1 0 1,-1 0-1,6-6 0,-5 4-215,0-1 1,0 0 0,-1 0-1,0 0 1,0 0-1,0-1 1,-1 0-1,0 0 1,4-13 0,1-4-797,-5 18 166,-1-1 0,0 1 0,0-1 0,-1 1 0,1-1 0,-2 1 1,1-1-1,-1 0 0,0 0 0,-1-9 0,-5-14-3318,1 10-2846,-1 0-5107</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7.560"/>
    </inkml:context>
    <inkml:brush xml:id="br0">
      <inkml:brushProperty name="width" value="0.035" units="cm"/>
      <inkml:brushProperty name="height" value="0.035" units="cm"/>
    </inkml:brush>
  </inkml:definitions>
  <inkml:trace contextRef="#ctx0" brushRef="#br0">46 0 15925,'-31'20'4717,"22"-2"-2953,6-1 712,0 3-1552,3 3-236,0-3-396,6 12-888,0-21-516</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7.703"/>
    </inkml:context>
    <inkml:brush xml:id="br0">
      <inkml:brushProperty name="width" value="0.035" units="cm"/>
      <inkml:brushProperty name="height" value="0.035" units="cm"/>
    </inkml:brush>
  </inkml:definitions>
  <inkml:trace contextRef="#ctx0" brushRef="#br0">29 9 14785,'-17'0'1913,"34"-9"1999,-28 32-9049,-1 0 637,6-5-3489</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8.254"/>
    </inkml:context>
    <inkml:brush xml:id="br0">
      <inkml:brushProperty name="width" value="0.035" units="cm"/>
      <inkml:brushProperty name="height" value="0.035" units="cm"/>
    </inkml:brush>
  </inkml:definitions>
  <inkml:trace contextRef="#ctx0" brushRef="#br0">389 705 11253,'-23'8'893,"0"0"-1,-42 23 1,46-20-923,1 2 0,-19 16 1,6-5-43,-75 66 1396,41-27 2900,63-61-3503,5 13 627,-3-14-1324,0 0 0,0-1 0,1 1 0,-1-1 0,0 1 0,0-1 0,0 1 0,0-1 0,1 1 0,-1-1 0,0 0 0,1 1 0,-1-1 0,0 1 0,1-1 0,-1 1 0,0-1 0,1 0 0,-1 1 0,1-1 0,-1 0 0,1 0 0,-1 1 0,1-1 0,-1 0 0,1 0 0,0 1 0,19-4 573,28-20 222,-32 14-679,15-6 195,-2 0 0,0-3 0,47-35 1,5-23-946,-79 74 338,-5 1 28,1-1 215,-1 1 0,0 0 0,1 0 0,-1 0 0,0 1 0,0-1 0,0 1 0,0-1 0,0 1 0,0 0 0,0 0 0,0 0-1,0 0 1,1 1 0,-1-1 0,0 1 0,0 0 0,0 0 0,0 0 0,1 0 0,-1 0 0,0 1 0,1-1 0,-1 1 0,1 0 0,0-1 0,-1 1 0,1 0 0,0 1 0,-2 2-1,2-3 24,1 0 0,0 0 0,0 0-1,0 0 1,0 0 0,0 0-1,0 0 1,0 0 0,1 1-1,-1-1 1,1 0 0,0 0-1,-1 1 1,1-1 0,0 0-1,1 1 1,-1-1 0,0 0 0,0 0-1,1 1 1,0-1 0,-1 0-1,1 0 1,0 0 0,0 0-1,0 0 1,0 0 0,1 0-1,-1 0 1,0 0 0,1 0 0,-1 0-1,1-1 1,0 1 0,2 1-1,2 2 16,1 0 0,-1 0-1,1 0 1,0-1 0,0 0 0,1-1-1,-1 0 1,1 0 0,11 3-1,4-3 36,1-1 0,0-2-1,0 0 1,-1-1-1,1-1 1,0-1 0,35-11-1,-29 7-23,-1-2 0,-1-1 0,0-1 0,0-1 0,-1-2 0,35-23 0,-48 27-39,-1 0 0,0-1 0,-1 0 1,0-1-1,-1-1 0,0 1 0,-1-2 1,-1 1-1,0-2 0,0 1 1,-2-1-1,0 0 0,6-18 0,3-25-21,-3-1-1,-3 0 1,6-108-1,-15 111 634,-2-1-1,-8-56 1,-1 66 251,9 43-295,-1 7-340,-3 5-166,0 1 0,0-1-1,1 1 1,1 0 0,-1 0 0,1 0-1,-2 14 1,-8 73 138,7-40-126,-17 201-599,3-18-1787,-2-118-1231,1-41-3859,4-27-2548</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8.425"/>
    </inkml:context>
    <inkml:brush xml:id="br0">
      <inkml:brushProperty name="width" value="0.035" units="cm"/>
      <inkml:brushProperty name="height" value="0.035" units="cm"/>
    </inkml:brush>
  </inkml:definitions>
  <inkml:trace contextRef="#ctx0" brushRef="#br0">0 40 16373,'10'-4'344,"11"-5"1867,0 2 1,31-8-1,-44 14-1824,0-1 1,-1 2-1,1-1 0,0 1 1,0 0-1,0 1 0,0-1 0,0 2 1,0-1-1,-1 1 0,10 3 1,-7-1-195,0 1 0,0 0 1,0 0-1,-1 0 0,1 1 1,-1 1-1,8 8 1,-12-10-162,0 0 0,-1 0 0,0 1 0,0-1 0,0 1 1,-1 0-1,1 0 0,-2 1 0,1-1 0,-1 0 1,0 1-1,0 0 0,1 7 0,0 7-611,1 1-414,2 36 0,-6-49-606,-1 1 0,0-1-1,-3 18 1,-1-6-5198</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09.068"/>
    </inkml:context>
    <inkml:brush xml:id="br0">
      <inkml:brushProperty name="width" value="0.035" units="cm"/>
      <inkml:brushProperty name="height" value="0.035" units="cm"/>
    </inkml:brush>
  </inkml:definitions>
  <inkml:trace contextRef="#ctx0" brushRef="#br0">109 181 14565,'-70'19'1702,"58"-15"-965,10-1-79,-10 27 1615,11-28-2189,-1 1 0,1 0-1,-1 0 1,1 0 0,0 0-1,0 0 1,0 1 0,0-1-1,1 0 1,-1 0 0,1 1-1,0-1 1,0 0 0,0 0 0,0 1-1,1 2 1,21 43 545,-22-49-624,0 0-1,0 0 1,0 0-1,0 1 1,0-1-1,0 0 1,0 0-1,0 0 1,0 0-1,0 1 1,0-1-1,0 0 1,1 0-1,-1 0 1,0 0-1,0 0 1,0 0-1,0 1 1,0-1-1,0 0 1,0 0-1,1 0 1,-1 0-1,0 0 1,0 0-1,0 0 1,0 0-1,1 0 1,-1 0-1,0 0 1,0 0-1,0 0 1,0 0-1,0 0 1,1 0-1,-1 0 1,0 0-1,0 0 1,0 0 0,1 0-1,15 1 150,-10-1-100,-1 1 0,0-1 0,1 0 0,-1-1 1,1 1-1,-1-1 0,1 0 0,-1 0 1,0-1-1,0 0 0,0 0 0,0 0 1,6-4-1,18-13 179,49-31 225,-77 50-464,-1-1-1,1 1 0,-1-1 1,1 1-1,-1-1 1,1 0-1,-1 1 1,1-1-1,-1 0 0,0 0 1,0 1-1,1-1 1,-1 0-1,0 0 0,0 1 1,0-1-1,0 0 1,0 0-1,0 1 0,0-3 1,0 1-25,1 0 6,-1-1-1,0 1 1,0 0-1,0 0 1,0 0-1,-1 0 1,1-1-1,-1 1 1,1 0-1,-1 0 1,1 0-1,-1 0 1,0 0-1,0 0 1,0 0-1,-1 1 1,1-1-1,0 0 1,-1 1-1,1-1 1,-1 0-1,1 1 0,-1 0 1,0-1-1,1 1 1,-1 0-1,-3-2 1,-7-3-156,0-1 0,0 2 1,-15-6-1,16 7 114,-100-42 446,108 45-162,6-18 427,-3 18-585,0 0 0,1-1 0,-1 1 1,0 0-1,1-1 0,-1 1 0,1 0 1,0 0-1,-1-1 0,1 1 0,0 0 0,0 0 1,0 0-1,0 0 0,0 0 0,0 0 0,0 0 1,0 1-1,0-1 0,0 0 0,0 0 1,1 1-1,-1-1 0,0 1 0,2-1 0,41-8 1265,-35 8-1132,38-6 566,25-3 872,84-1-1,-146 11-1539,10 0 386,38 4 1,-53-3-427,0 0-1,-1 0 1,1 0 0,-1 0-1,0 1 1,1-1 0,-1 1 0,0 0-1,0 1 1,0-1 0,0 1-1,-1-1 1,1 1 0,5 6 0,-8-7-75,0-1 0,0 1 0,0 0 1,0 0-1,-1 0 0,1 0 0,0 0 1,-1 0-1,1 0 0,-1 0 0,0 0 1,0 0-1,0 0 0,0 0 0,0 0 1,0 0-1,0 0 0,-1 0 0,1 0 1,-1 0-1,0 0 0,1 0 0,-1-1 1,-2 4-1,-2 5-289,-2 0 0,1 0 0,-11 11 0,0 0-329,16-18 368,1-6-167,1 0 450,0 1-1,0-1 0,0 0 0,1 1 1,-1-1-1,0 1 0,1-1 0,0 1 1,0 0-1,0 0 0,0 0 1,0 0-1,3-3 0,-3 3 2,19-16 304,0 0 1,1 2-1,1 0 1,0 2-1,42-20 1,-52 28-176,0 1 1,0 0 0,1 1 0,-1 0 0,1 1 0,0 1 0,0 0 0,0 1 0,0 0 0,0 1 0,0 1 0,25 4 0,-33-4-152,1 1 1,-1 0-1,0 1 1,0 0-1,0-1 1,0 2-1,-1-1 1,1 1-1,-1 0 1,0 0-1,0 0 1,0 1-1,-1-1 1,0 1-1,0 0 1,0 1-1,0-1 1,-1 1-1,0 0 1,5 10-1,-7-12-1373,2-20-6549,-3 14 7009,1-18-6300,-8-14-4821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0.203"/>
    </inkml:context>
    <inkml:brush xml:id="br0">
      <inkml:brushProperty name="width" value="0.035" units="cm"/>
      <inkml:brushProperty name="height" value="0.035" units="cm"/>
    </inkml:brush>
  </inkml:definitions>
  <inkml:trace contextRef="#ctx0" brushRef="#br0">765 124 7445,'-40'21'5361,"-29"3"-3787,11-3-1015,13-1-254,0 3 0,2 1 0,1 2 0,1 2 0,1 1-1,2 3 1,1 1 0,1 1 0,-47 61 0,65-71-202,2 0 0,0 2 1,2 0-1,0 0 0,2 1 0,1 1 1,-11 44-1,13-32 54,2-1-1,2 1 1,1 0-1,4 80 1,6-55 54,2-2 0,24 93 0,55 112 164,-43-156-176,102 190 1,-133-281-177,1 0 0,0-1 1,2 0-1,0-1 0,2-1 0,0-1 1,23 19-1,-33-31-17,-1 1 1,1-1 0,0-1 0,1 1-1,-1-2 1,1 1 0,-1-1 0,1 0-1,0-1 1,0 0 0,0 0 0,1-1-1,-1 0 1,0-1 0,0 0-1,1 0 1,-1-1 0,0 0 0,0-1-1,0 0 1,0 0 0,10-5 0,0-2-9,0-1-1,-1 0 1,0-2 0,-1 0 0,0-1 0,-1-1 0,-1-1 0,15-17 0,5-10 26,57-88 1,-28 23 92,-5-3 0,-4-3 1,-5-2-1,-6-2 0,38-152 1,-70 216 46,11-103 1,-21 122-109,-2 0 0,-1 0 0,-2 1-1,-8-43 1,2 33-9,-2 1 0,-2 1-1,-25-57 1,25 72-28,-1 0 0,-1 1 0,-1 0-1,-1 1 1,-1 2 0,-22-22 0,13 17-9,-2 2 0,0 1-1,-1 2 1,-1 0 0,-2 2 0,0 2 0,0 1-1,-2 1 1,0 2 0,-1 2 0,-60-13-1,36 14-701,-108-3 0,73 12-9917</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0.848"/>
    </inkml:context>
    <inkml:brush xml:id="br0">
      <inkml:brushProperty name="width" value="0.035" units="cm"/>
      <inkml:brushProperty name="height" value="0.035" units="cm"/>
    </inkml:brush>
  </inkml:definitions>
  <inkml:trace contextRef="#ctx0" brushRef="#br0">0 2325 6985,'0'0'4251,"2"-3"-3074,186-270 6453,291-345-4307,-178 268-2268,234-264-57,-328 396-2769,-183 189 782,3-2-4200,-28 33 5098,0-1 1,0 1 0,0 0 0,0 0-1,0 0 1,0 0 0,0 0 0,1 0-1,-1 3 1,-6 14-301,4-15 266,-1 0 0,0 0 0,-1-1 0,1 1 0,0-1 0,-1 0 0,0-1 0,0 1 0,-5 1 0,-11 7-395,-24 13-125,-2-2 0,-1-2 0,-71 20 0,102-34 982,-19 2 455,34-7-685,0-1 0,0-1-1,0 1 1,0 0 0,0 0 0,0-1 0,1 1-1,-1-1 1,0 1 0,0-1 0,0 0 0,0 0 0,1 0-1,-1 0 1,-1-1 0,3 2-87,-1 0 1,1 0-1,0-1 0,0 1 0,0 0 1,0 0-1,0 0 0,0 0 0,-1 0 1,1-1-1,0 1 0,0 0 0,0 0 1,0 0-1,0 0 0,0-1 0,0 1 1,0 0-1,0 0 0,0 0 0,0 0 1,0-1-1,0 1 0,0 0 0,0 0 1,0 0-1,0 0 0,0-1 0,0 1 1,0 0-1,0 0 0,0 0 0,0 0 1,0-1-1,1 1 0,-1 0 0,0 0 1,0 0-1,0 0 0,4-11 262,0 0 0,1 0 0,0 1 0,1-1 0,0 1 0,1 1 0,0-1 0,0 1 0,1 1 0,0-1 0,14-10 0,26-22 503,1 2 0,2 3-1,1 1 1,71-33-1,-111 62-675,0 1-1,0 0 1,1 1-1,-1 1 1,1 0-1,0 0 1,18 0-1,-26 3-73,1 0 0,-1 0 0,0 1-1,0 0 1,0 0 0,0 0 0,0 0 0,0 1-1,0 0 1,-1 0 0,1 0 0,0 1 0,-1-1-1,0 1 1,0 0 0,0 1 0,0-1 0,0 1-1,0-1 1,-1 1 0,5 7 0,-1 0 4,-1 0 1,0 0 0,-1 1-1,0 0 1,-1 0-1,0 0 1,-1 0-1,0 1 1,-1 0 0,0-1-1,-1 1 1,-1 17-1,-3 16 32,-2 0 0,-11 51 0,1-15-62,10-47-211,-24 133-1014,23-140-423,-2 0 0,-1 0 0,-23 46 0,11-33-3922,10-17-3071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1.793"/>
    </inkml:context>
    <inkml:brush xml:id="br0">
      <inkml:brushProperty name="width" value="0.035" units="cm"/>
      <inkml:brushProperty name="height" value="0.035" units="cm"/>
    </inkml:brush>
  </inkml:definitions>
  <inkml:trace contextRef="#ctx0" brushRef="#br0">141 1277 12229,'1'-1'162,"0"0"1,0 1-1,0-1 0,0 0 1,0 0-1,0 0 0,-1 0 1,1 0-1,0 0 0,-1 0 1,1 0-1,-1 0 0,1 0 1,-1 0-1,1-1 0,-1 1 1,0 0-1,1-2 0,-3-27 2228,1-3-1294,7-61 528,6-71-422,-12-180 0,-56-240-345,55 581-794,-1 10-9,-8 19 8,1 1 0,1 1 0,1 0 0,1 0 0,-2 30 0,-3 147 401,10-151-317,-6 1497 992,10-1372-1100,4 91-774,-8-254 21,-4-29-42,0 1 814,-6-25-213,2-1 0,2 0 0,-6-79 0,12-122-83,1 212 216,5-143 79,6 1 0,48-238 0,-49 363 27,28-119 233,-28 128-159,1 1-1,25-49 1,-35 85-151,0 0 0,0 0 1,0 0-1,0 0 1,0 1-1,0-1 1,0 0-1,0 1 1,0-1-1,0 2 1,2 5-43,-2-1 1,1 1 0,-1-1-1,0 1 1,-1-1-1,0 1 1,0 0 0,0-1-1,-1 1 1,-2 8-1,-21 78-1644,24-93 1652,-43 113-5300,21-57-93,2-7-2777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2.448"/>
    </inkml:context>
    <inkml:brush xml:id="br0">
      <inkml:brushProperty name="width" value="0.035" units="cm"/>
      <inkml:brushProperty name="height" value="0.035" units="cm"/>
    </inkml:brush>
  </inkml:definitions>
  <inkml:trace contextRef="#ctx0" brushRef="#br0">173 1024 4352,'-73'46'1048,"66"-42"-659,0 0 1,0 0-1,0 1 0,1 0 1,-1 1-1,1-1 1,0 1-1,1 0 1,-1 1-1,1-1 0,1 1 1,-1 0-1,1 0 1,0 0-1,-3 11 0,6-15-105,0 0 0,0 0 0,0 0 0,0 0 0,0 0-1,1 1 1,0-1 0,-1 0 0,1 0 0,0 1-1,1-1 1,-1 0 0,1 0 0,-1 1 0,1-1 0,0 0-1,0 0 1,2 4 0,-2-5-131,1 1 1,-1-1-1,1 0 0,0 0 0,0 0 0,-1-1 1,1 1-1,0 0 0,0-1 0,1 1 1,-1-1-1,0 0 0,0 1 0,1-1 0,-1 0 1,1 0-1,-1-1 0,1 1 0,-1 0 1,1-1-1,-1 0 0,1 0 0,4 0 1,16-1 413,-1-2 0,1 0 0,-1-2 0,1 0 0,-2-2 0,1 0 0,33-17 0,-47 21-486,1-2 1,0 1-1,-1-1 1,0 0-1,0-1 1,-1 0-1,1 0 0,-1-1 1,0 0-1,-1 0 1,0 0-1,0-1 1,9-16-1,-16 17-566,-2 1 286,2 3 119,0 0-1,0 0 1,-1 1 0,1-1-1,-1 0 1,0 1 0,1-1 0,-1 1-1,-1 0 1,1 0 0,0 0-1,0 0 1,-1 0 0,1 0-1,-1 0 1,-5-2 0,-14-3-420,-1 0-1,0 2 1,-47-5 0,41 5 222,26 5 291,4-18 238,0 14-221,0 0 0,1 0 0,-1 0 0,1 0-1,0 0 1,0 1 0,0-1 0,1 0 0,-1 1 0,1 0-1,0 0 1,0 0 0,0 0 0,6-5 0,6-5 54,138-151 501,168-229 0,-319 390-582,217-332 210,-217 330-197,0 0 1,0 0 0,0 0-1,1-11 1,-4 12 4,-6 23-6,-40 144 644,-44 288 1,27 178-86,47-65-355,16-420-259,22 226-475,-9-188-975,-22-404 480,30-362 1,0 386 1273,79-338 1,-97 518-348,-15 27-409,11-7 444,-15 13-1500,1 2 0,-25 31 0,0 15-5058,12-7-1464</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3.080"/>
    </inkml:context>
    <inkml:brush xml:id="br0">
      <inkml:brushProperty name="width" value="0.035" units="cm"/>
      <inkml:brushProperty name="height" value="0.035" units="cm"/>
    </inkml:brush>
  </inkml:definitions>
  <inkml:trace contextRef="#ctx0" brushRef="#br0">49 960 7273,'23'-14'10765,"-25"17"-10199,-47 92 1020,45-88-1467,0 1 0,1 0-1,-4 15 1,5-16-35,2-6-65,0 0 0,0 0 0,0 0 0,-1 0 0,1 0 1,0 0-1,0 0 0,0 0 0,1 0 0,-1 0 0,0 0 1,0 0-1,0 0 0,1 0 0,-1 0 0,1 0 0,0 1 1,1 3 54,-2-2-45,1 0 0,-1-1 0,1 1 0,0-1 0,0 1 1,0-1-1,0 0 0,0 1 0,1-1 0,-1 0 0,1 0 0,0 0 0,-1 0 0,1 0 1,0 0-1,0 0 0,0-1 0,0 1 0,5 2 0,-3-2 3,0-1-1,0 0 1,1 0-1,-1 0 1,1 0-1,-1 0 1,0-1 0,1 0-1,-1 0 1,9-1-1,5-2 36,0-1 0,0-1 0,-1 0 0,29-14 0,-21 6-21,0-1-1,-1-2 1,26-20 0,26-18-6,-72 51-44,0 1-1,0 0 0,0 0 1,0 0-1,1 0 0,5-1 1,-1 11-86,-2 3 85,-2 10 3,-4-17-3,-1 0-1,1-1 0,0 1 1,0 0-1,0-1 0,0 0 1,1 1-1,-1-1 0,5 7 0,-2-5 12,0 0-1,1 0 0,-1 0 0,1-1 1,0 0-1,0 1 0,1-2 0,-1 1 1,1-1-1,0 0 0,0 0 0,0 0 1,0-1-1,0 0 0,1 0 0,10 1 1,3 0 20,1-2-1,0-1 1,0-1 0,0 0 0,0-2-1,-1 0 1,1-1 0,-1-1 0,26-10-1,-28 8-6,-1-1 0,0 0 0,0-1 0,-1-1 0,0 0 0,0-1 0,-1-1 0,-1 0 0,0-1 0,19-23 0,-21 17-25,-1 1-1,-1-1 1,-1-1 0,0 0 0,11-41-1,-17 50-5,10-35-12,-2-1 0,-2 0 1,-3-1-1,2-70 0,-24-193 65,14 285 19,-2 1 0,-1 0 0,-1 0 0,-1 0-1,-10-24 1,16 49-56,1-1 0,0 1-1,0 0 1,0-1 0,0 1 0,0 0 0,0-1-1,0 1 1,0 0 0,0-1 0,-1 1-1,1 0 1,0 0 0,0-1 0,0 1-1,-1 0 1,1-1 0,0 1 0,0 0 0,-1 0-1,1 0 1,0-1 0,0 1 0,-1 0-1,1 0 1,0 0 0,-1 0 0,1 0-1,0-1 1,-1 1 0,1 0 0,0 0 0,-1 0-1,1 0 1,-1 0 0,-6 12 125,-2 29 67,8-38-185,-10 75 318,2 0-1,5 141 1,34 158 5,27 9-1943,-54-368 1155,20 84-2042,-20-91 1330,1-1 0,0 0 0,0 0-1,1 0 1,0 0 0,1-1 0,9 12 0,10 5-7010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4.335"/>
    </inkml:context>
    <inkml:brush xml:id="br0">
      <inkml:brushProperty name="width" value="0.035" units="cm"/>
      <inkml:brushProperty name="height" value="0.035" units="cm"/>
    </inkml:brush>
  </inkml:definitions>
  <inkml:trace contextRef="#ctx0" brushRef="#br0">123 1309 11145,'-2'3'102,"-1"0"62,1 0 0,-1 1-1,0-2 1,0 1 0,0 0-1,-1-1 1,1 1-1,0-1 1,-1 0 0,0 0-1,0 0 1,-6 2 0,6-3 44,0 1 1,0 0 0,0 0 0,0 0 0,0 1 0,1-1 0,-1 1 0,1 0 0,-1 0 0,1 0-1,0 1 1,0-1 0,1 1 0,-1 0 0,1-1 0,-1 1 0,1 0 0,1 0 0,-1 1 0,-2 6-1,3-7-47,0 0 0,0 0 0,0 0 0,0 0 0,1 0-1,-1 0 1,1 0 0,0 0 0,1 0 0,-1 0 0,1 1-1,-1-1 1,1 0 0,0 0 0,1 0 0,-1-1 0,1 1-1,0 0 1,0 0 0,0-1 0,0 1 0,4 4 0,-3-6-56,0-1 0,0 1 1,0 0-1,0-1 1,0 0-1,0 0 1,0 0-1,0 0 0,0 0 1,1-1-1,-1 0 1,0 1-1,1-1 1,-1 0-1,0-1 0,0 1 1,1 0-1,5-3 1,5 0 56,0 0 1,25-11-1,-19 4 51,0 0 0,20-14 0,-35 20-195,0-1 1,0 1 0,-1-1-1,0 0 1,1 0 0,-1 0-1,3-6 1,2-3-8,-6 12-12,-1-1-1,0 0 1,0 0-1,0 0 1,-1 0-1,1 0 1,-1 0-1,1 0 1,-1 0-1,1-5 1,1-2-109,-3 7 61,0-1-1,1 0 1,-1 1-1,-1-1 1,1 1-1,0-1 1,-1 0-1,0 1 1,0-1-1,0 1 1,-2-5-1,1 5 11,0 0 0,0 0-1,0 0 1,0 0 0,-1 0-1,0 0 1,1 1 0,-5-4-1,-8-8-97,13 13 125,0-1 0,1 1 0,-1-1 0,0 1 0,0 0 0,0 0 0,-1 0 0,1 0 0,0 0 0,0 0 0,-1 1 0,-1-1 0,0 0-18,1 0-36,5 3 1,2 4 62,1 0 0,0 0 1,0-1-1,1 0 0,0 0 0,0 0 0,0-1 0,1 0 0,-1 0 1,1-1-1,0 1 0,0-1 0,14 3 0,5 2 1,0-2 0,47 4-1,-41-7 5,-1-1 0,1-2 0,-1-1 0,41-6-1,-61 5-47,1 0-1,-1-1 0,0 0 0,0-1 1,-1 0-1,1 0 0,-1-1 0,0-1 0,0 0 1,-1 0-1,1-1 0,-2 0 0,1-1 1,-1 1-1,10-13 0,-8 5-68,-1 0 0,0-1 0,-1 0 0,-1-1 1,0 0-1,-1 0 0,-1 0 0,-1-1 0,3-22 0,0-24-179,-2-80 0,-4 81 200,0 31 80,-11-560 1876,1 448-962,9 143-892,0 0 0,0 0 0,0 0 0,0 0 0,-1 0 0,1 0 0,0 0 0,0 0 0,-1 0 0,1 0 0,0 0 0,-1 0 0,1 0 0,-1 0 0,0-1 0,-5 12 114,-5 38 44,10-44-159,-29 163 194,7 2-1,8 0 1,8 250-1,11-366-48,2-1-1,2 1 1,3-1-1,2-1 1,2 0-1,26 60 1,-36-101-107,-1 0-1,2 0 1,-1-1-1,2 1 1,-1-2-1,1 1 1,12 11 0,-16-16-48,1-1 1,0 0-1,0 0 1,0-1-1,1 1 1,-1-1 0,0 0-1,1 0 1,0 0-1,-1-1 1,1 1-1,0-1 1,0 0 0,0-1-1,0 1 1,0-1-1,0 0 1,0 0-1,5-1 1,0-2-90,-1 1 1,1-2-1,-1 1 0,1-2 0,-1 1 1,-1-1-1,1 0 0,-1-1 1,1 0-1,-2 0 0,1-1 0,-1 0 1,0 0-1,0-1 0,9-14 1,3-5-155,-2-1 0,-1-1 0,18-44 0,-26 51 71,-1-1-1,5-31 1,-7 34 126,-4 15-3,-1 10-139,0 10 195,1 0 1,1 0-1,1 0 1,0 0-1,1-1 1,1 1-1,6 15 0,-2-6 29,-5-12 4,0-1 0,0 0 1,1 0-1,1-1 0,-1 1 1,2-1-1,12 16 0,-8-16 14,0 0 0,0 0 0,1-1 0,0-1 0,18 10 1,-23-15-47,0 0 0,0 0 0,0 0 0,1-1 0,-1 0 0,1-1 0,-1 0 0,1 0 0,0 0 0,-1-1 0,13-1 0,-17 0-43,1 1-1,-1-1 0,0 0 0,0 0 0,-1 0 0,1-1 0,4-1 0,1-1-94,-8 3 119,1 1 0,0-1 1,-1 1-1,1-1 0,-1 1 1,1-1-1,-1 0 0,1 1 1,-1-1-1,1 0 0,-1 1 1,0-1-1,1 0 0,-1 0 1,0 1-1,0-1 0,1 0 1,-1 0-1,0 0 0,0 1 1,0-3-1,0 2-25,3-14-90,-3 12 25,0 1-69,-3-24 141,3 23 62,18-2 192,-17 4-213,0 1 0,0-1 0,0 1 0,0-1 0,0 1 0,0 0 0,0-1 0,0 1 0,0 0 0,0 0 0,0 0 0,0 0 0,0 0 0,1 0 0,-1 0 0,0 0 0,0 0 0,0 1 0,0-1 0,0 0 0,0 1 0,2 0 0,11 5 167,1 0 0,24 5 0,-26-8-102,0 1 1,0 1 0,-1-1 0,15 9 0,-18-8-6,1-1-1,1 0 0,-1 0 1,0-1-1,1 0 0,0-1 1,-1 0-1,16 0 0,-2 0-35,-16 0-45,0 0 1,0 0 0,1 0-1,-1 1 1,-1 0 0,10 5-1,-15-7-378,-5-3-313,-21-16-386,1-2 0,1-1 0,-30-35 1,48 51 1251,0 0 1,-1 0 0,0 1-1,0 0 1,-9-6 0,-14-11 1031,27 20-769,1-3-7,0 2-358,0-1 1,0 1-1,0-1 1,0 1-1,1-1 0,-1 1 1,1-1-1,0 1 0,-1 0 1,1-1-1,0 1 1,1 0-1,-1 0 0,0-1 1,3-2-1,0 2 57,0-1 1,0 1-1,1 0 0,-1 0 0,1 0 0,0 0 0,7-2 0,-2 1 90,0 1 0,0 0 0,0 1 0,0 0 0,0 0 0,20 1-1,-3 1 181,39 5 0,-61-4-365,0 0 0,1 0 0,-1 1 0,0-1-1,0 1 1,0 0 0,0 0 0,0 1 0,-1-1 0,1 1-1,-1 0 1,1 1 0,-1-1 0,7 8 0,-6-4-9,1 0 1,-1 1 0,0-1-1,-1 1 1,0 0-1,0 0 1,3 14 0,-6-20-1,6 16 47,-1-2-17,-4-12 46,11-17 63,11-9 371,42-27 0,-53 40-301,0 1 0,0 1 0,1 0 1,1 1-1,24-7 0,-36 12-192,1 1 0,0-1-1,-1 1 1,1 0-1,0 0 1,0 1-1,-1-1 1,1 1 0,0 0-1,-1 0 1,1 0-1,-1 0 1,1 1 0,-1 0-1,0-1 1,4 4-1,0-1 13,0 1-1,0 1 1,-1-1-1,0 1 1,0 0-1,5 7 1,-1 0 30,-1 1 0,-1 0 1,0 0-1,10 29 1,14 63-296,-8-20-1540,-9-36-1595,-15-48 779,-17-19-16763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4.461"/>
    </inkml:context>
    <inkml:brush xml:id="br0">
      <inkml:brushProperty name="width" value="0.035" units="cm"/>
      <inkml:brushProperty name="height" value="0.035" units="cm"/>
    </inkml:brush>
  </inkml:definitions>
  <inkml:trace contextRef="#ctx0" brushRef="#br0">81 6 10461,'-14'-5'2540,"-6"5"-2432,-1 0-800,-4 3-8741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4.635"/>
    </inkml:context>
    <inkml:brush xml:id="br0">
      <inkml:brushProperty name="width" value="0.035" units="cm"/>
      <inkml:brushProperty name="height" value="0.035" units="cm"/>
    </inkml:brush>
  </inkml:definitions>
  <inkml:trace contextRef="#ctx0" brushRef="#br0">0 164 14685,'24'-19'695,"-15"12"-240,0 0 0,1 0 1,-1 1-1,1 1 0,0-1 0,1 1 1,-1 1-1,17-5 0,198-40 6931,119 9-3112,-296 41-4159,-30 4-743,-18-4 585,0-1-1,0 0 1,0 0-1,1 1 0,-1-1 1,0 0-1,0 0 1,0 1-1,0-1 1,1 0-1,-1 1 1,0-1-1,0 0 0,0 1 1,0-1-1,0 0 1,0 1-1,0-1 1,0 0-1,0 1 0,0-1 1,0 0-1,0 1 1,0-1-1,0 0 1,0 0-1,-1 1 1,1-1-1,0 0 0,0 1 1,0-1-1,0 0 1,-1 0-1,1 1 1,0-1-1,0 0 0,0 0 1,-1 1-1,1-1 1,0 0-1,-1 0 1,-3 4-489,1-1 0,-1 1 0,-1-1 0,1 0 0,0-1 0,-1 1 0,0-1 1,-8 3-1,-47 12-4793,31-10 1360,-42 11-7769</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5.045"/>
    </inkml:context>
    <inkml:brush xml:id="br0">
      <inkml:brushProperty name="width" value="0.035" units="cm"/>
      <inkml:brushProperty name="height" value="0.035" units="cm"/>
    </inkml:brush>
  </inkml:definitions>
  <inkml:trace contextRef="#ctx0" brushRef="#br0">408 23 11145,'-8'-3'433,"1"1"240,0 0-1,0-1 1,-13-6 0,19 9-567,0-1 0,0 1 1,0-1-1,0 1 0,0 0 1,0-1-1,0 1 0,-1 0 1,1 0-1,0 0 0,0 0 1,0 0-1,0 0 0,0 0 1,0 0-1,-2 1 0,-3 0 185,-2-1-118,0 1 0,0 0 1,0 1-1,0 0 0,0 0 0,0 1 1,-10 5-1,-53 30 138,61-32-217,-23 13 107,10-7 37,1 1 0,0 1-1,1 1 1,-20 19 0,39-32-49,0 1-1,0 0 1,0 0 0,0 0-1,1 0 1,-3 5 0,4-7-162,0-1 47,0 1 0,0 0 0,1-1 0,-1 1 0,0-1-1,1 1 1,-1-1 0,0 1 0,1 0 0,-1-1 0,1 1 0,-1-1 0,1 0 0,-1 1 0,1-1 0,-1 1 0,1-1 0,-1 0 0,1 1 0,1-1-1,-1 1 166,14 9 438,0-1 1,1-1-1,-1 0 0,2-1 0,-1-1 0,21 5 0,-19-6-326,-1 1-1,0 0 1,0 1 0,-1 1 0,31 20-1,-43-25-334,-1 0 0,0 0-1,0 1 1,0-1 0,0 1-1,0-1 1,-1 1 0,0 0-1,0 0 1,0 0 0,0 1-1,-1-1 1,1 0 0,-1 1-1,0-1 1,-1 0-1,1 1 1,-1-1 0,0 1-1,0-1 1,0 1 0,0-1-1,-1 1 1,-1 6 0,-2 4-491,0-1 0,-1 0 1,0-1-1,-1 1 0,-1-1 0,-11 18 1,-18 20-3096,8-19-3079,-11 1-6748</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5.297"/>
    </inkml:context>
    <inkml:brush xml:id="br0">
      <inkml:brushProperty name="width" value="0.035" units="cm"/>
      <inkml:brushProperty name="height" value="0.035" units="cm"/>
    </inkml:brush>
  </inkml:definitions>
  <inkml:trace contextRef="#ctx0" brushRef="#br0">220 0 7837,'-14'18'1124,"1"-1"0,0 2 1,1 0-1,1 0 1,1 1-1,-8 24 0,-37 131 4054,52-163-4988,-48 192 3855,44-170-3652,2 0 0,1 0 0,2 0 0,1 0 1,2 0-1,8 58 0,0-51-974,1 0 0,2-2 0,22 50 1,-3-8-4950,-23-63-910,2-5-4155</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6.118"/>
    </inkml:context>
    <inkml:brush xml:id="br0">
      <inkml:brushProperty name="width" value="0.035" units="cm"/>
      <inkml:brushProperty name="height" value="0.035" units="cm"/>
    </inkml:brush>
  </inkml:definitions>
  <inkml:trace contextRef="#ctx0" brushRef="#br0">0 1 15817,'0'0'6430,"5"0"-4751,143 7 2200,-32-2-2820,-56-1-719,289 26 750,-170-5-2219,-142-24 407,-33-1 520,-21 8-1095,-124 64 868,117-58 362,1 1-1,1 2 1,-33 31-1,-9 16-373,63-62 429,0 0 1,1-1-1,-1 1 1,1 0 0,-1 0-1,1 0 1,-1 0-1,1 0 1,0-1 0,0 1-1,0 0 1,0 3-1,0 0 11,0-5 1,0 1 0,0-1 1,0 0-1,0 0 1,0 0-1,0 0 0,0 0 1,0 0-1,0 0 1,0 0-1,0 1 0,0-1 1,0 0-1,0 0 1,0 0-1,0 0 0,0 0 1,0 0-1,0 0 1,0 1-1,1-1 0,-1 0 1,0 0-1,0 0 1,0 0-1,0 0 0,0 0 1,0 0-1,0 0 1,0 0-1,0 0 0,0 0 1,0 0-1,1 1 1,-1-1-1,0 0 0,0 0 1,0 0-1,0 0 1,0 0-1,0 0 0,0 0 1,0 0-1,1 0 1,-1 0-1,0 0 0,0 0 1,0 0-1,0 0 1,0 0-1,0 0 0,0 0 1,1 0-1,-1 0 0,0-1 1,0 1-1,0 0 1,0 0-1,11 1 10,0-1 0,0-1 0,0 0 0,-1 0 0,1-1 0,0 0 0,-1-1 0,1-1 0,-1 1 1,0-1-1,0-1 0,-1 0 0,13-8 0,-5 3-62,112-70-755,-106 64 409,0-1 0,-1-1 0,25-28 0,-29 19-61,-16 25 280,-6 2-90,1 0 257,0-1 0,0 1 0,0 0 1,0 0-1,0 1 0,0-1 0,0 1 0,0-1 0,0 1 1,0 0-1,0 0 0,0 1 0,0-1 0,0 0 0,1 1 0,-1 0 1,0-1-1,1 1 0,0 0 0,-1 0 0,1 1 0,0-1 0,0 0 1,0 1-1,1-1 0,-1 1 0,0 0 0,1 0 0,0-1 0,0 1 1,-2 5-1,2-4 34,0 0 1,0 1-1,0-1 0,1 1 1,0 0-1,-1-1 1,2 1-1,-1-1 1,0 1-1,1-1 1,0 1-1,0-1 1,0 1-1,1-1 0,-1 0 1,1 0-1,0 0 1,1 0-1,-1 0 1,0 0-1,1 0 1,0-1-1,4 5 0,-1-2 6,0 0-1,0-1 0,1 0 0,0 0 0,0 0 0,0-1 0,1 0 0,-1 0 0,1-1 0,0 0 0,14 3 0,-5-3-2,1-1 0,-1-1 0,1 0 0,-1-2 0,26-3 0,85-20 24,-111 21-122,0-1 0,-1-1-1,1-1 1,-1 0 0,0-1 0,-1-1 0,0 0 0,18-13 0,-30 18-50,1 0 1,-1-1 0,0 1-1,0-1 1,-1 1-1,4-7 1,2-2-155,-8 12 257,1-1 0,-1 0 1,1 0-1,-1 0 1,0 1-1,1-1 0,-1 0 1,0 0-1,0 0 1,1 0-1,-1 0 0,0 0 1,0 1-1,0-1 1,0 0-1,0 0 0,0 0 1,0 0-1,-1 0 1,1-1-1,-1-2-39,1 3 44,0-1 0,0 0 0,0 1 1,0-1-1,-1 0 0,1 1 0,-1-1 0,1 1 0,-1-1 1,1 1-1,-1-1 0,0 1 0,0-1 0,0 1 0,0 0 1,0-1-1,0 1 0,0 0 0,0 0 0,0 0 0,0 0 0,-1 0 1,1 0-1,-3-1 0,4 1 19,-2 0 265,-1 2-202,0-1-1,0 1 1,0 0 0,0 1 0,1-1-1,-1 0 1,-4 4 0,5-4-4,2-1-46,-1 1-1,1 0 1,0-1-1,0 1 1,-1-1 0,1 1-1,0 0 1,0-1-1,0 1 1,0 0-1,0-1 1,0 1-1,0 0 1,0-1-1,0 1 1,0 0 0,0-1-1,1 1 1,-1 0-1,0-1 1,0 1-1,1 0 1,-1 0 36,9 45 703,-8-43-627,1 0 1,0 0-1,0 0 1,0-1-1,1 1 1,2 3-1,-1-6-114,-1 0-1,1 0 0,-1 0 0,0 0 0,1-1 0,-1 0 0,1 1 1,-1-1-1,0 0 0,0-1 0,1 1 0,-1 0 0,0-1 0,0 0 0,0 0 1,-1 0-1,1 0 0,0 0 0,3-4 0,8-7 38,26-16 0,-24 15-75,-16 13 19,1 0 1,-1 1-1,0-1 1,1 0-1,0 1 1,-1-1-1,1 0 0,-1 1 1,1-1-1,0 1 1,-1-1-1,1 1 1,0 0-1,0-1 0,-1 1 1,1 0-1,0-1 1,0 1-1,0 0 1,-1 0-1,1 0 0,0 0 1,0 0-1,0 0 1,0 0-1,-1 0 1,1 0-1,1 0 1,1 1-4,0 0 0,0 0 1,0 0-1,-1 1 1,1-1-1,-1 1 1,1 0-1,-1-1 1,0 1-1,1 0 1,-1 0-1,0 1 1,0-1-1,-1 0 0,1 1 1,0-1-1,1 4 1,5 5-62,26 35-942,-23-30-147,0-1 1,16 17-1,-22-27-145,0-1-1,0 1 1,1-1-1,0 0 1,9 5-1,2-1-6968</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6.515"/>
    </inkml:context>
    <inkml:brush xml:id="br0">
      <inkml:brushProperty name="width" value="0.035" units="cm"/>
      <inkml:brushProperty name="height" value="0.035" units="cm"/>
    </inkml:brush>
  </inkml:definitions>
  <inkml:trace contextRef="#ctx0" brushRef="#br0">231 789 8493,'-9'0'481,"0"0"1,0 1-1,0 1 1,0 0-1,1 0 0,-1 0 1,0 1-1,1 0 1,0 1-1,0 0 1,0 0-1,0 1 0,1 0 1,0 0-1,0 1 1,0 0-1,0 0 1,1 1-1,0 0 1,-8 11-1,6-5-141,1-1-1,0 1 1,1 0-1,0 1 1,1-1 0,0 1-1,1 0 1,1 1-1,0-1 1,1 0-1,0 26 1,2-39-321,1 0-1,-1-1 1,1 1-1,-1-1 1,0 1 0,1-1-1,-1 1 1,1-1-1,0 1 1,-1-1 0,1 1-1,-1-1 1,1 0-1,0 1 1,-1-1-1,1 0 1,0 0 0,-1 1-1,1-1 1,1 0-1,-1 0 33,1 1-13,1 0 0,-1 0-1,1 0 1,0-1 0,-1 1-1,1-1 1,0 0 0,0 1-1,-1-2 1,1 1 0,0 0-1,-1 0 1,1-1 0,3 0-1,35-14 74,-38 14-88,4-3-2,1 0 1,-1 0-1,0-1 0,0 1 0,-1-2 0,1 1 1,-1-1-1,-1 0 0,1 0 0,5-9 0,4-7 36,22-43 1,-25 39-108,-2 0 0,0 0 0,-2-1 0,-1 0 1,-1 0-1,-1-1 0,-1 0 0,-1-29 0,-3-8-55,-3 0 1,-14-85-1,6 92 187,-25-71 0,9 33 159,25 87-218,-1 1 0,0 0 0,0 0 0,0 0 0,-1 0 0,-9-13 0,13 21-22,0-1 1,-1 1-1,1-1 0,0 1 1,0-1-1,-1 1 0,1-1 1,0 1-1,-1 0 0,1-1 1,-1 1-1,1-1 0,-1 1 1,1 0-1,-1-1 1,1 1-1,-1 0 0,1 0 1,-1 0-1,1-1 0,-1 1 1,1 0-1,-1 0 0,1 0 1,-1 0-1,1 0 0,-1 0 1,0 0-1,1 0 1,-1 0-1,1 0 0,-1 0 1,0 1 1,0 0 0,0 0-1,0 0 1,0 0 0,1 0 0,-1 0 0,0 0 0,1 0 0,-1 0 0,1 0 0,-1 0 0,1 1 0,0-1 0,-1 1 0,-6 54 38,7-56-42,-4 61 135,3 0 0,12 113 0,-7-149-187,9 66 125,27 100-1,-33-165-502,2-1-1,0 1 1,1-1-1,2-1 1,1 0-1,0-1 1,2 0-1,27 32 1,-38-51-47,1 1 1,0 0 0,0-1-1,0 0 1,1 0 0,7 3 0,-6-3-628,-1-2 1,1 1 0,0-1 0,0 0 0,11 1-1,22 1-6651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7.049"/>
    </inkml:context>
    <inkml:brush xml:id="br0">
      <inkml:brushProperty name="width" value="0.035" units="cm"/>
      <inkml:brushProperty name="height" value="0.035" units="cm"/>
    </inkml:brush>
  </inkml:definitions>
  <inkml:trace contextRef="#ctx0" brushRef="#br0">300 12 10513,'-12'5'156,"-16"8"1421,-46 13 0,61-22-1077,-1 1 1,1 0-1,0 1 1,1 1 0,0 0-1,-23 16 1,29-17-234,-1-1 0,1 1 0,-1 0 0,2 0-1,-1 1 1,1 0 0,0 0 0,0 0 0,1 1 0,0-1 0,0 1 0,-5 15 0,9-21-215,0 0 1,0-1 0,0 1-1,0 0 1,0-1 0,0 1 0,0 0-1,0 0 1,1-1 0,-1 1 0,1 0-1,-1-1 1,1 1 0,0-1-1,-1 1 1,1-1 0,0 1 0,0-1-1,0 1 1,0-1 0,2 2 0,-2-2 15,4 1 397,9-1-250,-8-1-148,0 0-1,1 0 1,-1 0-1,1-1 1,-1 0-1,1 0 1,11-4-1,217-104 815,-119 37-759,-76 46-632,-37 25 380,-4-2-159,0 0 259,0 1-1,-1-1 0,1 1 1,0-1-1,-1 1 0,-2-3 1,2 9 33,0 0 0,1 0 0,-1 0 0,1 0 0,0 0 0,1 0 0,-1 1 0,1-1 0,-1 0 0,1 1 0,0-1 1,1 0-1,-1 1 0,2 5 0,0-3 20,1 0 0,0 0 0,0 0 0,0 0 0,0-1 0,1 0 1,0 0-1,6 6 0,0 0 75,1-1-1,0 0 1,0-1 0,2-1-1,-1 0 1,1 0 0,27 13-1,-17-14-92,-1 0 0,2-2 0,-1 0 0,1-2 1,-1 0-1,1-2 0,0 0 0,0-2 0,30-3 0,-48 2-95,-1 0 1,0 0-1,0-1 1,0 1-1,0-1 1,-1 0-1,1 0 0,6-4 1,-8 4-1,-1-1 1,1 1-1,-1 0 1,1-1-1,-1 1 1,0-1-1,0 0 1,0 1-1,0-1 1,0 0-1,-1 0 1,1 0-1,-1-1 1,0 1-1,1-5 1,1-4-97,-1 1 0,1-21 0,-4-2-34,0 23 290,0-1 0,2-20 0,-1 30-49,0 0 0,1 0-1,-1 0 1,1 0 0,-1 0 0,1-1-1,0 1 1,0 0 0,0 1-1,0-1 1,0 0 0,0 0-1,0 0 1,1 1 0,-1-1 0,1 0-1,-1 1 1,1-1 0,3-1-1,4-3 166,0 1-1,0 1 1,0 0 0,1 0-1,18-4 1,-20 9 30,15 10 86,44 25 0,-58-30-267,-1 0-1,0 0 1,-1 1-1,1 0 1,-2 0-1,1 1 1,-1 0-1,10 15 1,-11-13-251,32 49-638,-14-32-2341,4-7-4279,-10-12-1839</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7.443"/>
    </inkml:context>
    <inkml:brush xml:id="br0">
      <inkml:brushProperty name="width" value="0.035" units="cm"/>
      <inkml:brushProperty name="height" value="0.035" units="cm"/>
    </inkml:brush>
  </inkml:definitions>
  <inkml:trace contextRef="#ctx0" brushRef="#br0">368 674 10897,'-97'11'1401,"84"-8"-1033,0 0 0,0 0 0,0 1 0,1 1 0,-1 0 0,1 1-1,0 0 1,1 1 0,0 0 0,-16 14 0,16-13-192,-10 8 512,2 1 1,0 0-1,-30 37 0,47-51-306,22 20 788,-17-22-1118,0 0-1,0 0 1,0-1-1,0 1 1,0-1 0,0 0-1,0 0 1,1 0 0,-1 0-1,5-1 1,35-10 301,-5-1-175,0-2 1,0-2-1,-2-1 1,0-2 0,46-33-1,-55 33-124,0-2-1,-2-1 1,-1-1-1,-1-1 1,0 0-1,-2-2 1,19-31-1,-34 48-50,-1-1 1,0 0-1,0 0 0,-1 0 0,0 0 0,-1-1 1,0 1-1,-1-1 0,1-13 0,-2 8-19,-1 0 0,-1 0 0,-1 0 0,0 1 0,-7-27-1,5 25 1,-2 0-1,1 1 1,-2-1 0,0 1-1,-1 1 1,-1-1-1,0 1 1,-1 1-1,-1-1 1,-16-16-1,13 17 39,1-1-1,1 0 0,0-1 1,1 0-1,-9-21 1,18 38-19,1 1 0,-1-1 0,1 0 0,0 1 0,-1-1 0,1 1 0,0 0 0,0-1 0,-1 4 0,-1 2 15,1 0 0,0 0-1,0 0 1,0 1 0,1-1-1,0 0 1,1 1 0,0-1-1,0 1 1,1 9 0,17 82 465,-11-64-239,2 6 26,3-1-1,1-1 1,27 58 0,-9-35-693,49 74 0,-38-83-1324,-20-26-1251,-3-1-4525</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8.465"/>
    </inkml:context>
    <inkml:brush xml:id="br0">
      <inkml:brushProperty name="width" value="0.035" units="cm"/>
      <inkml:brushProperty name="height" value="0.035" units="cm"/>
    </inkml:brush>
  </inkml:definitions>
  <inkml:trace contextRef="#ctx0" brushRef="#br0">516 509 6149,'18'26'10110,"-23"-26"-8923,-7 1-894,0 1 0,0 0 1,0 0-1,0 1 1,1 1-1,-1 0 0,1 1 1,0 0-1,-17 11 0,-14 10 72,-38 32-1,78-56-336,-36 27 190,1 2 1,1 1 0,2 3-1,-53 67 1,81-93-147,1 1 1,-1 0-1,-7 20 1,11-25-28,0 1 0,0-1 0,1 1 0,0 0 1,0-1-1,0 1 0,1 0 0,0 0 1,1 6-1,-1-10-30,0-1 1,0 0-1,0 0 0,1 0 1,-1 0-1,1 0 1,-1 0-1,0 0 1,1 0-1,-1-1 0,1 1 1,0 0-1,-1 0 1,1 0-1,0 0 0,0-1 1,-1 1-1,1 0 1,0-1-1,0 1 1,0-1-1,0 1 0,0-1 1,0 1-1,0-1 1,0 1-1,0-1 1,0 0-1,0 0 0,0 0 1,0 1-1,0-1 1,0 0-1,0 0 0,2-1 1,3 1 64,0-1 0,0-1 1,0 1-1,11-5 0,-11 4-13,25-9 158,-2-2 1,0-1-1,0-1 1,-2-1 0,33-25-1,-18 8-148,-2-2 0,49-54 0,-66 63-204,-2-2-1,-1 0 0,-1-1 0,-2-1 0,-1 0 1,-1-2-1,-1 1 0,11-44 0,-13 31-30,-2 0-1,-2 0 1,-2-1-1,-2 0 0,-3-84 1,-1 129 159,0-9 11,0 1 1,-1-1 0,0 1-1,0 0 1,-1-1 0,0 1-1,0 0 1,-1 0 0,-7-14-1,9 20 42,-10 23-83,6-5 49,1 0 1,1 0-1,1 0 1,0 1-1,1-1 1,1 21-1,-1 19 99,-5 215 681,9-211-624,2 0 0,21 88 1,-23-133-177,2 0 0,0-1 0,1 1 0,0-1 0,1-1 0,1 1 0,0-1 1,19 23-1,-22-30-10,0 0 0,1-1 0,-1 0 0,1 0 0,0 0 0,1 0 0,-1-1 1,1 0-1,0-1 0,0 1 0,0-1 0,0-1 0,0 1 0,1-1 0,-1-1 0,1 1 1,0-1-1,-1-1 0,13 1 0,-6-3-57,1 1-1,0-2 1,-1 0-1,1-1 1,-1 0-1,0-1 1,0-1 0,-1 0-1,1-1 1,14-11-1,-14 8-27,0-1-1,-1 0 1,0-2 0,-1 1-1,-1-1 1,0-1-1,-1 0 1,13-23-1,-18 28 33,-1 1 0,0-1 0,0 1 0,-1-1 0,4-14 0,-7 19 36,1 1 0,-1-1 0,0 1 0,1-1 0,-1 1 0,-1-1 0,1 1 0,-1-1 0,1 1 0,-1-1 0,0 1 0,0 0 1,0-1-1,-1 1 0,1 0 0,-1 0 0,0 0 0,-3-5 0,2 6 5,1 0 0,-1-1 0,0 1-1,0 0 1,0 1 0,0-1 0,0 0 0,0 1 0,0 0-1,0-1 1,-1 1 0,1 1 0,-1-1 0,1 0 0,-1 1 0,1 0-1,-1-1 1,1 2 0,0-1 0,-5 1 0,-4 0-9,1 1 1,0 0-1,0 1 1,-13 6-1,18-7 46,0 1 1,1 0-1,-1 1 1,1-1-1,0 1 1,0 0-1,1 0 1,-1 1-1,1-1 1,0 1-1,0 0 1,0 0-1,1 0 0,0 1 1,-4 8-1,5-10 16,0 0-1,1 0 1,0 0-1,0 1 1,0-1-1,0 0 1,1 1-1,0-1 1,0 1-1,0-1 1,0 0-1,1 1 1,-1-1-1,1 0 1,0 1-1,1-1 1,-1 0-1,1 0 1,0 0-1,3 6 1,-2-6 10,0 0 0,0 0 0,0 0 0,1 0 1,0-1-1,0 1 0,0-1 0,0 0 0,0 0 0,1-1 0,-1 1 0,1-1 1,-1 0-1,1 0 0,0-1 0,0 1 0,8 0 0,13 2 69,1-2 0,-1-2 0,1 0-1,-1-1 1,45-9 0,-24 0-182,0-2 0,58-22 0,-87 27-96,0-1 0,0-1 0,-1 0 0,0-2 0,-1 1 0,0-2 0,0 0 0,-1-1 0,-1-1 0,0 0 0,13-18 0,-27 31 170,4-3 128,-1 0 1,1-1-1,-1 0 0,0 0 0,0 0 0,0 0 1,-1-1-1,1 1 0,-2-1 0,4-10 0,2-8 351,-6 22 13,1 4-348,26 36 432,-24-31-421,0 0 0,-1 0-1,0 0 1,0 1-1,0-1 1,-1 1 0,0 0-1,-1-1 1,0 1-1,1 8 1,6 32 658,-6-41-612,0-1 0,0 1 0,0 0 0,1-1 1,0 0-1,1 0 0,-1 0 0,1 0 0,7 7 0,-10-12-151,0-1-1,0 1 0,-1-1 0,1 0 1,0 1-1,0-1 0,0 0 1,0 0-1,0 0 0,0 0 0,0 0 1,0 0-1,0 0 0,0 0 1,0 0-1,0 0 0,2-1 0,0 0 111,1 1-84,0-1 1,0-1-1,-1 1 0,1 0 0,0-1 1,-1 0-1,1 0 0,-1 0 0,1 0 0,-1-1 1,0 1-1,0-1 0,0 0 0,0 1 1,-1-1-1,4-5 0,6-8 136,18-33 0,-29 47-197,16-29-187,-2-1 1,16-48-1,-24 58-933,-1 0 1,4-35-1,-4 18-2075,0-1-6990,-3 16-2216</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8.593"/>
    </inkml:context>
    <inkml:brush xml:id="br0">
      <inkml:brushProperty name="width" value="0.035" units="cm"/>
      <inkml:brushProperty name="height" value="0.035" units="cm"/>
    </inkml:brush>
  </inkml:definitions>
  <inkml:trace contextRef="#ctx0" brushRef="#br0">3 1 12933,'12'46'1976,"-7"-18"29,-10-7-457,2-1-268,3 0-224,0 3-204,-3-3-160,-3-3-68,6 9-276,3-3-308,3-11-240,0 2-596,-15-37-10629,0-20 3476</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8.715"/>
    </inkml:context>
    <inkml:brush xml:id="br0">
      <inkml:brushProperty name="width" value="0.035" units="cm"/>
      <inkml:brushProperty name="height" value="0.035" units="cm"/>
    </inkml:brush>
  </inkml:definitions>
  <inkml:trace contextRef="#ctx0" brushRef="#br0">78 0 13309,'0'0'2044,"-14"3"-239,2 3 771,1 8-3960,-7 15-1073,7-17-2187,-1 8-3621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19.898"/>
    </inkml:context>
    <inkml:brush xml:id="br0">
      <inkml:brushProperty name="width" value="0.035" units="cm"/>
      <inkml:brushProperty name="height" value="0.035" units="cm"/>
    </inkml:brush>
  </inkml:definitions>
  <inkml:trace contextRef="#ctx0" brushRef="#br0">251 1126 15389,'-3'2'1605,"-4"0"-1315,1 1 0,0-1 1,0 1-1,1 1 1,-1-1-1,1 1 1,-1 0-1,1 0 1,0 1-1,1 0 1,-1-1-1,1 2 0,-6 7 1,-13 21-199,-46 50 1,51-62-192,1 1 0,-22 38 0,38-58 260,3-2-104,-1 0 0,1 0 0,0 0 0,0 0 0,0 0 0,1 0 0,-1-1 0,0 1 0,0-1 1,5 1-1,-2-2-11,0-1 0,1 1 0,-1-1-1,0-1 1,0 1 0,0 0 0,0-1 0,0 0 0,-1 0 0,8-7 0,0 1 71,71-61 552,-3 1-74,-47 41-246,-30 24-336,1 0 0,0 0-1,0 1 1,1 0 0,-1 0-1,0 0 1,8-3 0,-10 5-45,12 12-220,-12-9 232,-1-1 0,0 1 0,1-1 0,-1 1 0,0 0 0,0 0 0,0-1 1,-1 1-1,1 0 0,0 0 0,-1 0 0,1 0 0,-1 0 0,0 0 1,1 0-1,-1 0 0,0 0 0,0 0 0,0 0 0,-1 0 0,1 0 0,-1 3 1,1 27-376,2-25 279,0 1 0,0-1-1,0 1 1,1-1 0,7 13 0,-9-18 96,1 0-1,-1 1 1,1-1 0,0 0-1,0 0 1,0 0-1,0 0 1,0-1 0,0 1-1,1 0 1,-1-1 0,1 0-1,-1 1 1,1-1 0,-1 0-1,1-1 1,0 1 0,-1 0-1,5 0 1,10 0 12,0-1-1,0-1 1,0 0 0,0-2-1,0 0 1,-1 0-1,1-2 1,-1 0 0,0-1-1,0 0 1,20-12 0,-4 0 99,-2-1 1,1-1 0,-2-2 0,34-33 0,-34 26-52,-1-2 0,-2-1 1,-1 0-1,-1-2 1,20-41-1,-19 27-7,-2-2 1,-2-1-1,18-69 1,-22 52 51,-3 0 1,-4-1 0,4-113-1,-13 153-15,-1-1 0,-2 0 0,-1 0 0,-1 1 0,-1 0-1,-13-38 1,18 66-67,-2-3 33,0-1-1,0 1 1,0-1-1,0 1 0,-5-6 1,6 9-30,0 0 1,0 0-1,0 0 1,0 0-1,0 0 1,-1 0 0,1 0-1,0 0 1,-1 0-1,1 1 1,-1-1-1,1 1 1,-1-1 0,1 1-1,-1-1 1,1 1-1,-1 0 1,0 0-1,1 0 1,-1 0 0,-2 0-1,-1 1 12,1 0-1,-1 0 0,1 0 1,0 1-1,0-1 0,0 1 1,0 0-1,0 0 0,0 1 1,0-1-1,0 1 0,1 0 1,0 0-1,-1 0 0,1 1 1,0-1-1,1 1 0,-1-1 1,0 1-1,1 0 0,0 0 1,0 0-1,-1 5 0,-5 12 230,0 0 0,2 0-1,-5 33 1,8-39-108,-12 81 410,5 1-1,3 0 1,5 0 0,4 1 0,4-1 0,24 121 0,-23-180-442,1 1 1,20 53-1,-23-79-109,0 0 0,0-1 0,2 0 1,-1-1-1,2 1 0,0-1 0,0 0 0,0-1 1,2 0-1,17 15 0,-21-20-115,1-1 0,0 0 0,0-1 0,0 0 0,0 0 0,0 0 0,0-1 0,1 0 0,-1 0 0,1-1 0,0 0 0,-1-1 0,1 1 0,0-1 0,-1-1 0,1 1 0,0-2 0,14-3 0,-12 3-145,0-2-1,-1 1 1,1-2-1,-1 1 1,0-1-1,0 0 1,0-1 0,-1 0-1,0-1 1,0 0-1,-1 0 1,0 0-1,10-13 1,-4 0-361,-1-1 1,0-1-1,-2 0 0,11-29 1,-7 7-25,10-55 1,-23 96 653,4-21 415,-1 0 1,2-30-1,-5 73 136,8 37-1,-2-18-288,-3-16-58,2 1-1,0-1 0,14 31 0,-10-26-22,-5-15-56,1 0 0,0-1 0,0 0 0,1 0 0,1-1 0,8 10 0,54 50 775,-63-65-902,0 0 0,0 0-1,0-1 1,0 0 0,1-1 0,-1 1-1,1-1 1,0-1 0,0 1 0,16 1 0,-13-3-114,-1-1 1,1 0 0,0 0 0,0-1 0,-1-1 0,1 0-1,12-4 1,-20 5 41,1-1 0,0 0-1,0 1 1,0-2 0,-1 1 0,1 0-1,-1-1 1,0 1 0,0-1 0,0 0-1,0 0 1,0 0 0,3-5 0,2-4-123,-1 0 1,8-18-1,-8 15 91,-6 11 75,1 1 0,-1-1 0,1 1 0,-1-1 0,0 0 0,0 1 0,0-7 0,13 16 38,-7-2 13,-1-1-1,0 2 0,0-1 0,0 1 1,-1-1-1,9 11 0,9 7 129,53 46 600,-58-56-517,0 0 0,0-2 1,1 0-1,38 14 0,-56-24-254,0 0 0,-1 1 0,1-1 1,0 0-1,0 1 0,-1-1 0,1 0 0,0 0 0,0 0 0,0 0 0,-1 1 0,1-1 0,0 0 0,0 0 1,0-1-1,0 1 0,-1 0 0,1 0 0,0 0 0,0 0 0,0-1 0,-1 1 0,1 0 0,0-1 0,-1 1 0,1-1 1,0 1-1,-1-1 0,1 1 0,0-1 0,-1 1 0,1-1 0,-1 0 0,1 1 0,-1-1 0,1 0 0,-1 1 1,1-2-1,-1 0-71,1 0 0,-1 0 1,0 1-1,0-1 0,0 0 1,0 0-1,0 0 0,0 1 1,-1-1-1,1 0 1,0 0-1,-1 1 0,0-1 1,1 0-1,-1 1 0,-1-3 1,-11-13-490,0 0 1,-1 0 0,-1 2 0,-1 0-1,-22-17 1,3 1 400,27 25 423,-1-1 0,1 2 0,-14-8 0,-6-5 1011,26 17-766,3-3-28,1 0-362,-1 1-12,-1 0-1,2-1 0,-1 2 0,0-1 1,1 0-1,-1 0 0,1 0 0,0 1 1,0-1-1,0 1 0,0-1 0,0 1 1,1 0-1,-1 0 0,1 0 0,-1 0 1,4-1-1,10-4 375,0 1 1,1 1 0,0 0-1,0 1 1,0 1 0,0 1-1,34-1 1,-9 4 90,0 1 1,46 9-1,-78-9-418,0 0-1,0 0 0,-1 0 0,1 1 1,-1 1-1,17 8 0,-23-10-115,0 0 0,0 1 0,0-1 0,0 1-1,0 0 1,-1 0 0,1 0 0,-1 0 0,0 0 0,0 0-1,0 1 1,0-1 0,0 0 0,-1 1 0,1 0-1,-1-1 1,0 1 0,0 0 0,0 6 0,-1 0-67,1-1 1,-2 1-1,1 0 1,-1-1-1,-1 1 1,-2 9-1,3-16-44,4 12-109,-3-14 197,0-1 0,0 0 0,0 1 0,0-1 0,0 1 0,0-1 0,0 0 0,0 1 0,0-1 0,0 0 0,1 1 0,-1-1 0,0 1 0,0-1 0,0 0 0,0 1 0,1-1 0,-1 0 0,0 1 0,0-1 0,1 0 0,-1 0 0,0 1 0,1-1 0,-1 0 0,0 0 0,1 1 0,-1-1 0,0 0 0,1 0 0,-1 0 0,0 0 0,1 0 0,-1 0 0,1 1 0,-1-1 0,0 0 0,1 0 0,-1 0 0,0 0 0,1 0 0,-1 0 0,1-1 0,20-11 47,-1-2 13,-4 5-29,9-4 313,43-19-1,-57 29-152,0-1-1,0 1 1,0 1 0,0 0-1,1 1 1,-1 0 0,20 1 0,-16 2-119,-1-1 1,1 2 0,-1 0 0,0 1-1,0 0 1,0 1 0,0 1 0,-1 0-1,19 12 1,-26-14-206,0 0 0,0 1-1,-1 0 1,1 0 0,-1 1 0,0-1 0,4 9 0,-6-12 5,-2 2 1,1-1 0,0 0 0,0 0 0,-1 0 0,0 1 0,0-1 0,0 1 0,0-1 0,0 1 0,-1-1-1,0 1 1,1-1 0,-1 1 0,0 0 0,-2 6 0,1-8-281,0 1 1,0-1-1,0 0 0,0 0 1,-1 0-1,1 0 0,-1-1 0,1 1 1,-1 0-1,0-1 0,1 1 1,-1-1-1,0 1 0,0-1 1,-4 2-1,-12 2-7365,-11-9-4445</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0.260"/>
    </inkml:context>
    <inkml:brush xml:id="br0">
      <inkml:brushProperty name="width" value="0.035" units="cm"/>
      <inkml:brushProperty name="height" value="0.035" units="cm"/>
    </inkml:brush>
  </inkml:definitions>
  <inkml:trace contextRef="#ctx0" brushRef="#br0">1 230 16486,'3'1'221,"9"6"1849,-9-10 410,-2 1-2236,0 1 0,0-1 0,0 0 0,0 1 0,0-1 1,0 1-1,1-1 0,-1 1 0,1 0 0,-1 0 0,1 0 0,-1-1 1,1 1-1,0 0 0,1 0 0,31-14 1153,1 1-1,1 2 1,-1 2-1,57-9 1,-38 7-888,158-37-397,39-7-346,-234 50-1103,-17 6 1260,1 0 1,-1-1 0,0 1 0,0 0 0,0-1 0,0 1 0,1 0 0,-1-1 0,0 1-1,0-1 1,0 1 0,0 0 0,0-1 0,0 1 0,0 0 0,0-1 0,0 1 0,0-1 0,0 1-1,0 0 1,0-1 0,-1 1 0,1 0 0,0-1 0,0 1 0,0 0 0,0-1 0,-1 1 0,1 0-1,0-1 1,0 1 0,-1 0 0,1 0 0,0-1 0,-1 1 0,1 0 0,0 0 0,0-1 0,-1 1-1,1 0 1,-1 0 0,0-1-266,-1 0 1,1 0-1,-1 1 0,1-1 0,-1 0 1,1 1-1,-1 0 0,1-1 0,-1 1 1,1 0-1,-1-1 0,0 1 0,1 0 1,-1 0-1,1 1 0,-1-1 0,0 0 0,1 0 1,-1 1-1,1-1 0,-1 1 0,1-1 1,-1 1-1,-1 1 0,-9 2-3052,-32 3-9683</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3.040"/>
    </inkml:context>
    <inkml:brush xml:id="br0">
      <inkml:brushProperty name="width" value="0.035" units="cm"/>
      <inkml:brushProperty name="height" value="0.035" units="cm"/>
    </inkml:brush>
  </inkml:definitions>
  <inkml:trace contextRef="#ctx0" brushRef="#br0">27 0 8173,'-23'0'14229,"22"1"-14057,1 0 0,-1 0 0,1 0 0,-1 0 0,1 1 0,0-1 0,0 0 0,0 0 0,-1 0 0,1 0 0,0 0 0,0 0 0,1 2 0,1 2 56,0 1 1,0-1-1,1 0 1,-1 0-1,2 0 1,-1 0-1,0-1 1,1 1-1,0-1 1,0 0-1,8 7 1,5 6 400,32 37 687,162 182 1133,-132-135-2933,-54-66-2331,-2-1-3671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3.353"/>
    </inkml:context>
    <inkml:brush xml:id="br0">
      <inkml:brushProperty name="width" value="0.035" units="cm"/>
      <inkml:brushProperty name="height" value="0.035" units="cm"/>
    </inkml:brush>
  </inkml:definitions>
  <inkml:trace contextRef="#ctx0" brushRef="#br0">340 6 9873,'0'0'71,"0"0"-1,0 0 1,0 0 0,0 0 0,0-1-1,0 1 1,0 0 0,0 0 0,0 0-1,0 0 1,0 0 0,0 0 0,0-1-1,0 1 1,0 0 0,0 0 0,0 0-1,0 0 1,0 0 0,0-1 0,0 1-1,0 0 1,0 0 0,0 0 0,0 0-1,0 0 1,0 0 0,0-1-1,0 1 1,0 0 0,0 0 0,0 0-1,0 0 1,-1 0 0,1 0 0,0 0-1,0 0 1,0 0 0,0-1 0,0 1-1,0 0 1,0 0 0,-1 0 0,1 0-1,0 0 1,0 0 0,0 0 0,0 0-1,0 0 1,0 0 0,-1 0 0,1 0-1,0 0 1,0 0 0,0 0 0,0 0-1,0 0 1,-1 0 0,1 0 0,0 0-1,0 0 1,0 0 0,0 0 0,0 0-1,-10 12 1929,-9 26-81,-226 595 2613,190-474-4916,52-153-78,1-7 0,1-11-450,4-25-743,12-26-2938,-8 39 1533,5-26-5339</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3.635"/>
    </inkml:context>
    <inkml:brush xml:id="br0">
      <inkml:brushProperty name="width" value="0.035" units="cm"/>
      <inkml:brushProperty name="height" value="0.035" units="cm"/>
    </inkml:brush>
  </inkml:definitions>
  <inkml:trace contextRef="#ctx0" brushRef="#br0">0 142 14325,'0'-29'2547,"0"23"85,3 6-118,42-7 167,0 3 1,72 3-1,-1-1 24,-31-1-2705,-84 3 4,-1 0-1,1 0 1,-1 0-1,1 0 1,-1 0 0,1 0-1,-1 0 1,1 0-1,-1 0 1,1 0-1,-1 0 1,1 0 0,-1 0-1,1-1 1,-1 1-1,1 0 1,-1 0 0,1-1-1,-1 1 1,1 0-1,-1-1 1,1 1-1,-1 0 1,0-1 0,1 1-1,-1 0 1,0-1-1,1 1 1,-1-1 0,1 0-1,-8-5-313,6 6 48,-10-8-1616,-1 0-1,1 1 0,-2 1 0,-12-6 1,-3-1-4313,-11-9-7547</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4.220"/>
    </inkml:context>
    <inkml:brush xml:id="br0">
      <inkml:brushProperty name="width" value="0.035" units="cm"/>
      <inkml:brushProperty name="height" value="0.035" units="cm"/>
    </inkml:brush>
  </inkml:definitions>
  <inkml:trace contextRef="#ctx0" brushRef="#br0">1 156 9885,'31'-3'2365,"-25"3"2017,-3-2-1968,16-5-920,0 0 0,1 1 0,0 2 0,0-1 1,30-1-1,2-1 146,347-42 1081,-243 33-2326,-132 12-330,-9 2-217,1 0 1,29 1-1,-72-13-5350,-6 4 920,6 7-2322,-11-5-5501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4.990"/>
    </inkml:context>
    <inkml:brush xml:id="br0">
      <inkml:brushProperty name="width" value="0.035" units="cm"/>
      <inkml:brushProperty name="height" value="0.035" units="cm"/>
    </inkml:brush>
  </inkml:definitions>
  <inkml:trace contextRef="#ctx0" brushRef="#br0">1 848 7153,'1'1'7342,"3"-7"-2454,12-20-582,23-43-4317,-31 56 1151,5-14-848,-1-1 0,-2 0 1,-1-1-1,8-37 0,1-3-149,-2 1-475,12-113-1,-11 54-382,-12 63 226,-3 23 58,-6 89 391,3 1 0,2-1 0,2 1 1,1-1-1,4 0 0,16 62 1,-22-102 52,1 0 1,0 1-1,0-1 1,1-1-1,0 1 1,0-1-1,10 13 1,-13-18-5,1 0-1,0 0 1,-1 0 0,1 0 0,0 0-1,0 0 1,1 0 0,-1-1-1,0 1 1,0-1 0,1 1 0,-1-1-1,1 0 1,-1 0 0,1 0 0,-1 0-1,1-1 1,0 1 0,-1-1-1,1 1 1,0-1 0,0 0 0,-1 0-1,1 0 1,0-1 0,0 1-1,4-2 1,-1 0-8,0-1 0,-1 0 0,1 0 0,-1-1 1,0 1-1,0-1 0,0 0 0,0-1 0,-1 1 0,1-1 0,-1 0 0,0 0 0,-1 0 0,1 0 0,4-12 0,1-4-69,-1-1-1,-1-1 1,5-24-1,1-4-15,44-182 16,-52 211 127,-5 22-61,0-1 0,0 1 0,0-1 0,1 1 0,-1-1 0,0 1 0,0-1 0,0 1 0,0-1 0,0 1 0,1-1 0,-1 1 0,0-1 0,0 1 0,1-1 0,-1 1 0,0 0 0,1-1 0,-1 1 0,0 0 0,1-1 0,-1 1 0,1 0 0,-1-1 0,0 1 0,1 0 0,0-1 0,10 9 0,7 25 66,-17-29-55,19 40 7,-11-23 53,24 41-1,-21-43 17,1-1 0,0-1 0,19 18 0,-25-28-81,1 0 1,0-1-1,1 0 0,-1 0 1,1-1-1,0 0 1,0 0-1,20 6 1,-7-5-200,0 0 0,33 3 1,-47-8-151,0 0 0,0-1 0,-1 0 1,1 0-1,0-1 0,0 0 0,0 0 1,-1-1-1,1 0 0,-1 0 0,8-4 0,-6 2-456,10-7-1429,-7 3-2755,-5-3-3687</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5.530"/>
    </inkml:context>
    <inkml:brush xml:id="br0">
      <inkml:brushProperty name="width" value="0.035" units="cm"/>
      <inkml:brushProperty name="height" value="0.035" units="cm"/>
    </inkml:brush>
  </inkml:definitions>
  <inkml:trace contextRef="#ctx0" brushRef="#br0">49 497 6193,'-3'0'1258,"-4"2"-294,-18 2 12477,24-6-13064,-1 0 1,1 0-1,-1 1 0,1-1 1,0 0-1,0 0 0,0-1 0,0 1 1,-1-3-1,69 1 1755,84-15 1,-85 9-1217,209-29-290,512-61 705,375 13-1331,-679 65 0,202-11 0,-525 26 0,192-18 0,-263 7 0,-87 18-9,-1-1 0,0 1-1,0 0 1,0 0 0,0 0 0,0-1 0,1 1-1,-1 0 1,0-1 0,0 1 0,0-1 0,0 1-1,0-1 1,0 0 0,0 1 0,0-1 0,0 0-1,-1 0 1,1 0 0,0 0 0,0 1 0,-1-1-1,1 0 1,0 0 0,-1-1 0,1 1 0,-1 0-1,0 0 1,1 0 0,-1 0 0,0 0 0,1 0 0,-1-2-1,-1 1-53,1 0 0,-1 1 0,1-1 0,-1 0 0,0 0 0,0 1 0,0-1 0,0 0 0,0 1 0,0-1 0,0 1 0,-1-1 0,1 1 0,0 0 0,-1 0 0,1-1 0,-1 1 0,0 0 0,-2-1 0,-13-7-1198,-1 0 1,0 2-1,-1 0 1,0 1-1,-32-6 1,26 8-1658,-1 2 1,-27 0 0,-34 3-8978</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5.957"/>
    </inkml:context>
    <inkml:brush xml:id="br0">
      <inkml:brushProperty name="width" value="0.035" units="cm"/>
      <inkml:brushProperty name="height" value="0.035" units="cm"/>
    </inkml:brush>
  </inkml:definitions>
  <inkml:trace contextRef="#ctx0" brushRef="#br0">428 9 10345,'-8'7'3456,"2"-9"1912,-13-7-3231,9 7-1981,-1 1-1,0 0 1,0 0-1,0 1 1,0 1 0,-14 2-1,-69 18 184,1 0-147,64-17-69,6 0 1171,-43 2-1,84 4 512,1-3-1309,1-1 1,0 0-1,0-2 1,27 3 0,6 2 257,-27-5-496,38 8 470,-60-12-668,0 1 0,-1 1 0,1-1 0,0 1 0,-1-1-1,1 1 1,-1 0 0,1 0 0,-1 0 0,0 1 0,0-1 0,4 6 0,-5-6-63,-1 1 0,0-1 0,0 1 0,0-1 0,-1 1-1,1-1 1,-1 1 0,1 0 0,-1-1 0,0 1 0,0 0 0,0-1 0,0 1 0,-1 0 0,1-1 0,-1 1-1,1-1 1,-1 1 0,0-1 0,0 1 0,0-1 0,0 1 0,-2 2 0,-4 6-337,1 0-1,-1-1 1,-15 17 0,8-11-601,-1 0 1,-1-1-1,-19 15 0,29-25 405,-1-1 0,1 0 0,-1 0 0,0-1 0,0 0 0,0 0 0,0 0 0,0-1 0,-1 0 0,1-1 0,-1 1 0,-11-1 0,-26-4-5986,4-7-4249</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6.255"/>
    </inkml:context>
    <inkml:brush xml:id="br0">
      <inkml:brushProperty name="width" value="0.035" units="cm"/>
      <inkml:brushProperty name="height" value="0.035" units="cm"/>
    </inkml:brush>
  </inkml:definitions>
  <inkml:trace contextRef="#ctx0" brushRef="#br0">1 235 18494,'9'3'1053,"-6"-2"-693,-1 0 1,1 0-1,0 0 1,-1-1 0,1 1-1,0-1 1,0 0-1,-1 0 1,1 0-1,0 0 1,0 0 0,-1 0-1,1-1 1,0 0-1,-1 1 1,1-1-1,3-2 1,36-10 1101,1 2 0,0 1 0,47-4 1,-13 2-582,793-104-881,-708 90 0,25-1 0,-174 25-143,-11 1-960,-6 0-1823,-8 0-154,1-1-1,-1 1 0,-20 2 1,-12 3-10209</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6.838"/>
    </inkml:context>
    <inkml:brush xml:id="br0">
      <inkml:brushProperty name="width" value="0.035" units="cm"/>
      <inkml:brushProperty name="height" value="0.035" units="cm"/>
    </inkml:brush>
  </inkml:definitions>
  <inkml:trace contextRef="#ctx0" brushRef="#br0">26 291 18446,'-7'-5'830,"-4"-3"-41,3 6 5322,11 20-4775,10 66-309,25 126-251,-16-104-613,23 86 147,13-16 236,-43-136-278,3-1-1,28 47 1,88 108 1362,-132-191-1630,0 0 0,1-1 0,-1 1 0,1-1 0,0 0 0,-1 1 0,1-1 0,0 0 0,6 2 0,-7-3 0,-1-1 0,0 1 0,0-1 0,1 0 0,-1 1 0,0-1 0,1 0 0,-1 0 0,0 0 0,1 0 0,-1 0 0,0 0 0,0 0 0,1-1 0,-1 1 0,0 0 0,1-1 0,-1 1 0,0-1 0,0 1 0,0-1 0,1 0 0,-1 1 0,0-1 0,0 0 0,1-1 0,2-3 0,0 1 0,-1-1 0,0 0 0,0 0 0,0 0 0,-1 0 0,1-1 0,-1 1 0,-1-1 0,1 1 0,-1-1 0,0 0 0,1-6 0,0-13 0,-3-45 0,1 62 0,-4-38-387,-17-86-1,-23-43-855,41 164 1187,-26-89-844,-5 0 0,-4 2 0,-71-131-1,81 183 1036,14 26 375,-18-37 0,30 51-314,-1 1 1,1-1 0,0 0-1,1 1 1,-1-1 0,1 0-1,0 0 1,1 0 0,0 0-1,-1 0 1,3-11 0,-2 15-155,1 0 1,0 0-1,0 0 1,0 0-1,0 1 0,0-1 1,0 0-1,0 1 1,1-1-1,-1 1 1,0 0-1,1-1 0,0 1 1,-1 0-1,1 0 1,0 0-1,-1 0 0,1 0 1,0 0-1,0 0 1,0 1-1,0-1 1,0 0-1,0 1 0,2 0 1,9-3 283,1 1 1,22 0 0,-20 2-250,705-49-77,-577 36 0,218-14 0,-344 26 0,3 0 0,-1 0 0,1-2 0,27-6 0,-47 9-56,-1 0-1,1 0 1,-1 0 0,1 0-1,-1 0 1,1 0 0,-1-1-1,1 1 1,-1 0 0,1 0-1,-1 0 1,1-1 0,-1 1-1,1 0 1,-1 0 0,1-1-1,-1 1 1,0 0 0,1-1-1,-1 1 1,0-1 0,1 1-1,-1 0 1,0-1 0,1 1-1,-1-1 1,-11-6-3840,-31 1-7022,-6 6-2530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7.218"/>
    </inkml:context>
    <inkml:brush xml:id="br0">
      <inkml:brushProperty name="width" value="0.035" units="cm"/>
      <inkml:brushProperty name="height" value="0.035" units="cm"/>
    </inkml:brush>
  </inkml:definitions>
  <inkml:trace contextRef="#ctx0" brushRef="#br0">0 164 12905,'0'0'6642,"9"6"-5448,-7-5-1064,0 1 0,0-1 0,0 1 0,-1-1 0,1 1 0,-1 0 0,0 0 0,1 0 1,0 2-1,10 11 807,3-40-467,-7 12-159,2 0-1,-1 0 0,1 1 0,1 0 1,0 1-1,1 0 0,0 0 0,1 2 0,0-1 1,17-8-1,-17 11 16,1 0 0,0 1-1,1 0 1,0 1 0,0 1 0,0 0 0,23-2 0,-32 6-254,0 0 0,0 0 0,0 0 0,0 1 0,0 0 0,-1 0 0,1 0 0,0 1 0,0 0 0,-1 0 1,1 0-1,-1 1 0,0 0 0,1 0 0,-1 0 0,-1 1 0,1 0 0,0 0 0,-1 0 0,0 0 0,0 1 0,5 7 0,-4-5-41,-1 1-1,0 0 0,0 0 1,-1 0-1,0 0 0,0 0 1,2 15-1,5 63-1208,-7-51-192,-3-26 335,1-1 0,-1 1 0,0-1 0,-3 13 0,-7 11-9028,2-18-536</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7.708"/>
    </inkml:context>
    <inkml:brush xml:id="br0">
      <inkml:brushProperty name="width" value="0.035" units="cm"/>
      <inkml:brushProperty name="height" value="0.035" units="cm"/>
    </inkml:brush>
  </inkml:definitions>
  <inkml:trace contextRef="#ctx0" brushRef="#br0">32 19 14149,'-31'-19'2310,"42"20"2024,26 0-1775,108-1 4122,-90 0-5501,-30 0-1162,0 1 1,37 5-1,-41 2-1765,-21-8 1694,0 0 0,1 0 0,-1 0 0,0 0-1,0 0 1,0 1 0,1-1 0,-1 0 0,0 0-1,0 0 1,0 0 0,0 1 0,0-1-1,1 0 1,-1 0 0,0 0 0,0 1 0,0-1-1,0 0 1,0 0 0,0 0 0,0 1 0,0-1-1,0 0 1,0 0 0,0 1 0,0-1-1,0 0 1,0 0 0,0 1 0,0-1 0,0 0-1,0 0 1,0 0 0,0 1 0,0-1 0,0 0-1,-1 1 1,-2 1-506,1 0 0,-1 1 0,0-1 0,-1 0 0,1-1 0,0 1-1,-4 1 1,-13 7-1697,-25 18-4574,2 3-4073</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7.865"/>
    </inkml:context>
    <inkml:brush xml:id="br0">
      <inkml:brushProperty name="width" value="0.035" units="cm"/>
      <inkml:brushProperty name="height" value="0.035" units="cm"/>
    </inkml:brush>
  </inkml:definitions>
  <inkml:trace contextRef="#ctx0" brushRef="#br0">0 144 17550,'2'1'90,"2"0"207,0 1 1,0-1-1,0 0 1,0 0-1,0-1 1,1 1-1,-1-1 1,0 0 0,0 0-1,1 0 1,-1-1-1,0 1 1,0-1-1,0 0 1,0 0-1,0-1 1,5-1-1,17-7 1711,-1 0 0,2 3 0,30-7 0,-14 5-732,83-14-413,-36 8-1946,-33 2-3387,-66-4-5807,-11-8-4075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8.259"/>
    </inkml:context>
    <inkml:brush xml:id="br0">
      <inkml:brushProperty name="width" value="0.035" units="cm"/>
      <inkml:brushProperty name="height" value="0.035" units="cm"/>
    </inkml:brush>
  </inkml:definitions>
  <inkml:trace contextRef="#ctx0" brushRef="#br0">97 32 15485,'-14'-31'11129,"13"36"-10495,-6 44 47,-18 63 1,-2 13-282,17-59-238,2 1 0,3-1 0,6 92-1,1-128-59,2-1-1,1 1 1,1-1-1,1 0 1,2 0-1,0 0 0,3-2 1,0 1-1,31 50 1,-34-67-59,0 1 1,1-1 0,0 0-1,0-1 1,2 0 0,-1-1-1,1 0 1,0-1 0,1 0-1,0-1 1,0-1-1,0 0 1,1 0 0,0-2-1,0 0 1,0 0 0,1-1-1,-1-1 1,17 1 0,-16-3-270,0 0 0,0 0 0,-1-2 0,1 0 0,0-1 0,0 0 0,-1-1 0,17-7 0,-18 6-477,-1-1 1,0-1-1,-1 0 1,0 0 0,0-1-1,0 0 1,-1-1-1,0 0 1,14-19-1,-18 20-1738,0-1 0,10-18-1,7-26-9737</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28.633"/>
    </inkml:context>
    <inkml:brush xml:id="br0">
      <inkml:brushProperty name="width" value="0.035" units="cm"/>
      <inkml:brushProperty name="height" value="0.035" units="cm"/>
    </inkml:brush>
  </inkml:definitions>
  <inkml:trace contextRef="#ctx0" brushRef="#br0">1 236 15701,'17'-7'1827,"26"-14"0,-30 14-581,1 1 1,-1 0-1,29-8 0,27 2 1292,71-5-1,58-9 815,182-46-3352,-360 70-96,0-2 1,0 0-1,31-12 1,-51 15-197,1 1 0,0-1 0,0 1-1,-1-1 1,1 1 0,0-1 0,0 0 0,-1 1 0,1-1 0,-1 0-1,1 0 1,-1 0 0,1 1 0,-1-1 0,1 0 0,-1 0 0,0 0 0,0 0-1,1 0 1,-1 0 0,0 0 0,0 0 0,0 0 0,0-1 0,-17 7-8028,-17 3-5458</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0.132"/>
    </inkml:context>
    <inkml:brush xml:id="br0">
      <inkml:brushProperty name="width" value="0.035" units="cm"/>
      <inkml:brushProperty name="height" value="0.035" units="cm"/>
    </inkml:brush>
  </inkml:definitions>
  <inkml:trace contextRef="#ctx0" brushRef="#br0">685 93 7209,'1'-1'258,"-1"1"1,1-1 0,-1 1-1,0-1 1,0 0 0,1 1-1,-1-1 1,0 1 0,0-1 0,0 0-1,0 1 1,1-1 0,-1 0-1,0 1 1,0-1 0,0 0-1,-1 1 1,1-1 0,0 0-1,0 1 1,0-1 0,0 0-1,-1 1 1,1-1 0,0 1-1,0-1 1,-1 0 0,1 1 0,-1-1-1,-13-4 4087,0 6-5409,-47 8 1733,-66 14-314,103-18-303,-9 3-7,0 1 0,-37 16-1,12-2 50,49-21-94,-1 1 0,1 1 0,0 0 0,0 0 1,1 1-1,-1 0 0,1 0 0,0 1 0,1 0 0,-10 9 0,4-1 10,0 0 0,1 0 0,1 2-1,0-1 1,1 2 0,1-1 0,1 1 0,0 0-1,1 1 1,-5 20 0,2 2 68,2 1 0,1 0 0,-1 64 0,8-76 18,2 0 0,0 0 0,2 0 0,1 0 0,18 52 0,-14-54-7,1 0 1,1-1 0,2 0 0,0-1 0,18 23-1,-24-37-49,2-2 0,-1 1 0,1-1-1,0 0 1,1-1 0,0 0 0,0-1-1,1 0 1,0 0 0,0-1 0,0-1-1,1 0 1,19 6 0,-9-6-11,1-1 1,-1-1-1,1-1 1,-1-1-1,1 0 1,-1-2-1,1-1 1,30-6-1,-17 0-24,0-2 0,0-1 1,-1-2-1,42-21 0,102-71-2,-153 86 21,-1 0 0,0-2 0,31-35 0,53-81 303,-92 111-189,-1 0 0,-1-1 1,-1-1-1,-2 0 0,0-1 0,-2 0 1,8-40-1,-10 34 158,-3 20 136,-2 1-1,0-1 0,0 0 0,0-29 1,-4 33-305,1 0 0,-1 0 0,-1 0 0,0 0 0,0 0 0,-1 1 0,-1-1 0,1 1 0,-2-1 0,0 1 0,0 1 0,0-1 0,-1 1 1,-1 0-1,0 0 0,0 1 0,0 0 0,-1 0 0,-1 0 0,-9-6 0,-8-3-236,0 2 1,-1 1-1,-1 1 0,-50-17 1,33 18-961,0 1 0,-68-7 0,97 17 494,1 0 0,-1 1 0,0 0 1,-19 4-1,27-3-119,1 1 1,-1 0-1,1 0 1,-11 6-1,14-6-222,0 0 0,0 0 0,0 1 1,1-1-1,-1 1 0,1 0 0,-1 1 0,-4 5 0,0 2-6355</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0.481"/>
    </inkml:context>
    <inkml:brush xml:id="br0">
      <inkml:brushProperty name="width" value="0.035" units="cm"/>
      <inkml:brushProperty name="height" value="0.035" units="cm"/>
    </inkml:brush>
  </inkml:definitions>
  <inkml:trace contextRef="#ctx0" brushRef="#br0">11 205 10797,'-1'-1'97,"0"1"0,1 0-1,-1-1 1,0 1 0,1-1 0,-1 1 0,1-1-1,-1 0 1,0 1 0,1-1 0,-1 0 0,1 1 0,0-1-1,-1 0 1,1 0 0,-1 1 0,1-1 0,0 0-1,0 0 1,0 1 0,-1-1 0,1 0 0,0 0 0,0 0-1,0-1 1,1 1 160,0-1 0,0 1 0,0 0 0,0 0 0,0 0 0,1 0 0,-1 0 0,0 0 0,1 0 0,2-2 0,14-10 2121,-13 10-2001,-1 0 0,1 1 0,0 0 0,0 0 0,-1 0-1,1 1 1,0-1 0,1 1 0,-1 0 0,6 0 0,9-3 391,181-36 3860,101 3-1865,-129 22-1978,53-6-766,-79 3-3668,-130 14 2210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0.718"/>
    </inkml:context>
    <inkml:brush xml:id="br0">
      <inkml:brushProperty name="width" value="0.035" units="cm"/>
      <inkml:brushProperty name="height" value="0.035" units="cm"/>
    </inkml:brush>
  </inkml:definitions>
  <inkml:trace contextRef="#ctx0" brushRef="#br0">26 0 19802,'-2'4'878,"0"-2"-446,1 0 0,0 0 1,-1 0-1,0 0 0,1 0 1,-1-1-1,0 1 0,0-1 1,0 1-1,0-1 0,-3 2 1,13 13 986,0-4-1141,0-1-1,1-1 1,17 17 0,14 16 105,-14-10-164,-1 1 0,38 71 1,-56-90-211,0 0 1,-1 0 0,0 1-1,-1 0 1,-1 0-1,0 1 1,-2-1-1,0 1 1,0-1-1,-2 23 1,-3-12-364,0-1 1,-2 0-1,-1 0 1,-1-1-1,-14 35 0,14-43-571,-1-1 0,-1 0-1,-1 0 1,0-1-1,-1 0 1,0-1 0,-1-1-1,-24 22 1,4-7-5240,14-9-3780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1.082"/>
    </inkml:context>
    <inkml:brush xml:id="br0">
      <inkml:brushProperty name="width" value="0.035" units="cm"/>
      <inkml:brushProperty name="height" value="0.035" units="cm"/>
    </inkml:brush>
  </inkml:definitions>
  <inkml:trace contextRef="#ctx0" brushRef="#br0">293 20 9149,'-2'-2'299,"0"1"0,0-1 1,0 0-1,0 1 0,0-1 0,-1 1 0,1-1 1,0 1-1,-1 0 0,0 0 0,1 0 1,-1 1-1,1-1 0,-1 1 0,0-1 1,1 1-1,-1 0 0,0 0 0,0 0 0,-4 1 1,-7-1-86,-10 0 706,10-1-386,1 1 0,-1 0 0,0 1 0,1 1 0,-1 0 0,1 1 0,0 0 0,-15 6 0,21-6-255,1 0 241,0-1-1,0 1 1,0-1 0,-12 2-1,31 8 950,-11-9-1244,16 16 956,38 32 0,2 2-274,-54-48-871,-1-1 0,1 1 1,-1 0-1,0 0 0,-1 0 0,1 0 0,-1 1 0,0-1 0,0 1 0,-1-1 0,1 1 0,-1 0 0,-1 0 0,1-1 0,-1 1 0,0 0 0,0 0 0,-1 0 0,1-1 0,-1 1 1,-4 11-1,-2 5-665,-1-1 1,-1 1-1,-23 38 1,29-56 446,-4 10-919,-2-1 0,1 0-1,-18 17 1,19-22-938,0-2 0,-1 1 0,-13 9 0,-14 5-9727</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2.384"/>
    </inkml:context>
    <inkml:brush xml:id="br0">
      <inkml:brushProperty name="width" value="0.035" units="cm"/>
      <inkml:brushProperty name="height" value="0.035" units="cm"/>
    </inkml:brush>
  </inkml:definitions>
  <inkml:trace contextRef="#ctx0" brushRef="#br0">217 715 12653,'-5'-8'586,"4"6"-336,0 1 0,1-1 0,-1 1 0,0-1 0,0 0 0,1 1-1,-1-1 1,1 0 0,0 1 0,-1-4 2523,-19 8-1173,12 0-1382,0-1 0,0 1 0,0 0 0,0 1 0,1 0 0,-1 0 1,1 1-1,-11 9 0,-1 2 184,-26 32 0,31-33-162,11-12-226,1 0 0,-1 0 0,1 0 0,-1 1 1,1-1-1,1 1 0,-1-1 0,0 1 0,1 0 0,0-1 0,-1 1 0,2 0 0,-1 0 0,0 0 0,1 0 1,0 0-1,-1 0 0,2 0 0,-1 0 0,0 0 0,1 0 0,0 0 0,0-1 0,0 1 0,0 0 0,1 0 1,-1-1-1,1 1 0,0-1 0,0 1 0,0-1 0,1 0 0,-1 0 0,1 0 0,-1 0 0,6 3 0,-4-2-29,1 0-1,0-1 0,0 1 0,1-1 1,-1-1-1,1 1 0,-1-1 0,1 0 1,0 0-1,0-1 0,0 1 0,0-1 1,0-1-1,0 1 0,0-1 0,11-1 1,-9 0-96,1-1 0,-1 0 0,0-1 0,0 0 0,0 0-1,0 0 1,-1-1 0,1-1 0,-1 1 0,0-1 0,12-11 0,-5 2-219,-1-1 0,0 0 0,-1 0 0,-1-1 0,0-1 0,12-26 0,-22 40 253,1-1 0,-1 0 1,1 0-1,-1-1 0,0 1 0,-1 0 0,1 0 0,-1 0 1,0-1-1,0 1 0,0 0 0,0 0 0,-2-8 0,-1 2 82,0 0 1,-1 0-1,-9-18 0,1 15 118,11 13-112,0-1-1,1 1 1,-1 0 0,1-1-1,-1 1 1,0-1-1,1 1 1,-1-1-1,1 1 1,0-1-1,-1 1 1,1-1-1,-1 0 1,1 1-1,0-1 1,-1 1 0,1-2-1,-14 10 379,13-6-354,-1-1 1,1 1-1,0-1 1,0 1-1,0-1 1,0 1-1,0-1 1,1 1 0,-1 0-1,0-1 1,1 1-1,-1 0 1,1 0-1,0 0 1,-1-1-1,1 1 1,0 0-1,0 0 1,0 0-1,0-1 1,1 1-1,-1 0 1,1 3-1,1 2 39,0 1-1,0-1 0,0 0 0,1 0 0,4 7 0,1 1 53,1 0-1,1-1 0,0 0 0,1-1 1,0 0-1,1-1 0,0 0 1,1 0-1,0-2 0,1 0 0,16 9 1,-21-14-67,1 0 1,0-1 0,0-1 0,0 1 0,0-2-1,15 3 1,-19-4-51,-1 0 0,1-1 0,0 1 0,0-1 0,0-1 0,0 1 0,-1-1 0,1 0 0,0 0 0,-1-1 0,1 1-1,8-5 1,-10 3-30,-1 1-1,0-1 0,1 1 1,-1-1-1,0 0 0,-1-1 1,1 1-1,0 0 0,-1-1 1,0 1-1,0-1 0,2-4 1,2-7-145,8-28 1,-7 16 3,-4 15 86,0 0 1,-1 0-1,-1 0 1,0 0-1,-1-1 1,-1-14-1,1-25 198,-4 3 73,3 46-169,2 15 0,0 0 1,1-1 0,1 1 0,0-1-1,6 17 1,6 24 185,-12-41-91,0 0 1,0 0 0,1 0 0,1-1-1,0 1 1,12 17 0,-13-27-44,2-3-61,-1 0 0,0 0 0,1-1-1,-1 0 1,0 0 0,-1 0 0,1-1-1,8-7 1,31-39 24,-34 38-42,-6 6-4,-1 0-1,1 0 0,-1 0 1,0 0-1,4-10 1,7-17-20,2 6-28,-14 25 13,0 4-133,14 20 134,-6-9 33,0 0 0,0-1-1,14 12 1,-22-23 9,0 0 0,0 0 1,0-1-1,0 1 0,0 0 0,0-1 0,0 0 1,0 0-1,0 1 0,0-1 0,0 0 0,0-1 1,1 1-1,-1 0 0,0-1 0,0 1 0,0-1 0,0 1 1,0-1-1,0 0 0,3-2 0,41-23 32,-6-6-76,-30 23-38,-1 1 1,2 0 0,15-9 0,-24 16 8,13 6-301,-2 4 359,14 43-33,-26-51 46,7 9 8,0 0 1,19 16 0,-23-23-13,0 0 0,1 0 0,0 0 1,0-1-1,0 0 0,0 1 0,0-2 0,0 1 1,0-1-1,6 2 0,1-2-7,0 0 0,-1 0 0,1-1 1,-1 0-1,1-1 0,-1-1 0,1 1 0,-1-2 0,21-6 0,-22 5-18,1 1-1,-1-2 0,0 1 1,0-1-1,0-1 1,-1 0-1,0 0 0,0-1 1,0 0-1,-1-1 0,0 0 1,-1 0-1,0 0 0,0-1 1,0 0-1,-1-1 1,-1 1-1,0-1 0,7-17 1,-2-11 144,-1-1-1,-2 1 1,3-56 0,-6 54 45,-2 2 514,-1 0 1,-3 0 0,-1 0-1,-14-68 1,8 53 1222,6 43-1503,2 10 203,-3 18 268,3-7-1023,-11 76 435,1 99-1,14 92-56,34 390 31,-31-590-241,5 55-56,-5-60-382,10-121-933,-12 23 869,-2 1 0,-1-40 0,-1 7-25,6-84-312,20-420-591,-25 471 1494,-2 55 222,7-62-1,-3 49-304,-3 44 2,-1 4-37,-1 0 1,1 1 0,0-1 0,0 0-1,0 0 1,0 1 0,0-1 0,0 0-1,0 1 1,0-1 0,0 1-1,0 0 1,0-1 0,1 1 0,-1 0-1,0-1 1,0 1 0,-1 1 0,-12 15-772,14-17 795,-38 51-4319,16-16-1945,3 2-3134</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2.635"/>
    </inkml:context>
    <inkml:brush xml:id="br0">
      <inkml:brushProperty name="width" value="0.035" units="cm"/>
      <inkml:brushProperty name="height" value="0.035" units="cm"/>
    </inkml:brush>
  </inkml:definitions>
  <inkml:trace contextRef="#ctx0" brushRef="#br0">66 8 15069,'-1'0'110,"1"-1"0,0 1-1,0-1 1,-1 1 0,1 0-1,-1-1 1,1 1 0,0-1-1,-1 1 1,1-1-1,-1 1 1,1 0 0,-1-1-1,1 1 1,-1 0 0,1 0-1,-1-1 1,1 1 0,-1 0-1,1 0 1,-1 0 0,1 0-1,-1 0 1,0 0 0,1 0-1,-1 0 1,1 0-1,-1 0 1,0 0 0,1 0-1,-1 0 1,1 0 0,-1 0-1,1 0 1,-1 1 0,1-1-1,-1 0 1,1 1 0,-1-1-1,1 0 1,-1 1 0,1-1-1,-1 0 1,1 1-1,0-1 1,-1 1 0,1-1-1,-1 0 1,1 1 0,0-1-1,0 1 1,-1 0 0,1-1-1,0 1 1,0-1 0,-1 1-1,-2 7 187,0 0-1,0 0 0,-2 11 0,2-7 364,-4 21 303,0 0 0,3 1 0,1-1 0,1 1 1,4 40-1,-2 13 248,-2 269 1097,3-333-2894,1 1 1,1-1-1,1 0 0,1 0 0,1-1 1,17 42-1,-22-62 97,0 0 1,1 1-1,-1-1 0,0 0 1,1 0-1,0 1 1,-1-1-1,1-1 0,0 1 1,4 3-1,-5-4 8,0-1 0,0 1-1,-1-1 1,1 1-1,0-1 1,0 0 0,0 1-1,0-1 1,0 0 0,1 0-1,-1 0 1,0 1 0,0-1-1,0 0 1,1-1 0,13-9-11773</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2.917"/>
    </inkml:context>
    <inkml:brush xml:id="br0">
      <inkml:brushProperty name="width" value="0.035" units="cm"/>
      <inkml:brushProperty name="height" value="0.035" units="cm"/>
    </inkml:brush>
  </inkml:definitions>
  <inkml:trace contextRef="#ctx0" brushRef="#br0">190 10 14841,'0'-1'75,"0"1"0,-1-1-1,1 1 1,0-1 0,0 1 0,-1-1-1,1 1 1,0-1 0,-1 1-1,1-1 1,-1 1 0,1-1-1,0 1 1,-1 0 0,1-1 0,-1 1-1,1 0 1,-1-1 0,1 1-1,-1 0 1,0-1 0,-3 10 1020,-3 9 3054,8-16-4006,0-1-1,1 1 0,-1 0 1,0-1-1,0 1 0,0 0 1,0 0-1,-1 0 0,1 0 0,1 4 1,-10-5-107,1-1 0,0 1 0,-1-1 0,1 0 0,-13-3 1,-5 1 109,20 1-15,-1 1 1,1 0 0,-1 0 0,0 1 0,1 0 0,-1 0 0,1 0 0,0 0 0,-1 1 0,-9 4 0,13-5-45,0 1 0,0-1 0,0 1 0,0-1 0,0 1 0,0 0 0,1-1 0,-1 1 0,1 0 0,-1 0 0,1 0 0,-1 0 0,1 1 0,0-1 0,0 0 0,0 1 0,1-1 0,-1 0 0,0 1 0,1-1 0,-1 1 0,1-1 0,0 1 0,0-1 0,0 1 0,1 4 0,1 1 1,-1-1 1,2 0-1,-1 1 1,1-1-1,0 0 1,1 0-1,-1-1 1,2 1-1,-1-1 1,0 0-1,1 0 1,0 0-1,1 0 1,-1-1-1,1 0 1,11 7-1,2 1-495,1-1-1,0 0 1,1-2-1,31 12 0,-40-19-388,-1 1-1,1-2 0,0 1 0,0-2 0,13 1 0,33-3-6822,-8-1-3921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3.233"/>
    </inkml:context>
    <inkml:brush xml:id="br0">
      <inkml:brushProperty name="width" value="0.035" units="cm"/>
      <inkml:brushProperty name="height" value="0.035" units="cm"/>
    </inkml:brush>
  </inkml:definitions>
  <inkml:trace contextRef="#ctx0" brushRef="#br0">231 3 13589,'-39'-3'2862,"35"3"-1817,1 1-217,-18 4 136,-1 1 0,-39 17 0,56-22-733,0 1-1,0-1 1,0 0-1,0 0 1,0 0 0,-8-1-1,7 0 65,1 1-1,0-1 0,0 1 1,1 0-1,-9 2 0,14-2-224,-1 0-1,0 1 1,0-1 0,0 0-1,0 0 1,1 0 0,-1 0-1,1 1 1,-1-1-1,0 0 1,1 0 0,0 0-1,-1 0 1,2 1-1,-2-2-5,67 114 1641,-61-105-1732,-1 1 1,0 0-1,-1 0 1,0 1 0,0-1-1,-1 1 1,-1 0-1,0 0 1,0-1 0,-1 2-1,-1 19 1,0-24-415,-1 0 0,0 0 0,-1-1 0,1 1 1,-1 0-1,-1-1 0,1 1 0,-6 8 0,5-10-378,0 0 0,-1 0-1,1-1 1,-1 1-1,0-1 1,0 0-1,-1 0 1,1-1 0,-1 1-1,0-1 1,-5 3-1,-18 4-9487</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3.499"/>
    </inkml:context>
    <inkml:brush xml:id="br0">
      <inkml:brushProperty name="width" value="0.035" units="cm"/>
      <inkml:brushProperty name="height" value="0.035" units="cm"/>
    </inkml:brush>
  </inkml:definitions>
  <inkml:trace contextRef="#ctx0" brushRef="#br0">144 3 12417,'-15'-1'636,"12"1"-454,1-1 0,-1 1 0,0 0 0,0 0 0,0 0 0,0 0 0,0 1 0,0-1 0,0 1 0,0 0 0,1 0 0,-1 0 0,0 0 0,0 0 0,-6 5 3461,-5-3-2374,12-2-1173,1 0 0,-1 0 1,0 0-1,1 0 1,-1 0-1,1 0 1,-1 0-1,1 1 1,0-1-1,-1 1 1,1-1-1,0 1 1,0-1-1,0 1 0,0-1 1,0 1-1,1 0 1,-2 3-1,-9 37 926,7-24-633,-3 17 375,0 0 1,3 1-1,1 0 1,2 49-1,20 143 685,-19-223-1417,28 178 488,-21-150-1644,1 0-1,2-1 1,19 43 0,-17-46-3670,-9-14-2453</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4.303"/>
    </inkml:context>
    <inkml:brush xml:id="br0">
      <inkml:brushProperty name="width" value="0.035" units="cm"/>
      <inkml:brushProperty name="height" value="0.035" units="cm"/>
    </inkml:brush>
  </inkml:definitions>
  <inkml:trace contextRef="#ctx0" brushRef="#br0">1 21 14469,'0'0'4105,"2"-1"-2109,4-2-1350,-1 0-1,1 1 1,0 0 0,0 0 0,1 0-1,-1 1 1,12-2 0,48 2 951,-43 1-1318,31 3 616,83 13 0,7 2-2464,-135-17 1008,1 1 0,0 0 1,12 4-1,-36 17-1103,8-18 1541,-1-1 1,0 0-1,0 0 1,-1 0-1,1-1 1,-1 0-1,0-1 1,0 0-1,-12 2 1,-34 11-223,7 7 223,25-12 357,-33 12-1,52-21-169,-3 13 128,5-12-172,0 1 1,1 0-1,-1-1 0,1 1 1,-1 0-1,1 0 0,0-1 1,0 1-1,0 0 1,1 0-1,-1-1 0,1 1 1,-1 0-1,1-1 0,1 4 1,22 37-4,-10-20-292,-13-21 187,0-1 0,1 1 0,-1-1 0,1 1 0,-1-1 0,1 0 0,0 0-1,-1 0 1,1 1 0,0-2 0,0 1 0,3 1 0,-2 0-175,-2-2 208,0 0 1,0 1 0,-1-1-1,1 0 1,0 0-1,0 0 1,0 1 0,-1-1-1,1 0 1,0 0-1,0 0 1,0 0 0,-1-1-1,1 1 1,0 0 0,0 0-1,-1 0 1,2-1-1,3 0-127,-1 0 58,0 1 0,0-1 0,0 0-1,0-1 1,-1 1 0,1-1 0,0 1 0,0-1 0,-1 0-1,1 0 1,-1-1 0,0 1 0,0-1 0,1 0-1,3-5 1,4-5-73,-1 0 0,14-25 0,-16 24 352,1 0 1,12-15 0,16-14 2646,-36 42-2339,2 13-122,-2-5-294,-1-1 0,1 1 0,-1 0 0,-2 10 0,1-9-29,1-1 0,-1 0 0,1 0 0,2 12 0,-1-13-1,3 15 16,0-1 0,1 1 0,14 34 1,-16-50-32,0 0 0,0 1 0,0-1 0,0 0 0,1 0 0,0-1 0,0 1 0,0-1 0,0 0 0,1 0 0,0 0 0,0-1 0,0 1 0,0-1 0,0 0 0,1-1 0,9 4 0,3-1-1,1 0 0,-1-2 0,1 0-1,0-1 1,0-1 0,0-1 0,0-1-1,-1 0 1,1-2 0,20-4 0,-25 4 0,0-1 1,0-1 0,0 0-1,-1-1 1,1 0-1,-1-1 1,-1 0 0,1-1-1,-1-1 1,-1 0 0,0 0-1,0-1 1,14-18-1,-20 22 10,0-1-1,-1-1 1,0 1-1,0 0 1,-1-1-1,1 0 1,-2 0-1,1 0 1,-1 0-1,1-11 1,-3 15-12,1 0 1,-1 0-1,0 0 1,0 0-1,0 0 1,-1 0-1,0 0 1,1 0-1,-1 0 1,-1 0-1,1 0 1,0 1-1,-1-1 1,0 1-1,0-1 1,0 1-1,0-1 1,-1 1-1,1 0 0,-1 0 1,0 0-1,0 1 1,-4-4-1,-1 1-16,-1 0-1,0 1 1,-17-7-1,-4-1 9,29 12 8,0-1 0,-1 1 1,1 0-1,0 0 0,-1 0 1,1-1-1,0 2 0,0-1 0,-1 0 1,1 0-1,0 0 0,-1 0 1,1 1-1,0-1 0,-3 2 1,-9 1 644,19 11 237,-5-12-764,1-1 0,-1 1 1,1 0-1,-1-1 0,1 0 1,0 1-1,-1-1 0,1 0 0,0 0 1,0 0-1,0 0 0,0 0 0,0 0 1,0-1-1,0 1 0,0-1 1,0 1-1,0-1 0,0 0 0,0 0 1,3 0-1,53-3 851,-50 2-761,23-2 186,61-4 361,-72 7-861,-20 0 91,1 0-1,0 1 0,0-1 0,-1 0 0,1 0 1,0 1-1,0-1 0,-1 1 0,1-1 1,0 1-1,-1-1 0,1 1 0,-1-1 0,1 1 1,-1 0-1,1-1 0,-1 1 0,1 0 1,-1-1-1,1 1 0,-1 0 0,0 0 0,7 16-171,-7-16 164,6 24-1153,4 41-1,-8-45-603,1 1 0,12 39 0,-14-57 1183,1 0 0,-1 0 1,1 0-1,0 0 1,0-1-1,4 6 0,12 4-5031,-1-4-2312</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4.677"/>
    </inkml:context>
    <inkml:brush xml:id="br0">
      <inkml:brushProperty name="width" value="0.035" units="cm"/>
      <inkml:brushProperty name="height" value="0.035" units="cm"/>
    </inkml:brush>
  </inkml:definitions>
  <inkml:trace contextRef="#ctx0" brushRef="#br0">220 592 8909,'-31'3'1064,"23"-3"-596,1 0-1,-1 1 1,0 0 0,1 0 0,-1 1 0,1 0 0,-1 0 0,1 0 0,0 1-1,0 0 1,0 1 0,0 0 0,-6 4 0,6 0-110,-1 0 1,1 1-1,0 0 1,0 0-1,1 0 1,0 1 0,1 0-1,0 0 1,1 0-1,0 1 1,1-1-1,0 1 1,0 0-1,-1 17 1,4-25-303,0-1-1,0 1 1,0-1 0,0 1 0,1 0 0,-1-1 0,1 1-1,0-1 1,0 0 0,0 1 0,0-1 0,0 0-1,0 1 1,1-1 0,-1 0 0,1 0 0,-1 0 0,1 0-1,0 0 1,0 0 0,0-1 0,0 1 0,0-1 0,0 1-1,0-1 1,1 0 0,3 2 0,4 1 154,1 0 0,-1-1-1,1 0 1,0 0 0,13 0 0,-20-3-171,-1 0 0,1 0 0,0 0 0,-1-1 0,1 1 0,0-1 1,-1 0-1,1 0 0,-1-1 0,1 1 0,-1-1 0,0 1 0,0-1 0,1 0 0,-1 0 0,-1-1 0,1 1 0,3-3 0,2-3-29,-1 0-1,1-1 1,-1 0-1,10-18 1,-5 5-108,-2-1 0,0 1 0,-1-2 0,6-28 0,-4 3-57,5-55 1,1-227 1492,-25 174 759,0 188-1801,0-6-227,-3 44-22,2 0 0,4 1 0,4 79 0,4-113-586,1-1 0,3 1-1,0-1 1,17 46 0,-20-69 186,-1-1-405,1 0 1,1 0-1,-1-1 0,7 11 1,-7-16-596,0 1 1,-1-1 0,2-1 0,-1 1-1,7 5 1,16 11-9415</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5.919"/>
    </inkml:context>
    <inkml:brush xml:id="br0">
      <inkml:brushProperty name="width" value="0.035" units="cm"/>
      <inkml:brushProperty name="height" value="0.035" units="cm"/>
    </inkml:brush>
  </inkml:definitions>
  <inkml:trace contextRef="#ctx0" brushRef="#br0">0 53 15641,'6'-15'13398,"3"-2"-27508,-4-3 2165</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6.367"/>
    </inkml:context>
    <inkml:brush xml:id="br0">
      <inkml:brushProperty name="width" value="0.035" units="cm"/>
      <inkml:brushProperty name="height" value="0.035" units="cm"/>
    </inkml:brush>
  </inkml:definitions>
  <inkml:trace contextRef="#ctx0" brushRef="#br0">543 796 10185,'-115'9'4754,"101"-8"-4350,-1 1 0,1 1 0,-1 0-1,1 1 1,-22 9 0,-65 38 2139,22-10-885,69-37-1418,0 1-1,0 0 1,1 1 0,0 0 0,0 1 0,0 0 0,1 0 0,0 1 0,0 0 0,1 0 0,-8 13 0,11-15 6,0 0 1,1 0-1,0 1 1,0-1 0,0 1-1,-3 13 1,6-18-202,-1 0 0,1 0 0,0 0 0,-1 0 0,1 0 0,0 0 0,1 0 0,-1 0 0,0 0 0,0 0 0,1 0 0,-1 0 0,1-1 0,0 1 0,0 0 0,-1 0 0,1 0 0,0 0 0,1-1 0,-1 1 0,0-1 0,0 1 0,1 0 0,-1-1 0,1 0 0,-1 1 0,1-1 0,0 0 0,2 1 1,-1 0-7,0 0 0,1-1 1,0 1-1,-1-1 0,1 0 1,0 0-1,-1 0 0,1 0 1,0-1-1,0 0 1,0 0-1,0 0 0,0 0 1,-1 0-1,7-2 0,-5 0-16,1 0 0,-1 0 0,0 0-1,0-1 1,0 1 0,0-1-1,-1-1 1,1 1 0,6-7-1,0-2-106,0-1-1,-1 1 0,-1-2 0,0 1 0,-1-1 0,11-25 0,2-15-342,-2-1-1,-3 0 0,-2-1 1,7-62-1,10-232 42,-30 341 415,3-63 1284,-10-144 0,-4 248-882,-14 79-335,5 2 0,5 0-1,1 191 1,16-258-705,1 0-1,18 81 1,17 12-3891,-36-129 3273,1 0 0,0-1-1,0 1 1,1-1 0,0 0 0,1-1 0,7 10-1,18 11-8368</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6.664"/>
    </inkml:context>
    <inkml:brush xml:id="br0">
      <inkml:brushProperty name="width" value="0.035" units="cm"/>
      <inkml:brushProperty name="height" value="0.035" units="cm"/>
    </inkml:brush>
  </inkml:definitions>
  <inkml:trace contextRef="#ctx0" brushRef="#br0">238 106 13297,'-32'9'8954,"36"-11"-8561,-1 1 1,1 0-1,-1 0 1,1 0 0,7-1-1,-8 1 2129,-4-2-2534,1-1-45,-1 1 0,1 0 0,-1-1 0,0 1 0,0 0 0,-1 0 0,1-1 0,-1 1 0,1 0 0,-1 0 0,0 1 0,0-1-1,0 0 1,-1 1 0,1-1 0,-1 1 0,1 0 0,-1 0 0,0 0 0,0 0 0,0 0 0,-6-2 0,-3-3-49,-1 2 0,-1-1 1,1 2-1,-1 0 0,0 0 0,0 2 1,0 0-1,0 0 0,0 1 0,0 1 1,-18 1-1,32-1 109,0 0 0,-1 0 0,1 0 0,0 0 0,0 0 0,0 0 0,0 0 0,0 0 0,-1 0 1,1 0-1,0 0 0,0 0 0,0 0 0,0 0 0,0 0 0,-1 0 0,1 0 0,0 1 0,0-1 0,0 0 0,0 0 0,0 0 0,0 0 0,-1 0 0,1 0 0,0 0 0,0 0 1,0 0-1,0 1 0,0-1 0,0 0 0,0 0 0,0 0 0,0 0 0,0 0 0,0 1 0,0-1 0,0 0 0,0 0 0,0 0 0,-1 0 0,1 0 0,0 1 0,1-1 1,-1 0-1,-1 6 72,0 1 0,1-1 0,0 0 0,0 1 1,1-1-1,0 0 0,0 0 0,1 0 1,-1 0-1,1 0 0,0 0 0,6 10 0,-3-7-18,0-1 1,1 0-1,0-1 0,0 1 0,1-1 0,0-1 0,14 12 0,-8-9-475,1 0-1,-1-1 1,1-1-1,1 0 1,-1-1-1,1-1 1,0 0 0,0-1-1,1-1 1,20 3-1,-18-5-1010,39 1-6361,-20-8-1520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6.978"/>
    </inkml:context>
    <inkml:brush xml:id="br0">
      <inkml:brushProperty name="width" value="0.035" units="cm"/>
      <inkml:brushProperty name="height" value="0.035" units="cm"/>
    </inkml:brush>
  </inkml:definitions>
  <inkml:trace contextRef="#ctx0" brushRef="#br0">21 59 11057,'8'39'3530,"-8"-38"-3433,0-1 0,0 1-1,0 0 1,0 0 0,0-1 0,0 1 0,0 0 0,0-1 0,0 1 0,0 0 0,-1 0 0,1-1 0,0 1 0,0 0 0,-1-1-1,1 1 1,-1-1 0,1 1 0,0 0 0,-1-1 0,1 1 0,-2 0 0,0 2 252,-2 6 25,1 1 0,0 0 1,1 1-1,0-1 0,0 0 0,1 1 0,0 15 1,-1 0 64,1 3-67,2-1 0,0 1 0,2-1 0,10 45 0,-7-41-83,8 13 2174,-14-44-2428,0-1-1,0 0 1,0 0 0,1 0-1,-1 1 1,0-1-1,0 0 1,1 0-1,-1 0 1,0 0 0,0 1-1,1-1 1,-1 0-1,0 0 1,1 0-1,-1 0 1,0 0 0,0 0-1,1 0 1,-1 0-1,0 0 1,1 0-1,-1 0 1,0 0-1,1 0 1,-1 0 0,0 0-1,0 0 1,1 0-1,-1-1 1,0 1-1,1 0 1,-1 0 0,10-5 227,-2 0-91,-1-1 0,0 0 0,1-1 0,-2 0 0,1 0 0,-1 0 0,0-1 0,-1 0 0,0 0 0,0 0 0,-1-1 0,5-10 0,0-6-28,0 1 1,-2-2 0,6-32-1,-3-52-616,-8 68-698,-1 35 803,-1-1 0,0 1 0,0-1-1,-1 0 1,0 1 0,0 0 0,-4-11-1,-10-10-4341,8 16-1756</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4T04:48:37.814"/>
    </inkml:context>
    <inkml:brush xml:id="br0">
      <inkml:brushProperty name="width" value="0.035" units="cm"/>
      <inkml:brushProperty name="height" value="0.035" units="cm"/>
    </inkml:brush>
  </inkml:definitions>
  <inkml:trace contextRef="#ctx0" brushRef="#br0">0 1081 8981,'0'2'2694,"9"-3"-618,25-4 562,16-3-1243,231-28 1442,-164 19-2234,65-11 157,1017-189 1723,-488 111-1404,-428 65-757,1419-177 863,-55 81 121,-1331 115-1064,1134-107 384,-1137 100-771,-243 15-1755,-66 14 604,-6-4-716,-2-4 26,-1 1-1,0-1 0,0 1 1,-10-10-1,-12-7-8970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2:52:12.884"/>
    </inkml:context>
    <inkml:brush xml:id="br0">
      <inkml:brushProperty name="width" value="0.025" units="cm"/>
      <inkml:brushProperty name="height" value="0.025" units="cm"/>
    </inkml:brush>
  </inkml:definitions>
  <inkml:trace contextRef="#ctx0" brushRef="#br0">688 120 3888,'6'-11'954,"-2"10"633,6 15 916,-5-5-2779,-4-7 3002,-3 0-2642,-6 3-9,-1 0 0,0-1 0,0-1 0,-1 1 0,1-1 0,-1-1 0,1 0 0,-20 2 0,-33 8 361,18 0 12,-61 6 1,87-15-350,-16 2 206,-31 5 260,62-9-467,1-1-78,0-1 0,0 1 0,0 0 0,0 0 0,0-1 0,0 1 0,0 0 0,0 1 0,1-1-1,-1 0 1,-4 1 0,-1 2 10,0 1-1,0-1 0,0 1 0,-7 5 0,-2 3 3,0 0 0,1 1-1,0 0 1,1 2 0,1-1 0,0 2 0,1-1-1,0 2 1,1 0 0,2 0 0,-12 27-1,16-29 8,0 1 0,2 0 0,0 0 0,1 1-1,0-1 1,2 0 0,-1 1 0,2-1-1,1 1 1,0-1 0,7 27 0,-5-24-46,0 0 1,0 22 0,-2-19 51,7 28 1,-5-25-31,-1-1 0,-1 1-1,-2 44 1,0-31-2,-1-23-19,0-1 0,-5 18 0,3-17 30,1 0 0,-1 19 0,3-25-32,-1 0-1,-1 0 0,0 0 0,-3 10 0,3-12 27,0 0-1,0-1 0,1 1 0,-1 0 1,2 1-1,-1-1 0,1 0 1,1 9-1,0-7 17,-1 0 1,1 0-1,-1 0 1,-2 11 0,1-12 11,0 1 0,1 0 0,2 16 0,21 124 36,-21-114-59,-2-1 0,-1 0 0,-2 1 1,-7 36-1,9-59-3,-15 101-2,15-110-27,1-1-1,0 1 1,0 0 0,0-1 0,0 1 0,0-1 0,1 1 0,-1-1 0,1 1 0,0 2 0,3 14 73,-2-8-57,0 0 0,1 1 0,6 13 0,-4-13 54,-1 1 0,0 0 0,0 0 0,2 21 1,-6 0-7,0-1 0,-8 46 1,-16 49-40,8-33-7,10-67 36,1 1-1,-1 50 1,2-27-58,2-31 98,2 33 1,1-33-34,2 1 0,1-1 0,1 0-1,11 31 1,29 88 43,-35-105-73,-1 0-1,-2 1 1,-1 0 0,-2 0-1,-1 49 1,-3-37-36,-3-1 1,-1 0-1,-2 1 0,-13 47 0,2-4 120,1-1-184,12-66 66,0 0 1,2 0-1,0 1 0,2-1 0,1 1 0,1-1 0,1 0 1,1 0-1,1 0 0,1 0 0,1-1 0,11 25 0,1-9-78,36 56 0,54 66-180,-92-134 205,22 27-1,-31-45 34,0 0-1,0 0 1,1-1 0,0-1-1,1 1 1,13 7-1,-6-5-8,3 2-12,1-1 0,0 0 0,40 13 0,-29-13 6,-1 1 0,32 18 1,-7-4-24,-14-5 26,62 40 0,-100-58 44,39 32-16,-11-7 0,8 5 15,-24-18-10,35 24 0,33 21-8,-68-48 26,0 1-1,19 21 0,-18-17-10,26 20 0,-27-24 5,-1 0-1,15 18 1,-21-20 5,1-1-1,1 0 0,-1-1 1,2 0-1,-1 0 1,16 7-1,41 11-44,-41-17 44,-13-6-8,0-1-1,-1 0 0,17 1 1,15 2-15,10 3 7,70 4 1,-120-13 19,152 3-80,-114-2 67,1-3-1,-1-1 1,1-2-1,43-12 1,71-23 8,-68 14 14,-2 1-59,-57 18 53,-1 0 0,0-2 0,0-2 1,-1 0-1,34-20 0,-48 23-1,-8 4 1,1-1 0,-1 1 1,0-1-1,0-1 0,0 1 1,-1-1-1,9-10 0,46-62 531,-41 53-472,-1 0 0,22-40 0,-30 45-11,23-30 0,0-1 60,8-16 212,-22 20-10,-18 40-274,0 0 1,1-1 0,0 1-1,0 1 1,7-12 0,-8 16-17,-1-1 0,0 1 0,0 0-1,0-1 1,0 1 0,0-1 0,-1 1 0,1-1 0,-1-3 0,4-10 41,5-11-52,18-62 250,-12 46-240,-12 37-3,0 0 0,-1-1 1,1 1-1,-1-1 0,-1 0 1,0 1-1,1-11 0,0 2 11,0-1-1,0 1 1,2 1 0,0-1-1,8-19 1,2-9 140,11-43-160,-5 26 18,-3-1 0,-3-1 1,9-87-1,-17 73 149,3-52 35,-15-97 273,6 161-423,0 32-86,-4-36-1,1-19 120,0 2-60,-3 19 115,-20-91-1,7 76-88,10 39-68,-20-57-1,15 62 2,-19-54 34,30 81-37,-6-24-16,1 0 0,-7-65 0,13 61 2,-1 1 4,2-1 0,2 1 0,8-62 0,0 54 22,41-196 20,-11 42-8,-35 161-28,-2-1 0,-6-71 0,1 85 6,-10-34 1,-3-14-30,-21-80 34,7 38-10,18 68 94,0-6-18,-11-87 170,22 132-234,0 1-1,-1 0 1,0-1-1,-1 1 1,1 0-1,-1 0 1,-1 0-1,1 0 1,-1 1-1,-1-1 1,-5-7-1,-5-3-10,-1 0-1,-26-21 1,20 20 6,-1 1 1,0 2 0,-2 0-1,-31-14 1,-110-37 45,38 17 117,13 4 38,85 35-194,-58-11 0,42 11 2,-138-23 19,0-3-68,135 25 9,-76-7 0,49 15 59,-97 9 1,157-4-61,-36-1 92,47-1-57,-19 1 21,-12 6 5,15-2-21,13-3 5,1-1-1,0 1 0,0-1 0,-1-1 1,1 1-1,-10-1 0,13 0 46,-16 2-11,1-1-42,15-1 24,1 0-55,-13-1 13,6 0 43,0 1-1,0 0 1,0 1 0,-17 3 0,-91 12 10,53-6 47,51-7-49,0-1 1,-1 0-1,1 0 1,-16-2-1,-30 4 168,45-2-132,0-2 0,-17 0 0,-10 1 60,33 0-92,-1-1 0,0 0 1,-9-1-1,13 0 4,-1 1 0,1-1 0,-1 2 0,-9 0 0,12 0-15,-1-1 0,1 1 0,-1-1 0,1 0 0,-1-1 0,1 1 0,-5-2 0,-7 0 144,-345-14 531,299 20-614,48-3-4723,0 1-4886</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00:17.806"/>
    </inkml:context>
    <inkml:brush xml:id="br0">
      <inkml:brushProperty name="width" value="0.035" units="cm"/>
      <inkml:brushProperty name="height" value="0.035" units="cm"/>
    </inkml:brush>
  </inkml:definitions>
  <inkml:trace contextRef="#ctx0" brushRef="#br0">0 295 4976,'0'0'7344,"4"0"-6830,55 3 4655,1 5-3382,-17-2-1380,51 0 1,315-24 321,-78 0-646,-216 14-74,154 1 44,-72 5-46,-1 0-54,-17 1 81,15 0-112,-10-1 109,-40-1-58,154-9 42,-61 0-6,-144 8-76,320 7 128,-73-8-36,-2-24-28,-284 21 7,897-45 5,-621 58 5,-251-5-11,413-21-6,-476 16 2,42-4 9,205-8 8,-79 3-83,-101 9 81,145 6-95,-67 0 92,-64-5-50,180 4 70,-181-3-3,76 5-58,66 2 51,-116-7-127,374-26 61,-227 5-16,7 15 71,-88 4-50,43 5 105,-48 1-74,56 1 203,160-5 706,-312-5-740,-48 4 65,-1-2 0,1-2 1,-1-1-1,47-13 0,-70 13 183,-1 1 0,1 0-1,1 1 1,18-1 0,-30 4 793,-1 1-928,-3-1-272,19 3 575,28 8-1,-44-9-378,0-2-5,30 5 116,-30-4-37,-7-6-3273,-2-3 2256,-1 1 0,0 0 0,0 0-1,-1 1 1,-12-9 0,-4 1-3281,-27-12 1,-18-10-6662</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00:23.523"/>
    </inkml:context>
    <inkml:brush xml:id="br0">
      <inkml:brushProperty name="width" value="0.035" units="cm"/>
      <inkml:brushProperty name="height" value="0.035" units="cm"/>
    </inkml:brush>
  </inkml:definitions>
  <inkml:trace contextRef="#ctx0" brushRef="#br0">1 197 5629,'13'14'16866,"-10"-16"-16734,20-3-3,0 1 0,1 1 0,-1 1 0,1 1 0,38 3 0,-6-1-69,69 0 55,505-11 256,-251-10-334,-6 19-2,-73 2 72,-106-3-169,67-5 49,14 0 114,186 3-127,-95 5-2,-45-8 0,-180 2 0,108-8 15,-29 0 40,-102 8 29,152-5 6,40-3-22,261 0 15,260 23 806,-588-1-453,21 1 936,-217-7-990,51-3-302,-94 0-698,-4-1 445,-1 0 1,1-1 0,-1 1 0,1-1-1,-1 1 1,0 0 0,0 0-1,0-1 1,1 1 0,-1 0-1,0 0 1,0 0 0,0 0 0,-2-1-1,1 0-148,-9-7-1336,0 1 0,0 1-1,-1 0 1,-1 0 0,-17-7 0,-31-14-8508</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00:28.668"/>
    </inkml:context>
    <inkml:brush xml:id="br0">
      <inkml:brushProperty name="width" value="0.035" units="cm"/>
      <inkml:brushProperty name="height" value="0.035" units="cm"/>
    </inkml:brush>
  </inkml:definitions>
  <inkml:trace contextRef="#ctx0" brushRef="#br0">53 197 6353,'-5'-16'1368,"5"16"-1338,0 0 0,0-1 0,-1 1 0,1 0 0,0 0 0,0 0 1,0 0-1,0-1 0,0 1 0,0 0 0,0 0 0,0 0 0,0 0 0,0 0 1,0-1-1,-1 1 0,1 0 0,0 0 0,0 0 0,0 0 0,0 0 0,0 0 1,-1 0-1,1-1 0,0 1 0,0 0 0,0 0 0,0 0 0,-1 0 0,1 0 1,0 0-1,0 0 0,0 0 0,0 0 0,-1 0 0,1 0 0,0 0 0,-42-3 14121,45 5-13934,2-1-136,2 1 45,1 0-1,0 0 1,0 0 0,1-1-1,-1-1 1,15 0 0,409-7 2117,-259 9-1907,281 3 36,465-10-12,-657-5-105,135-9 172,-62 6-53,-45 3 84,-194 13-240,-91-3-194,0 0-1,-1 1 1,1 0-1,0 0 0,5 2 1,2 0 9,-8-2 25,-1-2 0,30-2 39,-30 3 85,0-1-172,27-7-247,-27 8-245,-7-6-1977,2 1 2056,-33-43-4508,28 41 3054,0 0-1,0 0 1,-9-5 0,-30-24-9054</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01:47.824"/>
    </inkml:context>
    <inkml:brush xml:id="br0">
      <inkml:brushProperty name="width" value="0.035" units="cm"/>
      <inkml:brushProperty name="height" value="0.035" units="cm"/>
    </inkml:brush>
  </inkml:definitions>
  <inkml:trace contextRef="#ctx0" brushRef="#br0">30 1 1144,'-30'0'-392</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01:48.279"/>
    </inkml:context>
    <inkml:brush xml:id="br0">
      <inkml:brushProperty name="width" value="0.035" units="cm"/>
      <inkml:brushProperty name="height" value="0.035" units="cm"/>
    </inkml:brush>
  </inkml:definitions>
  <inkml:trace contextRef="#ctx0" brushRef="#br0">308 175 6077,'0'0'3969,"-3"1"-3462,-7 1-261,0 2 0,0-1 1,0 1-1,1 1 0,0-1 0,-15 12 0,6-6-36,5-2 274,-1-2 0,1 0 0,-1 0 0,-1-1 0,1-1 0,-23 3 0,34-6 19,-1-1-355,0 0 0,0 0-1,0 1 1,0-1 0,0 1 0,0 0 0,-4 1 0,5-1 27,-1 0 1748,-35 6-968,88-2-485,0-2 0,77-5 1,104-21 1,-177 16-373,343-45 266,45-5-163,769-53 240,-1075 97-244,99-4 1348,-190 13-723,-32 3-899,0 0 0,0 0 0,16 2 0,-44 4-2261,5 0 1427,3-2 82,-25 5-1859,4-8-3543,-5-5-3661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03:40.790"/>
    </inkml:context>
    <inkml:brush xml:id="br0">
      <inkml:brushProperty name="width" value="0.035" units="cm"/>
      <inkml:brushProperty name="height" value="0.035" units="cm"/>
    </inkml:brush>
  </inkml:definitions>
  <inkml:trace contextRef="#ctx0" brushRef="#br0">466 20 5264,'-20'-16'931,"17"12"3344,-10 18-3437,2-1-503,8-10-41,1-2-9,-94 46 3941,93-46-1480,-13 0-2616,1 2 1,0-1 0,-1 2 0,1 0-1,1 1 1,-1 0 0,-26 15-1,-9 2 56,-42 19-75,89-40-84,1 0 5,0 1 12,0-1-1,0 1 0,0 0 1,0-1-1,0 1 1,1 0-1,-1 0 0,-2 4 1,4-6-24,-2 2 1189,4 0-1115,0 1-83,0-1 0,0 0 1,0 0-1,0-1 0,1 1 1,-1 0-1,0-1 0,1 1 0,-1-1 1,1 0-1,0 0 0,-1 0 1,1 0-1,0 0 0,-1 0 1,1-1-1,0 1 0,0-1 0,4 0 1,568 0 603,4-32-267,-242 11-236,249-5 0,127-8 63,-521 17 127,22-1 976,-55 8 668,-27 0-2028,-133 6-1487,-1-3 730,-7-17-3701,9 23 4077,-1 0 0,0 1 0,0-1 0,1 0-1,-1 0 1,0 0 0,0 1 0,0-1-1,0 1 1,0-1 0,0 0 0,0 1 0,0 0-1,-2-1 1,-16-3-9998</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8:45.859"/>
    </inkml:context>
    <inkml:brush xml:id="br0">
      <inkml:brushProperty name="width" value="0.035" units="cm"/>
      <inkml:brushProperty name="height" value="0.035" units="cm"/>
    </inkml:brush>
  </inkml:definitions>
  <inkml:trace contextRef="#ctx0" brushRef="#br0">6294 391 6929,'-13'3'12674,"11"-4"-12493,-5-3-87,0 1 0,-1 0 1,1 0-1,-1 1 0,1 0 0,-1 0 0,-9-1 0,-360-23 528,141 13-433,-458-57 753,567 55-851,-301-14 130,228 18-170,-11 4-29,-258 24 0,-205 68 18,-49 50 43,524-88-80,-315 116-1,413-122 15,2 5-1,2 5 0,-162 113 1,202-122-22,3 3 1,1 3-1,3 2 0,2 2 1,2 1-1,3 3 1,-42 71-1,59-82 16,2 2 1,-29 85-1,-21 107-16,65-205 4,-35 170 30,27-115-18,-39 315-14,32-204 16,-1 117-8,16-159 7,5-65-8,10 123 1,28 91 67,-19-219-29,39 136 0,50 77 36,-54-175-14,108 193 1,-112-242-66,3-2 0,4-3 0,91 99-1,-81-106 10,4-3 0,2-3 0,2-3 0,3-3 0,142 77 0,-123-85 2,2-4 1,2-5-1,129 32 1,620 80 128,12-73-117,-308-58 139,1-24-74,-227 1-109,51 1 139,563-4 134,-548-11-11,-153 4-98,478-48 47,-575 47-231,211-33 145,-47 2-161,-13 3 145,-69 9-143,158-31 455,-106 0-196,-7-24-31,-200 63-10,0-4 0,-2-2 0,-2-3 0,-1-3 0,-2-2 0,57-54 0,-31 10 308,-3-3 0,-4-5 0,129-199 0,-153 200-145,-5-2 0,74-196 0,-83 170-159,-6-2-1,-6-2 1,26-239-1,-49 273-130,-5 0 0,-3 0 1,-16-99-1,6 114 15,-4 1 1,-2 0 0,-4 2-1,-3 0 1,-3 2 0,-48-90-1,73 157-51,-40-75 6,-93-128 0,-267-252 31,318 376-47,-4 4-1,-4 3 1,-113-69-1,-148-71-19,137 99 29,77 43-6,-21-6 19,43 22 2,-70-31-9,-3 8 0,-214-60 1,105 59-58,-107-27 4,321 84 47,-126-37 12,112 32 10,-118-17 0,-106-1-16,288 44-17,-72-10 42,-197-31-66,242 28 34,38 10-1,-45-8-1,7 7 3,5 1-1,-60-1 0,-531 50 83,543-32-58,-139 17-46,119-9 1,-327 52-194,203-12-2127,85-11-2673,39-11-4031,57-16-2094</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36.537"/>
    </inkml:context>
    <inkml:brush xml:id="br0">
      <inkml:brushProperty name="width" value="0.035" units="cm"/>
      <inkml:brushProperty name="height" value="0.035" units="cm"/>
    </inkml:brush>
  </inkml:definitions>
  <inkml:trace contextRef="#ctx0" brushRef="#br0">128 18 11125,'3'36'7868,"-5"-2"-4015,-2-7-3964,-13 46-1,4-22 1053,-12 93-461,4-23-183,3-23 123,-11 181 0,28-216-63,2 0 0,3 0 0,3-1 0,16 65 0,-21-117-294,0-1 0,1 0 0,1 0 0,-1 0 0,1-1 0,1 1-1,-1-1 1,2 0 0,7 10 0,-10-15-43,-1 0-1,1-1 1,0 1 0,0-1-1,0 0 1,0 0 0,1 0 0,-1 0-1,0 0 1,1-1 0,-1 0-1,1 0 1,0 0 0,-1 0 0,1 0-1,0-1 1,0 1 0,0-1-1,-1 0 1,1 0 0,0-1 0,0 1-1,-1-1 1,1 0 0,0 0 0,5-2-1,2-1 2,-1-1 0,0-1 0,0 0-1,-1 0 1,0 0 0,0-1 0,0-1 0,-1 0 0,14-15-1,0-5-162,34-56 0,82-180-2043,-135 256 2079,9-18-413,-2 0 1,10-34-1,-17 31-127,-4 24 348,-4 21 39,-2 14 185,2 0 0,1 1 0,2-1-1,1 0 1,1 1 0,1-1 0,2 1-1,1-1 1,2 0 0,0 0 0,2-1-1,14 33 1,43 68 328,-57-117-150,1 1 0,0-1 0,1 0 0,0-1 0,1-1 0,23 20-1,-30-28 12,1 0 0,0 0-1,0 0 1,0 0-1,0-1 1,0 0-1,0 0 1,1 0-1,-1-1 1,1 1 0,-1-1-1,1-1 1,0 1-1,-1-1 1,7 0-1,-2-2 70,0 0-1,0 0 1,0-1-1,0 0 0,0 0 1,0-1-1,12-8 1,-2 0 18,0-1 0,-1 0 1,-1-2-1,0 0 0,-1-1 1,24-30-1,-5 2 140,45-77-1,-45 59-251,-2-2 0,-3-2 0,-3 0-1,-3-2 1,-3-1 0,-3-1 0,-3 0 0,8-85-1,-22 113-152,-1 0-1,-2 0 0,-2 0 0,-2 0 0,-1 1 0,-20-67 1,24 98 29,-2 0-1,1 0 1,-2 1 0,1-1 0,-1 1 0,-1 0 0,-8-11 0,14 19 24,-1 0 0,0 0 0,0 0 0,0 0 0,0 1 0,0-1 0,1 0 0,-1 0 0,-1 1-1,1-1 1,0 1 0,0-1 0,0 1 0,0-1 0,0 1 0,0-1 0,-1 1 0,1 0 0,0 0 0,-2 0 0,0 0-5,0 1 1,0 0 0,0 0-1,1 0 1,-1 0-1,0 0 1,-2 2-1,-3 2-3,0 1-1,1 0 1,0 0-1,0 0 1,1 1-1,0 0 1,0 0-1,0 0 0,1 1 1,0 0-1,1 0 1,-6 13-1,-2 7-23,2 1 0,-13 51 0,11-17 17,3 0 0,3 1 0,2 0 0,4 0-1,2 0 1,2 0 0,17 78 0,-14-106 137,2-1 0,1 0-1,1-1 1,2 0 0,30 55-1,-28-64 32,2 0-1,0-1 0,1-1 1,1 0-1,1-1 0,2-2 1,32 26-1,-34-30-53,1-2 0,1 0 0,0-1 0,1-2 0,0 0-1,1-1 1,32 8 0,-45-15-104,0-1 0,0 0 0,0-1 0,0 0 0,0-1 0,1 0 0,-1 0 0,0-2 0,0 1 0,0-1 0,0-1 0,0 0 0,-1 0 0,1-1 0,-1-1 0,0 1 0,0-2 0,0 1 0,9-8 0,-5 1-192,-1 0 1,0 0-1,-1-1 1,0-1-1,-1 0 1,-1-1-1,10-17 0,-14 21 12,0 0-1,-1 0 0,0-1 1,-1 0-1,0 0 0,-1 0 1,0 0-1,-1 0 0,-1-1 0,1-20 1,-2 29 127,0 0 1,-1 0-1,1 1 1,-1-1-1,1 0 1,-1 0-1,0 1 1,0-1-1,-1 1 1,1-1-1,-1 1 1,0-1-1,0 1 1,0 0-1,0 0 1,-1 0-1,1 0 1,-1 0-1,0 1 1,-5-5-1,5 6 50,1 0 0,-1 0 0,1 0 0,-1 1-1,1-1 1,-1 1 0,1 0 0,-1-1 0,0 1-1,1 0 1,-1 1 0,1-1 0,-1 0 0,1 1-1,-1 0 1,1-1 0,-1 1 0,1 0 0,-1 0 0,1 1-1,0-1 1,0 0 0,0 1 0,0-1 0,0 1-1,0 0 1,0-1 0,-3 5 0,1-1 14,-1 1-1,1-1 1,0 1 0,1 0 0,-1 0-1,1 0 1,1 1 0,-1-1 0,1 1-1,0-1 1,0 1 0,1 0-1,0 0 1,0 0 0,1 0 0,0 0-1,0 0 1,2 10 0,-1-5 74,1 0 1,1 0 0,0 0-1,1-1 1,0 1-1,1-1 1,0 0-1,0 0 1,14 18 0,-9-15-59,1-1 1,1 0-1,0-1 1,1 0-1,0-1 1,1 0-1,1-1 1,-1-1-1,30 14 1,-24-14-612,1-2-1,1 0 1,-1-1 0,26 3 0,76 5-8835,-52-13 17</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37.212"/>
    </inkml:context>
    <inkml:brush xml:id="br0">
      <inkml:brushProperty name="width" value="0.035" units="cm"/>
      <inkml:brushProperty name="height" value="0.035" units="cm"/>
    </inkml:brush>
  </inkml:definitions>
  <inkml:trace contextRef="#ctx0" brushRef="#br0">320 0 10205,'-7'3'247,"0"0"1,0 1-1,0 0 0,1 0 1,0 0-1,0 1 0,0 0 1,0 0-1,1 1 1,-1-1-1,-3 8 0,-5 2-5,-39 38-246,33-34 120,1 0 1,-23 31-1,25-30 2341,-24 23 0,40-41-1593,-16 24 1898,16-24-1909,-16 20-465,17-21-372,0 0 0,0 0 0,0 0-1,1 0 1,-1 0 0,0 0 0,0 0 0,1 0 0,-1 0 0,0 0 0,1 0 0,-1 0 0,1-1 0,-1 1-1,1 0 1,-1 0 0,2 1 0,-1-1 17,6 10-101,0 0 0,1 0 1,0-1-1,1 0 0,18 16 0,-9-9-495,-16-15 48,18-7-532,-18 4 998,0 1-1,0 0 1,0-1 0,0 0 0,0 1-1,0-1 1,0 0 0,0 0-1,-1 0 1,1 0 0,0 0 0,-1 0-1,1-1 1,-1 1 0,1 0 0,-1-1-1,1 1 1,-1-1 0,0 0-1,0 0 1,0 1 0,0-1 0,0 0-1,0 0 1,0-2 0,1 1 15,14-28 90,-1 0-1,15-48 1,-29 75 384,2 3-347,0 0 0,-1 0-1,1 0 1,0 0 0,0 1 0,-1-1 0,1 1-1,4 0 1,-4 1-53,-1 1 0,1-1 0,-1 1 0,1 0 0,-1 0-1,0 0 1,0 0 0,0 0 0,0 1 0,0-1 0,2 4 0,0-1 35,7 13 40,-1-1 1,0 1-1,-1 1 1,-2 0-1,1 0 1,7 35-1,-4-14-53,-11-40-62,18 48-166,-17-46 125,1 1 1,-1 0-1,1 0 0,0 0 0,0-1 0,0 1 0,0-1 1,1 0-1,-1 0 0,5 3 0,-6-4 14,1 0 0,0 0 1,0-1-1,0 1 0,0-1 0,0 1 0,1-1 1,-1 0-1,0 0 0,0 0 0,0 0 0,0 0 1,0-1-1,0 1 0,0 0 0,0-1 0,0 0 1,0 1-1,0-1 0,0 0 0,0 0 0,0 0 1,-1 0-1,4-3 0,7-4-2,0-2 0,15-14 0,-22 19 23,227-262 1061,-226 259-1004,73-108 1258,-61 86-1001,-18 30-305,0 0 0,0 0 0,0-1 0,0 1 0,0 0 0,0 0 0,0 0 0,0-1-1,0 1 1,0 0 0,0 0 0,0 0 0,0 0 0,1-1 0,-1 1 0,0 0 0,0 0 0,0 0 0,0 0 0,0-1-1,0 1 1,0 0 0,1 0 0,-1 0 0,0 0 0,0 0 0,0 0 0,0 0 0,1-1 0,-1 1 0,0 0 0,0 0 0,0 0-1,1 0 1,-1 0 0,0 0 0,0 0 0,0 0 0,0 0 0,1 0 0,-1 0 0,0 0 0,0 0 0,0 0 0,1 0-1,-1 0 1,0 0 0,0 0 0,0 0 0,0 1 0,1-1 0,-1 0 0,0 0 0,0 0 0,0 0 0,0 0 0,1 0-1,-1 1 1,0-1 0,0 0 0,0 0 0,0 0 0,3 21 114,-5 34-33,-1-15-70,-1-5 33,2-1 1,5 63 0,-2-84-64,4 20 12,-4-32 13,-1 0 0,0 1 1,1-2-1,-1 1 0,1 0 0,-1 0 1,1 0-1,0 0 0,-1 0 1,1 0-1,0 0 0,-1-1 1,1 1-1,0 0 0,0-1 1,0 1-1,0-1 0,0 1 0,0-1 1,0 1-1,0-1 0,0 1 1,0-1-1,0 0 0,0 0 1,2 1-1,1-1 47,0 0 1,0-1-1,0 1 1,0-1-1,0 0 1,0 0-1,0 0 1,0 0-1,-1-1 1,1 0-1,0 1 1,6-6-1,3-2 216,0-1 0,11-13 0,-3 4 23,242-210 1698,-247 216-2253,27-16 0,-25 18-999,26-21 1,-39 27 243,0 0 0,-1 0 0,1 0 0,-1 0 0,4-7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37.574"/>
    </inkml:context>
    <inkml:brush xml:id="br0">
      <inkml:brushProperty name="width" value="0.035" units="cm"/>
      <inkml:brushProperty name="height" value="0.035" units="cm"/>
    </inkml:brush>
  </inkml:definitions>
  <inkml:trace contextRef="#ctx0" brushRef="#br0">413 416 11241,'95'-199'10237,"-26"71"-4448,-59 110-5294,-8 15-413,0 0 0,0 0 1,-1-1-1,0 1 0,1 0 0,-1-1 1,0 1-1,-1-1 0,2-6 0,-2 9-83,-1 0 0,1 0-1,0-1 1,0 1 0,-1 0 0,1 0-1,-1 0 1,1-1 0,-1 1-1,1 0 1,-1 0 0,0 0 0,1 0-1,-1 0 1,0 0 0,0 0-1,0 0 1,0 1 0,0-1 0,0 0-1,0 0 1,0 1 0,0-1 0,0 1-1,0-1 1,0 1 0,0-1-1,-1 1 1,1-1 0,0 1 0,0 0-1,-2 0 1,-8-2-73,-1 1-1,1 1 1,-1 0 0,1 0-1,-1 1 1,1 1 0,-1 0-1,1 0 1,0 1 0,0 1-1,0 0 1,1 0 0,-16 9-1,-15 10-192,2 2-1,-36 29 0,46-32 70,1 2 1,2 0 0,-46 54-1,61-64 176,1 0 0,0 1 0,0 1-1,2-1 1,0 2 0,1-1-1,0 1 1,2 0 0,-8 35 0,12-47 31,1 0-1,0 1 1,0-1 0,0 0 0,0 1 0,1-1 0,0 0-1,0 0 1,0 1 0,1-1 0,0 0 0,0 0-1,0 0 1,0-1 0,1 1 0,0 0 0,0-1 0,0 0-1,1 0 1,-1 0 0,1 0 0,0 0 0,0-1 0,0 1-1,1-1 1,-1 0 0,1-1 0,5 3 0,6 3-76,0-2 1,0 0-1,1-1 1,0 0-1,0-2 1,0 0-1,28 2 1,1-4-481,0-2 1,63-9 0,91-26-3368,-183 33 3387,101-23-5656,2-3-3980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38.048"/>
    </inkml:context>
    <inkml:brush xml:id="br0">
      <inkml:brushProperty name="width" value="0.035" units="cm"/>
      <inkml:brushProperty name="height" value="0.035" units="cm"/>
    </inkml:brush>
  </inkml:definitions>
  <inkml:trace contextRef="#ctx0" brushRef="#br0">416 102 3960,'-89'0'934,"84"0"-865,0 1-1,0 0 0,0 0 0,0 0 0,0 1 1,0-1-1,0 1 0,0 0 0,1 1 0,-6 3 1,-16 6 277,3-5-30,2-1 497,0 1-1,0 1 1,-24 13 0,-44 24 6204,87-43-6744,0-1 1,0 0-1,1 1 1,-1-1-1,1 1 0,-1 0 1,1-1-1,-3 5 1,0-1 309,4-4-513,0 0-1,0 0 1,0 0-1,0 0 1,0 0-1,0 0 1,0 0-1,0-1 1,0 1-1,1 0 1,-1 0-1,0 0 1,1 0-1,-1 0 1,0-1 0,1 1-1,-1 0 1,1 0-1,1 1 124,-1 2-66,1-1 0,0 0 0,0 0 0,0 0 0,1 0 1,-1 0-1,1 0 0,0-1 0,-1 1 0,1-1 1,0 0-1,1 0 0,-1 0 0,4 1 0,8 4 768,33 10-1,-28-11-430,6 2-5,36 4 0,-16-3-170,35-1-1439,-80-8 1090,0 1-1,0-1 0,0 0 0,1 0 0,-1 1 0,0-1 1,0 0-1,0 0 0,0 0 0,1-1 0,-1 1 1,0 0-1,0 0 0,0-1 0,0 1 0,0 0 0,1-1 1,-1 1-1,0-1 0,0 0 0,0 1 0,0-1 1,0 0-1,-1 1 0,1-1 0,0 0 0,0 0 1,1-1-1,-2-1-87,1 1 0,0 0-1,-1 0 1,0 0 0,1 0 0,-1-1 0,0 1 0,0 0 0,-1 0 0,1-1 0,0 1 0,-1 0 0,1 0 0,-1 0 0,0 0-1,1 0 1,-3-3 0,-13-33-966,-56-148 578,65 165 1634,-1 0-1,-20-36 0,26 55-659,5 3-345,0 0 1,0 0-1,0 1 1,0-1-1,0 1 1,0 0-1,0 0 1,-1 0-1,1 0 0,-1 1 1,1-1-1,-1 1 1,3 3-1,0 1 114,32 36 529,-3 1-1,40 69 0,-13-19-287,92 124-3948,-125-177-442,-13-14-2035,-4-5-4790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38.459"/>
    </inkml:context>
    <inkml:brush xml:id="br0">
      <inkml:brushProperty name="width" value="0.035" units="cm"/>
      <inkml:brushProperty name="height" value="0.035" units="cm"/>
    </inkml:brush>
  </inkml:definitions>
  <inkml:trace contextRef="#ctx0" brushRef="#br0">443 27 11561,'-33'-27'7538,"28"29"-6829,-48 10-230,2 2 1,-1 2 0,2 3-1,-54 28 1,78-34-343,19-10-50,0 0 0,0 1-1,0 0 1,0 0 0,1 1 0,-1 0 0,1 0-1,-6 7 1,12-11-32,-1-1 0,1 1 0,0 0 0,-1 0 0,1-1 0,0 1 0,0 0 0,0-1-1,0 1 1,0 0 0,0 0 0,0-1 0,0 1 0,0 0 0,0-1 0,0 1 0,0 0 0,1 0 0,-1-1 0,0 1 0,0 0-1,1 0 1,0 2 197,0 0-117,1 1-1,-1-1 1,1 0-1,0 0 1,0 1-1,0-1 1,0 0 0,1-1-1,-1 1 1,1 0-1,-1-1 1,1 0 0,0 1-1,0-1 1,0 0-1,6 2 1,10 6 488,31 12 1,-48-21-557,254 121 4245,-193-81-4098,-62-40-233,0-1 0,0 0 0,0 1 0,0 0 0,0-1 0,-1 1 0,1 0 0,0-1 0,0 1 0,-1 0 0,1 0 0,-1-1 0,1 1 0,-1 0 0,1 0 0,-1 0 0,1 0 0,-1 0 0,0 0 0,1 0 0,-1 0-1,0 0 1,0 0 0,0 0 0,0 0 0,0 2 0,0-1-79,-1 0-1,0 0 1,0 0-1,1-1 1,-1 1 0,-1 0-1,1 0 1,0 0-1,0-1 1,-1 1-1,1-1 1,-3 3-1,-1 0-267,-1 1 0,1-1 0,-1-1-1,0 1 1,0-1 0,0 0 0,0 0-1,-9 2 1,-7-2-2686,-35 3-1,13-2-2558,-25 5-7366</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38.896"/>
    </inkml:context>
    <inkml:brush xml:id="br0">
      <inkml:brushProperty name="width" value="0.035" units="cm"/>
      <inkml:brushProperty name="height" value="0.035" units="cm"/>
    </inkml:brush>
  </inkml:definitions>
  <inkml:trace contextRef="#ctx0" brushRef="#br0">365 11 11601,'6'22'2281,"-5"-24"-1885,1 1 0,-1 0-1,1 0 1,-1 0 0,0-1 0,0 1 0,0-1-1,2-2 1,6-10 912,-7 11 1700,-6 3-2715,-68 10 9,31-5-269,-51 12 0,-43 14 155,85-16 953,50-15-1128,0 0 1,0 0-1,0 0 1,0 0-1,0 0 1,1 0 0,-1 0-1,0 0 1,0 0-1,0 0 1,0 0-1,0 0 1,0 1 0,0-1-1,0 0 1,0 0-1,0 0 1,0 0-1,1 0 1,-1 0 0,0 0-1,0 0 1,0 0-1,0 0 1,0 0-1,0 1 1,0-1 0,0 0-1,0 0 1,0 0-1,0 0 1,0 0-1,0 0 1,0 0 0,0 0-1,0 1 1,0-1-1,0 0 1,0 0-1,0 0 1,0 0 0,0 0-1,0 0 1,0 0-1,0 0 1,-1 0-1,1 0 1,0 1 0,0-1-1,0 0 1,0 0-1,0 0 1,0 0-1,0 0 1,0 0 0,0 0-1,0 0 1,0 0-1,-1 0 1,1 0-1,0 0 1,0 0 0,0 0-1,0 0 1,0 0-1,0 0 1,0 0-1,0 0 1,-1 0 0,6 7 218,-1-1 1,1 0-1,0 0 1,0 0-1,0-1 1,1 0 0,0 0-1,0 0 1,10 5-1,8 4 580,35 13-1,-7-4 141,180 101 2126,-210-112-3060,0 1 0,-1 2 0,-1 0-1,21 19 1,-38-31-88,0 0 0,-1 0 0,1 1 0,-1-1-1,1 1 1,-1-1 0,0 1 0,-1 0 0,1 0 0,-1-1 0,1 1 0,-1 1-1,0-1 1,-1 0 0,1 0 0,-1 0 0,0 0 0,0 0 0,0 1 0,0-1-1,-1 0 1,-1 7 0,0-6-141,0 1 0,0 0 0,0-1 0,-1 1 0,0-1 0,0 0 0,-1 0 0,1 0 0,-1-1 0,0 1 0,0-1 0,0 0 0,-1 0 0,-9 7 0,1-4-1278,0 0 1,-1-1-1,0 0 0,0-1 0,0-1 0,0 0 1,-17 2-1,-49 0-11606</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39.182"/>
    </inkml:context>
    <inkml:brush xml:id="br0">
      <inkml:brushProperty name="width" value="0.035" units="cm"/>
      <inkml:brushProperty name="height" value="0.035" units="cm"/>
    </inkml:brush>
  </inkml:definitions>
  <inkml:trace contextRef="#ctx0" brushRef="#br0">131 1 5765,'-16'16'1552,"-7"-3"-1372,7 0-528,-11-9-460,1-1-201,3 7-563</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0.576"/>
    </inkml:context>
    <inkml:brush xml:id="br0">
      <inkml:brushProperty name="width" value="0.035" units="cm"/>
      <inkml:brushProperty name="height" value="0.035" units="cm"/>
    </inkml:brush>
  </inkml:definitions>
  <inkml:trace contextRef="#ctx0" brushRef="#br0">50 203 8949,'-29'7'9335,"45"-16"-7278,1 5 615,-14 3-2286,-1 0-300,0 0-30,0 0-1,0 0 0,0 1 1,0-1-1,1 1 0,-1-1 0,0 1 1,0 0-1,1 0 0,-1 0 1,5 0-1,-9 4 126,-14 38 219,14-32-360,-2 0-1,1 0 1,-1-1 0,-1 1 0,-6 9-1,6-10-13,-1 0 0,1 1 0,1-1 0,0 1 0,0 0-1,1 0 1,1 0 0,-4 18 0,6-26-28,-1 2 34,0 0 1,1 0-1,-1 0 1,1 0-1,0 1 0,1 6 1,-1-9-2,1-1 0,0 1 0,-1 0 0,1 0 0,0 0 1,0 0-1,1-1 0,-1 1 0,0-1 0,0 1 0,1-1 0,-1 1 0,1-1 1,-1 0-1,1 1 0,3 0 0,-1 1 18,0-1-1,0 0 1,1-1 0,-1 1 0,1-1-1,0 0 1,-1 0 0,1 0-1,0 0 1,8-1 0,1 0 8,0-1 0,20-4 0,21-10-348,-1-1 1,0-3 0,81-42-1,-51 23-466,-75 34 677,-1 1-17,0 0 0,0-1 1,0 0-1,0 0 0,-1-1 0,1 0 0,-1 0 0,0-1 1,9-10-1,-8 3-383,-23 10 378,13 3 111,1-1 1,-1 1 0,1 0-1,-1 1 1,1-1-1,-1 0 1,1 0 0,-1 1-1,1-1 1,-1 1-1,1-1 1,-1 1 0,1 0-1,0-1 1,-1 1-1,1 0 1,0 0 0,0 0-1,0 0 1,0 0-1,-1 0 1,1 0 0,1 1-1,-1-1 1,0 0-1,0 1 1,0-1 0,1 0-1,-1 1 1,1-1-1,-1 1 1,1-1 0,-1 1-1,1 2 1,0 31 291,0-34-277,0 0 0,0 0-1,0 0 1,0 0 0,1 0-1,-1 0 1,0 0 0,1 0 0,-1 0-1,1-1 1,-1 1 0,1 0 0,-1 0-1,1 0 1,-1-1 0,1 1-1,0 0 1,-1-1 0,2 2 0,2 1 68,0 2-30,-1-1 1,2 0-1,-1 0 1,0-1-1,1 1 1,0-1-1,0 0 1,0 0-1,0 0 1,0-1-1,0 0 1,1 0-1,6 2 1,11 1 205,45 5 0,-61-10-219,33 3-215,-1-2 0,0-2-1,0-2 1,1-1 0,-2-2 0,50-14 0,-74 15-140,0 0 0,0-1 0,0 0 0,-1-1 0,1 0 0,-2-1 0,1-1 0,-1 0 0,0-1 0,-1 0 0,-1 0 0,11-14 0,-18 19 230,0 0-1,0 0 1,-1 0 0,1-1 0,1-6-1,0 0-3,-3 9 523,-2 0-130,-7-27 232,7 27-153,-7 20 0,-24 84 1399,18-74-1082,13-25 1145,3-3-1877,0 0 0,0 0 0,1-1 0,-1 1 0,0-1 0,0 1 0,-1-1-1,1 0 1,0 0 0,-1 0 0,1 0 0,-1 0 0,1 0 0,-1 0 0,0 0 0,1-3 0,1 0-37,41-79-648,13-21-184,-16 30 502,-39 72 285,0 3 19,0 0 84,0 0 1,-1 0-1,1 0 1,0 0-1,0 1 1,0-1-1,0 1 1,0 0-1,-1 0 0,1-1 1,0 1-1,0 0 1,-1 0-1,1 0 1,-1 1-1,1-1 1,-1 0-1,0 1 0,1-1 1,-1 1-1,0-1 1,2 3-1,0 3-12,0 0-1,0 0 0,-1 0 1,3 15-1,3 8-28,0-5 90,-3-7-57,1-1 0,1 1-1,0-1 1,11 17 0,-17-32 4,1 0 0,-1 0 0,1 0 0,0-1 0,0 1 0,0 0 0,0-1 0,0 1 0,1-1 0,-1 0 0,0 0 0,1 0 0,-1 0 0,0 0 0,1 0 0,-1-1 0,1 1 0,0-1 0,-1 1 0,1-1 0,-1 0 0,1 0 0,0 0 0,-1-1 0,1 1 0,-1-1 0,5-1 0,0 0-48,1 0 0,-1-1 1,0 0-1,-1 0 1,1-1-1,0 0 1,10-9-1,19-20-933,47-56-1,-43 43 529,21-19 130,-59 63 712,2 19-179,-3-11-188,-1 0 1,1 0 0,-1 0-1,0 0 1,0 0 0,-1 0-1,-1 8 1,-1 28 78,3-41-95,1 15 78,0 1 0,1-1 1,1 1-1,0-1 0,6 18 1,-7-30-61,0 1 0,0-1 1,1 0-1,-1 0 0,1 0 1,0 0-1,0 0 0,0 0 1,1-1-1,-1 1 0,1-1 0,0 0 1,0 0-1,0-1 0,0 1 1,0-1-1,1 0 0,-1 0 1,1 0-1,-1-1 0,1 1 1,5 0-1,4 0 1,0-1 0,0-1 0,1 0 0,20-3 0,-33 3-19,35-5-141,0-2 1,47-15-1,-23 6-81,-6-1 5,-29 8 101,28-4 1,-51 12 197,36 4-64,-40 1-2,-7 29 4,7-30-74,5 17 103,-3-15-34,1 0 1,-1 1-1,1-1 0,0 0 1,0-1-1,0 1 0,1 0 1,0-1-1,0 1 0,0-1 1,0 0-1,1 0 0,-1 0 1,1 0-1,0-1 0,0 1 1,1-1-1,-1 0 0,1-1 1,-1 1-1,1-1 0,0 0 1,5 2-1,6 2 8,1-1 0,-1-1 0,1 0 0,0-2 0,0 1 0,0-2 0,0-1 0,0 0 0,0-1 0,20-3 0,25-7-746,85-26 1,-106 25-24,4-2-1017,53-25 0,-95 38 1690,3-2 35,0-1 0,0 1 0,0-1 1,0 0-1,0 0 0,8-9 0,-12 10 1962,-3 7-1570,-1 2-110,0 1 0,0 0 1,1 0-1,-1 0 0,2 0 1,-1 0-1,1 1 0,0-1 1,1 0-1,-1 0 0,1 0 1,4 11-1,-5-17-201,1 0-1,0 0 1,0 0-1,0 0 1,0 0-1,0 0 1,0-1-1,0 1 1,0 0 0,0-1-1,0 1 1,0 0-1,1-1 1,1 1-1,-2-1-22,0 1 0,-1-1 0,1 0-1,0 0 1,-1 0 0,1 1 0,0-1-1,-1 0 1,1 1 0,0-1 0,-1 1-1,1-1 1,-1 1 0,1-1-1,-1 1 1,1-1 0,-1 1 0,1-1-1,-1 1 1,0 0 0,1 0 0,4-1 138,5 0-109,0 1-57,0-1 0,0-1 1,0 1-1,0-2 0,0 1 1,-1-2-1,12-3 0,2-5-424,-17 8 279,0 0 1,0 1 0,-1-1-1,1 1 1,8-1-1,2-1-56,1-1-1,-1 0 1,0-1 0,16-9-1,27-10-112,162-69 768,-154 68 649,-24 10-138,-34 12-700,-3 1 226,1 0-1,0 1 1,-1 0-1,1 0 1,14-2-1,-19 7 502,3 10-624,0 0 1,0 0-1,-1 0 1,-1 1-1,0 0 1,-1-1-1,0 25 1,-8 101 765,-38 153 445,20-160-1054,-48 264-232,25-181-1817,36-171 841,11-43 473,-1 1 0,1 0 0,-1-1 0,0 1 1,0-1-1,1 1 0,-1-1 0,0 1 0,0-1 0,0 1 0,-1-1 0,1 0 0,0 0 0,-1 1 0,1-1 0,0 0 0,-1 0 0,1-1 1,-1 1-1,1 0 0,-1 0 0,0-1 0,1 1 0,-1-1 0,0 1 0,1-1 0,-1 0 0,0 1 0,-2-1 0,-2 0-791,1 0 0,-1-1 0,1 1-1,-1-1 1,1 0 0,-1-1-1,-7-2 1,4 0-2228,0-1 0,1 0 0,-15-12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0.746"/>
    </inkml:context>
    <inkml:brush xml:id="br0">
      <inkml:brushProperty name="width" value="0.035" units="cm"/>
      <inkml:brushProperty name="height" value="0.035" units="cm"/>
    </inkml:brush>
  </inkml:definitions>
  <inkml:trace contextRef="#ctx0" brushRef="#br0">66 112 22746,'29'17'2996,"-22"-34"-495,2 4 2023,14 13-4524,-3 4 0,-26-24-1976,-24-16-1376,-3 16-329,-9 10-3307,-1-6-6798</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1.324"/>
    </inkml:context>
    <inkml:brush xml:id="br0">
      <inkml:brushProperty name="width" value="0.035" units="cm"/>
      <inkml:brushProperty name="height" value="0.035" units="cm"/>
    </inkml:brush>
  </inkml:definitions>
  <inkml:trace contextRef="#ctx0" brushRef="#br0">1 121 4464,'42'-49'-484,"-32"23"-680,16-20 336</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1.510"/>
    </inkml:context>
    <inkml:brush xml:id="br0">
      <inkml:brushProperty name="width" value="0.035" units="cm"/>
      <inkml:brushProperty name="height" value="0.035" units="cm"/>
    </inkml:brush>
  </inkml:definitions>
  <inkml:trace contextRef="#ctx0" brushRef="#br0">394 22 12797,'-1'-2'222,"0"1"0,0-1 0,0 1 0,0 0 0,0-1 0,0 1 1,0 0-1,0 0 0,-1 0 0,1 0 0,0 0 0,-1 0 0,1 0 0,-1 0 0,1 0 0,-1 1 0,0-1 0,1 1 0,-1-1 0,1 1 0,-1 0 0,0 0 0,1-1 0,-4 1 0,3 1 233,0-1-1,-1 1 0,1-1 0,0 1 0,0 0 0,0 0 1,0 0-1,0 0 0,0 0 0,0 0 0,0 1 0,0-1 1,0 1-1,-1 1 0,0 1-280,-1 0 0,1 0 0,0 1 0,1-1 0,-1 0 0,1 1 0,0 0 0,-3 8 0,-8 44 469,7-30-360,-38 156 667,-49 258 82,24 64-680,45-143-3694,22-302 1513,2-57 1508,0 0 0,0 0 0,-1 0 0,1 0 0,-1 0-1,1 0 1,-3 4 0,3-6 41,-1 0 0,0 1 0,0-1 0,0 0 0,-1 0 0,1 0 0,0 0 1,0 0-1,-1 0 0,-2 2 0,4-3 61,0 1 0,-1-1-1,1 0 1,-1 1 0,1-1 0,-1 0 0,1 1 0,-1-1 0,1 0 0,-1 0 0,1 1 0,-1-1 0,1 0-1,-1 0 1,0 0 0,1 0 0,-1 0 0,1 0 0,-1 0 0,1 0 0,-1 0 0,0 0 0,1 0 0,-1 0-1,1 0 1,-1 0 0,0-1 0,-1-1-1037,0-1 0,1 0 0,0 1 0,-1-1 0,1 0 0,0 1-1,0-6 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1.932"/>
    </inkml:context>
    <inkml:brush xml:id="br0">
      <inkml:brushProperty name="width" value="0.035" units="cm"/>
      <inkml:brushProperty name="height" value="0.035" units="cm"/>
    </inkml:brush>
  </inkml:definitions>
  <inkml:trace contextRef="#ctx0" brushRef="#br0">1 194 14665,'1'3'271,"0"-1"0,0 1 0,0-1 0,1 1-1,-1-1 1,1 0 0,0 0 0,-1 0 0,1 1 0,0-2-1,0 1 1,0 0 0,0 0 0,1-1 0,-1 1 0,0-1-1,1 0 1,-1 0 0,3 1 0,18 11 876,-9-5-815,1-1 1,0-1-1,0 0 0,0-1 1,1-1-1,25 4 1,-1 1-103,-31-7-205,3 2-52,0-1 0,0-1-1,0 0 1,1 0 0,12-1-1,-21-1-25,0-1 0,0 0 0,0 0 0,0 0 0,0 0 1,0 0-1,0-1 0,0 0 0,-1 0 0,1 0 0,0 0 0,-1 0 0,0-1 0,1 0 0,-1 1 0,0-1 0,-1-1 0,4-3 0,3-5-13,-1-1-1,-1 0 1,0 0 0,-1-1 0,-1 1-1,0-2 1,0 1 0,-2 0 0,3-16-1,-1 6 316,-3 18-27,-1 0 1,0 0 0,0-1-1,-1 1 1,0 0 0,0 0-1,-1-1 1,1 1-1,-1 0 1,-1 0 0,1 0-1,-1 0 1,-4-11 0,5 15 1507,-3 19-770,3-14-910,0-1-1,0 0 1,1 1 0,-1-1-1,1 1 1,-1-1-1,1 1 1,0 2 0,18 124 853,-5-47-566,1 89 141,-11-110-729,2 0 0,23 102 0,-28-162 242,1 3-39,0 1-1,0-1 1,1 0 0,-1-1-1,1 1 1,3 6-1,-4-9 34,1 0-1,-1 1 0,0-1 1,1 0-1,-1 0 0,1 0 1,0 0-1,-1 0 0,1 0 1,0 0-1,-1 0 0,1-1 1,0 1-1,0-1 0,0 1 1,0-1-1,-1 0 0,4 0 1,2 1-10,1-1 0,0-1-1,0 0 1,0 0 0,-1 0 0,1-1 0,-1 0 0,1 0 0,-1-1 0,9-4 0,10-7 7,36-25 0,-12 7 236,-16 11-63,22-14 232,1 3 0,88-36 0,-141 67-373,-1 0 0,0 0 0,1 0 0,-1 0 0,1 0 0,-1 1 0,0 0 0,1 0 0,-1 0 0,1 0 0,-1 0 0,1 0 0,-1 1 1,1 0-1,-1 0 0,1 0 0,-1 0 0,0 0 0,0 1 0,6 3 0,-6-2-38,0-1 0,0 1 0,0 0 0,0 0 0,-1 1 0,0-1 1,1 1-1,-1-1 0,-1 1 0,1-1 0,0 1 0,-1 0 0,0 0 0,0 0 0,0 0 0,1 7 0,0 12-618,-2-1 0,0 1-1,-1-1 1,-6 35 0,-9 16-3188,-3 0-4656,18-69 7854,-9 38-10136</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2.514"/>
    </inkml:context>
    <inkml:brush xml:id="br0">
      <inkml:brushProperty name="width" value="0.035" units="cm"/>
      <inkml:brushProperty name="height" value="0.035" units="cm"/>
    </inkml:brush>
  </inkml:definitions>
  <inkml:trace contextRef="#ctx0" brushRef="#br0">550 875 8881,'-38'5'504,"24"-3"-194,0-1 1,-1 0-1,1-1 0,-1 0 1,-23-5-1,25 4 63,0 0 0,0 1 0,0 0 0,-23 4 0,-6 0 166,24-3-335,1 2 0,-20 4 1,18-2 572,-35 3 1,43-8-99,-1 1 0,1 1 0,0 0 1,0 1-1,0 0 0,0 0 0,-12 7 1,20-9 769,1-1-1218,0 1 0,0-1 0,1 0 0,-1 1 0,0-1 0,1 1 1,-1-1-1,1 1 0,-1 0 0,0-1 0,-1 2 0,3-1-196,0-1 0,0 1-1,0-1 1,-1 0 0,1 1 0,0-1 0,0 0 0,0 1 0,0-1 0,0 1 0,0-1 0,0 0-1,1 1 1,-1-1 0,0 0 0,0 1 0,0-1 0,0 0 0,0 1 0,0-1 0,1 0 0,-1 1-1,0-1 1,0 0 0,1 1 0,-1-1 0,0 0 0,0 0 0,1 1 0,-1-1 0,0 0-1,1 0 1,-1 1 0,0-1 0,1 0 0,-1 0 0,0 0 0,1 0 0,-1 0 0,1 0 0,-1 0-1,0 0 1,1 1 0,-1-1 0,21 8 566,-1 0 0,25 6-1,-30-10-1018,1 1-1,-1 0 0,0 1 1,0 1-1,20 12 0,-32-16 154,0-1 0,0 1 0,-1 0 0,1 0 1,-1 0-1,0 0 0,0 1 0,0-1 0,0 0 0,-1 1 0,3 5 0,-3-7-873,-1-1 989,1 0 1,0 0-1,-1 0 1,1 0-1,0-1 1,-1 1-1,1 0 1,-1 0-1,0 0 1,1 0-1,-1 0 1,0 1-1,1-1 1,-1 1-1,6 12-772,-4-15 933,1-1 1,0 1-1,-1 0 0,1-1 0,-1 0 1,1 1-1,-1-1 0,0 0 1,0 0-1,0-1 0,0 1 0,0 0 1,2-5-1,1 1 135,-2 2-9,1 0 1,-1-1 0,1 1-1,0 0 1,0 1 0,1-1 0,-1 1-1,1 0 1,-1 0 0,1 0-1,0 1 1,9-4 0,297-84 4272,-289 84-4515,-16 4-251,-1 1-1,1-1 0,0 1 0,0 1 0,0-1 0,11 1 0,-19-2 107,-1 0 0,1 0 1,0 0-1,0 0 0,0 0 0,0-1 1,0 1-1,0-1 0,0 1 0,-2-7 1,2 1 108,0 0 0,1-1 1,-1 1-1,2-1 1,-1 1-1,1-1 1,0 1-1,2-12 1,0-7 60,4-40 846,27-128 0,0 17 739,18-149 4654,-50 321-5671,1 8-25,1 1-411,0-1 0,0 1-1,-1 0 1,1 0 0,-1 0-1,0 0 1,0 1 0,0-1-1,0 1 1,-1-1 0,1 1 0,-1 0-1,0-1 1,1 8 0,1 5 40,-2 1 0,1 19 0,-2-31-66,-17 250 527,8-175-471,-26 203-310,1-13-1530,-1-25-2448,-1-87-6133,19-96-774</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2.640"/>
    </inkml:context>
    <inkml:brush xml:id="br0">
      <inkml:brushProperty name="width" value="0.035" units="cm"/>
      <inkml:brushProperty name="height" value="0.035" units="cm"/>
    </inkml:brush>
  </inkml:definitions>
  <inkml:trace contextRef="#ctx0" brushRef="#br0">1 33 19050,'46'-17'2632,"-20"11"-216,-3-4 1305,3 10-2409,4 0-288,-14 3-164,4-3-392,3 0-1228,-4 0-808</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3.264"/>
    </inkml:context>
    <inkml:brush xml:id="br0">
      <inkml:brushProperty name="width" value="0.035" units="cm"/>
      <inkml:brushProperty name="height" value="0.035" units="cm"/>
    </inkml:brush>
  </inkml:definitions>
  <inkml:trace contextRef="#ctx0" brushRef="#br0">2 1159 11453,'0'0'2451,"0"-4"-84,0-10-795,-1 7-887,1 0 1,0 1-1,0-1 0,1 0 0,0 0 0,3-12 0,34-86 2830,34-121-291,-42 82-1932,17-239 1,-42 213-1370,-5 165 2,0 1-1,0-1 1,0 0-1,-1 1 1,1-1-1,-1 0 1,0 1-1,-3-8 1,4 12 68,-1 0 1,1-1 0,0 1-1,0 0 1,0 0-1,-1-1 1,1 1-1,0 0 1,0 0 0,-1-1-1,1 1 1,0 0-1,-1 0 1,1 0 0,0 0-1,0 0 1,-1-1-1,1 1 1,0 0 0,-1 0-1,1 0 1,0 0-1,-1 0 1,1 0 0,0 0-1,-1 0 1,1 0-1,0 0 1,-1 0 0,1 0-1,0 0 1,-1 1-1,1-1 1,0 0 0,0 0-1,-1 0 1,-1 2-13,0-1 0,0 1 0,1-1 0,-1 1 0,0 0 0,1 0 0,-1 0 0,-1 3 0,-11 17-148,2 1-1,1 1 0,0 0 0,2 0 0,-10 42 0,4-1-463,-6 71 0,10 6-465,6 0 0,14 150 0,-7-78-1052,-17-75-3533,10-117 134,-7-8-3335</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3.880"/>
    </inkml:context>
    <inkml:brush xml:id="br0">
      <inkml:brushProperty name="width" value="0.035" units="cm"/>
      <inkml:brushProperty name="height" value="0.035" units="cm"/>
    </inkml:brush>
  </inkml:definitions>
  <inkml:trace contextRef="#ctx0" brushRef="#br0">0 271 13057,'99'39'5069,"-75"-30"-4011,0-1 0,29 6 0,-23-6-583,55 11 553,133 14 0,-217-33-1027,4 1-9,-1 0 0,1-1 0,-1 1-1,1-1 1,-1 0 0,1 0 0,-1-1-1,1 1 1,-1-1 0,1 0 0,-1 0 0,0 0-1,1-1 1,-1 1 0,0-1 0,0 0 0,0-1-1,4-2 1,-1-1-13,-1 0 0,0 0 0,-1 0 0,1-1-1,-1 0 1,0 0 0,-1 0 0,0-1 0,0 1 0,-1-1 0,0 0-1,0 0 1,0 0 0,-1-1 0,-1 1 0,1 0 0,-1-14-1,0 9 238,0 0 1,-1 0-1,-1 0 0,0 0 0,0 0 0,-2 0 0,1 0 0,-2 0 0,0 1 0,-10-23 0,-31-38 2409,44 73-2597,0 1 1,0-1 0,0 1 0,0 0 0,0-1 0,0 1 0,0 0 0,0-1 0,0 1 0,0 0 0,0 0-1,1 0 1,-1 0 0,0 0 0,1 0 0,-2 2 0,-4 7 21,1 0 0,0 1 0,0 0 1,1 0-1,-3 14 0,-13 67 59,14-58-49,-18 113-8,7 1 1,3 220-1,13-352-80,4 77-264,-2-82 228,0 0 0,1 0 0,1 0-1,0 0 1,7 18 0,-9-27 58,0 0 0,0 0 0,0-1 0,1 1 0,-1-1 0,0 1 0,1-1 0,-1 1 0,1-1 0,0 0 0,-1 0 0,1 0 0,0 0 0,0 0 0,0 0 0,0 0 0,-1-1 0,1 1 0,0-1 1,0 1-1,0-1 0,0 0 0,0 0 0,0 0 0,1 0 0,-1 0 0,0 0 0,0 0 0,2-2 0,2 1-1,-1 0 0,1 0 0,-1-1 0,1 0 0,-1-1 0,0 1 0,0-1 0,0 0 0,5-4 0,6-7-24,-1 0 0,0-1-1,21-30 1,33-59-241,-48 71-232,0 0-1,3 1 1,28-30-1,-49 58 355,1 1-1,0-1 1,0 1 0,0 0-1,0 0 1,1 0-1,6-2 1,-10 4 125,1 1 0,-1-1 0,0 1 1,0 0-1,0-1 0,1 1 0,-1 0 0,0 0 1,0 0-1,0 0 0,1 0 0,-1 0 0,0 1 1,0-1-1,1 0 0,-1 1 0,0-1 0,0 0 0,0 1 1,0-1-1,0 1 0,0 0 0,0-1 0,0 1 1,0 0-1,0 0 0,0 0 0,0 0 0,0 0 1,0-1-1,-1 2 0,2 1 0,5 11-93,0 1 0,-1 0 1,-1 0-1,0 1 0,3 18 0,13 41-103,0-18 42,33 61 1,-43-98 198,1 0-1,0 0 1,2-2 0,1 1 0,0-2 0,20 19-1,-31-33 64,1 0 0,-1 0 0,1 0 0,0 0 0,-1-1 0,1 1 0,0-1 0,1-1 0,-1 1 0,0-1 0,10 2 0,-5-2 155,1-1-1,0 0 1,0 0-1,16-3 1,-16 0-50,0 1-1,-1-2 1,1 1 0,-1-1 0,0-1-1,0 0 1,0 0 0,11-9 0,7-8 349,30-29 0,-22 13-40,-1 0-1,55-83 1,-82 109-397,-1-1 1,-1 0 0,6-15 0,-11 24-86,1 1-9,-1 0 0,0 0-1,-1 0 1,1 0 0,0 0 0,-1 0-1,0 0 1,1 0 0,-1 0-1,0 0 1,-1 0 0,0-4-1,1 6-5,0 0-1,-1 0 1,1 0-1,-1 0 0,1 0 1,-1 0-1,1 0 0,-1 0 1,0 1-1,1-1 1,-1 0-1,0 0 0,1 1 1,-1-1-1,0 0 0,0 1 1,0-1-1,0 1 0,0-1 1,0 1-1,0-1 1,0 1-1,0 0 0,0-1 1,0 1-1,0 0 0,0 0 1,0 0-1,0 0 1,0 0-1,0 0 0,0 0 1,-2 0-1,-4 2-5,0 0-1,0 0 1,0 0 0,1 1-1,-1 0 1,1 0 0,-1 0-1,1 1 1,0 0 0,1 0-1,-1 1 1,1 0 0,-10 10-1,0 2-35,1 2 0,0-1 0,-12 24 0,18-29-55,1 2-1,0-1 0,1 1 0,1 0 0,1 0 0,0 0 0,0 0 1,2 1-1,0 0 0,0 27 0,2-36-25,1 0 1,-1 0-1,1 0 1,1 0-1,-1-1 1,1 1-1,0 0 0,1-1 1,0 1-1,0-1 1,0 0-1,0 0 1,1 0-1,0-1 0,1 1 1,-1-1-1,1 0 1,0 0-1,0 0 1,1-1-1,-1 0 0,1 0 1,0 0-1,0-1 1,0 0-1,10 4 1,-4-4-256,0 1 1,0-2 0,0 0 0,0 0 0,1-1 0,-1-1 0,17-1 0,91-15-4307,-57 5 73,34-2-5237</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4.176"/>
    </inkml:context>
    <inkml:brush xml:id="br0">
      <inkml:brushProperty name="width" value="0.035" units="cm"/>
      <inkml:brushProperty name="height" value="0.035" units="cm"/>
    </inkml:brush>
  </inkml:definitions>
  <inkml:trace contextRef="#ctx0" brushRef="#br0">165 0 14229,'0'0'1960,"-3"2"-189,-9 2-877,10-4-773,1 0 0,-1 1 0,0-1 0,1 1 0,-1 0 0,0-1 0,1 1 0,-1 0 0,1 0 0,-1 0 0,1 0-1,-1 0 1,1 1 0,0-1 0,-1 0 0,1 1 0,0-1 0,0 1 0,0-1 0,0 1 0,0-1 0,1 1 0,-1-1 0,0 1-1,1 0 1,-1 3 0,-28 92 2302,-7 29-651,16-17-844,5 2 0,0 118-1,16 225 506,0-426-1359,31 506-282,-20-444-986,27 103 0,-21-114-3716,-2 1-5582,-13-61 870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4.396"/>
    </inkml:context>
    <inkml:brush xml:id="br0">
      <inkml:brushProperty name="width" value="0.035" units="cm"/>
      <inkml:brushProperty name="height" value="0.035" units="cm"/>
    </inkml:brush>
  </inkml:definitions>
  <inkml:trace contextRef="#ctx0" brushRef="#br0">59 90 17330,'13'0'425,"-7"0"-117,0 0-1,1-1 0,-1 0 1,0 0-1,0 0 0,0 0 1,0-1-1,0 0 0,-1 0 1,1-1-1,0 1 0,-1-1 1,0-1-1,9-6 0,-8 7 270,-1-1 0,0 1 0,1 1 0,0-1-1,0 1 1,8-3 0,18-6 1089,-23 7-1285,-1 0 0,1 1 0,0 0 0,1 1 0,-1 0 0,0 0 0,18 0 0,-10 1-108,-8 1-94,0-1 0,1 1 1,-1 1-1,12 1 0,-20-1-161,1-1-1,0 1 0,0-1 0,0 1 0,-1-1 0,1 1 1,0 0-1,-1 0 0,1 0 0,-1 0 0,1 0 0,-1 0 1,1 0-1,-1 1 0,0-1 0,0 0 0,0 1 0,1-1 1,-1 1-1,-1-1 0,1 1 0,0 0 0,0-1 0,0 1 1,-1 0-1,1-1 0,0 4 0,-1 7-31,-1 1 0,0-1 0,-1 0 1,0 0-1,0 0 0,-2 0 0,-6 17 0,-33 64-1135,22-52 341,1-1-472,-3-1 0,-1-1-1,-2-1 1,-2-1-1,-37 37 1,52-60 172,-1 0 0,0 0 1,-22 13-1,29-21-102,-1-1 1,0 1-1,-1-2 1,1 1 0,-13 2-1,-18 0-7135</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5.228"/>
    </inkml:context>
    <inkml:brush xml:id="br0">
      <inkml:brushProperty name="width" value="0.035" units="cm"/>
      <inkml:brushProperty name="height" value="0.035" units="cm"/>
    </inkml:brush>
  </inkml:definitions>
  <inkml:trace contextRef="#ctx0" brushRef="#br0">266 856 14069,'-16'-6'486,"8"2"-29,1 1 1,-1 1 0,1-1-1,-1 1 1,0 1-1,0-1 1,-15 0 0,19 3-295,1 1 1,0-1-1,0 0 1,0 1-1,0 0 1,0 0-1,0 0 1,0 0-1,-4 4 1,-4 3 96,-5 5 9,0 0 1,1 0-1,1 1 0,1 1 0,0 0 1,-18 31-1,30-44-219,0-1 0,0 1 0,0 0-1,0-1 1,0 1 0,1 0 0,-1-1 0,1 1 0,0 4-1,-1 2 172,1-9-212,0 0 1,0 0-1,0 0 0,0 0 0,0 0 0,0 1 0,0-1 0,0 0 0,0 0 0,0 0 0,0 0 0,0 0 0,0 1 0,0-1 0,0 0 0,0 0 0,0 0 0,0 0 1,0 0-1,0 0 0,0 1 0,0-1 0,0 0 0,0 0 0,0 0 0,1 0 0,-1 0 0,0 0 0,0 0 0,0 0 0,0 0 0,0 1 0,0-1 0,0 0 0,0 0 1,1 0-1,-1 0 0,0 0 0,0 0 0,0 0 0,0 0 0,0 0 0,0 0 0,1 0 0,-1 0 0,9 4 317,0-1-1,1 1 1,-1-2-1,1 1 1,-1-2-1,1 1 1,0-1-1,16-1 1,22-2 375,-1-3 1,0-2-1,67-19 0,-13 3 14,-56 10-651,-41 12-419,-6-2-405,0 0 608,-1 0 0,1 0 0,-1 1 0,0-1 0,1 1 0,-1-1 0,0 1 0,0 0 0,-1 0 0,1 0 0,0 0 0,-1 1 0,1 0 0,-1-1 0,1 1 0,-1 0 0,1 1 1,-1-1-1,-4 0 0,-20-1-1051,-50 3 1,-10 0-582,77-2 1595,0 0 0,0-1 0,0 0-1,0 0 1,-15-6 0,18 5 190,1 0 0,-1 0 0,1-1 0,0 0 0,-1-1 0,2 1 0,-9-8 0,13 9 40,1 0 1,-1 0-1,1 0 1,0-1 0,-1 1-1,2-1 1,-1 1-1,0-1 1,1 1-1,-1-1 1,1 1-1,0-1 1,0 0-1,1 1 1,-1-1-1,1-3 1,1 0 45,0 0 0,1 0 0,0 0 0,0 1 0,0-1 0,1 1 0,5-8 0,2-2 93,4-11 264,2 1 1,0 1-1,2 0 0,1 2 1,1 0-1,29-25 0,22-7 1271,113-69-1,92-31 445,-56 32-1198,-220 123-982,0-1 0,0 0 0,0 1-1,0-1 1,0 0 0,0 0 0,0 0 0,-1 0 0,1 0 0,0 0 0,-1 0 0,1 0 0,0 0-1,-1 0 1,1 0 0,-1 0 0,0 0 0,1 0 0,-1-1 0,0 1 0,0 0 0,0 0 0,0 0-1,0-1 1,0 1 0,0 0 0,0 0 0,0 0 0,0-1 0,-1 1 0,1 0 0,-1 0-1,1 0 1,-1 0 0,1 0 0,-1 0 0,0-1 0,-1-1-22,0 0-1,0 0 1,0 0 0,0 0 0,0 1 0,-1-1-1,1 1 1,-1 0 0,1-1 0,-1 1-1,-4-2 1,-65-18-328,69 21 362,1 1-1,0 0 1,0 0-1,0-1 1,-1 2-1,1-1 1,0 0 0,0 0-1,-1 1 1,1-1-1,0 1 1,0 0-1,0-1 1,0 1-1,0 0 1,0 0-1,-2 2 1,1 2 7,0-1 0,1 0 1,0 1-1,0-1 0,0 1 1,1 0-1,0 0 0,0-1 0,0 1 1,-1 9-1,2-10 4,-3 27 71,1 1-1,1 0 1,5 35-1,17 96 388,-14-117-337,26 199 376,-11 0-1,-11 2 1,-25 304-1,2-413-969,-7 0-1,-44 169 1,3-53-4000,53-274 3260,6 1 1057,1 0 1,0 0-1,1 0 0,1 0 1,8-36-1,-1 11 35,173-805 2139,-89 504 299,-91 340-2307,-1-1 0,0 1 0,-1-1 0,1 1-1,-1-1 1,-1 0 0,0-6 0,0-3-297,1 15 269,0 0 0,0 0 1,0 1-1,0-1 0,0 0 1,0 0-1,-1 0 0,1 0 1,0 0-1,0 0 0,0 0 1,0 0-1,0 0 0,0 0 1,0 0-1,0 0 0,0 0 1,-1 0-1,1 0 0,0 0 1,0 0-1,0 0 1,0 0-1,0 0 0,0 0 1,0 0-1,0 0 0,0 0 1,-1 0-1,1 0 0,0 0 1,0 0-1,0-1 0,0 1 1,0 0-1,0 0 0,0 0 1,0 0-1,0 0 0,0 0 1,0 0-1,0 0 0,0 0 1,-1 0-1,1 0 0,0-1 1,0 1-1,0 0 0,0 0 1,0 0-1,0 0 0,0 0 1,0 0-1,-34 24-1848,-28 20-2784,20-11-2322,-6 7-4135</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5.963"/>
    </inkml:context>
    <inkml:brush xml:id="br0">
      <inkml:brushProperty name="width" value="0.035" units="cm"/>
      <inkml:brushProperty name="height" value="0.035" units="cm"/>
    </inkml:brush>
  </inkml:definitions>
  <inkml:trace contextRef="#ctx0" brushRef="#br0">161 991 9989,'29'-10'7163,"-33"11"-6983,-8 1-107,8-1-58,0 0 0,0 0 0,0 0 0,0 0 0,0 0 1,0 1-1,0 0 0,0 0 0,1 0 0,-1 0 0,-5 5 0,1-1 200,0 0-1,-1 0 0,1-1 1,-1 0-1,0-1 0,-17 6 1,-16 9 1354,39-18 8,21 20 1027,-12-19-1687,22-7 45,-9 2-272,31-2 1,45 5 398,-94 0-1100,0 0 1,0 0-1,0 1 0,0-1 0,0 0 0,0 0 1,0 1-1,0-1 0,0 0 0,0 1 1,0-1-1,0 1 0,0 0 0,0-1 1,0 1-1,0 0 0,0-1 0,1 3 1,2 0-73,-2-1-18,1 0 0,-1 0 0,1 1 0,-1-1 1,0 0-1,0 1 0,0 0 0,0-1 1,-1 1-1,1 0 0,-1 0 0,1 0 0,-1 0 1,1 4-1,1 5-459,-1 1 0,2 18 0,-3-20 246,0 0 0,1 0 0,5 17 0,-5-23 279,0 0-1,0-1 1,0 0 0,1 1-1,-1-1 1,1 0 0,0 0-1,1 0 1,-1-1 0,0 1-1,1-1 1,0 0 0,0 0-1,0 0 1,0-1 0,1 1-1,-1-1 1,1 0 0,-1 0-1,1 0 1,0-1 0,5 1 0,11 2 276,0-2 1,0-1-1,-1 0 1,25-3-1,-21 1 34,33-1 492,0-3 0,78-16 0,-127 19-792,0-1 0,0 0 1,0 0-1,-1-1 0,1 1 1,-1-2-1,0 1 0,0-1 1,-1 0-1,0-1 0,1 0 0,-2 0 1,1 0-1,-1 0 0,0-1 1,0 0-1,-1 0 0,1 0 1,3-11-1,-3 5-177,-1 0 0,0-1 0,-1 1 0,0-1 0,-1 1 0,-1-1 0,0 0 0,0 0 0,-3-14 0,-3-21-580,-13-55 1,13 78 508,-57-469-922,31 296 2151,4 38 1858,26 156-2142,1 11-50,3 44 98,14 70 1,-7-49-398,44 504 629,-42-412-1385,15 49-2090,1-75-2553,-14-80-1893,2-13-4703</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7.154"/>
    </inkml:context>
    <inkml:brush xml:id="br0">
      <inkml:brushProperty name="width" value="0.035" units="cm"/>
      <inkml:brushProperty name="height" value="0.035" units="cm"/>
    </inkml:brush>
  </inkml:definitions>
  <inkml:trace contextRef="#ctx0" brushRef="#br0">351 1327 9189,'-92'3'1465,"77"-1"-1061,1 0 1,0 0 0,0 1 0,0 1 0,1 1-1,-1 0 1,1 0 0,0 2 0,0-1 0,-20 16-1,-6 1 782,36-21-1007,0 0-1,0 0 1,0 0-1,0 0 1,1 0 0,-1 1-1,1-1 1,0 1-1,-1 0 1,1 0-1,0 0 1,1 0 0,-4 6-1,2-1 419,1 1-1,0-1 1,-2 17 0,3-19-461,1-6-118,0 1 0,0-1 1,0 0-1,0 0 1,0 0-1,-1 0 0,1 1 1,0-1-1,0 0 1,0 0-1,0 0 1,0 1-1,0-1 0,1 0 1,-1 0-1,0 0 1,0 1-1,0-1 0,0 0 1,0 0-1,0 0 1,0 0-1,0 1 0,0-1 1,0 0-1,1 0 1,-1 0-1,0 0 1,0 0-1,0 1 0,0-1 1,0 0-1,1 0 1,-1 0-1,0 0 0,8 7 394,-4-4-192,0 1-1,0-1 1,0 1 0,1-1-1,-1-1 1,1 1 0,0-1-1,-1 1 1,1-1 0,0-1-1,0 1 1,1-1 0,-1 0-1,0 0 1,0 0 0,1-1-1,5 0 1,213-21 2050,-139 11-1868,-30 9-1630,-54 1 1202,-1 0 0,0 0 0,0 1 0,0-1 0,0 0 0,0 0 0,0 0 1,1 0-1,-1 0 0,0 1 0,0-1 0,0 0 0,0 0 0,0 0 1,0 0-1,0 1 0,0-1 0,0 0 0,0 0 0,0 0 0,0 0 0,0 1 1,0-1-1,0 0 0,0 0 0,0 0 0,0 1 0,0-1 0,0 0 0,0 0 1,0 0-1,0 0 0,0 1 0,0-1 0,0 0 0,0 0 0,0 0 1,0 0-1,-1 1 0,1-1 0,0 0 0,0 0 0,-5 9-170,5-8 85,-12 19-700,0-1 0,-19 23 0,2-2-65,28-38 842,0 0-1,0 0 1,0 1 0,0-1-1,1 1 1,-1-1 0,0 0-1,1 1 1,0-1 0,0 1-1,0 2 1,-1 0 3,1-5 31,0 0 0,0 0 0,0 0 1,0 0-1,0 1 0,0-1 0,0 0 0,0 0 1,0 0-1,0 0 0,0 0 0,0 1 0,0-1 1,0 0-1,0 0 0,0 0 0,0 0 0,0 0 1,0 0-1,0 1 0,0-1 0,0 0 0,0 0 1,0 0-1,1 0 0,-1 0 0,0 0 0,0 0 1,0 1-1,0-1 0,0 0 0,0 0 0,0 0 1,0 0-1,1 0 0,-1 0 0,0 0 0,0 0 1,0 0-1,0 0 0,0 0 0,0 0 0,1 0 1,-1 0-1,0 0 0,0 0 0,0 0 0,0 0 1,0 0-1,1 0 0,-1 0 0,0 0 0,8 2 19,-2 0 2,-1 0 0,1-1 0,-1 0-1,1 0 1,0-1 0,0 0 0,-1 0 0,1 0 0,0 0 0,7-2 0,11-6 181,0 0 0,0-2 0,-1-1 0,38-22-1,84-67 1012,-105 69-1003,-1-3 0,-1-1 0,-2-2 0,-2-1 0,39-56-1,-26 24-337,-3-2-1,49-112 0,-69 130-115,-4-1 1,-1-1-1,13-69 0,-24 82 82,-2-1 0,-2 1 0,-1-1 0,-7-83 0,-2 93 117,-1 1 1,-2-1-1,-1 2 1,-1-1-1,-2 2 1,-1-1-1,-2 2 1,-21-32 0,35 58 45,0 1 0,-1-1 0,1 1 0,-1 0 0,0 0 1,0 0-1,0 0 0,-5-3 0,7 5 4,-1 1 1,1-1-1,0 0 0,-1 1 1,1-1-1,0 1 0,-1-1 1,1 1-1,-1 0 0,1 0 1,0-1-1,-1 1 0,1 0 0,-1 0 1,1 0-1,-1 1 0,1-1 1,0 0-1,-1 0 0,1 1 1,-1-1-1,1 1 0,0-1 1,-1 1-1,1 0 0,-3 1 1,1 2-6,-1 1 0,1-1 0,0 1 0,0 0 0,0 0 0,1 0 0,0 0 0,0 0 0,0 0 0,0 1 0,-1 9 0,0-3 3,-9 44 244,2 1 0,-3 112 1,4-46 453,1-19 128,4 1-1,11 121 0,-1-166-529,2 0 1,3-1-1,3 0 0,2-1 0,29 70 0,27 42-368,-68-161-85,0-1 1,0 0-1,1 0 0,0 0 1,0-1-1,1 0 1,0 0-1,0 0 0,0-1 1,11 8-1,-16-13 81,-1 0-1,1-1 1,0 1-1,0 0 1,0 0-1,1-1 1,-1 1-1,0-1 1,0 1-1,0-1 1,0 0-1,1 1 1,-1-1-1,0 0 1,0 0-1,0 0 1,1 1-1,-1-2 1,0 1-1,0 0 1,1 0 0,-1 0-1,0 0 1,0-1-1,0 1 1,1-1-1,-1 1 1,0-1-1,0 1 1,0-1-1,0 1 1,0-1-1,0 0 1,0 0-1,0 0 1,0 0-1,0 1 1,-1-1-1,1 0 1,0 0-1,-1 0 1,1-1-1,0 1 1,-1 0-1,1 0 1,-1-1-1,5-9-329,-1 1-1,0-1 0,-1 0 0,2-12 0,-3 14 227,28-171-3090,-13 0 3417,-18 179-118,1 0-1,0 1 0,0-1 0,0 1 0,0-1 0,0 0 1,0 1-1,0-1 0,0 1 0,0-1 0,1 1 0,-1-1 0,0 0 1,0 1-1,0-1 0,1 1 0,-1-1 0,0 1 0,1-1 1,-1 1-1,0-1 0,1 1 0,-1-1 0,1 1 0,-1 0 1,1-1-1,-1 1 0,1 0 0,-1-1 0,1 1 0,-1 0 0,1-1 1,-1 1-1,1 0 0,-1 0 0,1 0 0,0 0 0,-1 0 1,1 0-1,-1 0 0,1 0 0,0 0 0,-1 0 0,1 0 1,-1 0-1,1 0 0,0 0 0,-1 0 0,1 0 0,-1 1 0,1-1 1,-1 0-1,1 0 0,-1 1 0,1-1 0,-1 0 0,1 1 1,0 0-1,4 2 104,-1 1 1,1-1-1,0 1 0,-1 1 1,7 7-1,2 7 315,-1 0-1,0 1 1,17 43-1,-20-41 45,1 0-1,1 0 1,2-1-1,17 24 1,82 83 91,-112-127-599,0-1 0,0 0 0,0 0-1,0 0 1,0 0 0,0 0 0,0 1-1,1-1 1,-1 0 0,0 0 0,0 0-1,0 0 1,0 0 0,0 0 0,1 0-1,-1 0 1,0 1 0,0-1 0,0 0-1,1 0 1,-1 0 0,0 0 0,0 0-1,0 0 1,0 0 0,1 0 0,-1 0-1,0 0 1,0 0 0,0 0 0,0 0-1,1-1 1,-1 1 0,0 0 0,0 0-1,0 0 1,0 0 0,1 0-1,-1 0 1,0 0 0,0 0 0,38-11-1044,-37 11 1047,-1 0 0,0 0 1,0 0-1,0 0 0,1 0 0,-1 0 0,0 0 0,0 0 0,0-1 0,0 1 0,1 0 0,-1 0 0,0 0 0,0 0 0,0 0 0,0 0 1,1 0-1,-1 0 0,0 0 0,0-1 0,0 1 0,0 0 0,0 0 0,1 0 0,-1 0 0,0 0 0,0-1 0,0 1 0,0 0 0,0 0 1,0 0-1,0 0 0,0-1 0,0 1 0,0 0 0,0 0 0,0 0 0,0-1 0,0 1 0,0 0 0,24-78-1143,-23 75 1057,1 0 32,8-25 48,-9 28 30,0 0 0,0-1 0,0 1-1,-1 0 1,1 0 0,0 0-1,0 0 1,0 0 0,0 0-1,-1 0 1,1 0 0,0 0 0,0 0-1,0 1 1,-1-1 0,1 0-1,0 0 1,0 1 0,0 0-1,0-1 21,16 6 339,0 1 1,0 1-1,-1 0 0,-1 1 1,24 18-1,29 16 966,-33-24-805,-11-5-485,1-2 0,36 14 0,-57-25-872,-8-4-8,-92-93-2966,13 13 1936,42 41 2498,40 41-603,1 0 0,0 0-1,0 0 1,0 1 0,0-1-1,0 0 1,0 0 0,0 0-1,0 0 1,0 1 0,0-1-1,0 0 1,1 0 0,-1 0-1,0 1 1,0-1 0,1 0-1,-1 0 1,2-1 0,-2 1 61,2-3 15,-1 0 1,1 1-1,0 0 1,0-1-1,0 1 0,0 0 1,0 0-1,1 0 1,0 0-1,-1 0 1,1 1-1,0-1 1,0 1-1,0 0 1,1 0-1,-1 0 0,4-1 1,9-4 658,0 0-1,25-5 1,-22 6-394,4 0 97,-1 2 1,1 0-1,0 1 1,27 1 0,-7 0 67,22 2-43,-65 0-496,1 0 1,-1 0-1,0 0 1,0 0-1,0 0 1,0 0 0,0 0-1,0 0 1,1 0-1,-1 0 1,0 0-1,0 0 1,0 0-1,0 0 1,0 0-1,0 0 1,1 0-1,-1 0 1,0 0 0,0 0-1,0 0 1,0 0-1,0 0 1,0 0-1,0 0 1,0 0-1,1 1 1,-1-1-1,0 0 1,0 0-1,0 0 1,0 0 0,0 0-1,0 0 1,0 0-1,0 0 1,0 1-1,0-1 1,0 0-1,0 0 1,0 0-1,0 0 1,1 0-1,-1 0 1,0 1 0,0-1-1,0 0 1,0 0-1,0 0 1,0 0-1,-1 0 1,1 0-1,0 0 1,0 1-1,0-1 1,0 0-1,0 5-28,-1 0 0,1 0 0,-1 0 0,0 0-1,-1 0 1,1 0 0,-1 0 0,0-1 0,0 1-1,-1-1 1,-2 5 0,-6 7-414,-22 23 0,9-10-166,-17 20 48,39-48 720,18-3 155,0-1 0,-1 0 1,30-11-1,-26 7-5,35-6-1,-39 10-155,0 0 0,0 2 1,0 0-1,1 0 0,-1 2 1,0 0-1,0 0 0,1 1 1,26 9-1,-27-6-102,1 0 0,-1 2 0,0-1 0,-1 2-1,1 0 1,-2 1 0,1 1 0,-1 0 0,-1 0 0,0 1 0,0 1 0,-1 0-1,14 19 1,-22-25-261,0-1-1,0 1 1,0-1-1,-1 1 1,0 0-1,2 9 1,-3-14 19,-1 1 1,1 0-1,-1 0 0,0 0 1,0 0-1,0 0 1,0 0-1,0 0 1,0-1-1,-1 1 1,1 0-1,-1 0 0,1 0 1,-1 0-1,1-1 1,-1 1-1,0 0 1,0 0-1,0-1 1,0 1-1,0-1 0,-1 1 1,0 1-1,-4 1-903,-14 12-2290,-1-11-3502,-12-9-4550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7.281"/>
    </inkml:context>
    <inkml:brush xml:id="br0">
      <inkml:brushProperty name="width" value="0.035" units="cm"/>
      <inkml:brushProperty name="height" value="0.035" units="cm"/>
    </inkml:brush>
  </inkml:definitions>
  <inkml:trace contextRef="#ctx0" brushRef="#br0">168 30 9049,'-112'-26'-1072,"89"26"-1228,-9-3-393</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7.470"/>
    </inkml:context>
    <inkml:brush xml:id="br0">
      <inkml:brushProperty name="width" value="0.035" units="cm"/>
      <inkml:brushProperty name="height" value="0.035" units="cm"/>
    </inkml:brush>
  </inkml:definitions>
  <inkml:trace contextRef="#ctx0" brushRef="#br0">0 174 18042,'141'-3'3336,"-52"-4"36,-8 7-383,-15 0-373,-7-3-480,-10-4-1860,-3 4-276,-7 0 0,1-1 0,-21 8 0,-2-14 0,-1 3 0,-26-16 0,-26-29-3592,-10 19-213,-6 27-3635,-17-11-7506</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9.378"/>
    </inkml:context>
    <inkml:brush xml:id="br0">
      <inkml:brushProperty name="width" value="0.035" units="cm"/>
      <inkml:brushProperty name="height" value="0.035" units="cm"/>
    </inkml:brush>
  </inkml:definitions>
  <inkml:trace contextRef="#ctx0" brushRef="#br0">194 1 13901,'-43'23'1108,"10"6"-800,-6-9-1140,9 0-140,4 12-2940,3-5-2705</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8.412"/>
    </inkml:context>
    <inkml:brush xml:id="br0">
      <inkml:brushProperty name="width" value="0.035" units="cm"/>
      <inkml:brushProperty name="height" value="0.035" units="cm"/>
    </inkml:brush>
  </inkml:definitions>
  <inkml:trace contextRef="#ctx0" brushRef="#br0">0 108 11565,'23'14'12124,"-35"-1"-10087,11-12-1979,0 0 0,0 1-1,0-1 1,0 1 0,1-1-1,-1 1 1,1-1-1,-1 1 1,1 0 0,0-1-1,-1 1 1,1-1 0,0 1-1,0 0 1,0-1 0,0 1-1,0 0 1,1-1-1,-1 1 1,0 0 0,1-1-1,-1 1 1,2 2 0,1 9 174,15 76 787,26 115 188,-32-159-983,2 0 1,29 61-1,-35-92-152,-1 0 0,2-1 0,0 0 0,1 0 0,12 12 0,-21-24-48,1 1 0,0-1 0,-1 1 0,1-1 0,0 0 1,0 0-1,0 0 0,0 0 0,0 0 0,0 0 0,0 0 0,0-1 0,0 1 1,0-1-1,0 0 0,1 1 0,-1-1 0,0 0 0,0 0 0,0-1 0,1 1 1,-1 0-1,0-1 0,0 1 0,0-1 0,0 0 0,0 1 0,4-3 0,0 0 22,-1 0 0,1-1 0,-1 0 0,1 1 0,-1-2 0,0 1 0,-1-1 0,7-7 0,2-6 1,-1-1 0,-1 0 0,-1 0 1,0-1-1,-2 0 0,0-1 0,-1 0 1,-1 0-1,3-26 0,-2-7-636,-2 0 1,-3-86-1,-3 114-197,-1 0 1,-1 1-1,-7-30 0,6 40-566,-1 1-1,-8-19 1,8 23-901,0 0 0,-1 1-1,-12-17 1,6 13-9042</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49.254"/>
    </inkml:context>
    <inkml:brush xml:id="br0">
      <inkml:brushProperty name="width" value="0.035" units="cm"/>
      <inkml:brushProperty name="height" value="0.035" units="cm"/>
    </inkml:brush>
  </inkml:definitions>
  <inkml:trace contextRef="#ctx0" brushRef="#br0">282 8 13729,'-3'1'1649,"-2"0"-1243,0 1 1,-1 1-1,1-1 1,0 1-1,0 0 0,0 0 1,0 0-1,1 0 0,-1 1 1,1 0-1,0 0 1,-4 5-1,-9 13-187,-19 27 1,21-28 167,-16 20-91,16-23-78,2 1 0,-20 35 0,28-46-151,1 0 0,-2-1 0,1 1 0,-1-1 0,-9 8 0,14-13-40,0 0 0,0 0 0,-1 0 0,1 0 1,1 0-1,-1 0 0,0 1 0,0-1 0,1 0 1,-1 0-1,1 1 0,-1 2 0,1 0 40,1-4-44,0-1-1,1 0 0,-1 1 0,0-1 0,1 0 0,-1 1 0,0-1 0,1 0 0,-1 0 1,0 0-1,1 0 0,-1 0 0,3-1 0,-3 1 5,7-1 41,-1 0 0,1-1 0,0 0 0,-1 0-1,1-1 1,-1 0 0,0 0 0,0-1 0,12-8 0,8-8 158,26-23 1,-21 15-177,142-131-1292,-172 158 1063,-11-36-253,8 34 329,-35 13-229,36-6 343,0 2 0,0-1 12,-1 1-1,1-1 1,0 0 0,1 0-1,-1 0 1,1 1 0,0-1-1,1 0 1,-1 0 0,1 0-1,0-1 1,0 1 0,0 0-1,1-1 1,5 8 0,1-2 85,-1-1 0,2-1-1,-1 0 1,1 0 0,0-1 0,1 0 0,0 0 0,0-2 0,0 1-1,1-1 1,0-1 0,0 0 0,0-1 0,19 3 0,1-2 144,-1-1-1,1-2 1,-1-2 0,53-7 0,-2 2-200,-57 5-537,1-1-1,0-1 0,41-10 1,-65 12 342,0 1 0,0-1 0,-1 0 1,1 0-1,0 0 0,0 0 1,-1 0-1,1 0 0,-1 0 0,1 0 1,-1-1-1,1 1 0,-1 0 1,0-1-1,0 1 0,0-1 0,0 0 1,0 1-1,0-1 0,0 0 1,0 0-1,-1 0 0,1 1 1,-1-1-1,1 0 0,-1 0 0,0 0 1,1 0-1,-1-2 0,-1-2-302,1 1 1,-1 0-1,0-1 0,0 1 0,0 0 1,-1 0-1,0 0 0,-4-9 0,1 7-118,0 1-1,-1-1 0,0 1 0,1 0 0,-2 0 0,1 1 0,-1 0 0,0 0 0,0 0 0,-13-5 1,-17-14 2797,35 23-1956,0 0-1,1-1 1,-1 0 0,1 1-1,0-1 1,-1 0 0,1 0-1,0 0 1,0 0-1,-1-3 1,0 2 350,1 1 1995,24 1-722,-15 1-1502,0-1 1,1 2 0,-1-1-1,1 1 1,-1 0-1,0 1 1,1 0-1,9 4 1,65 29 1944,131 79 0,-170-88-2262,-1 2 0,-1 2-1,50 47 1,1 0-5267,-92-77 5088,0-1 1,0 1-1,0 0 1,-1-1-1,1 1 0,0-1 1,0 1-1,0-1 1,-1 1-1,1-1 1,0 1-1,-1-1 0,1 0 1,0 1-1,-1-1 1,1 0-1,-1 1 1,1-1-1,0-1 1,-1 2-28,4-8 77,0 1 0,0-1 0,0 0 0,-1 0 0,-1 0 0,1 0 0,1-15 0,-1 8 164,9-57 1346,-10 58-627,0-1 1,0 1-1,8-23 0,-9 35-729,0-1 0,1 1-1,-1 0 1,0 0 0,1 0 0,-1 0 0,1 0 0,0 0-1,0 0 1,-1 0 0,1 0 0,0 1 0,1-1-1,-1 1 1,0 0 0,0-1 0,1 1 0,-1 0 0,0 1-1,1-1 1,-1 0 0,1 1 0,-1-1 0,1 1-1,0 0 1,-1-1 0,1 1 0,-1 1 0,5-1 0,0 1 47,0 0 1,0 1-1,0-1 1,0 1 0,0 1-1,0-1 1,-1 1-1,1 0 1,9 7-1,-2 1 39,0 1 0,-1 0 0,-1 1 0,0 1 0,0 0-1,-1 0 1,-1 1 0,-1 0 0,0 1 0,-1 0-1,0 0 1,6 21 0,-5-5-893,0 0 0,-2 1 1,-2 0-1,-1 0 0,0 52 0,-4-82 337,0-1 0,0 1-1,-1-1 1,1 1 0,-1-1-1,0 0 1,1 1 0,-1-1 0,0 1-1,0-1 1,-1 0 0,1 0-1,0 0 1,-1 0 0,-1 2-1,2-3-123,0 0 0,0 0 0,0 0 0,0 0 0,0-1 0,0 1 0,0 0-1,0-1 1,0 1 0,-1-1 0,1 1 0,0-1 0,0 1 0,-1-1 0,1 0-1,-2 0 1,2 0-414,-1 0 0,1-1 0,0 1 0,0-1 0,-1 1-1,1-1 1,0 1 0,0-1 0,0 0 0,0 0 0,0 1-1,-1-2 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50.148"/>
    </inkml:context>
    <inkml:brush xml:id="br0">
      <inkml:brushProperty name="width" value="0.035" units="cm"/>
      <inkml:brushProperty name="height" value="0.035" units="cm"/>
    </inkml:brush>
  </inkml:definitions>
  <inkml:trace contextRef="#ctx0" brushRef="#br0">169 40 10329,'17'18'2642,"-18"-18"-2428,0 0-1,0 1 0,0-1 0,0 0 1,0 0-1,0 0 0,0 0 1,0 1-1,0-2 0,0 1 0,0 0 1,0 0-1,-1 0 0,1 0 0,0-1 1,0 1-1,-4-2 4299,2 3-3891,-6 3-429,0 0 1,1 0-1,0 1 0,0 0 1,1 0-1,-1 1 0,1 0 1,-9 10-1,0 1 119,1 1 0,-18 26 0,18-12-62,15-31-237,-1 0-1,1-1 1,0 1 0,0 0 0,1-1 0,-1 1-1,0 0 1,0 0 0,0-1 0,0 1 0,1 0-1,-1-1 1,0 1 0,1-1 0,-1 1-1,0 0 1,1-1 0,-1 1 0,1-1 0,-1 1-1,1-1 1,-1 1 0,2 0 0,-1 1 16,2 2-15,0-1 1,1 1-1,-1-1 1,1 0-1,0 0 1,-1 0 0,1 0-1,1 0 1,-1-1-1,0 0 1,1 0-1,-1 0 1,1 0 0,-1-1-1,1 0 1,0 0-1,-1 0 1,1-1-1,0 1 1,0-1 0,0 0-1,0 0 1,8-2-1,10-2-20,1-1-1,-1-2 1,36-13-1,-40 13-68,1 0-98,0-1 0,-1-1 0,0 0 0,0-2 0,-1 0 0,0-1 0,16-15 0,-29 23 30,-1-1-1,0 0 1,-1-1 0,1 1-1,2-7 1,2-2-170,-8 14 285,1-1 0,-1 0-1,0 0 1,1 0-1,-1 0 1,0 0 0,0 0-1,0 0 1,1 0-1,-1 0 1,0 0 0,0 0-1,-1 0 1,1 0-1,0 0 1,0 0-1,0 0 1,-1 0 0,0-2-1,0-1-53,1 2 64,0 1 0,0-1 0,0 1 1,0-1-1,-1 0 0,1 1 0,-1-1 0,1 1 0,-1-1 1,1 1-1,-1 0 0,0-1 0,0 1 0,0 0 0,0-1 1,0 1-1,0 0 0,0 0 0,0 0 0,0 0 0,0 0 1,-1 0-1,1 0 0,0 0 0,-1 0 0,1 1 0,-1-1 1,1 1-1,-1-1 0,1 1 0,-1-1 0,1 1 0,-1 0 0,-2 0 1,-26-6 96,27 6 324,3 2-371,0 0-1,1 0 0,-1 0 1,1 0-1,-1 0 0,1 0 0,0 0 1,0 0-1,-1 0 0,2 0 1,-1 0-1,0-1 0,0 1 0,0 0 1,1-1-1,-1 1 0,1-1 1,0 1-1,-1-1 0,1 0 1,3 2-1,3 2 27,2 0 1,-1-1-1,12 4 1,-12-5 3,15 5 28,1-2-1,0 0 0,42 3 0,-13-2 3,59-1-658,-107-6 247,0 0 0,-1 0-1,1 0 1,0-1 0,-1 0 0,1 0 0,-1-1-1,9-3 1,4 0-801,-14 4 130,-5-1 201,0-1 653,-1 0 91,1 0 0,0 0 0,0 1 0,0-1 0,0 0 0,1 0 0,-1 0 1,1 0-1,0-1 0,0 1 0,0 0 0,0-5 0,5-8 566,-4 13 1046,3-33 3141,0 34-4583,34-8-6,-34 8-77,-1 5 13,6 2-26,-1 0-1,1-1 0,1 0 1,-1 0-1,18 4 0,56 7 212,6 1 416,2-6-224,-88-9-489,0 0-1,0 0 1,0 1-1,0-1 1,0 1-1,0-1 1,0 1 0,-1 0-1,1 0 1,-1 0-1,0 1 1,1-1 0,-1 0-1,0 1 1,0 0-1,-1-1 1,3 5 0,7 22-3282,-8-1-4139,-3-7-2354</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50.354"/>
    </inkml:context>
    <inkml:brush xml:id="br0">
      <inkml:brushProperty name="width" value="0.035" units="cm"/>
      <inkml:brushProperty name="height" value="0.035" units="cm"/>
    </inkml:brush>
  </inkml:definitions>
  <inkml:trace contextRef="#ctx0" brushRef="#br0">395 0 15321,'-119'25'3181,"110"-23"-2898,0 1 0,-1 0 1,1 0-1,1 1 0,-1 0 1,0 1-1,1-1 0,0 2 1,0-1-1,-12 12 0,3 0-28,1 0 1,-29 39-1,32-36-270,1 1-1,1-1 1,0 2 0,2-1-1,1 2 1,0-1 0,-8 45-1,15-63-12,1-1 0,-1 1 0,1 0 1,0-1-1,0 1 0,0 0 0,0-1 0,1 1 0,-1 0 0,1-1 0,0 1 0,0-1 0,1 1 0,-1-1 0,1 1 0,-1-1 0,1 0 0,3 3 0,-2-2-65,0-1 0,1 0 0,-1 0 0,1 0 0,0 0 0,0-1 0,0 0 0,0 0 0,0 0 0,1 0 0,-1 0 0,7 1 0,6 0-457,0-1 0,0 0 0,0-2-1,0 1 1,0-2 0,25-4 0,83-22-3417,-23 4-475,-12 6-835</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50.864"/>
    </inkml:context>
    <inkml:brush xml:id="br0">
      <inkml:brushProperty name="width" value="0.035" units="cm"/>
      <inkml:brushProperty name="height" value="0.035" units="cm"/>
    </inkml:brush>
  </inkml:definitions>
  <inkml:trace contextRef="#ctx0" brushRef="#br0">174 88 14909,'0'0'4117,"2"-2"-2178,3-2-1418,0 1-1,0-1 0,0 1 1,0 0-1,1 0 0,-1 0 1,1 1-1,0 0 0,0 0 1,0 1-1,6-2 0,5-1 119,69-21 2509,-74 20-2873,-10 3-253,-43 7-837,-99 31-1028,58-12 1283,68-20 629,-1 0 0,1 1 0,0 1 0,1 0 0,-16 10 0,26-15 457,5 3-278,0 0-206,0 0 0,1 0 0,-1 0 0,1 0 0,-1-1 0,1 1 0,1-1 1,-1 0-1,0 0 0,1 0 0,3 3 0,2-1 49,-1 0-1,1-1 1,0 0-1,16 5 1,9 0 169,-1-2 1,37 3-1,-41-7-87,78 10-126,1-5 1,0-4-1,128-13 0,-224 8-482,0-1 0,0 0 0,0 0 0,0-1 0,0-1 0,-1 0 0,0-1 0,12-6 0,-21 10 201,0-1 0,0 0 0,1 0 0,-1 0 0,0 0 1,-1 0-1,1 0 0,0-1 0,-1 1 0,1 0 0,-1-1 1,0 1-1,0-1 0,0 0 0,0 1 0,0-1 1,0-3-1,1-5-927,0-1 0,-1-21 0,1-3-157,-1 0 1680,-2 27-77,1 5 354,2 2 47,14-20 892,-16 22-1552,0 0 0,0 0-1,0-1 1,1 1 0,-1 0 0,0 0 0,0 0 0,0 0 0,0 0 0,0 0 0,0 0 0,0 0 0,1-1 0,-1 1 0,0 0 0,0 0 0,0 0 0,0 0 0,0 0-1,1 0 1,-1 0 0,0 0 0,0 0 0,0 0 0,0 0 0,0 0 0,1 0 0,-1 0 0,0 0 0,0 0 0,0 0 0,0 0 0,0 0 0,1 0 0,-1 0-1,0 0 1,0 0 0,0 1 0,0-1 0,0 0 0,1 0 0,10 4 555,0 0-1,-1 1 1,1 0 0,-1 1-1,0 0 1,0 0 0,13 13-1,0 3 32,-2 0 0,0 1 0,-2 2 0,0 0 0,-2 0 0,-1 2-1,22 49 1,-33-64-611,0 0-1,-1 0 1,0 1 0,-1-1-1,-1 1 1,0 0-1,-1 0 1,0 0-1,-1 0 1,0 0 0,-1 0-1,0 0 1,-5 15-1,2-10-782,-2 0 0,-10 25 0,15-41 488,0 0 1,-1 0-1,1 0 0,-1 0 0,1 0 0,-1-1 1,1 1-1,-1-1 0,0 1 0,0-1 0,0 0 1,0 0-1,0 1 0,0-1 0,0-1 0,0 1 1,0 0-1,-1 0 0,1-1 0,0 1 0,0-1 1,-4 0-1,-2 1-1212,0-1 0,0 0-1,0-1 1,-14-2 0,12 0-1730,-1 0-1,1-1 1,-15-7-1,25 11 3175</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51.836"/>
    </inkml:context>
    <inkml:brush xml:id="br0">
      <inkml:brushProperty name="width" value="0.035" units="cm"/>
      <inkml:brushProperty name="height" value="0.035" units="cm"/>
    </inkml:brush>
  </inkml:definitions>
  <inkml:trace contextRef="#ctx0" brushRef="#br0">481 8 9085,'-8'0'499,"0"0"-1,0 0 1,-13-4 0,1 1 1107,11 3-1250,0 0 1,-1 0 0,1 1-1,1 1 1,-1 0 0,0 0-1,0 0 1,1 1 0,-1 1-1,-10 5 1,5-1-50,0 0 1,1 1-1,0 0 1,0 1-1,1 1 0,0 0 1,1 1-1,0 0 1,1 0-1,-12 20 1,-6 15 579,-37 83 0,64-127-856,-14 29 259,2 1 1,2 1-1,-8 35 0,15-53-58,1 1 0,1-1 0,1 1-1,0 0 1,1-1 0,1 1 0,1 0 0,4 22 0,-5-35-145,1-1 0,-1 1 0,1-1 1,0 0-1,0 0 0,0 1 0,0-2 1,0 1-1,1 0 0,-1 0 0,1-1 1,0 1-1,0-1 0,0 0 0,0 0 1,0 0-1,0 0 0,4 1 0,0 1 17,1-1-1,-1-1 0,1 0 0,-1 0 0,1 0 1,0-1-1,8 1 0,-2-3-10,0 1-1,-1-2 1,1 0-1,-1-1 1,1 0-1,-1-1 1,0 0-1,0-1 1,-1-1-1,1 0 1,-1-1-1,-1 0 1,1 0-1,15-15 1,-6 4-57,-2-1 0,0 0-1,-1-2 1,-1 0 0,0-1 0,16-31 0,-14 19-322,-2-1 1,-1-1-1,-2 0 1,-1-1-1,-2-1 1,-2 0-1,6-44 1,-12 57 51,0 11-10,-1 1-1,-1-1 1,-1-25-1,-2 14-127,2 25 364,0 0 1,0-1-1,0 1 0,0 0 0,0 0 0,0 0 0,0-1 1,0 1-1,0 0 0,0 0 0,0 0 0,0-1 0,0 1 0,0 0 1,0 0-1,-1 0 0,1-1 0,0 1 0,0 0 0,0 0 1,0 0-1,0 0 0,0-1 0,0 1 0,-1 0 0,1 0 0,0 0 1,0 0-1,0 0 0,0 0 0,-1-1 0,1 1 0,0 0 1,0 0-1,0 0 0,0 0 0,-1 0 0,1 0 0,-5-2-64,3 1 44,0 1 1,0-1-1,1 0 1,-1 1 0,0-1-1,0 1 1,0 0-1,0 0 1,0-1 0,0 1-1,0 1 1,-2-1 0,3 1 15,-1 0 0,1 0 1,0-1-1,0 1 1,0 1-1,0-1 1,0 0-1,0 0 0,0 0 1,0 0-1,1 1 1,-1-1-1,0 0 0,1 1 1,-1-1-1,1 1 1,-1-1-1,1 0 1,0 1-1,-1-1 0,1 3 1,-2 10 56,0 0 0,1 1 1,0-1-1,1 1 0,1-1 0,0 0 1,1 1-1,1-1 0,0 0 0,1 0 1,0 0-1,1-1 0,0 1 0,9 12 1,-7-10 171,0-1 1,1-1 0,1 0 0,0 0 0,1 0-1,1-1 1,0-1 0,14 13 0,-14-16-8,0 0 1,1-1 0,0-1-1,0 1 1,0-2-1,18 7 1,-25-11-181,-1-1 0,1 1 0,-1-1 1,1 0-1,0-1 0,-1 1 0,1-1 0,0 0 0,0 0 0,-1 0 1,1-1-1,0 0 0,-1 0 0,1 0 0,0 0 0,-1-1 0,1 0 1,-1 1-1,0-2 0,0 1 0,0 0 0,5-5 0,6-6-439,-1-1 0,0 0 0,21-32 0,-33 43 290,0 0-1,-1 0 1,1-1-1,-1 1 1,0 0 0,0-1-1,0 1 1,0-1-1,-1 1 1,0-1 0,1 0-1,-2-5 1,-7-43-1054,4 31 427,0 8 182,0 0 0,0 0 0,-1 1 0,-1 0 0,-13-21 0,18 30 1014,11 19 293,-8-14-497,1 0 0,-1 0 1,1 0-1,0 0 0,0-1 0,-1 1 1,1-1-1,0 1 0,0-1 1,1 0-1,4 1 0,2 0 273,-1-2 582,42-7 529,60-11 1005,-70 7-2123,0-2 0,-1-2 0,48-24 0,-62 20-2560,-26 19 2003,0 0 0,0 0 0,1 0 0,-1 0 0,0 0 0,0 0 0,0 0-1,0 0 1,0 0 0,0 0 0,0-1 0,0 1 0,1 0 0,-1 0-1,0 0 1,0 0 0,0 0 0,0 0 0,0-1 0,0 1 0,0 0-1,0 0 1,0 0 0,0 0 0,0 0 0,0-1 0,0 1 0,0 0 0,0 0-1,0 0 1,0 0 0,0 0 0,0 0 0,0-1 0,0 1 0,0 0-1,0 0 1,-1 0 0,1 0 0,0 0 0,0 0 0,0-1 0,0 1 0,0 0-1,0 0 1,-3-5-1480,-6-17-654,6 7-8167</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52.237"/>
    </inkml:context>
    <inkml:brush xml:id="br0">
      <inkml:brushProperty name="width" value="0.035" units="cm"/>
      <inkml:brushProperty name="height" value="0.035" units="cm"/>
    </inkml:brush>
  </inkml:definitions>
  <inkml:trace contextRef="#ctx0" brushRef="#br0">223 59 14793,'-16'-8'2083,"15"8"-1971,1 1 0,-1-1-1,1 0 1,-1 0 0,1 0-1,-1 1 1,1-1 0,0 0-1,-1 1 1,1-1 0,-1 0-1,1 1 1,0-1 0,-1 0-1,1 1 1,0-1 0,-1 1-1,1-1 1,0 1 0,0-1-1,-1 0 1,1 1-1,0-1 1,0 1 0,0-1-1,0 1 1,0-1 0,0 2-1,0-2 120,-1 1-105,1 0 0,0 0 1,-1-1-1,1 1 1,-1 0-1,1-1 0,-1 1 1,1 0-1,-1-1 1,0 1-1,1-1 0,-1 1 1,0 0-1,1-1 1,-1 0-1,0 1 1,0-1-1,1 1 0,-1-1 1,0 0-1,0 0 1,0 1-1,0-1 0,1 0 1,-1 0-1,0 0 1,0 0-1,0 0 0,0 0 1,1 0-1,-1 0 1,0-1-1,0 1 1,-1 0-1,-32-13-1293,25 9 1483,-48-24-890,46 22 641,0 1 1,0-1-1,-1 2 0,-12-4 0,21 7 535,4 5-278,5 12-151,0-1 1,1-1-1,1 1 0,0-1 0,1 0 0,0-1 0,20 22 0,6 3-245,47 37 0,-54-50-538,68 56-2451,-26-34-5317,-21-20-2436</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52.676"/>
    </inkml:context>
    <inkml:brush xml:id="br0">
      <inkml:brushProperty name="width" value="0.035" units="cm"/>
      <inkml:brushProperty name="height" value="0.035" units="cm"/>
    </inkml:brush>
  </inkml:definitions>
  <inkml:trace contextRef="#ctx0" brushRef="#br0">135 325 10693,'-5'-16'1349,"-1"-4"587,4 7 8337,18 3-7926,85-30 456,-74 31-2403,-1-1 0,0-2 0,28-16 0,-52 27-492,0-1-1,0 1 1,0-1 0,0 1 0,0-1 0,0 0 0,-1 1-1,1-1 1,-1 0 0,1 0 0,-1 0 0,0-1-1,1 1 1,-1 0 0,0 0 0,-1-1 0,1 1-1,0 0 1,-1-1 0,1 1 0,-1-1 0,0 1-1,0-1 1,0 1 0,0-1 0,0 1 0,0-1 0,-1 1-1,1-1 1,-1 1 0,0 0 0,1-1 0,-1 1-1,0 0 1,-1 0 0,1-1 0,0 1 0,-1 0-1,1 0 1,-1 0 0,1 1 0,-1-1 0,-3-3-1,-3-2-257,0 1 0,0-1 0,-1 1 0,1 1 0,-2-1 0,1 2 0,0-1 0,-1 1 0,0 1 0,0-1-1,-15-1 1,1 1-61,0 1-1,0 1 1,-47 3-1,68-1 439,-1 1 0,1-1 0,-1 1-1,1 0 1,0 0 0,-1 0 0,1 0 0,0 0-1,0 1 1,-1 0 0,1 0 0,1 0 0,-1 0-1,0 0 1,0 0 0,-3 5 0,0 0 99,0 1-1,0 1 1,1-1 0,-4 11-1,3-7-72,3-6 26,0 1 0,1 0-1,0 0 1,0-1 0,0 2-1,1-1 1,0 0 0,1 0 0,0 0-1,0 0 1,1 10 0,2 1 154,0 1 0,10 29 0,-8-35-141,0 0 1,1-1-1,1 1 0,0-1 0,0-1 1,1 1-1,1-1 0,0-1 0,0 1 0,1-2 1,0 1-1,1-1 0,0-1 0,0 0 0,1 0 1,0-1-1,16 6 0,-13-7-530,-1 0-1,1-1 1,1-1-1,-1 0 1,0-1-1,24 1 1,-26-3-670,0-1 0,0-1 0,0 0 0,0-1 0,0 0 0,0-1 0,-1 0 0,14-6 0,17-10-8405</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53.408"/>
    </inkml:context>
    <inkml:brush xml:id="br0">
      <inkml:brushProperty name="width" value="0.035" units="cm"/>
      <inkml:brushProperty name="height" value="0.035" units="cm"/>
    </inkml:brush>
  </inkml:definitions>
  <inkml:trace contextRef="#ctx0" brushRef="#br0">538 62 10389,'-43'7'2496,"35"-6"-2031,0 0 1,1 0-1,-1 0 0,1 1 0,0 0 0,-1 0 0,1 1 1,0 0-1,-11 7 0,-3 3-104,2 2-1,0 1 1,0 0-1,2 1 1,0 1 0,-25 35-1,38-47-384,0 0 0,1 0 0,0 0 0,0 1 0,0-1 0,-2 12-1,4-14 88,4-5 57,12-2 54,-1-1 0,0 0 1,0-1-1,0 0 0,-1-1 1,1-1-1,-2 0 0,1-1 1,18-15-1,38-34 1002,33-29 1993,-88 72-2482,1 1-1,0 0 1,1 1 0,0 0-1,20-9 1,-34 21-527,-4 4-19,-82 138 246,-69 163 0,-34 171-501,7 183-147,155-557 164,21-84 78,-27 131-166,28-131 159,1 0 1,1 1-1,1-1 1,1 0-1,0 0 1,4 20-1,-4-37 25,-1 1-1,0-1 1,1 0-1,-1 1 1,1-1-1,0 1 1,-1-1-1,1 0 1,0 1-1,0-1 1,0 0-1,0 0 1,0 0-1,0 0 1,0 0-1,0 0 1,0 0-1,1 0 1,-1 0-1,0-1 1,1 1-1,-1 0 1,0-1-1,1 1 1,-1-1-1,1 1 1,-1-1-1,1 0 1,2 0-1,1 1 1,0-2-1,0 1 0,-1 0 1,1-1-1,0 0 1,0 0-1,6-3 0,2-1-3,-1-1-1,0 0 0,-1-1 0,1 0 1,-1-1-1,18-17 0,-1-2-82,27-34-1,-9 2-437,73-122 0,17-76-1081,78-212-618,-157 316 964,45-184 1,-89 281 678,7-79 1,-21 88 285,0 30 269,1 13 87,-1 8 117,-4 12 61,2-7-94,0 1-1,0-1 1,-2 19-1,4-8-15,-2 3 111,1 0 0,1 1-1,1-1 1,1 0 0,1 1 0,9 39 0,-5-44-24,0 2 310,1 0 0,17 36 1,-21-51-430,1 0 1,0 0 0,0-1-1,0 0 1,0 0 0,1 0-1,0 0 1,0 0 0,0-1-1,0 0 1,1 0 0,0-1-1,9 5 1,-2-3-77,-1-1 0,0-1-1,1 0 1,0-1 0,-1 0 0,1-1 0,0 0 0,0-1 0,0-1-1,0 0 1,0-1 0,-1 0 0,1-1 0,-1 0 0,1-1 0,-1 0 0,0-1-1,-1 0 1,1-1 0,14-10 0,-10 5-260,-1 1 0,0-2 0,-1 0 1,0-1-1,-1-1 0,0 0 0,-1 0 0,-1-1 0,-1-1 0,0 0 0,0 0 1,-2-1-1,9-24 0,20-106-1275,-28 102 1251,-7 37 238,-1-1 0,0 1 1,0-1-1,-1-10 0,0 9 8,0 7 243,-1 2-198,0 1-1,0 0 0,1 1 1,-1-1-1,0 0 1,0 0-1,0 0 1,1 0-1,-1 1 1,0-1-1,0 0 0,1 1 1,-1-1-1,0 0 1,1 1-1,-1-1 1,0 1-1,1-1 1,-1 1-1,1-1 0,-1 1 1,1 0-1,-1-1 1,1 1-1,0 0 1,-1-1-1,1 1 1,-1 0-1,1 0 0,0-1 1,0 1-1,0 0 1,-1 0-1,1-1 1,0 2-1,1 29 466,5 10 121,2 12 477,18 63 0,-21-99-925,1 0 0,1 0 0,0-1 0,1 0 1,1 0-1,0-1 0,21 25 0,-16-24-403,1-1 1,1-1 0,1 0-1,0-1 1,0-1-1,1-1 1,1 0-1,0-2 1,39 15-1,-36-17-2066,38 7-1,-38-10-2034,41 0 0,-21-4-5261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53.942"/>
    </inkml:context>
    <inkml:brush xml:id="br0">
      <inkml:brushProperty name="width" value="0.035" units="cm"/>
      <inkml:brushProperty name="height" value="0.035" units="cm"/>
    </inkml:brush>
  </inkml:definitions>
  <inkml:trace contextRef="#ctx0" brushRef="#br0">279 657 13453,'-25'-17'1905,"20"14"1165,-12-1-1089,14 3-1862,-1 1 0,1-1 0,-1 1 0,1 0 0,-1 0 0,1 0 0,-1 1 0,0-1 0,1 1 0,-1 0 0,1 0 0,0 0-1,-1 0 1,1 1 0,-6 3 0,-4 3 92,0 1 1,-16 14-1,3-2-24,16-13-155,0 1 0,1 0 0,0 1 0,0 0 0,1 0 0,-7 13 0,-3 1-48,18-24 17,0 1-1,0-1 0,-1 0 0,1 0 0,0 0 0,0 0 1,0 0-1,0 0 0,0 0 0,0 0 0,0 1 0,0-1 1,0 0-1,0 0 0,0 0 0,0 0 0,0 0 0,0 0 1,0 1-1,0-1 0,0 0 0,0 0 0,0 0 0,0 0 0,0 0 1,0 0-1,0 1 0,0-1 0,0 0 0,0 0 0,0 0 1,0 0-1,0 0 0,0 0 0,0 0 0,0 0 0,0 1 1,0-1-1,1 0 0,-1 0 0,0 0 0,0 0 0,0 0 1,0 0-1,0 0 0,2 3 7,0 0 0,0-1 1,0 1-1,1-1 0,-1 1 1,0-1-1,1 0 0,-1 0 1,1 0-1,0 0 0,0-1 1,0 1-1,0-1 0,0 1 0,0-1 1,0 0-1,0 0 0,1-1 1,-1 1-1,0-1 0,0 1 1,1-1-1,-1 0 0,0 0 1,1-1-1,-1 1 0,0-1 1,0 0-1,4 0 0,33-10 437,47-19-1,-28 9 222,36-12 495,-79 26-901,-6 3-644,-15 13-127,-11 8 124,10-11 275,1 0 1,-1 1-1,1 0 0,0 0 0,0 0 0,1 0 0,0 1 0,1 0 0,-5 11 1,8-17 98,-1 0 1,1 0 0,-1 0 0,1 1 0,0-1-1,0 0 1,0 0 0,0 1 0,0-1 0,0 0-1,0 0 1,1 1 0,-1-1 0,1 0 0,0 0-1,0 0 1,0 0 0,0 0 0,0 0-1,0 0 1,0 0 0,1 0 0,-1-1 0,0 1-1,1 0 1,0-1 0,-1 1 0,4 1 0,0 0 10,0 0 0,0-1 1,0 1-1,0-1 0,0-1 1,1 1-1,-1-1 0,1 1 1,-1-2-1,1 1 0,9 0 1,47-3 41,0-2-1,0-2 1,-1-4 0,0-2-1,71-24 1,-108 28-43,0-2 0,0-1 0,-1-1 0,-1-1 1,0 0-1,-1-2 0,0-1 0,-2 0 0,0-1 0,0-2 1,-2 1-1,0-2 0,-1 0 0,-1-2 0,-1 1 0,-1-1 0,-1-1 1,-1-1-1,-1 1 0,-1-2 0,-1 1 0,-2-1 0,0 0 1,-1 0-1,2-51 0,-7 53-19,0 1 1,-2-1 0,0 1-1,-7-25 1,5 32 16,0 1 1,-1 0-1,-1 0 1,0 1-1,-1 0 0,0 0 1,-13-17-1,14 21-10,2 4 49,0-1 0,-1 1 0,1-1 0,-1 1-1,-6-5 1,10 10-30,0-1-1,0 0 1,0 0-1,0 1 1,0-1-1,0 1 1,0-1-1,0 1 1,-1-1-1,1 1 1,0 0-1,0 0 1,0-1-1,-1 1 1,1 0-1,0 0 1,0 0-1,-1 0 1,1 1-1,0-1 1,0 0-1,0 0 1,-1 1-1,1-1 1,0 1-1,0-1 1,0 1-1,0 0 1,0-1-1,0 1 1,0 0-1,0-1 1,0 1-1,-2 2 1,-3 4 29,0 1-1,0 0 1,0 0 0,1 1-1,0-1 1,0 1 0,1 0-1,1 0 1,-1 1 0,2-1 0,-1 1-1,1 0 1,-1 10 0,0 16 346,2 1 1,3 44 0,-1-58-206,1 18 114,2-1 1,1 0 0,2-1 0,2 1 0,2-1 0,1-1-1,31 65 1,-35-86-273,2-1-1,1 0 0,0 0 1,0-1-1,2-1 0,0 0 1,28 24-1,-29-30-191,1 0 0,-1 0 1,1-1-1,0-1 0,1 0 0,0-1 1,0 0-1,0-1 0,0 0 0,1-2 0,18 2 1,-3-2-1416,0-2 0,54-6 0,9-12-5923,-20-9-3214</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54.636"/>
    </inkml:context>
    <inkml:brush xml:id="br0">
      <inkml:brushProperty name="width" value="0.035" units="cm"/>
      <inkml:brushProperty name="height" value="0.035" units="cm"/>
    </inkml:brush>
  </inkml:definitions>
  <inkml:trace contextRef="#ctx0" brushRef="#br0">93 214 5168,'-63'15'2976,"61"-14"-2703,0-1 1,0 1-1,0 0 0,0-1 0,0 1 1,1 0-1,-1 0 0,0 0 1,0 1-1,1-1 0,-3 2 0,-1 1 4673,9-4-3887,72 8 1242,-45-4-1155,35 1 1,724-17 4334,-296 2-4395,210 20-298,1 24-375,331 9-134,1015-88 185,-1581 13-89,671-54 568,-551 38-479,59-6-12,-567 45-452,261-21 0,-327 29-157,0 2-1,18 1 1,-31-1-376,-1 0-209,15 11-1505,-19-15 164,-13-8-2142,-7-4-4445,3 5-2141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8:06.732"/>
    </inkml:context>
    <inkml:brush xml:id="br0">
      <inkml:brushProperty name="width" value="0.035" units="cm"/>
      <inkml:brushProperty name="height" value="0.035" units="cm"/>
    </inkml:brush>
  </inkml:definitions>
  <inkml:trace contextRef="#ctx0" brushRef="#br0">57 132 7261,'-13'3'420,"9"-3"-226,0 1 0,0 0 0,1 0 0,-1 0 0,0 0 1,1 1-1,-1-1 0,1 1 0,-7 5 7713,33-8-7189,0-2 0,33-6-1,-29 4-319,39-3 1,40 8 68,21 0-34,193-12 107,-86 5-360,-125 1-138,357-2 90,-414 7-66,160 5 205,148-6-11,-214-3-203,-66 3-53,263 4 8,-185 7 2,106 11-69,-75-10 83,-86-6-49,320-8 42,-363 2-18,-5 1 12,61-4 57,8 3-79,-79 3 3,44-5 0,133-3-35,-125 8 34,35 2 23,34 7-30,-127-9 4,1-1 0,70-10 0,57-6 4,-100 12 18,243-9 42,-158 0-54,-84 6-8,81-5 0,15 1-28,-43 7 32,83 2 26,-161 1-29,60-4-61,170 0 167,-257 5-107,0 0 1,27-5-1,-25 4 2,-1 0-1,22 2 1,15 0 10,405-9 2,-422 5-8,-25 1-14,1 1 0,21 1 0,239 13 8,38-3 8,-189-4 2,118-7 40,-118 2-34,-68-3-18,-34 0 6,0 2 0,23 1 0,3 2 2,49-2 0,1-1-8,64 1-4,33 1 36,-94 9-31,-62-6 7,47 2 1,165 2-10,-188-9 72,183 4-163,-209 0 123,-22-3-18,0 1 0,21-2-1,-20 0-4,1 0 0,-1 1 0,26 5 0,-25-3 1,0-1 1,0 0-1,21-1 1,232-5-18,-158 5 26,-83-1-14,168 7 19,-156-5-19,56-2 0,-22-2 4,-16 1-19,144 7 46,-57 2 25,202 21-81,-219-27 24,-89-2 11,79 5-2,-55-1-18,4 2-20,26 0 43,-1 1-44,-3 0 65,5-5-46,39-1 39,-31 2-52,-21 0 18,-29-2 12,156-7 99,-169 4-92,48 4 0,-16 0-12,0-1-14,72-2 1,-54 2 7,-31 1 6,43 6 11,-21 0-9,-7-2-20,-31-3 16,53-1 0,74-3 5,-122-2-6,91-3-17,310-4 55,-94 0 41,-244 8-69,52 0 19,91-1-37,55 2-2,-150 3-10,-22 6 0,1 0 35,-125-8-7,16 0-2,1 0 0,35 7 0,-35-4-4,-1-1 0,1-1 0,0-2 0,27-3 0,2 0-16,108 6 24,103-8 15,240-1-44,-331-2 47,-85 2-84,127-18 120,-117 12-53,259-12 8,-293 20-9,11 1 1,261 10 56,31 0-114,-229-6 64,-39-2-14,68-1 17,-20 3-4,47 3-36,176 15 16,-279-13 15,47 3 2,-37-6-12,-41-2-29,194 2 49,-167-2-13,696 7 79,-551-4 138,122 4-31,-275-5-134,65 5 19,-124-4-23,-1-2-1,1-1 0,0 0 1,29-6-1,-49 6-75,-7-4-471,-7-5-103,-1 0 1,0 1-1,0 0 0,-1 1 1,-16-8-1,-38-15-6330,5 2-2651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8:09.335"/>
    </inkml:context>
    <inkml:brush xml:id="br0">
      <inkml:brushProperty name="width" value="0.035" units="cm"/>
      <inkml:brushProperty name="height" value="0.035" units="cm"/>
    </inkml:brush>
  </inkml:definitions>
  <inkml:trace contextRef="#ctx0" brushRef="#br0">0 30 23637,'14735'0'0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8:29.648"/>
    </inkml:context>
    <inkml:brush xml:id="br0">
      <inkml:brushProperty name="width" value="0.035" units="cm"/>
      <inkml:brushProperty name="height" value="0.035" units="cm"/>
    </inkml:brush>
  </inkml:definitions>
  <inkml:trace contextRef="#ctx0" brushRef="#br0">243 0 4484,'0'0'5288,"-2"2"-4722,-23 14 174,22-14 174,-23 11 170,24-13-1047,1 0 1,-1 1-1,0-1 0,1 1 1,-1-1-1,0 1 0,1 0 1,-1-1-1,0 1 0,-1 2 1,1-2-1,1 0 0,-1 0 1,0 0-1,1 0 0,-1-1 1,0 1-1,0 0 0,1-1 1,-1 1-1,-3-1 0,-20 10 515,20-8-402,2-1 2191,-17-3-1930,1 1-119,15 1 342,1 1-517,-59 20 1096,58-20 642,5-1-1826,0 1 1,-1-1-1,1 1 1,0-1-1,-1 1 1,1-1-1,-1 1 1,1-1-1,-1 1 1,1 0-1,-1-1 1,1 1-1,-1 0 1,1-1-1,-1 2 1,1-1-14,-1 0 1,0 0 0,1-1-1,-1 1 1,0 0 0,1-1 0,-1 1-1,1 0 1,-1-1 0,1 1-1,-1-1 1,1 1 0,-1-1-1,1 1 1,0-1 0,-1 1-1,1-1 1,0 1 0,-1-1-1,1 0 1,0 0 0,0 1-1,0-1 1,144 3 1134,178 4-267,-10-5-206,174 0 407,87-4-467,-298 3 219,-241 2-679,-31-3-2,16 0-111,33-6-999,-54 5 704,1 0 1,0 0-1,-1 0 1,1 0-1,0 0 1,-1 0-1,1 0 1,-1 0-1,0 0 1,1 0 0,-1 0-1,0 0 1,1 0-1,-1 0 1,-1-1-1,-20-12-3343,3 6-2829,-3 1-3579</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8:34.709"/>
    </inkml:context>
    <inkml:brush xml:id="br0">
      <inkml:brushProperty name="width" value="0.035" units="cm"/>
      <inkml:brushProperty name="height" value="0.035" units="cm"/>
    </inkml:brush>
  </inkml:definitions>
  <inkml:trace contextRef="#ctx0" brushRef="#br0">1 10 26261,'28953'0'0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3.287"/>
    </inkml:context>
    <inkml:brush xml:id="br0">
      <inkml:brushProperty name="width" value="0.035" units="cm"/>
      <inkml:brushProperty name="height" value="0.035" units="cm"/>
    </inkml:brush>
  </inkml:definitions>
  <inkml:trace contextRef="#ctx0" brushRef="#br0">578 40 4760,'0'0'8302,"3"0"-8093,26-10 5833,-30 9-6001,-15-16 67,14 16-41,-18-2-34,1 2-17,1 1-1,0 1 0,-25 4 1,40-4 48,-1-1-6,-11 1-55,0 1 0,0 0 0,-15 5 0,27-6-51,-14 3 47,4 1 30,10-4-12,0-1-40,-30 6 19,30-6 40,0 2-77,-91 80 174,79-67-136,-47 50-29,55-56 42,1 0 1,-1 1-1,2 0 1,-1 0-1,-6 17 1,-2 5-129,11-24 142,-1 0 1,1 0-1,0 0 0,1 0 0,-1 1 1,0 12-1,1-6 14,-1 0 0,-6 23 0,-4 16 19,7-19-57,-1-1 1,-12 35 0,16-65-6,2 29-8,1 57-11,1-77 16,0 1 1,1-1-1,1 1 0,0-1 0,0 0 1,2 0-1,5 13 0,-8-20 26,0 1 0,0-1 0,1 14 0,3 12 45,7 3-23,5 13-24,-15-40-20,0 1 1,-1-1-1,0 1 0,0-1 1,-1 1-1,0 0 0,-1 12 1,0-20-2,1 1 0,-1-1 1,0 1-1,0-1 1,1 1-1,-1-1 1,1 0-1,-1 1 1,1-1-1,0 0 0,-1 0 1,1 1-1,0-1 1,0 0-1,2 2 1,7 13 12,0 4-42,17 28-1,-17-33 40,-6-8 14,0 1-68,1-1-1,0 1 1,10 11 0,55 62 145,-61-69-116,1-1-1,0 0 0,1-1 0,0 0 0,1 0 1,0-1-1,0-1 0,22 11 0,-27-15 32,29 14 47,42 14 0,-25-19 25,-50-13-56,0 2 1,7 1-12,-1-1 0,1 0 0,-1 0 0,13 1 1,36-7 55,-57 4-66,1 0 0,-1 0 0,0 0 0,0 0 0,0 0 0,0 0 0,0-1 0,0 1 0,0 0 0,0-1 0,0 1 0,0-1 0,0 1 0,1-2 0,5-1 14,-6 2-11,21-5 70,0-2 0,37-17 0,16-11 425,-15 3-168,-40 24-264,-6-4-45,0 0 6,24-14 213,38-36-1,-75 63-238,19-20 177,-16 16-149,0-1 0,1 1 0,-1 0 0,1 0 0,7-3 0,-11 6-31,0 0-1,0 1 1,0-1-1,0 0 0,0 0 1,0 0-1,0 0 1,0 0-1,0 0 0,0 0 1,0 0-1,-1 0 0,1 0 1,0-2-1,9-11 61,-3 6-18,0-1 1,0 0-1,-1 0 1,0-1-1,-1 0 0,5-11 1,22-63 224,-10 30-119,1-46-162,-22 92 33,-1 1-1,0 0 1,-2-14-1,0-13 55,3 22-27,0 0 0,-1-1 0,-2-12 0,1 15 20,1-1 1,1-20-1,-1 27-60,0 0 4,-4-20 59,-10-30 0,-9-38 57,-2-10-52,16 91-56,8 11-13,0-1 0,0 1 0,0-1 0,1 0 0,-1 1 0,0-1 0,1 0 1,-1 0-1,1 1 0,-1-1 0,1 0 0,-1 0 0,1 0 0,0 0 0,-1 0 0,1-1 0,-1-2 30,0 0 1,0 0-1,-1 0 0,1 0 0,-1 0 0,0 1 0,1-1 0,-2 1 1,1-1-1,0 1 0,-1 0 0,1 0 0,-6-4 0,6 5 250,-1-17-241,1 13-11,0 1 0,-1 0 0,0 0 0,0 0 1,-6-8-1,-2-4 11,-29-41 336,33 48-311,5 9 92,0-2-59,-37-42 473,37 43-390,1 0-145,-1-1 1,0 1-1,0 0 1,-1 0-1,1-1 1,-4-2-1,3 3 16,2 1 80,-2-1-18,-38-37 267,39 37-333,1 2-51,0-1 1,0 1-1,0 0 1,1 0 0,-1-1-1,0 1 1,0-1-1,1 1 1,-1-1-1,0 1 1,0-1-1,1 1 1,-1-1-1,1 0 1,-1 1-1,0-3 1,-12-8-11,-74-48 166,79 55-163,1 0 0,-1 1 0,0 0 0,-1 0 0,1 1 0,0 0 0,-1 0 0,1 1 0,-10 0 0,-4-2-51,18 3 47,0 0 27,-129 3-11,131-3-13,1 0-1,-1 0 1,0 0 0,0 1-1,0-1 1,1 1 0,-1-1-1,0 1 1,0-1-1,1 1 1,-4 2 0,-14 4 16,8-5-22,0 1-1,0 1 0,0 0 1,1 0-1,-12 7 1,-52 33-49,64-38 21,-1 2-20,8-5 32,0-1 1,0 0 0,0 0-1,0 0 1,-1 0-1,1 0 1,-1-1-1,1 1 1,-1-1 0,-5 1-1,7-1 15,1-1 0,0 1 1,-1 0-1,1 0 0,-1-1 0,1 1 0,0 0 0,0 0 0,-1 0 0,1 0 0,-1 2 0,-9 6-112,-2 1-778,18-14-4206,-4 2 4875,0 1 1,-1 0-1,1 0 1,0-1-1,-1 1 1,1 0-1,-1-1 1,1 1-1,-1 0 1,0-1-1,1 1 1,-1-1-1,0 1 0,0 0 1,0-1-1,0 1 1,0-1-1,-1 1 1,1-1-1,0 1 1,-1 0-1,1-1 1,-1 1-1,1 0 0,-1-1 1,1 1-1,-2-2 1,-5-15-3786,3-13-4101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7.864"/>
    </inkml:context>
    <inkml:brush xml:id="br0">
      <inkml:brushProperty name="width" value="0.035" units="cm"/>
      <inkml:brushProperty name="height" value="0.035" units="cm"/>
    </inkml:brush>
  </inkml:definitions>
  <inkml:trace contextRef="#ctx0" brushRef="#br0">38 33 14681,'-32'-27'2981,"27"22"-1563,9 4-36,252 17 5382,9 1-1223,-80-8-5541,-1 1 0,-156-12-877,-26-1-534,-14-1-929,-9 2-6768,-10 7-6939</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0"/>
    </inkml:context>
    <inkml:brush xml:id="br0">
      <inkml:brushProperty name="width" value="0.035" units="cm"/>
      <inkml:brushProperty name="height" value="0.035" units="cm"/>
    </inkml:brush>
  </inkml:definitions>
  <inkml:trace contextRef="#ctx0" brushRef="#br0">1 23 11665,'29'-23'10148,"-25"24"-9506,-1-1-1,0 1 0,1-1 0,-1 1 0,0 1 1,1-1-1,3 2 0,21 7 967,208 12 1820,-117-14-2640,338 19-788,-404-24 0,-34-3-203,-18 0 186,-1 0 0,0 0-1,0 0 1,0-1-1,0 1 1,1 0-1,-1 0 1,0 0-1,0 0 1,0 0 0,0 0-1,1 0 1,-1 0-1,0 0 1,0-1-1,0 1 1,0 0 0,0 0-1,0 0 1,1 0-1,-1-1 1,0 1-1,0 0 1,0 0 0,0 0-1,0 0 1,0-1-1,0 1 1,0 0-1,0 0 1,0 0-1,0 0 1,0-1 0,0 1-1,0 0 1,-6-9-2633,5 8 2355,0 0-1,1-1 0,-1 1 1,0 0-1,0 0 0,0 0 1,0 0-1,0 0 0,0 0 1,0 0-1,0 0 0,-1 0 1,1 1-1,0-1 0,0 0 1,-3 0-1,-24-2-4184,10 2 1457,-64-7-10751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5.850"/>
    </inkml:context>
    <inkml:brush xml:id="br0">
      <inkml:brushProperty name="width" value="0.035" units="cm"/>
      <inkml:brushProperty name="height" value="0.035" units="cm"/>
    </inkml:brush>
  </inkml:definitions>
  <inkml:trace contextRef="#ctx0" brushRef="#br0">245 0 7957,'0'0'10041,"-3"1"-8981,-27 8 1323,18 7-1341,-2 6-617,1 1 0,1 1 0,1 0 0,-16 49 0,15-37-193,-16 46 492,-26 128-1,43-149-327,2 0 0,0 119 1,10-154-249,1 0 1,1 0-1,2-1 0,0 0 1,1 0-1,2 0 1,11 25-1,-12-35-68,1 1 0,0-2 0,1 1 0,1-1 0,0 0 1,1-1-1,0 0 0,1-1 0,0 0 0,1-1 0,22 14 0,-19-15-78,0-1 1,0-1-1,1 0 0,0-1 1,31 8-1,-41-13-152,0-1 0,1 0 0,-1 0 0,0 0-1,0-1 1,1 0 0,-1-1 0,0 1 0,1-1-1,-1-1 1,0 1 0,0-1 0,0-1 0,0 1 0,-1-1-1,1 0 1,6-5 0,-3 0-505,0 0 0,-1 0 0,0-1 0,0-1 0,-1 1-1,7-13 1,-4 5-3432,14-27 0,-5-7-7104</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6.241"/>
    </inkml:context>
    <inkml:brush xml:id="br0">
      <inkml:brushProperty name="width" value="0.035" units="cm"/>
      <inkml:brushProperty name="height" value="0.035" units="cm"/>
    </inkml:brush>
  </inkml:definitions>
  <inkml:trace contextRef="#ctx0" brushRef="#br0">1 1 16365,'24'16'2829,"-24"-16"-2746,1 1 0,-1-1 0,0 0 1,0 0-1,0 0 0,1 1 0,-1-1 1,0 0-1,0 0 0,1 0 0,-1 0 1,0 0-1,1 0 0,-1 1 0,0-1 1,1 0-1,-1 0 0,0 0 0,0 0 0,1 0 1,-1 0-1,0 0 0,1 0 0,-1 0 1,0 0-1,1 0 0,-1-1 0,0 1 1,0 0-1,1 0 0,-1 0 0,18-5 1220,-1 2-1,1 0 0,-1 1 0,1 1 0,26 1 0,-5 0 174,360 7 145,-363-6-1621,187 6 0,-177-3-5627,3-1-5577</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6.557"/>
    </inkml:context>
    <inkml:brush xml:id="br0">
      <inkml:brushProperty name="width" value="0.035" units="cm"/>
      <inkml:brushProperty name="height" value="0.035" units="cm"/>
    </inkml:brush>
  </inkml:definitions>
  <inkml:trace contextRef="#ctx0" brushRef="#br0">0 36 18450,'13'-19'2612,"7"12"-164,-4-3 1473,7 13-2593,-6 4 524,12-4-1216,4-3-112,-17 4-404,4 2-472,-4 4-2184,-3 3 407,-29 10-8083,-23 10-3466</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6.713"/>
    </inkml:context>
    <inkml:brush xml:id="br0">
      <inkml:brushProperty name="width" value="0.035" units="cm"/>
      <inkml:brushProperty name="height" value="0.035" units="cm"/>
    </inkml:brush>
  </inkml:definitions>
  <inkml:trace contextRef="#ctx0" brushRef="#br0">1 141 20278,'147'-45'2688,"-78"31"-300,-10-2-407,-7 0-389,-6 3-312,7 6-316,-1 0-368,-3 4-588,-3-3-660,-26 2-976,9 1-857,4-4-1767</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7.094"/>
    </inkml:context>
    <inkml:brush xml:id="br0">
      <inkml:brushProperty name="width" value="0.035" units="cm"/>
      <inkml:brushProperty name="height" value="0.035" units="cm"/>
    </inkml:brush>
  </inkml:definitions>
  <inkml:trace contextRef="#ctx0" brushRef="#br0">858 1 14365,'-32'7'1186,"-35"12"-1,55-14-793,0 0 0,1 1 0,0 0 0,0 0-1,0 1 1,-12 11 0,-53 52 530,3 3 1,-89 114-1,-105 181-2076,250-343 881,6-8-236,8-13 62,1 1-1,-1-1 1,0 1-1,0-1 1,-1 0 0,1-1-1,-1 1 1,0 0 0,0-1-1,0 0 1,-5 3-1,-6-1-4238,14-6 4232,1 0-1,0 0 1,0 1-1,0-1 1,0 0-1,0 0 1,0 0 0,0 0-1,0 0 1,1 1-1,-1-1 1,0 0 0,0 0-1,1 0 1,0-1-1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7.317"/>
    </inkml:context>
    <inkml:brush xml:id="br0">
      <inkml:brushProperty name="width" value="0.035" units="cm"/>
      <inkml:brushProperty name="height" value="0.035" units="cm"/>
    </inkml:brush>
  </inkml:definitions>
  <inkml:trace contextRef="#ctx0" brushRef="#br0">0 1 17574,'0'0'2531,"5"1"-183,-2 0-2027,5 0 267,0 1 0,-1 0 0,1 1 1,-1-1-1,0 1 0,0 1 0,0-1 0,8 7 0,141 119 3013,-109-83-3249,-2 1 0,67 92 0,-88-104-1058,-2 0 0,26 57 0,-40-73-269,0 0-1,-2 0 1,0 1 0,-2 0 0,0 0 0,-1 1 0,1 20 0,-6 25-6415,-4-14-5041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7.598"/>
    </inkml:context>
    <inkml:brush xml:id="br0">
      <inkml:brushProperty name="width" value="0.035" units="cm"/>
      <inkml:brushProperty name="height" value="0.035" units="cm"/>
    </inkml:brush>
  </inkml:definitions>
  <inkml:trace contextRef="#ctx0" brushRef="#br0">1 20 16261,'9'0'2557,"-18"-19"3891,15 45-5504,1 0-216,-1 0-151,4 20-105,-3-10-100,6 0-252,0 0-384,3-3-713,-9-17-571,-4 1-1124,0-1-68</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8.196"/>
    </inkml:context>
    <inkml:brush xml:id="br0">
      <inkml:brushProperty name="width" value="0.035" units="cm"/>
      <inkml:brushProperty name="height" value="0.035" units="cm"/>
    </inkml:brush>
  </inkml:definitions>
  <inkml:trace contextRef="#ctx0" brushRef="#br0">0 54 20482,'7'-2'179,"19"-5"991,0 1 0,1 1-1,0 1 1,47-1 0,160 10 5087,-74-4-6257,61 2 0,-220-3-91,0 0 0,1 0 0,-1 1 0,0-1 1,1 0-1,-1 0 0,1 0 0,-1-1 0,0 1 0,1 0 0,-1-1 0,0 1 1,0 0-1,1-1 0,-1 0 0,0 1 0,0-1 0,0 0 0,1 1 0,-1-1 0,0 0 1,0 0-1,0 0 0,0 0 0,-1 0 0,1 0 0,0 0 0,0 0 0,0 0 0,-1-1 1,1 0-1,0 1-18,-1 1 1,0-1-1,0 1 1,0 0-1,0-1 1,0 1 0,0-1-1,0 1 1,0-1-1,0 1 1,0 0-1,0-1 1,0 1-1,0-1 1,0 1-1,0-1 1,0 1-1,-1 0 1,1-1 0,0 1-1,0-1 1,0 1-1,-1 0 1,1-1-1,0 1 1,0 0-1,-1-1 1,1 1-1,0 0 1,-1-1-1,1 1 1,0 0 0,-1 0-1,1-1 1,-1 1-1,1 0 1,0 0-1,-1 0 1,0 0-1,-21 2-6285,16-1 4384,-36 3-12122</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8.562"/>
    </inkml:context>
    <inkml:brush xml:id="br0">
      <inkml:brushProperty name="width" value="0.035" units="cm"/>
      <inkml:brushProperty name="height" value="0.035" units="cm"/>
    </inkml:brush>
  </inkml:definitions>
  <inkml:trace contextRef="#ctx0" brushRef="#br0">731 0 13757,'-31'10'643,"18"-6"-234,0 0-1,1 1 0,0 0 1,0 1-1,-12 7 0,14-6-39,-85 57 1972,80-52-2167,0 0 0,2 1-1,-1 1 1,-12 17 0,-49 75 796,-108 207-1,110-181-669,-14 26-1559,80-142-7,6-13-1141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8.802"/>
    </inkml:context>
    <inkml:brush xml:id="br0">
      <inkml:brushProperty name="width" value="0.035" units="cm"/>
      <inkml:brushProperty name="height" value="0.035" units="cm"/>
    </inkml:brush>
  </inkml:definitions>
  <inkml:trace contextRef="#ctx0" brushRef="#br0">1 20 18562,'5'-16'2553,"-5"16"-2517,0-1 0,0 1 0,0 0 0,0 0-1,0 0 1,0 0 0,0 0 0,0 0 0,0 0 0,0 0 0,0-1 0,0 1 0,0 0 0,0 0 0,0 0 0,0 0 0,0 0 0,0 0 0,1 0 0,-1 0 0,0 0 0,0 0 0,0-1 0,0 1 0,0 0 0,0 0 0,0 0 0,0 0 0,0 0 0,0 0 0,0 0 0,1 0 0,-1 0 0,0 0 0,0 0 0,0 0 0,0 0 0,0 0 0,0 0 0,0 0 0,0 0 0,1 0 0,-1 0 0,0 0-1,0 0 1,0 0 0,0 0 0,0 0 0,0 0 0,0 0 0,0 0 0,0 0 0,1 0 0,-1 0 0,0 0 0,0 0 0,0 0 0,0 1 0,0-1 0,0 0 0,0 0 0,0 0 0,0 0 0,0 0 0,0 0 0,0 0 0,0 0 0,0 0 0,0 1 0,74 42 6907,15 10-4850,-51-26-2253,-2 2 0,0 1 1,-2 2-1,-1 1 0,-2 1 0,-1 2 1,-2 1-1,-2 1 0,25 49 1,-42-70-1222,-1 1 0,-2 1 0,7 24 0,-1 20-7858,-8-33-4086</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49.244"/>
    </inkml:context>
    <inkml:brush xml:id="br0">
      <inkml:brushProperty name="width" value="0.035" units="cm"/>
      <inkml:brushProperty name="height" value="0.035" units="cm"/>
    </inkml:brush>
  </inkml:definitions>
  <inkml:trace contextRef="#ctx0" brushRef="#br0">1 163 11401,'16'-47'2366,"-16"46"-2178,1-1 0,-1 1 0,0 0 0,1-1 0,-1 1 0,1-1 0,0 1 0,-1 0 1,1 0-1,0-1 0,0 1 0,0 0 0,0 0 0,0 0 0,0 0 0,0 0 0,0 0 0,3-1 1,1-2 477,3-2-24,-1 1 0,1-1 0,0 1 0,0 1 0,0 0 0,0 0 0,1 1 0,0 0 0,0 0 0,0 1 0,14-2 0,20-7 858,-31 8-1049,78-19 1793,-86 21-1883,-1 1-337,1-1 0,-1 1 0,0-1 0,0 1 1,1 0-1,-1 1 0,4 0 0,-1-1-90,-5 1 44,-1-1 0,0 1 0,1-1 0,-1 1 0,0 0-1,1-1 1,-1 1 0,0 0 0,0-1 0,1 1 0,-1 0 0,0-1 0,0 1 0,0 0-1,0-1 1,0 1 0,0 0 0,0-1 0,0 1 0,0 0 0,0-1 0,-1 1-1,1 1 1,0-2-32,-11 76-2015,6-44 1783,-2 49-1,11-74 847,7 1-276,2 0-1,-1 0 0,1-1 0,0-1 1,0 0-1,1-1 0,-1 0 1,19 3-1,124 17 1327,-92-16-1230,77 13-197,-135-21-648,1 0 1,0 0 0,-1-1 0,1 0 0,0 0-1,0-1 1,-1 0 0,12-3 0,-10 3-549,-7 1 958,-1 0-1,0 0 1,0 0-1,0 0 1,0 0-1,0 0 1,0 0-1,1 0 1,-1 0-1,0 0 1,0 0 0,0 0-1,0 0 1,0 0-1,1 0 1,-1 0-1,0 0 1,0 0-1,0 0 1,0 0-1,0 0 1,0 0-1,1 0 1,-1 0-1,0 0 1,0-1-1,0 1 1,0 0 0,0 0-1,0 0 1,0 0-1,1 0 1,-1 0-1,0 0 1,0 0-1,0-1 1,0 1-1,0 0 1,0 0-1,0 0 1,0 0-1,0 0 1,0-1-1,0 1 1,0 0 0,0 0-1,0 0 1,0 0-1,0 0 1,0 0-1,0-1 1,0 1-1,0 0 1,0 0-1,0 0 1,0 0-1,0 0 1,0-1-1,0 1 1,0 0-1,0 0 1,-1 0-1,1 0 1,0 0 0,0 0-1,0 0 1,0-1-1,0 1 1,0 0-1,-13-24-7536,-11-13-5208</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1.108"/>
    </inkml:context>
    <inkml:brush xml:id="br0">
      <inkml:brushProperty name="width" value="0.035" units="cm"/>
      <inkml:brushProperty name="height" value="0.035" units="cm"/>
    </inkml:brush>
  </inkml:definitions>
  <inkml:trace contextRef="#ctx0" brushRef="#br0">23 0 8101,'-23'0'7758,"26"1"-6821,19 3 637,1 2-893,1-2 0,-1-1 0,1 0 0,31-2 0,499-2 3476,-313 7-3590,467 10-33,347 1 954,-573-15-861,280 4-8,902-21-187,-1081-1-416,-85 10-1051,-355 7-678,-128-1 1410,20 0-2172,57-6-1,-82 2 1765,-6 3-970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2.312"/>
    </inkml:context>
    <inkml:brush xml:id="br0">
      <inkml:brushProperty name="width" value="0.035" units="cm"/>
      <inkml:brushProperty name="height" value="0.035" units="cm"/>
    </inkml:brush>
  </inkml:definitions>
  <inkml:trace contextRef="#ctx0" brushRef="#br0">20 400 9761,'0'0'12787,"-2"5"-12490,-2 8-173,0 0 1,1 0 0,1 0-1,0 1 1,0 23 0,7 75 388,-1-57-260,16 193 1297,88 415 0,20-214-1066,-123-437-680,0 0 1,1 0-1,13 21 0,-18-32 169,-1 0 0,1-1 1,-1 1-1,1 0 0,-1-1 1,1 1-1,0-1 0,-1 1 1,1-1-1,-1 1 0,1-1 0,0 1 1,0-1-1,-1 1 0,1-1 1,0 0-1,0 0 0,0 1 1,-1-1-1,1 0 0,0 0 0,0 0 1,0 0-1,0 0 0,-1 0 1,1 0-1,0 0 0,0 0 1,0 0-1,0 0 0,-1-1 0,1 1 1,0 0-1,0-1 0,-1 1 1,1 0-1,0-1 0,0 1 1,-1-1-1,1 1 0,-1-1 0,1 0 1,0 1-1,0-2 0,3-2-111,0-1-1,-1 1 1,0-1-1,1 0 1,3-9-1,-1-1-195,0 0 1,0-1-1,-2 1 1,5-26-1,2-66-1096,-10 86 1141,17-841-4657,-19 624 5340,1 211-277,-6-174 1186,0 133-206,3 1-1,6-72 0,-3 126-850,-1 1-1,-3-19 0,2 22-201,2 5 215,-1 1-160,0 2-83,0-3 39,-1 0 0,1 0 1,0 0-1,0 0 0,-1-8 0,4 9-13,-1 0-1,1 0 1,1 0 0,-1 1-1,0-1 1,1 1 0,-1-1 0,1 1-1,4-3 1,3 0 69,1 1 1,-1 0-1,1 0 1,0 1-1,0 1 0,0 0 1,21-1-1,-15 1 15,141-5 1135,-49 6-684,587-9 885,2 34-964,31 1-256,-341-17-155,755 1 271,-924-13-258,387-12 185,-573 15-285,-20 2-99,0-2-1,0 0 1,-1 0 0,1-1 0,24-7 0,-35 8-8,-1 1 0,1-1 0,-1 0 0,1 0 0,-1 1 0,0-1 0,1 0 0,-1 0 0,0-1 0,2-1 0,-3 3 57,1-1 0,-1 1 0,0-1 0,1 1-1,-1-1 1,0 1 0,0-1 0,0 0 0,1 1 0,-1-1-1,0 1 1,0-1 0,0 0 0,0 1 0,0-1 0,0 1-1,0-1 1,0 0 0,0 1 0,0-1 0,-1 1 0,1-1-1,0 0 1,0 1 0,0-1 0,-1 1 0,1-1-1,0 1 1,-1-1 0,1 1 0,-1-1 0,1 1 0,-1-1-1,-3-2-221,1 0 0,-1 1 0,0-1-1,0 1 1,0 0 0,0 0 0,0 0-1,0 1 1,-1-1 0,-4 0 0,-53-9-2660,-33 2-3606,-22-3-4222</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2.890"/>
    </inkml:context>
    <inkml:brush xml:id="br0">
      <inkml:brushProperty name="width" value="0.035" units="cm"/>
      <inkml:brushProperty name="height" value="0.035" units="cm"/>
    </inkml:brush>
  </inkml:definitions>
  <inkml:trace contextRef="#ctx0" brushRef="#br0">498 10 9237,'0'0'11786,"-3"-1"-11419,-7-1-192,1 0-178,1 0 0,-1 1-1,0 0 1,-16 1 0,-179 22-721,127-12 480,59-8 398,0 1 0,0 1 0,0 1 0,-22 9 0,20-10 763,9-1 935,11-2-1792,0-1 0,0 1 1,0-1-1,0 0 0,1 1 0,-1-1 1,0 0-1,0 1 0,1-1 0,-1 0 1,0 1-1,0-1 0,1 0 0,-1 0 1,1 1-1,-1-1 0,0 0 0,1 0 1,-1 0-1,0 1 0,1-1 0,-1 0 1,1 0-1,-1 0 0,0 0 0,1 0 1,-1 0-1,1 0 0,29 10 1338,0-1 0,52 8 0,-3 0-92,-45-9-996,10 2 235,55 22 0,-93-30-545,0 1 0,-1 0 0,1 0 0,-1 1 0,0-1 0,0 1 0,8 8 0,-11-10-2,-1 0 0,0 0 0,0-1 0,0 1 0,0 0 0,-1 0 0,1 0 0,0 0 0,-1 1 0,0-1 0,1 0 0,-1 0 0,0 0 0,0 0 0,0 0 0,0 0 0,0 1 0,-1-1 0,1 0 0,-1 0 0,1 0 0,-1 0 0,0 0 0,0 0 0,-1 2 0,-1 6-97,-2 3-354,0 0-1,0 0 1,-1 0-1,-1-1 1,0 0-1,-1 0 1,0 0-1,0-1 1,-2-1 0,1 1-1,-1-2 1,-18 15-1,-114 60-11417,75-50 5</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3.702"/>
    </inkml:context>
    <inkml:brush xml:id="br0">
      <inkml:brushProperty name="width" value="0.035" units="cm"/>
      <inkml:brushProperty name="height" value="0.035" units="cm"/>
    </inkml:brush>
  </inkml:definitions>
  <inkml:trace contextRef="#ctx0" brushRef="#br0">170 237 8285,'-33'40'14153,"33"-36"-13834,-1 21-4,-2 0-1,-10 40 1,11-58-295,-25 191 494,14-87-229,1 20 346,5 161 1,7-286-613,1 95-263,4-72-572,-4-27-134,-6-18-47,-8-26-734,1-1 0,3-1 0,-7-70 0,5-135-2081,11 247 3791,0-46 217,2 0 0,2-1 0,2 1 0,21-79 0,-15 86 874,3 1 1,0 0-1,3 1 0,2 0 0,35-52 0,-46 78-793,7-12 1297,2 0 1,0 1 0,38-38 0,-55 62-1521,0-1 0,0 1 0,-1-1 0,1 1 0,0 0 0,0 0 0,0-1 0,0 1 0,0 0-1,-1 0 1,1 0 0,0 0 0,0 0 0,0 0 0,0 0 0,0 0 0,0 0 0,-1 1 0,1-1 0,0 0 0,1 1 0,2 0 136,-2-1-163,-1 0-1,0 0 1,0 1 0,0-1 0,0 0 0,0 0 0,0 1-1,0-1 1,1 1 0,-1-1 0,0 1 0,0-1 0,0 1-1,-1-1 1,1 1 0,0 0 0,0 0 0,0 0-1,0-1 1,-1 1 0,1 0 0,0 0 0,-1 0 0,1 0-1,0 2 1,0-1 5,0 1-1,-1 0 0,1 0 0,-1 0 1,0 0-1,0 0 0,0 0 1,0 0-1,-1 6 0,-2 4-131,0 0 0,-1 0 0,0-1 1,-7 13-1,-5 8-1174,-2-2 0,0 0 1,-27 31-1,-36 29-8343,33-47-590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4.422"/>
    </inkml:context>
    <inkml:brush xml:id="br0">
      <inkml:brushProperty name="width" value="0.035" units="cm"/>
      <inkml:brushProperty name="height" value="0.035" units="cm"/>
    </inkml:brush>
  </inkml:definitions>
  <inkml:trace contextRef="#ctx0" brushRef="#br0">1 30 12213,'11'-2'830,"10"0"3127,-15-8 178,-6 10-3977,0-1 0,0 0-1,0 1 1,0-1 0,0 0-1,0 1 1,0-1 0,1 0-1,-1 1 1,0-1 0,1 0 0,-1 1-1,0-1 1,1 1 0,-1-1-1,1 1 1,-1-1 0,0 1-1,1-1 1,0 1 0,-1-1 0,1 1-1,-1-1 1,1 1 0,-1 0-1,1-1 1,0 1 0,0 0-1,35 2 1447,-33-2-88,-4 4-1909,-6 18-533,0 0 1,-13 25-1,13-35 677,1 1 121,0-1 1,0 1 0,1 0 0,-5 23 0,9-32 251,1-3-91,-1-1 0,1 1-1,0-1 1,0 1 0,0-1 0,0 1-1,0 0 1,0-1 0,0 1 0,0 0-1,0-1 1,0 1 0,0-1 0,0 1-1,0 0 1,0-1 0,0 1 0,1-1-1,-1 1 1,0-1 0,0 1 0,1-1-1,-1 1 1,0-1 0,1 1 0,-1-1-1,1 1 1,-1-1 0,1 1 0,-1-1-1,1 0 1,-1 1 0,1-1 0,-1 0-1,1 1 1,-1-1 0,1 0 0,-1 0-1,1 0 1,0 1 0,-1-1 0,1 0-1,-1 0 1,1 0 0,0 0 0,-1 0-1,2 0 1,21 4 602,0 0-1,0-1 1,25-1-1,76-5 1347,-61 1-1173,56-4 92,43-1-899,-157 7-142,-1 0 1,0 0-1,0 0 0,0-1 0,0 0 1,8-2-1,-12 3 38,1-1 0,0 1-1,0 0 1,-1-1 0,1 1 0,0-1 0,-1 1-1,1-1 1,-1 1 0,1-1 0,-1 1 0,1-1 0,-1 0-1,1 1 1,-1-1 0,1 0 0,-1 1 0,0-1-1,1 0 1,-1 1 0,0-1 0,0 0 0,0 0-1,1 1 1,-1-1 0,0 0 0,0 0 0,0 0 0,0 1-1,0-1 1,0 0 0,-1 0 0,1 1 0,0-1-1,0 0 1,-1 0 0,1 1 0,0-1 0,-1 0 0,1 1-1,0-1 1,-1 0 0,0 0 0,0 0-133,1 0 0,-1 0 0,0 0 0,1 0 0,-1 0 0,0 0 0,0 1 0,0-1 0,0 0 0,0 0 1,0 1-1,0-1 0,0 1 0,0-1 0,0 1 0,0-1 0,-1 1 0,1 0 0,-1-1 0,-28 0-4855,21 2 3283,-58 2-10762</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5.344"/>
    </inkml:context>
    <inkml:brush xml:id="br0">
      <inkml:brushProperty name="width" value="0.035" units="cm"/>
      <inkml:brushProperty name="height" value="0.035" units="cm"/>
    </inkml:brush>
  </inkml:definitions>
  <inkml:trace contextRef="#ctx0" brushRef="#br0">33 138 8713,'-11'2'686,"0"-1"359,1-1 4861,23-9-4329,-11 6-1310,7-3 142,0 0 0,1 1 0,-1 1 0,1-1 0,0 1 0,15-3 0,24-10 897,-34 10-985,138-53 1523,-147 58-2039,1 0 1,-1 1-1,1 0 1,12-1-1,-15 2-1127</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5.833"/>
    </inkml:context>
    <inkml:brush xml:id="br0">
      <inkml:brushProperty name="width" value="0.035" units="cm"/>
      <inkml:brushProperty name="height" value="0.035" units="cm"/>
    </inkml:brush>
  </inkml:definitions>
  <inkml:trace contextRef="#ctx0" brushRef="#br0">18 61 15085,'-16'13'2455,"14"-15"-1067,7-9 166,-3 9-1284,-1 0-1,1 0 1,0 1 0,0-1 0,0 0-1,0 1 1,0-1 0,0 1 0,0-1 0,0 1-1,1 0 1,-1 0 0,0 0 0,1 0-1,-1 1 1,4-1 0,50-6 2742,-33 5-2073,268-17 2809,-275 17-3934,0 2-1,0 0 1,0 1-1,0 0 1,19 5-1,-34-6 130,12 2-1898,-21-11-1150,7 8 2788,0 0 0,0 0 0,0 1-1,0-1 1,0 0 0,0 1 0,0-1 0,0 1 0,0-1-1,-1 1 1,1-1 0,0 1 0,0 0 0,0 0-1,-1-1 1,1 1 0,0 0 0,0 0 0,-1 0 0,1 1-1,0-1 1,0 0 0,-1 0 0,0 1 0,-9 1-3082,-23-4-8820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6.132"/>
    </inkml:context>
    <inkml:brush xml:id="br0">
      <inkml:brushProperty name="width" value="0.035" units="cm"/>
      <inkml:brushProperty name="height" value="0.035" units="cm"/>
    </inkml:brush>
  </inkml:definitions>
  <inkml:trace contextRef="#ctx0" brushRef="#br0">59 1 9101,'0'0'1616,"-10"9"-712,-3 5-420,-6-24-3064,2 3-236</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6.415"/>
    </inkml:context>
    <inkml:brush xml:id="br0">
      <inkml:brushProperty name="width" value="0.035" units="cm"/>
      <inkml:brushProperty name="height" value="0.035" units="cm"/>
    </inkml:brush>
  </inkml:definitions>
  <inkml:trace contextRef="#ctx0" brushRef="#br0">1 37 8461,'27'-9'2305,"-27"9"-2155,1-1-1,-1 1 1,0-1 0,0 0 0,1 1 0,-1-1 0,0 0 0,0 0 0,0 1 0,0-1 0,0 0 0,0 1 0,0-1-1,0 0 1,0 0 0,0 1 0,-1-1 0,1 0 0,0 1 0,0-1 0,-1 0 0,1 1 0,0-1 0,-1 1 0,1-1-1,-1 0 1,-1-8 3648,7 10-3457,1 0-1,-1 0 1,1-1-1,0 0 1,-1 0-1,1-1 1,7-1-1,-12 2-318,0 0 0,0 0 0,-1 0 0,1 0 1,0-1-1,0 2 0,0-1 0,0 0 0,0 0 0,-1 0 0,1 0 0,0 0 0,0 1 0,0-1 0,0 0 0,-1 1 0,1-1 0,0 1 0,0-1 0,-1 1 0,1-1 0,0 1 0,-1-1 1,1 1-1,-1 0 0,1-1 0,-1 1 0,1 0 0,-1-1 0,1 1 0,-1 0 0,0 0 0,1-1 0,-1 3 0,10 34-25,-8-25 128,23 90 975,12 122-1,-32-184-988,33 233 168,-35-261-1304,-2 1 0,1 0 0,-1 21 0,-1-25-281,0-9 1179,0 0-1,0 0 1,0 1 0,0-1-1,0 0 1,0 0 0,0 0 0,0 0-1,0 1 1,0-1 0,0 0 0,0 0-1,0 0 1,0 0 0,0 1 0,0-1-1,0 0 1,0 0 0,0 0 0,0 0-1,0 1 1,0-1 0,0 0-1,0 0 1,0 0 0,0 0 0,0 0-1,-1 1 1,1-1 0,0 0 0,0 0-1,0 0 1,0 0 0,0 0 0,0 0-1,-1 0 1,1 1 0,0-1-1,0 0 1,0 0 0,0 0 0,0 0-1,-1 0 1,1 0 0,0 0 0,0 0-1,0 0 1,-1 0 0,-15 3-10065</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6.888"/>
    </inkml:context>
    <inkml:brush xml:id="br0">
      <inkml:brushProperty name="width" value="0.035" units="cm"/>
      <inkml:brushProperty name="height" value="0.035" units="cm"/>
    </inkml:brush>
  </inkml:definitions>
  <inkml:trace contextRef="#ctx0" brushRef="#br0">463 46 12477,'0'0'3012,"-2"-4"-1849,0-2-873,2 4-247,-1 0 1,0 0-1,1 0 1,-1 1-1,0-1 1,0 0-1,0 1 1,0-1-1,0 0 0,0 1 1,0-1-1,0 1 1,-1 0-1,1-1 1,-1 1-1,1 0 1,-1 0-1,1 0 0,-1 0 1,0 0-1,0 0 1,1 0-1,-1 1 1,0-1-1,0 1 1,0-1-1,0 1 1,1 0-1,-1 0 0,0-1 1,-4 2-1,-55 0-650,1 4 0,-73 14-1,117-17 687,1 0-1,-22 0 0,29-2 244,0 0-1,-1 0 0,1 1 0,0 0 0,0 1 0,0 0 0,0 0 1,-13 6-1,19-7 514,2 3 267,0 3-615,0-4-338,-1-1 1,1 1 0,0-1-1,0 1 1,1 0-1,-1-1 1,0 1-1,1-1 1,0 1 0,-1-1-1,1 1 1,0-1-1,0 1 1,0-1-1,1 0 1,-1 0 0,1 1-1,-1-1 1,1 0-1,0 0 1,0 0-1,-1-1 1,1 1-1,4 2 1,38 26 1304,2-2 0,52 24 0,55 33 1152,-127-70-2606,-21-12 0,0-1 0,-1 1 0,1 0 0,-1 0 0,6 5 0,-9-6 0,1-1 0,-1 1 0,0 0 0,0 0 0,0 0 0,0 0 0,0 0 0,0 0 0,0 0 0,-1 0 0,1 0 0,-1 0 0,1 1 0,-1-1 0,0 0 0,0 4 0,0 0-168,-1 0-1,0 0 1,-1 0-1,1 0 1,-1 0-1,0 0 1,-1 0-1,1-1 1,-1 1-1,0-1 1,-1 0-1,1 0 1,-1 0-1,0 0 1,0-1-1,-1 1 1,1-1-1,-1 0 1,-8 5 0,-5 4-1051,-1-1 0,-1-1 0,0-1 0,-25 8 0,30-12-1323,1-2 0,-25 6 0,-27-4-10151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7.233"/>
    </inkml:context>
    <inkml:brush xml:id="br0">
      <inkml:brushProperty name="width" value="0.035" units="cm"/>
      <inkml:brushProperty name="height" value="0.035" units="cm"/>
    </inkml:brush>
  </inkml:definitions>
  <inkml:trace contextRef="#ctx0" brushRef="#br0">236 1 15589,'-17'0'1724,"8"0"3120,7 3-3253,-14 34 324,-20 72 0,21-60-1434,-94 381 824,100-389-1386,3-16-362,0 1 0,2 0 0,1 0 0,1 0 0,1 0 0,3 32 0,4-5-2593,-5-47 765,22-16-15620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7.502"/>
    </inkml:context>
    <inkml:brush xml:id="br0">
      <inkml:brushProperty name="width" value="0.035" units="cm"/>
      <inkml:brushProperty name="height" value="0.035" units="cm"/>
    </inkml:brush>
  </inkml:definitions>
  <inkml:trace contextRef="#ctx0" brushRef="#br0">63 96 11929,'4'-7'1241,"1"1"-1,0 1 1,0-1-1,1 1 1,-1 0 0,1 0-1,12-7 1,-9 8-539,-1 0 0,1 1-1,-1 0 1,1 0 0,0 1 0,9-1 0,26-6 1008,-27 5-957,0 0-1,0 2 1,19-1 0,-34 3-748,0 1 1,0 0 0,0 0 0,0 0 0,0 0 0,0 0 0,-1 0 0,1 0 0,0 1 0,-1-1 0,1 1 0,-1-1 0,0 1 0,1-1-1,-1 1 1,0 0 0,1 2 0,-3 2-97,-1 0 0,0 0 0,0 0 0,0-1 0,-1 1 0,0-1 0,0 0 0,0 0 0,-9 9 0,3 0-240,-5 7-586,-1-1-1,0 0 0,-2-1 1,0-1-1,-1-1 0,-26 20 1,27-25-1276,-2 0-1,1-2 1,-2 0 0,-25 10 0,-2-5-7787</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7.929"/>
    </inkml:context>
    <inkml:brush xml:id="br0">
      <inkml:brushProperty name="width" value="0.035" units="cm"/>
      <inkml:brushProperty name="height" value="0.035" units="cm"/>
    </inkml:brush>
  </inkml:definitions>
  <inkml:trace contextRef="#ctx0" brushRef="#br0">1 69 11045,'3'0'581,"1"-1"0,-1 0 0,1 1 0,-1-1 0,1-1 0,-1 1 0,0 0 1,0-1-1,6-4 0,-5 4 17,1 0-1,-1-1 1,0 1 0,1 1 0,5-3 0,115-26 6267,-82 21-5680,-40 8-802,18 1-340,-3 0-646,-14 0-224,-5 5 594,0 0 0,0-1 0,0 1 0,-1-1 0,0 0 0,0 0 1,0 1-1,0-1 0,-5 6 0,3-4-67,1-1-15,-1 1 0,-1-1 0,1 1 0,-1-1 0,-9 8 0,-14 16-614,19-11 599,2 26 716,7-44-375,-1 0 0,1 0-1,0 0 1,0 1 0,0-1 0,0 0 0,0 0 0,0 0 0,0 1 0,0-1 0,0 0 0,0 0 0,0 0 0,0 0 0,0 1 0,0-1-1,0 0 1,0 0 0,1 0 0,-1 1 0,0-1 0,0 0 0,0 0 0,0 0 0,0 0 0,0 1 0,0-1 0,1 0 0,-1 0 0,0 0-1,0 0 1,0 0 0,0 0 0,0 0 0,1 1 0,8 6 350,-5-3-174,0-1-1,0 0 1,1 0-1,-1 0 0,1 0 1,-1-1-1,1 1 0,0-1 1,0-1-1,7 3 1,74 12 852,-1-4 0,2-4 0,107-3 0,-186-4-1346,1-1 0,0-1 0,0 0 0,0 0 1,-1 0-1,16-5 0,-24 5 166,1 1 0,0-1 0,0 1 0,0-1 0,0 1 0,0-1 0,-1 0 1,1 1-1,0-1 0,-1 0 0,1 0 0,0 0 0,-1 1 0,1-1 0,-1 0 0,0 0 0,1 0 1,-1 0-1,1 0 0,-1 0 0,0 0 0,0 0 0,0 0 0,0 0 0,1 0 0,-1 0 0,0 0 0,-1 0 1,1 0-1,0 0 0,0 0 0,0 0 0,-1 0 0,1 0 0,0 1 0,-1-1 0,1 0 0,-1-1 1,-1-2-765,0 1 1,0-1-1,0 1 1,0-1-1,-1 1 1,1 0-1,-7-6 1,4 6-1335,0 0 0,0 0 0,-1 0 0,-9-4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8.632"/>
    </inkml:context>
    <inkml:brush xml:id="br0">
      <inkml:brushProperty name="width" value="0.035" units="cm"/>
      <inkml:brushProperty name="height" value="0.035" units="cm"/>
    </inkml:brush>
  </inkml:definitions>
  <inkml:trace contextRef="#ctx0" brushRef="#br0">60 58 5865,'21'1'375,"-2"1"994,-32 2-167,1-2-410,-1 1 1,1 0 0,-1 0-1,-21 10 1,32-11 1390,9 1-1412,0 0 0,1-1 0,-1 1 0,1-1 0,8 1-1,7-1 269,37-1-1,-42-1-488,450-12 5272,-68 1-4296,692 1 225,-717-3-1571,-346 14-264,58-3-392,-77 2 131,-1-1 1,0-1-1,0 1 1,0-2-1,0 1 0,13-6 1,-20 7-996,-11-17-2555,7 16 3403,0-1 0,0 1 0,0-1 0,-1 1 0,1 0 0,-5-4 0,5 5-142,0 0 0,0 1-1,0-1 1,0 0-1,0 0 1,0 1-1,0-1 1,0 1 0,-3-1-1,-31 3-9874</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9.257"/>
    </inkml:context>
    <inkml:brush xml:id="br0">
      <inkml:brushProperty name="width" value="0.035" units="cm"/>
      <inkml:brushProperty name="height" value="0.035" units="cm"/>
    </inkml:brush>
  </inkml:definitions>
  <inkml:trace contextRef="#ctx0" brushRef="#br0">5 96 9341,'-5'1'3465,"11"-2"-865,26-2 717,23-3-330,144 0 1922,-53 4-2764,822 1 1387,-643 6-3061,258-2-471,-573-3-323,0-1 0,19-2 1,-29 3 273,1 0-1,0 0 1,-1 0 0,1-1 0,0 1 0,-1 0 0,1 0 0,-1-1 0,1 1 0,0 0 0,-1-1 0,1 1 0,-1 0 0,1-1 0,-1 1 0,1-1 0,-1 1 0,0-1-1,1 1 1,-1-1 0,1 0 0,-1 0-10,0 0 0,0 0 0,-1 0 0,1 1 0,0-1 0,-1 0 0,1 0 0,0 1-1,-1-1 1,1 0 0,-1 0 0,1 1 0,-1-1 0,1 1 0,-1-1 0,0 0 0,1 1 0,-1-1-1,0 1 1,1 0 0,-1-1 0,-1 0 0,-6-4-758,0 0 1,-1 1-1,0 0 0,0 0 0,0 1 1,-13-3-1,-63-9-7006,75 13 6498,-58-8-10186</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9.528"/>
    </inkml:context>
    <inkml:brush xml:id="br0">
      <inkml:brushProperty name="width" value="0.035" units="cm"/>
      <inkml:brushProperty name="height" value="0.035" units="cm"/>
    </inkml:brush>
  </inkml:definitions>
  <inkml:trace contextRef="#ctx0" brushRef="#br0">0 0 192</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6:59.840"/>
    </inkml:context>
    <inkml:brush xml:id="br0">
      <inkml:brushProperty name="width" value="0.035" units="cm"/>
      <inkml:brushProperty name="height" value="0.035" units="cm"/>
    </inkml:brush>
  </inkml:definitions>
  <inkml:trace contextRef="#ctx0" brushRef="#br0">46 115 7921,'0'0'13442,"1"4"-13166,2 10-176,-1 0 0,0 1 0,-1-1-1,0 1 1,-1-1 0,-1 1 0,-1 0 0,-4 19-1,3-8 145,-2 30 0,-1-10 124,6-46-363,0 0 1,0 0-1,0 0 1,0 0-1,0 1 1,0-1 0,0 0-1,0 0 1,0 0-1,0 0 1,0 1-1,0-1 1,0 0-1,0 0 1,0 0-1,0 0 1,0 1-1,0-1 1,0 0-1,-1 0 1,1 0-1,0 0 1,0 0-1,0 1 1,0-1 0,0 0-1,-1 0 1,1 0-1,0 0 1,0 0-1,0 0 1,0 0-1,0 0 1,-1 0-1,1 0 1,0 0-1,-1 0 1,-26 14 697,25-12 952,5-5-1173,27-31-47,-2-1 0,26-40 1,10-15-138,-27 42-236,-21 24 176,2 1-1,0 1 1,42-38 0,-59 59-227,-1 1 1,1 0 0,0 0-1,-1-1 1,1 1-1,0 0 1,-1 0-1,1 0 1,-1 0-1,1 0 1,0 0-1,-1 0 1,1 0-1,0 0 1,-1 0-1,1 0 1,0 0-1,-1 0 1,1 0-1,0 1 1,-1-1-1,1 0 1,-1 1-1,1-1 1,-1 0-1,1 1 1,-1-1-1,1 1 1,12 12 72,-10-4-80,0 0 0,-1 0-1,0 0 1,-1 0 0,1 18 0,-1-11-70,22 194-3815,-13-143-432,0 0-3841,-6-41-1949</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00.215"/>
    </inkml:context>
    <inkml:brush xml:id="br0">
      <inkml:brushProperty name="width" value="0.035" units="cm"/>
      <inkml:brushProperty name="height" value="0.035" units="cm"/>
    </inkml:brush>
  </inkml:definitions>
  <inkml:trace contextRef="#ctx0" brushRef="#br0">56 214 13269,'-1'12'1032,"1"-9"-824,0-1-1,0 1 1,-1-1 0,1 1 0,0-1 0,-1 1-1,0-1 1,0 1 0,1-1 0,-1 0-1,-1 0 1,1 1 0,0-1 0,-1 0-1,1 0 1,-1 0 0,1 0 0,-1 0 0,-2 1-1,1 1 162,0 0-1,0-1 0,0 1 1,0 0-1,1 1 0,0-1 1,-1 0-1,2 1 0,-1-1 1,0 1-1,1 0 1,0-1-1,0 1 0,1 0 1,-1 5-1,-1 0 94,2-7 341,0 1-728,1-1 0,-1 1 0,1-1 1,-1 1-1,0 0 0,-1-1 0,0 6 0,1-4-20,0-1-58,2-8-1868,0 3 1834,2-3-45,0-1-1,-1 1 1,0-1-1,1 0 1,-1 0 0,-1 0-1,1 0 1,-1-1-1,0 1 1,0-1-1,2-10 1,2-15 73,-2 0 1,-1-1-1,-1 0 1,-3-31-1,-17-73 929,18 134-860,-2 5-35,0 1 1,0-1-1,0 1 0,1 0 0,0 0 1,-2 4-1,2-1-40,0-1-1,1 1 1,0 0-1,0-1 1,0 1 0,1 0-1,2 11 1,-1-9-328,-1 0 1,0-1 0,0 18-1,-1-21-275,0 0 0,1 0 0,-1-1 0,1 1 1,0 0-1,1-1 0,-1 1 0,4 5 0,-5-8 201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01.116"/>
    </inkml:context>
    <inkml:brush xml:id="br0">
      <inkml:brushProperty name="width" value="0.035" units="cm"/>
      <inkml:brushProperty name="height" value="0.035" units="cm"/>
    </inkml:brush>
  </inkml:definitions>
  <inkml:trace contextRef="#ctx0" brushRef="#br0">0 102 8065,'0'0'10056,"4"0"-8817,60 6 1222,1-3-1,87-8 1,-23 0-878,34 3-788,531-2 2852,342 17-3647,-1006-13-82,34-3 0,-56 2-49,0 0 0,0 0 0,0-1-1,0-1 1,-1 1 0,1-1 0,-1 0-1,13-8 1,-20 11 32,1-1 0,-1 1 1,1 0-1,-1 0 0,1 0 0,-1-1 0,1 1 0,-1 0 0,1-1 0,-1 1 1,0 0-1,1-1 0,-1 1 0,1-1 0,-1 1 0,0-1 0,1 1 0,-1 0 1,0-1-1,0 1 0,0-1 0,1 1 0,-1-1 0,0 0 0,0 1 0,0-1 0,0 1 1,0-1-1,0 1 0,0-1 0,0 1 0,0-1 0,0 0 0,0 0 0,-17-11-3251,14 10 2816,-46-22-7366,-18 0-5293</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02.402"/>
    </inkml:context>
    <inkml:brush xml:id="br0">
      <inkml:brushProperty name="width" value="0.035" units="cm"/>
      <inkml:brushProperty name="height" value="0.035" units="cm"/>
    </inkml:brush>
  </inkml:definitions>
  <inkml:trace contextRef="#ctx0" brushRef="#br0">46 129 8621,'-19'-22'2111,"15"17"-241,7 41 2640,-3-32-2548,8 10-567,-6-7-1228,1 0-1,-1 1 1,0-1-1,0 1 1,-1 0 0,0-1-1,-1 1 1,0 0-1,0-1 1,-1 11-1,-4 15 340,-8 33-1,11-58-419,-1 5 131,-2 1 0,-11 23 0,14-33 45,3 22 294,-2-3 1121,13-39-1402,16-29-805,29-65 0,-3 7-77,-26 53 346,-10 15 474,2 1-1,33-42 1,-51 73 390,12 11 445,-10-4-870,2 1-69,-1 0 0,0 0 0,0 0 1,-1 1-1,0 0 0,0 0 0,0 0 0,0 1 1,3 9-1,21 69 510,-17-49-447,10 36-32,16 43-175,-29-96-1148,0 0 1,1-1 0,1 0-1,13 17 1,9 10-8594,-13-32-898</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03.767"/>
    </inkml:context>
    <inkml:brush xml:id="br0">
      <inkml:brushProperty name="width" value="0.035" units="cm"/>
      <inkml:brushProperty name="height" value="0.035" units="cm"/>
    </inkml:brush>
  </inkml:definitions>
  <inkml:trace contextRef="#ctx0" brushRef="#br0">22 36 5985,'0'0'2837,"-3"2"-1726,3-1-1254,-17 12 2552,16-11-275,11-7-1223,5-2-50,1 1 1,-1 0-1,1 1 1,1 1-1,-1 1 0,26-3 1,-11 2 412,14-1 1529,82 2 0,-80 3-1435,-48 5-1246,-4 12-299,-2 1 0,0-1 1,-11 18-1,6-13-386,-12 34 1,23-55 599,1 1 0,0-1-1,0 0 1,0 0 0,0 0 0,0 1 0,0-1 0,0 0 0,1 0-1,-1 0 1,0 0 0,1 1 0,-1-1 0,0 0 0,1 0 0,0 0-1,-1 0 1,1 0 0,-1 0 0,1 0 0,0 0 0,0 0 0,0 0-1,0-1 1,0 1 0,-1 0 0,1-1 0,0 1 0,1 0-1,-1-1 1,0 1 0,2 0 0,4 2 253,0 0 0,0-1 0,0 0 0,11 2 0,125 17 855,286 4-1,-375-31-1144,-50 6-1,-4 0-14,1 0-1,0 0 1,0 0 0,0 0-1,0 0 1,0-1-1,-1 1 1,1 0 0,0 0-1,0-1 1,0 1 0,-1 0-1,1-1 1,0 1 0,-1 0-1,1-1 1,0 0 0,-1 1-1,2-1 1,-2-1-127,0 0 0,0 0 0,0 0 0,0 0 0,0 0 0,0 0 0,0 0 1,-1 0-1,1 1 0,-1-1 0,1 0 0,-1 0 0,0 0 0,0 1 0,0-1 0,0 0 0,0 1 0,-2-3 0,-25-30-4044,19 27 1364,0 0 1,-17-11 0,-23-12-11307</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17:13.173"/>
    </inkml:context>
    <inkml:brush xml:id="br0">
      <inkml:brushProperty name="width" value="0.035" units="cm"/>
      <inkml:brushProperty name="height" value="0.035" units="cm"/>
    </inkml:brush>
  </inkml:definitions>
  <inkml:trace contextRef="#ctx0" brushRef="#br0">43 0 3756,'0'0'3769,"-23"0"-6562,4 0 1045</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2:33.807"/>
    </inkml:context>
    <inkml:brush xml:id="br0">
      <inkml:brushProperty name="width" value="0.035" units="cm"/>
      <inkml:brushProperty name="height" value="0.035" units="cm"/>
    </inkml:brush>
  </inkml:definitions>
  <inkml:trace contextRef="#ctx0" brushRef="#br0">309 271 4484,'23'-32'11759,"-39"44"-11618,10-8-92,-1 0 1,1 0-1,-1-1 1,1 0 0,-14 4-1,12-5-15,0 1 0,1 0 0,-1 0 0,-11 8 0,5 0 52,2 0 1,-1 1-1,-11 15 0,11-12-120,4-2 33,0 1 0,1 0 0,0 0 0,1 1 0,1 0 0,0 1 0,-4 17 0,-5 12 127,5-13-51,2-1-1,2 1 0,0 1 0,3-1 1,-1 41-1,-2 22 179,-6 127 316,8-100-337,4-56-105,11 91-1,1 17-45,-5-66-56,-3-72-1,-2 55-1,-2-70-11,0-1 0,4 25 0,-2-24-7,11 66 29,-8-60-41,3 38-1,-2 115-22,5 65 307,8-5-120,-16-217-144,-2-5-6,1 0 0,1 0-1,8 26 1,-2-17-2,-1-1-11,0-1 0,2 0 0,24 43-1,-11-37 18,1-2-1,1-1 1,47 40-1,-35-34 10,111 83 76,-107-88-87,-24-16 33,2-2 0,-1 0 0,2-1 1,-1-1-1,1 0 0,0-2 0,1 0 0,0-2 0,0 0 0,0-1 0,1-1 0,28 0 1,5-6 129,0-1 0,0-3 0,94-25 0,-86 15-45,78-32 0,-82 26-156,-27 11 75,-1-1 0,33-19-1,-1-4 81,73-56 0,-106 68-30,-1-2 1,-1 0 0,-1-2-1,44-60 1,-25 30-34,-28 38-25,17-26 0,23-49 116,50-111 0,10-41 162,-101 206-209,-2-1 0,13-56 0,9-89 147,-29 142-191,18-138 177,-21 153-223,0 0 1,-3-1-1,0-39 0,1-57 34,0 42-38,-2-43 33,1-8 40,-4 95 116,-1 0 0,-3 0-1,-12-51 1,5 43 29,6 21-202,-1 1 0,-13-33 1,5 11-4,14 40-18,-1 1 1,1-1-1,-1 1 1,-1-1-1,1 1 1,-7-10-1,5 11 17,1-1 0,1 1-1,0-1 1,-4-12 0,6 14-18,-1 1 0,0-1 0,0 1 0,-1-1 0,1 1 0,-1 0 0,0-1 0,-4-3 0,4 6 1,1 0-1,0 0 0,0 0 0,0 0 0,0 0 1,1 0-1,0-1 0,-2-4 0,-5-10-15,-67-110 21,66 113-13,-19-27 0,-6-10 87,30 47-87,1-1-1,-1 1 0,-1 0 1,1 0-1,-7-5 1,-17-21 15,22 22-16,0 2 1,-1-1-1,0 1 0,0 0 0,0 0 1,-1 0-1,-14-8 0,-65-32 186,70 38-116,4 3-32,0 0 0,0 0 0,-1 2 0,-20-6 0,14 7-23,0 1-1,0 1 1,0 1-1,-20 2 1,-47-1 36,67-2-8,1 1-1,0 0 0,0 2 1,-29 5-1,40-5-33,0 0 0,0-1-1,-14 0 1,-11 1 20,8 3 31,3-2-29,0 1 0,-34 13 0,47-15-20,1 1-1,-1-1 0,-10 1 1,-1 0-7,-144 46 151,160-48-149,-13-1 64,11 2-62,0-1 0,0 1-1,0 0 1,1 0-1,-1 1 1,0-1 0,-5 5-1,8-5 4,2-2-15,0 0-1,-1 0 1,1 0 0,0 0-1,-1 0 1,1 1 0,0-1-1,0 0 1,-1 1 0,1-1-1,0 1 1,0-1 0,-2 2-1,-10 4 60,-233 69 445,215-67-478,-1 2 0,2 1 0,-1 2 0,2 0 0,-34 22 0,38-18-20,0 0-1,-41 39 1,4 3 9,-36 38-8,61-56-143,-75 90-1503,110-129 951,6-21-21404</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2:38.833"/>
    </inkml:context>
    <inkml:brush xml:id="br0">
      <inkml:brushProperty name="width" value="0.035" units="cm"/>
      <inkml:brushProperty name="height" value="0.035" units="cm"/>
    </inkml:brush>
  </inkml:definitions>
  <inkml:trace contextRef="#ctx0" brushRef="#br0">30 584 10117,'-25'-25'1702,"20"20"1922,19 12-1761,-12-7-1687,0 1-1,-1-1 1,1 0 0,0 1-1,0-1 1,0 0-1,0 0 1,0 0 0,-1 0-1,1 0 1,0-1-1,0 1 1,0 0 0,-1-1-1,1 0 1,0 1-1,0-1 1,2-1 0,34-24 383,-16 10-8,3 1-17,38-15 1,-4 3-30,-19 8-113,83-27-1,49-1 57,-38 12-216,147-35 114,-255 64-335,113-23 310,-135 28-341,-7 5-114,-4 5 97,0-1 1,-1-1-1,0 1 1,0-1-1,-1 0 1,0-1-1,0 0 1,-1 0-1,-17 7 1,-14 4-95,-47 12 1,60-21 96,-74 21 885,-2-5 0,-112 11 1,216-36-837,0 1 1,-1 0-1,1 0 1,0 0-1,0 0 1,-1 0-1,1 0 0,0 0 1,0-1-1,-1 1 1,1 0-1,0 0 1,0 0-1,0-1 1,-1 1-1,1 0 0,0 0 1,0 0-1,0-1 1,0 1-1,0 0 1,0 0-1,-1-1 1,1 1-1,0 0 0,0 0 1,0-1-1,0 1 1,0 0-1,0-1 1,0 1-1,0 0 1,0 0-1,0-1 0,0 1 1,0 0-1,0-1 1,1 1-1,-1 0 1,0-1-1,3-11 159,-1 6-100,1-1 1,1 1-1,-1 0 0,1 0 0,0 0 0,1 1 0,-1-1 0,1 1 0,0 0 1,1 0-1,5-4 0,16-10 150,29-17 0,-49 32-196,45-25 114,0 3 0,2 2 0,79-24 0,173-33 40,-258 70-167,108-22-628,-127 29-2026,43 0-1,-88 8-1463,-4 1 2676,-35 1-4559,-4-4-3768</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08.144"/>
    </inkml:context>
    <inkml:brush xml:id="br0">
      <inkml:brushProperty name="width" value="0.035" units="cm"/>
      <inkml:brushProperty name="height" value="0.035" units="cm"/>
    </inkml:brush>
  </inkml:definitions>
  <inkml:trace contextRef="#ctx0" brushRef="#br0">627 375 9885,'-1'0'234,"1"-1"0,0 0 0,-1 1 1,1-1-1,0 1 0,-1-1 0,1 0 0,0 1 0,0-1 0,0 0 1,0 1-1,-1-1 0,1 0 0,0 1 0,0-1 0,0 0 1,0 1-1,1-1 0,-1 0 0,0 0 0,0 1 0,0-1 0,0 1 1,1-1-1,-1 0 0,0 1 0,1-1 0,-1 0 0,0 1 0,1-1 1,-1 1-1,1-1 0,-1 1 0,2-1 0,26-14 434,-24 14-529,1-1-1,-1 0 1,-1 0-1,1 0 1,0 0-1,0 0 1,6-6-1,16-14 327,-3 4-200,42-37 28,-25 27-200,0-2 4,-38 28-80,21-18 839,-29 1-558,6 18-282,0 0-1,-1 0 0,1 0 1,-1 0-1,1 0 1,-1 0-1,1 0 1,-1 0-1,0 0 1,1 1-1,-1-1 1,0 0-1,0 0 1,1 0-1,-1 1 1,0-1-1,0 1 1,0-1-1,0 0 1,0 1-1,0 0 1,0-1-1,0 1 1,-1-1-1,-2 1 14,1-1 0,0 1 0,-1 0 0,1 0-1,0 0 1,-1 1 0,1-1 0,-5 2 0,-7 2 57,0 2 0,-24 11 0,37-16-79,-20 10 39,1 2-1,0 0 1,1 1 0,0 1-1,-29 30 1,-78 98 267,123-137-302,-30 36 119,3 2 0,1 1 0,-41 84 0,44-70 0,2 0 1,3 1 0,-18 80 0,-39 252 106,5 27-76,57-264-17,-6 31-153,16-137 33,2 0 1,1 60-1,-3 42-42,4-107 48,2 0-1,7 66 1,-6-104-31,4 122-36,3 33 33,-3-140 29,1 1-1,1 0 0,0-1 0,2 0 0,14 27 1,0 3-29,-5-18 11,1 0 0,2-1 1,1-1-1,30 35 0,-22-34 102,0-2 0,3-1 0,43 32 0,-41-36-42,1-1 0,1-2 0,0-2 0,2-1 0,1-2 0,0-2 0,1-1 0,1-2 0,-1-2-1,63 7 1,-92-15-62,200 17 84,-165-18-65,1-1 1,70-11 0,-13-7-26,-1-5 0,-2-4-1,0-5 1,-2-4 0,174-91 0,-37-25 83,-226 144-82,73-47-4,-40 27-2,0-1 1,70-64-1,-99 78 6,34-31-20,72-94-1,-119 138 22,37-50 169,-2-2 0,40-80 0,-48 75 96,30-99 1,-27 68-72,3-10-120,0-21 147,44-201 352,-76 311-546,9-55 172,1-70 0,-10 63-14,-3-1-1,-3 1 0,-16-77 1,-12 17 56,-12-1-155,34 107-72,-2 2 0,0-1 0,-18-25-1,-21-39 140,3 5 35,14 33 67,-75-88 1,84 113-191,-2 1 1,0 2 0,-1 0 0,-49-30-1,1 9 12,-3 2 1,-87-33-1,96 47-83,44 17 32,-1 0 0,0 2 0,0 2 0,-1 0 0,-29-4 0,-116-8 63,105 14 142,-89 3 1,138 3-229,-28 0-4,22 1 0,6-1 0,-35-2 0,6-4 0,1-3 0,16 4 0,-1 1 0,1 2 0,-1 2 0,0 0 0,1 2 0,-1 2 0,-31 7 0,-201 57-568,126-18-3142,52-16-2538,82-32 5344,1-1 0,0 0 0,0 0 0,-1 0 0,1 0 0,-1 0 0,-4-1 0,-29-6-11121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1.819"/>
    </inkml:context>
    <inkml:brush xml:id="br0">
      <inkml:brushProperty name="width" value="0.035" units="cm"/>
      <inkml:brushProperty name="height" value="0.035" units="cm"/>
    </inkml:brush>
  </inkml:definitions>
  <inkml:trace contextRef="#ctx0" brushRef="#br0">1 1436 8173,'3'-9'467,"11"1"6544,1 0-3660,-10 3-3038,0 1 0,-1-1 0,1 0 0,-1-1 0,-1 1 0,1-1 0,-1 1 0,1-1 0,2-9 0,3-9-50,6-27 0,-7 22-76,10-40 11,-4 1-1,8-86 1,-19 129-190,7-232 66,-10 232-49,0 21-48,-2 7-73,-7 33 92,1 0 1,1 0-1,3 0 0,0 1 0,3-1 0,1 1 0,1 0 1,2-1-1,2 1 0,10 39 0,-12-63 20,4 13 52,10 27 0,-15-47-46,0 0 1,1 0 0,0-1-1,0 1 1,1-1 0,-1 0-1,1 0 1,0 0 0,0-1-1,6 5 1,-9-7-22,1-1 0,-1 0 0,1 0 1,0 0-1,-1 0 0,1 0 0,0 0 0,0-1 0,-1 1 1,1 0-1,0-1 0,0 1 0,0-1 0,0 0 0,0 0 1,0 0-1,0 0 0,0 0 0,0 0 0,0 0 1,-1-1-1,1 1 0,0-1 0,0 1 0,0-1 0,0 0 1,-1 1-1,1-1 0,0 0 0,-1 0 0,1 0 0,0-1 1,-1 1-1,0 0 0,1-1 0,-1 1 0,2-2 1,3-6-46,0 1 1,-1 0-1,0-1 1,0 0-1,-1 0 1,4-10-1,7-15-110,-11 26 92,0 1 1,-1-1-1,0 1 0,0-1 0,-1 0 0,0 0 0,1-11 0,0-50-824,-3 71 874,1-1 1,-1 0-1,1 0 1,-1 0-1,1 1 1,0-1-1,-1 0 1,1 0-1,0 0 0,0 0 1,0 0-1,1 1 1,1 1-2,62 89 176,-56-81-94,1-1 0,0 0 0,0 0 1,1-1-1,0 0 0,0-1 0,15 8 0,18 13 259,-38-26-291,-1 0 1,1 0-1,-1-1 1,1 0 0,0 0-1,9 2 1,-3-1 11,-11-3-45,0 0 0,0 0 0,0 0 0,0 0 0,0 0 0,0 0 0,0 0 0,0 0-1,0 0 1,0 0 0,0-1 0,0 1 0,0 0 0,0-1 0,-1 1 0,1-1-1,0 1 1,0-1 0,0 1 0,0-2 0,3 0 0,-2 1-15,-1 0-1,1 0 1,0 0-1,-1-1 0,1 1 1,-1 0-1,0-1 1,1 1-1,-1-1 0,0 1 1,0-1-1,0 1 1,0-1-1,0 0 0,0 0 1,0 0-1,-1 1 1,1-1-1,-1 0 0,1 0 1,-1 0-1,0 0 0,1 0 1,-1 0-1,0 0 1,0 0-1,-1-3 0,0-7-148,-1 1 0,-1 0 0,-5-20 0,-81-205-1682,9 67 1999,79 168-132,1 1 1,0-1 0,-1 0 0,1-1-1,0 1 1,0 0 0,0 0 0,0 0 0,0 0-1,0 0 1,0 0 0,0 0 0,0 0-1,0 0 1,0 0 0,1 0 0,-1 0-1,0 0 1,1-1 0,0-2 75,0 2-54,0 0-1,-1-1 0,1 1 1,0 0-1,0 0 0,1 0 0,-1 0 1,0 0-1,0 0 0,1 0 1,0 0-1,-1 0 0,1 1 1,0-1-1,0 1 0,0-1 1,0 1-1,0 0 0,2-2 0,6-1 136,1-1 0,20-5 0,-4 1 57,197-84 1223,-210 87-1430,-1-1 0,0 0 0,0-1 0,0-1 0,-1 0 0,0-1 0,-1 0-1,0 0 1,0-2 0,-1 1 0,-1-1 0,9-14 0,-14 18-49,0 0 0,0 0 0,-1-1 0,0 1 0,-1-1 0,1 0 0,-2 0 0,2-11 0,-1 3 23,0 2-19,-1 1-1,0-1 0,-1 0 0,-1 1 1,0-1-1,-1 1 0,-1-1 1,0 1-1,-1 0 0,-7-17 1,7 14 215,1 1 1,0-1 0,0-31-1,3 44 40,-14 24-58,12-17-184,0-1 0,0 1 0,0 0 0,0-1 0,1 1 1,-1 0-1,1 0 0,-2 5 0,-3 17 24,-4 36 0,4-21 12,-32 343 280,30-277-289,0 21 10,5 1 0,25 228 0,-18-330-22,0-1 0,2 0 0,15 38 0,-20-60-24,0 1-1,1-1 0,0 0 1,-1 0-1,1 0 1,0-1-1,0 1 1,1 0-1,-1-1 1,0 1-1,1-1 0,0 0 1,3 2-1,-5-3-3,1 0 0,-1-1-1,1 1 1,0 0 0,-1-1-1,1 1 1,0-1 0,0 0-1,-1 0 1,1 0 0,0 0-1,0 0 1,-1 0-1,1 0 1,0 0 0,0-1-1,-1 1 1,1-1 0,0 1-1,-1-1 1,1 0 0,0 1-1,-1-1 1,2-1 0,6-4-65,-1-1 0,-1 0 0,1 0 0,-1 0 0,0-1 0,9-15 0,33-57-496,-22 26 187,-21 39 261,1 1 1,1 0-1,0 0 1,1 0 0,0 1-1,13-13 1,-21 24 112,1 1 1,-1 0-1,1 0 1,-1 0-1,0 0 1,1 0 0,0 0-1,-1 0 1,1 0-1,0 0 1,-1 1-1,1-1 1,0 1-1,-1-1 1,1 1-1,0 0 1,0 0-1,0 0 1,0 0-1,-1 0 1,1 0-1,0 0 1,0 1 0,-1-1-1,1 0 1,0 1-1,0 0 1,-1-1-1,1 1 1,0 0-1,-1 0 1,1 0-1,-1 0 1,1 0-1,-1 0 1,2 2-1,14 13-18,0 0-1,-1 1 1,25 35-1,11 11-7,-33-43 29,2-1 0,0-1 0,33 22 0,79 37 118,-113-68-48,0-1 0,1-1 0,25 5 1,-45-12-61,2 1 13,1 0-1,0-1 1,-1 1-1,1-1 1,0 0-1,0 0 0,-1-1 1,1 1-1,0-1 1,-1 0-1,1 0 0,0 0 1,-1 0-1,1 0 1,-1-1-1,0 0 0,1 0 1,-1 0-1,4-3 1,-1 0 6,0-1-1,0 0 1,-1 1 0,0-1 0,-1-1 0,1 1 0,6-14 0,-7 10-23,0 0 1,-1 0 0,0 0-1,0 0 1,-1 0 0,0 0-1,-1-1 1,-1 1 0,0-14-1,-1 7 6,-1-1 0,0 1 0,-2 0 0,-7-25 0,7 32-14,0 0 1,0 0-1,-1 1 1,-1 0-1,1 0 1,-2 0-1,1 0 1,-14-13-1,18 21 5,1-1-1,-1 1 1,0 0-1,0-1 0,0 1 1,0 0-1,0 0 0,0 0 1,0 0-1,0 1 1,-4-2-1,4 2-3,1 0 9,0 1-1,1 0 0,-1 0 0,1 0 0,0 0 0,-1-1 1,1 1-1,0 0 0,-1 0 0,1 0 0,0 0 0,0 0 1,0 0-1,0 0 0,0 2 0,0-3 1,0 4 1,0 0 1,0 0-1,1 0 0,0 0 1,0 0-1,0 0 0,0-1 1,0 1-1,1 0 0,0-1 1,0 1-1,0-1 0,0 1 1,4 4-1,5 5 2,24 23-1,-29-31 8,7 7 34,0-2-1,1 0 1,0 0-1,1-1 1,0-1-1,0 0 1,1-1-1,0-1 0,0 0 1,0-1-1,1-1 1,0-1-1,0 0 1,0-1-1,0-1 0,0-1 1,0 0-1,0-1 1,0-1-1,24-5 1,-34 5-41,4 0 7,0-1 0,0 0 0,-1-1 0,16-8 1,-19 8-65,-1 0 0,0-1 0,0 0 0,5-6 0,-9 9 58,-1 0 84,10-10-145,6-7 1814,-12 13-1378,0 1 0,0 0 1,0 0-1,1 0 0,0 1 0,12-7 1,-3 3-23,-1-1 1,0 0 0,0-1 0,0 0-1,-1-1 1,19-20 0,80-89 1025,-80 88-1378,-31 32-35,-1-1 1,1 0-1,0 1 1,-1-1-1,1 0 1,-1 1-1,0-1 1,1 0-1,-1 0 1,1 1-1,-1-1 1,0 0-1,0 0 1,1 0-1,-1 0 1,0 1-1,0-1 1,0 0-1,0 0 1,0-2-1,0-1-155,1 2-174,0 0 0,1-1 1,-1 1-1,1 0 1,-1-1-1,1 1 0,0 0 1,0 0-1,0 0 1,0 1-1,0-1 0,0 0 1,0 1-1,1 0 1,-1-1-1,4 0 0,-3 0-365,1 0 0,-1 0 1,1-1-1,-1 1 0,0-1 0,0 0 0,3-3 0,0-4-1583,5-6-3761,9 6-2025</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2.162"/>
    </inkml:context>
    <inkml:brush xml:id="br0">
      <inkml:brushProperty name="width" value="0.035" units="cm"/>
      <inkml:brushProperty name="height" value="0.035" units="cm"/>
    </inkml:brush>
  </inkml:definitions>
  <inkml:trace contextRef="#ctx0" brushRef="#br0">177 59 10133,'-13'-5'1496,"12"5"-1464,1 0-1,0 0 0,0 0 0,0 0 1,0 0-1,0 0 0,0 0 0,0 0 1,0 0-1,0 0 0,0 0 0,0 0 1,0 0-1,0 0 0,0-1 0,0 1 1,-1 0-1,1 0 0,0 0 0,0 0 1,0 0-1,0 0 0,0 0 0,0 0 0,0 0 1,0 0-1,0 0 0,0 0 0,0 0 1,0 0-1,0 0 0,0-1 0,0 1 1,0 0-1,0 0 0,0 0 0,0 0 1,0 0-1,0 0 0,0 0 0,0 0 1,0 0-1,0 0 0,0 0 0,0 0 1,0 0-1,0-1 0,0 1 0,0 0 1,0 0-1,0 0 0,1 0 0,-1 0 1,0 0-1,0 0 0,0 0 0,0 0 1,0 0-1,0 0 0,0 0 0,0 0 1,0 0-1,0 0 0,21-3 3507,-9 1-2995,-8 2 802,1-1-127,36-10 952,-38 10-1258,3-7 590,-6 7-1363,1 1 0,0-1 0,-1 0 0,1 1 0,-1-1 0,1 0 0,-1 1 0,1-1 0,-1 0 0,1 0 0,-1 0 0,0 1 0,1-1 0,-1 0 0,0 0 0,0 0 0,0 0 0,1-1 0,-11-1-92,1 1 0,-1 1 0,1 0 0,-1 0 0,1 0 1,-1 2-1,1-1 0,-17 3 0,11 0-50,0 0 1,1 1-1,-1 1 0,-24 12 1,34-15 0,0 0 1,1 1-1,-1 0 1,1 0 0,0 0-1,0 0 1,0 1 0,1 0-1,-1-1 1,1 1-1,0 1 1,0-1 0,-3 5-1,5-6 10,0-1-1,1 0 1,-1 1 0,0 0-1,1-1 1,-1 1-1,1-1 1,0 1-1,0-1 1,0 1-1,0 0 1,0-1 0,1 1-1,-1-1 1,1 1-1,0-1 1,-1 1-1,1-1 1,0 1-1,1-1 1,-1 0-1,0 1 1,1-1 0,-1 0-1,1 0 1,2 2-1,10 10-137,1 0-1,0-1 1,1-1 0,1-1-1,0 0 1,0-1 0,1-1-1,0 0 1,1-2-1,0 0 1,37 8 0,0-4-2151,0-2 1,112 1-1,-92-8-4024,-3-4-4093</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2.823"/>
    </inkml:context>
    <inkml:brush xml:id="br0">
      <inkml:brushProperty name="width" value="0.035" units="cm"/>
      <inkml:brushProperty name="height" value="0.035" units="cm"/>
    </inkml:brush>
  </inkml:definitions>
  <inkml:trace contextRef="#ctx0" brushRef="#br0">452 826 9805,'-54'29'1394,"29"-17"-281,1 1 0,1 1 0,-35 27 0,18-7-172,15-13-384,0 1-1,2 0 1,-23 29-1,34-35-337,-3 2 205,1 0 0,1 1 0,1 0 0,1 1 0,0 1 0,-7 22 0,17-42-403,1-1 0,0 1 0,-1 0 0,1 0 0,0 0 0,0 0 1,0 0-1,0 0 0,0 0 0,0 0 0,0 0 0,0 0 0,0 0 0,0 0 1,1 0-1,-1 0 0,0 0 0,1 0 0,-1 0 0,0 0 0,1-1 0,-1 1 1,1 0-1,0 1 0,1-1 12,-1 0 0,1 0 0,-1 0 0,1-1 0,-1 1 0,1 0 0,-1-1 0,1 1 0,0-1-1,-1 1 1,1-1 0,0 0 0,1 1 0,5-1 55,1 0 0,-1-1-1,1 0 1,15-3 0,0-4 5,0-1 0,-1-1 0,0-1 0,-1-1 1,0-1-1,23-18 0,-21 12-60,-1 0 0,-1-2 1,-1 0-1,-1-2 0,-1 0 1,-1-1-1,-1-1 0,-1-1 1,-1 0-1,15-39 0,-3-5-209,-2-1 0,29-147 0,-48 179 116,-1 0 0,-2 0 1,-2-43-1,-19-117-74,14 176 139,-2 1 1,0 1-1,0-1 0,-16-30 1,21 49 14,-2 5-8,-2 0-10,1 1-1,0 0 0,0 0 0,0 0 0,1 0 1,-1 1-1,1 0 0,0-1 0,0 1 0,0 0 0,1 1 1,-1-1-1,1 0 0,0 1 0,0-1 0,0 1 0,-1 9 1,-2 7 16,2 1 1,-1 40-1,3-44 5,-1 38 244,4 0 0,1 1-1,16 76 1,-5-53 255,-7-32-88,2-1 1,2-1-1,31 83 1,-32-105-456,1-1 1,1 0 0,0 0-1,2-2 1,1 0-1,1 0 1,19 19-1,-29-35-118,0 0 0,0-1-1,1 0 1,-1-1 0,1 0-1,0 0 1,9 3 0,-14-5 70,0-1 0,1 1 0,-1-1 0,0 0 0,0 0 0,1 0 1,-1 0-1,0 0 0,1 0 0,-1-1 0,0 1 0,0-1 0,0 1 0,1-1 0,-1 0 1,0 0-1,0 0 0,0 0 0,0 0 0,0-1 0,-1 1 0,1 0 0,3-4 1,-1 0-101,1 0 0,-1 0 1,1-1-1,-1 0 1,-1 0-1,5-8 1,3-10-155,-1-1 1,-2 0-1,0-1 1,6-36-1,-8 9 552,-6 53-227,0 0 0,0 0 0,0 0 1,0 0-1,0 0 0,0 0 1,0 0-1,0-1 0,0 1 0,0 0 1,0 0-1,0 0 0,0 0 0,0 0 1,0 0-1,0 0 0,0 0 0,0 0 1,0-1-1,0 1 0,0 0 1,0 0-1,0 0 0,0 0 0,0 0 1,1 0-1,-1 0 0,0 0 0,0 0 1,0 0-1,0 0 0,0 0 0,0 0 1,0-1-1,0 1 0,0 0 1,0 0-1,1 0 0,-1 0 0,0 0 1,0 0-1,0 0 0,0 0 0,0 0 1,0 0-1,0 0 0,0 0 0,1 0 1,-1 0-1,0 0 0,0 0 1,0 0-1,0 0 0,0 0 0,0 1 1,0-1-1,0 0 0,0 0 0,0 0 1,1 0-1,-1 0 0,0 0 0,0 0 1,0 0-1,6 2 60,-1 0-6,1-1-1,-1 1 1,0 1 0,0-1 0,0 1 0,0 0-1,-1 0 1,8 6 0,12 11 190,1-2-1,1 0 1,29 14-1,88 38 1020,-134-66-1202,33 16 256,66 28 790,-103-47-923,-3-1-191,0-1 1,0 1 0,-1-1-1,1 1 1,0-1 0,0 0-1,0 0 1,-1 0 0,1 0-1,0 0 1,-1 0-1,1 0 1,-1-1 0,2-1-1,-5 0-62,-1-1-1,1 0 0,-1 1 0,0-1 0,0 1 1,0 0-1,-1 0 0,1 0 0,-1 0 1,-3-2-1,0 0-56,-5-4-163,-1 0 1,-1 1-1,0 0 1,-28-11-1,-62-14-1285,24 9-46,23 4 195,-51-17-2358,37 14-1923,36 12-1022</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3.185"/>
    </inkml:context>
    <inkml:brush xml:id="br0">
      <inkml:brushProperty name="width" value="0.035" units="cm"/>
      <inkml:brushProperty name="height" value="0.035" units="cm"/>
    </inkml:brush>
  </inkml:definitions>
  <inkml:trace contextRef="#ctx0" brushRef="#br0">10 758 13981,'1'-21'537,"4"-83"2969,-2 58-1839,2 1-1,1 0 1,17-56-1,-11 47-598,14-52 480,13-72 641,-29 132-1578,-7 35-399,-6 28 172,-18 73-232,-27 136-21,24-68-55,-4 193 0,18-181-224,2 78-1402,11-218 91,9 45 1,-9-63 464,-3-9-1081,7-39-18394</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3.986"/>
    </inkml:context>
    <inkml:brush xml:id="br0">
      <inkml:brushProperty name="width" value="0.035" units="cm"/>
      <inkml:brushProperty name="height" value="0.035" units="cm"/>
    </inkml:brush>
  </inkml:definitions>
  <inkml:trace contextRef="#ctx0" brushRef="#br0">14 243 11949,'-11'19'1936,"9"-15"1202,5-4-2852,1 1 1,0 1-1,-1-1 1,1 0-1,-1 1 1,0 0-1,0 0 1,1 0-1,-1 0 1,2 3-1,8 4 216,2-1-240,1 0 0,0-1 0,0 0-1,0-1 1,1-1 0,21 4 0,-32-8-237,1 0 1,-1 0-1,1-1 0,-1 1 1,1-2-1,-1 1 0,1-1 1,-1 0-1,1 0 0,-1 0 1,1-1-1,-1 0 0,0 0 1,0-1-1,0 0 0,0 0 0,-1 0 1,1-1-1,6-5 0,15-16 59,-1-1-1,-1-2 0,-2 0 0,40-62 0,-1-24 2844,-61 112-2485,-15 18 357,6-2-677,0-1 0,2 2 0,0-1 0,0 1 0,1 0 0,-5 28 1,-4 9 45,-15 46 12,4 2 0,4 0 0,-13 168-1,34-240-84,1-1-1,1 1 1,7 31-1,-9-56-74,0 1-1,1 0 0,0-1 1,0 1-1,0-1 0,0 1 1,1-1-1,-1 0 0,1 0 1,0 1-1,0-1 0,0 0 0,0-1 1,1 1-1,-1 0 0,4 3 1,-3-5-10,-1 0 0,0 0 0,1 1 0,-1-1 0,1-1 0,-1 1 0,1 0 0,-1-1 0,1 1 0,0-1 0,-1 0 0,1 0 0,0 0 0,-1 0 1,1 0-1,0-1 0,3 0 0,3-2 4,1-1 1,-1 0-1,0 0 0,-1-1 1,1 0-1,-1 0 1,1-1-1,-2 0 1,1 0-1,7-10 0,26-31-156,-2-3 0,41-68 0,8-10-770,-86 126 868,0-1-1,0 1 1,0 1-1,0-1 0,0 0 1,0 0-1,4-1 1,0 0-42,-7 3 84,1 0 0,0 0 0,0 0 0,0 0 0,0 0 0,0 0 1,0 0-1,0 0 0,0 0 0,0 1 0,0-1 0,0 0 0,0 0 0,0 0 1,0 0-1,0 0 0,0 0 0,0 0 0,0 0 0,0 0 0,0 1 1,0-1-1,0 0 0,0 0 0,0 0 0,0 0 0,0 0 0,0 0 0,0 0 1,1 0-1,-1 0 0,0 0 0,0 1 0,0-1 0,0 0 0,0 0 0,0 0 1,0 0-1,0 0 0,0 0 0,0 0 0,0 0 0,1 0 0,-1 0 1,0 0-1,0 0 0,0 0 0,0 0 0,0 0 0,0 0 0,0 0 0,0 0 1,0 0-1,1 0 0,-1 0 0,0 0 0,0 0 0,0 0 0,0 0 0,0 0 1,5 48-75,-2-10 42,2 1 1,1-1 0,16 52 0,-19-80 32,1 1 1,1 0-1,0-1 1,0 0-1,1 0 1,0-1-1,1 1 1,0-1-1,0-1 1,1 1-1,0-1 1,0-1-1,1 0 1,0 0-1,1 0 1,13 7-1,-13-10 10,0 0 0,1-1 0,-1 0-1,1 0 1,0-1 0,-1-1-1,1 1 1,0-2 0,0 0 0,16-1-1,-1-2-14,-1-2 0,0 0-1,34-12 1,-41 11-43,-1-1-1,-1-1 1,0-1 0,0 0 0,0 0-1,-1-2 1,-1 0 0,26-25 0,-36 31-66,-1 1 0,0-1 1,1 1-1,-2-1 0,1 0 1,3-9-1,-1 2-203,-5 12 309,0-1 0,0 1 0,1 0 0,-1 0 0,0 0 0,0 0 0,0 0 0,0 0 0,0-1 0,0 1 0,0 0 0,0 0 0,0 0 0,0 0 0,0-1 0,0 1 0,0 0 0,0 0 0,0 0 0,0 0 0,0-1 0,0 1 0,0 0 0,0 0 0,0 0 0,0 0 0,0-1 0,0 1 0,0 0 0,0 0 0,0 0 0,0 0 0,-1 0 0,1-1 0,0 1 0,0 0 0,0 0 0,0 0 0,0 0 0,-2-3-32,0-1 0,0 1 0,-1 1 0,1-1 0,-1 0 0,1 0 0,-1 1-1,0 0 1,0-1 0,0 1 0,0 0 0,0 1 0,-1-1 0,1 0 0,0 1 0,-1 0 0,1 0 0,-1 0 0,0 0 0,1 0 0,-8 1 0,8 0 36,0 0 0,0 1 0,0 0-1,0 0 1,0 0 0,0 0 0,0 0 0,0 1 0,1-1 0,-1 1-1,0 0 1,1 0 0,-1 0 0,1 0 0,0 0 0,0 0 0,0 1-1,0-1 1,0 1 0,0-1 0,-2 5 0,-2 3 44,4-4 138,4 10-52,-2-11-75,0 0 0,0-1-1,1 1 1,-1 0 0,1-1 0,1 1-1,-1 0 1,0-1 0,1 1 0,0-1-1,0 0 1,0 1 0,1-1 0,-1 0-1,1-1 1,0 1 0,0 0 0,1-1-1,-1 1 1,5 2 0,3 1-4,1-1 1,-1-1-1,1 1 1,1-2-1,-1 0 1,1 0-1,0-1 1,0-1-1,0 0 1,0-1-1,0 0 1,23-3-1,-7 0-243,0-2-1,0-1 1,-1-1-1,51-18 1,-60 16-108,-1 0 0,0-2 0,0 0 0,-1-1 0,32-26 0,70-79-1287,-67 62 1457,-44 47 375,1 0-1,17-11 1,-23 17-101,0 0 1,-1 1-1,1 0 1,0-1 0,0 1-1,-1 0 1,1 0-1,0 0 1,0 0-1,-1 1 1,1-1-1,0 1 1,-1 0 0,1 0-1,4 2 1,3 2 132,-1 0 0,0 1 1,-1 0-1,1 1 0,11 11 1,-2-2 196,-1 0 105,0 0 1,22 28 0,-35-38-467,1 0 0,-1 0 1,0 0-1,-1 0 0,0 0 0,0 1 0,0 0 1,0 0-1,-1 0 0,-1 0 0,1 0 0,0 10 1,-2-11-163,-1 0 1,0 0 0,-1 0 0,1 0 0,-1 0 0,0 0 0,-1-1 0,1 1 0,-1-1 0,0 1 0,0-1 0,-1 0 0,0 0 0,0-1 0,0 1 0,0-1 0,-1 0 0,1 0 0,-1 0 0,0-1 0,-10 6 0,11-7-180,1-1 1,0 0-1,-1 0 1,1 0-1,-1 0 1,1 0-1,-1 0 0,1-1 1,-1 0-1,0 0 1,1 0-1,-1 0 1,-5-1-1,-38-12-2158,45 12 2207,-43-19-3999,18 3-1707,-3-11-5093</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4.254"/>
    </inkml:context>
    <inkml:brush xml:id="br0">
      <inkml:brushProperty name="width" value="0.035" units="cm"/>
      <inkml:brushProperty name="height" value="0.035" units="cm"/>
    </inkml:brush>
  </inkml:definitions>
  <inkml:trace contextRef="#ctx0" brushRef="#br0">35 132 10117,'-19'1'-566,"4"0"8150,29 1-2924,-12-2-4534,-1 0-1,1 0 1,-1 0-1,1-1 1,-1 1-1,1 0 1,-1-1-1,1 1 0,-1-1 1,1 1-1,-1-1 1,1 1-1,-1-1 1,0 0-1,1 0 1,-1 0-1,0 0 1,0 0-1,0 0 0,0 0 1,0 0-1,0 0 1,0-1-1,0 1 1,0 0-1,0-1 1,-1 1-1,2-3 1,10-15 1048,-2 7-452,0 1 0,1-1 0,0 2 0,1-1 0,0 2 0,25-16 0,-35 24-426,11 13 94,-9-9-392,-1-1 1,0 1-1,0 0 1,0 0 0,-1 0-1,1 1 1,-1-1-1,1 1 1,-1-1 0,0 1-1,0 0 1,-1-1-1,1 1 1,-1 0 0,0 0-1,0 0 1,0 1-1,0 7 1,-5 38-727,3-39 160,-1 1 0,2-1 0,0 18 0,1-21 7,3 32-4735,-4-38 4627,1 0 0,-1 0 1,0 0-1,1 0 1,-1 0-1,1 0 0,0 0 1,-1-1-1,1 1 1,0 0-1,0-1 0,0 1 1,3 3-1,-2-5-186,-1 0 0,1 0-1,-1 1 1,1-1 0,-1 0-1,1 0 1,0-1 0,-1 1 0,1 0-1,-1 0 1,1-1 0,1 0-1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5.149"/>
    </inkml:context>
    <inkml:brush xml:id="br0">
      <inkml:brushProperty name="width" value="0.035" units="cm"/>
      <inkml:brushProperty name="height" value="0.035" units="cm"/>
    </inkml:brush>
  </inkml:definitions>
  <inkml:trace contextRef="#ctx0" brushRef="#br0">3 1560 11205,'0'-2'2239,"-1"-1"-1755,1 1 0,-1-1 0,1 0 0,0 1-1,-1-1 1,1 1 0,0-1 0,1 0 0,-1 1 0,0-1 0,1 0 0,0 1 0,-1-1 0,3-2 0,0-1 146,1 0-1,-1 0 1,1 1 0,1 0 0,6-7 0,2-3-201,0 0 0,-1 0 0,-1-1 0,0-1 0,-1 0 0,-1 0 0,-1-1 0,10-29 0,-1-19-83,-2-1 1,-4 0-1,-2-1 1,-1-110-1,-40-215-316,13 227-161,9 98 37,6 49 52,1 0 1,0-1-1,2 1 1,2-38-1,0 51 32,0 0 0,0 1 0,1-1 0,0 0 0,0 1 0,1-1 0,-1 1 0,8-11 0,-9 14-21,1 0-1,0-1 1,0 1 0,0 0 0,0 0-1,0 0 1,1 0 0,-1 0-1,1 1 1,-1-1 0,1 1 0,-1 0-1,1-1 1,0 1 0,0 0 0,-1 1-1,1-1 1,0 0 0,0 1 0,0 0-1,5 0 1,2 2-146,0 0-1,0 1 1,0 1 0,0 0-1,-1 0 1,1 1 0,-1 0-1,11 8 1,-7-4-371,0 1-1,0 0 1,-1 0 0,0 2 0,-1-1 0,-1 1-1,15 22 1,-16-19-1651,0 0 1,-1 0-1,11 29 0,1 24-8934</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5.307"/>
    </inkml:context>
    <inkml:brush xml:id="br0">
      <inkml:brushProperty name="width" value="0.035" units="cm"/>
      <inkml:brushProperty name="height" value="0.035" units="cm"/>
    </inkml:brush>
  </inkml:definitions>
  <inkml:trace contextRef="#ctx0" brushRef="#br0">1 60 18962,'108'-40'2428,"-52"31"-312,6-1-496,-10 10-276,-6 0-311,3 3-417,4 4-516,-4-4-1000,-23 0-821,0 14 237,14 9-5604</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5.830"/>
    </inkml:context>
    <inkml:brush xml:id="br0">
      <inkml:brushProperty name="width" value="0.035" units="cm"/>
      <inkml:brushProperty name="height" value="0.035" units="cm"/>
    </inkml:brush>
  </inkml:definitions>
  <inkml:trace contextRef="#ctx0" brushRef="#br0">6 132 9477,'0'0'11652,"2"3"-10144,-2-3-1500,1 3 181,1 0 1,0 0 0,0 0-1,0-1 1,0 1 0,0 0-1,1-1 1,-1 0 0,1 0-1,0 1 1,0-1 0,-1-1-1,1 1 1,0 0 0,0-1-1,1 0 1,-1 1 0,0-1-1,0-1 1,6 2 0,249 40 5436,-86-23-5113,-154-18-530,-14-1-183,-19-14-1662,4 6 1425,-1 2 0,1-1-1,-1 2 1,0 0 0,-1 0 0,1 1-1,-1 0 1,-14-1 0,-12-5-313,-38-13-619,-98-25-1982,164 45 2714,-37-11-1297,46 14 1769,0-1-1,0 0 0,0 1 0,1-1 0,-1 0 0,0 0 1,1 0-1,-1-1 0,1 1 0,-1 0 0,1-1 0,-1 1 0,1-1 1,0 1-1,0-1 0,0 1 0,0-1 0,-1-2 0,1 3-73,1 0 0,0-1 0,-1 1 0,1 0-1,0 0 1,0-1 0,0 1 0,0 0 0,0-1 0,0 1-1,0 0 1,0 0 0,1-1 0,-1 1 0,1 0-1,-1 0 1,0-1 0,1 1 0,0 0 0,-1 0-1,1 0 1,0 0 0,-1 0 0,1 0 0,0 0 0,0 0-1,1-1 1,24-17-5641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6.269"/>
    </inkml:context>
    <inkml:brush xml:id="br0">
      <inkml:brushProperty name="width" value="0.035" units="cm"/>
      <inkml:brushProperty name="height" value="0.035" units="cm"/>
    </inkml:brush>
  </inkml:definitions>
  <inkml:trace contextRef="#ctx0" brushRef="#br0">1 349 6549,'0'0'46,"0"0"1,1 0-1,-1 0 1,0 0-1,1 0 1,-1 0-1,0 0 1,1 0-1,-1 0 1,0 0-1,1 0 1,-1 0-1,0 0 1,0 0-1,1 0 1,-1 1-1,0-1 1,1 0-1,-1 0 1,0 0-1,0 0 1,1 1-1,-1-1 1,0 0-1,0 0 1,1 0-1,-1 1 1,0-1-1,0 0 1,0 1-1,0-1 1,1 0-1,-1 0 1,0 1-1,0-1 1,0 0-1,0 1 1,-6 16 9266,8-15-8404,3 4-601,0 0-1,0 0 0,-1 1 0,1 0 1,-1 0-1,-1 0 0,1 0 0,3 15 1,-5-16-197,1 1 20,-1 0 0,-1 1 1,2 12-1,-2-13-55,0 1 0,0-1 0,1 0 0,3 10 0,17 32 688,-20-46 1452,-1-7-1577,18-88 477,23-77-199,14-18-574,-53 172-658,2 1 1,-1-1-1,2 1 1,0 0-1,0 0 1,17-24-1,-22 36 156,0 1 0,0-1-1,0 1 1,1 0 0,-1 0 0,0-1-1,1 1 1,-1 0 0,1 0-1,0 0 1,-1 1 0,1-1 0,0 0-1,0 0 1,-1 1 0,1-1 0,0 1-1,0 0 1,0 0 0,0-1 0,-1 1-1,4 1 1,-1-1-367,0 1 0,0 0 0,0 0 0,-1 0 0,1 0 0,0 0 0,0 1 0,4 2 0,15 14-5129,13 12-3422</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6.929"/>
    </inkml:context>
    <inkml:brush xml:id="br0">
      <inkml:brushProperty name="width" value="0.035" units="cm"/>
      <inkml:brushProperty name="height" value="0.035" units="cm"/>
    </inkml:brush>
  </inkml:definitions>
  <inkml:trace contextRef="#ctx0" brushRef="#br0">112 368 9765,'-8'25'1675,"6"-21"-224,-15 0 1015,15-4-2322,0 1-1,0-1 1,0 1 0,0 0 0,0-1-1,1 1 1,-1 0 0,0 0 0,0 1-1,1-1 1,-1 0 0,0 1 0,1-1-1,-1 0 1,1 1 0,0 0 0,0-1-1,-1 1 1,1 0 0,-1 3 0,-9 14 577,0 1 0,1 1 0,-6 22 1,15-40-82,2-1-543,0 0 0,0 0 0,1 0 0,-1 0 0,1 0 0,0-1 0,-1 1 0,1 0 0,2 1 0,-2-3-67,1-1 0,-1 1 0,0 0-1,1-1 1,-1 1 0,0-1-1,0 0 1,0 0 0,0 0-1,0 0 1,0 0 0,0 0 0,0 0-1,0-1 1,0 1 0,-1-1-1,1 1 1,0-1 0,0-1-1,9-7 57,7-5 19,0-1 1,-1 0-1,-1-2 1,0 0-1,13-21 1,37-77-159,-9 13-322,-50 91 226,-1 1 0,-1-1 0,0 0 1,-1 0-1,0-1 0,0 1 1,2-21-1,-6 30-46,-9 20-169,7-12 356,0 1 1,0 0 0,0 0-1,1 0 1,0 0-1,1 0 1,-1 0 0,1 1-1,0-1 1,1 0-1,0 7 1,3 7 140,10 36 1,-12-48-39,1 1 1,0 0 0,0-1 0,0 0-1,1 0 1,1 0 0,-1 0 0,1-1 0,1 1-1,-1-1 1,1 0 0,0-1 0,1 0-1,0 0 1,8 6 0,15 9 503,-25-18-486,1-1 0,-1 0 0,1 0 0,-1 0 1,1-1-1,-1 0 0,1 0 0,0 0 0,0 0 1,-1-1-1,1 0 0,0-1 0,11-1 0,-7 1 23,3-1-73,0 0-1,0-1 1,0-1-1,0 0 1,-1-1-1,0 0 1,0-1-1,0 0 1,-1-1-1,0-1 1,0 1-1,0-2 1,-1 1-1,14-17 1,-9 9-314,-1-1 0,-1-1 0,0 0 1,-1 0-1,-1-1 0,-1-1 0,14-37 1,-5-17-866,-11 42 663,-8 30 294,1 5-49,0 7 270,2 9 151,0 0-1,2 1 0,0-2 1,1 1-1,12 27 0,1-7 233,39 68 735,-49-93-1075,0-1 1,1-1-1,1 1 0,0-1 1,22 17-1,-24-22-334,1 0 0,0-1 1,1 0-1,0-1 0,0 0 0,15 5 0,-19-8-406,0-1 0,-1 1 1,1-1-1,0 0 0,0-1 0,1 0 0,8 0 0,-14-1 178,0 1-1,-1-1 1,1 1 0,0-1 0,-1 0 0,1 1 0,-1-1-1,1 0 1,-1 0 0,1 0 0,-1 0 0,1 0-1,0-2 1,23-24-10102</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7.558"/>
    </inkml:context>
    <inkml:brush xml:id="br0">
      <inkml:brushProperty name="width" value="0.035" units="cm"/>
      <inkml:brushProperty name="height" value="0.035" units="cm"/>
    </inkml:brush>
  </inkml:definitions>
  <inkml:trace contextRef="#ctx0" brushRef="#br0">23 892 9125,'-23'7'11987,"26"-6"-11584,0 1-338,2 2 81,0 0-1,0 1 0,0-1 1,0 1-1,4 6 0,16 35 243,-25-45-383,1 0 1,-1 0-1,1 0 0,0 0 1,-1 0-1,1-1 0,0 1 0,0 0 1,-1 0-1,1-1 0,0 1 1,0 0-1,0-1 0,0 1 1,0-1-1,2 1 0,2 2 8,19 19 27,-19-16-70,1-1 1,0 1-1,0-1 1,1 0-1,-1-1 0,1 0 1,0 0-1,15 6 1,53 13-346,-72-22 379,10 9-60,61 52 74,-58-47-35,14 13 35,-12-10 28,36 26 1,-47-38-41,0-2 0,1 1 0,0-1 0,0-1 0,0 1 0,1-1 0,12 2 0,-18-4-4,1 0 0,-1-1 0,1 1 0,-1-1-1,0 0 1,1 0 0,-1-1 0,1 1 0,-1-1-1,0 1 1,1-1 0,-1 0 0,0 0 0,0-1 0,1 1-1,-1-1 1,0 1 0,0-1 0,-1 0 0,1 0-1,0 0 1,4-5 0,0-3-4,1-1-1,-1 0 1,-1 0-1,0 0 1,-1-1 0,0 0-1,-1 0 1,4-15 0,1-9-12,5-60 1,-6-47 10,0 10 69,4-17 1024,-6 0 1,-15-174-1,7 296-701,1 16-180,1 0-1,-2 0 1,0 1 0,0-1-1,-1 0 1,-5-12 0,8 23-202,0 1 0,0 0 0,0-1 0,0 1 0,0 0 1,0 0-1,-1-1 0,1 1 0,0 0 0,0-1 0,0 1 0,0 0 0,0 0 0,0-1 1,-1 1-1,1 0 0,0 0 0,0-1 0,0 1 0,-1 0 0,1 0 0,0-1 0,0 1 1,-1 0-1,1 0 0,0 0 0,0 0 0,-1 0 0,1-1 0,0 1 0,-1 0 0,1 0 1,0 0-1,0 0 0,-1 0 0,1 0 0,0 0 0,-1 0 0,1 0 0,0 0 0,-1 0 1,1 0-1,0 0 0,-1 1 0,-9 16 180,2 2-118,2 0 1,0 1 0,1 0 0,-2 21 0,-6 85 41,13-126-111,-3 63-267,10 119 0,28 60-1436,-20-165-83,4-2 0,35 93-1,-49-154 994,1-1 0,1 0-1,0 0 1,10 14 0,-11-20-422,0 1 0,1-1 0,0 0 0,9 6 0,25 15-6759</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8.150"/>
    </inkml:context>
    <inkml:brush xml:id="br0">
      <inkml:brushProperty name="width" value="0.035" units="cm"/>
      <inkml:brushProperty name="height" value="0.035" units="cm"/>
    </inkml:brush>
  </inkml:definitions>
  <inkml:trace contextRef="#ctx0" brushRef="#br0">295 47 8229,'-17'-4'924,"0"1"0,0 1 0,0 0 0,-26 2 0,5 1 1032,27-1-1381,-1 0 0,1 1 0,-1 0 1,-13 4-1,21-4-441,1 0 0,0 0 0,0 1 0,0-1 0,0 1 0,0-1 0,0 1 0,1 0 0,-1 0 1,1 0-1,-1 1 0,1-1 0,0 1 0,-1-1 0,1 1 0,1 0 0,-1 0 0,0-1 0,-1 5 1,-2 5 437,0 0 1,1 1-1,-4 16 1,8-27-498,-1 0 0,1 0 1,0 0-1,0 0 0,0-1 1,0 1-1,1 0 1,-1 0-1,1 0 0,-1 0 1,1 0-1,-1 0 0,1 0 1,0-1-1,0 1 0,0 0 1,0 0-1,0-1 0,0 1 1,1-1-1,-1 1 0,1-1 1,-1 0-1,1 1 0,-1-1 1,1 0-1,-1 0 0,1 0 1,0 0-1,0-1 0,0 1 1,-1 0-1,1-1 0,2 1 1,5 2 89,-1-2 0,0 1 0,1-1 0,-1-1 0,0 1 0,11-2 0,-12 0-133,1 0 0,-1 0 0,0-1 0,1 0-1,-1-1 1,0 0 0,0 0 0,-1 0 0,1-1 0,-1 0-1,1 0 1,8-8 0,-8 5-245,1 0 0,-1 0 0,0-1 1,-1 0-1,0-1 0,0 0 0,-1 0 0,8-15 0,-12 19 128,0 1-1,0 0 1,-1 0 0,1-1-1,-1 1 1,0-1-1,0 1 1,-1 0 0,1-1-1,-1 1 1,0 0 0,0 0-1,0 0 1,-1-1 0,-2-3-1,1-1-204,10 28 577,1 1 0,1-1 0,0-1 0,2 0 0,0 0 0,17 20-1,-20-27-88,1-1 0,1 0 0,0-1 0,0 0 0,1-1 0,0 0-1,0-1 1,1 0 0,0 0 0,23 8 0,174 41 783,-197-54-1208,0-1-1,0 0 0,0-1 1,1 0-1,-1-1 1,0 0-1,0-1 0,0 0 1,19-7-1,-28 8 147,0-1 0,0 0 0,1-1 0,-1 1 0,-1 0 0,1-1 0,0 0 0,-1 1 0,1-1 0,-1 0 0,0 0 0,0 0 0,0-1 0,0 1 0,0-1 0,-1 1 0,0-1 0,0 1 0,2-6 0,6-17-70,-7 22 145,0 0 0,-1 0 0,0 0 0,0-1 1,0 1-1,-1 0 0,0-1 0,0-4 0,4-21 307,24-47 2030,-27 76-2292,-1 1-1,1-1 0,-1 0 1,0 0-1,1 1 1,0-1-1,-1 0 1,1 1-1,-1-1 0,1 0 1,0 1-1,-1-1 1,1 1-1,0 0 1,0-1-1,-1 1 0,1-1 1,2 1-1,0-2 80,3-4 125,-3 4-132,-1 0 1,0 0-1,0 0 0,1 0 1,-1 1-1,1-1 0,0 1 1,0-1-1,-1 1 0,7-2 1,-8 4-87,1 0 1,0 0 0,-1 0-1,1 0 1,-1 0 0,0 0 0,1 1-1,-1-1 1,0 0 0,1 1-1,-1-1 1,0 1 0,0 0-1,0-1 1,-1 1 0,2 1-1,-3 4 6,0 0 0,0-1 0,-1 0 0,1 1-1,-2-1 1,-2 6 0,-2 8 17,0-5-35,0 0 0,-1-1 0,-1 0 1,0 0-1,-19 21 0,-4 5-180,28-33 18,-2-1 1,1 0-1,-10 8 0,-1-4-2579,13-12 1169,-28-18-1835,15 12 715,0-2-3559</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8.899"/>
    </inkml:context>
    <inkml:brush xml:id="br0">
      <inkml:brushProperty name="width" value="0.035" units="cm"/>
      <inkml:brushProperty name="height" value="0.035" units="cm"/>
    </inkml:brush>
  </inkml:definitions>
  <inkml:trace contextRef="#ctx0" brushRef="#br0">283 0 9077,'0'0'5512,"-4"0"-4587,-5 1-693,0 0 0,0 0-1,1 1 1,-1 0 0,0 1-1,1 0 1,0 0 0,-1 1 0,-10 6-1,4 0 3,0 0 0,0 0 0,1 1 0,-13 14-1,18-15-40,1 0 0,0 1 0,0-1-1,1 2 1,0-1 0,1 1-1,-5 14 1,3-5 148,1 1 0,1 0 1,-3 26-1,8-40-215,0 1 0,1-1 0,0 1 0,1-1 0,0 1 0,0-1 0,1 0 0,0 0 0,6 15 0,-5-15-64,0 0 45,0-1 0,1 1 0,0-1 0,1 0 0,-1 0 0,1-1 0,0 1 0,1-1 0,0 0 0,0-1 0,0 1 0,1-1 0,-1 0 0,1-1 0,12 7 0,-6-5 15,-1-1-1,0 0 1,1-1 0,0 0 0,0-1-1,0 0 1,0-1 0,24 0-1,8-3-284,0-3-1,0-1 0,69-19 1,-110 23 44,0 0 0,0 0 0,0-1 1,0 0-1,0 1 0,-1-1 0,1-1 1,-1 1-1,4-4 0,-1 2-199,-6 4 305,1 0 0,-1-1 0,0 1-1,0 0 1,0 0 0,0 0 0,0 0-1,0 0 1,0 0 0,0 0 0,1 0-1,-1 0 1,0 0 0,0 0 0,0-1 0,0 1-1,0 0 1,0 0 0,0 0 0,0 0-1,0 0 1,0 0 0,0 0 0,0-1 0,0 1-1,0 0 1,0 0 0,0 0 0,0 0-1,0 0 1,0 0 0,0-1 0,0 1 0,0 0-1,0 0 1,0 0 0,0 0 0,0 0-1,0 0 1,0 0 0,0-1 0,0 1-1,0 0 1,-1 0 0,1 0 0,0 0 0,0 0-1,0 0 1,-2-3-61,1 0-1,-1 0 1,0 0-1,0 0 1,0 0-1,0 1 0,-1-1 1,1 1-1,-1-1 1,1 1-1,-1 0 1,0 0-1,0 0 1,0 1-1,0-1 1,0 1-1,0-1 1,0 1-1,-1 0 1,1 0-1,0 1 1,-1-1-1,1 1 1,-1-1-1,1 1 0,-6 1 1,-50 5-165,58-6 245,1 0 0,0 0 1,0 0-1,0 0 1,0 0-1,0 0 1,0 0-1,-1 0 1,1 0-1,0 0 0,0 0 1,0 0-1,0 0 1,0 0-1,-1 0 1,1 0-1,0 0 0,0 0 1,0 0-1,0 1 1,0-1-1,0 0 1,0 0-1,-1 0 1,1 0-1,0 0 0,0 0 1,0 0-1,0 1 1,0-1-1,0 0 1,0 0-1,0 0 1,0 0-1,0 0 0,0 1 1,0-1-1,0 0 1,0 0-1,0 0 1,0 0-1,0 0 0,0 1 1,-1 2 65,1 0-1,-1 1 1,1-1-1,0 0 1,0 1 0,0-1-1,0 0 1,1 1 0,-1-1-1,1 0 1,2 5-1,-1-4 43,0-1-1,0 1 0,0-1 1,1 0-1,-1 0 0,1 0 1,0 0-1,0 0 0,0-1 1,7 5-1,13 7 771,1-1 0,0-1 1,0-1-1,35 10 0,-40-15-497,-2-1-70,1-1 1,0-1-1,0 0 0,0-1 1,25-1-1,-38-1-253,-9-4-2623,-15-10 1540,0 0 0,-1 1 0,-37-17 0,-71-25-2543,121 52 3313,-1-1 1,1 1-1,0-1 0,0 0 0,-12-10 0,18 13 261,0 1 0,0-1 0,0 0 0,0 0 0,0 0 0,0 0 0,0 0 0,1 0 0,-1 0 0,0 0 0,1 0 0,-1 0 0,1-1-1,-1 1 1,1 0 0,0 0 0,0-1 0,-1 1 0,1 0 0,0 0 0,0-1 0,0 1 0,0 0 0,0 0 0,1-1 0,-1 1 0,0 0 0,0 0 0,1 0 0,-1-1 0,1 1-1,-1 0 1,1 0 0,0 0 0,-1 0 0,1 0 0,0 0 0,0 0 0,-1 0 0,1 0 0,0 0 0,0 0 0,2-1 0,3-2 137,1-1 0,-1 1 1,1 0-1,0 0 1,0 1-1,0 0 0,0 0 1,1 1-1,8-2 0,12-1 223,33-3 0,-32 5-168,84 0-752,-86 3-475,-27 0 994,1 0 0,-1 0-1,0 0 1,0 0 0,0 0-1,0 0 1,0 0 0,1 0-1,-1 0 1,0 0 0,0 0-1,0 0 1,0 0 0,1 0-1,-1 0 1,0 0 0,0 0-1,0 0 1,0 0-1,0 0 1,1 0 0,-1 1-1,0-1 1,0 0 0,0 0-1,0 0 1,0 0 0,0 0-1,0 0 1,1 0 0,-1 0-1,0 1 1,0-1 0,0 0-1,0 0 1,0 0 0,0 0-1,0 0 1,0 1-1,0-1 1,0 0 0,0 0-1,0 0 1,1 2-237,-1 1-1,1-1 1,-1 0-1,1 0 0,-1 0 1,0 0-1,0 0 1,0 0-1,0 1 1,0-1-1,-1 0 1,0 3-1,1-4-58,-1 1 0,1-1-1,-1 0 1,0 0-1,0 0 1,1 1-1,-1-1 1,0 0 0,0 0-1,0 0 1,0-1-1,0 1 1,0 0-1,0 0 1,0 0 0,-2 0-1,-16 6-6250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9.453"/>
    </inkml:context>
    <inkml:brush xml:id="br0">
      <inkml:brushProperty name="width" value="0.035" units="cm"/>
      <inkml:brushProperty name="height" value="0.035" units="cm"/>
    </inkml:brush>
  </inkml:definitions>
  <inkml:trace contextRef="#ctx0" brushRef="#br0">164 88 12489,'-1'0'130,"0"0"1,0 0-1,0 0 0,0 0 1,0 0-1,0 1 0,-1-1 1,1 0-1,0 0 0,0 1 0,0-1 1,0 1-1,0-1 0,0 1 1,0-1-1,0 1 0,0 0 1,0-1-1,1 1 0,-1 0 0,0 0 1,0 0-1,1-1 0,-1 1 1,0 0-1,1 0 0,-1 0 1,1 0-1,-1 0 0,1 0 0,-1 0 1,1 1-1,0 0 0,-6 12 938,0-3-134,0-1 0,-12 16 1,12-17-595,-1 0 0,2 0-1,-10 20 1,-11 22 312,20-41-558,0 0 0,1 0 0,0 0 0,1 1 0,-4 14 0,6-20-88,-2 13-34,5-16 20,1 0 1,0 0-1,1 0 1,-1 0 0,0 0-1,0 0 1,1-1-1,-1 1 1,1-1-1,0 1 1,2 0-1,0-4 8,-1 0 0,1 0-1,-1 0 1,0 0-1,0-1 1,1 1 0,-2-1-1,1 0 1,0-1-1,3-3 1,-5 5-1,41-41 113,46-58 0,-18 18 580,6-14 841,-54 67-1024,-14 20-281,-4 10 161,-5 25-192,-6 2-435,-2-1-1,0 0 1,-2 0 0,-18 36 0,5-13-312,20-42 450,0 0 0,1-1 0,0 1 0,0 0 0,0 0 0,1 0 0,-1 11 0,3-16 97,0-1 0,0 1 1,0-1-1,0 1 0,1-1 0,-1 0 1,1 1-1,-1-1 0,1 0 0,-1 0 1,1 0-1,-1 0 0,4 1 0,-2-4 24,1 1 0,0-1 0,0 1-1,-1-1 1,1 0 0,-1 0 0,1-1 0,-1 1-1,0-1 1,0 0 0,5-5 0,2-2 60,-3 4 10,155-124 2237,-137 113-1801,1 0-1,1 2 1,1 1 0,49-18-1,-75 31-503,0 1 1,0-1-1,1 0 0,-1 1 0,0 0 0,1-1 0,-1 1 0,0 0 0,1 0 0,-1 0 0,0 1 0,1-1 0,-1 1 0,0-1 0,0 1 1,1 0-1,-1-1 0,0 1 0,0 0 0,0 1 0,0-1 0,0 0 0,0 1 0,0-1 0,-1 1 0,1-1 0,0 1 0,-1 0 0,1 0 0,-1-1 1,0 1-1,1 0 0,-1 1 0,0-1 0,0 0 0,-1 0 0,1 0 0,0 0 0,-1 1 0,1-1 0,-1 0 0,0 1 0,0-1 0,0 4 0,0 18-243,-2 0 0,-1 1 0,-9 41 0,0-9-1118,-8 41-3487,3-37-5838</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19.735"/>
    </inkml:context>
    <inkml:brush xml:id="br0">
      <inkml:brushProperty name="width" value="0.035" units="cm"/>
      <inkml:brushProperty name="height" value="0.035" units="cm"/>
    </inkml:brush>
  </inkml:definitions>
  <inkml:trace contextRef="#ctx0" brushRef="#br0">1 79 10265,'0'-36'10008,"2"34"-8368,50-37 4206,-50 37-3433,-1 6-2174,2 5-207,-1 1 0,0-1 0,0 1 1,-1 0-1,0-1 0,-1 1 0,0 0 0,-1 0 0,0 0 1,-3 11-1,4-17-30,-3 9-133,2 0 1,0 0-1,1 22 0,0-32 48,0 0 0,0 0-1,1 0 1,0 0 0,0 0 0,-1 0-1,2 0 1,-1 0 0,0-1 0,0 1 0,1 0-1,0-1 1,-1 1 0,1-1 0,0 1 0,0-1-1,1 0 1,-1 0 0,0 0 0,1 0-1,3 2 1,0-1-124,-1-1 0,2 0 1,-1 0-1,0 0 0,0-1 0,0 0 0,1 0 0,-1-1 0,0 0 0,1 0 0,-1 0 0,0-1 0,1 0 1,-1 0-1,0 0 0,0-1 0,0 0 0,7-3 0,9-5-2430,-1 0 0,0-2 0,33-24 0,-5-2-8313</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20.288"/>
    </inkml:context>
    <inkml:brush xml:id="br0">
      <inkml:brushProperty name="width" value="0.035" units="cm"/>
      <inkml:brushProperty name="height" value="0.035" units="cm"/>
    </inkml:brush>
  </inkml:definitions>
  <inkml:trace contextRef="#ctx0" brushRef="#br0">443 239 10925,'0'0'4216,"3"-1"-2550,30-16 797,-31 16-2329,-1-1 0,0 1 0,1-1 0,-1 0 0,0 1 0,0-1 0,0 0-1,0 0 1,0 0 0,0 0 0,-1 0 0,1 0 0,0-4 0,-1 4 113,1 0-198,-1 1 0,1-1 0,-1 1 0,0-1 0,0 1 0,1 0 1,-1-1-1,0 1 0,0-1 0,-1 1 0,1-1 0,0 1 0,0-1 0,-1 1 0,0-2 0,-1-5 61,2 1-77,-1 1 1,0-1-1,-1 0 1,0 0-1,0 1 1,0-1-1,-1 1 1,0-1-1,0 1 1,0 0-1,-1 0 1,0 1-1,0-1 1,-1 1-1,1 0 1,-1 0-1,0 0 1,-1 1-1,1-1 1,-1 1-1,0 1 1,-10-6-1,10 6-33,0 0-1,0 0-1,0 0 0,0 1 1,-1 0-1,1 0 1,-1 0-1,1 1 0,-13-1 1,9 2 51,1 0 1,0 1-1,0 0 1,0 1-1,0 0 1,0 0-1,1 1 1,-1 0-1,1 0 1,-16 9-1,17-8 107,1 1 1,0 0-1,0 1 0,0-1 0,1 1 1,-1 0-1,1 0 0,1 1 0,-1-1 1,1 1-1,0 0 0,-5 14 0,4-5 125,1 0 1,0 0-1,0 0 0,2 1 0,0 0 0,1-1 0,1 1 0,2 20 1,25 137 1294,-19-132-1277,22 164 443,-28-188-744,0-7-184,-1 1 0,-1 0 0,0 0 0,0-1 0,-1 1 0,-1 0-1,-4 16 1,4-21-246,-1 0 0,0 0-1,0 0 1,0-1 0,-1 1-1,0-1 1,0 0 0,-1 0-1,0 0 1,0 0 0,0-1-1,-11 9 1,-25 15-3810,9-14-1487,-12 0-5032</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20.447"/>
    </inkml:context>
    <inkml:brush xml:id="br0">
      <inkml:brushProperty name="width" value="0.035" units="cm"/>
      <inkml:brushProperty name="height" value="0.035" units="cm"/>
    </inkml:brush>
  </inkml:definitions>
  <inkml:trace contextRef="#ctx0" brushRef="#br0">1 83 18634,'75'-63'2612,"-26"50"-196,-9 13-360,-21-3-540,14 3-283,26-3-401,-13 6-528,-4 0-660,1 0-968,-23 1-1129,6 6-495,0 3-3697,-9-7-6248</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20.886"/>
    </inkml:context>
    <inkml:brush xml:id="br0">
      <inkml:brushProperty name="width" value="0.035" units="cm"/>
      <inkml:brushProperty name="height" value="0.035" units="cm"/>
    </inkml:brush>
  </inkml:definitions>
  <inkml:trace contextRef="#ctx0" brushRef="#br0">74 73 9245,'-4'1'160,"1"0"1,-1 0-1,0 1 0,1 0 0,-1-1 1,1 1-1,0 0 0,0 1 1,0-1-1,0 0 0,0 1 1,0 0-1,-2 3 0,2-1 127,0 0 0,0 0 0,1 0 0,0 0 0,0 1 0,0-1 0,1 1-1,-2 9 1,0 12 855,2-1 0,0 0 0,2 1 0,1-1 0,6 33 0,-7-56 356,16-13 261,-11 5-1454,1 1 1,-1-1-1,0-1 0,0 1 0,0-1 1,8-11-1,2-2 92,197-215 2418,-210 231-2897,23-23-723,-24 24 550,-1 1 0,1 0 0,0-1 0,0 1 0,0 0 0,0 0 0,0 0 0,0 0 0,0 0 0,1 1 0,-1-1 0,0 1 0,3-1 0,0 1-365,0 0 0,-1 0 1,1 1-1,0 0 0,0 0 0,-1 0 0,1 0 0,0 1 0,-1 0 0,0 0 0,1 0 0,-1 0 1,0 1-1,0-1 0,0 1 0,4 4 0,13 9-3913,12 3-2484</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21.677"/>
    </inkml:context>
    <inkml:brush xml:id="br0">
      <inkml:brushProperty name="width" value="0.035" units="cm"/>
      <inkml:brushProperty name="height" value="0.035" units="cm"/>
    </inkml:brush>
  </inkml:definitions>
  <inkml:trace contextRef="#ctx0" brushRef="#br0">151 55 11973,'-14'13'1786,"12"-10"-122,-19-3 1002,17 1-2417,-1-1 0,0 1 0,1 1 0,-1-1 0,1 0 0,-1 1-1,1 0 1,0 0 0,0 1 0,-1-1 0,2 1 0,-1 0 0,0 0 0,0 0 0,1 0 0,0 1 0,0-1 0,-6 9 0,6-7-82,-1 0 0,0 1 0,1 0 1,0-1-1,1 1 0,-1 0 1,1 1-1,0-1 0,1 0 1,-1 1-1,1-1 0,0 1 1,1 8-1,0-10-46,1 0 0,0 1 0,1-1 0,-1-1 0,1 1-1,0 0 1,0 0 0,0-1 0,1 1 0,0-1 0,0 0 0,0 1 0,0-1 0,1-1 0,-1 1-1,1 0 1,0-1 0,0 0 0,0 0 0,6 3 0,0 0-29,1-1 1,0 0-1,1 0 0,-1-1 1,1-1-1,0 0 0,14 2 1,-24-5-169,0 0-1,1-1 1,-1 1 0,0 0 0,0 0 0,0-1 0,1 0 0,-1 1 0,0-1 0,3-2 0,2 1-335,-7 1 350,1 1-1,-1-1 0,1 1 1,-1-1-1,1 0 1,-1 1-1,1-1 1,-1 0-1,0 0 0,1 1 1,-1-1-1,0 0 1,1 0-1,-1 1 1,0-1-1,0 0 0,0 0 1,0 1-1,0-3 1,0 1-133,1 0 68,-1-1 1,0 0-1,0 0 1,0 0-1,0 1 1,0-1-1,-1 0 1,1 0-1,-1 1 1,0-1-1,0 0 1,0 1-1,0-1 1,0 1-1,-3-4 1,-31-43-1743,11 18 911,16 19 1090,-1 0 0,-1 0 0,0 1 0,-1 0 1,0 1-1,-13-10 0,22 14 443,3-5-284,-1 9-185,0 0 0,0-1 0,0 1 0,0 0 0,0 0 0,0 0 0,1 0 0,-1 0 1,1-1-1,0 1 0,-1 0 0,1 0 0,0 1 0,0-1 0,0 0 0,1 0 0,-1 0 0,0 1 0,1-1 1,-1 0-1,1 1 0,-1-1 0,1 1 0,0 0 0,0 0 0,-1-1 0,1 1 0,3-1 0,19-5 401,1 0-1,-1 1 0,1 2 1,1 0-1,-1 2 1,0 1-1,1 0 0,29 5 1,-43-2-294,-1 0 0,1 1 0,-1 1 0,0-1 0,0 2 1,13 6-1,-17-7-139,-1-1 0,0 1 1,0 0-1,0 0 1,-1 1-1,0 0 0,1 0 1,-2 0-1,1 1 1,7 11-1,-9-11-97,0 0-1,0 1 1,-1-1 0,0 1-1,0-1 1,-1 1 0,1 0 0,-1 0-1,-1 0 1,0 0 0,0 0-1,0 0 1,-1 0 0,0 0-1,-2 10 1,-4 3-742,0-1-1,-1 1 1,-17 29 0,8-17-845,16-30 1091,7-18-107,-4 7 526,6-15 60,1 2 1,2 0-1,0 0 1,1 0-1,18-23 0,-8 17 652,1 0 0,1 1 0,29-24 0,-49 48-538,0-1 1,0 1 0,1-1-1,-1 1 1,1 1-1,0-1 1,0 0-1,0 1 1,0 0-1,7-1 1,-10 3-64,0-1 1,0 1 0,0 0-1,0 0 1,-1 1 0,1-1-1,0 0 1,0 1 0,0-1-1,0 1 1,0-1 0,-1 1-1,1 0 1,0 0 0,-1 0-1,1 0 1,0 0 0,-1 0-1,1 0 1,-1 0 0,0 1-1,1-1 1,-1 1 0,0-1-1,0 1 1,0-1 0,0 1-1,0 0 1,0-1 0,0 1-1,-1 0 1,2 3 0,-1 2-64,0-1-1,0 1 1,0 0 0,-1-1 0,0 1 0,0 0 0,-1-1 0,0 1 0,0-1-1,-1 1 1,1-1 0,-1 1 0,-1-1 0,1 0 0,-5 7 0,6-10-23,0 0 1,1-1 0,-1 1-1,1 0 1,-1 0 0,1 0 0,0 0-1,0 0 1,0 4 0,0 3-154,0-7-50,3-4 42,1-1 202,-1 1 0,1-1 0,-1 0 0,1 1-1,-1-2 1,0 1 0,0 0 0,0-1 0,4-4-1,-3 3-4,43-38-121,-22 18 343,45-32 0,-62 50-47,0 1-1,1 0 1,0 1 0,0-1-1,0 2 1,0-1 0,1 2-1,-1-1 1,1 1 0,11-1-1,-19 3-103,1 0-1,-1 0 1,1 0-1,-1 0 1,1 1-1,-1-1 1,1 1-1,-1-1 1,0 1-1,1 0 0,-1 0 1,0 0-1,1 1 1,-1-1-1,0 0 1,3 3-1,-2-1 7,0 1 1,1-1-1,-1 1 0,-1 0 0,1 0 0,0 0 0,-1 0 1,2 5-1,2 7-28,-1 0 0,-1 0 0,5 31-1,-3 5-575,-4-30-1169,1-1 1,6 24 0,-8-43 1097,0 0 0,0-1 0,0 1 0,0-1 1,1 1-1,-1-1 0,0 1 0,1-1 0,-1 0 1,1 0-1,-1 1 0,1-1 0,0 0 0,-1-1 1,1 1-1,0 0 0,2 0 0,22-7-9107</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21.941"/>
    </inkml:context>
    <inkml:brush xml:id="br0">
      <inkml:brushProperty name="width" value="0.035" units="cm"/>
      <inkml:brushProperty name="height" value="0.035" units="cm"/>
    </inkml:brush>
  </inkml:definitions>
  <inkml:trace contextRef="#ctx0" brushRef="#br0">3 166 14421,'-1'-16'548,"0"7"64,0 0 1,1 0-1,1-10 1,-1 16-347,1 0 0,-1 0-1,1 0 1,0 0 0,0 0 0,0 0 0,0 1 0,1-1-1,-1 0 1,1 1 0,-1-1 0,1 1 0,0 0 0,3-3 0,3-2 360,1 0 0,-1 1 0,1 1 0,1 0 0,-1 0 0,1 0 0,0 1 0,0 1-1,0 0 1,0 0 0,12-1 0,-15 3-427,-1 0 0,1 0-1,0 1 1,0 0 0,0 0-1,-1 0 1,1 1-1,0 0 1,-1 1 0,1-1-1,-1 1 1,1 1 0,-1-1-1,0 1 1,0 0-1,0 0 1,0 1 0,9 7-1,-12-8-192,0 2-1,0-1 0,0 0 1,0 1-1,-1-1 1,1 1-1,-1 0 0,0 0 1,-1 0-1,1 0 0,-1 0 1,0 0-1,0 0 1,-1 0-1,1 1 0,-1-1 1,0 0-1,-1 0 0,1 1 1,-1-1-1,-2 7 0,-2 11-210,-2-1 0,0 0 0,-14 28 0,8-24-1331,0 0 0,-2-1 0,-27 36-1,-27 17-8563,28-39-2661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3:53:22.082"/>
    </inkml:context>
    <inkml:brush xml:id="br0">
      <inkml:brushProperty name="width" value="0.035" units="cm"/>
      <inkml:brushProperty name="height" value="0.035" units="cm"/>
    </inkml:brush>
  </inkml:definitions>
  <inkml:trace contextRef="#ctx0" brushRef="#br0">0 118 20602,'23'13'5752,"-7"-19"-3691,1-4 459,-4-3-3644,-7-20-1609,-12 10-827,-4 7-3364,-6-14-6686</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17:53.794"/>
    </inkml:context>
    <inkml:brush xml:id="br0">
      <inkml:brushProperty name="width" value="0.035" units="cm"/>
      <inkml:brushProperty name="height" value="0.035" units="cm"/>
    </inkml:brush>
  </inkml:definitions>
  <inkml:trace contextRef="#ctx0" brushRef="#br0">20 34 12277,'-16'-28'1206,"12"23"3749,34 6-3989,-1 2 1,36 8 0,-5-1-551,632 105 1155,-449-67-1342,163 29-603,-282-52-1462,-118-23 1217,0-1 0,0 0 1,0-1-1,0 1 0,0-1 1,0-1-1,0 1 0,12-3 0,-3 1-3416</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17:54.404"/>
    </inkml:context>
    <inkml:brush xml:id="br0">
      <inkml:brushProperty name="width" value="0.035" units="cm"/>
      <inkml:brushProperty name="height" value="0.035" units="cm"/>
    </inkml:brush>
  </inkml:definitions>
  <inkml:trace contextRef="#ctx0" brushRef="#br0">67 40 5513,'-27'-13'854,"27"12"-810,-1 0 0,0 1 0,1-1 0,-1 0 0,1 0 0,-1 0-1,0 1 1,1-1 0,0 0 0,-1 0 0,1 0 0,0 0 0,-1 0 0,1 0 0,0 0 0,0 0 0,0 0 0,0 0 0,0 0 0,0 0 0,0-2 0,1-1 1815,-4 4-1370,-27 13 1934,32-10-1768,2 6-250,-4-7-321,1 0-1,0 0 1,-1 0-1,1 0 1,0-1-1,0 1 1,0 0-1,0-1 1,0 1-1,1-1 1,-1 1-1,0-1 1,1 1-1,-1-1 1,1 0-1,0 0 1,-1 0-1,1 0 1,0 0-1,0 0 1,-1 0-1,1 0 1,2 0-1,58 10 2155,46 7-219,5-11-814,166-11 0,-70-2-690,743 35 303,-672-16-789,-259-13-105,29-3-1,10 0-5610,-77-6-1279,1 2-442</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17:56.064"/>
    </inkml:context>
    <inkml:brush xml:id="br0">
      <inkml:brushProperty name="width" value="0.035" units="cm"/>
      <inkml:brushProperty name="height" value="0.035" units="cm"/>
    </inkml:brush>
  </inkml:definitions>
  <inkml:trace contextRef="#ctx0" brushRef="#br0">8 7 6569,'-8'-4'2595,"11"3"-929,24 5-136,17 2-157,73-11 1343,19-1-781,208 32 567,-246-15-2228,96 8 116,69 11-18,-69-6-219,561 28 329,-310-25-340,217 32-120,-359-27-32,-100-11 17,42 0 4,32 4-41,203 13-4,-176-18 44,-61-12 12,63 0 28,-140-7-68,178-4-2,-101 0 20,259-1-3,-108-8-3,-100 1-79,584 18 89,-678-2 21,85 4 41,132 16-44,106 4-74,-267-35 55,-183 2 21,306-18-20,-106 12-8,-158 2 5,21 0-26,62 0 25,-1-1-32,-140 9 32,194 4-34,610 22 58,-555-36-4,-27 6-60,211 5 108,244 15-78,-562-16 4,679 10-22,-531 8 49,194 3-26,-196-14 1,518 1-9,-712-7 11,143-4-17,-180-1-12,191-12 11,-7 1 37,51 9-41,-140 5 49,3 0-52,290-17 51,-344 7-47,38-5 28,437-18-5,-497 32-18,885-43 32,-778 33 8,1 11 0,288 33 0,452 112 194,-784-113-176,310 52 42,-214-46-56,-219-37-51,-48 0 10,1 0 1,-1-1 0,1 1 0,-1-1 0,1 1 0,-1-1 0,1 0 0,-1 0 0,0 0 0,1 0 0,-1 0 0,4-3 0,-6 3-12,1 0 0,-1 0 1,0 1-1,1-1 0,-1 0 1,0 0-1,0 0 0,0 0 1,1 1-1,-1-1 0,0 0 1,0 0-1,0 0 0,0 0 0,-1 0 1,1 1-1,0-1 0,0 0 1,0 0-1,-1 0 0,1 0 1,0 1-1,-1-1 0,1 0 1,-1 0-1,1 1 0,-2-2 1,-16-21-893,-49-31-2165,43 36 1724,-41-27-3936,-8 8-3134</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17:57.401"/>
    </inkml:context>
    <inkml:brush xml:id="br0">
      <inkml:brushProperty name="width" value="0.035" units="cm"/>
      <inkml:brushProperty name="height" value="0.035" units="cm"/>
    </inkml:brush>
  </inkml:definitions>
  <inkml:trace contextRef="#ctx0" brushRef="#br0">143 108 8925,'7'-1'-745,"11"-3"5384,-19 1-1831,-10-1-2161,-5 1-632,12 2-19,1 0 91,-32-4 236,31 4-66,1 1 6,-43-12 1181,42 11-1117,0 1-1,0-1 0,0 1 1,0-1-1,0 1 1,0 0-1,0 1 1,1-1-1,-7 2 700,22-6-583,7-1-103,1 1-1,0 0 1,0 1-1,33 1 1,-19 0 54,571-24 2731,128 29-2119,-414 5-784,169 7 274,-385-12-329,144-2 386,-202 0-650,-33-1-3637,-36-8 228,-55-19-6348,23 8-698</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18:04.223"/>
    </inkml:context>
    <inkml:brush xml:id="br0">
      <inkml:brushProperty name="width" value="0.035" units="cm"/>
      <inkml:brushProperty name="height" value="0.035" units="cm"/>
    </inkml:brush>
  </inkml:definitions>
  <inkml:trace contextRef="#ctx0" brushRef="#br0">27 113 7821,'-22'19'1175,"18"-15"3647,6-5-4156,12-1-22,36-10 1623,-38 8-1855,1 0 0,-1 2-1,1-1 1,0 2 0,0 0 0,0 0 0,25 3-1,23-2 211,210-19 482,64 8-730,-219 8-297,485-1 203,-442 4-279,-101 0 70,20-1-102,91 12 0,-42-6 18,-61-4 19,22 1 28,41 2 7,-73-1-14,94-7 0,-28 0 101,78-5 86,-72 2-180,334-21 110,-390 23-158,166-6 36,-159 4 63,41-2-207,-1 1 91,-118 8 31,21-2-5,43 3 1,11 0 2,-20-3 5,93 8 0,-76-1 2,26 2 40,53 2-58,-9-2 50,-31-1 89,321 14-243,-405-19 100,0 1 10,-1-1 0,37-5 0,-49 3 3,1 0 0,0 2-1,-1-1 1,25 6 0,33 1 15,-40-8-12,-8 1-1,44 4-1,59 5 5,-78-7 5,61 11 0,-33-4 38,13 2-79,142 25 69,-79-13-31,177 15 65,-268-32 5,190 7-78,-195-11-51,42 7-7,-22-1 38,22 5-8,36 2 18,-107-13 6,35 9 0,-39-7 14,1 0 0,28 1 0,93 5-9,0 0 31,13-2-32,-46-2 45,241 10-32,-313-14-20,197 12 1,-170-10 33,-37-3 5,41 7 0,98 10 50,-81-12-127,185 13 279,-147-16-341,70 3 108,-149-6 19,1-2-8,29 1 2,18 0 105,-64-1 169,57 5 1,-85-3-221,-2 0 10,39-9 387,-26 13-298,-14-3 163,0 0-1,0-1 1,0 1 0,1 0-1,-1-1 1,0 1-1,0-1 1,0 0-1,3 0 1,34 0 19,-36 0-65,17 0-49,-11 0-132,0 0 1,0-1-1,0 0 0,0 0 1,-1-1-1,1-1 0,-1 1 1,1-1-1,8-5 0,-15 6 97,6 2-77,0-1-1,0-1 0,12-3 0,-18 5-98,2-1 486,10-3-219,1 2-69,-12 1-143,-5-1-861,-50-32-2550,35 21 1142,-1 1 0,0 1 0,-36-17 0,4 14-4211,6 4-3724</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18:06.374"/>
    </inkml:context>
    <inkml:brush xml:id="br0">
      <inkml:brushProperty name="width" value="0.035" units="cm"/>
      <inkml:brushProperty name="height" value="0.035" units="cm"/>
    </inkml:brush>
  </inkml:definitions>
  <inkml:trace contextRef="#ctx0" brushRef="#br0">4 1 7617,'-1'1'178,"1"0"0,-1-1-1,1 1 1,0 0 0,0 0 0,-1 0 0,1 0 0,0 0 0,0 0 0,0 0 0,0-1 0,0 1 0,0 0-1,0 0 1,0 0 0,1 1 0,9-1 4539,-7-2-4408,0 1 0,-1 0 0,1-1-1,0 1 1,0 1 0,-1-1 0,1 0 0,3 1 0,27 7 626,1-2 0,0-2 0,46 1 1,64 4-180,86 0-1,371 19 174,-115 0-578,-116-5-336,-68-3 226,100 6-4,-162 1-237,-60-4 123,126 18-128,-55-4 50,-139-20 359,28 3 988,-119-19-1119,38-2-1,-19 0-153,-31 2-70,1-1 0,0-1 0,-1 0 0,1 0-1,-1 0 1,12-4 0,-18 4 7,0 0-15,32-5 37,-31 6 2,0 0-46,74-6-42,-74 5 16,87 5-12,-16 5 2,253 22 8,-174-15-13,11 3 31,80 7-55,24-4 22,-108-17 49,-130-6-77,-26 1-148,-10-2-3419,-84-32-2564,46 22 925,-20-2-4970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18:09.509"/>
    </inkml:context>
    <inkml:brush xml:id="br0">
      <inkml:brushProperty name="width" value="0.035" units="cm"/>
      <inkml:brushProperty name="height" value="0.035" units="cm"/>
    </inkml:brush>
  </inkml:definitions>
  <inkml:trace contextRef="#ctx0" brushRef="#br0">0 254 9893,'0'0'4997,"3"0"-4162,37 3 699,0-1 0,52-5 1,-17 1-864,250-7 942,-133 2-1277,58 2-81,352-17 425,-331 9-600,-57 4 73,143-4-102,-237 11-83,50-4-5,72-16 61,419-33-5,-496 46-26,153-13 89,-200 13-155,-21 3 46,313-31 70,87 30-53,-273 11 39,-129-5-70,213 5-37,-62 3 140,-121-2-92,35 0 121,109 2-73,-243-5-52,135 5 134,-114-8-144,260 11-82,66 20 148,-307-24 16,211 18 46,-175-10-142,-2 0 47,28 1 43,21 1-122,95 3 102,25-3 77,-244-16-118,10 0 28,1 1 1,51 8-1,-67-6 15,1-2 0,25 1 1,-25-2-56,31 4 1,-36-3 36,-1 0 0,18-1 0,4 1-7,259 6 3,-283-7 18,140 9-62,151 2 189,86 2-139,-326-7-80,21 1 89,-27-3-36,9-1 20,52 0 2,-31 0 103,46 3-144,144 8 136,-51-2-107,-96-2 68,114-8-108,-119-3 25,94 1 39,172 6 90,-139-6-5,22-6-4,-111 0 163,406-2 1488,-381 11-1574,138 6 80,-185-2 82,90 7 749,-32-2-224,-32-1-366,-4-3-65,-83-7-161,120 6 513,-109-7-284,2 1 347,-74 2-616,36 0-42,-80-19-2172,-61-24-2079,7 4-5260,16-3-4999</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18:38.261"/>
    </inkml:context>
    <inkml:brush xml:id="br0">
      <inkml:brushProperty name="width" value="0.035" units="cm"/>
      <inkml:brushProperty name="height" value="0.035" units="cm"/>
    </inkml:brush>
  </inkml:definitions>
  <inkml:trace contextRef="#ctx0" brushRef="#br0">396 112 3404,'-8'-3'460,"-37"-12"9233,26 13-10287,15 2 1068,0-1 36,-1 0-470,-24-6 1076,1-1 1,-37-16-1,62 23-768,-1 0-27,-19-1-69,11 1 183,0-1 1,-22-4-1,31 4 977,3 3-1376,0 0 0,1-1 0,-1 1 0,0-1 1,1 1-1,-1-1 0,1 1 0,-1-1 0,1 1 1,-1-1-1,1 1 0,-1-1 0,1 0 0,0 1 1,-1-1-1,1 0 0,0 0 0,-1 1 0,1-1 1,-1 0-1,2 0 0,19 4 294,76-5 365,-26-1-357,58-4 350,-16 0 58,136 1 699,382-4 514,-608 7-1968,-25 1 1,1 0 0,-1 0 0,0 0-1,0 1 1,1-1 0,-1 0-1,0 1 1,0-1 0,0 1-1,0 0 1,-3-1 0,-30-3-29,0 1 1,0 1-1,0 2 0,-36 5 1,-18-1-16,-767 2-319,776-7 380,43-1-36,-68 7-1,73 1 4,23 0 66,9-6-37,1 1 1,-1-1 0,0 1 0,0-1-1,1 1 1,-1-1 0,0 0-1,1 1 1,-1-1 0,0 1 0,1-1-1,-1 0 1,1 0 0,-1 1 0,0-1-1,1 0 1,-1 0 0,1 1-1,-1-1 1,1 0 0,-1 0 0,1 0-1,-1 0 1,1 0 0,0 1 0,37 8 246,0-1 0,1-2 0,76 3 0,-77-6-83,632 39 917,-649-40-1336,8 0-276,49-3 0,-70 1 161,1-1 0,-1-1 0,1 0 0,-1 0 0,0 0 1,0-1-1,0 0 0,0-1 0,0 0 0,8-6 0,-13 8-338,-1 1 1,0-1-1,0 0 1,0 0 0,0 0-1,0 0 1,0 0 0,-1-1-1,1 1 1,2-5 0,-3 2-2022,1 0 1,-1 0 0,0 0 0,0-10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1T04:18:43.004"/>
    </inkml:context>
    <inkml:brush xml:id="br0">
      <inkml:brushProperty name="width" value="0.035" units="cm"/>
      <inkml:brushProperty name="height" value="0.035" units="cm"/>
    </inkml:brush>
  </inkml:definitions>
  <inkml:trace contextRef="#ctx0" brushRef="#br0">0 84 6525,'2'-1'10575,"8"-1"-5377,64-22-4639,-24 9-455,0 3 0,1 2 0,1 2 0,-1 2 0,57 1 0,140 5-58,-119 1-39,74 2 19,126-2-92,-180 1 41,-38 2 5,53 2 4,-59 0 12,9 1-16,24 4 50,-50-5-48,184 16 60,-46-15-8,-32-9-24,-172 2-10,343-11-20,-280 8 9,174-9-28,-111 8 27,51-3-7,17 5 49,216 3-46,142 0 103,-339-13-75,-91 11-75,-25 1 27,13 5 25,-25 0 18,40 3-4,-92-3 2,97-5 0,18-4 0,-41 1-4,326 1 35,-384 4-48,186 11 10,-55-6 41,-11-1-64,-16 4 165,27 3-189,-20-2 73,-144-9-41,113 2 54,42 2-115,-64-2 42,7-1-7,91 6 58,-70-4-9,154 4 3,-187-5 12,188 8-37,-99 1 32,-27-7 73,-34-2-124,31 2 106,-28-2-131,100 12 139,260 7 1,-317-14-176,0-1 61,108 3 1,1 1 149,-56-5 6,-86-1-68,117 10 96,67 1 155,-91-3 507,-139-6-478,20 6 451,31-1 326,47 0 884,74-3 147,-98 7-848,-169-14-1293,-11-2 0,-8-2 0,0-1 0,0 1 0,0 1 0,0-1 0,0 1 0,7-1 0,-4-1 0,-5 2 0,0-1 0,0 1 0,0-1 0,0 1 0,0 0 0,0 0 0,0 0 0,0 0 0,0 1 0,4 0 0,13 3-296,-10-3-593,-26-11-683,1 5 166,11 4 911,0 0 0,1-1 0,-1 1 0,0-1 1,1 1-1,0-1 0,-1 0 0,1-1 0,0 1 0,0 0 0,-3-4 0,3 1-732,1 0 0,0 0 0,0 0 0,0-1 1,-1-6-1,3 12 1226,-15-62-12318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EADEE-0B67-4CD7-BB44-914E98418FDE}" type="datetimeFigureOut">
              <a:rPr lang="en-IN" smtClean="0"/>
              <a:t>11-07-2026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843C3-1C1E-4758-8274-985DAAAB7D09}" type="slidenum">
              <a:rPr lang="en-IN" smtClean="0"/>
              <a:t>‹#›</a:t>
            </a:fld>
            <a:endParaRPr lang="en-IN"/>
          </a:p>
        </p:txBody>
      </p:sp>
    </p:spTree>
    <p:extLst>
      <p:ext uri="{BB962C8B-B14F-4D97-AF65-F5344CB8AC3E}">
        <p14:creationId xmlns:p14="http://schemas.microsoft.com/office/powerpoint/2010/main" val="1684310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a:extLst>
              <a:ext uri="{FF2B5EF4-FFF2-40B4-BE49-F238E27FC236}">
                <a16:creationId xmlns:a16="http://schemas.microsoft.com/office/drawing/2014/main" id="{39AF2117-C1A9-42A5-B416-619D72507300}"/>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buSzPts val="1100"/>
            </a:pPr>
            <a:endParaRPr lang="x-none" altLang="x-none"/>
          </a:p>
        </p:txBody>
      </p:sp>
      <p:sp>
        <p:nvSpPr>
          <p:cNvPr id="54275" name="Google Shape;37;p1:notes">
            <a:extLst>
              <a:ext uri="{FF2B5EF4-FFF2-40B4-BE49-F238E27FC236}">
                <a16:creationId xmlns:a16="http://schemas.microsoft.com/office/drawing/2014/main" id="{8481DDE9-68D6-4C5D-A85A-ECC56B498442}"/>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086815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20eba3b860f_0_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2" name="Google Shape;1212;g20eba3b860f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8074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1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3.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16.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16.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p>
        </p:txBody>
      </p:sp>
      <p:sp>
        <p:nvSpPr>
          <p:cNvPr id="3" name="Text Placeholder 2"/>
          <p:cNvSpPr>
            <a:spLocks noGrp="1"/>
          </p:cNvSpPr>
          <p:nvPr>
            <p:ph type="body" sz="half" idx="1"/>
          </p:nvPr>
        </p:nvSpPr>
        <p:spPr>
          <a:xfrm>
            <a:off x="548217"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484"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0432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endParaRPr lang="en-IN"/>
          </a:p>
        </p:txBody>
      </p:sp>
      <p:sp>
        <p:nvSpPr>
          <p:cNvPr id="3" name="Table Placeholder 2"/>
          <p:cNvSpPr>
            <a:spLocks noGrp="1"/>
          </p:cNvSpPr>
          <p:nvPr>
            <p:ph type="tbl" idx="1"/>
          </p:nvPr>
        </p:nvSpPr>
        <p:spPr>
          <a:xfrm>
            <a:off x="548218" y="1143000"/>
            <a:ext cx="11091333" cy="5181600"/>
          </a:xfrm>
        </p:spPr>
        <p:txBody>
          <a:bodyPr/>
          <a:lstStyle/>
          <a:p>
            <a:endParaRPr lang="en-IN"/>
          </a:p>
        </p:txBody>
      </p:sp>
    </p:spTree>
    <p:extLst>
      <p:ext uri="{BB962C8B-B14F-4D97-AF65-F5344CB8AC3E}">
        <p14:creationId xmlns:p14="http://schemas.microsoft.com/office/powerpoint/2010/main" val="3068409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7/11/2026</a:t>
            </a:fld>
            <a:endParaRPr lang="en-US"/>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69002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pPr>
              <a:defRPr/>
            </a:pPr>
            <a:endParaRPr lang="en-US"/>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p>
            <a:pPr>
              <a:defRPr/>
            </a:pPr>
            <a:r>
              <a:rPr lang="en-US"/>
              <a:t>IS ZC464, Machine Learning</a:t>
            </a: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smtClean="0"/>
              <a:pPr>
                <a:defRPr/>
              </a:pPr>
              <a:t>‹#›</a:t>
            </a:fld>
            <a:endParaRPr lang="en-US"/>
          </a:p>
        </p:txBody>
      </p:sp>
    </p:spTree>
    <p:extLst>
      <p:ext uri="{BB962C8B-B14F-4D97-AF65-F5344CB8AC3E}">
        <p14:creationId xmlns:p14="http://schemas.microsoft.com/office/powerpoint/2010/main" val="920653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Slide">
  <p:cSld name="2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374089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93472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grpSp>
        <p:nvGrpSpPr>
          <p:cNvPr id="8" name="Group 10"/>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56488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4" name="Rectangle 3"/>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5" name="Rectangle 4"/>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8" name="TextBox 7"/>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135060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0" name="TextBox 9"/>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7" name="TextBox 16"/>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8" name="TextBox 17"/>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377841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4" name="Rectangle 3"/>
          <p:cNvSpPr/>
          <p:nvPr/>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8839201" y="0"/>
            <a:ext cx="2925233" cy="692150"/>
          </a:xfrm>
          <a:prstGeom prst="rect">
            <a:avLst/>
          </a:prstGeom>
          <a:noFill/>
          <a:ln w="9525">
            <a:noFill/>
            <a:miter lim="800000"/>
            <a:headEnd/>
            <a:tailEnd/>
          </a:ln>
        </p:spPr>
      </p:pic>
      <p:sp>
        <p:nvSpPr>
          <p:cNvPr id="6" name="Rectangle 5"/>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TextBox 8"/>
          <p:cNvSpPr txBox="1"/>
          <p:nvPr/>
        </p:nvSpPr>
        <p:spPr>
          <a:xfrm>
            <a:off x="9144000" y="7620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9448800" y="11715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53451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24882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6" name="Group 19"/>
          <p:cNvGrpSpPr>
            <a:grpSpLocks/>
          </p:cNvGrpSpPr>
          <p:nvPr/>
        </p:nvGrpSpPr>
        <p:grpSpPr bwMode="auto">
          <a:xfrm>
            <a:off x="0" y="1295400"/>
            <a:ext cx="93472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2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
        <p:nvSpPr>
          <p:cNvPr id="14" name="TextBox 13"/>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32976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93472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2" name="Group 15"/>
          <p:cNvGrpSpPr>
            <a:grpSpLocks/>
          </p:cNvGrpSpPr>
          <p:nvPr/>
        </p:nvGrpSpPr>
        <p:grpSpPr bwMode="auto">
          <a:xfrm>
            <a:off x="2844800" y="6553200"/>
            <a:ext cx="93472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7" name="TextBox 16"/>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07626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93472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8" name="Group 10"/>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44153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93472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13"/>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5" name="TextBox 14"/>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4766733" y="1600201"/>
            <a:ext cx="6815667"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00201"/>
            <a:ext cx="4011084"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75876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93472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0" name="Group 10"/>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5" name="TextBox 14"/>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87716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93472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8" name="Group 24"/>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sp>
        <p:nvSpPr>
          <p:cNvPr id="13" name="TextBox 12"/>
          <p:cNvSpPr txBox="1"/>
          <p:nvPr/>
        </p:nvSpPr>
        <p:spPr>
          <a:xfrm>
            <a:off x="4368800" y="6596064"/>
            <a:ext cx="7823200" cy="261937"/>
          </a:xfrm>
          <a:prstGeom prst="rect">
            <a:avLst/>
          </a:prstGeom>
          <a:noFill/>
        </p:spPr>
        <p:txBody>
          <a:bodyPr>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98214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7538509" y="2560109"/>
            <a:ext cx="5181600" cy="61383"/>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10583" y="381001"/>
            <a:ext cx="922868" cy="2193925"/>
          </a:xfrm>
          <a:prstGeom prst="rect">
            <a:avLst/>
          </a:prstGeom>
          <a:noFill/>
          <a:ln w="9525">
            <a:noFill/>
            <a:miter lim="800000"/>
            <a:headEnd/>
            <a:tailEnd/>
          </a:ln>
        </p:spPr>
      </p:pic>
      <p:sp>
        <p:nvSpPr>
          <p:cNvPr id="10" name="TextBox 9"/>
          <p:cNvSpPr txBox="1"/>
          <p:nvPr/>
        </p:nvSpPr>
        <p:spPr>
          <a:xfrm rot="5400000">
            <a:off x="-2748491" y="3808884"/>
            <a:ext cx="5867400" cy="230832"/>
          </a:xfrm>
          <a:prstGeom prst="rect">
            <a:avLst/>
          </a:prstGeom>
          <a:noFill/>
        </p:spPr>
        <p:txBody>
          <a:bodyPr>
            <a:spAutoFit/>
          </a:bodyPr>
          <a:lstStyle/>
          <a:p>
            <a:pPr algn="r" fontAlgn="base">
              <a:spcBef>
                <a:spcPct val="0"/>
              </a:spcBef>
              <a:spcAft>
                <a:spcPct val="0"/>
              </a:spcAft>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625600" y="38100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609439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1"/>
            <a:ext cx="2743200" cy="1979613"/>
          </a:xfrm>
          <a:prstGeom prst="rect">
            <a:avLst/>
          </a:prstGeom>
          <a:noFill/>
          <a:ln w="9525">
            <a:noFill/>
            <a:miter lim="800000"/>
            <a:headEnd/>
            <a:tailEnd/>
          </a:ln>
        </p:spPr>
      </p:pic>
      <p:sp>
        <p:nvSpPr>
          <p:cNvPr id="10" name="TextBox 9"/>
          <p:cNvSpPr txBox="1"/>
          <p:nvPr/>
        </p:nvSpPr>
        <p:spPr>
          <a:xfrm>
            <a:off x="-101600" y="5257800"/>
            <a:ext cx="2946400" cy="554038"/>
          </a:xfrm>
          <a:prstGeom prst="rect">
            <a:avLst/>
          </a:prstGeom>
          <a:noFill/>
        </p:spPr>
        <p:txBody>
          <a:bodyPr>
            <a:spAutoFit/>
          </a:bodyPr>
          <a:lstStyle/>
          <a:p>
            <a:pPr algn="ctr" fontAlgn="base">
              <a:spcBef>
                <a:spcPct val="0"/>
              </a:spcBef>
              <a:spcAft>
                <a:spcPct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203200" y="5667376"/>
            <a:ext cx="2540000" cy="276225"/>
          </a:xfrm>
          <a:prstGeom prst="rect">
            <a:avLst/>
          </a:prstGeom>
          <a:noFill/>
        </p:spPr>
        <p:txBody>
          <a:bodyPr>
            <a:spAutoFit/>
          </a:bodyPr>
          <a:lstStyle/>
          <a:p>
            <a:pPr fontAlgn="base">
              <a:spcBef>
                <a:spcPct val="0"/>
              </a:spcBef>
              <a:spcAft>
                <a:spcPct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9397105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GB" alt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fld id="{806B9ED5-FE15-42F3-930B-10DA3EF67082}"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462613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5225"/>
            <a:ext cx="2844800" cy="476250"/>
          </a:xfrm>
        </p:spPr>
        <p:txBody>
          <a:bodyPr/>
          <a:lstStyle>
            <a:lvl1pPr>
              <a:defRPr/>
            </a:lvl1pPr>
          </a:lstStyle>
          <a:p>
            <a:endParaRPr lang="en-GB" altLang="en-US">
              <a:solidFill>
                <a:prstClr val="black">
                  <a:tint val="75000"/>
                </a:prstClr>
              </a:solidFill>
            </a:endParaRPr>
          </a:p>
        </p:txBody>
      </p:sp>
      <p:sp>
        <p:nvSpPr>
          <p:cNvPr id="7" name="Footer Placeholder 6"/>
          <p:cNvSpPr>
            <a:spLocks noGrp="1"/>
          </p:cNvSpPr>
          <p:nvPr>
            <p:ph type="ftr" sz="quarter" idx="11"/>
          </p:nvPr>
        </p:nvSpPr>
        <p:spPr>
          <a:xfrm>
            <a:off x="4165600" y="6245225"/>
            <a:ext cx="3860800" cy="476250"/>
          </a:xfrm>
        </p:spPr>
        <p:txBody>
          <a:bodyPr/>
          <a:lstStyle>
            <a:lvl1pPr>
              <a:defRPr/>
            </a:lvl1pPr>
          </a:lstStyle>
          <a:p>
            <a:endParaRPr lang="en-GB" altLang="en-US">
              <a:solidFill>
                <a:prstClr val="black">
                  <a:tint val="75000"/>
                </a:prstClr>
              </a:solidFill>
            </a:endParaRPr>
          </a:p>
        </p:txBody>
      </p:sp>
      <p:sp>
        <p:nvSpPr>
          <p:cNvPr id="8" name="Slide Number Placeholder 7"/>
          <p:cNvSpPr>
            <a:spLocks noGrp="1"/>
          </p:cNvSpPr>
          <p:nvPr>
            <p:ph type="sldNum" sz="quarter" idx="12"/>
          </p:nvPr>
        </p:nvSpPr>
        <p:spPr>
          <a:xfrm>
            <a:off x="8737600" y="6245225"/>
            <a:ext cx="2844800" cy="476250"/>
          </a:xfrm>
        </p:spPr>
        <p:txBody>
          <a:bodyPr/>
          <a:lstStyle>
            <a:lvl1pPr>
              <a:defRPr/>
            </a:lvl1pPr>
          </a:lstStyle>
          <a:p>
            <a:fld id="{0350E79D-DD4C-459D-9982-43B0D01A4CF3}"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15601793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GB" altLang="en-US">
              <a:solidFill>
                <a:prstClr val="black">
                  <a:tint val="75000"/>
                </a:prstClr>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prstClr val="black">
                  <a:tint val="75000"/>
                </a:prstClr>
              </a:solidFill>
            </a:endParaRPr>
          </a:p>
        </p:txBody>
      </p:sp>
      <p:sp>
        <p:nvSpPr>
          <p:cNvPr id="7" name="Slide Number Placeholder 6"/>
          <p:cNvSpPr>
            <a:spLocks noGrp="1"/>
          </p:cNvSpPr>
          <p:nvPr>
            <p:ph type="sldNum" sz="quarter" idx="12"/>
          </p:nvPr>
        </p:nvSpPr>
        <p:spPr/>
        <p:txBody>
          <a:bodyPr/>
          <a:lstStyle>
            <a:lvl1pPr>
              <a:defRPr/>
            </a:lvl1pPr>
          </a:lstStyle>
          <a:p>
            <a:fld id="{ACCAFE9A-1B00-41A9-8570-E4D414A76A53}" type="slidenum">
              <a:rPr lang="en-GB" altLang="en-US">
                <a:solidFill>
                  <a:prstClr val="black">
                    <a:tint val="75000"/>
                  </a:prstClr>
                </a:solidFill>
              </a:rPr>
              <a:pPr/>
              <a:t>‹#›</a:t>
            </a:fld>
            <a:endParaRPr lang="en-GB" altLang="en-US">
              <a:solidFill>
                <a:prstClr val="black">
                  <a:tint val="75000"/>
                </a:prstClr>
              </a:solidFill>
            </a:endParaRPr>
          </a:p>
        </p:txBody>
      </p:sp>
    </p:spTree>
    <p:extLst>
      <p:ext uri="{BB962C8B-B14F-4D97-AF65-F5344CB8AC3E}">
        <p14:creationId xmlns:p14="http://schemas.microsoft.com/office/powerpoint/2010/main" val="27394694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lank_one">
    <p:spTree>
      <p:nvGrpSpPr>
        <p:cNvPr id="1" name=""/>
        <p:cNvGrpSpPr/>
        <p:nvPr/>
      </p:nvGrpSpPr>
      <p:grpSpPr>
        <a:xfrm>
          <a:off x="0" y="0"/>
          <a:ext cx="0" cy="0"/>
          <a:chOff x="0" y="0"/>
          <a:chExt cx="0" cy="0"/>
        </a:xfrm>
      </p:grpSpPr>
      <p:sp>
        <p:nvSpPr>
          <p:cNvPr id="4" name="TextBox 3"/>
          <p:cNvSpPr txBox="1"/>
          <p:nvPr/>
        </p:nvSpPr>
        <p:spPr>
          <a:xfrm>
            <a:off x="10871200" y="6550025"/>
            <a:ext cx="1320800" cy="261610"/>
          </a:xfrm>
          <a:prstGeom prst="rect">
            <a:avLst/>
          </a:prstGeom>
          <a:noFill/>
        </p:spPr>
        <p:txBody>
          <a:bodyPr wrap="square">
            <a:spAutoFit/>
          </a:bodyPr>
          <a:lstStyle/>
          <a:p>
            <a:pPr algn="r" fontAlgn="base">
              <a:spcBef>
                <a:spcPct val="0"/>
              </a:spcBef>
              <a:spcAft>
                <a:spcPct val="0"/>
              </a:spcAft>
              <a:defRPr/>
            </a:pPr>
            <a:r>
              <a:rPr lang="en-US" sz="1100" b="1" dirty="0">
                <a:solidFill>
                  <a:srgbClr val="101141"/>
                </a:solidFill>
                <a:latin typeface="Arial"/>
                <a:cs typeface="Arial"/>
              </a:rPr>
              <a:t>BITS </a:t>
            </a:r>
            <a:r>
              <a:rPr lang="en-US" sz="1100" dirty="0" err="1">
                <a:solidFill>
                  <a:srgbClr val="101141"/>
                </a:solidFill>
                <a:latin typeface="Arial"/>
                <a:cs typeface="Arial"/>
              </a:rPr>
              <a:t>Pilani</a:t>
            </a:r>
            <a:endParaRPr lang="en-US" sz="1100" dirty="0">
              <a:solidFill>
                <a:srgbClr val="101141"/>
              </a:solidFill>
              <a:latin typeface="Arial"/>
              <a:cs typeface="Arial"/>
            </a:endParaRP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600">
                <a:solidFill>
                  <a:prstClr val="white"/>
                </a:solidFill>
              </a:endParaRPr>
            </a:p>
          </p:txBody>
        </p:sp>
      </p:grpSp>
    </p:spTree>
    <p:extLst>
      <p:ext uri="{BB962C8B-B14F-4D97-AF65-F5344CB8AC3E}">
        <p14:creationId xmlns:p14="http://schemas.microsoft.com/office/powerpoint/2010/main" val="3480427648"/>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pPr>
              <a:defRPr/>
            </a:pPr>
            <a:fld id="{C8012BF1-E2F7-4A28-A7E9-DEDBED6D313A}" type="datetime1">
              <a:rPr lang="en-US">
                <a:solidFill>
                  <a:prstClr val="black">
                    <a:tint val="75000"/>
                  </a:prstClr>
                </a:solidFill>
              </a:rPr>
              <a:pPr>
                <a:defRPr/>
              </a:pPr>
              <a:t>7/11/2026</a:t>
            </a:fld>
            <a:endParaRPr lang="en-US">
              <a:solidFill>
                <a:prstClr val="black">
                  <a:tint val="75000"/>
                </a:prstClr>
              </a:solidFill>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205448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09600" y="6356351"/>
            <a:ext cx="2844800" cy="365125"/>
          </a:xfrm>
          <a:prstGeom prst="rect">
            <a:avLst/>
          </a:prstGeom>
        </p:spPr>
        <p:txBody>
          <a:bodyPr/>
          <a:lstStyle/>
          <a:p>
            <a:pPr>
              <a:defRPr/>
            </a:pPr>
            <a:fld id="{13DA625C-7372-4E2B-BF73-7A3B77124A1E}" type="datetime1">
              <a:rPr lang="en-US">
                <a:solidFill>
                  <a:prstClr val="black">
                    <a:tint val="75000"/>
                  </a:prstClr>
                </a:solidFill>
              </a:rPr>
              <a:pPr>
                <a:defRPr/>
              </a:pPr>
              <a:t>7/11/2026</a:t>
            </a:fld>
            <a:endParaRPr lang="en-US">
              <a:solidFill>
                <a:prstClr val="black">
                  <a:tint val="75000"/>
                </a:prstClr>
              </a:solidFill>
            </a:endParaRPr>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978581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fontAlgn="base" hangingPunct="1">
              <a:spcBef>
                <a:spcPct val="0"/>
              </a:spcBef>
              <a:spcAft>
                <a:spcPct val="0"/>
              </a:spcAft>
              <a:defRPr/>
            </a:pPr>
            <a:r>
              <a:rPr lang="en-US" sz="1100">
                <a:solidFill>
                  <a:srgbClr val="101141"/>
                </a:solidFill>
                <a:cs typeface="Arial" pitchFamily="34" charset="0"/>
              </a:rPr>
              <a:t>BITS Pilani, Hyderabad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48834577"/>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solidFill>
                  <a:prstClr val="white"/>
                </a:solidFill>
              </a:rPr>
              <a:t>Click to edit Session title</a:t>
            </a:r>
          </a:p>
        </p:txBody>
      </p:sp>
    </p:spTree>
    <p:extLst>
      <p:ext uri="{BB962C8B-B14F-4D97-AF65-F5344CB8AC3E}">
        <p14:creationId xmlns:p14="http://schemas.microsoft.com/office/powerpoint/2010/main" val="228830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20714978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9144000" y="762000"/>
            <a:ext cx="29464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9448800" y="1171576"/>
            <a:ext cx="2540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53699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1700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56"/>
        <p:cNvGrpSpPr/>
        <p:nvPr/>
      </p:nvGrpSpPr>
      <p:grpSpPr>
        <a:xfrm>
          <a:off x="0" y="0"/>
          <a:ext cx="0" cy="0"/>
          <a:chOff x="0" y="0"/>
          <a:chExt cx="0" cy="0"/>
        </a:xfrm>
      </p:grpSpPr>
      <p:sp>
        <p:nvSpPr>
          <p:cNvPr id="57" name="Google Shape;57;p110"/>
          <p:cNvSpPr txBox="1"/>
          <p:nvPr/>
        </p:nvSpPr>
        <p:spPr>
          <a:xfrm>
            <a:off x="10871200" y="6550025"/>
            <a:ext cx="1320800" cy="261610"/>
          </a:xfrm>
          <a:prstGeom prst="rect">
            <a:avLst/>
          </a:prstGeom>
          <a:noFill/>
          <a:ln>
            <a:noFill/>
          </a:ln>
        </p:spPr>
        <p:txBody>
          <a:bodyPr spcFirstLastPara="1" wrap="square" lIns="91425" tIns="45700" rIns="91425" bIns="45700" anchor="t" anchorCtr="0">
            <a:spAutoFit/>
          </a:bodyPr>
          <a:lstStyle/>
          <a:p>
            <a:pPr algn="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a:t>
            </a:r>
            <a:endParaRPr sz="1100">
              <a:solidFill>
                <a:srgbClr val="101141"/>
              </a:solidFill>
              <a:latin typeface="Arial"/>
              <a:ea typeface="Arial"/>
              <a:cs typeface="Arial"/>
              <a:sym typeface="Arial"/>
            </a:endParaRPr>
          </a:p>
        </p:txBody>
      </p:sp>
      <p:grpSp>
        <p:nvGrpSpPr>
          <p:cNvPr id="58" name="Google Shape;58;p110"/>
          <p:cNvGrpSpPr/>
          <p:nvPr/>
        </p:nvGrpSpPr>
        <p:grpSpPr>
          <a:xfrm>
            <a:off x="2779184" y="6550026"/>
            <a:ext cx="9412816"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8839201" y="0"/>
            <a:ext cx="2925233" cy="692150"/>
          </a:xfrm>
          <a:prstGeom prst="rect">
            <a:avLst/>
          </a:prstGeom>
          <a:noFill/>
          <a:ln>
            <a:noFill/>
          </a:ln>
        </p:spPr>
      </p:pic>
      <p:grpSp>
        <p:nvGrpSpPr>
          <p:cNvPr id="63" name="Google Shape;63;p110"/>
          <p:cNvGrpSpPr/>
          <p:nvPr/>
        </p:nvGrpSpPr>
        <p:grpSpPr>
          <a:xfrm>
            <a:off x="2844800" y="6553200"/>
            <a:ext cx="93472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grpSp>
        <p:nvGrpSpPr>
          <p:cNvPr id="67" name="Google Shape;67;p110"/>
          <p:cNvGrpSpPr/>
          <p:nvPr/>
        </p:nvGrpSpPr>
        <p:grpSpPr>
          <a:xfrm>
            <a:off x="0" y="1295400"/>
            <a:ext cx="93472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20768674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4" name="TextBox 3"/>
          <p:cNvSpPr txBox="1"/>
          <p:nvPr/>
        </p:nvSpPr>
        <p:spPr>
          <a:xfrm>
            <a:off x="4368800" y="6596064"/>
            <a:ext cx="78232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079105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1" y="1"/>
            <a:ext cx="9412817"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19865319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type="secHead">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solidFill>
                  <a:prstClr val="black"/>
                </a:solidFill>
              </a:rPr>
              <a:pPr algn="r"/>
              <a:t>‹#›</a:t>
            </a:fld>
            <a:endParaRPr lang="en">
              <a:solidFill>
                <a:prstClr val="black"/>
              </a:solidFill>
            </a:endParaRPr>
          </a:p>
        </p:txBody>
      </p:sp>
    </p:spTree>
    <p:extLst>
      <p:ext uri="{BB962C8B-B14F-4D97-AF65-F5344CB8AC3E}">
        <p14:creationId xmlns:p14="http://schemas.microsoft.com/office/powerpoint/2010/main" val="13839377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3126991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86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6955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6E638C57-FA78-4465-A16E-061E11A07CA5}" type="datetimeFigureOut">
              <a:rPr lang="en-US" smtClean="0"/>
              <a:pPr>
                <a:defRPr/>
              </a:pPr>
              <a:t>7/11/2026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0" y="6521853"/>
            <a:ext cx="1219200" cy="365125"/>
          </a:xfrm>
        </p:spPr>
        <p:txBody>
          <a:bodyPr/>
          <a:lstStyle/>
          <a:p>
            <a:fld id="{EF406659-594D-4C8C-9DC4-2E8C6B112FAB}" type="slidenum">
              <a:rPr lang="en-US" altLang="en-US" smtClean="0"/>
              <a:pPr/>
              <a:t>‹#›</a:t>
            </a:fld>
            <a:endParaRPr lang="en-US" altLang="en-US"/>
          </a:p>
        </p:txBody>
      </p:sp>
    </p:spTree>
    <p:extLst>
      <p:ext uri="{BB962C8B-B14F-4D97-AF65-F5344CB8AC3E}">
        <p14:creationId xmlns:p14="http://schemas.microsoft.com/office/powerpoint/2010/main" val="13094521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CF497629-2743-49E9-BFF6-D72148661D86}" type="datetimeFigureOut">
              <a:rPr lang="en-US" smtClean="0"/>
              <a:pPr>
                <a:defRPr/>
              </a:pPr>
              <a:t>7/11/2026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0228BFB1-FC66-4AB1-B320-171BC5405B15}" type="slidenum">
              <a:rPr lang="en-US" altLang="en-US" smtClean="0"/>
              <a:pPr/>
              <a:t>‹#›</a:t>
            </a:fld>
            <a:endParaRPr lang="en-US" altLang="en-US"/>
          </a:p>
        </p:txBody>
      </p:sp>
    </p:spTree>
    <p:extLst>
      <p:ext uri="{BB962C8B-B14F-4D97-AF65-F5344CB8AC3E}">
        <p14:creationId xmlns:p14="http://schemas.microsoft.com/office/powerpoint/2010/main" val="24996971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6C992D67-88F9-465C-A6D7-8C767C17590B}" type="datetimeFigureOut">
              <a:rPr lang="en-US" smtClean="0"/>
              <a:pPr>
                <a:defRPr/>
              </a:pPr>
              <a:t>7/11/2026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24921C08-076E-4AF6-9082-66CE845E7B53}" type="slidenum">
              <a:rPr lang="en-US" altLang="en-US" smtClean="0"/>
              <a:pPr/>
              <a:t>‹#›</a:t>
            </a:fld>
            <a:endParaRPr lang="en-US" altLang="en-US"/>
          </a:p>
        </p:txBody>
      </p:sp>
    </p:spTree>
    <p:extLst>
      <p:ext uri="{BB962C8B-B14F-4D97-AF65-F5344CB8AC3E}">
        <p14:creationId xmlns:p14="http://schemas.microsoft.com/office/powerpoint/2010/main" val="2207344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F2824D82-D428-412B-BF04-1C651D99E8F6}" type="datetimeFigureOut">
              <a:rPr lang="en-US" smtClean="0"/>
              <a:pPr>
                <a:defRPr/>
              </a:pPr>
              <a:t>7/11/2026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95D5C063-5826-4956-A3D9-8CFF3C1D3BD3}" type="slidenum">
              <a:rPr lang="en-US" altLang="en-US" smtClean="0"/>
              <a:pPr/>
              <a:t>‹#›</a:t>
            </a:fld>
            <a:endParaRPr lang="en-US" altLang="en-US"/>
          </a:p>
        </p:txBody>
      </p:sp>
    </p:spTree>
    <p:extLst>
      <p:ext uri="{BB962C8B-B14F-4D97-AF65-F5344CB8AC3E}">
        <p14:creationId xmlns:p14="http://schemas.microsoft.com/office/powerpoint/2010/main" val="14585092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913DAA1E-5EB7-4FEC-B1A5-4CA6CED9EA2A}" type="datetimeFigureOut">
              <a:rPr lang="en-US" smtClean="0"/>
              <a:pPr>
                <a:defRPr/>
              </a:pPr>
              <a:t>7/11/2026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34DAF4F5-D805-49A4-88BE-83AAF576205A}" type="slidenum">
              <a:rPr lang="en-US" altLang="en-US" smtClean="0"/>
              <a:pPr/>
              <a:t>‹#›</a:t>
            </a:fld>
            <a:endParaRPr lang="en-US" altLang="en-US"/>
          </a:p>
        </p:txBody>
      </p:sp>
    </p:spTree>
    <p:extLst>
      <p:ext uri="{BB962C8B-B14F-4D97-AF65-F5344CB8AC3E}">
        <p14:creationId xmlns:p14="http://schemas.microsoft.com/office/powerpoint/2010/main" val="4600213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B8C9F29-9B0C-4241-9E7C-DF554C4405B4}" type="datetimeFigureOut">
              <a:rPr lang="en-US" smtClean="0"/>
              <a:pPr>
                <a:defRPr/>
              </a:pPr>
              <a:t>7/11/2026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96082E71-27E1-4208-9888-DDAC50854E61}" type="slidenum">
              <a:rPr lang="en-US" altLang="en-US" smtClean="0"/>
              <a:pPr/>
              <a:t>‹#›</a:t>
            </a:fld>
            <a:endParaRPr lang="en-US" altLang="en-US"/>
          </a:p>
        </p:txBody>
      </p:sp>
    </p:spTree>
    <p:extLst>
      <p:ext uri="{BB962C8B-B14F-4D97-AF65-F5344CB8AC3E}">
        <p14:creationId xmlns:p14="http://schemas.microsoft.com/office/powerpoint/2010/main" val="33771628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13731018-BA37-4FE0-BF18-DEBE2047A334}" type="datetimeFigureOut">
              <a:rPr lang="en-US" smtClean="0"/>
              <a:pPr>
                <a:defRPr/>
              </a:pPr>
              <a:t>7/11/2026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5F335B2E-A190-410C-ADBC-A4EF4E713DFC}" type="slidenum">
              <a:rPr lang="en-US" altLang="en-US" smtClean="0"/>
              <a:pPr/>
              <a:t>‹#›</a:t>
            </a:fld>
            <a:endParaRPr lang="en-US" altLang="en-US"/>
          </a:p>
        </p:txBody>
      </p:sp>
    </p:spTree>
    <p:extLst>
      <p:ext uri="{BB962C8B-B14F-4D97-AF65-F5344CB8AC3E}">
        <p14:creationId xmlns:p14="http://schemas.microsoft.com/office/powerpoint/2010/main" val="1606654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933C0747-4BBB-4A78-A7EA-A8E4D9B2362F}" type="datetimeFigureOut">
              <a:rPr lang="en-US" smtClean="0"/>
              <a:pPr>
                <a:defRPr/>
              </a:pPr>
              <a:t>7/11/2026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CD785D5B-74E4-458E-A7A2-21EF743CEE0C}" type="slidenum">
              <a:rPr lang="en-US" altLang="en-US" smtClean="0"/>
              <a:pPr/>
              <a:t>‹#›</a:t>
            </a:fld>
            <a:endParaRPr lang="en-US" altLang="en-US"/>
          </a:p>
        </p:txBody>
      </p:sp>
    </p:spTree>
    <p:extLst>
      <p:ext uri="{BB962C8B-B14F-4D97-AF65-F5344CB8AC3E}">
        <p14:creationId xmlns:p14="http://schemas.microsoft.com/office/powerpoint/2010/main" val="1737250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E04E1B34-9F8C-4CC6-8C90-4F73A1205166}" type="datetimeFigureOut">
              <a:rPr lang="en-US" smtClean="0"/>
              <a:pPr>
                <a:defRPr/>
              </a:pPr>
              <a:t>7/11/2026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6EEE8062-60C9-421D-A5E5-A14A89CED5EF}" type="slidenum">
              <a:rPr lang="en-US" altLang="en-US" smtClean="0"/>
              <a:pPr/>
              <a:t>‹#›</a:t>
            </a:fld>
            <a:endParaRPr lang="en-US" altLang="en-US"/>
          </a:p>
        </p:txBody>
      </p:sp>
    </p:spTree>
    <p:extLst>
      <p:ext uri="{BB962C8B-B14F-4D97-AF65-F5344CB8AC3E}">
        <p14:creationId xmlns:p14="http://schemas.microsoft.com/office/powerpoint/2010/main" val="20559529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2FE5693-2203-48EA-AEC6-222163D19B17}" type="datetimeFigureOut">
              <a:rPr lang="en-US" smtClean="0"/>
              <a:pPr>
                <a:defRPr/>
              </a:pPr>
              <a:t>7/11/2026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0114116-6328-4B5E-BA58-9F389645577F}" type="slidenum">
              <a:rPr lang="en-US" altLang="en-US" smtClean="0"/>
              <a:pPr/>
              <a:t>‹#›</a:t>
            </a:fld>
            <a:endParaRPr lang="en-US" altLang="en-US"/>
          </a:p>
        </p:txBody>
      </p:sp>
    </p:spTree>
    <p:extLst>
      <p:ext uri="{BB962C8B-B14F-4D97-AF65-F5344CB8AC3E}">
        <p14:creationId xmlns:p14="http://schemas.microsoft.com/office/powerpoint/2010/main" val="34816979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03200" y="1417320"/>
            <a:ext cx="117856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2400">
                <a:latin typeface="Arial" panose="020B0604020202020204" pitchFamily="34" charset="0"/>
                <a:cs typeface="Arial" panose="020B0604020202020204"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sz="2400">
                <a:latin typeface="Arial" panose="020B0604020202020204" pitchFamily="34" charset="0"/>
                <a:cs typeface="Arial" panose="020B0604020202020204" pitchFamily="34" charset="0"/>
              </a:defRPr>
            </a:lvl2pPr>
            <a:lvl3pPr>
              <a:defRPr sz="2000"/>
            </a:lvl3pPr>
            <a:lvl4pPr>
              <a:defRPr baseline="0"/>
            </a:lvl4pPr>
            <a:lvl5pPr>
              <a:defRPr/>
            </a:lvl5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1143000" marR="0" lvl="2"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Third Level</a:t>
            </a:r>
          </a:p>
          <a:p>
            <a:pPr marL="1600200" marR="0" lvl="3"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Fourth level</a:t>
            </a:r>
          </a:p>
          <a:p>
            <a:pPr marL="2057400" marR="0" lvl="4"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Fifth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endPar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p:txBody>
      </p:sp>
      <p:grpSp>
        <p:nvGrpSpPr>
          <p:cNvPr id="12" name="Group 11"/>
          <p:cNvGrpSpPr/>
          <p:nvPr/>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p:nvPicPr>
        <p:blipFill>
          <a:blip r:embed="rId2" cstate="print"/>
          <a:srcRect l="1923" b="5336"/>
          <a:stretch>
            <a:fillRect/>
          </a:stretch>
        </p:blipFill>
        <p:spPr>
          <a:xfrm>
            <a:off x="9267744" y="-1"/>
            <a:ext cx="2924257" cy="692697"/>
          </a:xfrm>
          <a:prstGeom prst="rect">
            <a:avLst/>
          </a:prstGeom>
        </p:spPr>
      </p:pic>
      <p:grpSp>
        <p:nvGrpSpPr>
          <p:cNvPr id="19" name="Group 18"/>
          <p:cNvGrpSpPr/>
          <p:nvPr/>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18" name="Rectangle 2" descr="Large confetti"/>
          <p:cNvSpPr>
            <a:spLocks noGrp="1" noChangeArrowheads="1"/>
          </p:cNvSpPr>
          <p:nvPr>
            <p:ph type="title" idx="4294967295" hasCustomPrompt="1"/>
          </p:nvPr>
        </p:nvSpPr>
        <p:spPr>
          <a:xfrm>
            <a:off x="88320" y="26442"/>
            <a:ext cx="9055681" cy="1192758"/>
          </a:xfrm>
        </p:spPr>
        <p:txBody>
          <a:bodyPr>
            <a:noAutofit/>
          </a:bodyPr>
          <a:lstStyle>
            <a:lvl1pPr algn="l" eaLnBrk="1" hangingPunct="1">
              <a:defRPr sz="3600">
                <a:latin typeface="Arial" panose="020B0604020202020204" pitchFamily="34" charset="0"/>
                <a:cs typeface="Arial" panose="020B0604020202020204" pitchFamily="34" charset="0"/>
              </a:defRPr>
            </a:lvl1pPr>
          </a:lstStyle>
          <a:p>
            <a:pPr eaLnBrk="1" hangingPunct="1"/>
            <a:r>
              <a:rPr lang="en-US" dirty="0"/>
              <a:t>Slide heading here and </a:t>
            </a:r>
            <a:br>
              <a:rPr lang="en-US" dirty="0"/>
            </a:br>
            <a:r>
              <a:rPr lang="en-US" dirty="0"/>
              <a:t>it can run in two lines</a:t>
            </a:r>
            <a:endParaRPr lang="en-US" altLang="en-US" dirty="0"/>
          </a:p>
        </p:txBody>
      </p:sp>
    </p:spTree>
    <p:extLst>
      <p:ext uri="{BB962C8B-B14F-4D97-AF65-F5344CB8AC3E}">
        <p14:creationId xmlns:p14="http://schemas.microsoft.com/office/powerpoint/2010/main" val="17930818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90688"/>
            <a:ext cx="5384800" cy="44338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690688"/>
            <a:ext cx="5384800" cy="4433887"/>
          </a:xfrm>
        </p:spPr>
        <p:txBody>
          <a:bodyPr/>
          <a:lstStyle/>
          <a:p>
            <a:pPr lvl="0"/>
            <a:r>
              <a:rPr lang="en-US" noProof="0"/>
              <a:t>Click icon to add online image</a:t>
            </a:r>
          </a:p>
        </p:txBody>
      </p:sp>
      <p:sp>
        <p:nvSpPr>
          <p:cNvPr id="5" name="Slide Number Placeholder 4"/>
          <p:cNvSpPr>
            <a:spLocks noGrp="1"/>
          </p:cNvSpPr>
          <p:nvPr>
            <p:ph type="sldNum" sz="quarter" idx="10"/>
          </p:nvPr>
        </p:nvSpPr>
        <p:spPr>
          <a:xfrm>
            <a:off x="8737600" y="6248400"/>
            <a:ext cx="2844800" cy="476250"/>
          </a:xfrm>
        </p:spPr>
        <p:txBody>
          <a:bodyPr/>
          <a:lstStyle>
            <a:lvl1pPr>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36484641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nchor="ctr"/>
          <a:lstStyle/>
          <a:p>
            <a:r>
              <a:rPr lang="en-US" sz="1400" b="0" strike="noStrike" spc="-1">
                <a:solidFill>
                  <a:srgbClr val="000000"/>
                </a:solidFill>
                <a:latin typeface="Arial" panose="020B0604020202020204"/>
              </a:rPr>
              <a:t>Click to edit Master title style</a:t>
            </a:r>
            <a:endParaRPr lang="en-IN" sz="1400" b="0" strike="noStrike" spc="-1">
              <a:solidFill>
                <a:srgbClr val="000000"/>
              </a:solidFill>
              <a:latin typeface="Arial" panose="020B0604020202020204"/>
            </a:endParaRPr>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pPr lvl="0"/>
            <a:r>
              <a:rPr lang="en-US" sz="1400" b="0" strike="noStrike" spc="-1">
                <a:solidFill>
                  <a:srgbClr val="000000"/>
                </a:solidFill>
                <a:latin typeface="Arial" panose="020B0604020202020204"/>
              </a:rPr>
              <a:t>Edit Master text styles</a:t>
            </a:r>
          </a:p>
        </p:txBody>
      </p:sp>
    </p:spTree>
    <p:extLst>
      <p:ext uri="{BB962C8B-B14F-4D97-AF65-F5344CB8AC3E}">
        <p14:creationId xmlns:p14="http://schemas.microsoft.com/office/powerpoint/2010/main" val="18449578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a:defRPr/>
            </a:pPr>
            <a:r>
              <a:rPr lang="en-US" sz="825" b="1" dirty="0">
                <a:solidFill>
                  <a:srgbClr val="101141"/>
                </a:solidFill>
                <a:latin typeface="Arial" panose="020B0604020202020204"/>
                <a:cs typeface="Arial" panose="020B0604020202020204"/>
              </a:rPr>
              <a:t>BITS </a:t>
            </a:r>
            <a:r>
              <a:rPr lang="en-US" sz="825" dirty="0">
                <a:solidFill>
                  <a:srgbClr val="101141"/>
                </a:solidFill>
                <a:latin typeface="Arial" panose="020B0604020202020204"/>
                <a:cs typeface="Arial" panose="020B0604020202020204"/>
              </a:rPr>
              <a:t>Pilani, Pilani Campus</a:t>
            </a:r>
          </a:p>
        </p:txBody>
      </p:sp>
      <p:grpSp>
        <p:nvGrpSpPr>
          <p:cNvPr id="5" name="Group 11"/>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grpSp>
        <p:nvGrpSpPr>
          <p:cNvPr id="14" name="Group 22"/>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530" marR="0" indent="-214630"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200">
                <a:latin typeface="Arial" panose="020B0604020202020204" pitchFamily="34" charset="0"/>
                <a:cs typeface="Arial" panose="020B0604020202020204"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anose="020B0604020202020204" pitchFamily="34" charset="0"/>
                <a:cs typeface="Arial" panose="020B0604020202020204" pitchFamily="34" charset="0"/>
              </a:defRPr>
            </a:lvl1pPr>
          </a:lstStyle>
          <a:p>
            <a:pPr lvl="0"/>
            <a:r>
              <a:rPr lang="en-US"/>
              <a:t>Edit Master text styles</a:t>
            </a:r>
          </a:p>
        </p:txBody>
      </p:sp>
      <p:sp>
        <p:nvSpPr>
          <p:cNvPr id="18" name="TextBox 17"/>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19" name="Group 11"/>
          <p:cNvGrpSpPr>
            <a:grpSpLocks/>
          </p:cNvGrpSpPr>
          <p:nvPr userDrawn="1"/>
        </p:nvGrpSpPr>
        <p:grpSpPr bwMode="auto">
          <a:xfrm>
            <a:off x="2779184" y="6550026"/>
            <a:ext cx="9412816"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23"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18"/>
          <p:cNvGrpSpPr>
            <a:grpSpLocks/>
          </p:cNvGrpSpPr>
          <p:nvPr userDrawn="1"/>
        </p:nvGrpSpPr>
        <p:grpSpPr bwMode="auto">
          <a:xfrm>
            <a:off x="2844800" y="6553200"/>
            <a:ext cx="93472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29" name="Group 22"/>
          <p:cNvGrpSpPr>
            <a:grpSpLocks/>
          </p:cNvGrpSpPr>
          <p:nvPr userDrawn="1"/>
        </p:nvGrpSpPr>
        <p:grpSpPr bwMode="auto">
          <a:xfrm>
            <a:off x="0" y="1295400"/>
            <a:ext cx="93472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Tree>
    <p:extLst>
      <p:ext uri="{BB962C8B-B14F-4D97-AF65-F5344CB8AC3E}">
        <p14:creationId xmlns:p14="http://schemas.microsoft.com/office/powerpoint/2010/main" val="5465775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E638C57-FA78-4465-A16E-061E11A07CA5}" type="datetimeFigureOut">
              <a:rPr lang="en-US"/>
              <a:pPr>
                <a:defRPr/>
              </a:pPr>
              <a:t>7/11/2026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EF406659-594D-4C8C-9DC4-2E8C6B112FAB}" type="slidenum">
              <a:rPr lang="en-US" altLang="en-US"/>
              <a:pPr/>
              <a:t>‹#›</a:t>
            </a:fld>
            <a:endParaRPr lang="en-US" altLang="en-US"/>
          </a:p>
        </p:txBody>
      </p:sp>
    </p:spTree>
    <p:extLst>
      <p:ext uri="{BB962C8B-B14F-4D97-AF65-F5344CB8AC3E}">
        <p14:creationId xmlns:p14="http://schemas.microsoft.com/office/powerpoint/2010/main" val="24510302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2491155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1"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7" y="2482116"/>
            <a:ext cx="8848465" cy="2130566"/>
          </a:xfrm>
          <a:prstGeom prst="rect">
            <a:avLst/>
          </a:prstGeom>
        </p:spPr>
      </p:pic>
      <p:sp>
        <p:nvSpPr>
          <p:cNvPr id="7" name="Title 1"/>
          <p:cNvSpPr txBox="1">
            <a:spLocks/>
          </p:cNvSpPr>
          <p:nvPr userDrawn="1"/>
        </p:nvSpPr>
        <p:spPr>
          <a:xfrm>
            <a:off x="1831509" y="2575123"/>
            <a:ext cx="8666988" cy="1936878"/>
          </a:xfrm>
          <a:prstGeom prst="rect">
            <a:avLst/>
          </a:prstGeom>
        </p:spPr>
        <p:txBody>
          <a:bodyPr vert="horz" lIns="68580" tIns="34290" rIns="68580" bIns="3429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514350" rtl="0" eaLnBrk="1" fontAlgn="auto" latinLnBrk="0" hangingPunct="1">
              <a:lnSpc>
                <a:spcPct val="90000"/>
              </a:lnSpc>
              <a:spcBef>
                <a:spcPct val="0"/>
              </a:spcBef>
              <a:spcAft>
                <a:spcPts val="0"/>
              </a:spcAft>
              <a:buClrTx/>
              <a:buSzTx/>
              <a:buFontTx/>
              <a:buNone/>
              <a:tabLst/>
              <a:defRPr/>
            </a:pPr>
            <a:r>
              <a:rPr kumimoji="0" lang="en-US" sz="2700"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rPr>
              <a:t>Click to edit Session title</a:t>
            </a:r>
          </a:p>
        </p:txBody>
      </p:sp>
    </p:spTree>
    <p:extLst>
      <p:ext uri="{BB962C8B-B14F-4D97-AF65-F5344CB8AC3E}">
        <p14:creationId xmlns:p14="http://schemas.microsoft.com/office/powerpoint/2010/main" val="151487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1" y="2223656"/>
            <a:ext cx="2690381" cy="2729344"/>
          </a:xfrm>
          <a:prstGeom prst="rect">
            <a:avLst/>
          </a:prstGeom>
        </p:spPr>
      </p:pic>
      <p:sp>
        <p:nvSpPr>
          <p:cNvPr id="2" name="Title 1"/>
          <p:cNvSpPr>
            <a:spLocks noGrp="1"/>
          </p:cNvSpPr>
          <p:nvPr>
            <p:ph type="title"/>
          </p:nvPr>
        </p:nvSpPr>
        <p:spPr>
          <a:xfrm>
            <a:off x="831851" y="1709740"/>
            <a:ext cx="10515600" cy="2852737"/>
          </a:xfrm>
        </p:spPr>
        <p:txBody>
          <a:bodyPr anchor="b">
            <a:normAutofit/>
          </a:bodyPr>
          <a:lstStyle>
            <a:lvl1pPr algn="r">
              <a:defRPr sz="405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lgn="r">
              <a:buNone/>
              <a:defRPr sz="1800" b="0" i="0">
                <a:solidFill>
                  <a:schemeClr val="tx1">
                    <a:tint val="75000"/>
                  </a:schemeClr>
                </a:solidFill>
                <a:latin typeface="Helvetica Light"/>
                <a:cs typeface="Helvetica Ligh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58632322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8839202"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9144000" y="762000"/>
            <a:ext cx="29464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9448800" y="1171576"/>
            <a:ext cx="2540000" cy="230832"/>
          </a:xfrm>
          <a:prstGeom prst="rect">
            <a:avLst/>
          </a:prstGeom>
          <a:noFill/>
        </p:spPr>
        <p:txBody>
          <a:bodyPr>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Edit Master text styles</a:t>
            </a:r>
          </a:p>
          <a:p>
            <a:pPr lvl="1"/>
            <a:r>
              <a:rPr lang="en-US"/>
              <a:t>Second level</a:t>
            </a:r>
          </a:p>
        </p:txBody>
      </p:sp>
    </p:spTree>
    <p:extLst>
      <p:ext uri="{BB962C8B-B14F-4D97-AF65-F5344CB8AC3E}">
        <p14:creationId xmlns:p14="http://schemas.microsoft.com/office/powerpoint/2010/main" val="23530039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1_Title Slide" preserve="1">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8"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3" y="2549773"/>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4"/>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5189413" y="4826981"/>
            <a:ext cx="6713419"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108156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lank_one" preserve="1">
  <p:cSld name="Blank_one">
    <p:spTree>
      <p:nvGrpSpPr>
        <p:cNvPr id="1" name="Shape 56"/>
        <p:cNvGrpSpPr/>
        <p:nvPr/>
      </p:nvGrpSpPr>
      <p:grpSpPr>
        <a:xfrm>
          <a:off x="0" y="0"/>
          <a:ext cx="0" cy="0"/>
          <a:chOff x="0" y="0"/>
          <a:chExt cx="0" cy="0"/>
        </a:xfrm>
      </p:grpSpPr>
      <p:sp>
        <p:nvSpPr>
          <p:cNvPr id="57" name="Google Shape;57;p110"/>
          <p:cNvSpPr txBox="1"/>
          <p:nvPr/>
        </p:nvSpPr>
        <p:spPr>
          <a:xfrm>
            <a:off x="10871200" y="6550026"/>
            <a:ext cx="1320800" cy="196177"/>
          </a:xfrm>
          <a:prstGeom prst="rect">
            <a:avLst/>
          </a:prstGeom>
          <a:noFill/>
          <a:ln>
            <a:noFill/>
          </a:ln>
        </p:spPr>
        <p:txBody>
          <a:bodyPr spcFirstLastPara="1" wrap="square" lIns="68569" tIns="34275" rIns="68569" bIns="34275" anchor="t" anchorCtr="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825"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825"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2779184" y="6550028"/>
            <a:ext cx="9412816"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8839202" y="0"/>
            <a:ext cx="2925233" cy="692150"/>
          </a:xfrm>
          <a:prstGeom prst="rect">
            <a:avLst/>
          </a:prstGeom>
          <a:noFill/>
          <a:ln>
            <a:noFill/>
          </a:ln>
        </p:spPr>
      </p:pic>
      <p:grpSp>
        <p:nvGrpSpPr>
          <p:cNvPr id="63" name="Google Shape;63;p110"/>
          <p:cNvGrpSpPr/>
          <p:nvPr/>
        </p:nvGrpSpPr>
        <p:grpSpPr>
          <a:xfrm>
            <a:off x="2844800" y="6553200"/>
            <a:ext cx="93472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295400"/>
            <a:ext cx="93472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316633776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166877762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3"/>
            <a:ext cx="9412817"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8839202"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18981808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Section header" type="secHead" preserve="1">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defTabSz="685800"/>
            <a:fld id="{00000000-1234-1234-1234-123412341234}" type="slidenum">
              <a:rPr lang="en" sz="1350" smtClean="0">
                <a:solidFill>
                  <a:prstClr val="black"/>
                </a:solidFill>
              </a:rPr>
              <a:pPr algn="r" defTabSz="685800"/>
              <a:t>‹#›</a:t>
            </a:fld>
            <a:endParaRPr lang="en" sz="1350">
              <a:solidFill>
                <a:prstClr val="black"/>
              </a:solidFill>
            </a:endParaRPr>
          </a:p>
        </p:txBody>
      </p:sp>
    </p:spTree>
    <p:extLst>
      <p:ext uri="{BB962C8B-B14F-4D97-AF65-F5344CB8AC3E}">
        <p14:creationId xmlns:p14="http://schemas.microsoft.com/office/powerpoint/2010/main" val="34773505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3" y="6639738"/>
            <a:ext cx="2274993" cy="182245"/>
          </a:xfrm>
          <a:prstGeom prst="rect">
            <a:avLst/>
          </a:prstGeom>
        </p:spPr>
        <p:txBody>
          <a:bodyPr lIns="0" tIns="0" rIns="0" bIns="0"/>
          <a:lstStyle>
            <a:lvl1pPr>
              <a:defRPr sz="825" b="0" i="0">
                <a:solidFill>
                  <a:srgbClr val="0F1141"/>
                </a:solidFill>
                <a:latin typeface="Arial MT"/>
                <a:cs typeface="Arial MT"/>
              </a:defRPr>
            </a:lvl1pPr>
          </a:lstStyle>
          <a:p>
            <a:pPr marL="9525" defTabSz="685800"/>
            <a:r>
              <a:rPr lang="en-IN" b="1">
                <a:latin typeface="Arial"/>
                <a:cs typeface="Arial"/>
              </a:rPr>
              <a:t>BITS</a:t>
            </a:r>
            <a:r>
              <a:rPr lang="en-IN" b="1" spc="-41">
                <a:latin typeface="Arial"/>
                <a:cs typeface="Arial"/>
              </a:rPr>
              <a:t> </a:t>
            </a:r>
            <a:r>
              <a:rPr lang="en-IN"/>
              <a:t>Pilani,</a:t>
            </a:r>
            <a:r>
              <a:rPr lang="en-IN" spc="-26"/>
              <a:t> </a:t>
            </a:r>
            <a:r>
              <a:rPr lang="en-IN"/>
              <a:t>Pilani</a:t>
            </a:r>
            <a:r>
              <a:rPr lang="en-IN" spc="-23"/>
              <a:t> </a:t>
            </a:r>
            <a:r>
              <a:rPr lang="en-IN" spc="-8"/>
              <a:t>Campus</a:t>
            </a:r>
            <a:endParaRPr lang="en-IN" spc="-8"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p:nvPr>
        </p:nvSpPr>
        <p:spPr>
          <a:xfrm>
            <a:off x="304802" y="0"/>
            <a:ext cx="10881209" cy="1219200"/>
          </a:xfrm>
          <a:prstGeom prst="rect">
            <a:avLst/>
          </a:prstGeom>
        </p:spPr>
        <p:txBody>
          <a:bodyPr anchor="ctr"/>
          <a:lstStyle>
            <a:lvl1pPr algn="l">
              <a:defRPr sz="2700" b="0">
                <a:latin typeface="Cambria" panose="02040503050406030204" pitchFamily="18" charset="0"/>
                <a:ea typeface="Cambria" panose="02040503050406030204" pitchFamily="18" charset="0"/>
              </a:defRPr>
            </a:lvl1pPr>
          </a:lstStyle>
          <a:p>
            <a:r>
              <a:rPr lang="en-US"/>
              <a:t>Click to edit Master title style</a:t>
            </a:r>
            <a:endParaRPr lang="en-IN" dirty="0"/>
          </a:p>
        </p:txBody>
      </p:sp>
    </p:spTree>
    <p:extLst>
      <p:ext uri="{BB962C8B-B14F-4D97-AF65-F5344CB8AC3E}">
        <p14:creationId xmlns:p14="http://schemas.microsoft.com/office/powerpoint/2010/main" val="81174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86_Title and Content">
    <p:spTree>
      <p:nvGrpSpPr>
        <p:cNvPr id="1" name=""/>
        <p:cNvGrpSpPr/>
        <p:nvPr/>
      </p:nvGrpSpPr>
      <p:grpSpPr>
        <a:xfrm>
          <a:off x="0" y="0"/>
          <a:ext cx="0" cy="0"/>
          <a:chOff x="0" y="0"/>
          <a:chExt cx="0" cy="0"/>
        </a:xfrm>
      </p:grpSpPr>
      <p:sp>
        <p:nvSpPr>
          <p:cNvPr id="4" name="TextBox 3"/>
          <p:cNvSpPr txBox="1"/>
          <p:nvPr/>
        </p:nvSpPr>
        <p:spPr>
          <a:xfrm>
            <a:off x="4368800" y="6596068"/>
            <a:ext cx="7823200" cy="187615"/>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779184" y="6550030"/>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4"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06400" y="1493842"/>
            <a:ext cx="109728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025"/>
              </a:lnSpc>
              <a:spcBef>
                <a:spcPts val="0"/>
              </a:spcBef>
              <a:buNone/>
              <a:defRPr sz="2025" b="1" spc="-85"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112069963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1"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3"/>
            <a:ext cx="1016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3"/>
            <a:ext cx="11196956"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88692582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nchor="ctr"/>
          <a:lstStyle/>
          <a:p>
            <a:r>
              <a:rPr lang="en-US" sz="1050" b="0" strike="noStrike" spc="-1">
                <a:solidFill>
                  <a:srgbClr val="000000"/>
                </a:solidFill>
                <a:latin typeface="Arial"/>
              </a:rPr>
              <a:t>Click to edit Master title style</a:t>
            </a:r>
            <a:endParaRPr lang="en-IN" sz="1050" b="0" strike="noStrike" spc="-1">
              <a:solidFill>
                <a:srgbClr val="000000"/>
              </a:solidFill>
              <a:latin typeface="Arial"/>
            </a:endParaRPr>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pPr lvl="0"/>
            <a:r>
              <a:rPr lang="en-US" sz="1050" b="0" strike="noStrike" spc="-1">
                <a:solidFill>
                  <a:srgbClr val="000000"/>
                </a:solidFill>
                <a:latin typeface="Arial"/>
              </a:rPr>
              <a:t>Edit Master text styles</a:t>
            </a:r>
          </a:p>
        </p:txBody>
      </p:sp>
    </p:spTree>
    <p:extLst>
      <p:ext uri="{BB962C8B-B14F-4D97-AF65-F5344CB8AC3E}">
        <p14:creationId xmlns:p14="http://schemas.microsoft.com/office/powerpoint/2010/main" val="82261857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6E638C57-FA78-4465-A16E-061E11A07CA5}" type="datetimeFigureOut">
              <a:rPr lang="en-US" smtClean="0"/>
              <a:pPr>
                <a:defRPr/>
              </a:pPr>
              <a:t>7/11/2026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0" y="6521855"/>
            <a:ext cx="1219200" cy="365125"/>
          </a:xfrm>
        </p:spPr>
        <p:txBody>
          <a:bodyPr/>
          <a:lstStyle/>
          <a:p>
            <a:fld id="{EF406659-594D-4C8C-9DC4-2E8C6B112FAB}" type="slidenum">
              <a:rPr lang="en-US" altLang="en-US" smtClean="0"/>
              <a:pPr/>
              <a:t>‹#›</a:t>
            </a:fld>
            <a:endParaRPr lang="en-US" altLang="en-US"/>
          </a:p>
        </p:txBody>
      </p:sp>
    </p:spTree>
    <p:extLst>
      <p:ext uri="{BB962C8B-B14F-4D97-AF65-F5344CB8AC3E}">
        <p14:creationId xmlns:p14="http://schemas.microsoft.com/office/powerpoint/2010/main" val="360200310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CF497629-2743-49E9-BFF6-D72148661D86}" type="datetimeFigureOut">
              <a:rPr lang="en-US" smtClean="0"/>
              <a:pPr>
                <a:defRPr/>
              </a:pPr>
              <a:t>7/11/2026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0228BFB1-FC66-4AB1-B320-171BC5405B15}" type="slidenum">
              <a:rPr lang="en-US" altLang="en-US" smtClean="0"/>
              <a:pPr/>
              <a:t>‹#›</a:t>
            </a:fld>
            <a:endParaRPr lang="en-US" altLang="en-US"/>
          </a:p>
        </p:txBody>
      </p:sp>
    </p:spTree>
    <p:extLst>
      <p:ext uri="{BB962C8B-B14F-4D97-AF65-F5344CB8AC3E}">
        <p14:creationId xmlns:p14="http://schemas.microsoft.com/office/powerpoint/2010/main" val="229946518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6C992D67-88F9-465C-A6D7-8C767C17590B}" type="datetimeFigureOut">
              <a:rPr lang="en-US" smtClean="0"/>
              <a:pPr>
                <a:defRPr/>
              </a:pPr>
              <a:t>7/11/2026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24921C08-076E-4AF6-9082-66CE845E7B53}" type="slidenum">
              <a:rPr lang="en-US" altLang="en-US" smtClean="0"/>
              <a:pPr/>
              <a:t>‹#›</a:t>
            </a:fld>
            <a:endParaRPr lang="en-US" altLang="en-US"/>
          </a:p>
        </p:txBody>
      </p:sp>
    </p:spTree>
    <p:extLst>
      <p:ext uri="{BB962C8B-B14F-4D97-AF65-F5344CB8AC3E}">
        <p14:creationId xmlns:p14="http://schemas.microsoft.com/office/powerpoint/2010/main" val="362387797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F2824D82-D428-412B-BF04-1C651D99E8F6}" type="datetimeFigureOut">
              <a:rPr lang="en-US" smtClean="0"/>
              <a:pPr>
                <a:defRPr/>
              </a:pPr>
              <a:t>7/11/2026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95D5C063-5826-4956-A3D9-8CFF3C1D3BD3}" type="slidenum">
              <a:rPr lang="en-US" altLang="en-US" smtClean="0"/>
              <a:pPr/>
              <a:t>‹#›</a:t>
            </a:fld>
            <a:endParaRPr lang="en-US" altLang="en-US"/>
          </a:p>
        </p:txBody>
      </p:sp>
    </p:spTree>
    <p:extLst>
      <p:ext uri="{BB962C8B-B14F-4D97-AF65-F5344CB8AC3E}">
        <p14:creationId xmlns:p14="http://schemas.microsoft.com/office/powerpoint/2010/main" val="22397549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913DAA1E-5EB7-4FEC-B1A5-4CA6CED9EA2A}" type="datetimeFigureOut">
              <a:rPr lang="en-US" smtClean="0"/>
              <a:pPr>
                <a:defRPr/>
              </a:pPr>
              <a:t>7/11/2026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34DAF4F5-D805-49A4-88BE-83AAF576205A}" type="slidenum">
              <a:rPr lang="en-US" altLang="en-US" smtClean="0"/>
              <a:pPr/>
              <a:t>‹#›</a:t>
            </a:fld>
            <a:endParaRPr lang="en-US" altLang="en-US"/>
          </a:p>
        </p:txBody>
      </p:sp>
    </p:spTree>
    <p:extLst>
      <p:ext uri="{BB962C8B-B14F-4D97-AF65-F5344CB8AC3E}">
        <p14:creationId xmlns:p14="http://schemas.microsoft.com/office/powerpoint/2010/main" val="16474942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B8C9F29-9B0C-4241-9E7C-DF554C4405B4}" type="datetimeFigureOut">
              <a:rPr lang="en-US" smtClean="0"/>
              <a:pPr>
                <a:defRPr/>
              </a:pPr>
              <a:t>7/11/2026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96082E71-27E1-4208-9888-DDAC50854E61}" type="slidenum">
              <a:rPr lang="en-US" altLang="en-US" smtClean="0"/>
              <a:pPr/>
              <a:t>‹#›</a:t>
            </a:fld>
            <a:endParaRPr lang="en-US" altLang="en-US"/>
          </a:p>
        </p:txBody>
      </p:sp>
    </p:spTree>
    <p:extLst>
      <p:ext uri="{BB962C8B-B14F-4D97-AF65-F5344CB8AC3E}">
        <p14:creationId xmlns:p14="http://schemas.microsoft.com/office/powerpoint/2010/main" val="356195342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13731018-BA37-4FE0-BF18-DEBE2047A334}" type="datetimeFigureOut">
              <a:rPr lang="en-US" smtClean="0"/>
              <a:pPr>
                <a:defRPr/>
              </a:pPr>
              <a:t>7/11/2026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5F335B2E-A190-410C-ADBC-A4EF4E713DFC}" type="slidenum">
              <a:rPr lang="en-US" altLang="en-US" smtClean="0"/>
              <a:pPr/>
              <a:t>‹#›</a:t>
            </a:fld>
            <a:endParaRPr lang="en-US" altLang="en-US"/>
          </a:p>
        </p:txBody>
      </p:sp>
    </p:spTree>
    <p:extLst>
      <p:ext uri="{BB962C8B-B14F-4D97-AF65-F5344CB8AC3E}">
        <p14:creationId xmlns:p14="http://schemas.microsoft.com/office/powerpoint/2010/main" val="295156127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933C0747-4BBB-4A78-A7EA-A8E4D9B2362F}" type="datetimeFigureOut">
              <a:rPr lang="en-US" smtClean="0"/>
              <a:pPr>
                <a:defRPr/>
              </a:pPr>
              <a:t>7/11/2026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CD785D5B-74E4-458E-A7A2-21EF743CEE0C}" type="slidenum">
              <a:rPr lang="en-US" altLang="en-US" smtClean="0"/>
              <a:pPr/>
              <a:t>‹#›</a:t>
            </a:fld>
            <a:endParaRPr lang="en-US" altLang="en-US"/>
          </a:p>
        </p:txBody>
      </p:sp>
    </p:spTree>
    <p:extLst>
      <p:ext uri="{BB962C8B-B14F-4D97-AF65-F5344CB8AC3E}">
        <p14:creationId xmlns:p14="http://schemas.microsoft.com/office/powerpoint/2010/main" val="97609293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E04E1B34-9F8C-4CC6-8C90-4F73A1205166}" type="datetimeFigureOut">
              <a:rPr lang="en-US" smtClean="0"/>
              <a:pPr>
                <a:defRPr/>
              </a:pPr>
              <a:t>7/11/2026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6EEE8062-60C9-421D-A5E5-A14A89CED5EF}" type="slidenum">
              <a:rPr lang="en-US" altLang="en-US" smtClean="0"/>
              <a:pPr/>
              <a:t>‹#›</a:t>
            </a:fld>
            <a:endParaRPr lang="en-US" altLang="en-US"/>
          </a:p>
        </p:txBody>
      </p:sp>
    </p:spTree>
    <p:extLst>
      <p:ext uri="{BB962C8B-B14F-4D97-AF65-F5344CB8AC3E}">
        <p14:creationId xmlns:p14="http://schemas.microsoft.com/office/powerpoint/2010/main" val="25217469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2FE5693-2203-48EA-AEC6-222163D19B17}" type="datetimeFigureOut">
              <a:rPr lang="en-US" smtClean="0"/>
              <a:pPr>
                <a:defRPr/>
              </a:pPr>
              <a:t>7/11/2026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0114116-6328-4B5E-BA58-9F389645577F}" type="slidenum">
              <a:rPr lang="en-US" altLang="en-US" smtClean="0"/>
              <a:pPr/>
              <a:t>‹#›</a:t>
            </a:fld>
            <a:endParaRPr lang="en-US" altLang="en-US"/>
          </a:p>
        </p:txBody>
      </p:sp>
    </p:spTree>
    <p:extLst>
      <p:ext uri="{BB962C8B-B14F-4D97-AF65-F5344CB8AC3E}">
        <p14:creationId xmlns:p14="http://schemas.microsoft.com/office/powerpoint/2010/main" val="36253498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03200" y="1417320"/>
            <a:ext cx="117856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800">
                <a:latin typeface="Arial" panose="020B0604020202020204" pitchFamily="34" charset="0"/>
                <a:cs typeface="Arial" panose="020B0604020202020204" pitchFamily="34" charset="0"/>
              </a:defRPr>
            </a:lvl2pPr>
            <a:lvl3pPr>
              <a:defRPr sz="1500"/>
            </a:lvl3pPr>
            <a:lvl4pPr>
              <a:defRPr baseline="0"/>
            </a:lvl4pPr>
            <a:lvl5pPr>
              <a:defRPr/>
            </a:lvl5pPr>
          </a:lstStyle>
          <a:p>
            <a:pPr marL="257175" marR="0" lvl="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18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p>
          <a:p>
            <a:pPr marL="557213" marR="0" lvl="1"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857250" marR="0" lvl="2"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Third Level</a:t>
            </a:r>
          </a:p>
          <a:p>
            <a:pPr marL="1200150" marR="0" lvl="3"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Fourth level</a:t>
            </a:r>
          </a:p>
          <a:p>
            <a:pPr marL="1543050" marR="0" lvl="4"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Fifth Level</a:t>
            </a:r>
          </a:p>
          <a:p>
            <a:pPr marL="557213" marR="0" lvl="1"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557213" marR="0" lvl="1"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557213" marR="0" lvl="1"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557213" marR="0" lvl="1"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endPar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endParaRPr>
          </a:p>
          <a:p>
            <a:pPr marL="257175" marR="0" lvl="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18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257175" marR="0" lvl="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18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257175" marR="0" lvl="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18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18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18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p:txBody>
      </p:sp>
      <p:grpSp>
        <p:nvGrpSpPr>
          <p:cNvPr id="12" name="Group 11"/>
          <p:cNvGrpSpPr/>
          <p:nvPr/>
        </p:nvGrpSpPr>
        <p:grpSpPr>
          <a:xfrm>
            <a:off x="2778517" y="6550674"/>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pic>
        <p:nvPicPr>
          <p:cNvPr id="16" name="Picture 15" descr="Picture 7.png"/>
          <p:cNvPicPr>
            <a:picLocks noChangeAspect="1"/>
          </p:cNvPicPr>
          <p:nvPr/>
        </p:nvPicPr>
        <p:blipFill>
          <a:blip r:embed="rId2" cstate="print"/>
          <a:srcRect l="1923" b="5336"/>
          <a:stretch>
            <a:fillRect/>
          </a:stretch>
        </p:blipFill>
        <p:spPr>
          <a:xfrm>
            <a:off x="9267745" y="-1"/>
            <a:ext cx="2924257" cy="692697"/>
          </a:xfrm>
          <a:prstGeom prst="rect">
            <a:avLst/>
          </a:prstGeom>
        </p:spPr>
      </p:pic>
      <p:grpSp>
        <p:nvGrpSpPr>
          <p:cNvPr id="19" name="Group 18"/>
          <p:cNvGrpSpPr/>
          <p:nvPr/>
        </p:nvGrpSpPr>
        <p:grpSpPr>
          <a:xfrm>
            <a:off x="2844800" y="6553203"/>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grpSp>
        <p:nvGrpSpPr>
          <p:cNvPr id="23" name="Group 22"/>
          <p:cNvGrpSpPr/>
          <p:nvPr/>
        </p:nvGrpSpPr>
        <p:grpSpPr>
          <a:xfrm>
            <a:off x="0" y="1295403"/>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sp>
        <p:nvSpPr>
          <p:cNvPr id="18" name="Rectangle 2" descr="Large confetti"/>
          <p:cNvSpPr>
            <a:spLocks noGrp="1" noChangeArrowheads="1"/>
          </p:cNvSpPr>
          <p:nvPr>
            <p:ph type="title" idx="4294967295" hasCustomPrompt="1"/>
          </p:nvPr>
        </p:nvSpPr>
        <p:spPr>
          <a:xfrm>
            <a:off x="88321" y="26442"/>
            <a:ext cx="9055681" cy="1192758"/>
          </a:xfrm>
        </p:spPr>
        <p:txBody>
          <a:bodyPr>
            <a:noAutofit/>
          </a:bodyPr>
          <a:lstStyle>
            <a:lvl1pPr algn="l" eaLnBrk="1" hangingPunct="1">
              <a:defRPr sz="2700">
                <a:latin typeface="Arial" panose="020B0604020202020204" pitchFamily="34" charset="0"/>
                <a:cs typeface="Arial" panose="020B0604020202020204" pitchFamily="34" charset="0"/>
              </a:defRPr>
            </a:lvl1pPr>
          </a:lstStyle>
          <a:p>
            <a:pPr eaLnBrk="1" hangingPunct="1"/>
            <a:r>
              <a:rPr lang="en-US" dirty="0"/>
              <a:t>Slide heading here and </a:t>
            </a:r>
            <a:br>
              <a:rPr lang="en-US" dirty="0"/>
            </a:br>
            <a:r>
              <a:rPr lang="en-US" dirty="0"/>
              <a:t>it can run in two lines</a:t>
            </a:r>
            <a:endParaRPr lang="en-US" altLang="en-US" dirty="0"/>
          </a:p>
        </p:txBody>
      </p:sp>
    </p:spTree>
    <p:extLst>
      <p:ext uri="{BB962C8B-B14F-4D97-AF65-F5344CB8AC3E}">
        <p14:creationId xmlns:p14="http://schemas.microsoft.com/office/powerpoint/2010/main" val="139452974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90688"/>
            <a:ext cx="5384800" cy="44338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690688"/>
            <a:ext cx="5384800" cy="4433887"/>
          </a:xfrm>
        </p:spPr>
        <p:txBody>
          <a:bodyPr/>
          <a:lstStyle/>
          <a:p>
            <a:pPr lvl="0"/>
            <a:r>
              <a:rPr lang="en-US" noProof="0"/>
              <a:t>Click icon to add online image</a:t>
            </a:r>
          </a:p>
        </p:txBody>
      </p:sp>
      <p:sp>
        <p:nvSpPr>
          <p:cNvPr id="5" name="Slide Number Placeholder 4"/>
          <p:cNvSpPr>
            <a:spLocks noGrp="1"/>
          </p:cNvSpPr>
          <p:nvPr>
            <p:ph type="sldNum" sz="quarter" idx="10"/>
          </p:nvPr>
        </p:nvSpPr>
        <p:spPr>
          <a:xfrm>
            <a:off x="8737600" y="6248400"/>
            <a:ext cx="2844800" cy="476250"/>
          </a:xfrm>
        </p:spPr>
        <p:txBody>
          <a:bodyPr/>
          <a:lstStyle>
            <a:lvl1pPr>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271075722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nchor="ctr"/>
          <a:lstStyle/>
          <a:p>
            <a:r>
              <a:rPr lang="en-US" sz="1050" b="0" strike="noStrike" spc="-1">
                <a:solidFill>
                  <a:srgbClr val="000000"/>
                </a:solidFill>
                <a:latin typeface="Arial" panose="020B0604020202020204"/>
              </a:rPr>
              <a:t>Click to edit Master title style</a:t>
            </a:r>
            <a:endParaRPr lang="en-IN" sz="1050" b="0" strike="noStrike" spc="-1">
              <a:solidFill>
                <a:srgbClr val="000000"/>
              </a:solidFill>
              <a:latin typeface="Arial" panose="020B0604020202020204"/>
            </a:endParaRPr>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pPr lvl="0"/>
            <a:r>
              <a:rPr lang="en-US" sz="1050" b="0" strike="noStrike" spc="-1">
                <a:solidFill>
                  <a:srgbClr val="000000"/>
                </a:solidFill>
                <a:latin typeface="Arial" panose="020B0604020202020204"/>
              </a:rPr>
              <a:t>Edit Master text styles</a:t>
            </a:r>
          </a:p>
        </p:txBody>
      </p:sp>
    </p:spTree>
    <p:extLst>
      <p:ext uri="{BB962C8B-B14F-4D97-AF65-F5344CB8AC3E}">
        <p14:creationId xmlns:p14="http://schemas.microsoft.com/office/powerpoint/2010/main" val="126908555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4368800" y="6596068"/>
            <a:ext cx="7823200" cy="187615"/>
          </a:xfrm>
          <a:prstGeom prst="rect">
            <a:avLst/>
          </a:prstGeom>
          <a:noFill/>
        </p:spPr>
        <p:txBody>
          <a:bodyPr>
            <a:spAutoFit/>
          </a:bodyPr>
          <a:lstStyle/>
          <a:p>
            <a:pPr algn="r">
              <a:defRPr/>
            </a:pPr>
            <a:r>
              <a:rPr lang="en-US" sz="619" b="1" dirty="0">
                <a:solidFill>
                  <a:srgbClr val="101141"/>
                </a:solidFill>
                <a:latin typeface="Arial" panose="020B0604020202020204"/>
                <a:cs typeface="Arial" panose="020B0604020202020204"/>
              </a:rPr>
              <a:t>BITS </a:t>
            </a:r>
            <a:r>
              <a:rPr lang="en-US" sz="619" dirty="0">
                <a:solidFill>
                  <a:srgbClr val="101141"/>
                </a:solidFill>
                <a:latin typeface="Arial" panose="020B0604020202020204"/>
                <a:cs typeface="Arial" panose="020B0604020202020204"/>
              </a:rPr>
              <a:t>Pilani, Pilani Campus</a:t>
            </a:r>
          </a:p>
        </p:txBody>
      </p:sp>
      <p:grpSp>
        <p:nvGrpSpPr>
          <p:cNvPr id="5" name="Group 11"/>
          <p:cNvGrpSpPr/>
          <p:nvPr/>
        </p:nvGrpSpPr>
        <p:grpSpPr bwMode="auto">
          <a:xfrm>
            <a:off x="2779184" y="6550030"/>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4" y="0"/>
            <a:ext cx="2925233" cy="692150"/>
          </a:xfrm>
          <a:prstGeom prst="rect">
            <a:avLst/>
          </a:prstGeom>
          <a:noFill/>
          <a:ln w="9525">
            <a:noFill/>
            <a:miter lim="800000"/>
            <a:headEnd/>
            <a:tailEnd/>
          </a:ln>
        </p:spPr>
      </p:pic>
      <p:grpSp>
        <p:nvGrpSpPr>
          <p:cNvPr id="10" name="Group 18"/>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grpSp>
        <p:nvGrpSpPr>
          <p:cNvPr id="14" name="Group 22"/>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sp>
        <p:nvSpPr>
          <p:cNvPr id="3" name="Content Placeholder 2"/>
          <p:cNvSpPr>
            <a:spLocks noGrp="1"/>
          </p:cNvSpPr>
          <p:nvPr>
            <p:ph idx="1"/>
          </p:nvPr>
        </p:nvSpPr>
        <p:spPr>
          <a:xfrm>
            <a:off x="406400" y="1493842"/>
            <a:ext cx="109728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350">
                <a:latin typeface="Arial" panose="020B0604020202020204" pitchFamily="34" charset="0"/>
                <a:cs typeface="Arial" panose="020B0604020202020204" pitchFamily="34" charset="0"/>
              </a:defRPr>
            </a:lvl1pPr>
            <a:lvl2pPr marL="418148" marR="0" indent="-160973" algn="l" defTabSz="514350" rtl="0" eaLnBrk="1" fontAlgn="auto" latinLnBrk="0" hangingPunct="1">
              <a:lnSpc>
                <a:spcPct val="100000"/>
              </a:lnSpc>
              <a:spcBef>
                <a:spcPct val="20000"/>
              </a:spcBef>
              <a:spcAft>
                <a:spcPts val="0"/>
              </a:spcAft>
              <a:buClrTx/>
              <a:buSzTx/>
              <a:buFont typeface="Arial" panose="020B0604020202020204" pitchFamily="34" charset="0"/>
              <a:buChar char="–"/>
              <a:defRPr sz="900">
                <a:latin typeface="Arial" panose="020B0604020202020204" pitchFamily="34" charset="0"/>
                <a:cs typeface="Arial" panose="020B0604020202020204"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025"/>
              </a:lnSpc>
              <a:spcBef>
                <a:spcPts val="0"/>
              </a:spcBef>
              <a:buNone/>
              <a:defRPr sz="2025" b="1" spc="-85" baseline="0">
                <a:latin typeface="Arial" panose="020B0604020202020204" pitchFamily="34" charset="0"/>
                <a:cs typeface="Arial" panose="020B0604020202020204" pitchFamily="34" charset="0"/>
              </a:defRPr>
            </a:lvl1pPr>
          </a:lstStyle>
          <a:p>
            <a:pPr lvl="0"/>
            <a:r>
              <a:rPr lang="en-US"/>
              <a:t>Edit Master text styles</a:t>
            </a:r>
          </a:p>
        </p:txBody>
      </p:sp>
      <p:sp>
        <p:nvSpPr>
          <p:cNvPr id="18" name="TextBox 17"/>
          <p:cNvSpPr txBox="1">
            <a:spLocks noChangeArrowheads="1"/>
          </p:cNvSpPr>
          <p:nvPr userDrawn="1"/>
        </p:nvSpPr>
        <p:spPr bwMode="auto">
          <a:xfrm>
            <a:off x="4368800" y="6596066"/>
            <a:ext cx="7823200" cy="219291"/>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825" b="1">
                <a:solidFill>
                  <a:srgbClr val="101141"/>
                </a:solidFill>
              </a:rPr>
              <a:t>BITS </a:t>
            </a:r>
            <a:r>
              <a:rPr lang="en-US" sz="825">
                <a:solidFill>
                  <a:srgbClr val="101141"/>
                </a:solidFill>
              </a:rPr>
              <a:t>Pilani, Pilani Campus</a:t>
            </a:r>
          </a:p>
        </p:txBody>
      </p:sp>
      <p:grpSp>
        <p:nvGrpSpPr>
          <p:cNvPr id="19" name="Group 11"/>
          <p:cNvGrpSpPr>
            <a:grpSpLocks/>
          </p:cNvGrpSpPr>
          <p:nvPr userDrawn="1"/>
        </p:nvGrpSpPr>
        <p:grpSpPr bwMode="auto">
          <a:xfrm>
            <a:off x="2779184" y="6550028"/>
            <a:ext cx="9412816"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23"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2"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18"/>
          <p:cNvGrpSpPr>
            <a:grpSpLocks/>
          </p:cNvGrpSpPr>
          <p:nvPr userDrawn="1"/>
        </p:nvGrpSpPr>
        <p:grpSpPr bwMode="auto">
          <a:xfrm>
            <a:off x="2844800" y="6553200"/>
            <a:ext cx="93472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29" name="Group 22"/>
          <p:cNvGrpSpPr>
            <a:grpSpLocks/>
          </p:cNvGrpSpPr>
          <p:nvPr userDrawn="1"/>
        </p:nvGrpSpPr>
        <p:grpSpPr bwMode="auto">
          <a:xfrm>
            <a:off x="0" y="1295400"/>
            <a:ext cx="93472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Tree>
    <p:extLst>
      <p:ext uri="{BB962C8B-B14F-4D97-AF65-F5344CB8AC3E}">
        <p14:creationId xmlns:p14="http://schemas.microsoft.com/office/powerpoint/2010/main" val="219210957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8"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3" y="2549773"/>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4"/>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1"/>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5189413" y="4826981"/>
            <a:ext cx="6713419"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350208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a:spLocks noChangeArrowheads="1"/>
          </p:cNvSpPr>
          <p:nvPr userDrawn="1"/>
        </p:nvSpPr>
        <p:spPr bwMode="auto">
          <a:xfrm>
            <a:off x="0" y="4281488"/>
            <a:ext cx="12192000" cy="2576512"/>
          </a:xfrm>
          <a:prstGeom prst="rect">
            <a:avLst/>
          </a:prstGeom>
          <a:solidFill>
            <a:schemeClr val="bg1"/>
          </a:solidFill>
          <a:ln w="9525">
            <a:solidFill>
              <a:srgbClr val="4A7EBB"/>
            </a:solidFill>
            <a:miter lim="800000"/>
            <a:headEnd/>
            <a:tailEnd/>
          </a:ln>
          <a:effectLst>
            <a:outerShdw blurRad="63500" dist="23000" dir="5400000" rotWithShape="0">
              <a:srgbClr val="000000">
                <a:alpha val="34998"/>
              </a:srgbClr>
            </a:outerShdw>
          </a:effectLst>
        </p:spPr>
        <p:txBody>
          <a:bodyPr anchor="ctr"/>
          <a:lstStyle/>
          <a:p>
            <a:pPr algn="ctr" eaLnBrk="1" fontAlgn="auto" hangingPunct="1">
              <a:spcBef>
                <a:spcPts val="0"/>
              </a:spcBef>
              <a:spcAft>
                <a:spcPts val="0"/>
              </a:spcAft>
              <a:defRPr/>
            </a:pPr>
            <a:endParaRPr lang="en-US" sz="1350">
              <a:solidFill>
                <a:schemeClr val="lt1"/>
              </a:solidFill>
              <a:latin typeface="+mn-lt"/>
            </a:endParaRPr>
          </a:p>
        </p:txBody>
      </p:sp>
      <p:pic>
        <p:nvPicPr>
          <p:cNvPr id="5" name="Picture 8" descr="Picture 7.png"/>
          <p:cNvPicPr>
            <a:picLocks noChangeAspect="1" noChangeArrowheads="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2"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9" name="TextBox 8"/>
          <p:cNvSpPr txBox="1"/>
          <p:nvPr userDrawn="1"/>
        </p:nvSpPr>
        <p:spPr>
          <a:xfrm>
            <a:off x="9144000" y="762000"/>
            <a:ext cx="2946400" cy="427040"/>
          </a:xfrm>
          <a:prstGeom prst="rect">
            <a:avLst/>
          </a:prstGeom>
          <a:noFill/>
        </p:spPr>
        <p:txBody>
          <a:bodyPr>
            <a:spAutoFit/>
          </a:bodyPr>
          <a:lstStyle/>
          <a:p>
            <a:pPr algn="ctr" eaLnBrk="1" fontAlgn="auto" hangingPunct="1">
              <a:spcBef>
                <a:spcPts val="0"/>
              </a:spcBef>
              <a:spcAft>
                <a:spcPts val="0"/>
              </a:spcAft>
              <a:defRPr/>
            </a:pPr>
            <a:r>
              <a:rPr lang="en-US" sz="2175" b="1" spc="-113" dirty="0">
                <a:solidFill>
                  <a:schemeClr val="bg1"/>
                </a:solidFill>
                <a:latin typeface="Arial"/>
                <a:cs typeface="Arial"/>
              </a:rPr>
              <a:t>BITS</a:t>
            </a:r>
            <a:r>
              <a:rPr lang="en-US" sz="2175" spc="-113" dirty="0">
                <a:solidFill>
                  <a:schemeClr val="bg1"/>
                </a:solidFill>
                <a:latin typeface="Arial"/>
                <a:cs typeface="Arial"/>
              </a:rPr>
              <a:t> Pilani</a:t>
            </a:r>
          </a:p>
        </p:txBody>
      </p:sp>
      <p:sp>
        <p:nvSpPr>
          <p:cNvPr id="10" name="TextBox 9"/>
          <p:cNvSpPr txBox="1">
            <a:spLocks noChangeArrowheads="1"/>
          </p:cNvSpPr>
          <p:nvPr userDrawn="1"/>
        </p:nvSpPr>
        <p:spPr bwMode="auto">
          <a:xfrm>
            <a:off x="9448800" y="1171576"/>
            <a:ext cx="2540000" cy="230832"/>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fontAlgn="auto" hangingPunct="1">
              <a:spcBef>
                <a:spcPts val="0"/>
              </a:spcBef>
              <a:spcAft>
                <a:spcPts val="0"/>
              </a:spcAft>
              <a:defRPr/>
            </a:pPr>
            <a:r>
              <a:rPr lang="en-US" sz="9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894604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E638C57-FA78-4465-A16E-061E11A07CA5}" type="datetimeFigureOut">
              <a:rPr lang="en-US"/>
              <a:pPr>
                <a:defRPr/>
              </a:pPr>
              <a:t>7/11/2026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EF406659-594D-4C8C-9DC4-2E8C6B112FAB}" type="slidenum">
              <a:rPr lang="en-US" altLang="en-US"/>
              <a:pPr/>
              <a:t>‹#›</a:t>
            </a:fld>
            <a:endParaRPr lang="en-US" altLang="en-US"/>
          </a:p>
        </p:txBody>
      </p:sp>
    </p:spTree>
    <p:extLst>
      <p:ext uri="{BB962C8B-B14F-4D97-AF65-F5344CB8AC3E}">
        <p14:creationId xmlns:p14="http://schemas.microsoft.com/office/powerpoint/2010/main" val="31687214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6"/>
            <a:ext cx="7823200" cy="219291"/>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825" b="1">
                <a:solidFill>
                  <a:srgbClr val="101141"/>
                </a:solidFill>
              </a:rPr>
              <a:t>BITS </a:t>
            </a:r>
            <a:r>
              <a:rPr lang="en-US" sz="825">
                <a:solidFill>
                  <a:srgbClr val="101141"/>
                </a:solidFill>
              </a:rPr>
              <a:t>Pilani, Pilani Campus</a:t>
            </a:r>
          </a:p>
        </p:txBody>
      </p:sp>
      <p:grpSp>
        <p:nvGrpSpPr>
          <p:cNvPr id="5" name="Group 11"/>
          <p:cNvGrpSpPr>
            <a:grpSpLocks/>
          </p:cNvGrpSpPr>
          <p:nvPr userDrawn="1"/>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2"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4882056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96F7F5C6-724D-4398-8E6D-ED8683CCA27D}"/>
              </a:ext>
            </a:extLst>
          </p:cNvPr>
          <p:cNvSpPr>
            <a:spLocks noGrp="1"/>
          </p:cNvSpPr>
          <p:nvPr>
            <p:ph type="dt" sz="half" idx="10"/>
          </p:nvPr>
        </p:nvSpPr>
        <p:spPr/>
        <p:txBody>
          <a:bodyPr/>
          <a:lstStyle>
            <a:lvl1pPr>
              <a:defRPr/>
            </a:lvl1pPr>
          </a:lstStyle>
          <a:p>
            <a:pPr>
              <a:defRPr/>
            </a:pPr>
            <a:fld id="{EDFBD199-6F07-44BE-B388-1A5D5DC99B73}" type="datetimeFigureOut">
              <a:rPr lang="en-US"/>
              <a:pPr>
                <a:defRPr/>
              </a:pPr>
              <a:t>7/11/2026</a:t>
            </a:fld>
            <a:endParaRPr lang="en-US"/>
          </a:p>
        </p:txBody>
      </p:sp>
      <p:sp>
        <p:nvSpPr>
          <p:cNvPr id="5" name="Footer Placeholder 4">
            <a:extLst>
              <a:ext uri="{FF2B5EF4-FFF2-40B4-BE49-F238E27FC236}">
                <a16:creationId xmlns:a16="http://schemas.microsoft.com/office/drawing/2014/main" id="{2FAFE7E0-F2D6-4C40-B442-0AFCEE968A2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DF22756-B627-4129-AA06-5B2F805B2914}"/>
              </a:ext>
            </a:extLst>
          </p:cNvPr>
          <p:cNvSpPr>
            <a:spLocks noGrp="1"/>
          </p:cNvSpPr>
          <p:nvPr>
            <p:ph type="sldNum" sz="quarter" idx="12"/>
          </p:nvPr>
        </p:nvSpPr>
        <p:spPr>
          <a:xfrm>
            <a:off x="0" y="6521450"/>
            <a:ext cx="1219200" cy="365125"/>
          </a:xfrm>
        </p:spPr>
        <p:txBody>
          <a:bodyPr/>
          <a:lstStyle>
            <a:lvl1pPr>
              <a:defRPr/>
            </a:lvl1pPr>
          </a:lstStyle>
          <a:p>
            <a:pPr>
              <a:defRPr/>
            </a:pPr>
            <a:fld id="{88690121-F072-412B-A016-2D2C76B88227}" type="slidenum">
              <a:rPr lang="en-US" altLang="en-US"/>
              <a:pPr>
                <a:defRPr/>
              </a:pPr>
              <a:t>‹#›</a:t>
            </a:fld>
            <a:endParaRPr lang="en-US" altLang="en-US"/>
          </a:p>
        </p:txBody>
      </p:sp>
    </p:spTree>
    <p:extLst>
      <p:ext uri="{BB962C8B-B14F-4D97-AF65-F5344CB8AC3E}">
        <p14:creationId xmlns:p14="http://schemas.microsoft.com/office/powerpoint/2010/main" val="92895521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38BD0BC-CEA4-424D-9742-0CDED520DC8D}"/>
              </a:ext>
            </a:extLst>
          </p:cNvPr>
          <p:cNvSpPr>
            <a:spLocks noGrp="1"/>
          </p:cNvSpPr>
          <p:nvPr>
            <p:ph type="dt" sz="half" idx="10"/>
          </p:nvPr>
        </p:nvSpPr>
        <p:spPr/>
        <p:txBody>
          <a:bodyPr/>
          <a:lstStyle>
            <a:lvl1pPr>
              <a:defRPr/>
            </a:lvl1pPr>
          </a:lstStyle>
          <a:p>
            <a:pPr>
              <a:defRPr/>
            </a:pPr>
            <a:fld id="{4BBCDAE3-1700-44A4-AF24-18FE307D9439}" type="datetimeFigureOut">
              <a:rPr lang="en-US"/>
              <a:pPr>
                <a:defRPr/>
              </a:pPr>
              <a:t>7/11/2026</a:t>
            </a:fld>
            <a:endParaRPr lang="en-US"/>
          </a:p>
        </p:txBody>
      </p:sp>
      <p:sp>
        <p:nvSpPr>
          <p:cNvPr id="5" name="Footer Placeholder 4">
            <a:extLst>
              <a:ext uri="{FF2B5EF4-FFF2-40B4-BE49-F238E27FC236}">
                <a16:creationId xmlns:a16="http://schemas.microsoft.com/office/drawing/2014/main" id="{3706B56F-8143-4163-8DF2-33B235BBDB5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9D73DCD-5804-4F5C-AC32-230A740CD759}"/>
              </a:ext>
            </a:extLst>
          </p:cNvPr>
          <p:cNvSpPr>
            <a:spLocks noGrp="1"/>
          </p:cNvSpPr>
          <p:nvPr>
            <p:ph type="sldNum" sz="quarter" idx="12"/>
          </p:nvPr>
        </p:nvSpPr>
        <p:spPr/>
        <p:txBody>
          <a:bodyPr/>
          <a:lstStyle>
            <a:lvl1pPr>
              <a:defRPr/>
            </a:lvl1pPr>
          </a:lstStyle>
          <a:p>
            <a:pPr>
              <a:defRPr/>
            </a:pPr>
            <a:fld id="{AFF8D39A-FF46-4246-B0E0-419963B47049}" type="slidenum">
              <a:rPr lang="en-US" altLang="en-US"/>
              <a:pPr>
                <a:defRPr/>
              </a:pPr>
              <a:t>‹#›</a:t>
            </a:fld>
            <a:endParaRPr lang="en-US" altLang="en-US"/>
          </a:p>
        </p:txBody>
      </p:sp>
    </p:spTree>
    <p:extLst>
      <p:ext uri="{BB962C8B-B14F-4D97-AF65-F5344CB8AC3E}">
        <p14:creationId xmlns:p14="http://schemas.microsoft.com/office/powerpoint/2010/main" val="426104559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41BCF00-AC4C-4D3F-BB8B-6C223EB5AB62}"/>
              </a:ext>
            </a:extLst>
          </p:cNvPr>
          <p:cNvSpPr>
            <a:spLocks noGrp="1"/>
          </p:cNvSpPr>
          <p:nvPr>
            <p:ph type="dt" sz="half" idx="10"/>
          </p:nvPr>
        </p:nvSpPr>
        <p:spPr/>
        <p:txBody>
          <a:bodyPr/>
          <a:lstStyle>
            <a:lvl1pPr>
              <a:defRPr/>
            </a:lvl1pPr>
          </a:lstStyle>
          <a:p>
            <a:pPr>
              <a:defRPr/>
            </a:pPr>
            <a:fld id="{E6F41073-B89E-4AC3-B04C-79DC49665BF2}" type="datetimeFigureOut">
              <a:rPr lang="en-US"/>
              <a:pPr>
                <a:defRPr/>
              </a:pPr>
              <a:t>7/11/2026</a:t>
            </a:fld>
            <a:endParaRPr lang="en-US"/>
          </a:p>
        </p:txBody>
      </p:sp>
      <p:sp>
        <p:nvSpPr>
          <p:cNvPr id="6" name="Footer Placeholder 4">
            <a:extLst>
              <a:ext uri="{FF2B5EF4-FFF2-40B4-BE49-F238E27FC236}">
                <a16:creationId xmlns:a16="http://schemas.microsoft.com/office/drawing/2014/main" id="{65C7314D-2C16-481A-846F-9AF8CF3CB51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1E0566A-B67D-4790-9E20-3CFAAF4587BE}"/>
              </a:ext>
            </a:extLst>
          </p:cNvPr>
          <p:cNvSpPr>
            <a:spLocks noGrp="1"/>
          </p:cNvSpPr>
          <p:nvPr>
            <p:ph type="sldNum" sz="quarter" idx="12"/>
          </p:nvPr>
        </p:nvSpPr>
        <p:spPr/>
        <p:txBody>
          <a:bodyPr/>
          <a:lstStyle>
            <a:lvl1pPr>
              <a:defRPr/>
            </a:lvl1pPr>
          </a:lstStyle>
          <a:p>
            <a:pPr>
              <a:defRPr/>
            </a:pPr>
            <a:fld id="{22A17497-8BF2-478A-8432-7E8F0A03E32F}" type="slidenum">
              <a:rPr lang="en-US" altLang="en-US"/>
              <a:pPr>
                <a:defRPr/>
              </a:pPr>
              <a:t>‹#›</a:t>
            </a:fld>
            <a:endParaRPr lang="en-US" altLang="en-US"/>
          </a:p>
        </p:txBody>
      </p:sp>
    </p:spTree>
    <p:extLst>
      <p:ext uri="{BB962C8B-B14F-4D97-AF65-F5344CB8AC3E}">
        <p14:creationId xmlns:p14="http://schemas.microsoft.com/office/powerpoint/2010/main" val="332932331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5440453-3376-4A9C-9AED-2B5B88E75A38}"/>
              </a:ext>
            </a:extLst>
          </p:cNvPr>
          <p:cNvSpPr>
            <a:spLocks noGrp="1"/>
          </p:cNvSpPr>
          <p:nvPr>
            <p:ph type="dt" sz="half" idx="10"/>
          </p:nvPr>
        </p:nvSpPr>
        <p:spPr/>
        <p:txBody>
          <a:bodyPr/>
          <a:lstStyle>
            <a:lvl1pPr>
              <a:defRPr/>
            </a:lvl1pPr>
          </a:lstStyle>
          <a:p>
            <a:pPr>
              <a:defRPr/>
            </a:pPr>
            <a:fld id="{F341F1B6-D604-4BC1-9677-85DBF91B0734}" type="datetimeFigureOut">
              <a:rPr lang="en-US"/>
              <a:pPr>
                <a:defRPr/>
              </a:pPr>
              <a:t>7/11/2026</a:t>
            </a:fld>
            <a:endParaRPr lang="en-US"/>
          </a:p>
        </p:txBody>
      </p:sp>
      <p:sp>
        <p:nvSpPr>
          <p:cNvPr id="8" name="Footer Placeholder 4">
            <a:extLst>
              <a:ext uri="{FF2B5EF4-FFF2-40B4-BE49-F238E27FC236}">
                <a16:creationId xmlns:a16="http://schemas.microsoft.com/office/drawing/2014/main" id="{B23BA489-634A-4527-8DD7-EBF6FF894F6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8C603D9C-87EA-4F10-BEF4-B1246589EBA3}"/>
              </a:ext>
            </a:extLst>
          </p:cNvPr>
          <p:cNvSpPr>
            <a:spLocks noGrp="1"/>
          </p:cNvSpPr>
          <p:nvPr>
            <p:ph type="sldNum" sz="quarter" idx="12"/>
          </p:nvPr>
        </p:nvSpPr>
        <p:spPr/>
        <p:txBody>
          <a:bodyPr/>
          <a:lstStyle>
            <a:lvl1pPr>
              <a:defRPr/>
            </a:lvl1pPr>
          </a:lstStyle>
          <a:p>
            <a:pPr>
              <a:defRPr/>
            </a:pPr>
            <a:fld id="{C17B9BC2-AD37-4E8A-BE6A-0679AEDC975D}" type="slidenum">
              <a:rPr lang="en-US" altLang="en-US"/>
              <a:pPr>
                <a:defRPr/>
              </a:pPr>
              <a:t>‹#›</a:t>
            </a:fld>
            <a:endParaRPr lang="en-US" altLang="en-US"/>
          </a:p>
        </p:txBody>
      </p:sp>
    </p:spTree>
    <p:extLst>
      <p:ext uri="{BB962C8B-B14F-4D97-AF65-F5344CB8AC3E}">
        <p14:creationId xmlns:p14="http://schemas.microsoft.com/office/powerpoint/2010/main" val="40145551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DC167DEF-10C3-4D5B-BD37-E4E6C1BF3E0E}"/>
              </a:ext>
            </a:extLst>
          </p:cNvPr>
          <p:cNvSpPr>
            <a:spLocks noGrp="1"/>
          </p:cNvSpPr>
          <p:nvPr>
            <p:ph type="dt" sz="half" idx="10"/>
          </p:nvPr>
        </p:nvSpPr>
        <p:spPr/>
        <p:txBody>
          <a:bodyPr/>
          <a:lstStyle>
            <a:lvl1pPr>
              <a:defRPr/>
            </a:lvl1pPr>
          </a:lstStyle>
          <a:p>
            <a:pPr>
              <a:defRPr/>
            </a:pPr>
            <a:fld id="{7E92E53B-06EA-4E7A-85FC-8CFC5DB33720}" type="datetimeFigureOut">
              <a:rPr lang="en-US"/>
              <a:pPr>
                <a:defRPr/>
              </a:pPr>
              <a:t>7/11/2026</a:t>
            </a:fld>
            <a:endParaRPr lang="en-US"/>
          </a:p>
        </p:txBody>
      </p:sp>
      <p:sp>
        <p:nvSpPr>
          <p:cNvPr id="4" name="Footer Placeholder 4">
            <a:extLst>
              <a:ext uri="{FF2B5EF4-FFF2-40B4-BE49-F238E27FC236}">
                <a16:creationId xmlns:a16="http://schemas.microsoft.com/office/drawing/2014/main" id="{3954ACEF-1BBA-46D0-9267-79258C39934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04C07F1-378D-4CCF-9609-4E1C51946802}"/>
              </a:ext>
            </a:extLst>
          </p:cNvPr>
          <p:cNvSpPr>
            <a:spLocks noGrp="1"/>
          </p:cNvSpPr>
          <p:nvPr>
            <p:ph type="sldNum" sz="quarter" idx="12"/>
          </p:nvPr>
        </p:nvSpPr>
        <p:spPr/>
        <p:txBody>
          <a:bodyPr/>
          <a:lstStyle>
            <a:lvl1pPr>
              <a:defRPr/>
            </a:lvl1pPr>
          </a:lstStyle>
          <a:p>
            <a:pPr>
              <a:defRPr/>
            </a:pPr>
            <a:fld id="{F5F0661F-73BC-474F-87E8-76305E65DB63}" type="slidenum">
              <a:rPr lang="en-US" altLang="en-US"/>
              <a:pPr>
                <a:defRPr/>
              </a:pPr>
              <a:t>‹#›</a:t>
            </a:fld>
            <a:endParaRPr lang="en-US" altLang="en-US"/>
          </a:p>
        </p:txBody>
      </p:sp>
    </p:spTree>
    <p:extLst>
      <p:ext uri="{BB962C8B-B14F-4D97-AF65-F5344CB8AC3E}">
        <p14:creationId xmlns:p14="http://schemas.microsoft.com/office/powerpoint/2010/main" val="251355664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CFA9B0C-215A-4B8D-80F9-374DDB4FE861}"/>
              </a:ext>
            </a:extLst>
          </p:cNvPr>
          <p:cNvSpPr>
            <a:spLocks noGrp="1"/>
          </p:cNvSpPr>
          <p:nvPr>
            <p:ph type="dt" sz="half" idx="10"/>
          </p:nvPr>
        </p:nvSpPr>
        <p:spPr/>
        <p:txBody>
          <a:bodyPr/>
          <a:lstStyle>
            <a:lvl1pPr>
              <a:defRPr/>
            </a:lvl1pPr>
          </a:lstStyle>
          <a:p>
            <a:pPr>
              <a:defRPr/>
            </a:pPr>
            <a:fld id="{1EC432C6-44F8-4156-9FD5-2D2A1531B0ED}" type="datetimeFigureOut">
              <a:rPr lang="en-US"/>
              <a:pPr>
                <a:defRPr/>
              </a:pPr>
              <a:t>7/11/2026</a:t>
            </a:fld>
            <a:endParaRPr lang="en-US"/>
          </a:p>
        </p:txBody>
      </p:sp>
      <p:sp>
        <p:nvSpPr>
          <p:cNvPr id="3" name="Footer Placeholder 4">
            <a:extLst>
              <a:ext uri="{FF2B5EF4-FFF2-40B4-BE49-F238E27FC236}">
                <a16:creationId xmlns:a16="http://schemas.microsoft.com/office/drawing/2014/main" id="{77786F5E-6058-49DF-8806-489E095D734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F5DB6B68-C5C1-4623-B256-6BFB429EBD9B}"/>
              </a:ext>
            </a:extLst>
          </p:cNvPr>
          <p:cNvSpPr>
            <a:spLocks noGrp="1"/>
          </p:cNvSpPr>
          <p:nvPr>
            <p:ph type="sldNum" sz="quarter" idx="12"/>
          </p:nvPr>
        </p:nvSpPr>
        <p:spPr/>
        <p:txBody>
          <a:bodyPr/>
          <a:lstStyle>
            <a:lvl1pPr>
              <a:defRPr/>
            </a:lvl1pPr>
          </a:lstStyle>
          <a:p>
            <a:pPr>
              <a:defRPr/>
            </a:pPr>
            <a:fld id="{E554B5CF-9271-43D3-88E9-3849E675B504}" type="slidenum">
              <a:rPr lang="en-US" altLang="en-US"/>
              <a:pPr>
                <a:defRPr/>
              </a:pPr>
              <a:t>‹#›</a:t>
            </a:fld>
            <a:endParaRPr lang="en-US" altLang="en-US"/>
          </a:p>
        </p:txBody>
      </p:sp>
    </p:spTree>
    <p:extLst>
      <p:ext uri="{BB962C8B-B14F-4D97-AF65-F5344CB8AC3E}">
        <p14:creationId xmlns:p14="http://schemas.microsoft.com/office/powerpoint/2010/main" val="100419301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a:extLst>
              <a:ext uri="{FF2B5EF4-FFF2-40B4-BE49-F238E27FC236}">
                <a16:creationId xmlns:a16="http://schemas.microsoft.com/office/drawing/2014/main" id="{80A2F5E5-2C2A-443A-8D15-EBA7C29EB88D}"/>
              </a:ext>
            </a:extLst>
          </p:cNvPr>
          <p:cNvSpPr>
            <a:spLocks noGrp="1"/>
          </p:cNvSpPr>
          <p:nvPr>
            <p:ph type="dt" sz="half" idx="10"/>
          </p:nvPr>
        </p:nvSpPr>
        <p:spPr/>
        <p:txBody>
          <a:bodyPr/>
          <a:lstStyle>
            <a:lvl1pPr>
              <a:defRPr/>
            </a:lvl1pPr>
          </a:lstStyle>
          <a:p>
            <a:pPr>
              <a:defRPr/>
            </a:pPr>
            <a:fld id="{595CF0E9-4FE2-4605-A161-2B893F0D1B34}" type="datetimeFigureOut">
              <a:rPr lang="en-US"/>
              <a:pPr>
                <a:defRPr/>
              </a:pPr>
              <a:t>7/11/2026</a:t>
            </a:fld>
            <a:endParaRPr lang="en-US"/>
          </a:p>
        </p:txBody>
      </p:sp>
      <p:sp>
        <p:nvSpPr>
          <p:cNvPr id="6" name="Footer Placeholder 4">
            <a:extLst>
              <a:ext uri="{FF2B5EF4-FFF2-40B4-BE49-F238E27FC236}">
                <a16:creationId xmlns:a16="http://schemas.microsoft.com/office/drawing/2014/main" id="{35179C3D-0E69-4F3A-A835-71EE89F70F2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B57481B-7FE5-4632-9927-109472F17ACB}"/>
              </a:ext>
            </a:extLst>
          </p:cNvPr>
          <p:cNvSpPr>
            <a:spLocks noGrp="1"/>
          </p:cNvSpPr>
          <p:nvPr>
            <p:ph type="sldNum" sz="quarter" idx="12"/>
          </p:nvPr>
        </p:nvSpPr>
        <p:spPr/>
        <p:txBody>
          <a:bodyPr/>
          <a:lstStyle>
            <a:lvl1pPr>
              <a:defRPr/>
            </a:lvl1pPr>
          </a:lstStyle>
          <a:p>
            <a:pPr>
              <a:defRPr/>
            </a:pPr>
            <a:fld id="{36667E3A-F2AD-4B0B-A593-77C77ECB2B65}" type="slidenum">
              <a:rPr lang="en-US" altLang="en-US"/>
              <a:pPr>
                <a:defRPr/>
              </a:pPr>
              <a:t>‹#›</a:t>
            </a:fld>
            <a:endParaRPr lang="en-US" altLang="en-US"/>
          </a:p>
        </p:txBody>
      </p:sp>
    </p:spTree>
    <p:extLst>
      <p:ext uri="{BB962C8B-B14F-4D97-AF65-F5344CB8AC3E}">
        <p14:creationId xmlns:p14="http://schemas.microsoft.com/office/powerpoint/2010/main" val="20814794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a:extLst>
              <a:ext uri="{FF2B5EF4-FFF2-40B4-BE49-F238E27FC236}">
                <a16:creationId xmlns:a16="http://schemas.microsoft.com/office/drawing/2014/main" id="{839A67D2-A082-4594-944D-2C256F25CBA6}"/>
              </a:ext>
            </a:extLst>
          </p:cNvPr>
          <p:cNvSpPr>
            <a:spLocks noGrp="1"/>
          </p:cNvSpPr>
          <p:nvPr>
            <p:ph type="dt" sz="half" idx="10"/>
          </p:nvPr>
        </p:nvSpPr>
        <p:spPr/>
        <p:txBody>
          <a:bodyPr/>
          <a:lstStyle>
            <a:lvl1pPr>
              <a:defRPr/>
            </a:lvl1pPr>
          </a:lstStyle>
          <a:p>
            <a:pPr>
              <a:defRPr/>
            </a:pPr>
            <a:fld id="{77113EC3-E0B9-46E3-83AF-60964345968E}" type="datetimeFigureOut">
              <a:rPr lang="en-US"/>
              <a:pPr>
                <a:defRPr/>
              </a:pPr>
              <a:t>7/11/2026</a:t>
            </a:fld>
            <a:endParaRPr lang="en-US"/>
          </a:p>
        </p:txBody>
      </p:sp>
      <p:sp>
        <p:nvSpPr>
          <p:cNvPr id="6" name="Footer Placeholder 4">
            <a:extLst>
              <a:ext uri="{FF2B5EF4-FFF2-40B4-BE49-F238E27FC236}">
                <a16:creationId xmlns:a16="http://schemas.microsoft.com/office/drawing/2014/main" id="{D455EBAB-0367-412E-BB7D-01F3E693351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BD5C021-2C58-4F1C-8E61-65EE10F5DA3F}"/>
              </a:ext>
            </a:extLst>
          </p:cNvPr>
          <p:cNvSpPr>
            <a:spLocks noGrp="1"/>
          </p:cNvSpPr>
          <p:nvPr>
            <p:ph type="sldNum" sz="quarter" idx="12"/>
          </p:nvPr>
        </p:nvSpPr>
        <p:spPr/>
        <p:txBody>
          <a:bodyPr/>
          <a:lstStyle>
            <a:lvl1pPr>
              <a:defRPr/>
            </a:lvl1pPr>
          </a:lstStyle>
          <a:p>
            <a:pPr>
              <a:defRPr/>
            </a:pPr>
            <a:fld id="{9EFA64A5-3A6C-4F8E-8480-F05166B26D71}" type="slidenum">
              <a:rPr lang="en-US" altLang="en-US"/>
              <a:pPr>
                <a:defRPr/>
              </a:pPr>
              <a:t>‹#›</a:t>
            </a:fld>
            <a:endParaRPr lang="en-US" altLang="en-US"/>
          </a:p>
        </p:txBody>
      </p:sp>
    </p:spTree>
    <p:extLst>
      <p:ext uri="{BB962C8B-B14F-4D97-AF65-F5344CB8AC3E}">
        <p14:creationId xmlns:p14="http://schemas.microsoft.com/office/powerpoint/2010/main" val="367271928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B7CDF5-DCFF-434A-946A-B15578D6DA1F}"/>
              </a:ext>
            </a:extLst>
          </p:cNvPr>
          <p:cNvSpPr>
            <a:spLocks noGrp="1"/>
          </p:cNvSpPr>
          <p:nvPr>
            <p:ph type="dt" sz="half" idx="10"/>
          </p:nvPr>
        </p:nvSpPr>
        <p:spPr/>
        <p:txBody>
          <a:bodyPr/>
          <a:lstStyle>
            <a:lvl1pPr>
              <a:defRPr/>
            </a:lvl1pPr>
          </a:lstStyle>
          <a:p>
            <a:pPr>
              <a:defRPr/>
            </a:pPr>
            <a:fld id="{7513F08A-FCCC-461E-81FD-3EEFF1EB8997}" type="datetimeFigureOut">
              <a:rPr lang="en-US"/>
              <a:pPr>
                <a:defRPr/>
              </a:pPr>
              <a:t>7/11/2026</a:t>
            </a:fld>
            <a:endParaRPr lang="en-US"/>
          </a:p>
        </p:txBody>
      </p:sp>
      <p:sp>
        <p:nvSpPr>
          <p:cNvPr id="5" name="Footer Placeholder 4">
            <a:extLst>
              <a:ext uri="{FF2B5EF4-FFF2-40B4-BE49-F238E27FC236}">
                <a16:creationId xmlns:a16="http://schemas.microsoft.com/office/drawing/2014/main" id="{1BCBE9FE-9BBC-4E35-8740-9417CC860FE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351F66E-3C6A-4D2F-A2B1-731D598064CC}"/>
              </a:ext>
            </a:extLst>
          </p:cNvPr>
          <p:cNvSpPr>
            <a:spLocks noGrp="1"/>
          </p:cNvSpPr>
          <p:nvPr>
            <p:ph type="sldNum" sz="quarter" idx="12"/>
          </p:nvPr>
        </p:nvSpPr>
        <p:spPr/>
        <p:txBody>
          <a:bodyPr/>
          <a:lstStyle>
            <a:lvl1pPr>
              <a:defRPr/>
            </a:lvl1pPr>
          </a:lstStyle>
          <a:p>
            <a:pPr>
              <a:defRPr/>
            </a:pPr>
            <a:fld id="{6F827D5C-93FC-4144-92E4-56FBFB5427C6}" type="slidenum">
              <a:rPr lang="en-US" altLang="en-US"/>
              <a:pPr>
                <a:defRPr/>
              </a:pPr>
              <a:t>‹#›</a:t>
            </a:fld>
            <a:endParaRPr lang="en-US" altLang="en-US"/>
          </a:p>
        </p:txBody>
      </p:sp>
    </p:spTree>
    <p:extLst>
      <p:ext uri="{BB962C8B-B14F-4D97-AF65-F5344CB8AC3E}">
        <p14:creationId xmlns:p14="http://schemas.microsoft.com/office/powerpoint/2010/main" val="322867350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FE6E1C-E383-4A5E-913A-F67E2CAF2A69}"/>
              </a:ext>
            </a:extLst>
          </p:cNvPr>
          <p:cNvSpPr>
            <a:spLocks noGrp="1"/>
          </p:cNvSpPr>
          <p:nvPr>
            <p:ph type="dt" sz="half" idx="10"/>
          </p:nvPr>
        </p:nvSpPr>
        <p:spPr/>
        <p:txBody>
          <a:bodyPr/>
          <a:lstStyle>
            <a:lvl1pPr>
              <a:defRPr/>
            </a:lvl1pPr>
          </a:lstStyle>
          <a:p>
            <a:pPr>
              <a:defRPr/>
            </a:pPr>
            <a:fld id="{7B4D3E58-0D6A-4911-90F1-78EA038D530E}" type="datetimeFigureOut">
              <a:rPr lang="en-US"/>
              <a:pPr>
                <a:defRPr/>
              </a:pPr>
              <a:t>7/11/2026</a:t>
            </a:fld>
            <a:endParaRPr lang="en-US"/>
          </a:p>
        </p:txBody>
      </p:sp>
      <p:sp>
        <p:nvSpPr>
          <p:cNvPr id="5" name="Footer Placeholder 4">
            <a:extLst>
              <a:ext uri="{FF2B5EF4-FFF2-40B4-BE49-F238E27FC236}">
                <a16:creationId xmlns:a16="http://schemas.microsoft.com/office/drawing/2014/main" id="{CFDF6D0D-661A-4D8D-B0C2-99754A17F8C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AD7E37C-DE0B-46DA-A32F-B384E12786D1}"/>
              </a:ext>
            </a:extLst>
          </p:cNvPr>
          <p:cNvSpPr>
            <a:spLocks noGrp="1"/>
          </p:cNvSpPr>
          <p:nvPr>
            <p:ph type="sldNum" sz="quarter" idx="12"/>
          </p:nvPr>
        </p:nvSpPr>
        <p:spPr/>
        <p:txBody>
          <a:bodyPr/>
          <a:lstStyle>
            <a:lvl1pPr>
              <a:defRPr/>
            </a:lvl1pPr>
          </a:lstStyle>
          <a:p>
            <a:pPr>
              <a:defRPr/>
            </a:pPr>
            <a:fld id="{809D18B7-C26A-4857-9C77-93E63853777F}" type="slidenum">
              <a:rPr lang="en-US" altLang="en-US"/>
              <a:pPr>
                <a:defRPr/>
              </a:pPr>
              <a:t>‹#›</a:t>
            </a:fld>
            <a:endParaRPr lang="en-US" altLang="en-US"/>
          </a:p>
        </p:txBody>
      </p:sp>
    </p:spTree>
    <p:extLst>
      <p:ext uri="{BB962C8B-B14F-4D97-AF65-F5344CB8AC3E}">
        <p14:creationId xmlns:p14="http://schemas.microsoft.com/office/powerpoint/2010/main" val="17813090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grpSp>
        <p:nvGrpSpPr>
          <p:cNvPr id="4" name="Group 6">
            <a:extLst>
              <a:ext uri="{FF2B5EF4-FFF2-40B4-BE49-F238E27FC236}">
                <a16:creationId xmlns:a16="http://schemas.microsoft.com/office/drawing/2014/main" id="{33010E1F-1EE2-4363-B4A1-14258E43E9CC}"/>
              </a:ext>
            </a:extLst>
          </p:cNvPr>
          <p:cNvGrpSpPr>
            <a:grpSpLocks/>
          </p:cNvGrpSpPr>
          <p:nvPr/>
        </p:nvGrpSpPr>
        <p:grpSpPr bwMode="auto">
          <a:xfrm>
            <a:off x="2778125" y="6550025"/>
            <a:ext cx="9413875" cy="49213"/>
            <a:chOff x="2083888" y="6550671"/>
            <a:chExt cx="7060112" cy="48665"/>
          </a:xfrm>
        </p:grpSpPr>
        <p:sp>
          <p:nvSpPr>
            <p:cNvPr id="5" name="Rectangle 4">
              <a:extLst>
                <a:ext uri="{FF2B5EF4-FFF2-40B4-BE49-F238E27FC236}">
                  <a16:creationId xmlns:a16="http://schemas.microsoft.com/office/drawing/2014/main" id="{1E80DE31-FF40-4898-8320-407A6410F429}"/>
                </a:ext>
              </a:extLst>
            </p:cNvPr>
            <p:cNvSpPr/>
            <p:nvPr/>
          </p:nvSpPr>
          <p:spPr>
            <a:xfrm>
              <a:off x="4630529" y="6550671"/>
              <a:ext cx="2328765"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35BDB218-4526-4F84-8DF4-BD3AF7DA2BD9}"/>
                </a:ext>
              </a:extLst>
            </p:cNvPr>
            <p:cNvSpPr/>
            <p:nvPr/>
          </p:nvSpPr>
          <p:spPr>
            <a:xfrm>
              <a:off x="6908099" y="6550671"/>
              <a:ext cx="2235901"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ECA12BE1-6CF8-462E-85A2-83AB58A10265}"/>
                </a:ext>
              </a:extLst>
            </p:cNvPr>
            <p:cNvSpPr/>
            <p:nvPr/>
          </p:nvSpPr>
          <p:spPr>
            <a:xfrm>
              <a:off x="2083888" y="6550671"/>
              <a:ext cx="2581167"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pic>
        <p:nvPicPr>
          <p:cNvPr id="8" name="Picture 10" descr="Picture 7.png">
            <a:extLst>
              <a:ext uri="{FF2B5EF4-FFF2-40B4-BE49-F238E27FC236}">
                <a16:creationId xmlns:a16="http://schemas.microsoft.com/office/drawing/2014/main" id="{E4D74AC2-E73F-4CFE-BD3A-1B20C11F6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9267825" y="0"/>
            <a:ext cx="29241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1">
            <a:extLst>
              <a:ext uri="{FF2B5EF4-FFF2-40B4-BE49-F238E27FC236}">
                <a16:creationId xmlns:a16="http://schemas.microsoft.com/office/drawing/2014/main" id="{941CA7C5-04EB-457E-922A-8EBF32E9D2D2}"/>
              </a:ext>
            </a:extLst>
          </p:cNvPr>
          <p:cNvGrpSpPr>
            <a:grpSpLocks/>
          </p:cNvGrpSpPr>
          <p:nvPr/>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8C0055B3-AEE3-41C3-8606-7DB8B639D97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a:extLst>
                <a:ext uri="{FF2B5EF4-FFF2-40B4-BE49-F238E27FC236}">
                  <a16:creationId xmlns:a16="http://schemas.microsoft.com/office/drawing/2014/main" id="{455DF92C-1553-4597-AF4E-9894A9628A6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a:extLst>
                <a:ext uri="{FF2B5EF4-FFF2-40B4-BE49-F238E27FC236}">
                  <a16:creationId xmlns:a16="http://schemas.microsoft.com/office/drawing/2014/main" id="{E25CC2D3-3820-46B6-B6BC-251D711FB083}"/>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13" name="Group 15">
            <a:extLst>
              <a:ext uri="{FF2B5EF4-FFF2-40B4-BE49-F238E27FC236}">
                <a16:creationId xmlns:a16="http://schemas.microsoft.com/office/drawing/2014/main" id="{DCCFD64B-CD3C-4586-B562-BE2794A590B4}"/>
              </a:ext>
            </a:extLst>
          </p:cNvPr>
          <p:cNvGrpSpPr>
            <a:grpSpLocks/>
          </p:cNvGrpSpPr>
          <p:nvPr/>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72280FA6-D10A-4548-9BCC-FBBFC34E86A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a:extLst>
                <a:ext uri="{FF2B5EF4-FFF2-40B4-BE49-F238E27FC236}">
                  <a16:creationId xmlns:a16="http://schemas.microsoft.com/office/drawing/2014/main" id="{B00452AE-89D0-4DD3-BDE0-AC9D71A4D41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a:extLst>
                <a:ext uri="{FF2B5EF4-FFF2-40B4-BE49-F238E27FC236}">
                  <a16:creationId xmlns:a16="http://schemas.microsoft.com/office/drawing/2014/main" id="{FC81FA32-42BD-440D-A456-A6B1E1B2EAE8}"/>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3" name="Content Placeholder 2"/>
          <p:cNvSpPr>
            <a:spLocks noGrp="1"/>
          </p:cNvSpPr>
          <p:nvPr>
            <p:ph idx="1"/>
          </p:nvPr>
        </p:nvSpPr>
        <p:spPr>
          <a:xfrm>
            <a:off x="203200" y="1417320"/>
            <a:ext cx="117856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2400">
                <a:latin typeface="Arial" panose="020B0604020202020204" pitchFamily="34" charset="0"/>
                <a:cs typeface="Arial" panose="020B0604020202020204"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sz="2400">
                <a:latin typeface="Arial" panose="020B0604020202020204" pitchFamily="34" charset="0"/>
                <a:cs typeface="Arial" panose="020B0604020202020204" pitchFamily="34" charset="0"/>
              </a:defRPr>
            </a:lvl2pPr>
            <a:lvl3pPr>
              <a:defRPr sz="2000"/>
            </a:lvl3pPr>
            <a:lvl4pPr>
              <a:defRPr baseline="0"/>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8" name="Rectangle 2" descr="Large confetti"/>
          <p:cNvSpPr>
            <a:spLocks noGrp="1" noChangeArrowheads="1"/>
          </p:cNvSpPr>
          <p:nvPr>
            <p:ph type="title" idx="4294967295"/>
          </p:nvPr>
        </p:nvSpPr>
        <p:spPr>
          <a:xfrm>
            <a:off x="88320" y="26442"/>
            <a:ext cx="9055681" cy="1192758"/>
          </a:xfrm>
        </p:spPr>
        <p:txBody>
          <a:bodyPr>
            <a:noAutofit/>
          </a:bodyPr>
          <a:lstStyle>
            <a:lvl1pPr algn="l" eaLnBrk="1" hangingPunct="1">
              <a:defRPr sz="3600">
                <a:latin typeface="Arial" panose="020B0604020202020204" pitchFamily="34" charset="0"/>
                <a:cs typeface="Arial" panose="020B0604020202020204" pitchFamily="34" charset="0"/>
              </a:defRPr>
            </a:lvl1pPr>
          </a:lstStyle>
          <a:p>
            <a:r>
              <a:rPr lang="en-US"/>
              <a:t>Click to edit Master title style</a:t>
            </a:r>
            <a:endParaRPr lang="en-US" altLang="en-US" dirty="0"/>
          </a:p>
        </p:txBody>
      </p:sp>
    </p:spTree>
    <p:extLst>
      <p:ext uri="{BB962C8B-B14F-4D97-AF65-F5344CB8AC3E}">
        <p14:creationId xmlns:p14="http://schemas.microsoft.com/office/powerpoint/2010/main" val="266560091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90688"/>
            <a:ext cx="5384800" cy="44338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690688"/>
            <a:ext cx="5384800" cy="4433887"/>
          </a:xfrm>
        </p:spPr>
        <p:txBody>
          <a:bodyPr rtlCol="0">
            <a:normAutofit/>
          </a:bodyPr>
          <a:lstStyle/>
          <a:p>
            <a:pPr lvl="0"/>
            <a:r>
              <a:rPr lang="en-US" noProof="0"/>
              <a:t>Click icon to add online image</a:t>
            </a:r>
          </a:p>
        </p:txBody>
      </p:sp>
      <p:sp>
        <p:nvSpPr>
          <p:cNvPr id="5" name="Slide Number Placeholder 4">
            <a:extLst>
              <a:ext uri="{FF2B5EF4-FFF2-40B4-BE49-F238E27FC236}">
                <a16:creationId xmlns:a16="http://schemas.microsoft.com/office/drawing/2014/main" id="{35028068-6DE1-44AE-899C-47D00546CD7A}"/>
              </a:ext>
            </a:extLst>
          </p:cNvPr>
          <p:cNvSpPr>
            <a:spLocks noGrp="1"/>
          </p:cNvSpPr>
          <p:nvPr>
            <p:ph type="sldNum" sz="quarter" idx="10"/>
          </p:nvPr>
        </p:nvSpPr>
        <p:spPr>
          <a:xfrm>
            <a:off x="8737600" y="6248400"/>
            <a:ext cx="2844800" cy="476250"/>
          </a:xfrm>
        </p:spPr>
        <p:txBody>
          <a:bodyPr/>
          <a:lstStyle>
            <a:lvl1pPr>
              <a:defRPr/>
            </a:lvl1pPr>
          </a:lstStyle>
          <a:p>
            <a:pPr>
              <a:defRPr/>
            </a:pPr>
            <a:fld id="{31FE1E21-81A4-4BBD-97E6-B20A23858A45}" type="slidenum">
              <a:rPr lang="en-US" altLang="en-US"/>
              <a:pPr>
                <a:defRPr/>
              </a:pPr>
              <a:t>‹#›</a:t>
            </a:fld>
            <a:endParaRPr lang="en-US" altLang="en-US"/>
          </a:p>
        </p:txBody>
      </p:sp>
    </p:spTree>
    <p:extLst>
      <p:ext uri="{BB962C8B-B14F-4D97-AF65-F5344CB8AC3E}">
        <p14:creationId xmlns:p14="http://schemas.microsoft.com/office/powerpoint/2010/main" val="56810691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pPr lvl="0"/>
            <a:r>
              <a:rPr lang="en-US"/>
              <a:t>Edit Master text styles</a:t>
            </a:r>
          </a:p>
        </p:txBody>
      </p:sp>
    </p:spTree>
    <p:extLst>
      <p:ext uri="{BB962C8B-B14F-4D97-AF65-F5344CB8AC3E}">
        <p14:creationId xmlns:p14="http://schemas.microsoft.com/office/powerpoint/2010/main" val="180829662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BB9DF4-969F-4970-B17B-90F9EDC162A7}"/>
              </a:ext>
            </a:extLst>
          </p:cNvPr>
          <p:cNvSpPr txBox="1"/>
          <p:nvPr/>
        </p:nvSpPr>
        <p:spPr>
          <a:xfrm>
            <a:off x="4368800" y="6596063"/>
            <a:ext cx="7823200" cy="219075"/>
          </a:xfrm>
          <a:prstGeom prst="rect">
            <a:avLst/>
          </a:prstGeom>
          <a:noFill/>
        </p:spPr>
        <p:txBody>
          <a:bodyPr>
            <a:spAutoFit/>
          </a:bodyPr>
          <a:lstStyle/>
          <a:p>
            <a:pPr algn="r">
              <a:defRPr/>
            </a:pPr>
            <a:r>
              <a:rPr lang="en-US" sz="825" b="1" dirty="0">
                <a:solidFill>
                  <a:srgbClr val="101141"/>
                </a:solidFill>
                <a:latin typeface="Arial" panose="020B0604020202020204"/>
                <a:cs typeface="Arial" panose="020B0604020202020204"/>
              </a:rPr>
              <a:t>BITS </a:t>
            </a:r>
            <a:r>
              <a:rPr lang="en-US" sz="825" dirty="0">
                <a:solidFill>
                  <a:srgbClr val="101141"/>
                </a:solidFill>
                <a:latin typeface="Arial" panose="020B0604020202020204"/>
                <a:cs typeface="Arial" panose="020B0604020202020204"/>
              </a:rPr>
              <a:t>Pilani, Pilani Campus</a:t>
            </a:r>
          </a:p>
        </p:txBody>
      </p:sp>
      <p:grpSp>
        <p:nvGrpSpPr>
          <p:cNvPr id="5" name="Group 11">
            <a:extLst>
              <a:ext uri="{FF2B5EF4-FFF2-40B4-BE49-F238E27FC236}">
                <a16:creationId xmlns:a16="http://schemas.microsoft.com/office/drawing/2014/main" id="{7EC19243-E713-44AE-B0FB-E197D491879A}"/>
              </a:ext>
            </a:extLst>
          </p:cNvPr>
          <p:cNvGrpSpPr>
            <a:grpSpLocks/>
          </p:cNvGrpSpPr>
          <p:nvPr/>
        </p:nvGrpSpPr>
        <p:grpSpPr bwMode="auto">
          <a:xfrm>
            <a:off x="2779713" y="6550025"/>
            <a:ext cx="9412287" cy="49213"/>
            <a:chOff x="2083888" y="6550671"/>
            <a:chExt cx="7060112" cy="48665"/>
          </a:xfrm>
        </p:grpSpPr>
        <p:sp>
          <p:nvSpPr>
            <p:cNvPr id="6" name="Rectangle 5">
              <a:extLst>
                <a:ext uri="{FF2B5EF4-FFF2-40B4-BE49-F238E27FC236}">
                  <a16:creationId xmlns:a16="http://schemas.microsoft.com/office/drawing/2014/main" id="{B0104499-394E-4C68-AB2F-35AE981EBFF9}"/>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7" name="Rectangle 6">
              <a:extLst>
                <a:ext uri="{FF2B5EF4-FFF2-40B4-BE49-F238E27FC236}">
                  <a16:creationId xmlns:a16="http://schemas.microsoft.com/office/drawing/2014/main" id="{3E378C12-A33E-468A-887E-7C6E15346EC3}"/>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8" name="Rectangle 7">
              <a:extLst>
                <a:ext uri="{FF2B5EF4-FFF2-40B4-BE49-F238E27FC236}">
                  <a16:creationId xmlns:a16="http://schemas.microsoft.com/office/drawing/2014/main" id="{99DF224F-D9DC-4E89-8352-F98B1D94FC7D}"/>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pic>
        <p:nvPicPr>
          <p:cNvPr id="9" name="Picture 11" descr="Picture 7.png">
            <a:extLst>
              <a:ext uri="{FF2B5EF4-FFF2-40B4-BE49-F238E27FC236}">
                <a16:creationId xmlns:a16="http://schemas.microsoft.com/office/drawing/2014/main" id="{8E35866A-A4F7-40B2-A110-E710A643D1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D816FB27-A2DD-428B-9EE1-322E0CF1F449}"/>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744A240A-4A09-479A-AD43-AF43E1C7C12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2" name="Rectangle 11">
              <a:extLst>
                <a:ext uri="{FF2B5EF4-FFF2-40B4-BE49-F238E27FC236}">
                  <a16:creationId xmlns:a16="http://schemas.microsoft.com/office/drawing/2014/main" id="{808BFF06-1A1A-4DC3-A089-FB075F18C7F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3" name="Rectangle 12">
              <a:extLst>
                <a:ext uri="{FF2B5EF4-FFF2-40B4-BE49-F238E27FC236}">
                  <a16:creationId xmlns:a16="http://schemas.microsoft.com/office/drawing/2014/main" id="{A33EA538-512B-4534-8163-1800850C1CEB}"/>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grpSp>
        <p:nvGrpSpPr>
          <p:cNvPr id="14" name="Group 22">
            <a:extLst>
              <a:ext uri="{FF2B5EF4-FFF2-40B4-BE49-F238E27FC236}">
                <a16:creationId xmlns:a16="http://schemas.microsoft.com/office/drawing/2014/main" id="{EFB39AB1-32B8-461C-A1F1-6088F6AC8A6F}"/>
              </a:ext>
            </a:extLst>
          </p:cNvPr>
          <p:cNvGrpSpPr>
            <a:grpSpLocks/>
          </p:cNvGrpSpPr>
          <p:nvPr/>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22FE2D77-9DDB-4F18-AA81-B8EBA91A0E8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6" name="Rectangle 15">
              <a:extLst>
                <a:ext uri="{FF2B5EF4-FFF2-40B4-BE49-F238E27FC236}">
                  <a16:creationId xmlns:a16="http://schemas.microsoft.com/office/drawing/2014/main" id="{D5422E20-7FD0-4D59-B6B6-7A429298CFE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7" name="Rectangle 16">
              <a:extLst>
                <a:ext uri="{FF2B5EF4-FFF2-40B4-BE49-F238E27FC236}">
                  <a16:creationId xmlns:a16="http://schemas.microsoft.com/office/drawing/2014/main" id="{265FAA43-F31F-4B88-945E-7A57A6BA53AE}"/>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sp>
        <p:nvSpPr>
          <p:cNvPr id="18" name="TextBox 17">
            <a:extLst>
              <a:ext uri="{FF2B5EF4-FFF2-40B4-BE49-F238E27FC236}">
                <a16:creationId xmlns:a16="http://schemas.microsoft.com/office/drawing/2014/main" id="{538FB874-9BDA-48AA-871D-2614EF336566}"/>
              </a:ext>
            </a:extLst>
          </p:cNvPr>
          <p:cNvSpPr txBox="1">
            <a:spLocks noChangeArrowheads="1"/>
          </p:cNvSpPr>
          <p:nvPr userDrawn="1"/>
        </p:nvSpPr>
        <p:spPr bwMode="auto">
          <a:xfrm>
            <a:off x="4368800" y="6596063"/>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19" name="Group 11">
            <a:extLst>
              <a:ext uri="{FF2B5EF4-FFF2-40B4-BE49-F238E27FC236}">
                <a16:creationId xmlns:a16="http://schemas.microsoft.com/office/drawing/2014/main" id="{A4DDACA9-7C5C-49D3-9B5B-7861664E3E87}"/>
              </a:ext>
            </a:extLst>
          </p:cNvPr>
          <p:cNvGrpSpPr>
            <a:grpSpLocks/>
          </p:cNvGrpSpPr>
          <p:nvPr userDrawn="1"/>
        </p:nvGrpSpPr>
        <p:grpSpPr bwMode="auto">
          <a:xfrm>
            <a:off x="2779713" y="6550025"/>
            <a:ext cx="9412287" cy="49213"/>
            <a:chOff x="2083888" y="6550671"/>
            <a:chExt cx="7060112" cy="48665"/>
          </a:xfrm>
        </p:grpSpPr>
        <p:sp>
          <p:nvSpPr>
            <p:cNvPr id="20" name="Rectangle 19">
              <a:extLst>
                <a:ext uri="{FF2B5EF4-FFF2-40B4-BE49-F238E27FC236}">
                  <a16:creationId xmlns:a16="http://schemas.microsoft.com/office/drawing/2014/main" id="{B1A4B29C-C25E-4381-BAF8-324C56E5795F}"/>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7E88F285-B0CE-443E-ACFD-4C32FB81E512}"/>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a:extLst>
                <a:ext uri="{FF2B5EF4-FFF2-40B4-BE49-F238E27FC236}">
                  <a16:creationId xmlns:a16="http://schemas.microsoft.com/office/drawing/2014/main" id="{A77513BA-C911-472C-A6A9-778885F8A16E}"/>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a:extLst>
              <a:ext uri="{FF2B5EF4-FFF2-40B4-BE49-F238E27FC236}">
                <a16:creationId xmlns:a16="http://schemas.microsoft.com/office/drawing/2014/main" id="{EBBD3614-0675-4EF7-97E5-A7BCA9F35B7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18">
            <a:extLst>
              <a:ext uri="{FF2B5EF4-FFF2-40B4-BE49-F238E27FC236}">
                <a16:creationId xmlns:a16="http://schemas.microsoft.com/office/drawing/2014/main" id="{1A8B7E9F-C5DA-4197-96C4-5A1A2207A643}"/>
              </a:ext>
            </a:extLst>
          </p:cNvPr>
          <p:cNvGrpSpPr>
            <a:grpSpLocks/>
          </p:cNvGrpSpPr>
          <p:nvPr userDrawn="1"/>
        </p:nvGrpSpPr>
        <p:grpSpPr bwMode="auto">
          <a:xfrm>
            <a:off x="2844800" y="6553200"/>
            <a:ext cx="9347200" cy="46038"/>
            <a:chOff x="1905000" y="6553200"/>
            <a:chExt cx="7010400" cy="45719"/>
          </a:xfrm>
        </p:grpSpPr>
        <p:sp>
          <p:nvSpPr>
            <p:cNvPr id="25" name="Rectangle 24">
              <a:extLst>
                <a:ext uri="{FF2B5EF4-FFF2-40B4-BE49-F238E27FC236}">
                  <a16:creationId xmlns:a16="http://schemas.microsoft.com/office/drawing/2014/main" id="{0015874D-CD0F-465D-AFFA-DAA2E183979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a:extLst>
                <a:ext uri="{FF2B5EF4-FFF2-40B4-BE49-F238E27FC236}">
                  <a16:creationId xmlns:a16="http://schemas.microsoft.com/office/drawing/2014/main" id="{18D48FF4-63C9-47D2-AF7C-C6C16CE0378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a:extLst>
                <a:ext uri="{FF2B5EF4-FFF2-40B4-BE49-F238E27FC236}">
                  <a16:creationId xmlns:a16="http://schemas.microsoft.com/office/drawing/2014/main" id="{2009FF2E-73B1-4108-9D2A-3699646B89FB}"/>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9" name="Group 22">
            <a:extLst>
              <a:ext uri="{FF2B5EF4-FFF2-40B4-BE49-F238E27FC236}">
                <a16:creationId xmlns:a16="http://schemas.microsoft.com/office/drawing/2014/main" id="{9A9ED089-8CE8-4323-98E5-1B4478D1AE06}"/>
              </a:ext>
            </a:extLst>
          </p:cNvPr>
          <p:cNvGrpSpPr>
            <a:grpSpLocks/>
          </p:cNvGrpSpPr>
          <p:nvPr userDrawn="1"/>
        </p:nvGrpSpPr>
        <p:grpSpPr bwMode="auto">
          <a:xfrm>
            <a:off x="0" y="1295400"/>
            <a:ext cx="9347200" cy="46038"/>
            <a:chOff x="1905000" y="6553200"/>
            <a:chExt cx="7010400" cy="45719"/>
          </a:xfrm>
        </p:grpSpPr>
        <p:sp>
          <p:nvSpPr>
            <p:cNvPr id="30" name="Rectangle 29">
              <a:extLst>
                <a:ext uri="{FF2B5EF4-FFF2-40B4-BE49-F238E27FC236}">
                  <a16:creationId xmlns:a16="http://schemas.microsoft.com/office/drawing/2014/main" id="{9DE29059-6A5E-4B68-B24F-41D97D41F96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a:extLst>
                <a:ext uri="{FF2B5EF4-FFF2-40B4-BE49-F238E27FC236}">
                  <a16:creationId xmlns:a16="http://schemas.microsoft.com/office/drawing/2014/main" id="{4C9BF41B-2FD5-44BB-AD19-FDF442BEBA6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a:extLst>
                <a:ext uri="{FF2B5EF4-FFF2-40B4-BE49-F238E27FC236}">
                  <a16:creationId xmlns:a16="http://schemas.microsoft.com/office/drawing/2014/main" id="{03D69AA4-74F3-4CE8-937E-C5EB415C9942}"/>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530" marR="0" indent="-214630"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200">
                <a:latin typeface="Arial" panose="020B0604020202020204" pitchFamily="34" charset="0"/>
                <a:cs typeface="Arial" panose="020B0604020202020204"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anose="020B0604020202020204" pitchFamily="34" charset="0"/>
                <a:cs typeface="Arial" panose="020B0604020202020204" pitchFamily="34" charset="0"/>
              </a:defRPr>
            </a:lvl1pPr>
          </a:lstStyle>
          <a:p>
            <a:pPr lvl="0"/>
            <a:r>
              <a:rPr lang="en-US"/>
              <a:t>Edit Master text styles</a:t>
            </a:r>
          </a:p>
        </p:txBody>
      </p:sp>
    </p:spTree>
    <p:extLst>
      <p:ext uri="{BB962C8B-B14F-4D97-AF65-F5344CB8AC3E}">
        <p14:creationId xmlns:p14="http://schemas.microsoft.com/office/powerpoint/2010/main" val="333059446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a:extLst>
              <a:ext uri="{FF2B5EF4-FFF2-40B4-BE49-F238E27FC236}">
                <a16:creationId xmlns:a16="http://schemas.microsoft.com/office/drawing/2014/main" id="{53DE699B-B190-4792-90E1-7DE24A933C98}"/>
              </a:ext>
            </a:extLst>
          </p:cNvPr>
          <p:cNvSpPr>
            <a:spLocks noGrp="1"/>
          </p:cNvSpPr>
          <p:nvPr>
            <p:ph type="dt" sz="half" idx="10"/>
          </p:nvPr>
        </p:nvSpPr>
        <p:spPr/>
        <p:txBody>
          <a:bodyPr/>
          <a:lstStyle>
            <a:lvl1pPr>
              <a:defRPr/>
            </a:lvl1pPr>
          </a:lstStyle>
          <a:p>
            <a:pPr>
              <a:defRPr/>
            </a:pPr>
            <a:fld id="{DBEF2198-F44C-40ED-9AF4-7FB0897D47A2}" type="datetimeFigureOut">
              <a:rPr lang="en-US"/>
              <a:pPr>
                <a:defRPr/>
              </a:pPr>
              <a:t>7/11/2026</a:t>
            </a:fld>
            <a:endParaRPr lang="en-US"/>
          </a:p>
        </p:txBody>
      </p:sp>
      <p:sp>
        <p:nvSpPr>
          <p:cNvPr id="5" name="Footer Placeholder 4">
            <a:extLst>
              <a:ext uri="{FF2B5EF4-FFF2-40B4-BE49-F238E27FC236}">
                <a16:creationId xmlns:a16="http://schemas.microsoft.com/office/drawing/2014/main" id="{5F132C57-D8C4-49B7-8DD3-0E08E6976BF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EA3D62F-89A7-4AC9-9C90-56B6DFD49978}"/>
              </a:ext>
            </a:extLst>
          </p:cNvPr>
          <p:cNvSpPr>
            <a:spLocks noGrp="1"/>
          </p:cNvSpPr>
          <p:nvPr>
            <p:ph type="sldNum" sz="quarter" idx="12"/>
          </p:nvPr>
        </p:nvSpPr>
        <p:spPr/>
        <p:txBody>
          <a:bodyPr/>
          <a:lstStyle>
            <a:lvl1pPr>
              <a:defRPr/>
            </a:lvl1pPr>
          </a:lstStyle>
          <a:p>
            <a:pPr>
              <a:defRPr/>
            </a:pPr>
            <a:fld id="{A3EBFE5D-A20E-4175-961D-6E7634517D09}" type="slidenum">
              <a:rPr lang="en-US" altLang="en-US"/>
              <a:pPr>
                <a:defRPr/>
              </a:pPr>
              <a:t>‹#›</a:t>
            </a:fld>
            <a:endParaRPr lang="en-US" altLang="en-US"/>
          </a:p>
        </p:txBody>
      </p:sp>
    </p:spTree>
    <p:extLst>
      <p:ext uri="{BB962C8B-B14F-4D97-AF65-F5344CB8AC3E}">
        <p14:creationId xmlns:p14="http://schemas.microsoft.com/office/powerpoint/2010/main" val="265405256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BF1FE8-9F44-4C78-AD70-4F0CFBF9B561}"/>
              </a:ext>
            </a:extLst>
          </p:cNvPr>
          <p:cNvSpPr txBox="1">
            <a:spLocks noChangeArrowheads="1"/>
          </p:cNvSpPr>
          <p:nvPr userDrawn="1"/>
        </p:nvSpPr>
        <p:spPr bwMode="auto">
          <a:xfrm>
            <a:off x="4368800" y="6596063"/>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a:extLst>
              <a:ext uri="{FF2B5EF4-FFF2-40B4-BE49-F238E27FC236}">
                <a16:creationId xmlns:a16="http://schemas.microsoft.com/office/drawing/2014/main" id="{C8CB3BA3-E635-450E-9816-8E80FC85F1C1}"/>
              </a:ext>
            </a:extLst>
          </p:cNvPr>
          <p:cNvGrpSpPr>
            <a:grpSpLocks/>
          </p:cNvGrpSpPr>
          <p:nvPr userDrawn="1"/>
        </p:nvGrpSpPr>
        <p:grpSpPr bwMode="auto">
          <a:xfrm>
            <a:off x="2779713" y="6550025"/>
            <a:ext cx="9412287" cy="49213"/>
            <a:chOff x="2083888" y="6550671"/>
            <a:chExt cx="7060112" cy="48665"/>
          </a:xfrm>
        </p:grpSpPr>
        <p:sp>
          <p:nvSpPr>
            <p:cNvPr id="6" name="Rectangle 5">
              <a:extLst>
                <a:ext uri="{FF2B5EF4-FFF2-40B4-BE49-F238E27FC236}">
                  <a16:creationId xmlns:a16="http://schemas.microsoft.com/office/drawing/2014/main" id="{110CE19C-EDA9-456A-9FE3-49DA6EFBEFC9}"/>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BF7A943C-9439-4CE1-9D26-AAD878B98082}"/>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C81DF9F0-FD1C-4B8F-AC7F-30006B58C93F}"/>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a:extLst>
              <a:ext uri="{FF2B5EF4-FFF2-40B4-BE49-F238E27FC236}">
                <a16:creationId xmlns:a16="http://schemas.microsoft.com/office/drawing/2014/main" id="{56C743C1-2EB5-4647-AA27-A6624509A6A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600E5514-DBEB-4FE8-9726-7D6488CACCD8}"/>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28C39DCD-2CB8-470B-B646-DEF6D4057C4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B0379403-8D4A-4FD8-8012-5C76DFBDFE9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82BFBEE6-EC45-4E7C-A284-E29E91826F51}"/>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a:extLst>
              <a:ext uri="{FF2B5EF4-FFF2-40B4-BE49-F238E27FC236}">
                <a16:creationId xmlns:a16="http://schemas.microsoft.com/office/drawing/2014/main" id="{FB70B6F4-301F-4427-8026-DF36BFFE0B02}"/>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9245E2A1-B74A-446A-A4DA-E1E92E5051D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035EEBD0-52AB-4B09-85C5-54C9EBED683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373A6914-3FEF-433E-8E65-98ED70B538F6}"/>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5451934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2A17E0-B49C-4540-8720-F9F8F31F8060}"/>
              </a:ext>
            </a:extLst>
          </p:cNvPr>
          <p:cNvSpPr txBox="1">
            <a:spLocks noChangeArrowheads="1"/>
          </p:cNvSpPr>
          <p:nvPr userDrawn="1"/>
        </p:nvSpPr>
        <p:spPr bwMode="auto">
          <a:xfrm>
            <a:off x="4368800" y="6596063"/>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a:extLst>
              <a:ext uri="{FF2B5EF4-FFF2-40B4-BE49-F238E27FC236}">
                <a16:creationId xmlns:a16="http://schemas.microsoft.com/office/drawing/2014/main" id="{BCBCAA62-51A8-47B7-9DD5-C23E842CB184}"/>
              </a:ext>
            </a:extLst>
          </p:cNvPr>
          <p:cNvGrpSpPr>
            <a:grpSpLocks/>
          </p:cNvGrpSpPr>
          <p:nvPr userDrawn="1"/>
        </p:nvGrpSpPr>
        <p:grpSpPr bwMode="auto">
          <a:xfrm>
            <a:off x="2779713" y="6550025"/>
            <a:ext cx="9412287" cy="49213"/>
            <a:chOff x="2083888" y="6550671"/>
            <a:chExt cx="7060112" cy="48665"/>
          </a:xfrm>
        </p:grpSpPr>
        <p:sp>
          <p:nvSpPr>
            <p:cNvPr id="6" name="Rectangle 5">
              <a:extLst>
                <a:ext uri="{FF2B5EF4-FFF2-40B4-BE49-F238E27FC236}">
                  <a16:creationId xmlns:a16="http://schemas.microsoft.com/office/drawing/2014/main" id="{D95ECBEF-9BFE-4529-B7F1-0663A970B415}"/>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44D1E501-D02B-42A2-90B1-AEE8CB71CD9C}"/>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EB2923BA-8E6D-4966-B590-D4DEA6E3A31E}"/>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a:extLst>
              <a:ext uri="{FF2B5EF4-FFF2-40B4-BE49-F238E27FC236}">
                <a16:creationId xmlns:a16="http://schemas.microsoft.com/office/drawing/2014/main" id="{502D1097-B4E3-457C-AFF7-CD6AAEF73F8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FA574AB7-0ECF-46F8-B14E-D9CC67C63603}"/>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5ABF2466-0D00-41C9-93E4-E4B3FD9296B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621C5E08-8F14-478D-A375-EF016F7E10D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A75F6149-EEBB-4CA0-95FF-43353A95B92D}"/>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a:extLst>
              <a:ext uri="{FF2B5EF4-FFF2-40B4-BE49-F238E27FC236}">
                <a16:creationId xmlns:a16="http://schemas.microsoft.com/office/drawing/2014/main" id="{164F68DF-2BCC-4520-A185-2B534C139BB6}"/>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1CB74287-DE3F-4539-A00E-5E2764027CB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19AB2997-767B-4058-B806-CBFDE483AEF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386A41F6-4E9B-467B-BF3E-1E5BCDC6B5E3}"/>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3404563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FD58C7-D4E1-4C95-9D9F-1791FECECAC1}"/>
              </a:ext>
            </a:extLst>
          </p:cNvPr>
          <p:cNvSpPr txBox="1">
            <a:spLocks noChangeArrowheads="1"/>
          </p:cNvSpPr>
          <p:nvPr userDrawn="1"/>
        </p:nvSpPr>
        <p:spPr bwMode="auto">
          <a:xfrm>
            <a:off x="4368800" y="6596063"/>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a:extLst>
              <a:ext uri="{FF2B5EF4-FFF2-40B4-BE49-F238E27FC236}">
                <a16:creationId xmlns:a16="http://schemas.microsoft.com/office/drawing/2014/main" id="{1447E18B-FFC9-4F30-B516-F25B3AEAF6EE}"/>
              </a:ext>
            </a:extLst>
          </p:cNvPr>
          <p:cNvGrpSpPr>
            <a:grpSpLocks/>
          </p:cNvGrpSpPr>
          <p:nvPr userDrawn="1"/>
        </p:nvGrpSpPr>
        <p:grpSpPr bwMode="auto">
          <a:xfrm>
            <a:off x="2779713" y="6550025"/>
            <a:ext cx="9412287" cy="49213"/>
            <a:chOff x="2083888" y="6550671"/>
            <a:chExt cx="7060112" cy="48665"/>
          </a:xfrm>
        </p:grpSpPr>
        <p:sp>
          <p:nvSpPr>
            <p:cNvPr id="6" name="Rectangle 5">
              <a:extLst>
                <a:ext uri="{FF2B5EF4-FFF2-40B4-BE49-F238E27FC236}">
                  <a16:creationId xmlns:a16="http://schemas.microsoft.com/office/drawing/2014/main" id="{3DFF1E93-1B64-4D24-B6C3-CEEEA862ED86}"/>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2C7F4A3C-8286-4894-AA18-82A426D142D4}"/>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A9677597-EA86-496B-BEE7-76BBE08383A3}"/>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a:extLst>
              <a:ext uri="{FF2B5EF4-FFF2-40B4-BE49-F238E27FC236}">
                <a16:creationId xmlns:a16="http://schemas.microsoft.com/office/drawing/2014/main" id="{14B3679C-4D64-4B80-A756-1DD99DFF040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44C60A7B-28BD-49E6-A6D0-20C6669C6D2D}"/>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CBBE3794-2134-4D3E-819C-A0A37777B0C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6C28D290-FE2A-4B0A-871D-4BC0D7563EA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E400D5CF-3B8F-49D3-B478-D1AB6DF87694}"/>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a:extLst>
              <a:ext uri="{FF2B5EF4-FFF2-40B4-BE49-F238E27FC236}">
                <a16:creationId xmlns:a16="http://schemas.microsoft.com/office/drawing/2014/main" id="{1D301EF5-A17A-4D9D-876F-3F35DAB6BB84}"/>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D1BAB959-C8F1-456E-9569-475CF5675DA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6726B085-3631-4509-899B-4CEC31D9DBF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89319940-371F-4AD7-B7CF-EEBBAB2E9F01}"/>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4263650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E873C4F2-2BD8-4E35-99A4-1D4B3D48995C}"/>
              </a:ext>
            </a:extLst>
          </p:cNvPr>
          <p:cNvSpPr>
            <a:spLocks noGrp="1"/>
          </p:cNvSpPr>
          <p:nvPr>
            <p:ph type="dt" sz="half" idx="10"/>
          </p:nvPr>
        </p:nvSpPr>
        <p:spPr/>
        <p:txBody>
          <a:bodyPr/>
          <a:lstStyle>
            <a:lvl1pPr>
              <a:defRPr/>
            </a:lvl1pPr>
          </a:lstStyle>
          <a:p>
            <a:pPr>
              <a:defRPr/>
            </a:pPr>
            <a:fld id="{51A2DBCD-B074-4AB3-A83D-2E3C5AC27C22}" type="datetimeFigureOut">
              <a:rPr lang="en-US"/>
              <a:pPr>
                <a:defRPr/>
              </a:pPr>
              <a:t>7/11/2026</a:t>
            </a:fld>
            <a:endParaRPr lang="en-US"/>
          </a:p>
        </p:txBody>
      </p:sp>
      <p:sp>
        <p:nvSpPr>
          <p:cNvPr id="5" name="Footer Placeholder 4">
            <a:extLst>
              <a:ext uri="{FF2B5EF4-FFF2-40B4-BE49-F238E27FC236}">
                <a16:creationId xmlns:a16="http://schemas.microsoft.com/office/drawing/2014/main" id="{6D4BB845-DC3D-4FB4-BEDE-5E2C73C4436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58ED2AB-6AC1-471A-900A-4B4B5B622509}"/>
              </a:ext>
            </a:extLst>
          </p:cNvPr>
          <p:cNvSpPr>
            <a:spLocks noGrp="1"/>
          </p:cNvSpPr>
          <p:nvPr>
            <p:ph type="sldNum" sz="quarter" idx="12"/>
          </p:nvPr>
        </p:nvSpPr>
        <p:spPr>
          <a:xfrm>
            <a:off x="0" y="6521450"/>
            <a:ext cx="1219200" cy="365125"/>
          </a:xfrm>
        </p:spPr>
        <p:txBody>
          <a:bodyPr/>
          <a:lstStyle>
            <a:lvl1pPr>
              <a:defRPr/>
            </a:lvl1pPr>
          </a:lstStyle>
          <a:p>
            <a:pPr>
              <a:defRPr/>
            </a:pPr>
            <a:fld id="{639F129F-37ED-4FCB-A58B-F1955CDB78B8}" type="slidenum">
              <a:rPr lang="en-US" altLang="en-US"/>
              <a:pPr>
                <a:defRPr/>
              </a:pPr>
              <a:t>‹#›</a:t>
            </a:fld>
            <a:endParaRPr lang="en-US" altLang="en-US"/>
          </a:p>
        </p:txBody>
      </p:sp>
    </p:spTree>
    <p:extLst>
      <p:ext uri="{BB962C8B-B14F-4D97-AF65-F5344CB8AC3E}">
        <p14:creationId xmlns:p14="http://schemas.microsoft.com/office/powerpoint/2010/main" val="53023627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FEA3052-40D9-40C7-8EAF-9B2AAB711D9B}"/>
              </a:ext>
            </a:extLst>
          </p:cNvPr>
          <p:cNvSpPr>
            <a:spLocks noGrp="1"/>
          </p:cNvSpPr>
          <p:nvPr>
            <p:ph type="dt" sz="half" idx="10"/>
          </p:nvPr>
        </p:nvSpPr>
        <p:spPr/>
        <p:txBody>
          <a:bodyPr/>
          <a:lstStyle>
            <a:lvl1pPr>
              <a:defRPr/>
            </a:lvl1pPr>
          </a:lstStyle>
          <a:p>
            <a:pPr>
              <a:defRPr/>
            </a:pPr>
            <a:fld id="{84FB5405-6C9F-4F3A-9B16-0D1A33E31AD5}" type="datetimeFigureOut">
              <a:rPr lang="en-US"/>
              <a:pPr>
                <a:defRPr/>
              </a:pPr>
              <a:t>7/11/2026</a:t>
            </a:fld>
            <a:endParaRPr lang="en-US"/>
          </a:p>
        </p:txBody>
      </p:sp>
      <p:sp>
        <p:nvSpPr>
          <p:cNvPr id="5" name="Footer Placeholder 4">
            <a:extLst>
              <a:ext uri="{FF2B5EF4-FFF2-40B4-BE49-F238E27FC236}">
                <a16:creationId xmlns:a16="http://schemas.microsoft.com/office/drawing/2014/main" id="{EBDA7C57-81BF-45DD-A1DE-76827672FFD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89488EE-3B72-4AD6-A7DA-289FF9B7DEEB}"/>
              </a:ext>
            </a:extLst>
          </p:cNvPr>
          <p:cNvSpPr>
            <a:spLocks noGrp="1"/>
          </p:cNvSpPr>
          <p:nvPr>
            <p:ph type="sldNum" sz="quarter" idx="12"/>
          </p:nvPr>
        </p:nvSpPr>
        <p:spPr/>
        <p:txBody>
          <a:bodyPr/>
          <a:lstStyle>
            <a:lvl1pPr>
              <a:defRPr/>
            </a:lvl1pPr>
          </a:lstStyle>
          <a:p>
            <a:pPr>
              <a:defRPr/>
            </a:pPr>
            <a:fld id="{4EED5A44-1713-4978-A8F9-783C6C03EE72}" type="slidenum">
              <a:rPr lang="en-US" altLang="en-US"/>
              <a:pPr>
                <a:defRPr/>
              </a:pPr>
              <a:t>‹#›</a:t>
            </a:fld>
            <a:endParaRPr lang="en-US" altLang="en-US"/>
          </a:p>
        </p:txBody>
      </p:sp>
    </p:spTree>
    <p:extLst>
      <p:ext uri="{BB962C8B-B14F-4D97-AF65-F5344CB8AC3E}">
        <p14:creationId xmlns:p14="http://schemas.microsoft.com/office/powerpoint/2010/main" val="163105619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B66995FB-3405-4E4B-9D0B-DB5E73F7960D}"/>
              </a:ext>
            </a:extLst>
          </p:cNvPr>
          <p:cNvSpPr>
            <a:spLocks noGrp="1"/>
          </p:cNvSpPr>
          <p:nvPr>
            <p:ph type="dt" sz="half" idx="10"/>
          </p:nvPr>
        </p:nvSpPr>
        <p:spPr/>
        <p:txBody>
          <a:bodyPr/>
          <a:lstStyle>
            <a:lvl1pPr>
              <a:defRPr/>
            </a:lvl1pPr>
          </a:lstStyle>
          <a:p>
            <a:pPr>
              <a:defRPr/>
            </a:pPr>
            <a:fld id="{521DA991-E869-4E2C-BE47-1ED9D7E68C30}" type="datetimeFigureOut">
              <a:rPr lang="en-US"/>
              <a:pPr>
                <a:defRPr/>
              </a:pPr>
              <a:t>7/11/2026</a:t>
            </a:fld>
            <a:endParaRPr lang="en-US"/>
          </a:p>
        </p:txBody>
      </p:sp>
      <p:sp>
        <p:nvSpPr>
          <p:cNvPr id="6" name="Footer Placeholder 4">
            <a:extLst>
              <a:ext uri="{FF2B5EF4-FFF2-40B4-BE49-F238E27FC236}">
                <a16:creationId xmlns:a16="http://schemas.microsoft.com/office/drawing/2014/main" id="{38BA0B28-CE14-4D1B-955C-341F3F08EBC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3AC21D9-4547-4CE2-8D42-FF5F186A3231}"/>
              </a:ext>
            </a:extLst>
          </p:cNvPr>
          <p:cNvSpPr>
            <a:spLocks noGrp="1"/>
          </p:cNvSpPr>
          <p:nvPr>
            <p:ph type="sldNum" sz="quarter" idx="12"/>
          </p:nvPr>
        </p:nvSpPr>
        <p:spPr/>
        <p:txBody>
          <a:bodyPr/>
          <a:lstStyle>
            <a:lvl1pPr>
              <a:defRPr/>
            </a:lvl1pPr>
          </a:lstStyle>
          <a:p>
            <a:pPr>
              <a:defRPr/>
            </a:pPr>
            <a:fld id="{22129B48-2590-4ADE-B6B5-8E3099FAE49C}" type="slidenum">
              <a:rPr lang="en-US" altLang="en-US"/>
              <a:pPr>
                <a:defRPr/>
              </a:pPr>
              <a:t>‹#›</a:t>
            </a:fld>
            <a:endParaRPr lang="en-US" altLang="en-US"/>
          </a:p>
        </p:txBody>
      </p:sp>
    </p:spTree>
    <p:extLst>
      <p:ext uri="{BB962C8B-B14F-4D97-AF65-F5344CB8AC3E}">
        <p14:creationId xmlns:p14="http://schemas.microsoft.com/office/powerpoint/2010/main" val="329770995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C143B28-BD95-492D-8793-E8871F58F6E0}"/>
              </a:ext>
            </a:extLst>
          </p:cNvPr>
          <p:cNvSpPr>
            <a:spLocks noGrp="1"/>
          </p:cNvSpPr>
          <p:nvPr>
            <p:ph type="dt" sz="half" idx="10"/>
          </p:nvPr>
        </p:nvSpPr>
        <p:spPr/>
        <p:txBody>
          <a:bodyPr/>
          <a:lstStyle>
            <a:lvl1pPr>
              <a:defRPr/>
            </a:lvl1pPr>
          </a:lstStyle>
          <a:p>
            <a:pPr>
              <a:defRPr/>
            </a:pPr>
            <a:fld id="{F68FB6C6-036D-4A0F-88A8-D2B52C9140EB}" type="datetimeFigureOut">
              <a:rPr lang="en-US"/>
              <a:pPr>
                <a:defRPr/>
              </a:pPr>
              <a:t>7/11/2026</a:t>
            </a:fld>
            <a:endParaRPr lang="en-US"/>
          </a:p>
        </p:txBody>
      </p:sp>
      <p:sp>
        <p:nvSpPr>
          <p:cNvPr id="8" name="Footer Placeholder 4">
            <a:extLst>
              <a:ext uri="{FF2B5EF4-FFF2-40B4-BE49-F238E27FC236}">
                <a16:creationId xmlns:a16="http://schemas.microsoft.com/office/drawing/2014/main" id="{82441BA6-C6BA-48DD-81E4-4256A6F7B36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D17ECBBF-38E3-4BE8-A257-EA8F397E0D18}"/>
              </a:ext>
            </a:extLst>
          </p:cNvPr>
          <p:cNvSpPr>
            <a:spLocks noGrp="1"/>
          </p:cNvSpPr>
          <p:nvPr>
            <p:ph type="sldNum" sz="quarter" idx="12"/>
          </p:nvPr>
        </p:nvSpPr>
        <p:spPr/>
        <p:txBody>
          <a:bodyPr/>
          <a:lstStyle>
            <a:lvl1pPr>
              <a:defRPr/>
            </a:lvl1pPr>
          </a:lstStyle>
          <a:p>
            <a:pPr>
              <a:defRPr/>
            </a:pPr>
            <a:fld id="{AE07FB65-7D1A-4910-9403-29190B966316}" type="slidenum">
              <a:rPr lang="en-US" altLang="en-US"/>
              <a:pPr>
                <a:defRPr/>
              </a:pPr>
              <a:t>‹#›</a:t>
            </a:fld>
            <a:endParaRPr lang="en-US" altLang="en-US"/>
          </a:p>
        </p:txBody>
      </p:sp>
    </p:spTree>
    <p:extLst>
      <p:ext uri="{BB962C8B-B14F-4D97-AF65-F5344CB8AC3E}">
        <p14:creationId xmlns:p14="http://schemas.microsoft.com/office/powerpoint/2010/main" val="387380114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0CBB227-C2AC-4D27-8DAB-C1D510C5515F}"/>
              </a:ext>
            </a:extLst>
          </p:cNvPr>
          <p:cNvSpPr>
            <a:spLocks noGrp="1"/>
          </p:cNvSpPr>
          <p:nvPr>
            <p:ph type="dt" sz="half" idx="10"/>
          </p:nvPr>
        </p:nvSpPr>
        <p:spPr/>
        <p:txBody>
          <a:bodyPr/>
          <a:lstStyle>
            <a:lvl1pPr>
              <a:defRPr/>
            </a:lvl1pPr>
          </a:lstStyle>
          <a:p>
            <a:pPr>
              <a:defRPr/>
            </a:pPr>
            <a:fld id="{95D92E30-EE2B-46BE-BCD3-79CEA22A3F71}" type="datetimeFigureOut">
              <a:rPr lang="en-US"/>
              <a:pPr>
                <a:defRPr/>
              </a:pPr>
              <a:t>7/11/2026</a:t>
            </a:fld>
            <a:endParaRPr lang="en-US"/>
          </a:p>
        </p:txBody>
      </p:sp>
      <p:sp>
        <p:nvSpPr>
          <p:cNvPr id="4" name="Footer Placeholder 4">
            <a:extLst>
              <a:ext uri="{FF2B5EF4-FFF2-40B4-BE49-F238E27FC236}">
                <a16:creationId xmlns:a16="http://schemas.microsoft.com/office/drawing/2014/main" id="{6A6E1FA1-DBD5-407B-BD4A-52EF030C3EB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5F3F768-B2B0-48D1-8DBE-7D1408816605}"/>
              </a:ext>
            </a:extLst>
          </p:cNvPr>
          <p:cNvSpPr>
            <a:spLocks noGrp="1"/>
          </p:cNvSpPr>
          <p:nvPr>
            <p:ph type="sldNum" sz="quarter" idx="12"/>
          </p:nvPr>
        </p:nvSpPr>
        <p:spPr/>
        <p:txBody>
          <a:bodyPr/>
          <a:lstStyle>
            <a:lvl1pPr>
              <a:defRPr/>
            </a:lvl1pPr>
          </a:lstStyle>
          <a:p>
            <a:pPr>
              <a:defRPr/>
            </a:pPr>
            <a:fld id="{C82C81D9-F1F9-4EE0-BCF9-927CA86A8872}" type="slidenum">
              <a:rPr lang="en-US" altLang="en-US"/>
              <a:pPr>
                <a:defRPr/>
              </a:pPr>
              <a:t>‹#›</a:t>
            </a:fld>
            <a:endParaRPr lang="en-US" altLang="en-US"/>
          </a:p>
        </p:txBody>
      </p:sp>
    </p:spTree>
    <p:extLst>
      <p:ext uri="{BB962C8B-B14F-4D97-AF65-F5344CB8AC3E}">
        <p14:creationId xmlns:p14="http://schemas.microsoft.com/office/powerpoint/2010/main" val="346247881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387C50F-B9BB-4237-8397-FB3F6D3D2F39}"/>
              </a:ext>
            </a:extLst>
          </p:cNvPr>
          <p:cNvSpPr>
            <a:spLocks noGrp="1"/>
          </p:cNvSpPr>
          <p:nvPr>
            <p:ph type="dt" sz="half" idx="10"/>
          </p:nvPr>
        </p:nvSpPr>
        <p:spPr/>
        <p:txBody>
          <a:bodyPr/>
          <a:lstStyle>
            <a:lvl1pPr>
              <a:defRPr/>
            </a:lvl1pPr>
          </a:lstStyle>
          <a:p>
            <a:pPr>
              <a:defRPr/>
            </a:pPr>
            <a:fld id="{E7DAD1C2-602B-41B6-95C5-4CF5735A53AB}" type="datetimeFigureOut">
              <a:rPr lang="en-US"/>
              <a:pPr>
                <a:defRPr/>
              </a:pPr>
              <a:t>7/11/2026</a:t>
            </a:fld>
            <a:endParaRPr lang="en-US"/>
          </a:p>
        </p:txBody>
      </p:sp>
      <p:sp>
        <p:nvSpPr>
          <p:cNvPr id="3" name="Footer Placeholder 4">
            <a:extLst>
              <a:ext uri="{FF2B5EF4-FFF2-40B4-BE49-F238E27FC236}">
                <a16:creationId xmlns:a16="http://schemas.microsoft.com/office/drawing/2014/main" id="{CFB7A019-8B77-438E-94F1-1CB1A39686B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EF526DFA-A2EB-464F-BA02-B77B6DBDD12A}"/>
              </a:ext>
            </a:extLst>
          </p:cNvPr>
          <p:cNvSpPr>
            <a:spLocks noGrp="1"/>
          </p:cNvSpPr>
          <p:nvPr>
            <p:ph type="sldNum" sz="quarter" idx="12"/>
          </p:nvPr>
        </p:nvSpPr>
        <p:spPr/>
        <p:txBody>
          <a:bodyPr/>
          <a:lstStyle>
            <a:lvl1pPr>
              <a:defRPr/>
            </a:lvl1pPr>
          </a:lstStyle>
          <a:p>
            <a:pPr>
              <a:defRPr/>
            </a:pPr>
            <a:fld id="{4B2EC317-C226-4E94-BF35-440DFE9E622D}" type="slidenum">
              <a:rPr lang="en-US" altLang="en-US"/>
              <a:pPr>
                <a:defRPr/>
              </a:pPr>
              <a:t>‹#›</a:t>
            </a:fld>
            <a:endParaRPr lang="en-US" altLang="en-US"/>
          </a:p>
        </p:txBody>
      </p:sp>
    </p:spTree>
    <p:extLst>
      <p:ext uri="{BB962C8B-B14F-4D97-AF65-F5344CB8AC3E}">
        <p14:creationId xmlns:p14="http://schemas.microsoft.com/office/powerpoint/2010/main" val="34564998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3">
            <a:extLst>
              <a:ext uri="{FF2B5EF4-FFF2-40B4-BE49-F238E27FC236}">
                <a16:creationId xmlns:a16="http://schemas.microsoft.com/office/drawing/2014/main" id="{CC2C5985-B7E6-4A55-9DF5-8B1C4C6AFBE1}"/>
              </a:ext>
            </a:extLst>
          </p:cNvPr>
          <p:cNvSpPr>
            <a:spLocks noGrp="1"/>
          </p:cNvSpPr>
          <p:nvPr>
            <p:ph type="dt" sz="half" idx="10"/>
          </p:nvPr>
        </p:nvSpPr>
        <p:spPr/>
        <p:txBody>
          <a:bodyPr/>
          <a:lstStyle>
            <a:lvl1pPr>
              <a:defRPr/>
            </a:lvl1pPr>
          </a:lstStyle>
          <a:p>
            <a:pPr>
              <a:defRPr/>
            </a:pPr>
            <a:fld id="{7D18B841-D3C9-4A99-9A38-0A718BAFB886}" type="datetimeFigureOut">
              <a:rPr lang="en-US"/>
              <a:pPr>
                <a:defRPr/>
              </a:pPr>
              <a:t>7/11/2026</a:t>
            </a:fld>
            <a:endParaRPr lang="en-US"/>
          </a:p>
        </p:txBody>
      </p:sp>
      <p:sp>
        <p:nvSpPr>
          <p:cNvPr id="6" name="Footer Placeholder 4">
            <a:extLst>
              <a:ext uri="{FF2B5EF4-FFF2-40B4-BE49-F238E27FC236}">
                <a16:creationId xmlns:a16="http://schemas.microsoft.com/office/drawing/2014/main" id="{8D195A14-8B86-4B07-B892-AEAC3AF66A6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401021B-7206-4E07-9C81-B50404F3E86C}"/>
              </a:ext>
            </a:extLst>
          </p:cNvPr>
          <p:cNvSpPr>
            <a:spLocks noGrp="1"/>
          </p:cNvSpPr>
          <p:nvPr>
            <p:ph type="sldNum" sz="quarter" idx="12"/>
          </p:nvPr>
        </p:nvSpPr>
        <p:spPr/>
        <p:txBody>
          <a:bodyPr/>
          <a:lstStyle>
            <a:lvl1pPr>
              <a:defRPr/>
            </a:lvl1pPr>
          </a:lstStyle>
          <a:p>
            <a:pPr>
              <a:defRPr/>
            </a:pPr>
            <a:fld id="{774F4620-917F-415A-BB3E-436813747033}" type="slidenum">
              <a:rPr lang="en-US" altLang="en-US"/>
              <a:pPr>
                <a:defRPr/>
              </a:pPr>
              <a:t>‹#›</a:t>
            </a:fld>
            <a:endParaRPr lang="en-US" altLang="en-US"/>
          </a:p>
        </p:txBody>
      </p:sp>
    </p:spTree>
    <p:extLst>
      <p:ext uri="{BB962C8B-B14F-4D97-AF65-F5344CB8AC3E}">
        <p14:creationId xmlns:p14="http://schemas.microsoft.com/office/powerpoint/2010/main" val="47252292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3">
            <a:extLst>
              <a:ext uri="{FF2B5EF4-FFF2-40B4-BE49-F238E27FC236}">
                <a16:creationId xmlns:a16="http://schemas.microsoft.com/office/drawing/2014/main" id="{8BB4091E-040B-4EB3-B1AA-48E6B416ED9D}"/>
              </a:ext>
            </a:extLst>
          </p:cNvPr>
          <p:cNvSpPr>
            <a:spLocks noGrp="1"/>
          </p:cNvSpPr>
          <p:nvPr>
            <p:ph type="dt" sz="half" idx="10"/>
          </p:nvPr>
        </p:nvSpPr>
        <p:spPr/>
        <p:txBody>
          <a:bodyPr/>
          <a:lstStyle>
            <a:lvl1pPr>
              <a:defRPr/>
            </a:lvl1pPr>
          </a:lstStyle>
          <a:p>
            <a:pPr>
              <a:defRPr/>
            </a:pPr>
            <a:fld id="{C7135292-9CF0-49E1-B723-113CE47664BB}" type="datetimeFigureOut">
              <a:rPr lang="en-US"/>
              <a:pPr>
                <a:defRPr/>
              </a:pPr>
              <a:t>7/11/2026</a:t>
            </a:fld>
            <a:endParaRPr lang="en-US"/>
          </a:p>
        </p:txBody>
      </p:sp>
      <p:sp>
        <p:nvSpPr>
          <p:cNvPr id="6" name="Footer Placeholder 4">
            <a:extLst>
              <a:ext uri="{FF2B5EF4-FFF2-40B4-BE49-F238E27FC236}">
                <a16:creationId xmlns:a16="http://schemas.microsoft.com/office/drawing/2014/main" id="{3932E92E-EE51-4076-B1E0-92A4055FB8D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21B3CF0-E39B-494D-BB37-7E4BCED5A081}"/>
              </a:ext>
            </a:extLst>
          </p:cNvPr>
          <p:cNvSpPr>
            <a:spLocks noGrp="1"/>
          </p:cNvSpPr>
          <p:nvPr>
            <p:ph type="sldNum" sz="quarter" idx="12"/>
          </p:nvPr>
        </p:nvSpPr>
        <p:spPr/>
        <p:txBody>
          <a:bodyPr/>
          <a:lstStyle>
            <a:lvl1pPr>
              <a:defRPr/>
            </a:lvl1pPr>
          </a:lstStyle>
          <a:p>
            <a:pPr>
              <a:defRPr/>
            </a:pPr>
            <a:fld id="{A24DD70E-7164-453E-8B8C-708C4C018DBC}" type="slidenum">
              <a:rPr lang="en-US" altLang="en-US"/>
              <a:pPr>
                <a:defRPr/>
              </a:pPr>
              <a:t>‹#›</a:t>
            </a:fld>
            <a:endParaRPr lang="en-US" altLang="en-US"/>
          </a:p>
        </p:txBody>
      </p:sp>
    </p:spTree>
    <p:extLst>
      <p:ext uri="{BB962C8B-B14F-4D97-AF65-F5344CB8AC3E}">
        <p14:creationId xmlns:p14="http://schemas.microsoft.com/office/powerpoint/2010/main" val="354315080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0F7C4D-5730-4873-AF78-2BA1EEFC6422}"/>
              </a:ext>
            </a:extLst>
          </p:cNvPr>
          <p:cNvSpPr>
            <a:spLocks noGrp="1"/>
          </p:cNvSpPr>
          <p:nvPr>
            <p:ph type="dt" sz="half" idx="10"/>
          </p:nvPr>
        </p:nvSpPr>
        <p:spPr/>
        <p:txBody>
          <a:bodyPr/>
          <a:lstStyle>
            <a:lvl1pPr>
              <a:defRPr/>
            </a:lvl1pPr>
          </a:lstStyle>
          <a:p>
            <a:pPr>
              <a:defRPr/>
            </a:pPr>
            <a:fld id="{A36B9D6C-2957-4F8F-9DEB-2107C3F076A0}" type="datetimeFigureOut">
              <a:rPr lang="en-US"/>
              <a:pPr>
                <a:defRPr/>
              </a:pPr>
              <a:t>7/11/2026</a:t>
            </a:fld>
            <a:endParaRPr lang="en-US"/>
          </a:p>
        </p:txBody>
      </p:sp>
      <p:sp>
        <p:nvSpPr>
          <p:cNvPr id="5" name="Footer Placeholder 4">
            <a:extLst>
              <a:ext uri="{FF2B5EF4-FFF2-40B4-BE49-F238E27FC236}">
                <a16:creationId xmlns:a16="http://schemas.microsoft.com/office/drawing/2014/main" id="{58334BC5-0A18-42D2-B2F0-AA490BC39B5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6B32B96-A709-42EF-8510-3082CEA750AE}"/>
              </a:ext>
            </a:extLst>
          </p:cNvPr>
          <p:cNvSpPr>
            <a:spLocks noGrp="1"/>
          </p:cNvSpPr>
          <p:nvPr>
            <p:ph type="sldNum" sz="quarter" idx="12"/>
          </p:nvPr>
        </p:nvSpPr>
        <p:spPr/>
        <p:txBody>
          <a:bodyPr/>
          <a:lstStyle>
            <a:lvl1pPr>
              <a:defRPr/>
            </a:lvl1pPr>
          </a:lstStyle>
          <a:p>
            <a:pPr>
              <a:defRPr/>
            </a:pPr>
            <a:fld id="{01BE8573-29CA-4BA9-A408-FFB195A9411B}" type="slidenum">
              <a:rPr lang="en-US" altLang="en-US"/>
              <a:pPr>
                <a:defRPr/>
              </a:pPr>
              <a:t>‹#›</a:t>
            </a:fld>
            <a:endParaRPr lang="en-US" altLang="en-US"/>
          </a:p>
        </p:txBody>
      </p:sp>
    </p:spTree>
    <p:extLst>
      <p:ext uri="{BB962C8B-B14F-4D97-AF65-F5344CB8AC3E}">
        <p14:creationId xmlns:p14="http://schemas.microsoft.com/office/powerpoint/2010/main" val="248130129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E83EE4-0661-45B7-AF21-C11122F65EBB}"/>
              </a:ext>
            </a:extLst>
          </p:cNvPr>
          <p:cNvSpPr>
            <a:spLocks noGrp="1"/>
          </p:cNvSpPr>
          <p:nvPr>
            <p:ph type="dt" sz="half" idx="10"/>
          </p:nvPr>
        </p:nvSpPr>
        <p:spPr/>
        <p:txBody>
          <a:bodyPr/>
          <a:lstStyle>
            <a:lvl1pPr>
              <a:defRPr/>
            </a:lvl1pPr>
          </a:lstStyle>
          <a:p>
            <a:pPr>
              <a:defRPr/>
            </a:pPr>
            <a:fld id="{C6A8EC9A-8150-4618-AFA5-2FD765038FB2}" type="datetimeFigureOut">
              <a:rPr lang="en-US"/>
              <a:pPr>
                <a:defRPr/>
              </a:pPr>
              <a:t>7/11/2026</a:t>
            </a:fld>
            <a:endParaRPr lang="en-US"/>
          </a:p>
        </p:txBody>
      </p:sp>
      <p:sp>
        <p:nvSpPr>
          <p:cNvPr id="5" name="Footer Placeholder 4">
            <a:extLst>
              <a:ext uri="{FF2B5EF4-FFF2-40B4-BE49-F238E27FC236}">
                <a16:creationId xmlns:a16="http://schemas.microsoft.com/office/drawing/2014/main" id="{1C3468E8-F035-487F-BADB-892FD5E5A2F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11B58B1-FA92-4D53-B74A-8DA70C8A631E}"/>
              </a:ext>
            </a:extLst>
          </p:cNvPr>
          <p:cNvSpPr>
            <a:spLocks noGrp="1"/>
          </p:cNvSpPr>
          <p:nvPr>
            <p:ph type="sldNum" sz="quarter" idx="12"/>
          </p:nvPr>
        </p:nvSpPr>
        <p:spPr/>
        <p:txBody>
          <a:bodyPr/>
          <a:lstStyle>
            <a:lvl1pPr>
              <a:defRPr/>
            </a:lvl1pPr>
          </a:lstStyle>
          <a:p>
            <a:pPr>
              <a:defRPr/>
            </a:pPr>
            <a:fld id="{0FB65B45-5203-47D5-A5D5-CDD4C70D6801}" type="slidenum">
              <a:rPr lang="en-US" altLang="en-US"/>
              <a:pPr>
                <a:defRPr/>
              </a:pPr>
              <a:t>‹#›</a:t>
            </a:fld>
            <a:endParaRPr lang="en-US" altLang="en-US"/>
          </a:p>
        </p:txBody>
      </p:sp>
    </p:spTree>
    <p:extLst>
      <p:ext uri="{BB962C8B-B14F-4D97-AF65-F5344CB8AC3E}">
        <p14:creationId xmlns:p14="http://schemas.microsoft.com/office/powerpoint/2010/main" val="50143541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grpSp>
        <p:nvGrpSpPr>
          <p:cNvPr id="4" name="Group 6">
            <a:extLst>
              <a:ext uri="{FF2B5EF4-FFF2-40B4-BE49-F238E27FC236}">
                <a16:creationId xmlns:a16="http://schemas.microsoft.com/office/drawing/2014/main" id="{A9931F50-8B95-4F19-A504-B314517CFFA9}"/>
              </a:ext>
            </a:extLst>
          </p:cNvPr>
          <p:cNvGrpSpPr>
            <a:grpSpLocks/>
          </p:cNvGrpSpPr>
          <p:nvPr/>
        </p:nvGrpSpPr>
        <p:grpSpPr bwMode="auto">
          <a:xfrm>
            <a:off x="2778125" y="6550025"/>
            <a:ext cx="9413875" cy="49213"/>
            <a:chOff x="2083888" y="6550671"/>
            <a:chExt cx="7060112" cy="48665"/>
          </a:xfrm>
        </p:grpSpPr>
        <p:sp>
          <p:nvSpPr>
            <p:cNvPr id="5" name="Rectangle 4">
              <a:extLst>
                <a:ext uri="{FF2B5EF4-FFF2-40B4-BE49-F238E27FC236}">
                  <a16:creationId xmlns:a16="http://schemas.microsoft.com/office/drawing/2014/main" id="{40A30383-2184-4768-9AE7-5969F36A3F7C}"/>
                </a:ext>
              </a:extLst>
            </p:cNvPr>
            <p:cNvSpPr/>
            <p:nvPr/>
          </p:nvSpPr>
          <p:spPr>
            <a:xfrm>
              <a:off x="4630529" y="6550671"/>
              <a:ext cx="2328765"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p>
          </p:txBody>
        </p:sp>
        <p:sp>
          <p:nvSpPr>
            <p:cNvPr id="6" name="Rectangle 5">
              <a:extLst>
                <a:ext uri="{FF2B5EF4-FFF2-40B4-BE49-F238E27FC236}">
                  <a16:creationId xmlns:a16="http://schemas.microsoft.com/office/drawing/2014/main" id="{08262250-20EF-47F2-8AD2-A534C04A7B6C}"/>
                </a:ext>
              </a:extLst>
            </p:cNvPr>
            <p:cNvSpPr/>
            <p:nvPr/>
          </p:nvSpPr>
          <p:spPr>
            <a:xfrm>
              <a:off x="6908099" y="6550671"/>
              <a:ext cx="2235901"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p>
          </p:txBody>
        </p:sp>
        <p:sp>
          <p:nvSpPr>
            <p:cNvPr id="7" name="Rectangle 6">
              <a:extLst>
                <a:ext uri="{FF2B5EF4-FFF2-40B4-BE49-F238E27FC236}">
                  <a16:creationId xmlns:a16="http://schemas.microsoft.com/office/drawing/2014/main" id="{AC2BED3F-2D54-42B0-9E98-51CEB8FE008F}"/>
                </a:ext>
              </a:extLst>
            </p:cNvPr>
            <p:cNvSpPr/>
            <p:nvPr/>
          </p:nvSpPr>
          <p:spPr>
            <a:xfrm>
              <a:off x="2083888" y="6550671"/>
              <a:ext cx="2581167"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p>
          </p:txBody>
        </p:sp>
      </p:grpSp>
      <p:pic>
        <p:nvPicPr>
          <p:cNvPr id="8" name="Picture 10" descr="Picture 7.png">
            <a:extLst>
              <a:ext uri="{FF2B5EF4-FFF2-40B4-BE49-F238E27FC236}">
                <a16:creationId xmlns:a16="http://schemas.microsoft.com/office/drawing/2014/main" id="{8103A19B-AF73-4B82-A11F-DDEEFE9D3D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9267825" y="0"/>
            <a:ext cx="29241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1">
            <a:extLst>
              <a:ext uri="{FF2B5EF4-FFF2-40B4-BE49-F238E27FC236}">
                <a16:creationId xmlns:a16="http://schemas.microsoft.com/office/drawing/2014/main" id="{FA68217B-FE48-4E0B-99E6-574127947846}"/>
              </a:ext>
            </a:extLst>
          </p:cNvPr>
          <p:cNvGrpSpPr>
            <a:grpSpLocks/>
          </p:cNvGrpSpPr>
          <p:nvPr/>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7704E25E-AF10-40D3-9B30-9737705CEAA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p>
          </p:txBody>
        </p:sp>
        <p:sp>
          <p:nvSpPr>
            <p:cNvPr id="11" name="Rectangle 10">
              <a:extLst>
                <a:ext uri="{FF2B5EF4-FFF2-40B4-BE49-F238E27FC236}">
                  <a16:creationId xmlns:a16="http://schemas.microsoft.com/office/drawing/2014/main" id="{7F07805B-29BE-4382-AC1A-4B55E5E262C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p>
          </p:txBody>
        </p:sp>
        <p:sp>
          <p:nvSpPr>
            <p:cNvPr id="12" name="Rectangle 11">
              <a:extLst>
                <a:ext uri="{FF2B5EF4-FFF2-40B4-BE49-F238E27FC236}">
                  <a16:creationId xmlns:a16="http://schemas.microsoft.com/office/drawing/2014/main" id="{A9E59955-D83A-4B4A-BADE-A9DF23EC9B7B}"/>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p>
          </p:txBody>
        </p:sp>
      </p:grpSp>
      <p:grpSp>
        <p:nvGrpSpPr>
          <p:cNvPr id="13" name="Group 15">
            <a:extLst>
              <a:ext uri="{FF2B5EF4-FFF2-40B4-BE49-F238E27FC236}">
                <a16:creationId xmlns:a16="http://schemas.microsoft.com/office/drawing/2014/main" id="{1C90052F-2EF5-487F-BCBB-4B62BEC63D99}"/>
              </a:ext>
            </a:extLst>
          </p:cNvPr>
          <p:cNvGrpSpPr>
            <a:grpSpLocks/>
          </p:cNvGrpSpPr>
          <p:nvPr/>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24E645BF-272E-4C1D-BAAF-174554B47BC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p>
          </p:txBody>
        </p:sp>
        <p:sp>
          <p:nvSpPr>
            <p:cNvPr id="15" name="Rectangle 14">
              <a:extLst>
                <a:ext uri="{FF2B5EF4-FFF2-40B4-BE49-F238E27FC236}">
                  <a16:creationId xmlns:a16="http://schemas.microsoft.com/office/drawing/2014/main" id="{29E1274A-03EB-417E-820B-524E2F2C661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p>
          </p:txBody>
        </p:sp>
        <p:sp>
          <p:nvSpPr>
            <p:cNvPr id="16" name="Rectangle 15">
              <a:extLst>
                <a:ext uri="{FF2B5EF4-FFF2-40B4-BE49-F238E27FC236}">
                  <a16:creationId xmlns:a16="http://schemas.microsoft.com/office/drawing/2014/main" id="{474FEB14-6FFC-4F84-B8C8-217495D04734}"/>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p>
          </p:txBody>
        </p:sp>
      </p:grpSp>
      <p:sp>
        <p:nvSpPr>
          <p:cNvPr id="3" name="Content Placeholder 2"/>
          <p:cNvSpPr>
            <a:spLocks noGrp="1"/>
          </p:cNvSpPr>
          <p:nvPr>
            <p:ph idx="1"/>
          </p:nvPr>
        </p:nvSpPr>
        <p:spPr>
          <a:xfrm>
            <a:off x="203200" y="1417320"/>
            <a:ext cx="117856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800">
                <a:latin typeface="Arial" panose="020B0604020202020204" pitchFamily="34" charset="0"/>
                <a:cs typeface="Arial" panose="020B0604020202020204" pitchFamily="34" charset="0"/>
              </a:defRPr>
            </a:lvl2pPr>
            <a:lvl3pPr>
              <a:defRPr sz="1500"/>
            </a:lvl3pPr>
            <a:lvl4pPr>
              <a:defRPr baseline="0"/>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8" name="Rectangle 2" descr="Large confetti"/>
          <p:cNvSpPr>
            <a:spLocks noGrp="1" noChangeArrowheads="1"/>
          </p:cNvSpPr>
          <p:nvPr>
            <p:ph type="title" idx="4294967295"/>
          </p:nvPr>
        </p:nvSpPr>
        <p:spPr>
          <a:xfrm>
            <a:off x="88321" y="26442"/>
            <a:ext cx="9055681" cy="1192758"/>
          </a:xfrm>
        </p:spPr>
        <p:txBody>
          <a:bodyPr>
            <a:noAutofit/>
          </a:bodyPr>
          <a:lstStyle>
            <a:lvl1pPr algn="l" eaLnBrk="1" hangingPunct="1">
              <a:defRPr sz="2700">
                <a:latin typeface="Arial" panose="020B0604020202020204" pitchFamily="34" charset="0"/>
                <a:cs typeface="Arial" panose="020B0604020202020204" pitchFamily="34" charset="0"/>
              </a:defRPr>
            </a:lvl1pPr>
          </a:lstStyle>
          <a:p>
            <a:r>
              <a:rPr lang="en-US"/>
              <a:t>Click to edit Master title style</a:t>
            </a:r>
            <a:endParaRPr lang="en-US" altLang="en-US" dirty="0"/>
          </a:p>
        </p:txBody>
      </p:sp>
    </p:spTree>
    <p:extLst>
      <p:ext uri="{BB962C8B-B14F-4D97-AF65-F5344CB8AC3E}">
        <p14:creationId xmlns:p14="http://schemas.microsoft.com/office/powerpoint/2010/main" val="277512402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90688"/>
            <a:ext cx="5384800" cy="44338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690688"/>
            <a:ext cx="5384800" cy="4433887"/>
          </a:xfrm>
        </p:spPr>
        <p:txBody>
          <a:bodyPr rtlCol="0">
            <a:normAutofit/>
          </a:bodyPr>
          <a:lstStyle/>
          <a:p>
            <a:pPr lvl="0"/>
            <a:r>
              <a:rPr lang="en-US" noProof="0"/>
              <a:t>Click icon to add online image</a:t>
            </a:r>
          </a:p>
        </p:txBody>
      </p:sp>
      <p:sp>
        <p:nvSpPr>
          <p:cNvPr id="5" name="Slide Number Placeholder 4">
            <a:extLst>
              <a:ext uri="{FF2B5EF4-FFF2-40B4-BE49-F238E27FC236}">
                <a16:creationId xmlns:a16="http://schemas.microsoft.com/office/drawing/2014/main" id="{6FF8C43E-5035-441E-B4A8-BA749C31AA34}"/>
              </a:ext>
            </a:extLst>
          </p:cNvPr>
          <p:cNvSpPr>
            <a:spLocks noGrp="1"/>
          </p:cNvSpPr>
          <p:nvPr>
            <p:ph type="sldNum" sz="quarter" idx="10"/>
          </p:nvPr>
        </p:nvSpPr>
        <p:spPr>
          <a:xfrm>
            <a:off x="8737600" y="6248400"/>
            <a:ext cx="2844800" cy="476250"/>
          </a:xfrm>
        </p:spPr>
        <p:txBody>
          <a:bodyPr/>
          <a:lstStyle>
            <a:lvl1pPr>
              <a:defRPr/>
            </a:lvl1pPr>
          </a:lstStyle>
          <a:p>
            <a:pPr>
              <a:defRPr/>
            </a:pPr>
            <a:fld id="{C379BE3D-13D6-46D1-9BEC-A5F689F277D9}" type="slidenum">
              <a:rPr lang="en-US" altLang="en-US"/>
              <a:pPr>
                <a:defRPr/>
              </a:pPr>
              <a:t>‹#›</a:t>
            </a:fld>
            <a:endParaRPr lang="en-US" altLang="en-US"/>
          </a:p>
        </p:txBody>
      </p:sp>
    </p:spTree>
    <p:extLst>
      <p:ext uri="{BB962C8B-B14F-4D97-AF65-F5344CB8AC3E}">
        <p14:creationId xmlns:p14="http://schemas.microsoft.com/office/powerpoint/2010/main" val="103201108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pPr lvl="0"/>
            <a:r>
              <a:rPr lang="en-US"/>
              <a:t>Edit Master text styles</a:t>
            </a:r>
          </a:p>
        </p:txBody>
      </p:sp>
    </p:spTree>
    <p:extLst>
      <p:ext uri="{BB962C8B-B14F-4D97-AF65-F5344CB8AC3E}">
        <p14:creationId xmlns:p14="http://schemas.microsoft.com/office/powerpoint/2010/main" val="157674334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EBE528-E1A4-4534-B85D-6485F1886D56}"/>
              </a:ext>
            </a:extLst>
          </p:cNvPr>
          <p:cNvSpPr txBox="1"/>
          <p:nvPr/>
        </p:nvSpPr>
        <p:spPr>
          <a:xfrm>
            <a:off x="4368800" y="6596063"/>
            <a:ext cx="7823200" cy="187325"/>
          </a:xfrm>
          <a:prstGeom prst="rect">
            <a:avLst/>
          </a:prstGeom>
          <a:noFill/>
        </p:spPr>
        <p:txBody>
          <a:bodyPr>
            <a:spAutoFit/>
          </a:bodyPr>
          <a:lstStyle/>
          <a:p>
            <a:pPr algn="r">
              <a:defRPr/>
            </a:pPr>
            <a:r>
              <a:rPr lang="en-US" sz="619" b="1" dirty="0">
                <a:solidFill>
                  <a:srgbClr val="101141"/>
                </a:solidFill>
                <a:latin typeface="Arial" panose="020B0604020202020204"/>
                <a:cs typeface="Arial" panose="020B0604020202020204"/>
              </a:rPr>
              <a:t>BITS </a:t>
            </a:r>
            <a:r>
              <a:rPr lang="en-US" sz="619" dirty="0">
                <a:solidFill>
                  <a:srgbClr val="101141"/>
                </a:solidFill>
                <a:latin typeface="Arial" panose="020B0604020202020204"/>
                <a:cs typeface="Arial" panose="020B0604020202020204"/>
              </a:rPr>
              <a:t>Pilani, Pilani Campus</a:t>
            </a:r>
          </a:p>
        </p:txBody>
      </p:sp>
      <p:grpSp>
        <p:nvGrpSpPr>
          <p:cNvPr id="5" name="Group 11">
            <a:extLst>
              <a:ext uri="{FF2B5EF4-FFF2-40B4-BE49-F238E27FC236}">
                <a16:creationId xmlns:a16="http://schemas.microsoft.com/office/drawing/2014/main" id="{1C3437E6-EAE1-4444-B186-27607E2EB716}"/>
              </a:ext>
            </a:extLst>
          </p:cNvPr>
          <p:cNvGrpSpPr>
            <a:grpSpLocks/>
          </p:cNvGrpSpPr>
          <p:nvPr/>
        </p:nvGrpSpPr>
        <p:grpSpPr bwMode="auto">
          <a:xfrm>
            <a:off x="2779713" y="6550025"/>
            <a:ext cx="9412287" cy="49213"/>
            <a:chOff x="2083888" y="6550671"/>
            <a:chExt cx="7060112" cy="48665"/>
          </a:xfrm>
        </p:grpSpPr>
        <p:sp>
          <p:nvSpPr>
            <p:cNvPr id="6" name="Rectangle 5">
              <a:extLst>
                <a:ext uri="{FF2B5EF4-FFF2-40B4-BE49-F238E27FC236}">
                  <a16:creationId xmlns:a16="http://schemas.microsoft.com/office/drawing/2014/main" id="{580B37BF-EF5D-46CC-9EA7-57CF67F1D38B}"/>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7" name="Rectangle 6">
              <a:extLst>
                <a:ext uri="{FF2B5EF4-FFF2-40B4-BE49-F238E27FC236}">
                  <a16:creationId xmlns:a16="http://schemas.microsoft.com/office/drawing/2014/main" id="{323560AE-0687-4438-8094-5CBD2DA6EB99}"/>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8" name="Rectangle 7">
              <a:extLst>
                <a:ext uri="{FF2B5EF4-FFF2-40B4-BE49-F238E27FC236}">
                  <a16:creationId xmlns:a16="http://schemas.microsoft.com/office/drawing/2014/main" id="{3B7B1571-556B-4578-9C24-8FBFC51595D9}"/>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pic>
        <p:nvPicPr>
          <p:cNvPr id="9" name="Picture 11" descr="Picture 7.png">
            <a:extLst>
              <a:ext uri="{FF2B5EF4-FFF2-40B4-BE49-F238E27FC236}">
                <a16:creationId xmlns:a16="http://schemas.microsoft.com/office/drawing/2014/main" id="{99B3895B-C76D-4DE5-8276-29A825565C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1D01E249-D637-47F7-AA7C-A5BCB66C287F}"/>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BA823374-1B39-4908-A024-01D0E2F2D32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2" name="Rectangle 11">
              <a:extLst>
                <a:ext uri="{FF2B5EF4-FFF2-40B4-BE49-F238E27FC236}">
                  <a16:creationId xmlns:a16="http://schemas.microsoft.com/office/drawing/2014/main" id="{CC445A96-57CC-455F-A448-CDB45049300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3" name="Rectangle 12">
              <a:extLst>
                <a:ext uri="{FF2B5EF4-FFF2-40B4-BE49-F238E27FC236}">
                  <a16:creationId xmlns:a16="http://schemas.microsoft.com/office/drawing/2014/main" id="{4156CEF4-EA33-4CC6-902A-10C28FB7ECF0}"/>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grpSp>
        <p:nvGrpSpPr>
          <p:cNvPr id="14" name="Group 22">
            <a:extLst>
              <a:ext uri="{FF2B5EF4-FFF2-40B4-BE49-F238E27FC236}">
                <a16:creationId xmlns:a16="http://schemas.microsoft.com/office/drawing/2014/main" id="{3D810A7C-4E7E-4554-87DD-4B129E64A0FA}"/>
              </a:ext>
            </a:extLst>
          </p:cNvPr>
          <p:cNvGrpSpPr>
            <a:grpSpLocks/>
          </p:cNvGrpSpPr>
          <p:nvPr/>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C26B9638-74AE-43DF-9127-BD033178D39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6" name="Rectangle 15">
              <a:extLst>
                <a:ext uri="{FF2B5EF4-FFF2-40B4-BE49-F238E27FC236}">
                  <a16:creationId xmlns:a16="http://schemas.microsoft.com/office/drawing/2014/main" id="{EA9BA370-6D96-4338-8F89-00D5754639E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7" name="Rectangle 16">
              <a:extLst>
                <a:ext uri="{FF2B5EF4-FFF2-40B4-BE49-F238E27FC236}">
                  <a16:creationId xmlns:a16="http://schemas.microsoft.com/office/drawing/2014/main" id="{ED426703-B5B2-4B7B-8908-1F16E7A7928E}"/>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sp>
        <p:nvSpPr>
          <p:cNvPr id="18" name="TextBox 17">
            <a:extLst>
              <a:ext uri="{FF2B5EF4-FFF2-40B4-BE49-F238E27FC236}">
                <a16:creationId xmlns:a16="http://schemas.microsoft.com/office/drawing/2014/main" id="{BFCA48AA-975F-4D7D-A5CC-B2B3598E801B}"/>
              </a:ext>
            </a:extLst>
          </p:cNvPr>
          <p:cNvSpPr txBox="1">
            <a:spLocks noChangeArrowheads="1"/>
          </p:cNvSpPr>
          <p:nvPr userDrawn="1"/>
        </p:nvSpPr>
        <p:spPr bwMode="auto">
          <a:xfrm>
            <a:off x="4368800" y="6596063"/>
            <a:ext cx="7823200" cy="219075"/>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825" b="1">
                <a:solidFill>
                  <a:srgbClr val="101141"/>
                </a:solidFill>
              </a:rPr>
              <a:t>BITS </a:t>
            </a:r>
            <a:r>
              <a:rPr lang="en-US" sz="825">
                <a:solidFill>
                  <a:srgbClr val="101141"/>
                </a:solidFill>
              </a:rPr>
              <a:t>Pilani, Pilani Campus</a:t>
            </a:r>
          </a:p>
        </p:txBody>
      </p:sp>
      <p:grpSp>
        <p:nvGrpSpPr>
          <p:cNvPr id="19" name="Group 11">
            <a:extLst>
              <a:ext uri="{FF2B5EF4-FFF2-40B4-BE49-F238E27FC236}">
                <a16:creationId xmlns:a16="http://schemas.microsoft.com/office/drawing/2014/main" id="{8AD39CDD-2591-404B-A082-A4AB216989F6}"/>
              </a:ext>
            </a:extLst>
          </p:cNvPr>
          <p:cNvGrpSpPr>
            <a:grpSpLocks/>
          </p:cNvGrpSpPr>
          <p:nvPr userDrawn="1"/>
        </p:nvGrpSpPr>
        <p:grpSpPr bwMode="auto">
          <a:xfrm>
            <a:off x="2779713" y="6550025"/>
            <a:ext cx="9412287" cy="49213"/>
            <a:chOff x="2083888" y="6550671"/>
            <a:chExt cx="7060112" cy="48665"/>
          </a:xfrm>
        </p:grpSpPr>
        <p:sp>
          <p:nvSpPr>
            <p:cNvPr id="20" name="Rectangle 19">
              <a:extLst>
                <a:ext uri="{FF2B5EF4-FFF2-40B4-BE49-F238E27FC236}">
                  <a16:creationId xmlns:a16="http://schemas.microsoft.com/office/drawing/2014/main" id="{28305C9F-4B69-4F16-89A4-5A46BE4B2419}"/>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1" name="Rectangle 20">
              <a:extLst>
                <a:ext uri="{FF2B5EF4-FFF2-40B4-BE49-F238E27FC236}">
                  <a16:creationId xmlns:a16="http://schemas.microsoft.com/office/drawing/2014/main" id="{070CF018-F3EE-427A-9C51-EE113F5E8AFC}"/>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2" name="Rectangle 21">
              <a:extLst>
                <a:ext uri="{FF2B5EF4-FFF2-40B4-BE49-F238E27FC236}">
                  <a16:creationId xmlns:a16="http://schemas.microsoft.com/office/drawing/2014/main" id="{55DAAF84-E033-4793-A553-025F132BD251}"/>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23" name="Picture 11" descr="Picture 7.png">
            <a:extLst>
              <a:ext uri="{FF2B5EF4-FFF2-40B4-BE49-F238E27FC236}">
                <a16:creationId xmlns:a16="http://schemas.microsoft.com/office/drawing/2014/main" id="{6D26EACA-C662-47C6-AFB8-6663D535F21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18">
            <a:extLst>
              <a:ext uri="{FF2B5EF4-FFF2-40B4-BE49-F238E27FC236}">
                <a16:creationId xmlns:a16="http://schemas.microsoft.com/office/drawing/2014/main" id="{CB84C71B-DD35-4D01-8ABC-8ABC01B7D24D}"/>
              </a:ext>
            </a:extLst>
          </p:cNvPr>
          <p:cNvGrpSpPr>
            <a:grpSpLocks/>
          </p:cNvGrpSpPr>
          <p:nvPr userDrawn="1"/>
        </p:nvGrpSpPr>
        <p:grpSpPr bwMode="auto">
          <a:xfrm>
            <a:off x="2844800" y="6553200"/>
            <a:ext cx="9347200" cy="46038"/>
            <a:chOff x="1905000" y="6553200"/>
            <a:chExt cx="7010400" cy="45719"/>
          </a:xfrm>
        </p:grpSpPr>
        <p:sp>
          <p:nvSpPr>
            <p:cNvPr id="25" name="Rectangle 24">
              <a:extLst>
                <a:ext uri="{FF2B5EF4-FFF2-40B4-BE49-F238E27FC236}">
                  <a16:creationId xmlns:a16="http://schemas.microsoft.com/office/drawing/2014/main" id="{29867A3E-5DB0-4B55-A847-E82EA8E2F08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6" name="Rectangle 25">
              <a:extLst>
                <a:ext uri="{FF2B5EF4-FFF2-40B4-BE49-F238E27FC236}">
                  <a16:creationId xmlns:a16="http://schemas.microsoft.com/office/drawing/2014/main" id="{36CF6B2F-D5BB-4870-9A56-3F8DBC269E5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8" name="Rectangle 27">
              <a:extLst>
                <a:ext uri="{FF2B5EF4-FFF2-40B4-BE49-F238E27FC236}">
                  <a16:creationId xmlns:a16="http://schemas.microsoft.com/office/drawing/2014/main" id="{CAA6C23D-4336-4BAF-A20B-3D56C6E5C104}"/>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29" name="Group 22">
            <a:extLst>
              <a:ext uri="{FF2B5EF4-FFF2-40B4-BE49-F238E27FC236}">
                <a16:creationId xmlns:a16="http://schemas.microsoft.com/office/drawing/2014/main" id="{EF28668D-8463-4863-BEBF-CBE3434276E1}"/>
              </a:ext>
            </a:extLst>
          </p:cNvPr>
          <p:cNvGrpSpPr>
            <a:grpSpLocks/>
          </p:cNvGrpSpPr>
          <p:nvPr userDrawn="1"/>
        </p:nvGrpSpPr>
        <p:grpSpPr bwMode="auto">
          <a:xfrm>
            <a:off x="0" y="1295400"/>
            <a:ext cx="9347200" cy="46038"/>
            <a:chOff x="1905000" y="6553200"/>
            <a:chExt cx="7010400" cy="45719"/>
          </a:xfrm>
        </p:grpSpPr>
        <p:sp>
          <p:nvSpPr>
            <p:cNvPr id="30" name="Rectangle 29">
              <a:extLst>
                <a:ext uri="{FF2B5EF4-FFF2-40B4-BE49-F238E27FC236}">
                  <a16:creationId xmlns:a16="http://schemas.microsoft.com/office/drawing/2014/main" id="{EEA86AC8-FC96-4855-81DA-79F5F89C20D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1" name="Rectangle 30">
              <a:extLst>
                <a:ext uri="{FF2B5EF4-FFF2-40B4-BE49-F238E27FC236}">
                  <a16:creationId xmlns:a16="http://schemas.microsoft.com/office/drawing/2014/main" id="{26A2B078-3B5E-4D2C-B0BE-5B5D417A66B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2" name="Rectangle 31">
              <a:extLst>
                <a:ext uri="{FF2B5EF4-FFF2-40B4-BE49-F238E27FC236}">
                  <a16:creationId xmlns:a16="http://schemas.microsoft.com/office/drawing/2014/main" id="{4B39C003-84BA-44C2-8E60-0D8C93DBCF96}"/>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406400" y="1493842"/>
            <a:ext cx="109728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350">
                <a:latin typeface="Arial" panose="020B0604020202020204" pitchFamily="34" charset="0"/>
                <a:cs typeface="Arial" panose="020B0604020202020204" pitchFamily="34" charset="0"/>
              </a:defRPr>
            </a:lvl1pPr>
            <a:lvl2pPr marL="418148" marR="0" indent="-160973" algn="l" defTabSz="514350" rtl="0" eaLnBrk="1" fontAlgn="auto" latinLnBrk="0" hangingPunct="1">
              <a:lnSpc>
                <a:spcPct val="100000"/>
              </a:lnSpc>
              <a:spcBef>
                <a:spcPct val="20000"/>
              </a:spcBef>
              <a:spcAft>
                <a:spcPts val="0"/>
              </a:spcAft>
              <a:buClrTx/>
              <a:buSzTx/>
              <a:buFont typeface="Arial" panose="020B0604020202020204" pitchFamily="34" charset="0"/>
              <a:buChar char="–"/>
              <a:defRPr sz="900">
                <a:latin typeface="Arial" panose="020B0604020202020204" pitchFamily="34" charset="0"/>
                <a:cs typeface="Arial" panose="020B0604020202020204"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025"/>
              </a:lnSpc>
              <a:spcBef>
                <a:spcPts val="0"/>
              </a:spcBef>
              <a:buNone/>
              <a:defRPr sz="2025" b="1" spc="-85" baseline="0">
                <a:latin typeface="Arial" panose="020B0604020202020204" pitchFamily="34" charset="0"/>
                <a:cs typeface="Arial" panose="020B0604020202020204" pitchFamily="34" charset="0"/>
              </a:defRPr>
            </a:lvl1pPr>
          </a:lstStyle>
          <a:p>
            <a:pPr lvl="0"/>
            <a:r>
              <a:rPr lang="en-US"/>
              <a:t>Edit Master text styles</a:t>
            </a:r>
          </a:p>
        </p:txBody>
      </p:sp>
    </p:spTree>
    <p:extLst>
      <p:ext uri="{BB962C8B-B14F-4D97-AF65-F5344CB8AC3E}">
        <p14:creationId xmlns:p14="http://schemas.microsoft.com/office/powerpoint/2010/main" val="330031766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0B51B694-98E4-48EE-BA0C-C7BE9589B2B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C5A18E54-744F-4D4B-AF66-B13DDC79FCA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F8AA1DCD-84DD-478E-B869-4D0767B893CD}"/>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898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1E1B21B4-1EE9-42BD-BCDA-88F97F652410}"/>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ABEAAD28-2B9E-4126-A747-D242FEB3D72C}"/>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288" y="896938"/>
            <a:ext cx="30972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6B72550D-459A-4D35-8D33-A1AAC24D7D8A}"/>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7038" y="4800600"/>
            <a:ext cx="512445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3" y="2549773"/>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4"/>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1"/>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5189413" y="4826981"/>
            <a:ext cx="6713419"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3710138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C4B6C140-562E-4963-90EF-C64A003D204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152DDD02-81B9-4F7B-817E-411F1EF32312}"/>
              </a:ext>
            </a:extLst>
          </p:cNvPr>
          <p:cNvSpPr>
            <a:spLocks noChangeArrowheads="1"/>
          </p:cNvSpPr>
          <p:nvPr userDrawn="1"/>
        </p:nvSpPr>
        <p:spPr bwMode="auto">
          <a:xfrm>
            <a:off x="0" y="4281488"/>
            <a:ext cx="12192000" cy="2576512"/>
          </a:xfrm>
          <a:prstGeom prst="rect">
            <a:avLst/>
          </a:prstGeom>
          <a:solidFill>
            <a:schemeClr val="bg1"/>
          </a:solidFill>
          <a:ln w="9525">
            <a:solidFill>
              <a:srgbClr val="4A7EBB"/>
            </a:solidFill>
            <a:miter lim="800000"/>
            <a:headEnd/>
            <a:tailEnd/>
          </a:ln>
          <a:effectLst>
            <a:outerShdw blurRad="63500" dist="23000" dir="5400000" rotWithShape="0">
              <a:srgbClr val="000000">
                <a:alpha val="34998"/>
              </a:srgbClr>
            </a:outerShdw>
          </a:effectLst>
        </p:spPr>
        <p:txBody>
          <a:bodyPr anchor="ctr"/>
          <a:lstStyle/>
          <a:p>
            <a:pPr algn="ctr" eaLnBrk="1" fontAlgn="auto" hangingPunct="1">
              <a:spcBef>
                <a:spcPts val="0"/>
              </a:spcBef>
              <a:spcAft>
                <a:spcPts val="0"/>
              </a:spcAft>
              <a:defRPr/>
            </a:pPr>
            <a:endParaRPr lang="en-US" sz="1350">
              <a:solidFill>
                <a:schemeClr val="lt1"/>
              </a:solidFill>
              <a:latin typeface="+mn-lt"/>
            </a:endParaRPr>
          </a:p>
        </p:txBody>
      </p:sp>
      <p:pic>
        <p:nvPicPr>
          <p:cNvPr id="5" name="Picture 8" descr="Picture 7.png">
            <a:extLst>
              <a:ext uri="{FF2B5EF4-FFF2-40B4-BE49-F238E27FC236}">
                <a16:creationId xmlns:a16="http://schemas.microsoft.com/office/drawing/2014/main" id="{D60C670B-7286-48B0-8642-B9ED45ABBE2C}"/>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92E9A704-C11C-49AF-A212-F0C621E40418}"/>
              </a:ext>
            </a:extLst>
          </p:cNvPr>
          <p:cNvSpPr/>
          <p:nvPr userDrawn="1"/>
        </p:nvSpPr>
        <p:spPr>
          <a:xfrm>
            <a:off x="3843338"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FA1A2F4C-D0C5-4EAF-B928-DDFF732CE548}"/>
              </a:ext>
            </a:extLst>
          </p:cNvPr>
          <p:cNvSpPr/>
          <p:nvPr userDrawn="1"/>
        </p:nvSpPr>
        <p:spPr>
          <a:xfrm>
            <a:off x="-17463" y="6775450"/>
            <a:ext cx="3860801"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46488CA9-D6E7-4536-9F22-B6E3D298B582}"/>
              </a:ext>
            </a:extLst>
          </p:cNvPr>
          <p:cNvSpPr/>
          <p:nvPr userDrawn="1"/>
        </p:nvSpPr>
        <p:spPr>
          <a:xfrm>
            <a:off x="7704138"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9" name="TextBox 8">
            <a:extLst>
              <a:ext uri="{FF2B5EF4-FFF2-40B4-BE49-F238E27FC236}">
                <a16:creationId xmlns:a16="http://schemas.microsoft.com/office/drawing/2014/main" id="{6AA24AC9-E225-4644-9150-B85D7583742A}"/>
              </a:ext>
            </a:extLst>
          </p:cNvPr>
          <p:cNvSpPr txBox="1"/>
          <p:nvPr userDrawn="1"/>
        </p:nvSpPr>
        <p:spPr>
          <a:xfrm>
            <a:off x="9144000" y="762000"/>
            <a:ext cx="2946400" cy="427038"/>
          </a:xfrm>
          <a:prstGeom prst="rect">
            <a:avLst/>
          </a:prstGeom>
          <a:noFill/>
        </p:spPr>
        <p:txBody>
          <a:bodyPr>
            <a:spAutoFit/>
          </a:bodyPr>
          <a:lstStyle/>
          <a:p>
            <a:pPr algn="ctr" eaLnBrk="1" fontAlgn="auto" hangingPunct="1">
              <a:spcBef>
                <a:spcPts val="0"/>
              </a:spcBef>
              <a:spcAft>
                <a:spcPts val="0"/>
              </a:spcAft>
              <a:defRPr/>
            </a:pPr>
            <a:r>
              <a:rPr lang="en-US" sz="2175" b="1" spc="-113" dirty="0">
                <a:solidFill>
                  <a:schemeClr val="bg1"/>
                </a:solidFill>
                <a:latin typeface="Arial"/>
                <a:cs typeface="Arial"/>
              </a:rPr>
              <a:t>BITS</a:t>
            </a:r>
            <a:r>
              <a:rPr lang="en-US" sz="2175" spc="-113" dirty="0">
                <a:solidFill>
                  <a:schemeClr val="bg1"/>
                </a:solidFill>
                <a:latin typeface="Arial"/>
                <a:cs typeface="Arial"/>
              </a:rPr>
              <a:t> Pilani</a:t>
            </a:r>
          </a:p>
        </p:txBody>
      </p:sp>
      <p:sp>
        <p:nvSpPr>
          <p:cNvPr id="10" name="TextBox 9">
            <a:extLst>
              <a:ext uri="{FF2B5EF4-FFF2-40B4-BE49-F238E27FC236}">
                <a16:creationId xmlns:a16="http://schemas.microsoft.com/office/drawing/2014/main" id="{CBB655A3-8A3F-455B-A3E9-CC9276185D37}"/>
              </a:ext>
            </a:extLst>
          </p:cNvPr>
          <p:cNvSpPr txBox="1">
            <a:spLocks noChangeArrowheads="1"/>
          </p:cNvSpPr>
          <p:nvPr userDrawn="1"/>
        </p:nvSpPr>
        <p:spPr bwMode="auto">
          <a:xfrm>
            <a:off x="9448800" y="1171575"/>
            <a:ext cx="2540000" cy="230188"/>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fontAlgn="auto" hangingPunct="1">
              <a:spcBef>
                <a:spcPts val="0"/>
              </a:spcBef>
              <a:spcAft>
                <a:spcPts val="0"/>
              </a:spcAft>
              <a:defRPr/>
            </a:pPr>
            <a:r>
              <a:rPr lang="en-US" sz="9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06837450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x-none"/>
              <a:t>Click to edit Master subtitle style</a:t>
            </a:r>
            <a:endParaRPr lang="en-US"/>
          </a:p>
        </p:txBody>
      </p:sp>
      <p:sp>
        <p:nvSpPr>
          <p:cNvPr id="4" name="Date Placeholder 3">
            <a:extLst>
              <a:ext uri="{FF2B5EF4-FFF2-40B4-BE49-F238E27FC236}">
                <a16:creationId xmlns:a16="http://schemas.microsoft.com/office/drawing/2014/main" id="{1960550E-4D92-4966-980B-8139F561B21D}"/>
              </a:ext>
            </a:extLst>
          </p:cNvPr>
          <p:cNvSpPr>
            <a:spLocks noGrp="1"/>
          </p:cNvSpPr>
          <p:nvPr>
            <p:ph type="dt" sz="half" idx="10"/>
          </p:nvPr>
        </p:nvSpPr>
        <p:spPr/>
        <p:txBody>
          <a:bodyPr/>
          <a:lstStyle>
            <a:lvl1pPr>
              <a:defRPr/>
            </a:lvl1pPr>
          </a:lstStyle>
          <a:p>
            <a:pPr>
              <a:defRPr/>
            </a:pPr>
            <a:fld id="{CDA1883D-4AA7-458C-80BE-696E9B03BE42}" type="datetimeFigureOut">
              <a:rPr lang="en-US"/>
              <a:pPr>
                <a:defRPr/>
              </a:pPr>
              <a:t>7/11/2026</a:t>
            </a:fld>
            <a:endParaRPr lang="en-US"/>
          </a:p>
        </p:txBody>
      </p:sp>
      <p:sp>
        <p:nvSpPr>
          <p:cNvPr id="5" name="Footer Placeholder 4">
            <a:extLst>
              <a:ext uri="{FF2B5EF4-FFF2-40B4-BE49-F238E27FC236}">
                <a16:creationId xmlns:a16="http://schemas.microsoft.com/office/drawing/2014/main" id="{64A79853-3962-44D9-8AE2-415B207587D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E7E2DED-3A76-4EFD-96FC-15785F5ECE4D}"/>
              </a:ext>
            </a:extLst>
          </p:cNvPr>
          <p:cNvSpPr>
            <a:spLocks noGrp="1"/>
          </p:cNvSpPr>
          <p:nvPr>
            <p:ph type="sldNum" sz="quarter" idx="12"/>
          </p:nvPr>
        </p:nvSpPr>
        <p:spPr/>
        <p:txBody>
          <a:bodyPr/>
          <a:lstStyle>
            <a:lvl1pPr>
              <a:defRPr/>
            </a:lvl1pPr>
          </a:lstStyle>
          <a:p>
            <a:pPr>
              <a:defRPr/>
            </a:pPr>
            <a:fld id="{2A51B153-8D40-4B89-AB97-787E22F0B057}" type="slidenum">
              <a:rPr lang="en-US" altLang="en-US"/>
              <a:pPr>
                <a:defRPr/>
              </a:pPr>
              <a:t>‹#›</a:t>
            </a:fld>
            <a:endParaRPr lang="en-US" altLang="en-US"/>
          </a:p>
        </p:txBody>
      </p:sp>
    </p:spTree>
    <p:extLst>
      <p:ext uri="{BB962C8B-B14F-4D97-AF65-F5344CB8AC3E}">
        <p14:creationId xmlns:p14="http://schemas.microsoft.com/office/powerpoint/2010/main" val="425191714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DC5165-7CAB-4272-85D8-F234D7CD52F5}"/>
              </a:ext>
            </a:extLst>
          </p:cNvPr>
          <p:cNvSpPr txBox="1">
            <a:spLocks noChangeArrowheads="1"/>
          </p:cNvSpPr>
          <p:nvPr userDrawn="1"/>
        </p:nvSpPr>
        <p:spPr bwMode="auto">
          <a:xfrm>
            <a:off x="4368800" y="6596063"/>
            <a:ext cx="7823200" cy="219075"/>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825" b="1">
                <a:solidFill>
                  <a:srgbClr val="101141"/>
                </a:solidFill>
              </a:rPr>
              <a:t>BITS </a:t>
            </a:r>
            <a:r>
              <a:rPr lang="en-US" sz="825">
                <a:solidFill>
                  <a:srgbClr val="101141"/>
                </a:solidFill>
              </a:rPr>
              <a:t>Pilani, Pilani Campus</a:t>
            </a:r>
          </a:p>
        </p:txBody>
      </p:sp>
      <p:grpSp>
        <p:nvGrpSpPr>
          <p:cNvPr id="5" name="Group 11">
            <a:extLst>
              <a:ext uri="{FF2B5EF4-FFF2-40B4-BE49-F238E27FC236}">
                <a16:creationId xmlns:a16="http://schemas.microsoft.com/office/drawing/2014/main" id="{7C68F37B-28DB-4A6E-B082-FBD4D6D1F4C7}"/>
              </a:ext>
            </a:extLst>
          </p:cNvPr>
          <p:cNvGrpSpPr>
            <a:grpSpLocks/>
          </p:cNvGrpSpPr>
          <p:nvPr userDrawn="1"/>
        </p:nvGrpSpPr>
        <p:grpSpPr bwMode="auto">
          <a:xfrm>
            <a:off x="2779713" y="6550025"/>
            <a:ext cx="9412287" cy="49213"/>
            <a:chOff x="2083888" y="6550671"/>
            <a:chExt cx="7060112" cy="48665"/>
          </a:xfrm>
        </p:grpSpPr>
        <p:sp>
          <p:nvSpPr>
            <p:cNvPr id="6" name="Rectangle 5">
              <a:extLst>
                <a:ext uri="{FF2B5EF4-FFF2-40B4-BE49-F238E27FC236}">
                  <a16:creationId xmlns:a16="http://schemas.microsoft.com/office/drawing/2014/main" id="{C7EC86DF-E7A1-466A-B46E-CACEB6AF7FF6}"/>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9B2AFE79-ACD1-43BE-B864-826DB1B267C4}"/>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E14E269E-782D-4AEA-BB67-527BDE55411D}"/>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C4761574-47C1-4230-9B98-D120B823D48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02C4A103-1EDE-44A5-9BB6-B39B650AF5CD}"/>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A0C317A7-B040-42C2-B5AE-DD27BEC4C2D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AADF2E75-5625-4E28-BA4D-A9111F9F61F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8E08769F-A260-4431-84EA-1BDB67486AA4}"/>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275C6E86-EE59-479E-8ACD-2EE8BE6F6F18}"/>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3290D317-609A-4B25-989E-28CEC76F2B8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C7238878-38B6-4E0B-A8D3-38BE4837C21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BD8826BC-2768-455F-91E7-406083B5BBA1}"/>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0884331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8FBE3B99-ADC5-4E45-80BA-C1FE647E0B7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79" t="-543" r="179" b="-543"/>
          <a:stretch>
            <a:fillRect/>
          </a:stretch>
        </p:blipFill>
        <p:spPr bwMode="auto">
          <a:xfrm>
            <a:off x="4751388" y="2224088"/>
            <a:ext cx="2689225"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a:extLst>
              <a:ext uri="{FF2B5EF4-FFF2-40B4-BE49-F238E27FC236}">
                <a16:creationId xmlns:a16="http://schemas.microsoft.com/office/drawing/2014/main" id="{490A544F-DDE8-4B78-AC36-D1CC95D8EBD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816725"/>
            <a:ext cx="12192000" cy="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F237724C-361E-4420-A7C1-C45E4BA80B80}"/>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743075" y="2482850"/>
            <a:ext cx="8848725"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4E9795E8-96A7-44A8-B484-29F8A806DC9F}"/>
              </a:ext>
            </a:extLst>
          </p:cNvPr>
          <p:cNvSpPr txBox="1">
            <a:spLocks/>
          </p:cNvSpPr>
          <p:nvPr userDrawn="1"/>
        </p:nvSpPr>
        <p:spPr>
          <a:xfrm>
            <a:off x="1831975" y="2574925"/>
            <a:ext cx="8666163" cy="1936750"/>
          </a:xfrm>
          <a:prstGeom prst="rect">
            <a:avLst/>
          </a:prstGeom>
        </p:spPr>
        <p:txBody>
          <a:bodyPr lIns="68580" tIns="34290" rIns="68580" bIns="3429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defTabSz="514350" fontAlgn="auto">
              <a:spcAft>
                <a:spcPts val="0"/>
              </a:spcAft>
              <a:defRPr/>
            </a:pPr>
            <a:r>
              <a:rPr lang="en-US" sz="2700" dirty="0">
                <a:solidFill>
                  <a:prstClr val="white"/>
                </a:solidFill>
              </a:rPr>
              <a:t>Click to edit Session title</a:t>
            </a:r>
          </a:p>
        </p:txBody>
      </p:sp>
    </p:spTree>
    <p:extLst>
      <p:ext uri="{BB962C8B-B14F-4D97-AF65-F5344CB8AC3E}">
        <p14:creationId xmlns:p14="http://schemas.microsoft.com/office/powerpoint/2010/main" val="53346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3449C1-6129-41C7-B7E1-F12844F9036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79" t="-543" r="179" b="-543"/>
          <a:stretch>
            <a:fillRect/>
          </a:stretch>
        </p:blipFill>
        <p:spPr bwMode="auto">
          <a:xfrm>
            <a:off x="4751388" y="2224088"/>
            <a:ext cx="2689225"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1794FCF7-44C0-41B3-AB9B-8E936586D88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816725"/>
            <a:ext cx="12192000" cy="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1851" y="1709740"/>
            <a:ext cx="10515600" cy="2852737"/>
          </a:xfrm>
        </p:spPr>
        <p:txBody>
          <a:bodyPr anchor="b">
            <a:normAutofit/>
          </a:bodyPr>
          <a:lstStyle>
            <a:lvl1pPr algn="r">
              <a:defRPr sz="405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lgn="r">
              <a:buNone/>
              <a:defRPr sz="1800" b="0" i="0">
                <a:solidFill>
                  <a:schemeClr val="tx1">
                    <a:tint val="75000"/>
                  </a:schemeClr>
                </a:solidFill>
                <a:latin typeface="Helvetica Light"/>
                <a:cs typeface="Helvetica Ligh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15784768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A5B69AA3-D7FF-4A78-A5D6-FEEC8D7C9A3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707B3B36-FCA9-41D4-950F-721784E1E101}"/>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pic>
        <p:nvPicPr>
          <p:cNvPr id="5" name="Picture 8" descr="Picture 7.png">
            <a:extLst>
              <a:ext uri="{FF2B5EF4-FFF2-40B4-BE49-F238E27FC236}">
                <a16:creationId xmlns:a16="http://schemas.microsoft.com/office/drawing/2014/main" id="{00728EAA-1E7C-4667-9C87-1A89534B1C42}"/>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0F35C77F-CD26-4631-9504-AB7D5A7079E6}"/>
              </a:ext>
            </a:extLst>
          </p:cNvPr>
          <p:cNvSpPr/>
          <p:nvPr userDrawn="1"/>
        </p:nvSpPr>
        <p:spPr>
          <a:xfrm>
            <a:off x="3843338"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7" name="Rectangle 6">
            <a:extLst>
              <a:ext uri="{FF2B5EF4-FFF2-40B4-BE49-F238E27FC236}">
                <a16:creationId xmlns:a16="http://schemas.microsoft.com/office/drawing/2014/main" id="{DD5FFFFE-F565-4B76-BE67-46C6532C8CD4}"/>
              </a:ext>
            </a:extLst>
          </p:cNvPr>
          <p:cNvSpPr/>
          <p:nvPr userDrawn="1"/>
        </p:nvSpPr>
        <p:spPr>
          <a:xfrm>
            <a:off x="-17463" y="6775450"/>
            <a:ext cx="3860801"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8" name="Rectangle 7">
            <a:extLst>
              <a:ext uri="{FF2B5EF4-FFF2-40B4-BE49-F238E27FC236}">
                <a16:creationId xmlns:a16="http://schemas.microsoft.com/office/drawing/2014/main" id="{5DF7EB9E-0215-4FB9-830C-801382899CD2}"/>
              </a:ext>
            </a:extLst>
          </p:cNvPr>
          <p:cNvSpPr/>
          <p:nvPr userDrawn="1"/>
        </p:nvSpPr>
        <p:spPr>
          <a:xfrm>
            <a:off x="7704138"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9" name="TextBox 8">
            <a:extLst>
              <a:ext uri="{FF2B5EF4-FFF2-40B4-BE49-F238E27FC236}">
                <a16:creationId xmlns:a16="http://schemas.microsoft.com/office/drawing/2014/main" id="{72CFDDFC-920C-4712-8C65-45D1752E014F}"/>
              </a:ext>
            </a:extLst>
          </p:cNvPr>
          <p:cNvSpPr txBox="1"/>
          <p:nvPr userDrawn="1"/>
        </p:nvSpPr>
        <p:spPr>
          <a:xfrm>
            <a:off x="9144000" y="762000"/>
            <a:ext cx="2946400" cy="427038"/>
          </a:xfrm>
          <a:prstGeom prst="rect">
            <a:avLst/>
          </a:prstGeom>
          <a:noFill/>
        </p:spPr>
        <p:txBody>
          <a:bodyPr>
            <a:spAutoFit/>
          </a:bodyPr>
          <a:lstStyle/>
          <a:p>
            <a:pPr algn="ctr" defTabSz="685800" eaLnBrk="1" fontAlgn="auto" hangingPunct="1">
              <a:spcBef>
                <a:spcPts val="0"/>
              </a:spcBef>
              <a:spcAft>
                <a:spcPts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0" name="TextBox 9">
            <a:extLst>
              <a:ext uri="{FF2B5EF4-FFF2-40B4-BE49-F238E27FC236}">
                <a16:creationId xmlns:a16="http://schemas.microsoft.com/office/drawing/2014/main" id="{310C409E-D07C-4FE0-A8FB-7FF72AE4094E}"/>
              </a:ext>
            </a:extLst>
          </p:cNvPr>
          <p:cNvSpPr txBox="1">
            <a:spLocks noChangeArrowheads="1"/>
          </p:cNvSpPr>
          <p:nvPr userDrawn="1"/>
        </p:nvSpPr>
        <p:spPr bwMode="auto">
          <a:xfrm>
            <a:off x="9448800" y="1171575"/>
            <a:ext cx="2540000" cy="230188"/>
          </a:xfrm>
          <a:prstGeom prst="rect">
            <a:avLst/>
          </a:prstGeom>
          <a:noFill/>
          <a:ln>
            <a:noFill/>
          </a:ln>
        </p:spPr>
        <p:txBody>
          <a:bodyPr>
            <a:spAutoFit/>
          </a:bodyP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eaLnBrk="1" hangingPunct="1">
              <a:defRPr/>
            </a:pPr>
            <a:r>
              <a:rPr lang="en-US" altLang="en-US" sz="900">
                <a:solidFill>
                  <a:srgbClr val="FFFFFF"/>
                </a:solidFill>
                <a:latin typeface="Arial" panose="020B0604020202020204" pitchFamily="34" charset="0"/>
                <a:cs typeface="Arial" panose="020B0604020202020204" pitchFamily="34" charset="0"/>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Edit Master text styles</a:t>
            </a:r>
          </a:p>
          <a:p>
            <a:pPr lvl="1"/>
            <a:r>
              <a:rPr lang="en-US"/>
              <a:t>Second level</a:t>
            </a:r>
          </a:p>
        </p:txBody>
      </p:sp>
    </p:spTree>
    <p:extLst>
      <p:ext uri="{BB962C8B-B14F-4D97-AF65-F5344CB8AC3E}">
        <p14:creationId xmlns:p14="http://schemas.microsoft.com/office/powerpoint/2010/main" val="31660101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1_Title Slide" preserve="1">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578A6F96-3135-433D-A3C2-4FFF8FE116C8}"/>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2A84E97B-7A6C-46BA-A65B-B9520B94849F}"/>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214D4F74-58A7-478D-8C28-8EF0A81C8A7B}"/>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898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43149F95-ADC3-43A4-9D2E-51F861192FDD}"/>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8C95D492-D5D3-41D6-A16B-1C7FA2F9BC86}"/>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288" y="896938"/>
            <a:ext cx="30972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5C2306E3-AA4D-4B6F-A94B-55A535F9B20F}"/>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7038" y="4800600"/>
            <a:ext cx="512445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3" y="2549773"/>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4"/>
            <a:ext cx="5994400" cy="343327"/>
          </a:xfrm>
          <a:prstGeom prst="rect">
            <a:avLst/>
          </a:prstGeom>
          <a:noFill/>
          <a:ln>
            <a:noFill/>
          </a:ln>
        </p:spPr>
        <p:txBody>
          <a:bodyPr spcFirstLastPara="1" lIns="91425" tIns="45700" rIns="91425" bIns="45700" anchor="ct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5189413" y="4826981"/>
            <a:ext cx="6713419" cy="1108563"/>
          </a:xfrm>
          <a:prstGeom prst="rect">
            <a:avLst/>
          </a:prstGeom>
          <a:noFill/>
          <a:ln>
            <a:noFill/>
          </a:ln>
        </p:spPr>
        <p:txBody>
          <a:bodyPr spcFirstLastPara="1" lIns="91425" tIns="45700" rIns="91425" bIns="45700"/>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1208543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Blank_one" preserve="1">
  <p:cSld name="Blank_one">
    <p:spTree>
      <p:nvGrpSpPr>
        <p:cNvPr id="1" name="Shape 56"/>
        <p:cNvGrpSpPr/>
        <p:nvPr/>
      </p:nvGrpSpPr>
      <p:grpSpPr>
        <a:xfrm>
          <a:off x="0" y="0"/>
          <a:ext cx="0" cy="0"/>
          <a:chOff x="0" y="0"/>
          <a:chExt cx="0" cy="0"/>
        </a:xfrm>
      </p:grpSpPr>
      <p:sp>
        <p:nvSpPr>
          <p:cNvPr id="2" name="Google Shape;57;p110">
            <a:extLst>
              <a:ext uri="{FF2B5EF4-FFF2-40B4-BE49-F238E27FC236}">
                <a16:creationId xmlns:a16="http://schemas.microsoft.com/office/drawing/2014/main" id="{CFA5BCC7-0042-4DC1-8B36-7DEF8D17450C}"/>
              </a:ext>
            </a:extLst>
          </p:cNvPr>
          <p:cNvSpPr txBox="1"/>
          <p:nvPr/>
        </p:nvSpPr>
        <p:spPr>
          <a:xfrm>
            <a:off x="10871200" y="6550025"/>
            <a:ext cx="1320800" cy="196850"/>
          </a:xfrm>
          <a:prstGeom prst="rect">
            <a:avLst/>
          </a:prstGeom>
          <a:noFill/>
          <a:ln>
            <a:noFill/>
          </a:ln>
        </p:spPr>
        <p:txBody>
          <a:bodyPr spcFirstLastPara="1" lIns="68569" tIns="34275" rIns="68569" bIns="34275">
            <a:spAutoFit/>
          </a:bodyPr>
          <a:lstStyle/>
          <a:p>
            <a:pPr algn="r" defTabSz="685800" eaLnBrk="1" fontAlgn="auto" hangingPunct="1">
              <a:spcBef>
                <a:spcPts val="0"/>
              </a:spcBef>
              <a:spcAft>
                <a:spcPts val="0"/>
              </a:spcAft>
              <a:defRPr/>
            </a:pPr>
            <a:r>
              <a:rPr lang="en-US" sz="825" b="1">
                <a:solidFill>
                  <a:srgbClr val="101141"/>
                </a:solidFill>
                <a:latin typeface="Arial"/>
                <a:ea typeface="Arial"/>
                <a:cs typeface="Arial"/>
                <a:sym typeface="Arial"/>
              </a:rPr>
              <a:t>BITS </a:t>
            </a:r>
            <a:r>
              <a:rPr lang="en-US" sz="825">
                <a:solidFill>
                  <a:srgbClr val="101141"/>
                </a:solidFill>
                <a:latin typeface="Arial"/>
                <a:ea typeface="Arial"/>
                <a:cs typeface="Arial"/>
                <a:sym typeface="Arial"/>
              </a:rPr>
              <a:t>Pilani</a:t>
            </a:r>
            <a:endParaRPr sz="825">
              <a:solidFill>
                <a:srgbClr val="101141"/>
              </a:solidFill>
              <a:latin typeface="Arial"/>
              <a:ea typeface="Arial"/>
              <a:cs typeface="Arial"/>
              <a:sym typeface="Arial"/>
            </a:endParaRPr>
          </a:p>
        </p:txBody>
      </p:sp>
      <p:grpSp>
        <p:nvGrpSpPr>
          <p:cNvPr id="3" name="Google Shape;58;p110">
            <a:extLst>
              <a:ext uri="{FF2B5EF4-FFF2-40B4-BE49-F238E27FC236}">
                <a16:creationId xmlns:a16="http://schemas.microsoft.com/office/drawing/2014/main" id="{032F5F80-1871-4920-8A81-DB268F7BDE55}"/>
              </a:ext>
            </a:extLst>
          </p:cNvPr>
          <p:cNvGrpSpPr>
            <a:grpSpLocks/>
          </p:cNvGrpSpPr>
          <p:nvPr/>
        </p:nvGrpSpPr>
        <p:grpSpPr bwMode="auto">
          <a:xfrm>
            <a:off x="2779713" y="6550025"/>
            <a:ext cx="9412287" cy="49213"/>
            <a:chOff x="2083888" y="6550671"/>
            <a:chExt cx="7060112" cy="48665"/>
          </a:xfrm>
        </p:grpSpPr>
        <p:sp>
          <p:nvSpPr>
            <p:cNvPr id="4" name="Google Shape;59;p110">
              <a:extLst>
                <a:ext uri="{FF2B5EF4-FFF2-40B4-BE49-F238E27FC236}">
                  <a16:creationId xmlns:a16="http://schemas.microsoft.com/office/drawing/2014/main" id="{F14A2253-2480-4F62-912B-FC95359FB777}"/>
                </a:ext>
              </a:extLst>
            </p:cNvPr>
            <p:cNvSpPr>
              <a:spLocks noChangeArrowheads="1"/>
            </p:cNvSpPr>
            <p:nvPr/>
          </p:nvSpPr>
          <p:spPr bwMode="auto">
            <a:xfrm>
              <a:off x="4630958" y="6550671"/>
              <a:ext cx="2327968" cy="48665"/>
            </a:xfrm>
            <a:prstGeom prst="rect">
              <a:avLst/>
            </a:prstGeom>
            <a:solidFill>
              <a:srgbClr val="76C2E5"/>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5" name="Google Shape;60;p110">
              <a:extLst>
                <a:ext uri="{FF2B5EF4-FFF2-40B4-BE49-F238E27FC236}">
                  <a16:creationId xmlns:a16="http://schemas.microsoft.com/office/drawing/2014/main" id="{4E8988D0-4AB4-48B1-8DA3-D06072A5FAE7}"/>
                </a:ext>
              </a:extLst>
            </p:cNvPr>
            <p:cNvSpPr>
              <a:spLocks noChangeArrowheads="1"/>
            </p:cNvSpPr>
            <p:nvPr/>
          </p:nvSpPr>
          <p:spPr bwMode="auto">
            <a:xfrm>
              <a:off x="6908913" y="6550671"/>
              <a:ext cx="2235087" cy="45525"/>
            </a:xfrm>
            <a:prstGeom prst="rect">
              <a:avLst/>
            </a:prstGeom>
            <a:solidFill>
              <a:srgbClr val="E31C24"/>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6" name="Google Shape;61;p110">
              <a:extLst>
                <a:ext uri="{FF2B5EF4-FFF2-40B4-BE49-F238E27FC236}">
                  <a16:creationId xmlns:a16="http://schemas.microsoft.com/office/drawing/2014/main" id="{05137796-CB5B-4202-AB88-F642CED73D55}"/>
                </a:ext>
              </a:extLst>
            </p:cNvPr>
            <p:cNvSpPr>
              <a:spLocks noChangeArrowheads="1"/>
            </p:cNvSpPr>
            <p:nvPr/>
          </p:nvSpPr>
          <p:spPr bwMode="auto">
            <a:xfrm>
              <a:off x="2083888" y="6550671"/>
              <a:ext cx="2581603" cy="48665"/>
            </a:xfrm>
            <a:prstGeom prst="rect">
              <a:avLst/>
            </a:prstGeom>
            <a:solidFill>
              <a:srgbClr val="FCB017"/>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pic>
        <p:nvPicPr>
          <p:cNvPr id="7" name="Google Shape;62;p110" descr="Picture 7.png">
            <a:extLst>
              <a:ext uri="{FF2B5EF4-FFF2-40B4-BE49-F238E27FC236}">
                <a16:creationId xmlns:a16="http://schemas.microsoft.com/office/drawing/2014/main" id="{FFA88052-0250-44FF-BE9D-DA7F36AB9165}"/>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l="1923" b="5334"/>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oogle Shape;63;p110">
            <a:extLst>
              <a:ext uri="{FF2B5EF4-FFF2-40B4-BE49-F238E27FC236}">
                <a16:creationId xmlns:a16="http://schemas.microsoft.com/office/drawing/2014/main" id="{46194431-8120-4040-B845-DB7873E1BFDE}"/>
              </a:ext>
            </a:extLst>
          </p:cNvPr>
          <p:cNvGrpSpPr>
            <a:grpSpLocks/>
          </p:cNvGrpSpPr>
          <p:nvPr/>
        </p:nvGrpSpPr>
        <p:grpSpPr bwMode="auto">
          <a:xfrm>
            <a:off x="2844800" y="6553200"/>
            <a:ext cx="9347200" cy="46038"/>
            <a:chOff x="1905000" y="6553200"/>
            <a:chExt cx="7010400" cy="45719"/>
          </a:xfrm>
        </p:grpSpPr>
        <p:sp>
          <p:nvSpPr>
            <p:cNvPr id="9" name="Google Shape;64;p110">
              <a:extLst>
                <a:ext uri="{FF2B5EF4-FFF2-40B4-BE49-F238E27FC236}">
                  <a16:creationId xmlns:a16="http://schemas.microsoft.com/office/drawing/2014/main" id="{59809C47-3F9A-42DC-AC8C-CAAB26E41E74}"/>
                </a:ext>
              </a:extLst>
            </p:cNvPr>
            <p:cNvSpPr>
              <a:spLocks noChangeArrowheads="1"/>
            </p:cNvSpPr>
            <p:nvPr/>
          </p:nvSpPr>
          <p:spPr bwMode="auto">
            <a:xfrm>
              <a:off x="4267200" y="6553200"/>
              <a:ext cx="2328863" cy="45719"/>
            </a:xfrm>
            <a:prstGeom prst="rect">
              <a:avLst/>
            </a:prstGeom>
            <a:solidFill>
              <a:srgbClr val="76C2E5"/>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0" name="Google Shape;65;p110">
              <a:extLst>
                <a:ext uri="{FF2B5EF4-FFF2-40B4-BE49-F238E27FC236}">
                  <a16:creationId xmlns:a16="http://schemas.microsoft.com/office/drawing/2014/main" id="{37B9279A-E3BD-46FD-9ADE-1886C9A159C7}"/>
                </a:ext>
              </a:extLst>
            </p:cNvPr>
            <p:cNvSpPr>
              <a:spLocks noChangeArrowheads="1"/>
            </p:cNvSpPr>
            <p:nvPr/>
          </p:nvSpPr>
          <p:spPr bwMode="auto">
            <a:xfrm>
              <a:off x="1905000" y="6553200"/>
              <a:ext cx="2362200" cy="45719"/>
            </a:xfrm>
            <a:prstGeom prst="rect">
              <a:avLst/>
            </a:prstGeom>
            <a:solidFill>
              <a:srgbClr val="FCB017"/>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1" name="Google Shape;66;p110">
              <a:extLst>
                <a:ext uri="{FF2B5EF4-FFF2-40B4-BE49-F238E27FC236}">
                  <a16:creationId xmlns:a16="http://schemas.microsoft.com/office/drawing/2014/main" id="{C35B793A-C6DF-4CAF-B8A0-994AD7FD178A}"/>
                </a:ext>
              </a:extLst>
            </p:cNvPr>
            <p:cNvSpPr>
              <a:spLocks noChangeArrowheads="1"/>
            </p:cNvSpPr>
            <p:nvPr/>
          </p:nvSpPr>
          <p:spPr bwMode="auto">
            <a:xfrm>
              <a:off x="6586538" y="6553200"/>
              <a:ext cx="2328863" cy="45719"/>
            </a:xfrm>
            <a:prstGeom prst="rect">
              <a:avLst/>
            </a:prstGeom>
            <a:solidFill>
              <a:srgbClr val="FF0000"/>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grpSp>
        <p:nvGrpSpPr>
          <p:cNvPr id="12" name="Google Shape;67;p110">
            <a:extLst>
              <a:ext uri="{FF2B5EF4-FFF2-40B4-BE49-F238E27FC236}">
                <a16:creationId xmlns:a16="http://schemas.microsoft.com/office/drawing/2014/main" id="{BBB5259D-02D2-47B7-AF53-1A8212CCD279}"/>
              </a:ext>
            </a:extLst>
          </p:cNvPr>
          <p:cNvGrpSpPr>
            <a:grpSpLocks/>
          </p:cNvGrpSpPr>
          <p:nvPr/>
        </p:nvGrpSpPr>
        <p:grpSpPr bwMode="auto">
          <a:xfrm>
            <a:off x="0" y="1295400"/>
            <a:ext cx="9347200" cy="46038"/>
            <a:chOff x="1905000" y="6553200"/>
            <a:chExt cx="7010400" cy="45719"/>
          </a:xfrm>
        </p:grpSpPr>
        <p:sp>
          <p:nvSpPr>
            <p:cNvPr id="13" name="Google Shape;68;p110">
              <a:extLst>
                <a:ext uri="{FF2B5EF4-FFF2-40B4-BE49-F238E27FC236}">
                  <a16:creationId xmlns:a16="http://schemas.microsoft.com/office/drawing/2014/main" id="{DC0B6936-504B-4743-AF04-B57CB039ACDE}"/>
                </a:ext>
              </a:extLst>
            </p:cNvPr>
            <p:cNvSpPr>
              <a:spLocks noChangeArrowheads="1"/>
            </p:cNvSpPr>
            <p:nvPr/>
          </p:nvSpPr>
          <p:spPr bwMode="auto">
            <a:xfrm>
              <a:off x="4267200" y="6553200"/>
              <a:ext cx="2328863" cy="45719"/>
            </a:xfrm>
            <a:prstGeom prst="rect">
              <a:avLst/>
            </a:prstGeom>
            <a:solidFill>
              <a:srgbClr val="76C2E5"/>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4" name="Google Shape;69;p110">
              <a:extLst>
                <a:ext uri="{FF2B5EF4-FFF2-40B4-BE49-F238E27FC236}">
                  <a16:creationId xmlns:a16="http://schemas.microsoft.com/office/drawing/2014/main" id="{8B4B6A57-362F-4748-9F11-2BA08864764D}"/>
                </a:ext>
              </a:extLst>
            </p:cNvPr>
            <p:cNvSpPr>
              <a:spLocks noChangeArrowheads="1"/>
            </p:cNvSpPr>
            <p:nvPr/>
          </p:nvSpPr>
          <p:spPr bwMode="auto">
            <a:xfrm>
              <a:off x="1905000" y="6553200"/>
              <a:ext cx="2362200" cy="45719"/>
            </a:xfrm>
            <a:prstGeom prst="rect">
              <a:avLst/>
            </a:prstGeom>
            <a:solidFill>
              <a:srgbClr val="FCB017"/>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5" name="Google Shape;70;p110">
              <a:extLst>
                <a:ext uri="{FF2B5EF4-FFF2-40B4-BE49-F238E27FC236}">
                  <a16:creationId xmlns:a16="http://schemas.microsoft.com/office/drawing/2014/main" id="{BAA90545-4502-4B8A-BC5B-4A4A88D930AE}"/>
                </a:ext>
              </a:extLst>
            </p:cNvPr>
            <p:cNvSpPr>
              <a:spLocks noChangeArrowheads="1"/>
            </p:cNvSpPr>
            <p:nvPr/>
          </p:nvSpPr>
          <p:spPr bwMode="auto">
            <a:xfrm>
              <a:off x="6586538" y="6553200"/>
              <a:ext cx="2328863" cy="45719"/>
            </a:xfrm>
            <a:prstGeom prst="rect">
              <a:avLst/>
            </a:prstGeom>
            <a:solidFill>
              <a:srgbClr val="FF0000"/>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424059652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B28E6E-FF2C-4FF6-9948-DD9FA6E6E793}"/>
              </a:ext>
            </a:extLst>
          </p:cNvPr>
          <p:cNvSpPr txBox="1"/>
          <p:nvPr/>
        </p:nvSpPr>
        <p:spPr>
          <a:xfrm>
            <a:off x="4368800" y="6596063"/>
            <a:ext cx="7823200" cy="219075"/>
          </a:xfrm>
          <a:prstGeom prst="rect">
            <a:avLst/>
          </a:prstGeom>
          <a:noFill/>
        </p:spPr>
        <p:txBody>
          <a:bodyPr>
            <a:spAutoFit/>
          </a:bodyPr>
          <a:lstStyle/>
          <a:p>
            <a:pPr algn="r" defTabSz="685800" eaLnBrk="1" fontAlgn="auto" hangingPunct="1">
              <a:spcBef>
                <a:spcPts val="0"/>
              </a:spcBef>
              <a:spcAft>
                <a:spcPts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grpSp>
        <p:nvGrpSpPr>
          <p:cNvPr id="5" name="Group 11">
            <a:extLst>
              <a:ext uri="{FF2B5EF4-FFF2-40B4-BE49-F238E27FC236}">
                <a16:creationId xmlns:a16="http://schemas.microsoft.com/office/drawing/2014/main" id="{0FC106CC-8E88-4411-8F9B-A6B207FF1B76}"/>
              </a:ext>
            </a:extLst>
          </p:cNvPr>
          <p:cNvGrpSpPr>
            <a:grpSpLocks/>
          </p:cNvGrpSpPr>
          <p:nvPr/>
        </p:nvGrpSpPr>
        <p:grpSpPr bwMode="auto">
          <a:xfrm>
            <a:off x="2779713" y="6550025"/>
            <a:ext cx="9412287" cy="49213"/>
            <a:chOff x="2083888" y="6550671"/>
            <a:chExt cx="7060112" cy="48665"/>
          </a:xfrm>
        </p:grpSpPr>
        <p:sp>
          <p:nvSpPr>
            <p:cNvPr id="6" name="Rectangle 5">
              <a:extLst>
                <a:ext uri="{FF2B5EF4-FFF2-40B4-BE49-F238E27FC236}">
                  <a16:creationId xmlns:a16="http://schemas.microsoft.com/office/drawing/2014/main" id="{D1636FFD-D93F-4759-8A49-4D94995C5E9D}"/>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7" name="Rectangle 6">
              <a:extLst>
                <a:ext uri="{FF2B5EF4-FFF2-40B4-BE49-F238E27FC236}">
                  <a16:creationId xmlns:a16="http://schemas.microsoft.com/office/drawing/2014/main" id="{85072962-8837-4682-AD0F-ED9C3D2AD6C3}"/>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8" name="Rectangle 7">
              <a:extLst>
                <a:ext uri="{FF2B5EF4-FFF2-40B4-BE49-F238E27FC236}">
                  <a16:creationId xmlns:a16="http://schemas.microsoft.com/office/drawing/2014/main" id="{39803553-058F-4996-AD13-D1B09FB174BD}"/>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grpSp>
      <p:pic>
        <p:nvPicPr>
          <p:cNvPr id="9" name="Picture 11" descr="Picture 7.png">
            <a:extLst>
              <a:ext uri="{FF2B5EF4-FFF2-40B4-BE49-F238E27FC236}">
                <a16:creationId xmlns:a16="http://schemas.microsoft.com/office/drawing/2014/main" id="{401487E4-5C21-4FCC-AA07-EBC3298407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D4782736-8F5F-4205-A6EA-DAF5760E0E43}"/>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57100CB2-9EC0-4E35-81DA-8FE7263F7E8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12" name="Rectangle 11">
              <a:extLst>
                <a:ext uri="{FF2B5EF4-FFF2-40B4-BE49-F238E27FC236}">
                  <a16:creationId xmlns:a16="http://schemas.microsoft.com/office/drawing/2014/main" id="{9EB8CE06-0614-4F54-8A86-36581CF871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13" name="Rectangle 12">
              <a:extLst>
                <a:ext uri="{FF2B5EF4-FFF2-40B4-BE49-F238E27FC236}">
                  <a16:creationId xmlns:a16="http://schemas.microsoft.com/office/drawing/2014/main" id="{DFDA1999-1159-4A4E-99F0-7BCD26414E6F}"/>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grpSp>
      <p:grpSp>
        <p:nvGrpSpPr>
          <p:cNvPr id="14" name="Group 22">
            <a:extLst>
              <a:ext uri="{FF2B5EF4-FFF2-40B4-BE49-F238E27FC236}">
                <a16:creationId xmlns:a16="http://schemas.microsoft.com/office/drawing/2014/main" id="{18CF3381-9A95-412F-9E00-29FF683C2B0F}"/>
              </a:ext>
            </a:extLst>
          </p:cNvPr>
          <p:cNvGrpSpPr>
            <a:grpSpLocks/>
          </p:cNvGrpSpPr>
          <p:nvPr/>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FEAB22A6-225A-4918-9BAB-73A44CE8045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16" name="Rectangle 15">
              <a:extLst>
                <a:ext uri="{FF2B5EF4-FFF2-40B4-BE49-F238E27FC236}">
                  <a16:creationId xmlns:a16="http://schemas.microsoft.com/office/drawing/2014/main" id="{BD671A8F-0D58-4F0E-86B7-B93A975104B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17" name="Rectangle 16">
              <a:extLst>
                <a:ext uri="{FF2B5EF4-FFF2-40B4-BE49-F238E27FC236}">
                  <a16:creationId xmlns:a16="http://schemas.microsoft.com/office/drawing/2014/main" id="{77CEF34D-CFDB-453A-8386-014B588E0C1F}"/>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lstStyle>
            <a:lvl1pPr marL="0">
              <a:lnSpc>
                <a:spcPts val="2700"/>
              </a:lnSpc>
              <a:spcBef>
                <a:spcPts val="0"/>
              </a:spcBef>
              <a:buNone/>
              <a:defRPr sz="2700" b="1" spc="-113"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154128907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C364DD2F-44B4-4CA0-83DA-773AF4A54554}"/>
              </a:ext>
            </a:extLst>
          </p:cNvPr>
          <p:cNvGrpSpPr>
            <a:grpSpLocks/>
          </p:cNvGrpSpPr>
          <p:nvPr/>
        </p:nvGrpSpPr>
        <p:grpSpPr bwMode="auto">
          <a:xfrm>
            <a:off x="0" y="0"/>
            <a:ext cx="9412288" cy="49213"/>
            <a:chOff x="0" y="0"/>
            <a:chExt cx="7060112" cy="48665"/>
          </a:xfrm>
        </p:grpSpPr>
        <p:sp>
          <p:nvSpPr>
            <p:cNvPr id="3" name="Google Shape;59;p106">
              <a:extLst>
                <a:ext uri="{FF2B5EF4-FFF2-40B4-BE49-F238E27FC236}">
                  <a16:creationId xmlns:a16="http://schemas.microsoft.com/office/drawing/2014/main" id="{A145DE92-E8F3-49C4-9B25-B8DCAA539A02}"/>
                </a:ext>
              </a:extLst>
            </p:cNvPr>
            <p:cNvSpPr>
              <a:spLocks noChangeArrowheads="1"/>
            </p:cNvSpPr>
            <p:nvPr/>
          </p:nvSpPr>
          <p:spPr bwMode="auto">
            <a:xfrm>
              <a:off x="4630929" y="6550871"/>
              <a:ext cx="2329158"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FA624CCF-C167-4051-84E4-435ED8A72972}"/>
                </a:ext>
              </a:extLst>
            </p:cNvPr>
            <p:cNvSpPr>
              <a:spLocks noChangeArrowheads="1"/>
            </p:cNvSpPr>
            <p:nvPr/>
          </p:nvSpPr>
          <p:spPr bwMode="auto">
            <a:xfrm>
              <a:off x="6908883" y="6550871"/>
              <a:ext cx="223627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59436067-A07B-4BB6-ADDD-AA7C3C52BFC0}"/>
                </a:ext>
              </a:extLst>
            </p:cNvPr>
            <p:cNvSpPr>
              <a:spLocks noChangeArrowheads="1"/>
            </p:cNvSpPr>
            <p:nvPr/>
          </p:nvSpPr>
          <p:spPr bwMode="auto">
            <a:xfrm>
              <a:off x="2085049" y="6550871"/>
              <a:ext cx="2580411"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2CE138D5-87FC-451F-831D-F46F0AC82B5B}"/>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l="1923" b="5334"/>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3CD148D5-57F9-4205-B0C6-87C3133EE139}"/>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DC75AA6A-6F03-4339-A848-B077C20534D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180ADFCD-959F-4BA0-B7E8-B5EDA5CB78EA}"/>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953782F4-1410-42D4-85E1-8FE629B83F98}"/>
                </a:ext>
              </a:extLst>
            </p:cNvPr>
            <p:cNvSpPr>
              <a:spLocks noChangeArrowheads="1"/>
            </p:cNvSpPr>
            <p:nvPr/>
          </p:nvSpPr>
          <p:spPr bwMode="auto">
            <a:xfrm>
              <a:off x="6586538" y="6553511"/>
              <a:ext cx="2328863"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3A6C2F95-76A1-45AD-95FB-94C08EBB925E}"/>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AA7453B1-3190-4FAE-A1CF-F00C96483F9B}"/>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33460E5F-10C3-4869-A7C5-1B92F39F7C1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741CAF8B-AAA0-447E-BDBB-611C844211B9}"/>
                </a:ext>
              </a:extLst>
            </p:cNvPr>
            <p:cNvSpPr>
              <a:spLocks noChangeArrowheads="1"/>
            </p:cNvSpPr>
            <p:nvPr/>
          </p:nvSpPr>
          <p:spPr bwMode="auto">
            <a:xfrm>
              <a:off x="6586538" y="6553511"/>
              <a:ext cx="2328863"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64071905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Section header" type="secHead" preserve="1">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lIns="91425" tIns="91425" rIns="91425" b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3" name="Google Shape;15;p3">
            <a:extLst>
              <a:ext uri="{FF2B5EF4-FFF2-40B4-BE49-F238E27FC236}">
                <a16:creationId xmlns:a16="http://schemas.microsoft.com/office/drawing/2014/main" id="{93C0FB68-67D3-45A2-9E16-70C8CCF54CD2}"/>
              </a:ext>
            </a:extLst>
          </p:cNvPr>
          <p:cNvSpPr txBox="1">
            <a:spLocks noGrp="1"/>
          </p:cNvSpPr>
          <p:nvPr>
            <p:ph type="sldNum" idx="10"/>
          </p:nvPr>
        </p:nvSpPr>
        <p:spPr>
          <a:xfrm>
            <a:off x="11296650" y="6218238"/>
            <a:ext cx="731838" cy="523875"/>
          </a:xfrm>
          <a:prstGeom prst="rect">
            <a:avLst/>
          </a:prstGeom>
        </p:spPr>
        <p:txBody>
          <a:bodyPr spcFirstLastPara="1" wrap="square" lIns="91425" tIns="91425" rIns="91425" bIns="91425" anchor="ctr" anchorCtr="0">
            <a:normAutofit/>
          </a:bodyPr>
          <a:lstStyle>
            <a:lvl1pPr lvl="0" algn="r" defTabSz="685800">
              <a:buNone/>
              <a:defRPr sz="1350">
                <a:solidFill>
                  <a:prstClr val="black"/>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36FD1865-E5D7-479D-A943-0515D3692DFF}" type="slidenum">
              <a:rPr lang="en"/>
              <a:pPr>
                <a:defRPr/>
              </a:pPr>
              <a:t>‹#›</a:t>
            </a:fld>
            <a:endParaRPr lang="en"/>
          </a:p>
        </p:txBody>
      </p:sp>
    </p:spTree>
    <p:extLst>
      <p:ext uri="{BB962C8B-B14F-4D97-AF65-F5344CB8AC3E}">
        <p14:creationId xmlns:p14="http://schemas.microsoft.com/office/powerpoint/2010/main" val="39880426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Content Placeholder 2"/>
          <p:cNvSpPr>
            <a:spLocks noGrp="1"/>
          </p:cNvSpPr>
          <p:nvPr>
            <p:ph idx="10"/>
          </p:nvPr>
        </p:nvSpPr>
        <p:spPr>
          <a:xfrm>
            <a:off x="304800" y="1545224"/>
            <a:ext cx="11480800" cy="4525963"/>
          </a:xfrm>
          <a:prstGeom prst="rect">
            <a:avLst/>
          </a:prstGeom>
        </p:spPr>
        <p:txBody>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p:nvPr>
        </p:nvSpPr>
        <p:spPr>
          <a:xfrm>
            <a:off x="304802" y="0"/>
            <a:ext cx="10881209" cy="1219200"/>
          </a:xfrm>
          <a:prstGeom prst="rect">
            <a:avLst/>
          </a:prstGeom>
        </p:spPr>
        <p:txBody>
          <a:bodyPr/>
          <a:lstStyle>
            <a:lvl1pPr algn="l">
              <a:defRPr sz="2700" b="0">
                <a:latin typeface="Cambria" panose="02040503050406030204" pitchFamily="18" charset="0"/>
                <a:ea typeface="Cambria" panose="02040503050406030204" pitchFamily="18" charset="0"/>
              </a:defRPr>
            </a:lvl1pPr>
          </a:lstStyle>
          <a:p>
            <a:r>
              <a:rPr lang="en-US"/>
              <a:t>Click to edit Master title style</a:t>
            </a:r>
            <a:endParaRPr lang="en-IN" dirty="0"/>
          </a:p>
        </p:txBody>
      </p:sp>
      <p:sp>
        <p:nvSpPr>
          <p:cNvPr id="4" name="Holder 4">
            <a:extLst>
              <a:ext uri="{FF2B5EF4-FFF2-40B4-BE49-F238E27FC236}">
                <a16:creationId xmlns:a16="http://schemas.microsoft.com/office/drawing/2014/main" id="{72614514-EFED-4590-B331-BB030C8F134C}"/>
              </a:ext>
            </a:extLst>
          </p:cNvPr>
          <p:cNvSpPr>
            <a:spLocks noGrp="1"/>
          </p:cNvSpPr>
          <p:nvPr>
            <p:ph type="ftr" sz="quarter" idx="11"/>
          </p:nvPr>
        </p:nvSpPr>
        <p:spPr>
          <a:xfrm>
            <a:off x="9810750" y="6640513"/>
            <a:ext cx="2276475" cy="180975"/>
          </a:xfrm>
          <a:prstGeom prst="rect">
            <a:avLst/>
          </a:prstGeom>
        </p:spPr>
        <p:txBody>
          <a:bodyPr lIns="0" tIns="0" rIns="0" bIns="0"/>
          <a:lstStyle>
            <a:lvl1pPr marL="9525" defTabSz="685800">
              <a:defRPr sz="825" b="1" i="0">
                <a:solidFill>
                  <a:srgbClr val="0F1141"/>
                </a:solidFill>
                <a:latin typeface="Arial"/>
                <a:cs typeface="Arial"/>
              </a:defRPr>
            </a:lvl1pPr>
          </a:lstStyle>
          <a:p>
            <a:pPr>
              <a:defRPr/>
            </a:pPr>
            <a:r>
              <a:rPr lang="en-IN"/>
              <a:t>BITS</a:t>
            </a:r>
            <a:r>
              <a:rPr lang="en-IN" spc="-41"/>
              <a:t> </a:t>
            </a:r>
            <a:r>
              <a:rPr lang="en-IN" b="0">
                <a:latin typeface="Arial MT"/>
                <a:cs typeface="Arial MT"/>
              </a:rPr>
              <a:t>Pilani,</a:t>
            </a:r>
            <a:r>
              <a:rPr lang="en-IN" b="0" spc="-26">
                <a:latin typeface="Arial MT"/>
                <a:cs typeface="Arial MT"/>
              </a:rPr>
              <a:t> </a:t>
            </a:r>
            <a:r>
              <a:rPr lang="en-IN" b="0">
                <a:latin typeface="Arial MT"/>
                <a:cs typeface="Arial MT"/>
              </a:rPr>
              <a:t>Pilani</a:t>
            </a:r>
            <a:r>
              <a:rPr lang="en-IN" b="0" spc="-23">
                <a:latin typeface="Arial MT"/>
                <a:cs typeface="Arial MT"/>
              </a:rPr>
              <a:t> </a:t>
            </a:r>
            <a:r>
              <a:rPr lang="en-IN" b="0" spc="-8">
                <a:latin typeface="Arial MT"/>
                <a:cs typeface="Arial MT"/>
              </a:rPr>
              <a:t>Campus</a:t>
            </a:r>
            <a:endParaRPr lang="en-IN" b="0" spc="-8" dirty="0">
              <a:latin typeface="Arial MT"/>
              <a:cs typeface="Arial MT"/>
            </a:endParaRPr>
          </a:p>
        </p:txBody>
      </p:sp>
    </p:spTree>
    <p:extLst>
      <p:ext uri="{BB962C8B-B14F-4D97-AF65-F5344CB8AC3E}">
        <p14:creationId xmlns:p14="http://schemas.microsoft.com/office/powerpoint/2010/main" val="179619276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86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80A3BC-4714-4519-A29A-D954A12FE9FB}"/>
              </a:ext>
            </a:extLst>
          </p:cNvPr>
          <p:cNvSpPr txBox="1"/>
          <p:nvPr/>
        </p:nvSpPr>
        <p:spPr>
          <a:xfrm>
            <a:off x="4368800" y="6596063"/>
            <a:ext cx="7823200" cy="187325"/>
          </a:xfrm>
          <a:prstGeom prst="rect">
            <a:avLst/>
          </a:prstGeom>
          <a:noFill/>
        </p:spPr>
        <p:txBody>
          <a:bodyPr>
            <a:spAutoFit/>
          </a:bodyPr>
          <a:lstStyle/>
          <a:p>
            <a:pPr algn="r" defTabSz="685800" eaLnBrk="1" hangingPunct="1">
              <a:defRPr/>
            </a:pPr>
            <a:r>
              <a:rPr lang="en-US" sz="619" b="1" dirty="0">
                <a:solidFill>
                  <a:srgbClr val="101141"/>
                </a:solidFill>
                <a:latin typeface="Arial"/>
                <a:cs typeface="Arial"/>
              </a:rPr>
              <a:t>BITS </a:t>
            </a:r>
            <a:r>
              <a:rPr lang="en-US" sz="619" dirty="0">
                <a:solidFill>
                  <a:srgbClr val="101141"/>
                </a:solidFill>
                <a:latin typeface="Arial"/>
                <a:cs typeface="Arial"/>
              </a:rPr>
              <a:t>Pilani, Pilani Campus</a:t>
            </a:r>
          </a:p>
        </p:txBody>
      </p:sp>
      <p:grpSp>
        <p:nvGrpSpPr>
          <p:cNvPr id="5" name="Group 11">
            <a:extLst>
              <a:ext uri="{FF2B5EF4-FFF2-40B4-BE49-F238E27FC236}">
                <a16:creationId xmlns:a16="http://schemas.microsoft.com/office/drawing/2014/main" id="{EFEAD30A-F83D-43C3-BE7B-2FECB41B9578}"/>
              </a:ext>
            </a:extLst>
          </p:cNvPr>
          <p:cNvGrpSpPr>
            <a:grpSpLocks/>
          </p:cNvGrpSpPr>
          <p:nvPr/>
        </p:nvGrpSpPr>
        <p:grpSpPr bwMode="auto">
          <a:xfrm>
            <a:off x="2779713" y="6550025"/>
            <a:ext cx="9412287" cy="49213"/>
            <a:chOff x="2083888" y="6550671"/>
            <a:chExt cx="7060112" cy="48665"/>
          </a:xfrm>
        </p:grpSpPr>
        <p:sp>
          <p:nvSpPr>
            <p:cNvPr id="6" name="Rectangle 5">
              <a:extLst>
                <a:ext uri="{FF2B5EF4-FFF2-40B4-BE49-F238E27FC236}">
                  <a16:creationId xmlns:a16="http://schemas.microsoft.com/office/drawing/2014/main" id="{CC974182-D6F2-4E5B-AF19-4676B36D0DBB}"/>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7" name="Rectangle 6">
              <a:extLst>
                <a:ext uri="{FF2B5EF4-FFF2-40B4-BE49-F238E27FC236}">
                  <a16:creationId xmlns:a16="http://schemas.microsoft.com/office/drawing/2014/main" id="{BE1F38F4-849D-4067-83BB-330FD059D860}"/>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8" name="Rectangle 7">
              <a:extLst>
                <a:ext uri="{FF2B5EF4-FFF2-40B4-BE49-F238E27FC236}">
                  <a16:creationId xmlns:a16="http://schemas.microsoft.com/office/drawing/2014/main" id="{3AC30E50-5CED-4025-8B41-9A74961E4EC1}"/>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grpSp>
      <p:pic>
        <p:nvPicPr>
          <p:cNvPr id="9" name="Picture 11" descr="Picture 7.png">
            <a:extLst>
              <a:ext uri="{FF2B5EF4-FFF2-40B4-BE49-F238E27FC236}">
                <a16:creationId xmlns:a16="http://schemas.microsoft.com/office/drawing/2014/main" id="{FF4DE779-5E45-4D30-A5EA-B48CAFDD85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9FC8305D-B227-4600-9769-DA2DE282AF02}"/>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C1BC12A2-C85D-40A3-85E9-76F6E21E011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12" name="Rectangle 11">
              <a:extLst>
                <a:ext uri="{FF2B5EF4-FFF2-40B4-BE49-F238E27FC236}">
                  <a16:creationId xmlns:a16="http://schemas.microsoft.com/office/drawing/2014/main" id="{6C2554BE-AE28-4482-B339-21CBD4FBEB0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13" name="Rectangle 12">
              <a:extLst>
                <a:ext uri="{FF2B5EF4-FFF2-40B4-BE49-F238E27FC236}">
                  <a16:creationId xmlns:a16="http://schemas.microsoft.com/office/drawing/2014/main" id="{67F0780B-5F71-46FE-B030-C0E0A5B2F764}"/>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grpSp>
      <p:grpSp>
        <p:nvGrpSpPr>
          <p:cNvPr id="14" name="Group 22">
            <a:extLst>
              <a:ext uri="{FF2B5EF4-FFF2-40B4-BE49-F238E27FC236}">
                <a16:creationId xmlns:a16="http://schemas.microsoft.com/office/drawing/2014/main" id="{815A17B6-8C6E-4F40-9FAF-6D4B547104A5}"/>
              </a:ext>
            </a:extLst>
          </p:cNvPr>
          <p:cNvGrpSpPr>
            <a:grpSpLocks/>
          </p:cNvGrpSpPr>
          <p:nvPr/>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D45E2163-A610-4F94-A7F4-70778C6409A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16" name="Rectangle 15">
              <a:extLst>
                <a:ext uri="{FF2B5EF4-FFF2-40B4-BE49-F238E27FC236}">
                  <a16:creationId xmlns:a16="http://schemas.microsoft.com/office/drawing/2014/main" id="{92D16C22-7B67-404D-AFFA-B11EF2910A3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17" name="Rectangle 16">
              <a:extLst>
                <a:ext uri="{FF2B5EF4-FFF2-40B4-BE49-F238E27FC236}">
                  <a16:creationId xmlns:a16="http://schemas.microsoft.com/office/drawing/2014/main" id="{EF09D503-92DF-4082-80D2-EA3EE6715CA4}"/>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grpSp>
      <p:sp>
        <p:nvSpPr>
          <p:cNvPr id="3" name="Content Placeholder 2"/>
          <p:cNvSpPr>
            <a:spLocks noGrp="1"/>
          </p:cNvSpPr>
          <p:nvPr>
            <p:ph idx="1"/>
          </p:nvPr>
        </p:nvSpPr>
        <p:spPr>
          <a:xfrm>
            <a:off x="406400" y="1493842"/>
            <a:ext cx="109728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lstStyle>
            <a:lvl1pPr marL="0">
              <a:lnSpc>
                <a:spcPts val="2025"/>
              </a:lnSpc>
              <a:spcBef>
                <a:spcPts val="0"/>
              </a:spcBef>
              <a:buNone/>
              <a:defRPr sz="2025" b="1" spc="-85"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230546208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5" name="Picture 3">
            <a:extLst>
              <a:ext uri="{FF2B5EF4-FFF2-40B4-BE49-F238E27FC236}">
                <a16:creationId xmlns:a16="http://schemas.microsoft.com/office/drawing/2014/main" id="{95583B57-8481-4F8C-894A-1900180EA9F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79" t="-543" r="179" b="-543"/>
          <a:stretch>
            <a:fillRect/>
          </a:stretch>
        </p:blipFill>
        <p:spPr bwMode="auto">
          <a:xfrm>
            <a:off x="4751388" y="2224088"/>
            <a:ext cx="2689225"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a:extLst>
              <a:ext uri="{FF2B5EF4-FFF2-40B4-BE49-F238E27FC236}">
                <a16:creationId xmlns:a16="http://schemas.microsoft.com/office/drawing/2014/main" id="{F13F073D-05BE-47AF-8DEE-5A6262F6508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816725"/>
            <a:ext cx="12192000" cy="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A75F1032-3AF5-45AE-A8D3-C36D11FE47F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160338"/>
            <a:ext cx="106680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8200" y="160569"/>
            <a:ext cx="932180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3"/>
            <a:ext cx="1016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3"/>
            <a:ext cx="11196956" cy="395287"/>
          </a:xfrm>
        </p:spPr>
        <p:txBody>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2597761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61" name="PlaceHolder 2"/>
          <p:cNvSpPr>
            <a:spLocks noGrp="1"/>
          </p:cNvSpPr>
          <p:nvPr>
            <p:ph type="body"/>
          </p:nvPr>
        </p:nvSpPr>
        <p:spPr>
          <a:xfrm>
            <a:off x="609600" y="1600200"/>
            <a:ext cx="10972320" cy="4525920"/>
          </a:xfrm>
          <a:prstGeom prst="rect">
            <a:avLst/>
          </a:prstGeom>
        </p:spPr>
        <p:txBody>
          <a:bodyPr lIns="0" tIns="0" rIns="0" bIns="0"/>
          <a:lstStyle/>
          <a:p>
            <a:pPr lvl="0"/>
            <a:r>
              <a:rPr lang="en-US"/>
              <a:t>Edit Master text styles</a:t>
            </a:r>
          </a:p>
        </p:txBody>
      </p:sp>
    </p:spTree>
    <p:extLst>
      <p:ext uri="{BB962C8B-B14F-4D97-AF65-F5344CB8AC3E}">
        <p14:creationId xmlns:p14="http://schemas.microsoft.com/office/powerpoint/2010/main" val="244249158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1F8CA5E5-F5E9-443A-8474-95ACC3DD2E4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79" t="-543" r="179" b="-543"/>
          <a:stretch>
            <a:fillRect/>
          </a:stretch>
        </p:blipFill>
        <p:spPr bwMode="auto">
          <a:xfrm>
            <a:off x="4751388" y="2224088"/>
            <a:ext cx="2689225"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a:extLst>
              <a:ext uri="{FF2B5EF4-FFF2-40B4-BE49-F238E27FC236}">
                <a16:creationId xmlns:a16="http://schemas.microsoft.com/office/drawing/2014/main" id="{502FD78F-041E-49D1-B988-4460F7FD398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816725"/>
            <a:ext cx="12192000" cy="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59A35111-B3D3-457E-B515-DEA58DB441F9}"/>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743075" y="2482850"/>
            <a:ext cx="8848725"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C6DB4FA2-A162-45A7-8DE7-AAA48A93AFCA}"/>
              </a:ext>
            </a:extLst>
          </p:cNvPr>
          <p:cNvSpPr txBox="1">
            <a:spLocks/>
          </p:cNvSpPr>
          <p:nvPr userDrawn="1"/>
        </p:nvSpPr>
        <p:spPr>
          <a:xfrm>
            <a:off x="1831975" y="2574925"/>
            <a:ext cx="8666163" cy="1936750"/>
          </a:xfrm>
          <a:prstGeom prst="rect">
            <a:avLst/>
          </a:prstGeom>
        </p:spPr>
        <p:txBody>
          <a:bodyPr lIns="68580" tIns="34290" rIns="68580" bIns="3429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defTabSz="514350" fontAlgn="auto">
              <a:spcAft>
                <a:spcPts val="0"/>
              </a:spcAft>
              <a:defRPr/>
            </a:pPr>
            <a:r>
              <a:rPr lang="en-US" sz="2700" dirty="0">
                <a:solidFill>
                  <a:prstClr val="white"/>
                </a:solidFill>
              </a:rPr>
              <a:t>Click to edit Session title</a:t>
            </a:r>
          </a:p>
        </p:txBody>
      </p:sp>
    </p:spTree>
    <p:extLst>
      <p:ext uri="{BB962C8B-B14F-4D97-AF65-F5344CB8AC3E}">
        <p14:creationId xmlns:p14="http://schemas.microsoft.com/office/powerpoint/2010/main" val="4018531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1">
            <a:extLst>
              <a:ext uri="{FF2B5EF4-FFF2-40B4-BE49-F238E27FC236}">
                <a16:creationId xmlns:a16="http://schemas.microsoft.com/office/drawing/2014/main" id="{BA06CCF8-D87C-4BCC-B384-94AB095CF94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79" t="-543" r="179" b="-543"/>
          <a:stretch>
            <a:fillRect/>
          </a:stretch>
        </p:blipFill>
        <p:spPr bwMode="auto">
          <a:xfrm>
            <a:off x="4751388" y="2224088"/>
            <a:ext cx="2689225"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a:extLst>
              <a:ext uri="{FF2B5EF4-FFF2-40B4-BE49-F238E27FC236}">
                <a16:creationId xmlns:a16="http://schemas.microsoft.com/office/drawing/2014/main" id="{722AE7D8-EC3F-4F79-9560-AAD3E830A66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816725"/>
            <a:ext cx="12192000" cy="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1851" y="1709740"/>
            <a:ext cx="10515600" cy="2852737"/>
          </a:xfrm>
        </p:spPr>
        <p:txBody>
          <a:bodyPr anchor="b">
            <a:normAutofit/>
          </a:bodyPr>
          <a:lstStyle>
            <a:lvl1pPr algn="r">
              <a:defRPr sz="405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lgn="r">
              <a:buNone/>
              <a:defRPr sz="1800" b="0" i="0">
                <a:solidFill>
                  <a:schemeClr val="tx1">
                    <a:tint val="75000"/>
                  </a:schemeClr>
                </a:solidFill>
                <a:latin typeface="Helvetica Light"/>
                <a:cs typeface="Helvetica Ligh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17534077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8FD5DAE5-63FD-4978-834D-81308E255A2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5C64290F-4A4B-4325-9019-329E8F82E40F}"/>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pic>
        <p:nvPicPr>
          <p:cNvPr id="5" name="Picture 8" descr="Picture 7.png">
            <a:extLst>
              <a:ext uri="{FF2B5EF4-FFF2-40B4-BE49-F238E27FC236}">
                <a16:creationId xmlns:a16="http://schemas.microsoft.com/office/drawing/2014/main" id="{DC0466EA-71CD-4680-82E6-48D17DC8B654}"/>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81622F3F-02EE-44A5-BB31-B9376C1C57A3}"/>
              </a:ext>
            </a:extLst>
          </p:cNvPr>
          <p:cNvSpPr/>
          <p:nvPr userDrawn="1"/>
        </p:nvSpPr>
        <p:spPr>
          <a:xfrm>
            <a:off x="3843338"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7" name="Rectangle 6">
            <a:extLst>
              <a:ext uri="{FF2B5EF4-FFF2-40B4-BE49-F238E27FC236}">
                <a16:creationId xmlns:a16="http://schemas.microsoft.com/office/drawing/2014/main" id="{C771802A-7BE0-4253-BFB2-932C8033B249}"/>
              </a:ext>
            </a:extLst>
          </p:cNvPr>
          <p:cNvSpPr/>
          <p:nvPr userDrawn="1"/>
        </p:nvSpPr>
        <p:spPr>
          <a:xfrm>
            <a:off x="-17463" y="6775450"/>
            <a:ext cx="3860801"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8" name="Rectangle 7">
            <a:extLst>
              <a:ext uri="{FF2B5EF4-FFF2-40B4-BE49-F238E27FC236}">
                <a16:creationId xmlns:a16="http://schemas.microsoft.com/office/drawing/2014/main" id="{8F01EDAC-1EA4-4298-848B-280BA2B3A675}"/>
              </a:ext>
            </a:extLst>
          </p:cNvPr>
          <p:cNvSpPr/>
          <p:nvPr userDrawn="1"/>
        </p:nvSpPr>
        <p:spPr>
          <a:xfrm>
            <a:off x="7704138"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9" name="TextBox 8">
            <a:extLst>
              <a:ext uri="{FF2B5EF4-FFF2-40B4-BE49-F238E27FC236}">
                <a16:creationId xmlns:a16="http://schemas.microsoft.com/office/drawing/2014/main" id="{8A4A3778-3C06-4176-BDF9-D6310BCABC17}"/>
              </a:ext>
            </a:extLst>
          </p:cNvPr>
          <p:cNvSpPr txBox="1"/>
          <p:nvPr userDrawn="1"/>
        </p:nvSpPr>
        <p:spPr>
          <a:xfrm>
            <a:off x="9144000" y="762000"/>
            <a:ext cx="2946400" cy="427038"/>
          </a:xfrm>
          <a:prstGeom prst="rect">
            <a:avLst/>
          </a:prstGeom>
          <a:noFill/>
        </p:spPr>
        <p:txBody>
          <a:bodyPr>
            <a:spAutoFit/>
          </a:bodyPr>
          <a:lstStyle/>
          <a:p>
            <a:pPr algn="ctr" defTabSz="685800" eaLnBrk="1" fontAlgn="auto" hangingPunct="1">
              <a:spcBef>
                <a:spcPts val="0"/>
              </a:spcBef>
              <a:spcAft>
                <a:spcPts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0" name="TextBox 9">
            <a:extLst>
              <a:ext uri="{FF2B5EF4-FFF2-40B4-BE49-F238E27FC236}">
                <a16:creationId xmlns:a16="http://schemas.microsoft.com/office/drawing/2014/main" id="{CA0763EF-CAEA-4C94-83D4-67C9EBCAA86A}"/>
              </a:ext>
            </a:extLst>
          </p:cNvPr>
          <p:cNvSpPr txBox="1">
            <a:spLocks noChangeArrowheads="1"/>
          </p:cNvSpPr>
          <p:nvPr userDrawn="1"/>
        </p:nvSpPr>
        <p:spPr bwMode="auto">
          <a:xfrm>
            <a:off x="9448800" y="1171575"/>
            <a:ext cx="2540000" cy="230188"/>
          </a:xfrm>
          <a:prstGeom prst="rect">
            <a:avLst/>
          </a:prstGeom>
          <a:noFill/>
          <a:ln>
            <a:noFill/>
          </a:ln>
        </p:spPr>
        <p:txBody>
          <a:bodyPr>
            <a:spAutoFit/>
          </a:bodyP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eaLnBrk="1" hangingPunct="1">
              <a:defRPr/>
            </a:pPr>
            <a:r>
              <a:rPr lang="en-US" altLang="en-US" sz="900">
                <a:solidFill>
                  <a:srgbClr val="FFFFFF"/>
                </a:solidFill>
                <a:latin typeface="Arial" panose="020B0604020202020204" pitchFamily="34" charset="0"/>
                <a:cs typeface="Arial" panose="020B0604020202020204" pitchFamily="34" charset="0"/>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Edit Master text styles</a:t>
            </a:r>
          </a:p>
          <a:p>
            <a:pPr lvl="1"/>
            <a:r>
              <a:rPr lang="en-US"/>
              <a:t>Second level</a:t>
            </a:r>
          </a:p>
        </p:txBody>
      </p:sp>
    </p:spTree>
    <p:extLst>
      <p:ext uri="{BB962C8B-B14F-4D97-AF65-F5344CB8AC3E}">
        <p14:creationId xmlns:p14="http://schemas.microsoft.com/office/powerpoint/2010/main" val="254385233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1_Title Slide" preserve="1">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4C093C6A-BBEB-473F-8D7A-B5BE88B6E40C}"/>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B96784F4-FBB2-4684-9EB3-4053B3AB065C}"/>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BB04766C-17E2-4EE6-9205-1C3CD9313A63}"/>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898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FE355400-7255-4030-BE96-15D11FF8DAE1}"/>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78B71BDF-A25F-4CA7-8CA2-86DCEDAD7EDC}"/>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288" y="896938"/>
            <a:ext cx="30972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20AFAB18-9CD6-4383-A9A2-132099EA3A29}"/>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7038" y="4800600"/>
            <a:ext cx="512445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3" y="2549773"/>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4"/>
            <a:ext cx="5994400" cy="343327"/>
          </a:xfrm>
          <a:prstGeom prst="rect">
            <a:avLst/>
          </a:prstGeom>
          <a:noFill/>
          <a:ln>
            <a:noFill/>
          </a:ln>
        </p:spPr>
        <p:txBody>
          <a:bodyPr spcFirstLastPara="1" lIns="91425" tIns="45700" rIns="91425" bIns="45700" anchor="ct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5189413" y="4826981"/>
            <a:ext cx="6713419" cy="1108563"/>
          </a:xfrm>
          <a:prstGeom prst="rect">
            <a:avLst/>
          </a:prstGeom>
          <a:noFill/>
          <a:ln>
            <a:noFill/>
          </a:ln>
        </p:spPr>
        <p:txBody>
          <a:bodyPr spcFirstLastPara="1" lIns="91425" tIns="45700" rIns="91425" bIns="45700"/>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234909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Blank_one" preserve="1">
  <p:cSld name="Blank_one">
    <p:spTree>
      <p:nvGrpSpPr>
        <p:cNvPr id="1" name="Shape 56"/>
        <p:cNvGrpSpPr/>
        <p:nvPr/>
      </p:nvGrpSpPr>
      <p:grpSpPr>
        <a:xfrm>
          <a:off x="0" y="0"/>
          <a:ext cx="0" cy="0"/>
          <a:chOff x="0" y="0"/>
          <a:chExt cx="0" cy="0"/>
        </a:xfrm>
      </p:grpSpPr>
      <p:sp>
        <p:nvSpPr>
          <p:cNvPr id="2" name="Google Shape;57;p110">
            <a:extLst>
              <a:ext uri="{FF2B5EF4-FFF2-40B4-BE49-F238E27FC236}">
                <a16:creationId xmlns:a16="http://schemas.microsoft.com/office/drawing/2014/main" id="{B5C9D59B-6705-45B9-9356-D36B09984F39}"/>
              </a:ext>
            </a:extLst>
          </p:cNvPr>
          <p:cNvSpPr txBox="1"/>
          <p:nvPr/>
        </p:nvSpPr>
        <p:spPr>
          <a:xfrm>
            <a:off x="10871200" y="6550025"/>
            <a:ext cx="1320800" cy="196850"/>
          </a:xfrm>
          <a:prstGeom prst="rect">
            <a:avLst/>
          </a:prstGeom>
          <a:noFill/>
          <a:ln>
            <a:noFill/>
          </a:ln>
        </p:spPr>
        <p:txBody>
          <a:bodyPr spcFirstLastPara="1" lIns="68569" tIns="34275" rIns="68569" bIns="34275">
            <a:spAutoFit/>
          </a:bodyPr>
          <a:lstStyle/>
          <a:p>
            <a:pPr algn="r" defTabSz="685800" eaLnBrk="1" fontAlgn="auto" hangingPunct="1">
              <a:spcBef>
                <a:spcPts val="0"/>
              </a:spcBef>
              <a:spcAft>
                <a:spcPts val="0"/>
              </a:spcAft>
              <a:defRPr/>
            </a:pPr>
            <a:r>
              <a:rPr lang="en-US" sz="825" b="1">
                <a:solidFill>
                  <a:srgbClr val="101141"/>
                </a:solidFill>
                <a:latin typeface="Arial"/>
                <a:ea typeface="Arial"/>
                <a:cs typeface="Arial"/>
                <a:sym typeface="Arial"/>
              </a:rPr>
              <a:t>BITS </a:t>
            </a:r>
            <a:r>
              <a:rPr lang="en-US" sz="825">
                <a:solidFill>
                  <a:srgbClr val="101141"/>
                </a:solidFill>
                <a:latin typeface="Arial"/>
                <a:ea typeface="Arial"/>
                <a:cs typeface="Arial"/>
                <a:sym typeface="Arial"/>
              </a:rPr>
              <a:t>Pilani</a:t>
            </a:r>
            <a:endParaRPr sz="825">
              <a:solidFill>
                <a:srgbClr val="101141"/>
              </a:solidFill>
              <a:latin typeface="Arial"/>
              <a:ea typeface="Arial"/>
              <a:cs typeface="Arial"/>
              <a:sym typeface="Arial"/>
            </a:endParaRPr>
          </a:p>
        </p:txBody>
      </p:sp>
      <p:grpSp>
        <p:nvGrpSpPr>
          <p:cNvPr id="3" name="Google Shape;58;p110">
            <a:extLst>
              <a:ext uri="{FF2B5EF4-FFF2-40B4-BE49-F238E27FC236}">
                <a16:creationId xmlns:a16="http://schemas.microsoft.com/office/drawing/2014/main" id="{38B381DD-E783-4574-9BD0-3EC21A2BAE0C}"/>
              </a:ext>
            </a:extLst>
          </p:cNvPr>
          <p:cNvGrpSpPr>
            <a:grpSpLocks/>
          </p:cNvGrpSpPr>
          <p:nvPr/>
        </p:nvGrpSpPr>
        <p:grpSpPr bwMode="auto">
          <a:xfrm>
            <a:off x="2779713" y="6550025"/>
            <a:ext cx="9412287" cy="49213"/>
            <a:chOff x="2083888" y="6550671"/>
            <a:chExt cx="7060112" cy="48665"/>
          </a:xfrm>
        </p:grpSpPr>
        <p:sp>
          <p:nvSpPr>
            <p:cNvPr id="4" name="Google Shape;59;p110">
              <a:extLst>
                <a:ext uri="{FF2B5EF4-FFF2-40B4-BE49-F238E27FC236}">
                  <a16:creationId xmlns:a16="http://schemas.microsoft.com/office/drawing/2014/main" id="{6008E164-3C7C-4A31-81C1-B4DD72F56C75}"/>
                </a:ext>
              </a:extLst>
            </p:cNvPr>
            <p:cNvSpPr>
              <a:spLocks noChangeArrowheads="1"/>
            </p:cNvSpPr>
            <p:nvPr/>
          </p:nvSpPr>
          <p:spPr bwMode="auto">
            <a:xfrm>
              <a:off x="4630958" y="6550671"/>
              <a:ext cx="2327968" cy="48665"/>
            </a:xfrm>
            <a:prstGeom prst="rect">
              <a:avLst/>
            </a:prstGeom>
            <a:solidFill>
              <a:srgbClr val="76C2E5"/>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5" name="Google Shape;60;p110">
              <a:extLst>
                <a:ext uri="{FF2B5EF4-FFF2-40B4-BE49-F238E27FC236}">
                  <a16:creationId xmlns:a16="http://schemas.microsoft.com/office/drawing/2014/main" id="{BE3D5B09-68E4-4D96-88F5-D281FB57B9E2}"/>
                </a:ext>
              </a:extLst>
            </p:cNvPr>
            <p:cNvSpPr>
              <a:spLocks noChangeArrowheads="1"/>
            </p:cNvSpPr>
            <p:nvPr/>
          </p:nvSpPr>
          <p:spPr bwMode="auto">
            <a:xfrm>
              <a:off x="6908913" y="6550671"/>
              <a:ext cx="2235087" cy="45525"/>
            </a:xfrm>
            <a:prstGeom prst="rect">
              <a:avLst/>
            </a:prstGeom>
            <a:solidFill>
              <a:srgbClr val="E31C24"/>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6" name="Google Shape;61;p110">
              <a:extLst>
                <a:ext uri="{FF2B5EF4-FFF2-40B4-BE49-F238E27FC236}">
                  <a16:creationId xmlns:a16="http://schemas.microsoft.com/office/drawing/2014/main" id="{50AEAE30-1A3A-456B-B977-6B9FEEC5013C}"/>
                </a:ext>
              </a:extLst>
            </p:cNvPr>
            <p:cNvSpPr>
              <a:spLocks noChangeArrowheads="1"/>
            </p:cNvSpPr>
            <p:nvPr/>
          </p:nvSpPr>
          <p:spPr bwMode="auto">
            <a:xfrm>
              <a:off x="2083888" y="6550671"/>
              <a:ext cx="2581603" cy="48665"/>
            </a:xfrm>
            <a:prstGeom prst="rect">
              <a:avLst/>
            </a:prstGeom>
            <a:solidFill>
              <a:srgbClr val="FCB017"/>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pic>
        <p:nvPicPr>
          <p:cNvPr id="7" name="Google Shape;62;p110" descr="Picture 7.png">
            <a:extLst>
              <a:ext uri="{FF2B5EF4-FFF2-40B4-BE49-F238E27FC236}">
                <a16:creationId xmlns:a16="http://schemas.microsoft.com/office/drawing/2014/main" id="{73B01D3C-FD19-459C-8C99-1CFAA077C1FC}"/>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l="1923" b="5334"/>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oogle Shape;63;p110">
            <a:extLst>
              <a:ext uri="{FF2B5EF4-FFF2-40B4-BE49-F238E27FC236}">
                <a16:creationId xmlns:a16="http://schemas.microsoft.com/office/drawing/2014/main" id="{73B98310-ECB2-48DD-944F-C4DF845C7D99}"/>
              </a:ext>
            </a:extLst>
          </p:cNvPr>
          <p:cNvGrpSpPr>
            <a:grpSpLocks/>
          </p:cNvGrpSpPr>
          <p:nvPr/>
        </p:nvGrpSpPr>
        <p:grpSpPr bwMode="auto">
          <a:xfrm>
            <a:off x="2844800" y="6553200"/>
            <a:ext cx="9347200" cy="46038"/>
            <a:chOff x="1905000" y="6553200"/>
            <a:chExt cx="7010400" cy="45719"/>
          </a:xfrm>
        </p:grpSpPr>
        <p:sp>
          <p:nvSpPr>
            <p:cNvPr id="9" name="Google Shape;64;p110">
              <a:extLst>
                <a:ext uri="{FF2B5EF4-FFF2-40B4-BE49-F238E27FC236}">
                  <a16:creationId xmlns:a16="http://schemas.microsoft.com/office/drawing/2014/main" id="{4647D60A-C2B2-4F6B-86D5-D28B2E28F293}"/>
                </a:ext>
              </a:extLst>
            </p:cNvPr>
            <p:cNvSpPr>
              <a:spLocks noChangeArrowheads="1"/>
            </p:cNvSpPr>
            <p:nvPr/>
          </p:nvSpPr>
          <p:spPr bwMode="auto">
            <a:xfrm>
              <a:off x="4267200" y="6553200"/>
              <a:ext cx="2328863" cy="45719"/>
            </a:xfrm>
            <a:prstGeom prst="rect">
              <a:avLst/>
            </a:prstGeom>
            <a:solidFill>
              <a:srgbClr val="76C2E5"/>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0" name="Google Shape;65;p110">
              <a:extLst>
                <a:ext uri="{FF2B5EF4-FFF2-40B4-BE49-F238E27FC236}">
                  <a16:creationId xmlns:a16="http://schemas.microsoft.com/office/drawing/2014/main" id="{AFB50497-7778-4D32-B3A2-4C569C495D6C}"/>
                </a:ext>
              </a:extLst>
            </p:cNvPr>
            <p:cNvSpPr>
              <a:spLocks noChangeArrowheads="1"/>
            </p:cNvSpPr>
            <p:nvPr/>
          </p:nvSpPr>
          <p:spPr bwMode="auto">
            <a:xfrm>
              <a:off x="1905000" y="6553200"/>
              <a:ext cx="2362200" cy="45719"/>
            </a:xfrm>
            <a:prstGeom prst="rect">
              <a:avLst/>
            </a:prstGeom>
            <a:solidFill>
              <a:srgbClr val="FCB017"/>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1" name="Google Shape;66;p110">
              <a:extLst>
                <a:ext uri="{FF2B5EF4-FFF2-40B4-BE49-F238E27FC236}">
                  <a16:creationId xmlns:a16="http://schemas.microsoft.com/office/drawing/2014/main" id="{4AC7C91E-5DB0-4892-BECF-ED9295548216}"/>
                </a:ext>
              </a:extLst>
            </p:cNvPr>
            <p:cNvSpPr>
              <a:spLocks noChangeArrowheads="1"/>
            </p:cNvSpPr>
            <p:nvPr/>
          </p:nvSpPr>
          <p:spPr bwMode="auto">
            <a:xfrm>
              <a:off x="6586538" y="6553200"/>
              <a:ext cx="2328863" cy="45719"/>
            </a:xfrm>
            <a:prstGeom prst="rect">
              <a:avLst/>
            </a:prstGeom>
            <a:solidFill>
              <a:srgbClr val="FF0000"/>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grpSp>
        <p:nvGrpSpPr>
          <p:cNvPr id="12" name="Google Shape;67;p110">
            <a:extLst>
              <a:ext uri="{FF2B5EF4-FFF2-40B4-BE49-F238E27FC236}">
                <a16:creationId xmlns:a16="http://schemas.microsoft.com/office/drawing/2014/main" id="{4A03E9EC-BCDE-435F-A9F1-16C36FE4573C}"/>
              </a:ext>
            </a:extLst>
          </p:cNvPr>
          <p:cNvGrpSpPr>
            <a:grpSpLocks/>
          </p:cNvGrpSpPr>
          <p:nvPr/>
        </p:nvGrpSpPr>
        <p:grpSpPr bwMode="auto">
          <a:xfrm>
            <a:off x="0" y="1295400"/>
            <a:ext cx="9347200" cy="46038"/>
            <a:chOff x="1905000" y="6553200"/>
            <a:chExt cx="7010400" cy="45719"/>
          </a:xfrm>
        </p:grpSpPr>
        <p:sp>
          <p:nvSpPr>
            <p:cNvPr id="13" name="Google Shape;68;p110">
              <a:extLst>
                <a:ext uri="{FF2B5EF4-FFF2-40B4-BE49-F238E27FC236}">
                  <a16:creationId xmlns:a16="http://schemas.microsoft.com/office/drawing/2014/main" id="{E93C0253-C7FF-49DD-9BAD-3DC9734DA8C6}"/>
                </a:ext>
              </a:extLst>
            </p:cNvPr>
            <p:cNvSpPr>
              <a:spLocks noChangeArrowheads="1"/>
            </p:cNvSpPr>
            <p:nvPr/>
          </p:nvSpPr>
          <p:spPr bwMode="auto">
            <a:xfrm>
              <a:off x="4267200" y="6553200"/>
              <a:ext cx="2328863" cy="45719"/>
            </a:xfrm>
            <a:prstGeom prst="rect">
              <a:avLst/>
            </a:prstGeom>
            <a:solidFill>
              <a:srgbClr val="76C2E5"/>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4" name="Google Shape;69;p110">
              <a:extLst>
                <a:ext uri="{FF2B5EF4-FFF2-40B4-BE49-F238E27FC236}">
                  <a16:creationId xmlns:a16="http://schemas.microsoft.com/office/drawing/2014/main" id="{A9885191-B1D6-4A12-AFA1-E467B201C3FF}"/>
                </a:ext>
              </a:extLst>
            </p:cNvPr>
            <p:cNvSpPr>
              <a:spLocks noChangeArrowheads="1"/>
            </p:cNvSpPr>
            <p:nvPr/>
          </p:nvSpPr>
          <p:spPr bwMode="auto">
            <a:xfrm>
              <a:off x="1905000" y="6553200"/>
              <a:ext cx="2362200" cy="45719"/>
            </a:xfrm>
            <a:prstGeom prst="rect">
              <a:avLst/>
            </a:prstGeom>
            <a:solidFill>
              <a:srgbClr val="FCB017"/>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5" name="Google Shape;70;p110">
              <a:extLst>
                <a:ext uri="{FF2B5EF4-FFF2-40B4-BE49-F238E27FC236}">
                  <a16:creationId xmlns:a16="http://schemas.microsoft.com/office/drawing/2014/main" id="{85E79FCF-CAC2-45B4-92FB-D2E4A76991FB}"/>
                </a:ext>
              </a:extLst>
            </p:cNvPr>
            <p:cNvSpPr>
              <a:spLocks noChangeArrowheads="1"/>
            </p:cNvSpPr>
            <p:nvPr/>
          </p:nvSpPr>
          <p:spPr bwMode="auto">
            <a:xfrm>
              <a:off x="6586538" y="6553200"/>
              <a:ext cx="2328863" cy="45719"/>
            </a:xfrm>
            <a:prstGeom prst="rect">
              <a:avLst/>
            </a:prstGeom>
            <a:solidFill>
              <a:srgbClr val="FF0000"/>
            </a:solidFill>
            <a:ln>
              <a:noFill/>
            </a:ln>
          </p:spPr>
          <p:txBody>
            <a:bodyPr lIns="91425" tIns="45700" rIns="91425" bIns="45700" anchor="ctr"/>
            <a:lstStyle>
              <a:lvl1pPr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fontAlgn="base">
                <a:spcBef>
                  <a:spcPct val="0"/>
                </a:spcBef>
                <a:spcAft>
                  <a:spcPct val="0"/>
                </a:spcAft>
                <a:defRPr>
                  <a:solidFill>
                    <a:schemeClr val="tx1"/>
                  </a:solidFill>
                  <a:latin typeface="Calibri" panose="020F0502020204030204" pitchFamily="34" charset="0"/>
                </a:defRPr>
              </a:lvl6pPr>
              <a:lvl7pPr marL="2971800" indent="-228600" defTabSz="685800" fontAlgn="base">
                <a:spcBef>
                  <a:spcPct val="0"/>
                </a:spcBef>
                <a:spcAft>
                  <a:spcPct val="0"/>
                </a:spcAft>
                <a:defRPr>
                  <a:solidFill>
                    <a:schemeClr val="tx1"/>
                  </a:solidFill>
                  <a:latin typeface="Calibri" panose="020F0502020204030204" pitchFamily="34" charset="0"/>
                </a:defRPr>
              </a:lvl7pPr>
              <a:lvl8pPr marL="3429000" indent="-228600" defTabSz="685800" fontAlgn="base">
                <a:spcBef>
                  <a:spcPct val="0"/>
                </a:spcBef>
                <a:spcAft>
                  <a:spcPct val="0"/>
                </a:spcAft>
                <a:defRPr>
                  <a:solidFill>
                    <a:schemeClr val="tx1"/>
                  </a:solidFill>
                  <a:latin typeface="Calibri" panose="020F0502020204030204" pitchFamily="34" charset="0"/>
                </a:defRPr>
              </a:lvl8pPr>
              <a:lvl9pPr marL="3886200" indent="-228600" defTabSz="6858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en-US"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210412931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8FEF60-CDB3-4101-9ACF-DD3EFB34A638}"/>
              </a:ext>
            </a:extLst>
          </p:cNvPr>
          <p:cNvSpPr txBox="1"/>
          <p:nvPr/>
        </p:nvSpPr>
        <p:spPr>
          <a:xfrm>
            <a:off x="4368800" y="6596063"/>
            <a:ext cx="7823200" cy="219075"/>
          </a:xfrm>
          <a:prstGeom prst="rect">
            <a:avLst/>
          </a:prstGeom>
          <a:noFill/>
        </p:spPr>
        <p:txBody>
          <a:bodyPr>
            <a:spAutoFit/>
          </a:bodyPr>
          <a:lstStyle/>
          <a:p>
            <a:pPr algn="r" defTabSz="685800" eaLnBrk="1" fontAlgn="auto" hangingPunct="1">
              <a:spcBef>
                <a:spcPts val="0"/>
              </a:spcBef>
              <a:spcAft>
                <a:spcPts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grpSp>
        <p:nvGrpSpPr>
          <p:cNvPr id="5" name="Group 11">
            <a:extLst>
              <a:ext uri="{FF2B5EF4-FFF2-40B4-BE49-F238E27FC236}">
                <a16:creationId xmlns:a16="http://schemas.microsoft.com/office/drawing/2014/main" id="{73C17DDA-C1EF-4E67-9525-EEEF5A4DEDBC}"/>
              </a:ext>
            </a:extLst>
          </p:cNvPr>
          <p:cNvGrpSpPr>
            <a:grpSpLocks/>
          </p:cNvGrpSpPr>
          <p:nvPr/>
        </p:nvGrpSpPr>
        <p:grpSpPr bwMode="auto">
          <a:xfrm>
            <a:off x="2779713" y="6550025"/>
            <a:ext cx="9412287" cy="49213"/>
            <a:chOff x="2083888" y="6550671"/>
            <a:chExt cx="7060112" cy="48665"/>
          </a:xfrm>
        </p:grpSpPr>
        <p:sp>
          <p:nvSpPr>
            <p:cNvPr id="6" name="Rectangle 5">
              <a:extLst>
                <a:ext uri="{FF2B5EF4-FFF2-40B4-BE49-F238E27FC236}">
                  <a16:creationId xmlns:a16="http://schemas.microsoft.com/office/drawing/2014/main" id="{009FC6E2-E375-4933-B536-3858BCD778DF}"/>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7" name="Rectangle 6">
              <a:extLst>
                <a:ext uri="{FF2B5EF4-FFF2-40B4-BE49-F238E27FC236}">
                  <a16:creationId xmlns:a16="http://schemas.microsoft.com/office/drawing/2014/main" id="{459DBE05-C28F-4981-A026-42D414C8BD0D}"/>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8" name="Rectangle 7">
              <a:extLst>
                <a:ext uri="{FF2B5EF4-FFF2-40B4-BE49-F238E27FC236}">
                  <a16:creationId xmlns:a16="http://schemas.microsoft.com/office/drawing/2014/main" id="{61F7E76F-7289-4CED-BA70-A03ACD715CDC}"/>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grpSp>
      <p:pic>
        <p:nvPicPr>
          <p:cNvPr id="9" name="Picture 11" descr="Picture 7.png">
            <a:extLst>
              <a:ext uri="{FF2B5EF4-FFF2-40B4-BE49-F238E27FC236}">
                <a16:creationId xmlns:a16="http://schemas.microsoft.com/office/drawing/2014/main" id="{04B95624-E0B4-4D9A-8D1E-202098D83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C976AB68-FBD2-4C02-BCA6-83F49A194CFB}"/>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6C1527F7-D177-4E0E-A13F-8F58C00160D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12" name="Rectangle 11">
              <a:extLst>
                <a:ext uri="{FF2B5EF4-FFF2-40B4-BE49-F238E27FC236}">
                  <a16:creationId xmlns:a16="http://schemas.microsoft.com/office/drawing/2014/main" id="{B9965E1B-F565-4D45-BFCB-C7B69A58053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13" name="Rectangle 12">
              <a:extLst>
                <a:ext uri="{FF2B5EF4-FFF2-40B4-BE49-F238E27FC236}">
                  <a16:creationId xmlns:a16="http://schemas.microsoft.com/office/drawing/2014/main" id="{EC3E9208-157C-4486-91AD-EB212CBBD9B9}"/>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grpSp>
      <p:grpSp>
        <p:nvGrpSpPr>
          <p:cNvPr id="14" name="Group 22">
            <a:extLst>
              <a:ext uri="{FF2B5EF4-FFF2-40B4-BE49-F238E27FC236}">
                <a16:creationId xmlns:a16="http://schemas.microsoft.com/office/drawing/2014/main" id="{E37BABEC-7F3B-4677-9039-BC440388E8CE}"/>
              </a:ext>
            </a:extLst>
          </p:cNvPr>
          <p:cNvGrpSpPr>
            <a:grpSpLocks/>
          </p:cNvGrpSpPr>
          <p:nvPr/>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C9200382-76E7-4087-B959-18815724207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16" name="Rectangle 15">
              <a:extLst>
                <a:ext uri="{FF2B5EF4-FFF2-40B4-BE49-F238E27FC236}">
                  <a16:creationId xmlns:a16="http://schemas.microsoft.com/office/drawing/2014/main" id="{91EFDCB2-D277-4344-A0A1-ABF78CACF2C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sp>
          <p:nvSpPr>
            <p:cNvPr id="17" name="Rectangle 16">
              <a:extLst>
                <a:ext uri="{FF2B5EF4-FFF2-40B4-BE49-F238E27FC236}">
                  <a16:creationId xmlns:a16="http://schemas.microsoft.com/office/drawing/2014/main" id="{33B5D767-5D63-492C-AC28-67DA5093E044}"/>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lstStyle>
            <a:lvl1pPr marL="0">
              <a:lnSpc>
                <a:spcPts val="2700"/>
              </a:lnSpc>
              <a:spcBef>
                <a:spcPts val="0"/>
              </a:spcBef>
              <a:buNone/>
              <a:defRPr sz="2700" b="1" spc="-113"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24311045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0E19E20B-8871-4195-94BC-85A2A2495082}"/>
              </a:ext>
            </a:extLst>
          </p:cNvPr>
          <p:cNvGrpSpPr>
            <a:grpSpLocks/>
          </p:cNvGrpSpPr>
          <p:nvPr/>
        </p:nvGrpSpPr>
        <p:grpSpPr bwMode="auto">
          <a:xfrm>
            <a:off x="0" y="0"/>
            <a:ext cx="9412288" cy="49213"/>
            <a:chOff x="0" y="0"/>
            <a:chExt cx="7060112" cy="48665"/>
          </a:xfrm>
        </p:grpSpPr>
        <p:sp>
          <p:nvSpPr>
            <p:cNvPr id="3" name="Google Shape;59;p106">
              <a:extLst>
                <a:ext uri="{FF2B5EF4-FFF2-40B4-BE49-F238E27FC236}">
                  <a16:creationId xmlns:a16="http://schemas.microsoft.com/office/drawing/2014/main" id="{0F4FF850-6C0E-4608-847A-7FDF19AF231B}"/>
                </a:ext>
              </a:extLst>
            </p:cNvPr>
            <p:cNvSpPr>
              <a:spLocks noChangeArrowheads="1"/>
            </p:cNvSpPr>
            <p:nvPr/>
          </p:nvSpPr>
          <p:spPr bwMode="auto">
            <a:xfrm>
              <a:off x="4630929" y="6550871"/>
              <a:ext cx="2329158"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EA39BCF-D150-4E1E-85A5-85AB9E791D8D}"/>
                </a:ext>
              </a:extLst>
            </p:cNvPr>
            <p:cNvSpPr>
              <a:spLocks noChangeArrowheads="1"/>
            </p:cNvSpPr>
            <p:nvPr/>
          </p:nvSpPr>
          <p:spPr bwMode="auto">
            <a:xfrm>
              <a:off x="6908883" y="6550871"/>
              <a:ext cx="223627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A3511289-7B5D-411F-A1BB-703854683EB2}"/>
                </a:ext>
              </a:extLst>
            </p:cNvPr>
            <p:cNvSpPr>
              <a:spLocks noChangeArrowheads="1"/>
            </p:cNvSpPr>
            <p:nvPr/>
          </p:nvSpPr>
          <p:spPr bwMode="auto">
            <a:xfrm>
              <a:off x="2085049" y="6550871"/>
              <a:ext cx="2580411"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D9FB9CDE-BE3E-411A-A0E1-138AC8E39ECB}"/>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l="1923" b="5334"/>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A77BC24E-678F-46A2-AFCD-914BD61C9172}"/>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9F695FB7-F538-41B2-A154-B821259D0745}"/>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6A1FE4AC-0CAD-4A04-B0FF-28547D3E6B67}"/>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85D3CC88-A89F-43ED-8A81-96F004241D78}"/>
                </a:ext>
              </a:extLst>
            </p:cNvPr>
            <p:cNvSpPr>
              <a:spLocks noChangeArrowheads="1"/>
            </p:cNvSpPr>
            <p:nvPr/>
          </p:nvSpPr>
          <p:spPr bwMode="auto">
            <a:xfrm>
              <a:off x="6586538" y="6553511"/>
              <a:ext cx="2328863"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BA085073-192E-444D-B481-B2BEAD75837C}"/>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D467D854-E3E4-4C52-9A04-714299653182}"/>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DF640916-12D5-4670-97C5-241AF2F3A049}"/>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16981FCF-1415-4ED6-9C4D-A4AA804D309B}"/>
                </a:ext>
              </a:extLst>
            </p:cNvPr>
            <p:cNvSpPr>
              <a:spLocks noChangeArrowheads="1"/>
            </p:cNvSpPr>
            <p:nvPr/>
          </p:nvSpPr>
          <p:spPr bwMode="auto">
            <a:xfrm>
              <a:off x="6586538" y="6553511"/>
              <a:ext cx="2328863"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685800" eaLnBrk="1" fontAlgn="auto" hangingPunct="1">
                <a:spcBef>
                  <a:spcPts val="0"/>
                </a:spcBef>
                <a:spcAft>
                  <a:spcPts val="0"/>
                </a:spcAft>
                <a:defRPr/>
              </a:pPr>
              <a:endParaRPr lang="x-none" altLang="x-none" sz="12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377660886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Section header" type="secHead" preserve="1">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lIns="91425" tIns="91425" rIns="91425" b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3" name="Google Shape;15;p3">
            <a:extLst>
              <a:ext uri="{FF2B5EF4-FFF2-40B4-BE49-F238E27FC236}">
                <a16:creationId xmlns:a16="http://schemas.microsoft.com/office/drawing/2014/main" id="{4A44B254-C3FD-4A40-AC56-EA66AFCBB75B}"/>
              </a:ext>
            </a:extLst>
          </p:cNvPr>
          <p:cNvSpPr txBox="1">
            <a:spLocks noGrp="1"/>
          </p:cNvSpPr>
          <p:nvPr>
            <p:ph type="sldNum" idx="10"/>
          </p:nvPr>
        </p:nvSpPr>
        <p:spPr>
          <a:xfrm>
            <a:off x="11296650" y="6218238"/>
            <a:ext cx="731838" cy="523875"/>
          </a:xfrm>
          <a:prstGeom prst="rect">
            <a:avLst/>
          </a:prstGeom>
        </p:spPr>
        <p:txBody>
          <a:bodyPr spcFirstLastPara="1" wrap="square" lIns="91425" tIns="91425" rIns="91425" bIns="91425" anchor="ctr" anchorCtr="0">
            <a:normAutofit/>
          </a:bodyPr>
          <a:lstStyle>
            <a:lvl1pPr lvl="0" algn="r" defTabSz="685800" eaLnBrk="1" fontAlgn="auto" hangingPunct="1">
              <a:spcBef>
                <a:spcPts val="0"/>
              </a:spcBef>
              <a:spcAft>
                <a:spcPts val="0"/>
              </a:spcAft>
              <a:buNone/>
              <a:defRPr sz="1350">
                <a:solidFill>
                  <a:prstClr val="black"/>
                </a:solidFill>
                <a:latin typeface="+mn-lt"/>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AFD36B2A-1D64-42CB-9756-74B7CD90C273}" type="slidenum">
              <a:rPr lang="en"/>
              <a:pPr>
                <a:defRPr/>
              </a:pPr>
              <a:t>‹#›</a:t>
            </a:fld>
            <a:endParaRPr lang="en"/>
          </a:p>
        </p:txBody>
      </p:sp>
    </p:spTree>
    <p:extLst>
      <p:ext uri="{BB962C8B-B14F-4D97-AF65-F5344CB8AC3E}">
        <p14:creationId xmlns:p14="http://schemas.microsoft.com/office/powerpoint/2010/main" val="399392571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Content Placeholder 2"/>
          <p:cNvSpPr>
            <a:spLocks noGrp="1"/>
          </p:cNvSpPr>
          <p:nvPr>
            <p:ph idx="10"/>
          </p:nvPr>
        </p:nvSpPr>
        <p:spPr>
          <a:xfrm>
            <a:off x="304800" y="1545224"/>
            <a:ext cx="11480800" cy="4525963"/>
          </a:xfrm>
          <a:prstGeom prst="rect">
            <a:avLst/>
          </a:prstGeom>
        </p:spPr>
        <p:txBody>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p:nvPr>
        </p:nvSpPr>
        <p:spPr>
          <a:xfrm>
            <a:off x="304802" y="0"/>
            <a:ext cx="10881209" cy="1219200"/>
          </a:xfrm>
          <a:prstGeom prst="rect">
            <a:avLst/>
          </a:prstGeom>
        </p:spPr>
        <p:txBody>
          <a:bodyPr/>
          <a:lstStyle>
            <a:lvl1pPr algn="l">
              <a:defRPr sz="2700" b="0">
                <a:latin typeface="Cambria" panose="02040503050406030204" pitchFamily="18" charset="0"/>
                <a:ea typeface="Cambria" panose="02040503050406030204" pitchFamily="18" charset="0"/>
              </a:defRPr>
            </a:lvl1pPr>
          </a:lstStyle>
          <a:p>
            <a:r>
              <a:rPr lang="en-US"/>
              <a:t>Click to edit Master title style</a:t>
            </a:r>
            <a:endParaRPr lang="en-IN" dirty="0"/>
          </a:p>
        </p:txBody>
      </p:sp>
      <p:sp>
        <p:nvSpPr>
          <p:cNvPr id="4" name="Holder 4">
            <a:extLst>
              <a:ext uri="{FF2B5EF4-FFF2-40B4-BE49-F238E27FC236}">
                <a16:creationId xmlns:a16="http://schemas.microsoft.com/office/drawing/2014/main" id="{433B4105-7FD9-4EE2-B1E2-7BEE6224D4B7}"/>
              </a:ext>
            </a:extLst>
          </p:cNvPr>
          <p:cNvSpPr>
            <a:spLocks noGrp="1"/>
          </p:cNvSpPr>
          <p:nvPr>
            <p:ph type="ftr" sz="quarter" idx="11"/>
          </p:nvPr>
        </p:nvSpPr>
        <p:spPr>
          <a:xfrm>
            <a:off x="9810750" y="6640513"/>
            <a:ext cx="2276475" cy="180975"/>
          </a:xfrm>
          <a:prstGeom prst="rect">
            <a:avLst/>
          </a:prstGeom>
        </p:spPr>
        <p:txBody>
          <a:bodyPr lIns="0" tIns="0" rIns="0" bIns="0"/>
          <a:lstStyle>
            <a:lvl1pPr marL="9525" defTabSz="685800" eaLnBrk="1" fontAlgn="auto" hangingPunct="1">
              <a:spcBef>
                <a:spcPts val="0"/>
              </a:spcBef>
              <a:spcAft>
                <a:spcPts val="0"/>
              </a:spcAft>
              <a:defRPr sz="825" b="1" i="0">
                <a:solidFill>
                  <a:srgbClr val="0F1141"/>
                </a:solidFill>
                <a:latin typeface="Arial"/>
                <a:cs typeface="Arial"/>
              </a:defRPr>
            </a:lvl1pPr>
          </a:lstStyle>
          <a:p>
            <a:pPr>
              <a:defRPr/>
            </a:pPr>
            <a:r>
              <a:rPr lang="en-IN"/>
              <a:t>BITS</a:t>
            </a:r>
            <a:r>
              <a:rPr lang="en-IN" spc="-41"/>
              <a:t> </a:t>
            </a:r>
            <a:r>
              <a:rPr lang="en-IN" b="0">
                <a:latin typeface="Arial MT"/>
                <a:cs typeface="Arial MT"/>
              </a:rPr>
              <a:t>Pilani,</a:t>
            </a:r>
            <a:r>
              <a:rPr lang="en-IN" b="0" spc="-26">
                <a:latin typeface="Arial MT"/>
                <a:cs typeface="Arial MT"/>
              </a:rPr>
              <a:t> </a:t>
            </a:r>
            <a:r>
              <a:rPr lang="en-IN" b="0">
                <a:latin typeface="Arial MT"/>
                <a:cs typeface="Arial MT"/>
              </a:rPr>
              <a:t>Pilani</a:t>
            </a:r>
            <a:r>
              <a:rPr lang="en-IN" b="0" spc="-23">
                <a:latin typeface="Arial MT"/>
                <a:cs typeface="Arial MT"/>
              </a:rPr>
              <a:t> </a:t>
            </a:r>
            <a:r>
              <a:rPr lang="en-IN" b="0" spc="-8">
                <a:latin typeface="Arial MT"/>
                <a:cs typeface="Arial MT"/>
              </a:rPr>
              <a:t>Campus</a:t>
            </a:r>
            <a:endParaRPr lang="en-IN" b="0" spc="-8" dirty="0">
              <a:latin typeface="Arial MT"/>
              <a:cs typeface="Arial MT"/>
            </a:endParaRPr>
          </a:p>
        </p:txBody>
      </p:sp>
    </p:spTree>
    <p:extLst>
      <p:ext uri="{BB962C8B-B14F-4D97-AF65-F5344CB8AC3E}">
        <p14:creationId xmlns:p14="http://schemas.microsoft.com/office/powerpoint/2010/main" val="149112749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86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7CFD7C-877A-4071-BF88-E70851E29820}"/>
              </a:ext>
            </a:extLst>
          </p:cNvPr>
          <p:cNvSpPr txBox="1"/>
          <p:nvPr/>
        </p:nvSpPr>
        <p:spPr>
          <a:xfrm>
            <a:off x="4368800" y="6596063"/>
            <a:ext cx="7823200" cy="187325"/>
          </a:xfrm>
          <a:prstGeom prst="rect">
            <a:avLst/>
          </a:prstGeom>
          <a:noFill/>
        </p:spPr>
        <p:txBody>
          <a:bodyPr>
            <a:spAutoFit/>
          </a:bodyPr>
          <a:lstStyle/>
          <a:p>
            <a:pPr algn="r" defTabSz="685800" eaLnBrk="1" hangingPunct="1">
              <a:defRPr/>
            </a:pPr>
            <a:r>
              <a:rPr lang="en-US" sz="619" b="1" dirty="0">
                <a:solidFill>
                  <a:srgbClr val="101141"/>
                </a:solidFill>
                <a:latin typeface="Arial"/>
                <a:cs typeface="Arial"/>
              </a:rPr>
              <a:t>BITS </a:t>
            </a:r>
            <a:r>
              <a:rPr lang="en-US" sz="619" dirty="0">
                <a:solidFill>
                  <a:srgbClr val="101141"/>
                </a:solidFill>
                <a:latin typeface="Arial"/>
                <a:cs typeface="Arial"/>
              </a:rPr>
              <a:t>Pilani, Pilani Campus</a:t>
            </a:r>
          </a:p>
        </p:txBody>
      </p:sp>
      <p:grpSp>
        <p:nvGrpSpPr>
          <p:cNvPr id="5" name="Group 11">
            <a:extLst>
              <a:ext uri="{FF2B5EF4-FFF2-40B4-BE49-F238E27FC236}">
                <a16:creationId xmlns:a16="http://schemas.microsoft.com/office/drawing/2014/main" id="{46BC460F-7172-4592-92AE-4C2647E7C032}"/>
              </a:ext>
            </a:extLst>
          </p:cNvPr>
          <p:cNvGrpSpPr>
            <a:grpSpLocks/>
          </p:cNvGrpSpPr>
          <p:nvPr/>
        </p:nvGrpSpPr>
        <p:grpSpPr bwMode="auto">
          <a:xfrm>
            <a:off x="2779713" y="6550025"/>
            <a:ext cx="9412287" cy="49213"/>
            <a:chOff x="2083888" y="6550671"/>
            <a:chExt cx="7060112" cy="48665"/>
          </a:xfrm>
        </p:grpSpPr>
        <p:sp>
          <p:nvSpPr>
            <p:cNvPr id="6" name="Rectangle 5">
              <a:extLst>
                <a:ext uri="{FF2B5EF4-FFF2-40B4-BE49-F238E27FC236}">
                  <a16:creationId xmlns:a16="http://schemas.microsoft.com/office/drawing/2014/main" id="{5D22ADA7-8A76-43D7-8108-C626F9ACF139}"/>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7" name="Rectangle 6">
              <a:extLst>
                <a:ext uri="{FF2B5EF4-FFF2-40B4-BE49-F238E27FC236}">
                  <a16:creationId xmlns:a16="http://schemas.microsoft.com/office/drawing/2014/main" id="{2C7C20D2-7368-4944-BD27-AFC7D9894161}"/>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8" name="Rectangle 7">
              <a:extLst>
                <a:ext uri="{FF2B5EF4-FFF2-40B4-BE49-F238E27FC236}">
                  <a16:creationId xmlns:a16="http://schemas.microsoft.com/office/drawing/2014/main" id="{58F6F405-2C9F-4DC2-9C3A-07E8823CB2A3}"/>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grpSp>
      <p:pic>
        <p:nvPicPr>
          <p:cNvPr id="9" name="Picture 11" descr="Picture 7.png">
            <a:extLst>
              <a:ext uri="{FF2B5EF4-FFF2-40B4-BE49-F238E27FC236}">
                <a16:creationId xmlns:a16="http://schemas.microsoft.com/office/drawing/2014/main" id="{415B59A5-31A7-463D-BBA7-873B4EEE25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0354C8F-CB48-4F21-A230-1788201F9CD0}"/>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7DC0A026-8241-4C27-85D5-A319CB8F62B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12" name="Rectangle 11">
              <a:extLst>
                <a:ext uri="{FF2B5EF4-FFF2-40B4-BE49-F238E27FC236}">
                  <a16:creationId xmlns:a16="http://schemas.microsoft.com/office/drawing/2014/main" id="{900D965F-6DF1-4BBB-86B7-CE29A0B9AE2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13" name="Rectangle 12">
              <a:extLst>
                <a:ext uri="{FF2B5EF4-FFF2-40B4-BE49-F238E27FC236}">
                  <a16:creationId xmlns:a16="http://schemas.microsoft.com/office/drawing/2014/main" id="{52DA0668-315B-46EC-A760-3F7D9E5BEDB3}"/>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grpSp>
      <p:grpSp>
        <p:nvGrpSpPr>
          <p:cNvPr id="14" name="Group 22">
            <a:extLst>
              <a:ext uri="{FF2B5EF4-FFF2-40B4-BE49-F238E27FC236}">
                <a16:creationId xmlns:a16="http://schemas.microsoft.com/office/drawing/2014/main" id="{F35C635D-07AD-4741-ADFB-3CAE92611266}"/>
              </a:ext>
            </a:extLst>
          </p:cNvPr>
          <p:cNvGrpSpPr>
            <a:grpSpLocks/>
          </p:cNvGrpSpPr>
          <p:nvPr/>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2118137D-93C9-449A-867E-301AA92B95E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16" name="Rectangle 15">
              <a:extLst>
                <a:ext uri="{FF2B5EF4-FFF2-40B4-BE49-F238E27FC236}">
                  <a16:creationId xmlns:a16="http://schemas.microsoft.com/office/drawing/2014/main" id="{FE45E3C0-FFA9-47CE-85DF-CC567E9B395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sp>
          <p:nvSpPr>
            <p:cNvPr id="17" name="Rectangle 16">
              <a:extLst>
                <a:ext uri="{FF2B5EF4-FFF2-40B4-BE49-F238E27FC236}">
                  <a16:creationId xmlns:a16="http://schemas.microsoft.com/office/drawing/2014/main" id="{C2E3C6F2-54DF-424B-9B3D-11D87BB0216C}"/>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685800" eaLnBrk="1" hangingPunct="1">
                <a:defRPr/>
              </a:pPr>
              <a:endParaRPr lang="en-US" sz="900">
                <a:solidFill>
                  <a:prstClr val="white"/>
                </a:solidFill>
              </a:endParaRPr>
            </a:p>
          </p:txBody>
        </p:sp>
      </p:grpSp>
      <p:sp>
        <p:nvSpPr>
          <p:cNvPr id="3" name="Content Placeholder 2"/>
          <p:cNvSpPr>
            <a:spLocks noGrp="1"/>
          </p:cNvSpPr>
          <p:nvPr>
            <p:ph idx="1"/>
          </p:nvPr>
        </p:nvSpPr>
        <p:spPr>
          <a:xfrm>
            <a:off x="406400" y="1493842"/>
            <a:ext cx="109728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lstStyle>
            <a:lvl1pPr marL="0">
              <a:lnSpc>
                <a:spcPts val="2025"/>
              </a:lnSpc>
              <a:spcBef>
                <a:spcPts val="0"/>
              </a:spcBef>
              <a:buNone/>
              <a:defRPr sz="2025" b="1" spc="-85"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22123908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5" name="Picture 3">
            <a:extLst>
              <a:ext uri="{FF2B5EF4-FFF2-40B4-BE49-F238E27FC236}">
                <a16:creationId xmlns:a16="http://schemas.microsoft.com/office/drawing/2014/main" id="{E25F026C-04AD-446E-875A-DCCBB70F599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79" t="-543" r="179" b="-543"/>
          <a:stretch>
            <a:fillRect/>
          </a:stretch>
        </p:blipFill>
        <p:spPr bwMode="auto">
          <a:xfrm>
            <a:off x="4751388" y="2224088"/>
            <a:ext cx="2689225"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a:extLst>
              <a:ext uri="{FF2B5EF4-FFF2-40B4-BE49-F238E27FC236}">
                <a16:creationId xmlns:a16="http://schemas.microsoft.com/office/drawing/2014/main" id="{968AF10C-37A8-4C16-AC31-8D59035C79AC}"/>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816725"/>
            <a:ext cx="12192000" cy="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045B3D5E-9643-40AC-BE6F-EB9A7DE0F9B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160338"/>
            <a:ext cx="106680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8200" y="160569"/>
            <a:ext cx="932180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3"/>
            <a:ext cx="1016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3"/>
            <a:ext cx="11196956" cy="395287"/>
          </a:xfrm>
        </p:spPr>
        <p:txBody>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1561000565"/>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61" name="PlaceHolder 2"/>
          <p:cNvSpPr>
            <a:spLocks noGrp="1"/>
          </p:cNvSpPr>
          <p:nvPr>
            <p:ph type="body"/>
          </p:nvPr>
        </p:nvSpPr>
        <p:spPr>
          <a:xfrm>
            <a:off x="609600" y="1600200"/>
            <a:ext cx="10972320" cy="4525920"/>
          </a:xfrm>
          <a:prstGeom prst="rect">
            <a:avLst/>
          </a:prstGeom>
        </p:spPr>
        <p:txBody>
          <a:bodyPr lIns="0" tIns="0" rIns="0" bIns="0"/>
          <a:lstStyle/>
          <a:p>
            <a:pPr lvl="0"/>
            <a:r>
              <a:rPr lang="en-US"/>
              <a:t>Edit Master text styles</a:t>
            </a:r>
          </a:p>
        </p:txBody>
      </p:sp>
    </p:spTree>
    <p:extLst>
      <p:ext uri="{BB962C8B-B14F-4D97-AF65-F5344CB8AC3E}">
        <p14:creationId xmlns:p14="http://schemas.microsoft.com/office/powerpoint/2010/main" val="238092374"/>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E833-EA39-405A-D0B7-BD305895FB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07A195-F203-7F69-F55D-D107A82568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9A1833-4AA4-55C3-931C-212722488180}"/>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5" name="Footer Placeholder 4">
            <a:extLst>
              <a:ext uri="{FF2B5EF4-FFF2-40B4-BE49-F238E27FC236}">
                <a16:creationId xmlns:a16="http://schemas.microsoft.com/office/drawing/2014/main" id="{031F049B-D4A1-9787-36AB-1171DFF47C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604AF8-6DF1-C6AD-7ACF-14F20CE365BB}"/>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398396471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BCEF-82A8-A673-BFE1-A89F13AF33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07E67F-5402-6CA7-733F-2FB31A5C82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FC0636-8BCB-CD1D-9F3B-5AFC923E310F}"/>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5" name="Footer Placeholder 4">
            <a:extLst>
              <a:ext uri="{FF2B5EF4-FFF2-40B4-BE49-F238E27FC236}">
                <a16:creationId xmlns:a16="http://schemas.microsoft.com/office/drawing/2014/main" id="{4FAE7930-555B-370B-798D-0C2BE8C03F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334ECA-963F-082E-A79F-8B2F072037E2}"/>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375242730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37F80-F17D-798B-5B34-12898E7D49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F0AAD8-65BB-6AAD-2EEB-47D3EFBB04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E018DE-8F9B-40EE-A056-C58503F51339}"/>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5" name="Footer Placeholder 4">
            <a:extLst>
              <a:ext uri="{FF2B5EF4-FFF2-40B4-BE49-F238E27FC236}">
                <a16:creationId xmlns:a16="http://schemas.microsoft.com/office/drawing/2014/main" id="{0A82AB25-D0DB-1788-41FE-DE8DD1BBF7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C6B0E6-BC39-F376-6AE1-5CE5C5360214}"/>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379399631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56DB9-D70E-CD93-1B5F-4CD5E85002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F9138B-E41C-FDAA-B43B-55311E8065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D5A0937-8D70-FB36-15E6-FB249BDEB4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93089B9-912F-7174-A995-367FF1154741}"/>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6" name="Footer Placeholder 5">
            <a:extLst>
              <a:ext uri="{FF2B5EF4-FFF2-40B4-BE49-F238E27FC236}">
                <a16:creationId xmlns:a16="http://schemas.microsoft.com/office/drawing/2014/main" id="{5762C3A7-C5C6-1F94-8D21-D71535AE8E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62D89D-8386-46ED-FE9E-A2A2B48A983A}"/>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131506976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60A6B-301A-13E0-E5B5-BDBD0D008C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8AEA2D-CC73-9F27-ED5B-1DE148B8FA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3A7B58-8BD6-6CC0-285E-C8609D7053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A96E3C-2CBC-4C8D-984E-FE3BE0A30C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8338EC-8769-E7AE-376E-52B2AD2A16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65844E-A86A-FDB9-B028-362AF9A94FB5}"/>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8" name="Footer Placeholder 7">
            <a:extLst>
              <a:ext uri="{FF2B5EF4-FFF2-40B4-BE49-F238E27FC236}">
                <a16:creationId xmlns:a16="http://schemas.microsoft.com/office/drawing/2014/main" id="{4F1E14EE-C89A-5632-78B9-622A2674783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553867-B5D4-422C-76A1-CA3FDB601F49}"/>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142362441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543A4-BDFB-AEDA-F634-ECABBECF6B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E62FF7-60B9-B6C4-629D-69C5E90D0CBA}"/>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4" name="Footer Placeholder 3">
            <a:extLst>
              <a:ext uri="{FF2B5EF4-FFF2-40B4-BE49-F238E27FC236}">
                <a16:creationId xmlns:a16="http://schemas.microsoft.com/office/drawing/2014/main" id="{37829407-4F8C-6AD7-3F57-56B491B6467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88272C-31F6-1159-1E38-005E83FDBB8D}"/>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179248526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E5FF3E-7EA3-44D1-D4D3-AB5D42EAB463}"/>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3" name="Footer Placeholder 2">
            <a:extLst>
              <a:ext uri="{FF2B5EF4-FFF2-40B4-BE49-F238E27FC236}">
                <a16:creationId xmlns:a16="http://schemas.microsoft.com/office/drawing/2014/main" id="{4C887D73-4FBE-7182-71FA-2BABD4915E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E7FC33-E799-8B1B-7734-019C96CAB754}"/>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421796581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9AB81-F1E8-EE51-1994-ACB81F035F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8C82B9-BD4F-D77C-E53F-3176267FBB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7389F9D-0089-DF3A-76D0-CD0C92AF5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568B68-0E11-B079-CFB4-2C4A2784F461}"/>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6" name="Footer Placeholder 5">
            <a:extLst>
              <a:ext uri="{FF2B5EF4-FFF2-40B4-BE49-F238E27FC236}">
                <a16:creationId xmlns:a16="http://schemas.microsoft.com/office/drawing/2014/main" id="{2A72CCEC-72C9-6A31-EB2D-412853DA4E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012D96-A2C3-B4E5-C8F3-AC727C1E7D6F}"/>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169430850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2E561-E881-508E-424C-167FB0290C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1C9818-9054-F968-52F5-9DFD86402E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6FC0646-71C9-DB3A-CBBF-AEB6BE907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5B6F32-AF0C-00AD-0FED-76937135302A}"/>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6" name="Footer Placeholder 5">
            <a:extLst>
              <a:ext uri="{FF2B5EF4-FFF2-40B4-BE49-F238E27FC236}">
                <a16:creationId xmlns:a16="http://schemas.microsoft.com/office/drawing/2014/main" id="{ED4BB9DB-2C76-17D3-D351-8048FC144A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BECCBD-9CDA-29CA-D04C-390C02332047}"/>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12518880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F1F5-D0B9-7F7C-E053-EB685FD8E3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7CFD0C-DB65-38A1-BF7C-58E3734833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557916-5216-78FC-83D9-D5E556C5DCE6}"/>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5" name="Footer Placeholder 4">
            <a:extLst>
              <a:ext uri="{FF2B5EF4-FFF2-40B4-BE49-F238E27FC236}">
                <a16:creationId xmlns:a16="http://schemas.microsoft.com/office/drawing/2014/main" id="{272DB7E2-B883-E00C-BF5A-C8C32ABFB1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484CB9-D699-7100-474A-65471D490616}"/>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302091641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028A0E-D6FB-40BE-8B8D-71DCC839D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C377DE-4E75-D307-CA8E-80B109D247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5859E4-F9DD-73F0-7861-9A77EECF36D4}"/>
              </a:ext>
            </a:extLst>
          </p:cNvPr>
          <p:cNvSpPr>
            <a:spLocks noGrp="1"/>
          </p:cNvSpPr>
          <p:nvPr>
            <p:ph type="dt" sz="half" idx="10"/>
          </p:nvPr>
        </p:nvSpPr>
        <p:spPr/>
        <p:txBody>
          <a:bodyPr/>
          <a:lstStyle/>
          <a:p>
            <a:fld id="{BAC12147-5AEB-466D-918F-6998C52C80D8}" type="datetimeFigureOut">
              <a:rPr lang="en-IN" smtClean="0"/>
              <a:t>11-07-2026</a:t>
            </a:fld>
            <a:endParaRPr lang="en-IN"/>
          </a:p>
        </p:txBody>
      </p:sp>
      <p:sp>
        <p:nvSpPr>
          <p:cNvPr id="5" name="Footer Placeholder 4">
            <a:extLst>
              <a:ext uri="{FF2B5EF4-FFF2-40B4-BE49-F238E27FC236}">
                <a16:creationId xmlns:a16="http://schemas.microsoft.com/office/drawing/2014/main" id="{211CD2C0-5C45-F7AE-8557-B7D33F2152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1F75ED-39CA-DB5F-46BA-95490D11C296}"/>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219283907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cstate="print">
            <a:alphaModFix amt="50000"/>
            <a:extLst>
              <a:ext uri="{28A0092B-C50C-407E-A947-70E740481C1C}">
                <a14:useLocalDpi xmlns:a14="http://schemas.microsoft.com/office/drawing/2010/main" val="0"/>
              </a:ext>
            </a:extLst>
          </a:blip>
          <a:srcRect l="178" t="-543" r="178" b="-543"/>
          <a:stretch>
            <a:fillRect/>
          </a:stretch>
        </p:blipFill>
        <p:spPr>
          <a:xfrm>
            <a:off x="4750811" y="2223656"/>
            <a:ext cx="2690381" cy="272934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3"/>
            <a:ext cx="1016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3"/>
            <a:ext cx="11196956"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1503203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theme" Target="../theme/theme3.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theme" Target="../theme/theme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theme" Target="../theme/theme5.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slideLayout" Target="../slideLayouts/slideLayout8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10" Type="http://schemas.openxmlformats.org/officeDocument/2006/relationships/slideLayout" Target="../slideLayouts/slideLayout75.xml"/><Relationship Id="rId19" Type="http://schemas.openxmlformats.org/officeDocument/2006/relationships/theme" Target="../theme/theme6.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slideLayout" Target="../slideLayouts/slideLayout96.xml"/><Relationship Id="rId18" Type="http://schemas.openxmlformats.org/officeDocument/2006/relationships/slideLayout" Target="../slideLayouts/slideLayout101.xml"/><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 Type="http://schemas.openxmlformats.org/officeDocument/2006/relationships/slideLayout" Target="../slideLayouts/slideLayout85.xml"/><Relationship Id="rId16" Type="http://schemas.openxmlformats.org/officeDocument/2006/relationships/slideLayout" Target="../slideLayouts/slideLayout99.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5" Type="http://schemas.openxmlformats.org/officeDocument/2006/relationships/slideLayout" Target="../slideLayouts/slideLayout98.xml"/><Relationship Id="rId10" Type="http://schemas.openxmlformats.org/officeDocument/2006/relationships/slideLayout" Target="../slideLayouts/slideLayout93.xml"/><Relationship Id="rId19" Type="http://schemas.openxmlformats.org/officeDocument/2006/relationships/theme" Target="../theme/theme7.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slideLayout" Target="../slideLayouts/slideLayout114.xml"/><Relationship Id="rId18" Type="http://schemas.openxmlformats.org/officeDocument/2006/relationships/slideLayout" Target="../slideLayouts/slideLayout11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slideLayout" Target="../slideLayouts/slideLayout116.xml"/><Relationship Id="rId10" Type="http://schemas.openxmlformats.org/officeDocument/2006/relationships/slideLayout" Target="../slideLayouts/slideLayout111.xml"/><Relationship Id="rId19" Type="http://schemas.openxmlformats.org/officeDocument/2006/relationships/theme" Target="../theme/theme8.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7.xml"/><Relationship Id="rId13" Type="http://schemas.openxmlformats.org/officeDocument/2006/relationships/theme" Target="../theme/theme9.xml"/><Relationship Id="rId3" Type="http://schemas.openxmlformats.org/officeDocument/2006/relationships/slideLayout" Target="../slideLayouts/slideLayout122.xml"/><Relationship Id="rId7" Type="http://schemas.openxmlformats.org/officeDocument/2006/relationships/slideLayout" Target="../slideLayouts/slideLayout126.xml"/><Relationship Id="rId12" Type="http://schemas.openxmlformats.org/officeDocument/2006/relationships/slideLayout" Target="../slideLayouts/slideLayout131.xml"/><Relationship Id="rId2" Type="http://schemas.openxmlformats.org/officeDocument/2006/relationships/slideLayout" Target="../slideLayouts/slideLayout121.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5" Type="http://schemas.openxmlformats.org/officeDocument/2006/relationships/slideLayout" Target="../slideLayouts/slideLayout124.xml"/><Relationship Id="rId10" Type="http://schemas.openxmlformats.org/officeDocument/2006/relationships/slideLayout" Target="../slideLayouts/slideLayout129.xml"/><Relationship Id="rId4" Type="http://schemas.openxmlformats.org/officeDocument/2006/relationships/slideLayout" Target="../slideLayouts/slideLayout123.xml"/><Relationship Id="rId9" Type="http://schemas.openxmlformats.org/officeDocument/2006/relationships/slideLayout" Target="../slideLayouts/slideLayout12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39.xml"/><Relationship Id="rId13" Type="http://schemas.openxmlformats.org/officeDocument/2006/relationships/theme" Target="../theme/theme10.xml"/><Relationship Id="rId3" Type="http://schemas.openxmlformats.org/officeDocument/2006/relationships/slideLayout" Target="../slideLayouts/slideLayout134.xml"/><Relationship Id="rId7" Type="http://schemas.openxmlformats.org/officeDocument/2006/relationships/slideLayout" Target="../slideLayouts/slideLayout138.xml"/><Relationship Id="rId12" Type="http://schemas.openxmlformats.org/officeDocument/2006/relationships/slideLayout" Target="../slideLayouts/slideLayout143.xml"/><Relationship Id="rId2" Type="http://schemas.openxmlformats.org/officeDocument/2006/relationships/slideLayout" Target="../slideLayouts/slideLayout133.xml"/><Relationship Id="rId1" Type="http://schemas.openxmlformats.org/officeDocument/2006/relationships/slideLayout" Target="../slideLayouts/slideLayout132.xml"/><Relationship Id="rId6" Type="http://schemas.openxmlformats.org/officeDocument/2006/relationships/slideLayout" Target="../slideLayouts/slideLayout137.xml"/><Relationship Id="rId11" Type="http://schemas.openxmlformats.org/officeDocument/2006/relationships/slideLayout" Target="../slideLayouts/slideLayout142.xml"/><Relationship Id="rId5" Type="http://schemas.openxmlformats.org/officeDocument/2006/relationships/slideLayout" Target="../slideLayouts/slideLayout136.xml"/><Relationship Id="rId10" Type="http://schemas.openxmlformats.org/officeDocument/2006/relationships/slideLayout" Target="../slideLayouts/slideLayout141.xml"/><Relationship Id="rId4" Type="http://schemas.openxmlformats.org/officeDocument/2006/relationships/slideLayout" Target="../slideLayouts/slideLayout135.xml"/><Relationship Id="rId9" Type="http://schemas.openxmlformats.org/officeDocument/2006/relationships/slideLayout" Target="../slideLayouts/slideLayout14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51.xml"/><Relationship Id="rId13" Type="http://schemas.openxmlformats.org/officeDocument/2006/relationships/theme" Target="../theme/theme11.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slideLayout" Target="../slideLayouts/slideLayout155.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29" r:id="rId1"/>
    <p:sldLayoutId id="2147483740" r:id="rId2"/>
    <p:sldLayoutId id="2147483742" r:id="rId3"/>
    <p:sldLayoutId id="2147483745" r:id="rId4"/>
    <p:sldLayoutId id="2147483746" r:id="rId5"/>
    <p:sldLayoutId id="2147483749" r:id="rId6"/>
    <p:sldLayoutId id="2147483752" r:id="rId7"/>
    <p:sldLayoutId id="2147483774"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fld id="{AD9E909E-7C98-4E08-B6CF-5AC97662F8A6}" type="datetime3">
              <a:rPr lang="en-US">
                <a:solidFill>
                  <a:prstClr val="black">
                    <a:tint val="75000"/>
                  </a:prstClr>
                </a:solidFill>
              </a:rPr>
              <a:pPr fontAlgn="base">
                <a:spcBef>
                  <a:spcPct val="0"/>
                </a:spcBef>
                <a:spcAft>
                  <a:spcPct val="0"/>
                </a:spcAft>
                <a:defRPr/>
              </a:pPr>
              <a:t>11 July 2026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r>
              <a:rPr lang="en-US">
                <a:solidFill>
                  <a:prstClr val="black">
                    <a:tint val="75000"/>
                  </a:prstClr>
                </a:solidFill>
              </a:rPr>
              <a:t>IS ZC464, Machine Learning</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fld id="{60DB935C-A2BB-404C-A6C5-67E9068028E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69584189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Lst>
  <p:hf hdr="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4531818"/>
      </p:ext>
    </p:extLst>
  </p:cSld>
  <p:clrMap bg1="lt1" tx1="dk1" bg2="lt2" tx2="dk2" accent1="accent1" accent2="accent2" accent3="accent3" accent4="accent4" accent5="accent5" accent6="accent6" hlink="hlink" folHlink="folHlink"/>
  <p:sldLayoutIdLst>
    <p:sldLayoutId id="2147483776" r:id="rId1"/>
    <p:sldLayoutId id="2147483778" r:id="rId2"/>
    <p:sldLayoutId id="2147483779" r:id="rId3"/>
    <p:sldLayoutId id="2147483780" r:id="rId4"/>
    <p:sldLayoutId id="2147483781" r:id="rId5"/>
    <p:sldLayoutId id="2147483782" r:id="rId6"/>
    <p:sldLayoutId id="2147483784" r:id="rId7"/>
    <p:sldLayoutId id="2147483810" r:id="rId8"/>
    <p:sldLayoutId id="2147483811" r:id="rId9"/>
    <p:sldLayoutId id="2147483881"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0" y="6172200"/>
            <a:ext cx="1625600" cy="304800"/>
          </a:xfrm>
          <a:prstGeom prst="rect">
            <a:avLst/>
          </a:prstGeom>
        </p:spPr>
        <p:txBody>
          <a:bodyPr vert="horz" lIns="91440" tIns="45720" rIns="91440" bIns="45720" rtlCol="0" anchor="ctr"/>
          <a:lstStyle>
            <a:lvl1pPr algn="l">
              <a:defRPr sz="1200">
                <a:solidFill>
                  <a:schemeClr val="tx1"/>
                </a:solidFill>
              </a:defRPr>
            </a:lvl1pPr>
          </a:lstStyle>
          <a:p>
            <a:pPr>
              <a:defRPr/>
            </a:pPr>
            <a:fld id="{169CF039-14E9-4D0E-9662-C764433E1C63}" type="datetimeFigureOut">
              <a:rPr lang="en-US" smtClean="0"/>
              <a:pPr>
                <a:defRPr/>
              </a:pPr>
              <a:t>7/11/2026</a:t>
            </a:fld>
            <a:endParaRPr lang="en-US"/>
          </a:p>
        </p:txBody>
      </p:sp>
      <p:sp>
        <p:nvSpPr>
          <p:cNvPr id="5" name="Footer Placeholder 4"/>
          <p:cNvSpPr>
            <a:spLocks noGrp="1"/>
          </p:cNvSpPr>
          <p:nvPr>
            <p:ph type="ftr" sz="quarter" idx="3"/>
          </p:nvPr>
        </p:nvSpPr>
        <p:spPr>
          <a:xfrm>
            <a:off x="1320800" y="6553200"/>
            <a:ext cx="3860800" cy="228600"/>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p:cNvSpPr>
            <a:spLocks noGrp="1"/>
          </p:cNvSpPr>
          <p:nvPr>
            <p:ph type="sldNum" sz="quarter" idx="4"/>
          </p:nvPr>
        </p:nvSpPr>
        <p:spPr>
          <a:xfrm>
            <a:off x="0" y="6492876"/>
            <a:ext cx="1219200" cy="365125"/>
          </a:xfrm>
          <a:prstGeom prst="rect">
            <a:avLst/>
          </a:prstGeom>
        </p:spPr>
        <p:txBody>
          <a:bodyPr vert="horz" lIns="91440" tIns="45720" rIns="91440" bIns="45720" rtlCol="0" anchor="ctr"/>
          <a:lstStyle>
            <a:lvl1pPr algn="r">
              <a:defRPr sz="1200">
                <a:solidFill>
                  <a:schemeClr val="tx1"/>
                </a:solidFill>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2476847171"/>
      </p:ext>
    </p:extLst>
  </p:cSld>
  <p:clrMap bg1="lt1" tx1="dk1" bg2="lt2" tx2="dk2" accent1="accent1" accent2="accent2" accent3="accent3" accent4="accent4" accent5="accent5" accent6="accent6" hlink="hlink" folHlink="folHlink"/>
  <p:sldLayoutIdLst>
    <p:sldLayoutId id="2147484036" r:id="rId1"/>
    <p:sldLayoutId id="2147484037" r:id="rId2"/>
    <p:sldLayoutId id="2147484038" r:id="rId3"/>
    <p:sldLayoutId id="2147484039" r:id="rId4"/>
    <p:sldLayoutId id="2147484040" r:id="rId5"/>
    <p:sldLayoutId id="2147484041" r:id="rId6"/>
    <p:sldLayoutId id="2147484042" r:id="rId7"/>
    <p:sldLayoutId id="2147484043" r:id="rId8"/>
    <p:sldLayoutId id="2147484044" r:id="rId9"/>
    <p:sldLayoutId id="2147484045" r:id="rId10"/>
    <p:sldLayoutId id="2147484046" r:id="rId11"/>
    <p:sldLayoutId id="2147484047" r:id="rId12"/>
    <p:sldLayoutId id="2147484048" r:id="rId13"/>
    <p:sldLayoutId id="2147484049" r:id="rId14"/>
    <p:sldLayoutId id="2147484052" r:id="rId15"/>
    <p:sldLayoutId id="2147484053" r:id="rId1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90661971"/>
      </p:ext>
    </p:extLst>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 id="2147484068"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0" y="6172200"/>
            <a:ext cx="1625600" cy="304800"/>
          </a:xfrm>
          <a:prstGeom prst="rect">
            <a:avLst/>
          </a:prstGeom>
        </p:spPr>
        <p:txBody>
          <a:bodyPr vert="horz" lIns="91440" tIns="45720" rIns="91440" bIns="45720" rtlCol="0" anchor="ctr"/>
          <a:lstStyle>
            <a:lvl1pPr algn="l">
              <a:defRPr sz="900">
                <a:solidFill>
                  <a:schemeClr val="tx1"/>
                </a:solidFill>
              </a:defRPr>
            </a:lvl1pPr>
          </a:lstStyle>
          <a:p>
            <a:pPr>
              <a:defRPr/>
            </a:pPr>
            <a:fld id="{169CF039-14E9-4D0E-9662-C764433E1C63}" type="datetimeFigureOut">
              <a:rPr lang="en-US" smtClean="0"/>
              <a:pPr>
                <a:defRPr/>
              </a:pPr>
              <a:t>7/11/2026</a:t>
            </a:fld>
            <a:endParaRPr lang="en-US"/>
          </a:p>
        </p:txBody>
      </p:sp>
      <p:sp>
        <p:nvSpPr>
          <p:cNvPr id="5" name="Footer Placeholder 4"/>
          <p:cNvSpPr>
            <a:spLocks noGrp="1"/>
          </p:cNvSpPr>
          <p:nvPr>
            <p:ph type="ftr" sz="quarter" idx="3"/>
          </p:nvPr>
        </p:nvSpPr>
        <p:spPr>
          <a:xfrm>
            <a:off x="1320800" y="6553200"/>
            <a:ext cx="3860800" cy="228600"/>
          </a:xfrm>
          <a:prstGeom prst="rect">
            <a:avLst/>
          </a:prstGeom>
        </p:spPr>
        <p:txBody>
          <a:bodyPr vert="horz" lIns="91440" tIns="45720" rIns="91440" bIns="45720" rtlCol="0" anchor="ctr"/>
          <a:lstStyle>
            <a:lvl1pPr algn="ctr">
              <a:defRPr sz="900">
                <a:solidFill>
                  <a:schemeClr val="tx1"/>
                </a:solidFill>
              </a:defRPr>
            </a:lvl1pPr>
          </a:lstStyle>
          <a:p>
            <a:pPr>
              <a:defRPr/>
            </a:pPr>
            <a:endParaRPr lang="en-US"/>
          </a:p>
        </p:txBody>
      </p:sp>
      <p:sp>
        <p:nvSpPr>
          <p:cNvPr id="6" name="Slide Number Placeholder 5"/>
          <p:cNvSpPr>
            <a:spLocks noGrp="1"/>
          </p:cNvSpPr>
          <p:nvPr>
            <p:ph type="sldNum" sz="quarter" idx="4"/>
          </p:nvPr>
        </p:nvSpPr>
        <p:spPr>
          <a:xfrm>
            <a:off x="0" y="6492878"/>
            <a:ext cx="1219200" cy="365125"/>
          </a:xfrm>
          <a:prstGeom prst="rect">
            <a:avLst/>
          </a:prstGeom>
        </p:spPr>
        <p:txBody>
          <a:bodyPr vert="horz" lIns="91440" tIns="45720" rIns="91440" bIns="45720" rtlCol="0" anchor="ctr"/>
          <a:lstStyle>
            <a:lvl1pPr algn="r">
              <a:defRPr sz="900">
                <a:solidFill>
                  <a:schemeClr val="tx1"/>
                </a:solidFill>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892996962"/>
      </p:ext>
    </p:extLst>
  </p:cSld>
  <p:clrMap bg1="lt1" tx1="dk1" bg2="lt2" tx2="dk2" accent1="accent1" accent2="accent2" accent3="accent3" accent4="accent4" accent5="accent5" accent6="accent6" hlink="hlink" folHlink="folHlink"/>
  <p:sldLayoutIdLst>
    <p:sldLayoutId id="2147484070"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6" r:id="rId16"/>
    <p:sldLayoutId id="2147484087" r:id="rId17"/>
    <p:sldLayoutId id="2147484088" r:id="rId18"/>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A4305876-FC6E-410B-A52E-6855EB41F2F7}"/>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E810E761-38E9-49E6-9004-0A3DB6D5C5C4}"/>
              </a:ext>
            </a:extLst>
          </p:cNvPr>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5EC8D6F-E8FB-481A-9E7C-2E740E1945D7}"/>
              </a:ext>
            </a:extLst>
          </p:cNvPr>
          <p:cNvSpPr>
            <a:spLocks noGrp="1"/>
          </p:cNvSpPr>
          <p:nvPr>
            <p:ph type="dt" sz="half" idx="2"/>
          </p:nvPr>
        </p:nvSpPr>
        <p:spPr>
          <a:xfrm>
            <a:off x="0" y="6172200"/>
            <a:ext cx="1625600" cy="304800"/>
          </a:xfrm>
          <a:prstGeom prst="rect">
            <a:avLst/>
          </a:prstGeom>
        </p:spPr>
        <p:txBody>
          <a:bodyPr vert="horz" lIns="91440" tIns="45720" rIns="91440" bIns="45720" rtlCol="0" anchor="ctr"/>
          <a:lstStyle>
            <a:lvl1pPr algn="l">
              <a:defRPr sz="1200">
                <a:solidFill>
                  <a:schemeClr val="tx1"/>
                </a:solidFill>
              </a:defRPr>
            </a:lvl1pPr>
          </a:lstStyle>
          <a:p>
            <a:pPr>
              <a:defRPr/>
            </a:pPr>
            <a:fld id="{038966A4-A32B-493E-B839-AB6EA916FE93}" type="datetimeFigureOut">
              <a:rPr lang="en-US"/>
              <a:pPr>
                <a:defRPr/>
              </a:pPr>
              <a:t>7/11/2026</a:t>
            </a:fld>
            <a:endParaRPr lang="en-US"/>
          </a:p>
        </p:txBody>
      </p:sp>
      <p:sp>
        <p:nvSpPr>
          <p:cNvPr id="5" name="Footer Placeholder 4">
            <a:extLst>
              <a:ext uri="{FF2B5EF4-FFF2-40B4-BE49-F238E27FC236}">
                <a16:creationId xmlns:a16="http://schemas.microsoft.com/office/drawing/2014/main" id="{395A581B-E29E-4B4C-AF9B-F2009990E10A}"/>
              </a:ext>
            </a:extLst>
          </p:cNvPr>
          <p:cNvSpPr>
            <a:spLocks noGrp="1"/>
          </p:cNvSpPr>
          <p:nvPr>
            <p:ph type="ftr" sz="quarter" idx="3"/>
          </p:nvPr>
        </p:nvSpPr>
        <p:spPr>
          <a:xfrm>
            <a:off x="1320800" y="6553200"/>
            <a:ext cx="3860800" cy="228600"/>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a:extLst>
              <a:ext uri="{FF2B5EF4-FFF2-40B4-BE49-F238E27FC236}">
                <a16:creationId xmlns:a16="http://schemas.microsoft.com/office/drawing/2014/main" id="{4FB50FEF-099B-4595-89EA-D3AAA26AEDF9}"/>
              </a:ext>
            </a:extLst>
          </p:cNvPr>
          <p:cNvSpPr>
            <a:spLocks noGrp="1"/>
          </p:cNvSpPr>
          <p:nvPr>
            <p:ph type="sldNum" sz="quarter" idx="4"/>
          </p:nvPr>
        </p:nvSpPr>
        <p:spPr>
          <a:xfrm>
            <a:off x="0" y="6492875"/>
            <a:ext cx="1219200" cy="365125"/>
          </a:xfrm>
          <a:prstGeom prst="rect">
            <a:avLst/>
          </a:prstGeom>
        </p:spPr>
        <p:txBody>
          <a:bodyPr vert="horz" lIns="91440" tIns="45720" rIns="91440" bIns="45720" rtlCol="0" anchor="ctr"/>
          <a:lstStyle>
            <a:lvl1pPr algn="r">
              <a:defRPr sz="1200">
                <a:solidFill>
                  <a:schemeClr val="tx1"/>
                </a:solidFill>
              </a:defRPr>
            </a:lvl1pPr>
          </a:lstStyle>
          <a:p>
            <a:pPr>
              <a:defRPr/>
            </a:pPr>
            <a:fld id="{17E2400F-7130-4600-AF9A-2F8605487699}" type="slidenum">
              <a:rPr lang="en-US" altLang="en-US"/>
              <a:pPr>
                <a:defRPr/>
              </a:pPr>
              <a:t>‹#›</a:t>
            </a:fld>
            <a:endParaRPr lang="en-US" altLang="en-US"/>
          </a:p>
        </p:txBody>
      </p:sp>
    </p:spTree>
    <p:extLst>
      <p:ext uri="{BB962C8B-B14F-4D97-AF65-F5344CB8AC3E}">
        <p14:creationId xmlns:p14="http://schemas.microsoft.com/office/powerpoint/2010/main" val="2804733056"/>
      </p:ext>
    </p:extLst>
  </p:cSld>
  <p:clrMap bg1="lt1" tx1="dk1" bg2="lt2" tx2="dk2" accent1="accent1" accent2="accent2" accent3="accent3" accent4="accent4" accent5="accent5" accent6="accent6" hlink="hlink" folHlink="folHlink"/>
  <p:sldLayoutIdLst>
    <p:sldLayoutId id="2147484092" r:id="rId1"/>
    <p:sldLayoutId id="2147484093" r:id="rId2"/>
    <p:sldLayoutId id="2147484094" r:id="rId3"/>
    <p:sldLayoutId id="2147484095" r:id="rId4"/>
    <p:sldLayoutId id="2147484096" r:id="rId5"/>
    <p:sldLayoutId id="2147484097" r:id="rId6"/>
    <p:sldLayoutId id="2147484098" r:id="rId7"/>
    <p:sldLayoutId id="2147484099" r:id="rId8"/>
    <p:sldLayoutId id="2147484100" r:id="rId9"/>
    <p:sldLayoutId id="2147484101" r:id="rId10"/>
    <p:sldLayoutId id="2147484102" r:id="rId11"/>
    <p:sldLayoutId id="2147484103" r:id="rId12"/>
    <p:sldLayoutId id="2147484104" r:id="rId13"/>
    <p:sldLayoutId id="2147484105" r:id="rId14"/>
    <p:sldLayoutId id="2147484107" r:id="rId15"/>
    <p:sldLayoutId id="2147484108" r:id="rId16"/>
    <p:sldLayoutId id="2147484109" r:id="rId17"/>
    <p:sldLayoutId id="2147484110" r:id="rId18"/>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Title Placeholder 1">
            <a:extLst>
              <a:ext uri="{FF2B5EF4-FFF2-40B4-BE49-F238E27FC236}">
                <a16:creationId xmlns:a16="http://schemas.microsoft.com/office/drawing/2014/main" id="{2158786D-D225-454C-8B48-CC831B09972A}"/>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Text Placeholder 2">
            <a:extLst>
              <a:ext uri="{FF2B5EF4-FFF2-40B4-BE49-F238E27FC236}">
                <a16:creationId xmlns:a16="http://schemas.microsoft.com/office/drawing/2014/main" id="{956F599E-6BE2-46FD-B052-542409C7D613}"/>
              </a:ext>
            </a:extLst>
          </p:cNvPr>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C510094-204F-48F0-B4A9-74E99E768CEA}"/>
              </a:ext>
            </a:extLst>
          </p:cNvPr>
          <p:cNvSpPr>
            <a:spLocks noGrp="1"/>
          </p:cNvSpPr>
          <p:nvPr>
            <p:ph type="dt" sz="half" idx="2"/>
          </p:nvPr>
        </p:nvSpPr>
        <p:spPr>
          <a:xfrm>
            <a:off x="0" y="6172200"/>
            <a:ext cx="1625600" cy="304800"/>
          </a:xfrm>
          <a:prstGeom prst="rect">
            <a:avLst/>
          </a:prstGeom>
        </p:spPr>
        <p:txBody>
          <a:bodyPr vert="horz" lIns="91440" tIns="45720" rIns="91440" bIns="45720" rtlCol="0" anchor="ctr"/>
          <a:lstStyle>
            <a:lvl1pPr algn="l">
              <a:defRPr sz="900">
                <a:solidFill>
                  <a:schemeClr val="tx1"/>
                </a:solidFill>
              </a:defRPr>
            </a:lvl1pPr>
          </a:lstStyle>
          <a:p>
            <a:pPr>
              <a:defRPr/>
            </a:pPr>
            <a:fld id="{2FA4E9C2-A3CB-42CB-875E-1A870C2F904B}" type="datetimeFigureOut">
              <a:rPr lang="en-US"/>
              <a:pPr>
                <a:defRPr/>
              </a:pPr>
              <a:t>7/11/2026</a:t>
            </a:fld>
            <a:endParaRPr lang="en-US"/>
          </a:p>
        </p:txBody>
      </p:sp>
      <p:sp>
        <p:nvSpPr>
          <p:cNvPr id="5" name="Footer Placeholder 4">
            <a:extLst>
              <a:ext uri="{FF2B5EF4-FFF2-40B4-BE49-F238E27FC236}">
                <a16:creationId xmlns:a16="http://schemas.microsoft.com/office/drawing/2014/main" id="{BE233EFC-3E9F-40D5-825F-4FE9A28D9146}"/>
              </a:ext>
            </a:extLst>
          </p:cNvPr>
          <p:cNvSpPr>
            <a:spLocks noGrp="1"/>
          </p:cNvSpPr>
          <p:nvPr>
            <p:ph type="ftr" sz="quarter" idx="3"/>
          </p:nvPr>
        </p:nvSpPr>
        <p:spPr>
          <a:xfrm>
            <a:off x="1320800" y="6553200"/>
            <a:ext cx="3860800" cy="228600"/>
          </a:xfrm>
          <a:prstGeom prst="rect">
            <a:avLst/>
          </a:prstGeom>
        </p:spPr>
        <p:txBody>
          <a:bodyPr vert="horz" lIns="91440" tIns="45720" rIns="91440" bIns="45720" rtlCol="0" anchor="ctr"/>
          <a:lstStyle>
            <a:lvl1pPr algn="ctr">
              <a:defRPr sz="900">
                <a:solidFill>
                  <a:schemeClr val="tx1"/>
                </a:solidFill>
              </a:defRPr>
            </a:lvl1pPr>
          </a:lstStyle>
          <a:p>
            <a:pPr>
              <a:defRPr/>
            </a:pPr>
            <a:endParaRPr lang="en-US"/>
          </a:p>
        </p:txBody>
      </p:sp>
      <p:sp>
        <p:nvSpPr>
          <p:cNvPr id="6" name="Slide Number Placeholder 5">
            <a:extLst>
              <a:ext uri="{FF2B5EF4-FFF2-40B4-BE49-F238E27FC236}">
                <a16:creationId xmlns:a16="http://schemas.microsoft.com/office/drawing/2014/main" id="{87A569CC-0323-4219-9B6C-E00B517B1FBA}"/>
              </a:ext>
            </a:extLst>
          </p:cNvPr>
          <p:cNvSpPr>
            <a:spLocks noGrp="1"/>
          </p:cNvSpPr>
          <p:nvPr>
            <p:ph type="sldNum" sz="quarter" idx="4"/>
          </p:nvPr>
        </p:nvSpPr>
        <p:spPr>
          <a:xfrm>
            <a:off x="0" y="6492875"/>
            <a:ext cx="1219200" cy="365125"/>
          </a:xfrm>
          <a:prstGeom prst="rect">
            <a:avLst/>
          </a:prstGeom>
        </p:spPr>
        <p:txBody>
          <a:bodyPr vert="horz" lIns="91440" tIns="45720" rIns="91440" bIns="45720" rtlCol="0" anchor="ctr"/>
          <a:lstStyle>
            <a:lvl1pPr algn="r">
              <a:defRPr sz="900">
                <a:solidFill>
                  <a:schemeClr val="tx1"/>
                </a:solidFill>
              </a:defRPr>
            </a:lvl1pPr>
          </a:lstStyle>
          <a:p>
            <a:pPr>
              <a:defRPr/>
            </a:pPr>
            <a:fld id="{D232BAEB-0DD0-44B5-9910-AF59544D2115}" type="slidenum">
              <a:rPr lang="en-US" altLang="en-US"/>
              <a:pPr>
                <a:defRPr/>
              </a:pPr>
              <a:t>‹#›</a:t>
            </a:fld>
            <a:endParaRPr lang="en-US" altLang="en-US"/>
          </a:p>
        </p:txBody>
      </p:sp>
    </p:spTree>
    <p:extLst>
      <p:ext uri="{BB962C8B-B14F-4D97-AF65-F5344CB8AC3E}">
        <p14:creationId xmlns:p14="http://schemas.microsoft.com/office/powerpoint/2010/main" val="3034148861"/>
      </p:ext>
    </p:extLst>
  </p:cSld>
  <p:clrMap bg1="lt1" tx1="dk1" bg2="lt2" tx2="dk2" accent1="accent1" accent2="accent2" accent3="accent3" accent4="accent4" accent5="accent5" accent6="accent6" hlink="hlink" folHlink="folHlink"/>
  <p:sldLayoutIdLst>
    <p:sldLayoutId id="2147484112" r:id="rId1"/>
    <p:sldLayoutId id="2147484113" r:id="rId2"/>
    <p:sldLayoutId id="2147484114" r:id="rId3"/>
    <p:sldLayoutId id="2147484115" r:id="rId4"/>
    <p:sldLayoutId id="2147484116" r:id="rId5"/>
    <p:sldLayoutId id="2147484117" r:id="rId6"/>
    <p:sldLayoutId id="2147484118" r:id="rId7"/>
    <p:sldLayoutId id="2147484119" r:id="rId8"/>
    <p:sldLayoutId id="2147484120" r:id="rId9"/>
    <p:sldLayoutId id="2147484121" r:id="rId10"/>
    <p:sldLayoutId id="2147484122" r:id="rId11"/>
    <p:sldLayoutId id="2147484123" r:id="rId12"/>
    <p:sldLayoutId id="2147484124" r:id="rId13"/>
    <p:sldLayoutId id="2147484125" r:id="rId14"/>
    <p:sldLayoutId id="2147484126" r:id="rId15"/>
    <p:sldLayoutId id="2147484128" r:id="rId16"/>
    <p:sldLayoutId id="2147484129" r:id="rId17"/>
    <p:sldLayoutId id="2147484130" r:id="rId18"/>
  </p:sldLayoutIdLst>
  <p:txStyles>
    <p:titleStyle>
      <a:lvl1pPr algn="ctr" defTabSz="685800" rtl="0" eaLnBrk="0" fontAlgn="base" hangingPunct="0">
        <a:spcBef>
          <a:spcPct val="0"/>
        </a:spcBef>
        <a:spcAft>
          <a:spcPct val="0"/>
        </a:spcAft>
        <a:defRPr sz="3300" kern="1200">
          <a:solidFill>
            <a:schemeClr val="tx1"/>
          </a:solidFill>
          <a:latin typeface="+mj-lt"/>
          <a:ea typeface="+mj-ea"/>
          <a:cs typeface="+mj-cs"/>
        </a:defRPr>
      </a:lvl1pPr>
      <a:lvl2pPr algn="ctr" defTabSz="685800" rtl="0" eaLnBrk="0" fontAlgn="base" hangingPunct="0">
        <a:spcBef>
          <a:spcPct val="0"/>
        </a:spcBef>
        <a:spcAft>
          <a:spcPct val="0"/>
        </a:spcAft>
        <a:defRPr sz="3300">
          <a:solidFill>
            <a:schemeClr val="tx1"/>
          </a:solidFill>
          <a:latin typeface="Calibri" panose="020F0502020204030204" pitchFamily="34" charset="0"/>
        </a:defRPr>
      </a:lvl2pPr>
      <a:lvl3pPr algn="ctr" defTabSz="685800" rtl="0" eaLnBrk="0" fontAlgn="base" hangingPunct="0">
        <a:spcBef>
          <a:spcPct val="0"/>
        </a:spcBef>
        <a:spcAft>
          <a:spcPct val="0"/>
        </a:spcAft>
        <a:defRPr sz="3300">
          <a:solidFill>
            <a:schemeClr val="tx1"/>
          </a:solidFill>
          <a:latin typeface="Calibri" panose="020F0502020204030204" pitchFamily="34" charset="0"/>
        </a:defRPr>
      </a:lvl3pPr>
      <a:lvl4pPr algn="ctr" defTabSz="685800" rtl="0" eaLnBrk="0" fontAlgn="base" hangingPunct="0">
        <a:spcBef>
          <a:spcPct val="0"/>
        </a:spcBef>
        <a:spcAft>
          <a:spcPct val="0"/>
        </a:spcAft>
        <a:defRPr sz="3300">
          <a:solidFill>
            <a:schemeClr val="tx1"/>
          </a:solidFill>
          <a:latin typeface="Calibri" panose="020F0502020204030204" pitchFamily="34" charset="0"/>
        </a:defRPr>
      </a:lvl4pPr>
      <a:lvl5pPr algn="ctr" defTabSz="685800" rtl="0" eaLnBrk="0" fontAlgn="base" hangingPunct="0">
        <a:spcBef>
          <a:spcPct val="0"/>
        </a:spcBef>
        <a:spcAft>
          <a:spcPct val="0"/>
        </a:spcAft>
        <a:defRPr sz="3300">
          <a:solidFill>
            <a:schemeClr val="tx1"/>
          </a:solidFill>
          <a:latin typeface="Calibri" panose="020F0502020204030204" pitchFamily="34" charset="0"/>
        </a:defRPr>
      </a:lvl5pPr>
      <a:lvl6pPr marL="457200" algn="ctr" defTabSz="685800" rtl="0" fontAlgn="base">
        <a:spcBef>
          <a:spcPct val="0"/>
        </a:spcBef>
        <a:spcAft>
          <a:spcPct val="0"/>
        </a:spcAft>
        <a:defRPr sz="3300">
          <a:solidFill>
            <a:schemeClr val="tx1"/>
          </a:solidFill>
          <a:latin typeface="Calibri" panose="020F0502020204030204" pitchFamily="34" charset="0"/>
        </a:defRPr>
      </a:lvl6pPr>
      <a:lvl7pPr marL="914400" algn="ctr" defTabSz="685800" rtl="0" fontAlgn="base">
        <a:spcBef>
          <a:spcPct val="0"/>
        </a:spcBef>
        <a:spcAft>
          <a:spcPct val="0"/>
        </a:spcAft>
        <a:defRPr sz="3300">
          <a:solidFill>
            <a:schemeClr val="tx1"/>
          </a:solidFill>
          <a:latin typeface="Calibri" panose="020F0502020204030204" pitchFamily="34" charset="0"/>
        </a:defRPr>
      </a:lvl7pPr>
      <a:lvl8pPr marL="1371600" algn="ctr" defTabSz="685800" rtl="0" fontAlgn="base">
        <a:spcBef>
          <a:spcPct val="0"/>
        </a:spcBef>
        <a:spcAft>
          <a:spcPct val="0"/>
        </a:spcAft>
        <a:defRPr sz="3300">
          <a:solidFill>
            <a:schemeClr val="tx1"/>
          </a:solidFill>
          <a:latin typeface="Calibri" panose="020F0502020204030204" pitchFamily="34" charset="0"/>
        </a:defRPr>
      </a:lvl8pPr>
      <a:lvl9pPr marL="1828800" algn="ctr" defTabSz="685800" rtl="0" fontAlgn="base">
        <a:spcBef>
          <a:spcPct val="0"/>
        </a:spcBef>
        <a:spcAft>
          <a:spcPct val="0"/>
        </a:spcAft>
        <a:defRPr sz="3300">
          <a:solidFill>
            <a:schemeClr val="tx1"/>
          </a:solidFill>
          <a:latin typeface="Calibri" panose="020F0502020204030204" pitchFamily="34" charset="0"/>
        </a:defRPr>
      </a:lvl9pPr>
    </p:titleStyle>
    <p:bodyStyle>
      <a:lvl1pPr marL="257175" indent="-257175" algn="l" defTabSz="6858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defTabSz="6858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69BC5612-899A-41BB-B887-7B76D150C279}"/>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Text Placeholder 2">
            <a:extLst>
              <a:ext uri="{FF2B5EF4-FFF2-40B4-BE49-F238E27FC236}">
                <a16:creationId xmlns:a16="http://schemas.microsoft.com/office/drawing/2014/main" id="{6D127DFB-2BB3-4DCC-AD9B-63C80CF44715}"/>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3614576655"/>
      </p:ext>
    </p:extLst>
  </p:cSld>
  <p:clrMap bg1="lt1" tx1="dk1" bg2="lt2" tx2="dk2" accent1="accent1" accent2="accent2" accent3="accent3" accent4="accent4" accent5="accent5" accent6="accent6" hlink="hlink" folHlink="folHlink"/>
  <p:sldLayoutIdLst>
    <p:sldLayoutId id="2147484132" r:id="rId1"/>
    <p:sldLayoutId id="2147484133" r:id="rId2"/>
    <p:sldLayoutId id="2147484134" r:id="rId3"/>
    <p:sldLayoutId id="2147484135" r:id="rId4"/>
    <p:sldLayoutId id="2147484136" r:id="rId5"/>
    <p:sldLayoutId id="2147484137" r:id="rId6"/>
    <p:sldLayoutId id="2147484138" r:id="rId7"/>
    <p:sldLayoutId id="2147484139" r:id="rId8"/>
    <p:sldLayoutId id="2147484140" r:id="rId9"/>
    <p:sldLayoutId id="2147484141" r:id="rId10"/>
    <p:sldLayoutId id="2147484142" r:id="rId11"/>
    <p:sldLayoutId id="2147484143" r:id="rId12"/>
  </p:sldLayoutIdLst>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AF2B3AD3-2B0E-4206-93A6-431BEA54578F}"/>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42B2807E-FF37-4EE3-A09E-209CB5443DE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1334687590"/>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 id="2147484169" r:id="rId12"/>
  </p:sldLayoutIdLst>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CEDD90-0453-67F9-9DB3-C14FED4AFF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801FCA-4994-CE98-27B5-01761DC85A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6BD2E7-C414-D6D2-4DFE-AACD86A90E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C12147-5AEB-466D-918F-6998C52C80D8}" type="datetimeFigureOut">
              <a:rPr lang="en-IN" smtClean="0"/>
              <a:t>11-07-2026</a:t>
            </a:fld>
            <a:endParaRPr lang="en-IN"/>
          </a:p>
        </p:txBody>
      </p:sp>
      <p:sp>
        <p:nvSpPr>
          <p:cNvPr id="5" name="Footer Placeholder 4">
            <a:extLst>
              <a:ext uri="{FF2B5EF4-FFF2-40B4-BE49-F238E27FC236}">
                <a16:creationId xmlns:a16="http://schemas.microsoft.com/office/drawing/2014/main" id="{F070EDEB-3706-9428-418B-5131FAD4ED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C1200B3-1E4E-A8C1-EE70-9E90D71BB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F8A2CE-78BF-4E55-B511-FEC8FE90AFC0}" type="slidenum">
              <a:rPr lang="en-IN" smtClean="0"/>
              <a:t>‹#›</a:t>
            </a:fld>
            <a:endParaRPr lang="en-IN"/>
          </a:p>
        </p:txBody>
      </p:sp>
    </p:spTree>
    <p:extLst>
      <p:ext uri="{BB962C8B-B14F-4D97-AF65-F5344CB8AC3E}">
        <p14:creationId xmlns:p14="http://schemas.microsoft.com/office/powerpoint/2010/main" val="3101031919"/>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5.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5.xml"/></Relationships>
</file>

<file path=ppt/slides/_rels/slide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1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9.png"/><Relationship Id="rId1" Type="http://schemas.openxmlformats.org/officeDocument/2006/relationships/slideLayout" Target="../slideLayouts/slideLayout155.xml"/><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60.png"/><Relationship Id="rId1" Type="http://schemas.openxmlformats.org/officeDocument/2006/relationships/slideLayout" Target="../slideLayouts/slideLayout155.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5.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5.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5.xm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55.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5.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2.png"/><Relationship Id="rId1" Type="http://schemas.openxmlformats.org/officeDocument/2006/relationships/slideLayout" Target="../slideLayouts/slideLayout155.xml"/><Relationship Id="rId5" Type="http://schemas.openxmlformats.org/officeDocument/2006/relationships/image" Target="../media/image25.png"/><Relationship Id="rId4" Type="http://schemas.openxmlformats.org/officeDocument/2006/relationships/customXml" Target="../ink/ink2.xml"/></Relationships>
</file>

<file path=ppt/slides/_rels/slide1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44.png"/><Relationship Id="rId1" Type="http://schemas.openxmlformats.org/officeDocument/2006/relationships/slideLayout" Target="../slideLayouts/slideLayout155.xml"/><Relationship Id="rId6" Type="http://schemas.openxmlformats.org/officeDocument/2006/relationships/image" Target="../media/image27.png"/><Relationship Id="rId5" Type="http://schemas.openxmlformats.org/officeDocument/2006/relationships/customXml" Target="../ink/ink4.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55.xml"/></Relationships>
</file>

<file path=ppt/slides/_rels/slide2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55.xml"/></Relationships>
</file>

<file path=ppt/slides/_rels/slide21.xml.rels><?xml version="1.0" encoding="UTF-8" standalone="yes"?>
<Relationships xmlns="http://schemas.openxmlformats.org/package/2006/relationships"><Relationship Id="rId13" Type="http://schemas.openxmlformats.org/officeDocument/2006/relationships/image" Target="../media/image37.png"/><Relationship Id="rId18" Type="http://schemas.openxmlformats.org/officeDocument/2006/relationships/customXml" Target="../ink/ink12.xml"/><Relationship Id="rId26" Type="http://schemas.openxmlformats.org/officeDocument/2006/relationships/customXml" Target="../ink/ink16.xml"/><Relationship Id="rId3" Type="http://schemas.openxmlformats.org/officeDocument/2006/relationships/image" Target="../media/image29.png"/><Relationship Id="rId21" Type="http://schemas.openxmlformats.org/officeDocument/2006/relationships/image" Target="../media/image43.png"/><Relationship Id="rId7" Type="http://schemas.openxmlformats.org/officeDocument/2006/relationships/image" Target="../media/image31.png"/><Relationship Id="rId12" Type="http://schemas.openxmlformats.org/officeDocument/2006/relationships/customXml" Target="../ink/ink9.xml"/><Relationship Id="rId17" Type="http://schemas.openxmlformats.org/officeDocument/2006/relationships/image" Target="../media/image39.png"/><Relationship Id="rId25" Type="http://schemas.openxmlformats.org/officeDocument/2006/relationships/image" Target="../media/image48.png"/><Relationship Id="rId33" Type="http://schemas.openxmlformats.org/officeDocument/2006/relationships/image" Target="../media/image52.png"/><Relationship Id="rId2" Type="http://schemas.openxmlformats.org/officeDocument/2006/relationships/image" Target="../media/image28.png"/><Relationship Id="rId16" Type="http://schemas.openxmlformats.org/officeDocument/2006/relationships/customXml" Target="../ink/ink11.xml"/><Relationship Id="rId20" Type="http://schemas.openxmlformats.org/officeDocument/2006/relationships/customXml" Target="../ink/ink13.xml"/><Relationship Id="rId29" Type="http://schemas.openxmlformats.org/officeDocument/2006/relationships/image" Target="../media/image50.png"/><Relationship Id="rId1" Type="http://schemas.openxmlformats.org/officeDocument/2006/relationships/slideLayout" Target="../slideLayouts/slideLayout155.xml"/><Relationship Id="rId6" Type="http://schemas.openxmlformats.org/officeDocument/2006/relationships/customXml" Target="../ink/ink6.xml"/><Relationship Id="rId11" Type="http://schemas.openxmlformats.org/officeDocument/2006/relationships/image" Target="../media/image34.png"/><Relationship Id="rId24" Type="http://schemas.openxmlformats.org/officeDocument/2006/relationships/customXml" Target="../ink/ink15.xml"/><Relationship Id="rId32" Type="http://schemas.openxmlformats.org/officeDocument/2006/relationships/customXml" Target="../ink/ink19.xml"/><Relationship Id="rId5" Type="http://schemas.openxmlformats.org/officeDocument/2006/relationships/image" Target="../media/image30.png"/><Relationship Id="rId15" Type="http://schemas.openxmlformats.org/officeDocument/2006/relationships/image" Target="../media/image38.png"/><Relationship Id="rId23" Type="http://schemas.openxmlformats.org/officeDocument/2006/relationships/image" Target="../media/image47.png"/><Relationship Id="rId28" Type="http://schemas.openxmlformats.org/officeDocument/2006/relationships/customXml" Target="../ink/ink17.xml"/><Relationship Id="rId10" Type="http://schemas.openxmlformats.org/officeDocument/2006/relationships/customXml" Target="../ink/ink8.xml"/><Relationship Id="rId19" Type="http://schemas.openxmlformats.org/officeDocument/2006/relationships/image" Target="../media/image41.png"/><Relationship Id="rId31" Type="http://schemas.openxmlformats.org/officeDocument/2006/relationships/image" Target="../media/image51.png"/><Relationship Id="rId4" Type="http://schemas.openxmlformats.org/officeDocument/2006/relationships/customXml" Target="../ink/ink5.xml"/><Relationship Id="rId9" Type="http://schemas.openxmlformats.org/officeDocument/2006/relationships/image" Target="../media/image32.png"/><Relationship Id="rId14" Type="http://schemas.openxmlformats.org/officeDocument/2006/relationships/customXml" Target="../ink/ink10.xml"/><Relationship Id="rId22" Type="http://schemas.openxmlformats.org/officeDocument/2006/relationships/customXml" Target="../ink/ink14.xml"/><Relationship Id="rId27" Type="http://schemas.openxmlformats.org/officeDocument/2006/relationships/image" Target="../media/image49.png"/><Relationship Id="rId30" Type="http://schemas.openxmlformats.org/officeDocument/2006/relationships/customXml" Target="../ink/ink18.xml"/><Relationship Id="rId8" Type="http://schemas.openxmlformats.org/officeDocument/2006/relationships/customXml" Target="../ink/ink7.xml"/></Relationships>
</file>

<file path=ppt/slides/_rels/slide2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55.xml"/></Relationships>
</file>

<file path=ppt/slides/_rels/slide2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55.xml"/></Relationships>
</file>

<file path=ppt/slides/_rels/slide2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5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55.xml"/><Relationship Id="rId5" Type="http://schemas.openxmlformats.org/officeDocument/2006/relationships/image" Target="../media/image59.png"/><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2" Type="http://schemas.openxmlformats.org/officeDocument/2006/relationships/image" Target="../media/image560.png"/><Relationship Id="rId1" Type="http://schemas.openxmlformats.org/officeDocument/2006/relationships/slideLayout" Target="../slideLayouts/slideLayout155.xml"/></Relationships>
</file>

<file path=ppt/slides/_rels/slide28.xml.rels><?xml version="1.0" encoding="UTF-8" standalone="yes"?>
<Relationships xmlns="http://schemas.openxmlformats.org/package/2006/relationships"><Relationship Id="rId117" Type="http://schemas.openxmlformats.org/officeDocument/2006/relationships/customXml" Target="../ink/ink77.xml"/><Relationship Id="rId21" Type="http://schemas.openxmlformats.org/officeDocument/2006/relationships/customXml" Target="../ink/ink29.xml"/><Relationship Id="rId42" Type="http://schemas.openxmlformats.org/officeDocument/2006/relationships/image" Target="../media/image79.png"/><Relationship Id="rId63" Type="http://schemas.openxmlformats.org/officeDocument/2006/relationships/customXml" Target="../ink/ink50.xml"/><Relationship Id="rId84" Type="http://schemas.openxmlformats.org/officeDocument/2006/relationships/image" Target="../media/image100.png"/><Relationship Id="rId138" Type="http://schemas.openxmlformats.org/officeDocument/2006/relationships/image" Target="../media/image127.png"/><Relationship Id="rId159" Type="http://schemas.openxmlformats.org/officeDocument/2006/relationships/customXml" Target="../ink/ink98.xml"/><Relationship Id="rId170" Type="http://schemas.openxmlformats.org/officeDocument/2006/relationships/image" Target="../media/image143.png"/><Relationship Id="rId107" Type="http://schemas.openxmlformats.org/officeDocument/2006/relationships/customXml" Target="../ink/ink72.xml"/><Relationship Id="rId11" Type="http://schemas.openxmlformats.org/officeDocument/2006/relationships/customXml" Target="../ink/ink24.xml"/><Relationship Id="rId32" Type="http://schemas.openxmlformats.org/officeDocument/2006/relationships/image" Target="../media/image74.png"/><Relationship Id="rId53" Type="http://schemas.openxmlformats.org/officeDocument/2006/relationships/customXml" Target="../ink/ink45.xml"/><Relationship Id="rId74" Type="http://schemas.openxmlformats.org/officeDocument/2006/relationships/image" Target="../media/image95.png"/><Relationship Id="rId128" Type="http://schemas.openxmlformats.org/officeDocument/2006/relationships/image" Target="../media/image122.png"/><Relationship Id="rId149" Type="http://schemas.openxmlformats.org/officeDocument/2006/relationships/customXml" Target="../ink/ink93.xml"/><Relationship Id="rId5" Type="http://schemas.openxmlformats.org/officeDocument/2006/relationships/customXml" Target="../ink/ink21.xml"/><Relationship Id="rId95" Type="http://schemas.openxmlformats.org/officeDocument/2006/relationships/customXml" Target="../ink/ink66.xml"/><Relationship Id="rId160" Type="http://schemas.openxmlformats.org/officeDocument/2006/relationships/image" Target="../media/image138.png"/><Relationship Id="rId22" Type="http://schemas.openxmlformats.org/officeDocument/2006/relationships/image" Target="../media/image69.png"/><Relationship Id="rId43" Type="http://schemas.openxmlformats.org/officeDocument/2006/relationships/customXml" Target="../ink/ink40.xml"/><Relationship Id="rId64" Type="http://schemas.openxmlformats.org/officeDocument/2006/relationships/image" Target="../media/image90.png"/><Relationship Id="rId118" Type="http://schemas.openxmlformats.org/officeDocument/2006/relationships/image" Target="../media/image117.png"/><Relationship Id="rId139" Type="http://schemas.openxmlformats.org/officeDocument/2006/relationships/customXml" Target="../ink/ink88.xml"/><Relationship Id="rId85" Type="http://schemas.openxmlformats.org/officeDocument/2006/relationships/customXml" Target="../ink/ink61.xml"/><Relationship Id="rId150" Type="http://schemas.openxmlformats.org/officeDocument/2006/relationships/image" Target="../media/image133.png"/><Relationship Id="rId171" Type="http://schemas.openxmlformats.org/officeDocument/2006/relationships/customXml" Target="../ink/ink104.xml"/><Relationship Id="rId12" Type="http://schemas.openxmlformats.org/officeDocument/2006/relationships/image" Target="../media/image64.png"/><Relationship Id="rId33" Type="http://schemas.openxmlformats.org/officeDocument/2006/relationships/customXml" Target="../ink/ink35.xml"/><Relationship Id="rId108" Type="http://schemas.openxmlformats.org/officeDocument/2006/relationships/image" Target="../media/image112.png"/><Relationship Id="rId129" Type="http://schemas.openxmlformats.org/officeDocument/2006/relationships/customXml" Target="../ink/ink83.xml"/><Relationship Id="rId54" Type="http://schemas.openxmlformats.org/officeDocument/2006/relationships/image" Target="../media/image85.png"/><Relationship Id="rId75" Type="http://schemas.openxmlformats.org/officeDocument/2006/relationships/customXml" Target="../ink/ink56.xml"/><Relationship Id="rId96" Type="http://schemas.openxmlformats.org/officeDocument/2006/relationships/image" Target="../media/image106.png"/><Relationship Id="rId140" Type="http://schemas.openxmlformats.org/officeDocument/2006/relationships/image" Target="../media/image128.png"/><Relationship Id="rId161" Type="http://schemas.openxmlformats.org/officeDocument/2006/relationships/customXml" Target="../ink/ink99.xml"/><Relationship Id="rId1" Type="http://schemas.openxmlformats.org/officeDocument/2006/relationships/slideLayout" Target="../slideLayouts/slideLayout155.xml"/><Relationship Id="rId6" Type="http://schemas.openxmlformats.org/officeDocument/2006/relationships/image" Target="../media/image61.png"/><Relationship Id="rId23" Type="http://schemas.openxmlformats.org/officeDocument/2006/relationships/customXml" Target="../ink/ink30.xml"/><Relationship Id="rId28" Type="http://schemas.openxmlformats.org/officeDocument/2006/relationships/image" Target="../media/image72.png"/><Relationship Id="rId49" Type="http://schemas.openxmlformats.org/officeDocument/2006/relationships/customXml" Target="../ink/ink43.xml"/><Relationship Id="rId114" Type="http://schemas.openxmlformats.org/officeDocument/2006/relationships/image" Target="../media/image115.png"/><Relationship Id="rId119" Type="http://schemas.openxmlformats.org/officeDocument/2006/relationships/customXml" Target="../ink/ink78.xml"/><Relationship Id="rId44" Type="http://schemas.openxmlformats.org/officeDocument/2006/relationships/image" Target="../media/image80.png"/><Relationship Id="rId60" Type="http://schemas.openxmlformats.org/officeDocument/2006/relationships/image" Target="../media/image88.png"/><Relationship Id="rId65" Type="http://schemas.openxmlformats.org/officeDocument/2006/relationships/customXml" Target="../ink/ink51.xml"/><Relationship Id="rId81" Type="http://schemas.openxmlformats.org/officeDocument/2006/relationships/customXml" Target="../ink/ink59.xml"/><Relationship Id="rId86" Type="http://schemas.openxmlformats.org/officeDocument/2006/relationships/image" Target="../media/image101.png"/><Relationship Id="rId130" Type="http://schemas.openxmlformats.org/officeDocument/2006/relationships/image" Target="../media/image123.png"/><Relationship Id="rId135" Type="http://schemas.openxmlformats.org/officeDocument/2006/relationships/customXml" Target="../ink/ink86.xml"/><Relationship Id="rId151" Type="http://schemas.openxmlformats.org/officeDocument/2006/relationships/customXml" Target="../ink/ink94.xml"/><Relationship Id="rId156" Type="http://schemas.openxmlformats.org/officeDocument/2006/relationships/image" Target="../media/image136.png"/><Relationship Id="rId172" Type="http://schemas.openxmlformats.org/officeDocument/2006/relationships/image" Target="../media/image144.png"/><Relationship Id="rId13" Type="http://schemas.openxmlformats.org/officeDocument/2006/relationships/customXml" Target="../ink/ink25.xml"/><Relationship Id="rId18" Type="http://schemas.openxmlformats.org/officeDocument/2006/relationships/image" Target="../media/image67.png"/><Relationship Id="rId39" Type="http://schemas.openxmlformats.org/officeDocument/2006/relationships/customXml" Target="../ink/ink38.xml"/><Relationship Id="rId109" Type="http://schemas.openxmlformats.org/officeDocument/2006/relationships/customXml" Target="../ink/ink73.xml"/><Relationship Id="rId34" Type="http://schemas.openxmlformats.org/officeDocument/2006/relationships/image" Target="../media/image75.png"/><Relationship Id="rId50" Type="http://schemas.openxmlformats.org/officeDocument/2006/relationships/image" Target="../media/image83.png"/><Relationship Id="rId55" Type="http://schemas.openxmlformats.org/officeDocument/2006/relationships/customXml" Target="../ink/ink46.xml"/><Relationship Id="rId76" Type="http://schemas.openxmlformats.org/officeDocument/2006/relationships/image" Target="../media/image96.png"/><Relationship Id="rId97" Type="http://schemas.openxmlformats.org/officeDocument/2006/relationships/customXml" Target="../ink/ink67.xml"/><Relationship Id="rId104" Type="http://schemas.openxmlformats.org/officeDocument/2006/relationships/image" Target="../media/image110.png"/><Relationship Id="rId120" Type="http://schemas.openxmlformats.org/officeDocument/2006/relationships/image" Target="../media/image118.png"/><Relationship Id="rId125" Type="http://schemas.openxmlformats.org/officeDocument/2006/relationships/customXml" Target="../ink/ink81.xml"/><Relationship Id="rId141" Type="http://schemas.openxmlformats.org/officeDocument/2006/relationships/customXml" Target="../ink/ink89.xml"/><Relationship Id="rId146" Type="http://schemas.openxmlformats.org/officeDocument/2006/relationships/image" Target="../media/image131.png"/><Relationship Id="rId167" Type="http://schemas.openxmlformats.org/officeDocument/2006/relationships/customXml" Target="../ink/ink102.xml"/><Relationship Id="rId7" Type="http://schemas.openxmlformats.org/officeDocument/2006/relationships/customXml" Target="../ink/ink22.xml"/><Relationship Id="rId71" Type="http://schemas.openxmlformats.org/officeDocument/2006/relationships/customXml" Target="../ink/ink54.xml"/><Relationship Id="rId92" Type="http://schemas.openxmlformats.org/officeDocument/2006/relationships/image" Target="../media/image104.png"/><Relationship Id="rId162" Type="http://schemas.openxmlformats.org/officeDocument/2006/relationships/image" Target="../media/image139.png"/><Relationship Id="rId2" Type="http://schemas.openxmlformats.org/officeDocument/2006/relationships/image" Target="../media/image570.png"/><Relationship Id="rId29" Type="http://schemas.openxmlformats.org/officeDocument/2006/relationships/customXml" Target="../ink/ink33.xml"/><Relationship Id="rId24" Type="http://schemas.openxmlformats.org/officeDocument/2006/relationships/image" Target="../media/image70.png"/><Relationship Id="rId40" Type="http://schemas.openxmlformats.org/officeDocument/2006/relationships/image" Target="../media/image78.png"/><Relationship Id="rId45" Type="http://schemas.openxmlformats.org/officeDocument/2006/relationships/customXml" Target="../ink/ink41.xml"/><Relationship Id="rId66" Type="http://schemas.openxmlformats.org/officeDocument/2006/relationships/image" Target="../media/image91.png"/><Relationship Id="rId87" Type="http://schemas.openxmlformats.org/officeDocument/2006/relationships/customXml" Target="../ink/ink62.xml"/><Relationship Id="rId110" Type="http://schemas.openxmlformats.org/officeDocument/2006/relationships/image" Target="../media/image113.png"/><Relationship Id="rId115" Type="http://schemas.openxmlformats.org/officeDocument/2006/relationships/customXml" Target="../ink/ink76.xml"/><Relationship Id="rId131" Type="http://schemas.openxmlformats.org/officeDocument/2006/relationships/customXml" Target="../ink/ink84.xml"/><Relationship Id="rId136" Type="http://schemas.openxmlformats.org/officeDocument/2006/relationships/image" Target="../media/image126.png"/><Relationship Id="rId157" Type="http://schemas.openxmlformats.org/officeDocument/2006/relationships/customXml" Target="../ink/ink97.xml"/><Relationship Id="rId61" Type="http://schemas.openxmlformats.org/officeDocument/2006/relationships/customXml" Target="../ink/ink49.xml"/><Relationship Id="rId82" Type="http://schemas.openxmlformats.org/officeDocument/2006/relationships/image" Target="../media/image99.png"/><Relationship Id="rId152" Type="http://schemas.openxmlformats.org/officeDocument/2006/relationships/image" Target="../media/image134.png"/><Relationship Id="rId173" Type="http://schemas.openxmlformats.org/officeDocument/2006/relationships/customXml" Target="../ink/ink105.xml"/><Relationship Id="rId19" Type="http://schemas.openxmlformats.org/officeDocument/2006/relationships/customXml" Target="../ink/ink28.xml"/><Relationship Id="rId14" Type="http://schemas.openxmlformats.org/officeDocument/2006/relationships/image" Target="../media/image65.png"/><Relationship Id="rId30" Type="http://schemas.openxmlformats.org/officeDocument/2006/relationships/image" Target="../media/image73.png"/><Relationship Id="rId35" Type="http://schemas.openxmlformats.org/officeDocument/2006/relationships/customXml" Target="../ink/ink36.xml"/><Relationship Id="rId56" Type="http://schemas.openxmlformats.org/officeDocument/2006/relationships/image" Target="../media/image86.png"/><Relationship Id="rId77" Type="http://schemas.openxmlformats.org/officeDocument/2006/relationships/customXml" Target="../ink/ink57.xml"/><Relationship Id="rId100" Type="http://schemas.openxmlformats.org/officeDocument/2006/relationships/image" Target="../media/image108.png"/><Relationship Id="rId105" Type="http://schemas.openxmlformats.org/officeDocument/2006/relationships/customXml" Target="../ink/ink71.xml"/><Relationship Id="rId126" Type="http://schemas.openxmlformats.org/officeDocument/2006/relationships/image" Target="../media/image121.png"/><Relationship Id="rId147" Type="http://schemas.openxmlformats.org/officeDocument/2006/relationships/customXml" Target="../ink/ink92.xml"/><Relationship Id="rId168" Type="http://schemas.openxmlformats.org/officeDocument/2006/relationships/image" Target="../media/image142.png"/><Relationship Id="rId8" Type="http://schemas.openxmlformats.org/officeDocument/2006/relationships/image" Target="../media/image62.png"/><Relationship Id="rId51" Type="http://schemas.openxmlformats.org/officeDocument/2006/relationships/customXml" Target="../ink/ink44.xml"/><Relationship Id="rId72" Type="http://schemas.openxmlformats.org/officeDocument/2006/relationships/image" Target="../media/image94.png"/><Relationship Id="rId93" Type="http://schemas.openxmlformats.org/officeDocument/2006/relationships/customXml" Target="../ink/ink65.xml"/><Relationship Id="rId98" Type="http://schemas.openxmlformats.org/officeDocument/2006/relationships/image" Target="../media/image107.png"/><Relationship Id="rId121" Type="http://schemas.openxmlformats.org/officeDocument/2006/relationships/customXml" Target="../ink/ink79.xml"/><Relationship Id="rId142" Type="http://schemas.openxmlformats.org/officeDocument/2006/relationships/image" Target="../media/image129.png"/><Relationship Id="rId163" Type="http://schemas.openxmlformats.org/officeDocument/2006/relationships/customXml" Target="../ink/ink100.xml"/><Relationship Id="rId3" Type="http://schemas.openxmlformats.org/officeDocument/2006/relationships/customXml" Target="../ink/ink20.xml"/><Relationship Id="rId25" Type="http://schemas.openxmlformats.org/officeDocument/2006/relationships/customXml" Target="../ink/ink31.xml"/><Relationship Id="rId46" Type="http://schemas.openxmlformats.org/officeDocument/2006/relationships/image" Target="../media/image81.png"/><Relationship Id="rId67" Type="http://schemas.openxmlformats.org/officeDocument/2006/relationships/customXml" Target="../ink/ink52.xml"/><Relationship Id="rId116" Type="http://schemas.openxmlformats.org/officeDocument/2006/relationships/image" Target="../media/image116.png"/><Relationship Id="rId137" Type="http://schemas.openxmlformats.org/officeDocument/2006/relationships/customXml" Target="../ink/ink87.xml"/><Relationship Id="rId158" Type="http://schemas.openxmlformats.org/officeDocument/2006/relationships/image" Target="../media/image137.png"/><Relationship Id="rId20" Type="http://schemas.openxmlformats.org/officeDocument/2006/relationships/image" Target="../media/image68.png"/><Relationship Id="rId41" Type="http://schemas.openxmlformats.org/officeDocument/2006/relationships/customXml" Target="../ink/ink39.xml"/><Relationship Id="rId62" Type="http://schemas.openxmlformats.org/officeDocument/2006/relationships/image" Target="../media/image89.png"/><Relationship Id="rId83" Type="http://schemas.openxmlformats.org/officeDocument/2006/relationships/customXml" Target="../ink/ink60.xml"/><Relationship Id="rId88" Type="http://schemas.openxmlformats.org/officeDocument/2006/relationships/image" Target="../media/image102.png"/><Relationship Id="rId111" Type="http://schemas.openxmlformats.org/officeDocument/2006/relationships/customXml" Target="../ink/ink74.xml"/><Relationship Id="rId132" Type="http://schemas.openxmlformats.org/officeDocument/2006/relationships/image" Target="../media/image124.png"/><Relationship Id="rId153" Type="http://schemas.openxmlformats.org/officeDocument/2006/relationships/customXml" Target="../ink/ink95.xml"/><Relationship Id="rId174" Type="http://schemas.openxmlformats.org/officeDocument/2006/relationships/image" Target="../media/image145.png"/><Relationship Id="rId15" Type="http://schemas.openxmlformats.org/officeDocument/2006/relationships/customXml" Target="../ink/ink26.xml"/><Relationship Id="rId36" Type="http://schemas.openxmlformats.org/officeDocument/2006/relationships/image" Target="../media/image76.png"/><Relationship Id="rId57" Type="http://schemas.openxmlformats.org/officeDocument/2006/relationships/customXml" Target="../ink/ink47.xml"/><Relationship Id="rId106" Type="http://schemas.openxmlformats.org/officeDocument/2006/relationships/image" Target="../media/image111.png"/><Relationship Id="rId127" Type="http://schemas.openxmlformats.org/officeDocument/2006/relationships/customXml" Target="../ink/ink82.xml"/><Relationship Id="rId10" Type="http://schemas.openxmlformats.org/officeDocument/2006/relationships/image" Target="../media/image63.png"/><Relationship Id="rId31" Type="http://schemas.openxmlformats.org/officeDocument/2006/relationships/customXml" Target="../ink/ink34.xml"/><Relationship Id="rId52" Type="http://schemas.openxmlformats.org/officeDocument/2006/relationships/image" Target="../media/image84.png"/><Relationship Id="rId73" Type="http://schemas.openxmlformats.org/officeDocument/2006/relationships/customXml" Target="../ink/ink55.xml"/><Relationship Id="rId78" Type="http://schemas.openxmlformats.org/officeDocument/2006/relationships/image" Target="../media/image97.png"/><Relationship Id="rId94" Type="http://schemas.openxmlformats.org/officeDocument/2006/relationships/image" Target="../media/image105.png"/><Relationship Id="rId99" Type="http://schemas.openxmlformats.org/officeDocument/2006/relationships/customXml" Target="../ink/ink68.xml"/><Relationship Id="rId101" Type="http://schemas.openxmlformats.org/officeDocument/2006/relationships/customXml" Target="../ink/ink69.xml"/><Relationship Id="rId122" Type="http://schemas.openxmlformats.org/officeDocument/2006/relationships/image" Target="../media/image119.png"/><Relationship Id="rId143" Type="http://schemas.openxmlformats.org/officeDocument/2006/relationships/customXml" Target="../ink/ink90.xml"/><Relationship Id="rId148" Type="http://schemas.openxmlformats.org/officeDocument/2006/relationships/image" Target="../media/image132.png"/><Relationship Id="rId164" Type="http://schemas.openxmlformats.org/officeDocument/2006/relationships/image" Target="../media/image140.png"/><Relationship Id="rId169" Type="http://schemas.openxmlformats.org/officeDocument/2006/relationships/customXml" Target="../ink/ink103.xml"/><Relationship Id="rId4" Type="http://schemas.openxmlformats.org/officeDocument/2006/relationships/image" Target="../media/image60.png"/><Relationship Id="rId9" Type="http://schemas.openxmlformats.org/officeDocument/2006/relationships/customXml" Target="../ink/ink23.xml"/><Relationship Id="rId26" Type="http://schemas.openxmlformats.org/officeDocument/2006/relationships/image" Target="../media/image71.png"/><Relationship Id="rId47" Type="http://schemas.openxmlformats.org/officeDocument/2006/relationships/customXml" Target="../ink/ink42.xml"/><Relationship Id="rId68" Type="http://schemas.openxmlformats.org/officeDocument/2006/relationships/image" Target="../media/image92.png"/><Relationship Id="rId89" Type="http://schemas.openxmlformats.org/officeDocument/2006/relationships/customXml" Target="../ink/ink63.xml"/><Relationship Id="rId112" Type="http://schemas.openxmlformats.org/officeDocument/2006/relationships/image" Target="../media/image114.png"/><Relationship Id="rId133" Type="http://schemas.openxmlformats.org/officeDocument/2006/relationships/customXml" Target="../ink/ink85.xml"/><Relationship Id="rId154" Type="http://schemas.openxmlformats.org/officeDocument/2006/relationships/image" Target="../media/image135.png"/><Relationship Id="rId16" Type="http://schemas.openxmlformats.org/officeDocument/2006/relationships/image" Target="../media/image66.png"/><Relationship Id="rId37" Type="http://schemas.openxmlformats.org/officeDocument/2006/relationships/customXml" Target="../ink/ink37.xml"/><Relationship Id="rId58" Type="http://schemas.openxmlformats.org/officeDocument/2006/relationships/image" Target="../media/image87.png"/><Relationship Id="rId79" Type="http://schemas.openxmlformats.org/officeDocument/2006/relationships/customXml" Target="../ink/ink58.xml"/><Relationship Id="rId102" Type="http://schemas.openxmlformats.org/officeDocument/2006/relationships/image" Target="../media/image109.png"/><Relationship Id="rId123" Type="http://schemas.openxmlformats.org/officeDocument/2006/relationships/customXml" Target="../ink/ink80.xml"/><Relationship Id="rId144" Type="http://schemas.openxmlformats.org/officeDocument/2006/relationships/image" Target="../media/image130.png"/><Relationship Id="rId90" Type="http://schemas.openxmlformats.org/officeDocument/2006/relationships/image" Target="../media/image103.png"/><Relationship Id="rId165" Type="http://schemas.openxmlformats.org/officeDocument/2006/relationships/customXml" Target="../ink/ink101.xml"/><Relationship Id="rId27" Type="http://schemas.openxmlformats.org/officeDocument/2006/relationships/customXml" Target="../ink/ink32.xml"/><Relationship Id="rId48" Type="http://schemas.openxmlformats.org/officeDocument/2006/relationships/image" Target="../media/image82.png"/><Relationship Id="rId69" Type="http://schemas.openxmlformats.org/officeDocument/2006/relationships/customXml" Target="../ink/ink53.xml"/><Relationship Id="rId113" Type="http://schemas.openxmlformats.org/officeDocument/2006/relationships/customXml" Target="../ink/ink75.xml"/><Relationship Id="rId134" Type="http://schemas.openxmlformats.org/officeDocument/2006/relationships/image" Target="../media/image125.png"/><Relationship Id="rId80" Type="http://schemas.openxmlformats.org/officeDocument/2006/relationships/image" Target="../media/image98.png"/><Relationship Id="rId155" Type="http://schemas.openxmlformats.org/officeDocument/2006/relationships/customXml" Target="../ink/ink96.xml"/><Relationship Id="rId17" Type="http://schemas.openxmlformats.org/officeDocument/2006/relationships/customXml" Target="../ink/ink27.xml"/><Relationship Id="rId38" Type="http://schemas.openxmlformats.org/officeDocument/2006/relationships/image" Target="../media/image77.png"/><Relationship Id="rId59" Type="http://schemas.openxmlformats.org/officeDocument/2006/relationships/customXml" Target="../ink/ink48.xml"/><Relationship Id="rId103" Type="http://schemas.openxmlformats.org/officeDocument/2006/relationships/customXml" Target="../ink/ink70.xml"/><Relationship Id="rId124" Type="http://schemas.openxmlformats.org/officeDocument/2006/relationships/image" Target="../media/image120.png"/><Relationship Id="rId70" Type="http://schemas.openxmlformats.org/officeDocument/2006/relationships/image" Target="../media/image93.png"/><Relationship Id="rId91" Type="http://schemas.openxmlformats.org/officeDocument/2006/relationships/customXml" Target="../ink/ink64.xml"/><Relationship Id="rId145" Type="http://schemas.openxmlformats.org/officeDocument/2006/relationships/customXml" Target="../ink/ink91.xml"/><Relationship Id="rId166" Type="http://schemas.openxmlformats.org/officeDocument/2006/relationships/image" Target="../media/image141.png"/></Relationships>
</file>

<file path=ppt/slides/_rels/slide29.xml.rels><?xml version="1.0" encoding="UTF-8" standalone="yes"?>
<Relationships xmlns="http://schemas.openxmlformats.org/package/2006/relationships"><Relationship Id="rId2" Type="http://schemas.openxmlformats.org/officeDocument/2006/relationships/image" Target="../media/image580.png"/><Relationship Id="rId1" Type="http://schemas.openxmlformats.org/officeDocument/2006/relationships/slideLayout" Target="../slideLayouts/slideLayout155.xml"/></Relationships>
</file>

<file path=ppt/slides/_rels/slide30.xml.rels><?xml version="1.0" encoding="UTF-8" standalone="yes"?>
<Relationships xmlns="http://schemas.openxmlformats.org/package/2006/relationships"><Relationship Id="rId13" Type="http://schemas.openxmlformats.org/officeDocument/2006/relationships/image" Target="../media/image152.png"/><Relationship Id="rId18" Type="http://schemas.openxmlformats.org/officeDocument/2006/relationships/customXml" Target="../ink/ink113.xml"/><Relationship Id="rId26" Type="http://schemas.openxmlformats.org/officeDocument/2006/relationships/customXml" Target="../ink/ink117.xml"/><Relationship Id="rId39" Type="http://schemas.openxmlformats.org/officeDocument/2006/relationships/image" Target="../media/image165.png"/><Relationship Id="rId21" Type="http://schemas.openxmlformats.org/officeDocument/2006/relationships/image" Target="../media/image156.png"/><Relationship Id="rId34" Type="http://schemas.openxmlformats.org/officeDocument/2006/relationships/customXml" Target="../ink/ink121.xml"/><Relationship Id="rId7" Type="http://schemas.openxmlformats.org/officeDocument/2006/relationships/image" Target="../media/image149.png"/><Relationship Id="rId12" Type="http://schemas.openxmlformats.org/officeDocument/2006/relationships/customXml" Target="../ink/ink110.xml"/><Relationship Id="rId17" Type="http://schemas.openxmlformats.org/officeDocument/2006/relationships/image" Target="../media/image154.png"/><Relationship Id="rId25" Type="http://schemas.openxmlformats.org/officeDocument/2006/relationships/image" Target="../media/image158.png"/><Relationship Id="rId33" Type="http://schemas.openxmlformats.org/officeDocument/2006/relationships/image" Target="../media/image162.png"/><Relationship Id="rId38" Type="http://schemas.openxmlformats.org/officeDocument/2006/relationships/customXml" Target="../ink/ink123.xml"/><Relationship Id="rId2" Type="http://schemas.openxmlformats.org/officeDocument/2006/relationships/image" Target="../media/image146.png"/><Relationship Id="rId16" Type="http://schemas.openxmlformats.org/officeDocument/2006/relationships/customXml" Target="../ink/ink112.xml"/><Relationship Id="rId20" Type="http://schemas.openxmlformats.org/officeDocument/2006/relationships/customXml" Target="../ink/ink114.xml"/><Relationship Id="rId29" Type="http://schemas.openxmlformats.org/officeDocument/2006/relationships/image" Target="../media/image160.png"/><Relationship Id="rId1" Type="http://schemas.openxmlformats.org/officeDocument/2006/relationships/slideLayout" Target="../slideLayouts/slideLayout155.xml"/><Relationship Id="rId6" Type="http://schemas.openxmlformats.org/officeDocument/2006/relationships/customXml" Target="../ink/ink107.xml"/><Relationship Id="rId11" Type="http://schemas.openxmlformats.org/officeDocument/2006/relationships/image" Target="../media/image151.png"/><Relationship Id="rId24" Type="http://schemas.openxmlformats.org/officeDocument/2006/relationships/customXml" Target="../ink/ink116.xml"/><Relationship Id="rId32" Type="http://schemas.openxmlformats.org/officeDocument/2006/relationships/customXml" Target="../ink/ink120.xml"/><Relationship Id="rId37" Type="http://schemas.openxmlformats.org/officeDocument/2006/relationships/image" Target="../media/image164.png"/><Relationship Id="rId5" Type="http://schemas.openxmlformats.org/officeDocument/2006/relationships/image" Target="../media/image148.png"/><Relationship Id="rId15" Type="http://schemas.openxmlformats.org/officeDocument/2006/relationships/image" Target="../media/image153.png"/><Relationship Id="rId23" Type="http://schemas.openxmlformats.org/officeDocument/2006/relationships/image" Target="../media/image157.png"/><Relationship Id="rId28" Type="http://schemas.openxmlformats.org/officeDocument/2006/relationships/customXml" Target="../ink/ink118.xml"/><Relationship Id="rId36" Type="http://schemas.openxmlformats.org/officeDocument/2006/relationships/customXml" Target="../ink/ink122.xml"/><Relationship Id="rId10" Type="http://schemas.openxmlformats.org/officeDocument/2006/relationships/customXml" Target="../ink/ink109.xml"/><Relationship Id="rId19" Type="http://schemas.openxmlformats.org/officeDocument/2006/relationships/image" Target="../media/image155.png"/><Relationship Id="rId31" Type="http://schemas.openxmlformats.org/officeDocument/2006/relationships/image" Target="../media/image161.png"/><Relationship Id="rId4" Type="http://schemas.openxmlformats.org/officeDocument/2006/relationships/customXml" Target="../ink/ink106.xml"/><Relationship Id="rId9" Type="http://schemas.openxmlformats.org/officeDocument/2006/relationships/image" Target="../media/image150.png"/><Relationship Id="rId14" Type="http://schemas.openxmlformats.org/officeDocument/2006/relationships/customXml" Target="../ink/ink111.xml"/><Relationship Id="rId22" Type="http://schemas.openxmlformats.org/officeDocument/2006/relationships/customXml" Target="../ink/ink115.xml"/><Relationship Id="rId27" Type="http://schemas.openxmlformats.org/officeDocument/2006/relationships/image" Target="../media/image159.png"/><Relationship Id="rId30" Type="http://schemas.openxmlformats.org/officeDocument/2006/relationships/customXml" Target="../ink/ink119.xml"/><Relationship Id="rId35" Type="http://schemas.openxmlformats.org/officeDocument/2006/relationships/image" Target="../media/image163.png"/><Relationship Id="rId8" Type="http://schemas.openxmlformats.org/officeDocument/2006/relationships/customXml" Target="../ink/ink108.xml"/><Relationship Id="rId3" Type="http://schemas.openxmlformats.org/officeDocument/2006/relationships/image" Target="../media/image1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32.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630.png"/><Relationship Id="rId1" Type="http://schemas.openxmlformats.org/officeDocument/2006/relationships/slideLayout" Target="../slideLayouts/slideLayout155.xml"/><Relationship Id="rId4" Type="http://schemas.openxmlformats.org/officeDocument/2006/relationships/image" Target="../media/image166.png"/></Relationships>
</file>

<file path=ppt/slides/_rels/slide33.xml.rels><?xml version="1.0" encoding="UTF-8" standalone="yes"?>
<Relationships xmlns="http://schemas.openxmlformats.org/package/2006/relationships"><Relationship Id="rId117" Type="http://schemas.openxmlformats.org/officeDocument/2006/relationships/customXml" Target="../ink/ink181.xml"/><Relationship Id="rId21" Type="http://schemas.openxmlformats.org/officeDocument/2006/relationships/customXml" Target="../ink/ink133.xml"/><Relationship Id="rId42" Type="http://schemas.openxmlformats.org/officeDocument/2006/relationships/image" Target="../media/image186.png"/><Relationship Id="rId63" Type="http://schemas.openxmlformats.org/officeDocument/2006/relationships/customXml" Target="../ink/ink154.xml"/><Relationship Id="rId84" Type="http://schemas.openxmlformats.org/officeDocument/2006/relationships/image" Target="../media/image207.png"/><Relationship Id="rId138" Type="http://schemas.openxmlformats.org/officeDocument/2006/relationships/image" Target="../media/image234.png"/><Relationship Id="rId159" Type="http://schemas.openxmlformats.org/officeDocument/2006/relationships/customXml" Target="../ink/ink202.xml"/><Relationship Id="rId107" Type="http://schemas.openxmlformats.org/officeDocument/2006/relationships/customXml" Target="../ink/ink176.xml"/><Relationship Id="rId11" Type="http://schemas.openxmlformats.org/officeDocument/2006/relationships/customXml" Target="../ink/ink128.xml"/><Relationship Id="rId32" Type="http://schemas.openxmlformats.org/officeDocument/2006/relationships/image" Target="../media/image181.png"/><Relationship Id="rId53" Type="http://schemas.openxmlformats.org/officeDocument/2006/relationships/customXml" Target="../ink/ink149.xml"/><Relationship Id="rId74" Type="http://schemas.openxmlformats.org/officeDocument/2006/relationships/image" Target="../media/image202.png"/><Relationship Id="rId128" Type="http://schemas.openxmlformats.org/officeDocument/2006/relationships/image" Target="../media/image229.png"/><Relationship Id="rId149" Type="http://schemas.openxmlformats.org/officeDocument/2006/relationships/customXml" Target="../ink/ink197.xml"/><Relationship Id="rId5" Type="http://schemas.openxmlformats.org/officeDocument/2006/relationships/customXml" Target="../ink/ink125.xml"/><Relationship Id="rId95" Type="http://schemas.openxmlformats.org/officeDocument/2006/relationships/customXml" Target="../ink/ink170.xml"/><Relationship Id="rId160" Type="http://schemas.openxmlformats.org/officeDocument/2006/relationships/image" Target="../media/image245.png"/><Relationship Id="rId22" Type="http://schemas.openxmlformats.org/officeDocument/2006/relationships/image" Target="../media/image176.png"/><Relationship Id="rId43" Type="http://schemas.openxmlformats.org/officeDocument/2006/relationships/customXml" Target="../ink/ink144.xml"/><Relationship Id="rId64" Type="http://schemas.openxmlformats.org/officeDocument/2006/relationships/image" Target="../media/image197.png"/><Relationship Id="rId118" Type="http://schemas.openxmlformats.org/officeDocument/2006/relationships/image" Target="../media/image224.png"/><Relationship Id="rId139" Type="http://schemas.openxmlformats.org/officeDocument/2006/relationships/customXml" Target="../ink/ink192.xml"/><Relationship Id="rId80" Type="http://schemas.openxmlformats.org/officeDocument/2006/relationships/image" Target="../media/image205.png"/><Relationship Id="rId85" Type="http://schemas.openxmlformats.org/officeDocument/2006/relationships/customXml" Target="../ink/ink165.xml"/><Relationship Id="rId150" Type="http://schemas.openxmlformats.org/officeDocument/2006/relationships/image" Target="../media/image240.png"/><Relationship Id="rId155" Type="http://schemas.openxmlformats.org/officeDocument/2006/relationships/customXml" Target="../ink/ink200.xml"/><Relationship Id="rId12" Type="http://schemas.openxmlformats.org/officeDocument/2006/relationships/image" Target="../media/image171.png"/><Relationship Id="rId17" Type="http://schemas.openxmlformats.org/officeDocument/2006/relationships/customXml" Target="../ink/ink131.xml"/><Relationship Id="rId33" Type="http://schemas.openxmlformats.org/officeDocument/2006/relationships/customXml" Target="../ink/ink139.xml"/><Relationship Id="rId38" Type="http://schemas.openxmlformats.org/officeDocument/2006/relationships/image" Target="../media/image184.png"/><Relationship Id="rId59" Type="http://schemas.openxmlformats.org/officeDocument/2006/relationships/customXml" Target="../ink/ink152.xml"/><Relationship Id="rId103" Type="http://schemas.openxmlformats.org/officeDocument/2006/relationships/customXml" Target="../ink/ink174.xml"/><Relationship Id="rId108" Type="http://schemas.openxmlformats.org/officeDocument/2006/relationships/image" Target="../media/image219.png"/><Relationship Id="rId124" Type="http://schemas.openxmlformats.org/officeDocument/2006/relationships/image" Target="../media/image227.png"/><Relationship Id="rId129" Type="http://schemas.openxmlformats.org/officeDocument/2006/relationships/customXml" Target="../ink/ink187.xml"/><Relationship Id="rId54" Type="http://schemas.openxmlformats.org/officeDocument/2006/relationships/image" Target="../media/image192.png"/><Relationship Id="rId70" Type="http://schemas.openxmlformats.org/officeDocument/2006/relationships/image" Target="../media/image200.png"/><Relationship Id="rId75" Type="http://schemas.openxmlformats.org/officeDocument/2006/relationships/customXml" Target="../ink/ink160.xml"/><Relationship Id="rId91" Type="http://schemas.openxmlformats.org/officeDocument/2006/relationships/customXml" Target="../ink/ink168.xml"/><Relationship Id="rId96" Type="http://schemas.openxmlformats.org/officeDocument/2006/relationships/image" Target="../media/image213.png"/><Relationship Id="rId140" Type="http://schemas.openxmlformats.org/officeDocument/2006/relationships/image" Target="../media/image235.png"/><Relationship Id="rId145" Type="http://schemas.openxmlformats.org/officeDocument/2006/relationships/customXml" Target="../ink/ink195.xml"/><Relationship Id="rId1" Type="http://schemas.openxmlformats.org/officeDocument/2006/relationships/slideLayout" Target="../slideLayouts/slideLayout155.xml"/><Relationship Id="rId6" Type="http://schemas.openxmlformats.org/officeDocument/2006/relationships/image" Target="../media/image168.png"/><Relationship Id="rId23" Type="http://schemas.openxmlformats.org/officeDocument/2006/relationships/customXml" Target="../ink/ink134.xml"/><Relationship Id="rId28" Type="http://schemas.openxmlformats.org/officeDocument/2006/relationships/image" Target="../media/image179.png"/><Relationship Id="rId49" Type="http://schemas.openxmlformats.org/officeDocument/2006/relationships/customXml" Target="../ink/ink147.xml"/><Relationship Id="rId114" Type="http://schemas.openxmlformats.org/officeDocument/2006/relationships/image" Target="../media/image222.png"/><Relationship Id="rId119" Type="http://schemas.openxmlformats.org/officeDocument/2006/relationships/customXml" Target="../ink/ink182.xml"/><Relationship Id="rId44" Type="http://schemas.openxmlformats.org/officeDocument/2006/relationships/image" Target="../media/image187.png"/><Relationship Id="rId60" Type="http://schemas.openxmlformats.org/officeDocument/2006/relationships/image" Target="../media/image195.png"/><Relationship Id="rId65" Type="http://schemas.openxmlformats.org/officeDocument/2006/relationships/customXml" Target="../ink/ink155.xml"/><Relationship Id="rId81" Type="http://schemas.openxmlformats.org/officeDocument/2006/relationships/customXml" Target="../ink/ink163.xml"/><Relationship Id="rId86" Type="http://schemas.openxmlformats.org/officeDocument/2006/relationships/image" Target="../media/image208.png"/><Relationship Id="rId130" Type="http://schemas.openxmlformats.org/officeDocument/2006/relationships/image" Target="../media/image230.png"/><Relationship Id="rId135" Type="http://schemas.openxmlformats.org/officeDocument/2006/relationships/customXml" Target="../ink/ink190.xml"/><Relationship Id="rId151" Type="http://schemas.openxmlformats.org/officeDocument/2006/relationships/customXml" Target="../ink/ink198.xml"/><Relationship Id="rId156" Type="http://schemas.openxmlformats.org/officeDocument/2006/relationships/image" Target="../media/image243.png"/><Relationship Id="rId13" Type="http://schemas.openxmlformats.org/officeDocument/2006/relationships/customXml" Target="../ink/ink129.xml"/><Relationship Id="rId18" Type="http://schemas.openxmlformats.org/officeDocument/2006/relationships/image" Target="../media/image174.png"/><Relationship Id="rId39" Type="http://schemas.openxmlformats.org/officeDocument/2006/relationships/customXml" Target="../ink/ink142.xml"/><Relationship Id="rId109" Type="http://schemas.openxmlformats.org/officeDocument/2006/relationships/customXml" Target="../ink/ink177.xml"/><Relationship Id="rId34" Type="http://schemas.openxmlformats.org/officeDocument/2006/relationships/image" Target="../media/image182.png"/><Relationship Id="rId50" Type="http://schemas.openxmlformats.org/officeDocument/2006/relationships/image" Target="../media/image190.png"/><Relationship Id="rId55" Type="http://schemas.openxmlformats.org/officeDocument/2006/relationships/customXml" Target="../ink/ink150.xml"/><Relationship Id="rId76" Type="http://schemas.openxmlformats.org/officeDocument/2006/relationships/image" Target="../media/image203.png"/><Relationship Id="rId97" Type="http://schemas.openxmlformats.org/officeDocument/2006/relationships/customXml" Target="../ink/ink171.xml"/><Relationship Id="rId104" Type="http://schemas.openxmlformats.org/officeDocument/2006/relationships/image" Target="../media/image217.png"/><Relationship Id="rId120" Type="http://schemas.openxmlformats.org/officeDocument/2006/relationships/image" Target="../media/image225.png"/><Relationship Id="rId125" Type="http://schemas.openxmlformats.org/officeDocument/2006/relationships/customXml" Target="../ink/ink185.xml"/><Relationship Id="rId141" Type="http://schemas.openxmlformats.org/officeDocument/2006/relationships/customXml" Target="../ink/ink193.xml"/><Relationship Id="rId146" Type="http://schemas.openxmlformats.org/officeDocument/2006/relationships/image" Target="../media/image238.png"/><Relationship Id="rId7" Type="http://schemas.openxmlformats.org/officeDocument/2006/relationships/customXml" Target="../ink/ink126.xml"/><Relationship Id="rId71" Type="http://schemas.openxmlformats.org/officeDocument/2006/relationships/customXml" Target="../ink/ink158.xml"/><Relationship Id="rId92" Type="http://schemas.openxmlformats.org/officeDocument/2006/relationships/image" Target="../media/image211.png"/><Relationship Id="rId2" Type="http://schemas.openxmlformats.org/officeDocument/2006/relationships/image" Target="../media/image620.png"/><Relationship Id="rId29" Type="http://schemas.openxmlformats.org/officeDocument/2006/relationships/customXml" Target="../ink/ink137.xml"/><Relationship Id="rId24" Type="http://schemas.openxmlformats.org/officeDocument/2006/relationships/image" Target="../media/image177.png"/><Relationship Id="rId40" Type="http://schemas.openxmlformats.org/officeDocument/2006/relationships/image" Target="../media/image185.png"/><Relationship Id="rId45" Type="http://schemas.openxmlformats.org/officeDocument/2006/relationships/customXml" Target="../ink/ink145.xml"/><Relationship Id="rId66" Type="http://schemas.openxmlformats.org/officeDocument/2006/relationships/image" Target="../media/image198.png"/><Relationship Id="rId87" Type="http://schemas.openxmlformats.org/officeDocument/2006/relationships/customXml" Target="../ink/ink166.xml"/><Relationship Id="rId110" Type="http://schemas.openxmlformats.org/officeDocument/2006/relationships/image" Target="../media/image220.png"/><Relationship Id="rId115" Type="http://schemas.openxmlformats.org/officeDocument/2006/relationships/customXml" Target="../ink/ink180.xml"/><Relationship Id="rId131" Type="http://schemas.openxmlformats.org/officeDocument/2006/relationships/customXml" Target="../ink/ink188.xml"/><Relationship Id="rId136" Type="http://schemas.openxmlformats.org/officeDocument/2006/relationships/image" Target="../media/image233.png"/><Relationship Id="rId157" Type="http://schemas.openxmlformats.org/officeDocument/2006/relationships/customXml" Target="../ink/ink201.xml"/><Relationship Id="rId61" Type="http://schemas.openxmlformats.org/officeDocument/2006/relationships/customXml" Target="../ink/ink153.xml"/><Relationship Id="rId82" Type="http://schemas.openxmlformats.org/officeDocument/2006/relationships/image" Target="../media/image206.png"/><Relationship Id="rId152" Type="http://schemas.openxmlformats.org/officeDocument/2006/relationships/image" Target="../media/image241.png"/><Relationship Id="rId19" Type="http://schemas.openxmlformats.org/officeDocument/2006/relationships/customXml" Target="../ink/ink132.xml"/><Relationship Id="rId14" Type="http://schemas.openxmlformats.org/officeDocument/2006/relationships/image" Target="../media/image172.png"/><Relationship Id="rId30" Type="http://schemas.openxmlformats.org/officeDocument/2006/relationships/image" Target="../media/image180.png"/><Relationship Id="rId35" Type="http://schemas.openxmlformats.org/officeDocument/2006/relationships/customXml" Target="../ink/ink140.xml"/><Relationship Id="rId56" Type="http://schemas.openxmlformats.org/officeDocument/2006/relationships/image" Target="../media/image193.png"/><Relationship Id="rId77" Type="http://schemas.openxmlformats.org/officeDocument/2006/relationships/customXml" Target="../ink/ink161.xml"/><Relationship Id="rId100" Type="http://schemas.openxmlformats.org/officeDocument/2006/relationships/image" Target="../media/image215.png"/><Relationship Id="rId105" Type="http://schemas.openxmlformats.org/officeDocument/2006/relationships/customXml" Target="../ink/ink175.xml"/><Relationship Id="rId126" Type="http://schemas.openxmlformats.org/officeDocument/2006/relationships/image" Target="../media/image228.png"/><Relationship Id="rId147" Type="http://schemas.openxmlformats.org/officeDocument/2006/relationships/customXml" Target="../ink/ink196.xml"/><Relationship Id="rId8" Type="http://schemas.openxmlformats.org/officeDocument/2006/relationships/image" Target="../media/image169.png"/><Relationship Id="rId51" Type="http://schemas.openxmlformats.org/officeDocument/2006/relationships/customXml" Target="../ink/ink148.xml"/><Relationship Id="rId72" Type="http://schemas.openxmlformats.org/officeDocument/2006/relationships/image" Target="../media/image201.png"/><Relationship Id="rId93" Type="http://schemas.openxmlformats.org/officeDocument/2006/relationships/customXml" Target="../ink/ink169.xml"/><Relationship Id="rId98" Type="http://schemas.openxmlformats.org/officeDocument/2006/relationships/image" Target="../media/image214.png"/><Relationship Id="rId121" Type="http://schemas.openxmlformats.org/officeDocument/2006/relationships/customXml" Target="../ink/ink183.xml"/><Relationship Id="rId142" Type="http://schemas.openxmlformats.org/officeDocument/2006/relationships/image" Target="../media/image236.png"/><Relationship Id="rId3" Type="http://schemas.openxmlformats.org/officeDocument/2006/relationships/customXml" Target="../ink/ink124.xml"/><Relationship Id="rId25" Type="http://schemas.openxmlformats.org/officeDocument/2006/relationships/customXml" Target="../ink/ink135.xml"/><Relationship Id="rId46" Type="http://schemas.openxmlformats.org/officeDocument/2006/relationships/image" Target="../media/image188.png"/><Relationship Id="rId67" Type="http://schemas.openxmlformats.org/officeDocument/2006/relationships/customXml" Target="../ink/ink156.xml"/><Relationship Id="rId116" Type="http://schemas.openxmlformats.org/officeDocument/2006/relationships/image" Target="../media/image223.png"/><Relationship Id="rId137" Type="http://schemas.openxmlformats.org/officeDocument/2006/relationships/customXml" Target="../ink/ink191.xml"/><Relationship Id="rId158" Type="http://schemas.openxmlformats.org/officeDocument/2006/relationships/image" Target="../media/image244.png"/><Relationship Id="rId20" Type="http://schemas.openxmlformats.org/officeDocument/2006/relationships/image" Target="../media/image175.png"/><Relationship Id="rId41" Type="http://schemas.openxmlformats.org/officeDocument/2006/relationships/customXml" Target="../ink/ink143.xml"/><Relationship Id="rId62" Type="http://schemas.openxmlformats.org/officeDocument/2006/relationships/image" Target="../media/image196.png"/><Relationship Id="rId83" Type="http://schemas.openxmlformats.org/officeDocument/2006/relationships/customXml" Target="../ink/ink164.xml"/><Relationship Id="rId88" Type="http://schemas.openxmlformats.org/officeDocument/2006/relationships/image" Target="../media/image209.png"/><Relationship Id="rId111" Type="http://schemas.openxmlformats.org/officeDocument/2006/relationships/customXml" Target="../ink/ink178.xml"/><Relationship Id="rId132" Type="http://schemas.openxmlformats.org/officeDocument/2006/relationships/image" Target="../media/image231.png"/><Relationship Id="rId153" Type="http://schemas.openxmlformats.org/officeDocument/2006/relationships/customXml" Target="../ink/ink199.xml"/><Relationship Id="rId15" Type="http://schemas.openxmlformats.org/officeDocument/2006/relationships/customXml" Target="../ink/ink130.xml"/><Relationship Id="rId36" Type="http://schemas.openxmlformats.org/officeDocument/2006/relationships/image" Target="../media/image183.png"/><Relationship Id="rId57" Type="http://schemas.openxmlformats.org/officeDocument/2006/relationships/customXml" Target="../ink/ink151.xml"/><Relationship Id="rId106" Type="http://schemas.openxmlformats.org/officeDocument/2006/relationships/image" Target="../media/image218.png"/><Relationship Id="rId127" Type="http://schemas.openxmlformats.org/officeDocument/2006/relationships/customXml" Target="../ink/ink186.xml"/><Relationship Id="rId10" Type="http://schemas.openxmlformats.org/officeDocument/2006/relationships/image" Target="../media/image170.png"/><Relationship Id="rId31" Type="http://schemas.openxmlformats.org/officeDocument/2006/relationships/customXml" Target="../ink/ink138.xml"/><Relationship Id="rId52" Type="http://schemas.openxmlformats.org/officeDocument/2006/relationships/image" Target="../media/image191.png"/><Relationship Id="rId73" Type="http://schemas.openxmlformats.org/officeDocument/2006/relationships/customXml" Target="../ink/ink159.xml"/><Relationship Id="rId78" Type="http://schemas.openxmlformats.org/officeDocument/2006/relationships/image" Target="../media/image204.png"/><Relationship Id="rId94" Type="http://schemas.openxmlformats.org/officeDocument/2006/relationships/image" Target="../media/image212.png"/><Relationship Id="rId99" Type="http://schemas.openxmlformats.org/officeDocument/2006/relationships/customXml" Target="../ink/ink172.xml"/><Relationship Id="rId101" Type="http://schemas.openxmlformats.org/officeDocument/2006/relationships/customXml" Target="../ink/ink173.xml"/><Relationship Id="rId122" Type="http://schemas.openxmlformats.org/officeDocument/2006/relationships/image" Target="../media/image226.png"/><Relationship Id="rId143" Type="http://schemas.openxmlformats.org/officeDocument/2006/relationships/customXml" Target="../ink/ink194.xml"/><Relationship Id="rId148" Type="http://schemas.openxmlformats.org/officeDocument/2006/relationships/image" Target="../media/image239.png"/><Relationship Id="rId4" Type="http://schemas.openxmlformats.org/officeDocument/2006/relationships/image" Target="../media/image167.png"/><Relationship Id="rId9" Type="http://schemas.openxmlformats.org/officeDocument/2006/relationships/customXml" Target="../ink/ink127.xml"/><Relationship Id="rId26" Type="http://schemas.openxmlformats.org/officeDocument/2006/relationships/image" Target="../media/image178.png"/><Relationship Id="rId47" Type="http://schemas.openxmlformats.org/officeDocument/2006/relationships/customXml" Target="../ink/ink146.xml"/><Relationship Id="rId68" Type="http://schemas.openxmlformats.org/officeDocument/2006/relationships/image" Target="../media/image199.png"/><Relationship Id="rId89" Type="http://schemas.openxmlformats.org/officeDocument/2006/relationships/customXml" Target="../ink/ink167.xml"/><Relationship Id="rId112" Type="http://schemas.openxmlformats.org/officeDocument/2006/relationships/image" Target="../media/image221.png"/><Relationship Id="rId133" Type="http://schemas.openxmlformats.org/officeDocument/2006/relationships/customXml" Target="../ink/ink189.xml"/><Relationship Id="rId154" Type="http://schemas.openxmlformats.org/officeDocument/2006/relationships/image" Target="../media/image242.png"/><Relationship Id="rId16" Type="http://schemas.openxmlformats.org/officeDocument/2006/relationships/image" Target="../media/image173.png"/><Relationship Id="rId37" Type="http://schemas.openxmlformats.org/officeDocument/2006/relationships/customXml" Target="../ink/ink141.xml"/><Relationship Id="rId58" Type="http://schemas.openxmlformats.org/officeDocument/2006/relationships/image" Target="../media/image194.png"/><Relationship Id="rId79" Type="http://schemas.openxmlformats.org/officeDocument/2006/relationships/customXml" Target="../ink/ink162.xml"/><Relationship Id="rId102" Type="http://schemas.openxmlformats.org/officeDocument/2006/relationships/image" Target="../media/image216.png"/><Relationship Id="rId123" Type="http://schemas.openxmlformats.org/officeDocument/2006/relationships/customXml" Target="../ink/ink184.xml"/><Relationship Id="rId144" Type="http://schemas.openxmlformats.org/officeDocument/2006/relationships/image" Target="../media/image237.png"/><Relationship Id="rId90" Type="http://schemas.openxmlformats.org/officeDocument/2006/relationships/image" Target="../media/image210.png"/><Relationship Id="rId27" Type="http://schemas.openxmlformats.org/officeDocument/2006/relationships/customXml" Target="../ink/ink136.xml"/><Relationship Id="rId48" Type="http://schemas.openxmlformats.org/officeDocument/2006/relationships/image" Target="../media/image189.png"/><Relationship Id="rId69" Type="http://schemas.openxmlformats.org/officeDocument/2006/relationships/customXml" Target="../ink/ink157.xml"/><Relationship Id="rId113" Type="http://schemas.openxmlformats.org/officeDocument/2006/relationships/customXml" Target="../ink/ink179.xml"/><Relationship Id="rId134" Type="http://schemas.openxmlformats.org/officeDocument/2006/relationships/image" Target="../media/image232.png"/></Relationships>
</file>

<file path=ppt/slides/_rels/slide34.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image" Target="../media/image246.png"/><Relationship Id="rId1" Type="http://schemas.openxmlformats.org/officeDocument/2006/relationships/slideLayout" Target="../slideLayouts/slideLayout155.xml"/><Relationship Id="rId5" Type="http://schemas.openxmlformats.org/officeDocument/2006/relationships/image" Target="../media/image248.png"/><Relationship Id="rId4" Type="http://schemas.openxmlformats.org/officeDocument/2006/relationships/customXml" Target="../ink/ink203.xml"/></Relationships>
</file>

<file path=ppt/slides/_rels/slide35.xml.rels><?xml version="1.0" encoding="UTF-8" standalone="yes"?>
<Relationships xmlns="http://schemas.openxmlformats.org/package/2006/relationships"><Relationship Id="rId3" Type="http://schemas.openxmlformats.org/officeDocument/2006/relationships/image" Target="../media/image249.png"/><Relationship Id="rId7" Type="http://schemas.openxmlformats.org/officeDocument/2006/relationships/image" Target="../media/image251.png"/><Relationship Id="rId2" Type="http://schemas.openxmlformats.org/officeDocument/2006/relationships/customXml" Target="../ink/ink204.xml"/><Relationship Id="rId1" Type="http://schemas.openxmlformats.org/officeDocument/2006/relationships/slideLayout" Target="../slideLayouts/slideLayout155.xml"/><Relationship Id="rId6" Type="http://schemas.openxmlformats.org/officeDocument/2006/relationships/customXml" Target="../ink/ink206.xml"/><Relationship Id="rId5" Type="http://schemas.openxmlformats.org/officeDocument/2006/relationships/image" Target="../media/image250.png"/><Relationship Id="rId4" Type="http://schemas.openxmlformats.org/officeDocument/2006/relationships/customXml" Target="../ink/ink205.xml"/></Relationships>
</file>

<file path=ppt/slides/_rels/slide36.xml.rels><?xml version="1.0" encoding="UTF-8" standalone="yes"?>
<Relationships xmlns="http://schemas.openxmlformats.org/package/2006/relationships"><Relationship Id="rId8" Type="http://schemas.openxmlformats.org/officeDocument/2006/relationships/image" Target="../media/image255.png"/><Relationship Id="rId3" Type="http://schemas.openxmlformats.org/officeDocument/2006/relationships/image" Target="../media/image253.png"/><Relationship Id="rId7" Type="http://schemas.openxmlformats.org/officeDocument/2006/relationships/customXml" Target="../ink/ink208.xml"/><Relationship Id="rId2" Type="http://schemas.openxmlformats.org/officeDocument/2006/relationships/image" Target="../media/image252.png"/><Relationship Id="rId1" Type="http://schemas.openxmlformats.org/officeDocument/2006/relationships/slideLayout" Target="../slideLayouts/slideLayout155.xml"/><Relationship Id="rId6" Type="http://schemas.openxmlformats.org/officeDocument/2006/relationships/image" Target="../media/image254.png"/><Relationship Id="rId5" Type="http://schemas.openxmlformats.org/officeDocument/2006/relationships/customXml" Target="../ink/ink207.xml"/><Relationship Id="rId10" Type="http://schemas.openxmlformats.org/officeDocument/2006/relationships/image" Target="../media/image256.png"/><Relationship Id="rId4" Type="http://schemas.openxmlformats.org/officeDocument/2006/relationships/image" Target="../media/image680.png"/><Relationship Id="rId9" Type="http://schemas.openxmlformats.org/officeDocument/2006/relationships/customXml" Target="../ink/ink209.xml"/></Relationships>
</file>

<file path=ppt/slides/_rels/slide37.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image" Target="../media/image257.png"/><Relationship Id="rId1" Type="http://schemas.openxmlformats.org/officeDocument/2006/relationships/slideLayout" Target="../slideLayouts/slideLayout155.xml"/><Relationship Id="rId5" Type="http://schemas.openxmlformats.org/officeDocument/2006/relationships/image" Target="../media/image259.png"/><Relationship Id="rId4" Type="http://schemas.openxmlformats.org/officeDocument/2006/relationships/customXml" Target="../ink/ink210.xml"/></Relationships>
</file>

<file path=ppt/slides/_rels/slide38.xml.rels><?xml version="1.0" encoding="UTF-8" standalone="yes"?>
<Relationships xmlns="http://schemas.openxmlformats.org/package/2006/relationships"><Relationship Id="rId26" Type="http://schemas.openxmlformats.org/officeDocument/2006/relationships/customXml" Target="../ink/ink223.xml"/><Relationship Id="rId21" Type="http://schemas.openxmlformats.org/officeDocument/2006/relationships/image" Target="../media/image269.png"/><Relationship Id="rId42" Type="http://schemas.openxmlformats.org/officeDocument/2006/relationships/customXml" Target="../ink/ink231.xml"/><Relationship Id="rId47" Type="http://schemas.openxmlformats.org/officeDocument/2006/relationships/image" Target="../media/image282.png"/><Relationship Id="rId63" Type="http://schemas.openxmlformats.org/officeDocument/2006/relationships/image" Target="../media/image290.png"/><Relationship Id="rId68" Type="http://schemas.openxmlformats.org/officeDocument/2006/relationships/customXml" Target="../ink/ink244.xml"/><Relationship Id="rId16" Type="http://schemas.openxmlformats.org/officeDocument/2006/relationships/customXml" Target="../ink/ink218.xml"/><Relationship Id="rId11" Type="http://schemas.openxmlformats.org/officeDocument/2006/relationships/image" Target="../media/image264.png"/><Relationship Id="rId24" Type="http://schemas.openxmlformats.org/officeDocument/2006/relationships/customXml" Target="../ink/ink222.xml"/><Relationship Id="rId32" Type="http://schemas.openxmlformats.org/officeDocument/2006/relationships/customXml" Target="../ink/ink226.xml"/><Relationship Id="rId37" Type="http://schemas.openxmlformats.org/officeDocument/2006/relationships/image" Target="../media/image277.png"/><Relationship Id="rId40" Type="http://schemas.openxmlformats.org/officeDocument/2006/relationships/customXml" Target="../ink/ink230.xml"/><Relationship Id="rId45" Type="http://schemas.openxmlformats.org/officeDocument/2006/relationships/image" Target="../media/image281.png"/><Relationship Id="rId53" Type="http://schemas.openxmlformats.org/officeDocument/2006/relationships/image" Target="../media/image285.png"/><Relationship Id="rId58" Type="http://schemas.openxmlformats.org/officeDocument/2006/relationships/customXml" Target="../ink/ink239.xml"/><Relationship Id="rId66" Type="http://schemas.openxmlformats.org/officeDocument/2006/relationships/customXml" Target="../ink/ink243.xml"/><Relationship Id="rId74" Type="http://schemas.openxmlformats.org/officeDocument/2006/relationships/customXml" Target="../ink/ink247.xml"/><Relationship Id="rId79" Type="http://schemas.openxmlformats.org/officeDocument/2006/relationships/image" Target="../media/image298.png"/><Relationship Id="rId5" Type="http://schemas.openxmlformats.org/officeDocument/2006/relationships/image" Target="../media/image261.png"/><Relationship Id="rId61" Type="http://schemas.openxmlformats.org/officeDocument/2006/relationships/image" Target="../media/image289.png"/><Relationship Id="rId19" Type="http://schemas.openxmlformats.org/officeDocument/2006/relationships/image" Target="../media/image268.png"/><Relationship Id="rId14" Type="http://schemas.openxmlformats.org/officeDocument/2006/relationships/customXml" Target="../ink/ink217.xml"/><Relationship Id="rId22" Type="http://schemas.openxmlformats.org/officeDocument/2006/relationships/customXml" Target="../ink/ink221.xml"/><Relationship Id="rId27" Type="http://schemas.openxmlformats.org/officeDocument/2006/relationships/image" Target="../media/image272.png"/><Relationship Id="rId30" Type="http://schemas.openxmlformats.org/officeDocument/2006/relationships/customXml" Target="../ink/ink225.xml"/><Relationship Id="rId35" Type="http://schemas.openxmlformats.org/officeDocument/2006/relationships/image" Target="../media/image276.png"/><Relationship Id="rId43" Type="http://schemas.openxmlformats.org/officeDocument/2006/relationships/image" Target="../media/image280.png"/><Relationship Id="rId48" Type="http://schemas.openxmlformats.org/officeDocument/2006/relationships/customXml" Target="../ink/ink234.xml"/><Relationship Id="rId56" Type="http://schemas.openxmlformats.org/officeDocument/2006/relationships/customXml" Target="../ink/ink238.xml"/><Relationship Id="rId64" Type="http://schemas.openxmlformats.org/officeDocument/2006/relationships/customXml" Target="../ink/ink242.xml"/><Relationship Id="rId69" Type="http://schemas.openxmlformats.org/officeDocument/2006/relationships/image" Target="../media/image293.png"/><Relationship Id="rId77" Type="http://schemas.openxmlformats.org/officeDocument/2006/relationships/image" Target="../media/image297.png"/><Relationship Id="rId8" Type="http://schemas.openxmlformats.org/officeDocument/2006/relationships/customXml" Target="../ink/ink214.xml"/><Relationship Id="rId51" Type="http://schemas.openxmlformats.org/officeDocument/2006/relationships/image" Target="../media/image284.png"/><Relationship Id="rId72" Type="http://schemas.openxmlformats.org/officeDocument/2006/relationships/customXml" Target="../ink/ink246.xml"/><Relationship Id="rId3" Type="http://schemas.openxmlformats.org/officeDocument/2006/relationships/image" Target="../media/image260.png"/><Relationship Id="rId12" Type="http://schemas.openxmlformats.org/officeDocument/2006/relationships/customXml" Target="../ink/ink216.xml"/><Relationship Id="rId17" Type="http://schemas.openxmlformats.org/officeDocument/2006/relationships/image" Target="../media/image267.png"/><Relationship Id="rId25" Type="http://schemas.openxmlformats.org/officeDocument/2006/relationships/image" Target="../media/image271.png"/><Relationship Id="rId33" Type="http://schemas.openxmlformats.org/officeDocument/2006/relationships/image" Target="../media/image275.png"/><Relationship Id="rId38" Type="http://schemas.openxmlformats.org/officeDocument/2006/relationships/customXml" Target="../ink/ink229.xml"/><Relationship Id="rId46" Type="http://schemas.openxmlformats.org/officeDocument/2006/relationships/customXml" Target="../ink/ink233.xml"/><Relationship Id="rId59" Type="http://schemas.openxmlformats.org/officeDocument/2006/relationships/image" Target="../media/image288.png"/><Relationship Id="rId67" Type="http://schemas.openxmlformats.org/officeDocument/2006/relationships/image" Target="../media/image292.png"/><Relationship Id="rId20" Type="http://schemas.openxmlformats.org/officeDocument/2006/relationships/customXml" Target="../ink/ink220.xml"/><Relationship Id="rId41" Type="http://schemas.openxmlformats.org/officeDocument/2006/relationships/image" Target="../media/image279.png"/><Relationship Id="rId54" Type="http://schemas.openxmlformats.org/officeDocument/2006/relationships/customXml" Target="../ink/ink237.xml"/><Relationship Id="rId62" Type="http://schemas.openxmlformats.org/officeDocument/2006/relationships/customXml" Target="../ink/ink241.xml"/><Relationship Id="rId70" Type="http://schemas.openxmlformats.org/officeDocument/2006/relationships/customXml" Target="../ink/ink245.xml"/><Relationship Id="rId75" Type="http://schemas.openxmlformats.org/officeDocument/2006/relationships/image" Target="../media/image296.png"/><Relationship Id="rId1" Type="http://schemas.openxmlformats.org/officeDocument/2006/relationships/slideLayout" Target="../slideLayouts/slideLayout155.xml"/><Relationship Id="rId6" Type="http://schemas.openxmlformats.org/officeDocument/2006/relationships/customXml" Target="../ink/ink213.xml"/><Relationship Id="rId15" Type="http://schemas.openxmlformats.org/officeDocument/2006/relationships/image" Target="../media/image266.png"/><Relationship Id="rId23" Type="http://schemas.openxmlformats.org/officeDocument/2006/relationships/image" Target="../media/image270.png"/><Relationship Id="rId28" Type="http://schemas.openxmlformats.org/officeDocument/2006/relationships/customXml" Target="../ink/ink224.xml"/><Relationship Id="rId36" Type="http://schemas.openxmlformats.org/officeDocument/2006/relationships/customXml" Target="../ink/ink228.xml"/><Relationship Id="rId49" Type="http://schemas.openxmlformats.org/officeDocument/2006/relationships/image" Target="../media/image283.png"/><Relationship Id="rId57" Type="http://schemas.openxmlformats.org/officeDocument/2006/relationships/image" Target="../media/image287.png"/><Relationship Id="rId10" Type="http://schemas.openxmlformats.org/officeDocument/2006/relationships/customXml" Target="../ink/ink215.xml"/><Relationship Id="rId31" Type="http://schemas.openxmlformats.org/officeDocument/2006/relationships/image" Target="../media/image274.png"/><Relationship Id="rId44" Type="http://schemas.openxmlformats.org/officeDocument/2006/relationships/customXml" Target="../ink/ink232.xml"/><Relationship Id="rId52" Type="http://schemas.openxmlformats.org/officeDocument/2006/relationships/customXml" Target="../ink/ink236.xml"/><Relationship Id="rId60" Type="http://schemas.openxmlformats.org/officeDocument/2006/relationships/customXml" Target="../ink/ink240.xml"/><Relationship Id="rId65" Type="http://schemas.openxmlformats.org/officeDocument/2006/relationships/image" Target="../media/image291.png"/><Relationship Id="rId73" Type="http://schemas.openxmlformats.org/officeDocument/2006/relationships/image" Target="../media/image295.png"/><Relationship Id="rId78" Type="http://schemas.openxmlformats.org/officeDocument/2006/relationships/customXml" Target="../ink/ink249.xml"/><Relationship Id="rId4" Type="http://schemas.openxmlformats.org/officeDocument/2006/relationships/customXml" Target="../ink/ink212.xml"/><Relationship Id="rId9" Type="http://schemas.openxmlformats.org/officeDocument/2006/relationships/image" Target="../media/image263.png"/><Relationship Id="rId13" Type="http://schemas.openxmlformats.org/officeDocument/2006/relationships/image" Target="../media/image265.png"/><Relationship Id="rId18" Type="http://schemas.openxmlformats.org/officeDocument/2006/relationships/customXml" Target="../ink/ink219.xml"/><Relationship Id="rId39" Type="http://schemas.openxmlformats.org/officeDocument/2006/relationships/image" Target="../media/image278.png"/><Relationship Id="rId34" Type="http://schemas.openxmlformats.org/officeDocument/2006/relationships/customXml" Target="../ink/ink227.xml"/><Relationship Id="rId50" Type="http://schemas.openxmlformats.org/officeDocument/2006/relationships/customXml" Target="../ink/ink235.xml"/><Relationship Id="rId55" Type="http://schemas.openxmlformats.org/officeDocument/2006/relationships/image" Target="../media/image286.png"/><Relationship Id="rId76" Type="http://schemas.openxmlformats.org/officeDocument/2006/relationships/customXml" Target="../ink/ink248.xml"/><Relationship Id="rId7" Type="http://schemas.openxmlformats.org/officeDocument/2006/relationships/image" Target="../media/image262.png"/><Relationship Id="rId71" Type="http://schemas.openxmlformats.org/officeDocument/2006/relationships/image" Target="../media/image294.png"/><Relationship Id="rId2" Type="http://schemas.openxmlformats.org/officeDocument/2006/relationships/customXml" Target="../ink/ink211.xml"/><Relationship Id="rId29" Type="http://schemas.openxmlformats.org/officeDocument/2006/relationships/image" Target="../media/image273.png"/></Relationships>
</file>

<file path=ppt/slides/_rels/slide39.xml.rels><?xml version="1.0" encoding="UTF-8" standalone="yes"?>
<Relationships xmlns="http://schemas.openxmlformats.org/package/2006/relationships"><Relationship Id="rId26" Type="http://schemas.openxmlformats.org/officeDocument/2006/relationships/image" Target="../media/image311.png"/><Relationship Id="rId21" Type="http://schemas.openxmlformats.org/officeDocument/2006/relationships/customXml" Target="../ink/ink258.xml"/><Relationship Id="rId42" Type="http://schemas.openxmlformats.org/officeDocument/2006/relationships/image" Target="../media/image319.png"/><Relationship Id="rId47" Type="http://schemas.openxmlformats.org/officeDocument/2006/relationships/customXml" Target="../ink/ink271.xml"/><Relationship Id="rId63" Type="http://schemas.openxmlformats.org/officeDocument/2006/relationships/customXml" Target="../ink/ink279.xml"/><Relationship Id="rId68" Type="http://schemas.openxmlformats.org/officeDocument/2006/relationships/image" Target="../media/image332.png"/><Relationship Id="rId2" Type="http://schemas.openxmlformats.org/officeDocument/2006/relationships/image" Target="../media/image299.png"/><Relationship Id="rId16" Type="http://schemas.openxmlformats.org/officeDocument/2006/relationships/image" Target="../media/image306.png"/><Relationship Id="rId29" Type="http://schemas.openxmlformats.org/officeDocument/2006/relationships/customXml" Target="../ink/ink262.xml"/><Relationship Id="rId11" Type="http://schemas.openxmlformats.org/officeDocument/2006/relationships/customXml" Target="../ink/ink253.xml"/><Relationship Id="rId24" Type="http://schemas.openxmlformats.org/officeDocument/2006/relationships/image" Target="../media/image310.png"/><Relationship Id="rId32" Type="http://schemas.openxmlformats.org/officeDocument/2006/relationships/image" Target="../media/image314.png"/><Relationship Id="rId37" Type="http://schemas.openxmlformats.org/officeDocument/2006/relationships/customXml" Target="../ink/ink266.xml"/><Relationship Id="rId40" Type="http://schemas.openxmlformats.org/officeDocument/2006/relationships/image" Target="../media/image318.png"/><Relationship Id="rId45" Type="http://schemas.openxmlformats.org/officeDocument/2006/relationships/customXml" Target="../ink/ink270.xml"/><Relationship Id="rId53" Type="http://schemas.openxmlformats.org/officeDocument/2006/relationships/customXml" Target="../ink/ink274.xml"/><Relationship Id="rId58" Type="http://schemas.openxmlformats.org/officeDocument/2006/relationships/image" Target="../media/image327.png"/><Relationship Id="rId66" Type="http://schemas.openxmlformats.org/officeDocument/2006/relationships/image" Target="../media/image331.png"/><Relationship Id="rId74" Type="http://schemas.openxmlformats.org/officeDocument/2006/relationships/image" Target="../media/image335.png"/><Relationship Id="rId5" Type="http://schemas.openxmlformats.org/officeDocument/2006/relationships/customXml" Target="../ink/ink250.xml"/><Relationship Id="rId61" Type="http://schemas.openxmlformats.org/officeDocument/2006/relationships/customXml" Target="../ink/ink278.xml"/><Relationship Id="rId19" Type="http://schemas.openxmlformats.org/officeDocument/2006/relationships/customXml" Target="../ink/ink257.xml"/><Relationship Id="rId14" Type="http://schemas.openxmlformats.org/officeDocument/2006/relationships/image" Target="../media/image305.png"/><Relationship Id="rId22" Type="http://schemas.openxmlformats.org/officeDocument/2006/relationships/image" Target="../media/image309.png"/><Relationship Id="rId27" Type="http://schemas.openxmlformats.org/officeDocument/2006/relationships/customXml" Target="../ink/ink261.xml"/><Relationship Id="rId30" Type="http://schemas.openxmlformats.org/officeDocument/2006/relationships/image" Target="../media/image313.png"/><Relationship Id="rId35" Type="http://schemas.openxmlformats.org/officeDocument/2006/relationships/customXml" Target="../ink/ink265.xml"/><Relationship Id="rId43" Type="http://schemas.openxmlformats.org/officeDocument/2006/relationships/customXml" Target="../ink/ink269.xml"/><Relationship Id="rId48" Type="http://schemas.openxmlformats.org/officeDocument/2006/relationships/image" Target="../media/image322.png"/><Relationship Id="rId56" Type="http://schemas.openxmlformats.org/officeDocument/2006/relationships/image" Target="../media/image326.png"/><Relationship Id="rId64" Type="http://schemas.openxmlformats.org/officeDocument/2006/relationships/image" Target="../media/image330.png"/><Relationship Id="rId69" Type="http://schemas.openxmlformats.org/officeDocument/2006/relationships/customXml" Target="../ink/ink282.xml"/><Relationship Id="rId8" Type="http://schemas.openxmlformats.org/officeDocument/2006/relationships/image" Target="../media/image302.png"/><Relationship Id="rId51" Type="http://schemas.openxmlformats.org/officeDocument/2006/relationships/customXml" Target="../ink/ink273.xml"/><Relationship Id="rId72" Type="http://schemas.openxmlformats.org/officeDocument/2006/relationships/image" Target="../media/image334.png"/><Relationship Id="rId3" Type="http://schemas.openxmlformats.org/officeDocument/2006/relationships/image" Target="../media/image300.png"/><Relationship Id="rId12" Type="http://schemas.openxmlformats.org/officeDocument/2006/relationships/image" Target="../media/image304.png"/><Relationship Id="rId17" Type="http://schemas.openxmlformats.org/officeDocument/2006/relationships/customXml" Target="../ink/ink256.xml"/><Relationship Id="rId25" Type="http://schemas.openxmlformats.org/officeDocument/2006/relationships/customXml" Target="../ink/ink260.xml"/><Relationship Id="rId33" Type="http://schemas.openxmlformats.org/officeDocument/2006/relationships/customXml" Target="../ink/ink264.xml"/><Relationship Id="rId38" Type="http://schemas.openxmlformats.org/officeDocument/2006/relationships/image" Target="../media/image317.png"/><Relationship Id="rId46" Type="http://schemas.openxmlformats.org/officeDocument/2006/relationships/image" Target="../media/image321.png"/><Relationship Id="rId59" Type="http://schemas.openxmlformats.org/officeDocument/2006/relationships/customXml" Target="../ink/ink277.xml"/><Relationship Id="rId67" Type="http://schemas.openxmlformats.org/officeDocument/2006/relationships/customXml" Target="../ink/ink281.xml"/><Relationship Id="rId20" Type="http://schemas.openxmlformats.org/officeDocument/2006/relationships/image" Target="../media/image308.png"/><Relationship Id="rId41" Type="http://schemas.openxmlformats.org/officeDocument/2006/relationships/customXml" Target="../ink/ink268.xml"/><Relationship Id="rId54" Type="http://schemas.openxmlformats.org/officeDocument/2006/relationships/image" Target="../media/image325.png"/><Relationship Id="rId62" Type="http://schemas.openxmlformats.org/officeDocument/2006/relationships/image" Target="../media/image329.png"/><Relationship Id="rId70" Type="http://schemas.openxmlformats.org/officeDocument/2006/relationships/image" Target="../media/image333.png"/><Relationship Id="rId75" Type="http://schemas.openxmlformats.org/officeDocument/2006/relationships/customXml" Target="../ink/ink285.xml"/><Relationship Id="rId1" Type="http://schemas.openxmlformats.org/officeDocument/2006/relationships/slideLayout" Target="../slideLayouts/slideLayout155.xml"/><Relationship Id="rId6" Type="http://schemas.openxmlformats.org/officeDocument/2006/relationships/image" Target="../media/image301.png"/><Relationship Id="rId15" Type="http://schemas.openxmlformats.org/officeDocument/2006/relationships/customXml" Target="../ink/ink255.xml"/><Relationship Id="rId23" Type="http://schemas.openxmlformats.org/officeDocument/2006/relationships/customXml" Target="../ink/ink259.xml"/><Relationship Id="rId28" Type="http://schemas.openxmlformats.org/officeDocument/2006/relationships/image" Target="../media/image312.png"/><Relationship Id="rId36" Type="http://schemas.openxmlformats.org/officeDocument/2006/relationships/image" Target="../media/image316.png"/><Relationship Id="rId49" Type="http://schemas.openxmlformats.org/officeDocument/2006/relationships/customXml" Target="../ink/ink272.xml"/><Relationship Id="rId57" Type="http://schemas.openxmlformats.org/officeDocument/2006/relationships/customXml" Target="../ink/ink276.xml"/><Relationship Id="rId10" Type="http://schemas.openxmlformats.org/officeDocument/2006/relationships/image" Target="../media/image303.png"/><Relationship Id="rId31" Type="http://schemas.openxmlformats.org/officeDocument/2006/relationships/customXml" Target="../ink/ink263.xml"/><Relationship Id="rId44" Type="http://schemas.openxmlformats.org/officeDocument/2006/relationships/image" Target="../media/image320.png"/><Relationship Id="rId52" Type="http://schemas.openxmlformats.org/officeDocument/2006/relationships/image" Target="../media/image324.png"/><Relationship Id="rId60" Type="http://schemas.openxmlformats.org/officeDocument/2006/relationships/image" Target="../media/image328.png"/><Relationship Id="rId65" Type="http://schemas.openxmlformats.org/officeDocument/2006/relationships/customXml" Target="../ink/ink280.xml"/><Relationship Id="rId73" Type="http://schemas.openxmlformats.org/officeDocument/2006/relationships/customXml" Target="../ink/ink284.xml"/><Relationship Id="rId4" Type="http://schemas.openxmlformats.org/officeDocument/2006/relationships/image" Target="../media/image820.png"/><Relationship Id="rId9" Type="http://schemas.openxmlformats.org/officeDocument/2006/relationships/customXml" Target="../ink/ink252.xml"/><Relationship Id="rId13" Type="http://schemas.openxmlformats.org/officeDocument/2006/relationships/customXml" Target="../ink/ink254.xml"/><Relationship Id="rId18" Type="http://schemas.openxmlformats.org/officeDocument/2006/relationships/image" Target="../media/image307.png"/><Relationship Id="rId39" Type="http://schemas.openxmlformats.org/officeDocument/2006/relationships/customXml" Target="../ink/ink267.xml"/><Relationship Id="rId34" Type="http://schemas.openxmlformats.org/officeDocument/2006/relationships/image" Target="../media/image315.png"/><Relationship Id="rId50" Type="http://schemas.openxmlformats.org/officeDocument/2006/relationships/image" Target="../media/image323.png"/><Relationship Id="rId55" Type="http://schemas.openxmlformats.org/officeDocument/2006/relationships/customXml" Target="../ink/ink275.xml"/><Relationship Id="rId76" Type="http://schemas.openxmlformats.org/officeDocument/2006/relationships/image" Target="../media/image336.png"/><Relationship Id="rId7" Type="http://schemas.openxmlformats.org/officeDocument/2006/relationships/customXml" Target="../ink/ink251.xml"/><Relationship Id="rId71" Type="http://schemas.openxmlformats.org/officeDocument/2006/relationships/customXml" Target="../ink/ink283.xml"/></Relationships>
</file>

<file path=ppt/slides/_rels/slide40.xml.rels><?xml version="1.0" encoding="UTF-8" standalone="yes"?>
<Relationships xmlns="http://schemas.openxmlformats.org/package/2006/relationships"><Relationship Id="rId3" Type="http://schemas.openxmlformats.org/officeDocument/2006/relationships/image" Target="../media/image338.png"/><Relationship Id="rId2" Type="http://schemas.openxmlformats.org/officeDocument/2006/relationships/image" Target="../media/image337.png"/><Relationship Id="rId1" Type="http://schemas.openxmlformats.org/officeDocument/2006/relationships/slideLayout" Target="../slideLayouts/slideLayout15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42.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9.png"/><Relationship Id="rId1" Type="http://schemas.openxmlformats.org/officeDocument/2006/relationships/slideLayout" Target="../slideLayouts/slideLayout155.xml"/></Relationships>
</file>

<file path=ppt/slides/_rels/slide43.xml.rels><?xml version="1.0" encoding="UTF-8" standalone="yes"?>
<Relationships xmlns="http://schemas.openxmlformats.org/package/2006/relationships"><Relationship Id="rId3" Type="http://schemas.openxmlformats.org/officeDocument/2006/relationships/image" Target="../media/image342.jpeg"/><Relationship Id="rId2" Type="http://schemas.openxmlformats.org/officeDocument/2006/relationships/image" Target="../media/image341.png"/><Relationship Id="rId1" Type="http://schemas.openxmlformats.org/officeDocument/2006/relationships/slideLayout" Target="../slideLayouts/slideLayout155.xml"/><Relationship Id="rId5" Type="http://schemas.openxmlformats.org/officeDocument/2006/relationships/image" Target="../media/image343.wmf"/><Relationship Id="rId4" Type="http://schemas.openxmlformats.org/officeDocument/2006/relationships/oleObject" Target="../embeddings/oleObject1.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45.xml.rels><?xml version="1.0" encoding="UTF-8" standalone="yes"?>
<Relationships xmlns="http://schemas.openxmlformats.org/package/2006/relationships"><Relationship Id="rId2" Type="http://schemas.openxmlformats.org/officeDocument/2006/relationships/image" Target="../media/image800.png"/><Relationship Id="rId1" Type="http://schemas.openxmlformats.org/officeDocument/2006/relationships/slideLayout" Target="../slideLayouts/slideLayout155.xml"/></Relationships>
</file>

<file path=ppt/slides/_rels/slide46.xml.rels><?xml version="1.0" encoding="UTF-8" standalone="yes"?>
<Relationships xmlns="http://schemas.openxmlformats.org/package/2006/relationships"><Relationship Id="rId2" Type="http://schemas.openxmlformats.org/officeDocument/2006/relationships/image" Target="../media/image344.jpeg"/><Relationship Id="rId1" Type="http://schemas.openxmlformats.org/officeDocument/2006/relationships/slideLayout" Target="../slideLayouts/slideLayout155.xml"/></Relationships>
</file>

<file path=ppt/slides/_rels/slide47.xml.rels><?xml version="1.0" encoding="UTF-8" standalone="yes"?>
<Relationships xmlns="http://schemas.openxmlformats.org/package/2006/relationships"><Relationship Id="rId3" Type="http://schemas.openxmlformats.org/officeDocument/2006/relationships/image" Target="../media/image344.jpeg"/><Relationship Id="rId2" Type="http://schemas.openxmlformats.org/officeDocument/2006/relationships/image" Target="../media/image970.png"/><Relationship Id="rId1" Type="http://schemas.openxmlformats.org/officeDocument/2006/relationships/slideLayout" Target="../slideLayouts/slideLayout155.xml"/><Relationship Id="rId5" Type="http://schemas.openxmlformats.org/officeDocument/2006/relationships/image" Target="../media/image990.png"/><Relationship Id="rId4" Type="http://schemas.openxmlformats.org/officeDocument/2006/relationships/image" Target="../media/image3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49.xml.rels><?xml version="1.0" encoding="UTF-8" standalone="yes"?>
<Relationships xmlns="http://schemas.openxmlformats.org/package/2006/relationships"><Relationship Id="rId13" Type="http://schemas.openxmlformats.org/officeDocument/2006/relationships/image" Target="../media/image349.png"/><Relationship Id="rId18" Type="http://schemas.openxmlformats.org/officeDocument/2006/relationships/customXml" Target="../ink/ink292.xml"/><Relationship Id="rId26" Type="http://schemas.openxmlformats.org/officeDocument/2006/relationships/customXml" Target="../ink/ink296.xml"/><Relationship Id="rId39" Type="http://schemas.openxmlformats.org/officeDocument/2006/relationships/image" Target="../media/image364.png"/><Relationship Id="rId21" Type="http://schemas.openxmlformats.org/officeDocument/2006/relationships/image" Target="../media/image353.png"/><Relationship Id="rId34" Type="http://schemas.openxmlformats.org/officeDocument/2006/relationships/customXml" Target="../ink/ink300.xml"/><Relationship Id="rId42" Type="http://schemas.openxmlformats.org/officeDocument/2006/relationships/customXml" Target="../ink/ink304.xml"/><Relationship Id="rId47" Type="http://schemas.openxmlformats.org/officeDocument/2006/relationships/image" Target="../media/image368.png"/><Relationship Id="rId50" Type="http://schemas.openxmlformats.org/officeDocument/2006/relationships/customXml" Target="../ink/ink308.xml"/><Relationship Id="rId55" Type="http://schemas.openxmlformats.org/officeDocument/2006/relationships/image" Target="../media/image372.png"/><Relationship Id="rId7" Type="http://schemas.openxmlformats.org/officeDocument/2006/relationships/image" Target="../media/image346.png"/><Relationship Id="rId2" Type="http://schemas.openxmlformats.org/officeDocument/2006/relationships/image" Target="../media/image1000.png"/><Relationship Id="rId16" Type="http://schemas.openxmlformats.org/officeDocument/2006/relationships/customXml" Target="../ink/ink291.xml"/><Relationship Id="rId29" Type="http://schemas.openxmlformats.org/officeDocument/2006/relationships/image" Target="../media/image357.png"/><Relationship Id="rId11" Type="http://schemas.openxmlformats.org/officeDocument/2006/relationships/image" Target="../media/image348.png"/><Relationship Id="rId24" Type="http://schemas.openxmlformats.org/officeDocument/2006/relationships/customXml" Target="../ink/ink295.xml"/><Relationship Id="rId32" Type="http://schemas.openxmlformats.org/officeDocument/2006/relationships/customXml" Target="../ink/ink299.xml"/><Relationship Id="rId37" Type="http://schemas.openxmlformats.org/officeDocument/2006/relationships/image" Target="../media/image363.png"/><Relationship Id="rId40" Type="http://schemas.openxmlformats.org/officeDocument/2006/relationships/customXml" Target="../ink/ink303.xml"/><Relationship Id="rId45" Type="http://schemas.openxmlformats.org/officeDocument/2006/relationships/image" Target="../media/image367.png"/><Relationship Id="rId53" Type="http://schemas.openxmlformats.org/officeDocument/2006/relationships/image" Target="../media/image371.png"/><Relationship Id="rId5" Type="http://schemas.openxmlformats.org/officeDocument/2006/relationships/image" Target="../media/image1030.png"/><Relationship Id="rId10" Type="http://schemas.openxmlformats.org/officeDocument/2006/relationships/customXml" Target="../ink/ink288.xml"/><Relationship Id="rId19" Type="http://schemas.openxmlformats.org/officeDocument/2006/relationships/image" Target="../media/image352.png"/><Relationship Id="rId31" Type="http://schemas.openxmlformats.org/officeDocument/2006/relationships/image" Target="../media/image358.png"/><Relationship Id="rId44" Type="http://schemas.openxmlformats.org/officeDocument/2006/relationships/customXml" Target="../ink/ink305.xml"/><Relationship Id="rId52" Type="http://schemas.openxmlformats.org/officeDocument/2006/relationships/customXml" Target="../ink/ink309.xml"/><Relationship Id="rId4" Type="http://schemas.openxmlformats.org/officeDocument/2006/relationships/image" Target="../media/image1020.png"/><Relationship Id="rId9" Type="http://schemas.openxmlformats.org/officeDocument/2006/relationships/image" Target="../media/image347.png"/><Relationship Id="rId14" Type="http://schemas.openxmlformats.org/officeDocument/2006/relationships/customXml" Target="../ink/ink290.xml"/><Relationship Id="rId22" Type="http://schemas.openxmlformats.org/officeDocument/2006/relationships/customXml" Target="../ink/ink294.xml"/><Relationship Id="rId27" Type="http://schemas.openxmlformats.org/officeDocument/2006/relationships/image" Target="../media/image356.png"/><Relationship Id="rId30" Type="http://schemas.openxmlformats.org/officeDocument/2006/relationships/customXml" Target="../ink/ink298.xml"/><Relationship Id="rId35" Type="http://schemas.openxmlformats.org/officeDocument/2006/relationships/image" Target="../media/image362.png"/><Relationship Id="rId43" Type="http://schemas.openxmlformats.org/officeDocument/2006/relationships/image" Target="../media/image366.png"/><Relationship Id="rId48" Type="http://schemas.openxmlformats.org/officeDocument/2006/relationships/customXml" Target="../ink/ink307.xml"/><Relationship Id="rId8" Type="http://schemas.openxmlformats.org/officeDocument/2006/relationships/customXml" Target="../ink/ink287.xml"/><Relationship Id="rId51" Type="http://schemas.openxmlformats.org/officeDocument/2006/relationships/image" Target="../media/image370.png"/><Relationship Id="rId3" Type="http://schemas.openxmlformats.org/officeDocument/2006/relationships/image" Target="../media/image1010.png"/><Relationship Id="rId12" Type="http://schemas.openxmlformats.org/officeDocument/2006/relationships/customXml" Target="../ink/ink289.xml"/><Relationship Id="rId17" Type="http://schemas.openxmlformats.org/officeDocument/2006/relationships/image" Target="../media/image351.png"/><Relationship Id="rId25" Type="http://schemas.openxmlformats.org/officeDocument/2006/relationships/image" Target="../media/image355.png"/><Relationship Id="rId33" Type="http://schemas.openxmlformats.org/officeDocument/2006/relationships/image" Target="../media/image359.png"/><Relationship Id="rId38" Type="http://schemas.openxmlformats.org/officeDocument/2006/relationships/customXml" Target="../ink/ink302.xml"/><Relationship Id="rId46" Type="http://schemas.openxmlformats.org/officeDocument/2006/relationships/customXml" Target="../ink/ink306.xml"/><Relationship Id="rId20" Type="http://schemas.openxmlformats.org/officeDocument/2006/relationships/customXml" Target="../ink/ink293.xml"/><Relationship Id="rId41" Type="http://schemas.openxmlformats.org/officeDocument/2006/relationships/image" Target="../media/image365.png"/><Relationship Id="rId54" Type="http://schemas.openxmlformats.org/officeDocument/2006/relationships/customXml" Target="../ink/ink310.xml"/><Relationship Id="rId1" Type="http://schemas.openxmlformats.org/officeDocument/2006/relationships/slideLayout" Target="../slideLayouts/slideLayout155.xml"/><Relationship Id="rId6" Type="http://schemas.openxmlformats.org/officeDocument/2006/relationships/customXml" Target="../ink/ink286.xml"/><Relationship Id="rId15" Type="http://schemas.openxmlformats.org/officeDocument/2006/relationships/image" Target="../media/image350.png"/><Relationship Id="rId23" Type="http://schemas.openxmlformats.org/officeDocument/2006/relationships/image" Target="../media/image354.png"/><Relationship Id="rId28" Type="http://schemas.openxmlformats.org/officeDocument/2006/relationships/customXml" Target="../ink/ink297.xml"/><Relationship Id="rId36" Type="http://schemas.openxmlformats.org/officeDocument/2006/relationships/customXml" Target="../ink/ink301.xml"/><Relationship Id="rId49" Type="http://schemas.openxmlformats.org/officeDocument/2006/relationships/image" Target="../media/image369.png"/></Relationships>
</file>

<file path=ppt/slides/_rels/slide50.xml.rels><?xml version="1.0" encoding="UTF-8" standalone="yes"?>
<Relationships xmlns="http://schemas.openxmlformats.org/package/2006/relationships"><Relationship Id="rId2" Type="http://schemas.openxmlformats.org/officeDocument/2006/relationships/image" Target="../media/image1040.png"/><Relationship Id="rId1" Type="http://schemas.openxmlformats.org/officeDocument/2006/relationships/slideLayout" Target="../slideLayouts/slideLayout155.xml"/></Relationships>
</file>

<file path=ppt/slides/_rels/slide51.xml.rels><?xml version="1.0" encoding="UTF-8" standalone="yes"?>
<Relationships xmlns="http://schemas.openxmlformats.org/package/2006/relationships"><Relationship Id="rId2" Type="http://schemas.openxmlformats.org/officeDocument/2006/relationships/image" Target="../media/image373.png"/><Relationship Id="rId1" Type="http://schemas.openxmlformats.org/officeDocument/2006/relationships/slideLayout" Target="../slideLayouts/slideLayout15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54.xml.rels><?xml version="1.0" encoding="UTF-8" standalone="yes"?>
<Relationships xmlns="http://schemas.openxmlformats.org/package/2006/relationships"><Relationship Id="rId2" Type="http://schemas.openxmlformats.org/officeDocument/2006/relationships/image" Target="../media/image1060.png"/><Relationship Id="rId1" Type="http://schemas.openxmlformats.org/officeDocument/2006/relationships/slideLayout" Target="../slideLayouts/slideLayout155.xml"/></Relationships>
</file>

<file path=ppt/slides/_rels/slide55.xml.rels><?xml version="1.0" encoding="UTF-8" standalone="yes"?>
<Relationships xmlns="http://schemas.openxmlformats.org/package/2006/relationships"><Relationship Id="rId2" Type="http://schemas.openxmlformats.org/officeDocument/2006/relationships/image" Target="../media/image1070.png"/><Relationship Id="rId1" Type="http://schemas.openxmlformats.org/officeDocument/2006/relationships/slideLayout" Target="../slideLayouts/slideLayout1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57.xml.rels><?xml version="1.0" encoding="UTF-8" standalone="yes"?>
<Relationships xmlns="http://schemas.openxmlformats.org/package/2006/relationships"><Relationship Id="rId8" Type="http://schemas.openxmlformats.org/officeDocument/2006/relationships/image" Target="../media/image377.png"/><Relationship Id="rId13" Type="http://schemas.openxmlformats.org/officeDocument/2006/relationships/customXml" Target="../ink/ink316.xml"/><Relationship Id="rId18" Type="http://schemas.openxmlformats.org/officeDocument/2006/relationships/image" Target="../media/image382.png"/><Relationship Id="rId3" Type="http://schemas.openxmlformats.org/officeDocument/2006/relationships/customXml" Target="../ink/ink311.xml"/><Relationship Id="rId7" Type="http://schemas.openxmlformats.org/officeDocument/2006/relationships/customXml" Target="../ink/ink313.xml"/><Relationship Id="rId12" Type="http://schemas.openxmlformats.org/officeDocument/2006/relationships/image" Target="../media/image379.png"/><Relationship Id="rId17" Type="http://schemas.openxmlformats.org/officeDocument/2006/relationships/customXml" Target="../ink/ink318.xml"/><Relationship Id="rId2" Type="http://schemas.openxmlformats.org/officeDocument/2006/relationships/image" Target="../media/image374.png"/><Relationship Id="rId16" Type="http://schemas.openxmlformats.org/officeDocument/2006/relationships/image" Target="../media/image381.png"/><Relationship Id="rId20" Type="http://schemas.openxmlformats.org/officeDocument/2006/relationships/image" Target="../media/image383.png"/><Relationship Id="rId1" Type="http://schemas.openxmlformats.org/officeDocument/2006/relationships/slideLayout" Target="../slideLayouts/slideLayout155.xml"/><Relationship Id="rId6" Type="http://schemas.openxmlformats.org/officeDocument/2006/relationships/image" Target="../media/image376.png"/><Relationship Id="rId11" Type="http://schemas.openxmlformats.org/officeDocument/2006/relationships/customXml" Target="../ink/ink315.xml"/><Relationship Id="rId5" Type="http://schemas.openxmlformats.org/officeDocument/2006/relationships/customXml" Target="../ink/ink312.xml"/><Relationship Id="rId15" Type="http://schemas.openxmlformats.org/officeDocument/2006/relationships/customXml" Target="../ink/ink317.xml"/><Relationship Id="rId10" Type="http://schemas.openxmlformats.org/officeDocument/2006/relationships/image" Target="../media/image378.png"/><Relationship Id="rId19" Type="http://schemas.openxmlformats.org/officeDocument/2006/relationships/customXml" Target="../ink/ink319.xml"/><Relationship Id="rId4" Type="http://schemas.openxmlformats.org/officeDocument/2006/relationships/image" Target="../media/image375.png"/><Relationship Id="rId9" Type="http://schemas.openxmlformats.org/officeDocument/2006/relationships/customXml" Target="../ink/ink314.xml"/><Relationship Id="rId14" Type="http://schemas.openxmlformats.org/officeDocument/2006/relationships/image" Target="../media/image38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59.xml.rels><?xml version="1.0" encoding="UTF-8" standalone="yes"?>
<Relationships xmlns="http://schemas.openxmlformats.org/package/2006/relationships"><Relationship Id="rId2" Type="http://schemas.openxmlformats.org/officeDocument/2006/relationships/image" Target="../media/image384.png"/><Relationship Id="rId1" Type="http://schemas.openxmlformats.org/officeDocument/2006/relationships/slideLayout" Target="../slideLayouts/slideLayout1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61.xml.rels><?xml version="1.0" encoding="UTF-8" standalone="yes"?>
<Relationships xmlns="http://schemas.openxmlformats.org/package/2006/relationships"><Relationship Id="rId3" Type="http://schemas.openxmlformats.org/officeDocument/2006/relationships/image" Target="../media/image385.png"/><Relationship Id="rId2" Type="http://schemas.openxmlformats.org/officeDocument/2006/relationships/image" Target="../media/image491.png"/><Relationship Id="rId1" Type="http://schemas.openxmlformats.org/officeDocument/2006/relationships/slideLayout" Target="../slideLayouts/slideLayout155.xml"/></Relationships>
</file>

<file path=ppt/slides/_rels/slide62.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155.xml"/></Relationships>
</file>

<file path=ppt/slides/_rels/slide63.xml.rels><?xml version="1.0" encoding="UTF-8" standalone="yes"?>
<Relationships xmlns="http://schemas.openxmlformats.org/package/2006/relationships"><Relationship Id="rId2" Type="http://schemas.openxmlformats.org/officeDocument/2006/relationships/image" Target="../media/image373.png"/><Relationship Id="rId1" Type="http://schemas.openxmlformats.org/officeDocument/2006/relationships/slideLayout" Target="../slideLayouts/slideLayout155.xml"/></Relationships>
</file>

<file path=ppt/slides/_rels/slide64.xml.rels><?xml version="1.0" encoding="UTF-8" standalone="yes"?>
<Relationships xmlns="http://schemas.openxmlformats.org/package/2006/relationships"><Relationship Id="rId2" Type="http://schemas.openxmlformats.org/officeDocument/2006/relationships/image" Target="../media/image1110.png"/><Relationship Id="rId1" Type="http://schemas.openxmlformats.org/officeDocument/2006/relationships/slideLayout" Target="../slideLayouts/slideLayout15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69.xml.rels><?xml version="1.0" encoding="UTF-8" standalone="yes"?>
<Relationships xmlns="http://schemas.openxmlformats.org/package/2006/relationships"><Relationship Id="rId3" Type="http://schemas.openxmlformats.org/officeDocument/2006/relationships/image" Target="../media/image387.jpeg"/><Relationship Id="rId2" Type="http://schemas.openxmlformats.org/officeDocument/2006/relationships/image" Target="../media/image386.jpeg"/><Relationship Id="rId1" Type="http://schemas.openxmlformats.org/officeDocument/2006/relationships/slideLayout" Target="../slideLayouts/slideLayout155.xml"/></Relationships>
</file>

<file path=ppt/slides/_rels/slide70.xml.rels><?xml version="1.0" encoding="UTF-8" standalone="yes"?>
<Relationships xmlns="http://schemas.openxmlformats.org/package/2006/relationships"><Relationship Id="rId2" Type="http://schemas.openxmlformats.org/officeDocument/2006/relationships/image" Target="../media/image388.jpeg"/><Relationship Id="rId1" Type="http://schemas.openxmlformats.org/officeDocument/2006/relationships/slideLayout" Target="../slideLayouts/slideLayout155.xml"/></Relationships>
</file>

<file path=ppt/slides/_rels/slide71.xml.rels><?xml version="1.0" encoding="UTF-8" standalone="yes"?>
<Relationships xmlns="http://schemas.openxmlformats.org/package/2006/relationships"><Relationship Id="rId2" Type="http://schemas.openxmlformats.org/officeDocument/2006/relationships/image" Target="../media/image389.jpeg"/><Relationship Id="rId1" Type="http://schemas.openxmlformats.org/officeDocument/2006/relationships/slideLayout" Target="../slideLayouts/slideLayout15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a:extLst>
              <a:ext uri="{FF2B5EF4-FFF2-40B4-BE49-F238E27FC236}">
                <a16:creationId xmlns:a16="http://schemas.microsoft.com/office/drawing/2014/main" id="{99520C1E-7FDD-487A-8FAD-FD1BBC4D63F1}"/>
              </a:ext>
            </a:extLst>
          </p:cNvPr>
          <p:cNvSpPr>
            <a:spLocks noGrp="1"/>
          </p:cNvSpPr>
          <p:nvPr>
            <p:ph type="ctrTitle"/>
          </p:nvPr>
        </p:nvSpPr>
        <p:spPr>
          <a:xfrm>
            <a:off x="4191000" y="2770188"/>
            <a:ext cx="7315199" cy="1344612"/>
          </a:xfrm>
        </p:spPr>
        <p:txBody>
          <a:bodyPr spcFirstLastPara="1" vert="horz" lIns="68569" tIns="34275" rIns="68569" bIns="34275" rtlCol="0" anchor="ctr">
            <a:noAutofit/>
          </a:bodyPr>
          <a:lstStyle/>
          <a:p>
            <a:pPr algn="ctr">
              <a:spcBef>
                <a:spcPct val="0"/>
              </a:spcBef>
              <a:spcAft>
                <a:spcPct val="0"/>
              </a:spcAft>
              <a:buClr>
                <a:srgbClr val="FFFFFF"/>
              </a:buClr>
            </a:pPr>
            <a:r>
              <a:rPr lang="en-US" altLang="x-none" sz="4000" dirty="0">
                <a:solidFill>
                  <a:srgbClr val="FFFFFF"/>
                </a:solidFill>
                <a:latin typeface="+mn-lt"/>
              </a:rPr>
              <a:t>Introduction to Statistical Methods(ISM)</a:t>
            </a:r>
            <a:endParaRPr lang="x-none" altLang="x-none" sz="4000" dirty="0">
              <a:solidFill>
                <a:srgbClr val="FF0000"/>
              </a:solidFill>
              <a:latin typeface="+mn-lt"/>
            </a:endParaRPr>
          </a:p>
        </p:txBody>
      </p:sp>
    </p:spTree>
    <p:extLst>
      <p:ext uri="{BB962C8B-B14F-4D97-AF65-F5344CB8AC3E}">
        <p14:creationId xmlns:p14="http://schemas.microsoft.com/office/powerpoint/2010/main" val="2462887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609600" y="2743200"/>
            <a:ext cx="10591800" cy="2133600"/>
          </a:xfrm>
        </p:spPr>
        <p:txBody>
          <a:bodyPr>
            <a:normAutofit/>
          </a:bodyPr>
          <a:lstStyle/>
          <a:p>
            <a:pPr algn="ctr">
              <a:lnSpc>
                <a:spcPct val="100000"/>
              </a:lnSpc>
              <a:spcBef>
                <a:spcPct val="0"/>
              </a:spcBef>
              <a:defRPr/>
            </a:pPr>
            <a:r>
              <a:rPr lang="en-US" sz="3600" b="1" dirty="0">
                <a:solidFill>
                  <a:schemeClr val="tx1"/>
                </a:solidFill>
                <a:latin typeface="Arial" charset="0"/>
                <a:cs typeface="Arial" charset="0"/>
              </a:rPr>
              <a:t>Session 9</a:t>
            </a:r>
          </a:p>
          <a:p>
            <a:pPr algn="ctr">
              <a:lnSpc>
                <a:spcPct val="100000"/>
              </a:lnSpc>
              <a:spcBef>
                <a:spcPct val="0"/>
              </a:spcBef>
              <a:defRPr/>
            </a:pPr>
            <a:r>
              <a:rPr lang="en-US" sz="2300" b="1" dirty="0">
                <a:solidFill>
                  <a:schemeClr val="tx1"/>
                </a:solidFill>
                <a:latin typeface="Calibri body"/>
                <a:cs typeface="Arial" charset="0"/>
              </a:rPr>
              <a:t>(04</a:t>
            </a:r>
            <a:r>
              <a:rPr lang="en-US" sz="2300" b="1" baseline="30000" dirty="0">
                <a:solidFill>
                  <a:schemeClr val="tx1"/>
                </a:solidFill>
                <a:latin typeface="Calibri body"/>
                <a:cs typeface="Arial" charset="0"/>
              </a:rPr>
              <a:t>th</a:t>
            </a:r>
            <a:r>
              <a:rPr lang="en-US" sz="2300" b="1" dirty="0">
                <a:solidFill>
                  <a:schemeClr val="tx1"/>
                </a:solidFill>
                <a:latin typeface="Calibri body"/>
                <a:cs typeface="Arial" charset="0"/>
              </a:rPr>
              <a:t> July 2026)</a:t>
            </a:r>
          </a:p>
          <a:p>
            <a:pPr algn="ctr">
              <a:lnSpc>
                <a:spcPct val="100000"/>
              </a:lnSpc>
              <a:spcBef>
                <a:spcPct val="0"/>
              </a:spcBef>
              <a:defRPr/>
            </a:pPr>
            <a:r>
              <a:rPr lang="en-IN" sz="4000" b="1" dirty="0">
                <a:solidFill>
                  <a:schemeClr val="tx1"/>
                </a:solidFill>
                <a:latin typeface="+mn-lt"/>
              </a:rPr>
              <a:t>Testing of Hypothesis</a:t>
            </a:r>
            <a:endParaRPr lang="en-IN" sz="4000" dirty="0"/>
          </a:p>
        </p:txBody>
      </p:sp>
    </p:spTree>
    <p:extLst>
      <p:ext uri="{BB962C8B-B14F-4D97-AF65-F5344CB8AC3E}">
        <p14:creationId xmlns:p14="http://schemas.microsoft.com/office/powerpoint/2010/main" val="3109003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0F03A-635E-45FB-92FB-E0E0EB52F57A}"/>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Agenda</a:t>
            </a:r>
            <a:br>
              <a:rPr lang="en-GB" dirty="0">
                <a:latin typeface="Times New Roman" panose="02020603050405020304" pitchFamily="18" charset="0"/>
                <a:cs typeface="Times New Roman" panose="02020603050405020304" pitchFamily="18" charset="0"/>
              </a:rPr>
            </a:br>
            <a:endParaRPr lang="en-IN" dirty="0"/>
          </a:p>
        </p:txBody>
      </p:sp>
      <p:sp>
        <p:nvSpPr>
          <p:cNvPr id="3" name="Text Placeholder 2">
            <a:extLst>
              <a:ext uri="{FF2B5EF4-FFF2-40B4-BE49-F238E27FC236}">
                <a16:creationId xmlns:a16="http://schemas.microsoft.com/office/drawing/2014/main" id="{C5EA364F-ECCB-4122-9B97-CEF3C5CA7311}"/>
              </a:ext>
            </a:extLst>
          </p:cNvPr>
          <p:cNvSpPr>
            <a:spLocks noGrp="1"/>
          </p:cNvSpPr>
          <p:nvPr>
            <p:ph type="body" sz="quarter" idx="13"/>
          </p:nvPr>
        </p:nvSpPr>
        <p:spPr>
          <a:xfrm>
            <a:off x="857739" y="1299883"/>
            <a:ext cx="10160000" cy="1595718"/>
          </a:xfrm>
        </p:spPr>
        <p:txBody>
          <a:bodyPr/>
          <a:lstStyle/>
          <a:p>
            <a:pPr>
              <a:buFont typeface="Wingdings" panose="05000000000000000000" pitchFamily="2" charset="2"/>
              <a:buChar char="q"/>
            </a:pPr>
            <a:r>
              <a:rPr lang="en-IN" sz="2800" kern="50" dirty="0">
                <a:latin typeface="+mn-lt"/>
                <a:ea typeface="Ubuntu" panose="020B0504030602030204" pitchFamily="34" charset="0"/>
              </a:rPr>
              <a:t>Testing of Hypothesis  based on mean</a:t>
            </a:r>
          </a:p>
          <a:p>
            <a:pPr>
              <a:buFont typeface="Wingdings" panose="05000000000000000000" pitchFamily="2" charset="2"/>
              <a:buChar char="q"/>
            </a:pPr>
            <a:r>
              <a:rPr lang="en-IN" sz="2800" kern="50" dirty="0">
                <a:latin typeface="+mn-lt"/>
                <a:ea typeface="Ubuntu" panose="020B0504030602030204" pitchFamily="34" charset="0"/>
              </a:rPr>
              <a:t>Testing of Hypothesis  based on Proportion</a:t>
            </a:r>
          </a:p>
          <a:p>
            <a:pPr>
              <a:buFont typeface="Wingdings" panose="05000000000000000000" pitchFamily="2" charset="2"/>
              <a:buChar char="q"/>
            </a:pPr>
            <a:r>
              <a:rPr lang="en-IN" sz="2800" kern="50" dirty="0">
                <a:latin typeface="+mn-lt"/>
                <a:ea typeface="Ubuntu" panose="020B0504030602030204" pitchFamily="34" charset="0"/>
              </a:rPr>
              <a:t>Chi-square test</a:t>
            </a:r>
          </a:p>
          <a:p>
            <a:pPr marL="0" indent="0">
              <a:buNone/>
            </a:pPr>
            <a:endParaRPr lang="en-IN" dirty="0"/>
          </a:p>
        </p:txBody>
      </p:sp>
    </p:spTree>
    <p:extLst>
      <p:ext uri="{BB962C8B-B14F-4D97-AF65-F5344CB8AC3E}">
        <p14:creationId xmlns:p14="http://schemas.microsoft.com/office/powerpoint/2010/main" val="1416923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9F4A-7CF5-38A0-0AFD-AEA0818DD15E}"/>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1BC98D36-61F4-6D23-BD22-1F4DB5777E69}"/>
              </a:ext>
            </a:extLst>
          </p:cNvPr>
          <p:cNvSpPr>
            <a:spLocks noGrp="1" noChangeArrowheads="1"/>
          </p:cNvSpPr>
          <p:nvPr>
            <p:ph type="title"/>
          </p:nvPr>
        </p:nvSpPr>
        <p:spPr bwMode="auto">
          <a:xfrm>
            <a:off x="838200" y="160338"/>
            <a:ext cx="93218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a:lstStyle>
          <a:p>
            <a:r>
              <a:rPr lang="en-US" dirty="0">
                <a:solidFill>
                  <a:schemeClr val="bg1"/>
                </a:solidFill>
              </a:rPr>
              <a:t>Need for Testing of Hypothesis</a:t>
            </a:r>
            <a:endParaRPr lang="en-IN" dirty="0">
              <a:solidFill>
                <a:schemeClr val="bg1"/>
              </a:solidFill>
            </a:endParaRPr>
          </a:p>
        </p:txBody>
      </p:sp>
      <p:sp>
        <p:nvSpPr>
          <p:cNvPr id="6" name="Rectangle 3">
            <a:extLst>
              <a:ext uri="{FF2B5EF4-FFF2-40B4-BE49-F238E27FC236}">
                <a16:creationId xmlns:a16="http://schemas.microsoft.com/office/drawing/2014/main" id="{8AD3E161-A0FB-82D6-FEB7-AE34324C4181}"/>
              </a:ext>
            </a:extLst>
          </p:cNvPr>
          <p:cNvSpPr>
            <a:spLocks noGrp="1" noChangeArrowheads="1"/>
          </p:cNvSpPr>
          <p:nvPr>
            <p:ph type="body" sz="quarter" idx="13"/>
          </p:nvPr>
        </p:nvSpPr>
        <p:spPr>
          <a:xfrm>
            <a:off x="572655" y="1143001"/>
            <a:ext cx="10628745" cy="3505200"/>
          </a:xfrm>
        </p:spPr>
        <p:txBody>
          <a:bodyPr>
            <a:noAutofit/>
          </a:bodyPr>
          <a:lstStyle/>
          <a:p>
            <a:pPr algn="just">
              <a:lnSpc>
                <a:spcPct val="150000"/>
              </a:lnSpc>
              <a:spcBef>
                <a:spcPts val="0"/>
              </a:spcBef>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a:t>
            </a:r>
            <a:r>
              <a:rPr lang="en-IN" sz="2400" dirty="0">
                <a:latin typeface="+mn-lt"/>
              </a:rPr>
              <a:t>Validate Assumptions: </a:t>
            </a:r>
            <a:r>
              <a:rPr lang="en-US" sz="2400" dirty="0">
                <a:latin typeface="+mn-lt"/>
              </a:rPr>
              <a:t>To check whether the assumptions made about a population or process are statistically valid.</a:t>
            </a:r>
          </a:p>
          <a:p>
            <a:pPr algn="just">
              <a:lnSpc>
                <a:spcPct val="150000"/>
              </a:lnSpc>
              <a:spcBef>
                <a:spcPts val="0"/>
              </a:spcBef>
              <a:buFont typeface="Wingdings" panose="05000000000000000000" pitchFamily="2" charset="2"/>
              <a:buChar char="Ø"/>
            </a:pPr>
            <a:r>
              <a:rPr lang="en-IN" sz="2400" dirty="0">
                <a:latin typeface="+mn-lt"/>
              </a:rPr>
              <a:t>Support Decision-Making: </a:t>
            </a:r>
            <a:r>
              <a:rPr lang="en-US" sz="2400" dirty="0">
                <a:latin typeface="+mn-lt"/>
              </a:rPr>
              <a:t>Helps in making objective decisions based on data rather than intuition or guesswork.</a:t>
            </a:r>
          </a:p>
          <a:p>
            <a:pPr algn="just">
              <a:lnSpc>
                <a:spcPct val="150000"/>
              </a:lnSpc>
              <a:spcBef>
                <a:spcPts val="0"/>
              </a:spcBef>
              <a:buFont typeface="Wingdings" panose="05000000000000000000" pitchFamily="2" charset="2"/>
              <a:buChar char="Ø"/>
            </a:pPr>
            <a:r>
              <a:rPr lang="en-IN" sz="2400" dirty="0">
                <a:latin typeface="+mn-lt"/>
              </a:rPr>
              <a:t>Determine Statistical Significance: </a:t>
            </a:r>
            <a:r>
              <a:rPr lang="en-US" sz="2400" dirty="0">
                <a:latin typeface="+mn-lt"/>
              </a:rPr>
              <a:t>Evaluates whether the observed effect or relationship is due to chance or is statistically significant.</a:t>
            </a:r>
          </a:p>
          <a:p>
            <a:pPr marL="0" indent="0" algn="just">
              <a:lnSpc>
                <a:spcPct val="150000"/>
              </a:lnSpc>
              <a:spcBef>
                <a:spcPts val="0"/>
              </a:spcBef>
              <a:buNone/>
            </a:pPr>
            <a:endParaRPr lang="en-IN" sz="2400" dirty="0">
              <a:latin typeface="+mn-lt"/>
            </a:endParaRPr>
          </a:p>
          <a:p>
            <a:pPr marL="0" indent="0" algn="just">
              <a:lnSpc>
                <a:spcPct val="150000"/>
              </a:lnSpc>
              <a:spcBef>
                <a:spcPts val="0"/>
              </a:spcBef>
              <a:buNone/>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996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C4DD0-1D69-FB73-67FA-A2707A8B9775}"/>
            </a:ext>
          </a:extLst>
        </p:cNvPr>
        <p:cNvGrpSpPr/>
        <p:nvPr/>
      </p:nvGrpSpPr>
      <p:grpSpPr>
        <a:xfrm>
          <a:off x="0" y="0"/>
          <a:ext cx="0" cy="0"/>
          <a:chOff x="0" y="0"/>
          <a:chExt cx="0" cy="0"/>
        </a:xfrm>
      </p:grpSpPr>
      <p:sp>
        <p:nvSpPr>
          <p:cNvPr id="1048606" name="Content Placeholder 2">
            <a:extLst>
              <a:ext uri="{FF2B5EF4-FFF2-40B4-BE49-F238E27FC236}">
                <a16:creationId xmlns:a16="http://schemas.microsoft.com/office/drawing/2014/main" id="{5EFE79BD-27A6-75F8-0F78-D2423CBD206D}"/>
              </a:ext>
            </a:extLst>
          </p:cNvPr>
          <p:cNvSpPr>
            <a:spLocks noGrp="1"/>
          </p:cNvSpPr>
          <p:nvPr>
            <p:ph type="body" sz="quarter" idx="13"/>
          </p:nvPr>
        </p:nvSpPr>
        <p:spPr/>
        <p:txBody>
          <a:bodyPr>
            <a:noAutofit/>
          </a:bodyPr>
          <a:lstStyle/>
          <a:p>
            <a:endParaRPr lang="en-US" altLang="zh-CN" sz="3810" dirty="0">
              <a:solidFill>
                <a:srgbClr val="FF0000"/>
              </a:solidFill>
              <a:ea typeface="WenQuanYi Micro Hei"/>
              <a:cs typeface="Times New Roman" panose="02020603050405020304" pitchFamily="18" charset="0"/>
            </a:endParaRPr>
          </a:p>
          <a:p>
            <a:r>
              <a:rPr lang="en-US" altLang="zh-CN" sz="3810" dirty="0">
                <a:solidFill>
                  <a:srgbClr val="FF0000"/>
                </a:solidFill>
                <a:cs typeface="Times New Roman" panose="02020603050405020304" pitchFamily="18" charset="0"/>
              </a:rPr>
              <a:t>Types of statistical test</a:t>
            </a:r>
            <a:endParaRPr lang="en-US" altLang="zh-CN" sz="3810" dirty="0">
              <a:solidFill>
                <a:srgbClr val="FF0000"/>
              </a:solidFill>
            </a:endParaRPr>
          </a:p>
          <a:p>
            <a:endParaRPr lang="en-US" sz="3810" dirty="0"/>
          </a:p>
        </p:txBody>
      </p:sp>
      <p:grpSp>
        <p:nvGrpSpPr>
          <p:cNvPr id="2" name="Group 1">
            <a:extLst>
              <a:ext uri="{FF2B5EF4-FFF2-40B4-BE49-F238E27FC236}">
                <a16:creationId xmlns:a16="http://schemas.microsoft.com/office/drawing/2014/main" id="{73DB0704-46F9-F3C7-9DAC-CA7EE414465F}"/>
              </a:ext>
            </a:extLst>
          </p:cNvPr>
          <p:cNvGrpSpPr/>
          <p:nvPr/>
        </p:nvGrpSpPr>
        <p:grpSpPr>
          <a:xfrm>
            <a:off x="594755" y="1049790"/>
            <a:ext cx="11051978" cy="1972386"/>
            <a:chOff x="241300" y="2191661"/>
            <a:chExt cx="7086600" cy="2104219"/>
          </a:xfrm>
        </p:grpSpPr>
        <p:sp>
          <p:nvSpPr>
            <p:cNvPr id="3" name="Vertical Scroll 25">
              <a:extLst>
                <a:ext uri="{FF2B5EF4-FFF2-40B4-BE49-F238E27FC236}">
                  <a16:creationId xmlns:a16="http://schemas.microsoft.com/office/drawing/2014/main" id="{B4C22E9D-B0F3-7B66-50CC-7373154E1546}"/>
                </a:ext>
              </a:extLst>
            </p:cNvPr>
            <p:cNvSpPr/>
            <p:nvPr/>
          </p:nvSpPr>
          <p:spPr>
            <a:xfrm>
              <a:off x="241300" y="2191661"/>
              <a:ext cx="7086600" cy="2104219"/>
            </a:xfrm>
            <a:prstGeom prst="verticalScroll">
              <a:avLst/>
            </a:prstGeom>
            <a:solidFill>
              <a:schemeClr val="accent2">
                <a:lumMod val="40000"/>
                <a:lumOff val="6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117" b="0" i="0" u="none" strike="noStrike" kern="1200" cap="none" spc="0" normalizeH="0" baseline="0" noProof="0">
                <a:ln>
                  <a:noFill/>
                </a:ln>
                <a:solidFill>
                  <a:prstClr val="white"/>
                </a:solidFill>
                <a:effectLst/>
                <a:uLnTx/>
                <a:uFillTx/>
                <a:latin typeface="Helvetica Neue"/>
                <a:ea typeface="+mn-ea"/>
                <a:cs typeface="+mn-cs"/>
              </a:endParaRPr>
            </a:p>
          </p:txBody>
        </p:sp>
        <p:sp>
          <p:nvSpPr>
            <p:cNvPr id="4" name="Round Diagonal Corner Rectangle 26">
              <a:extLst>
                <a:ext uri="{FF2B5EF4-FFF2-40B4-BE49-F238E27FC236}">
                  <a16:creationId xmlns:a16="http://schemas.microsoft.com/office/drawing/2014/main" id="{9AA70E10-745B-073E-004C-B94DDE3D7241}"/>
                </a:ext>
              </a:extLst>
            </p:cNvPr>
            <p:cNvSpPr/>
            <p:nvPr/>
          </p:nvSpPr>
          <p:spPr>
            <a:xfrm>
              <a:off x="630676" y="2580993"/>
              <a:ext cx="6323095" cy="1428290"/>
            </a:xfrm>
            <a:prstGeom prst="round2DiagRect">
              <a:avLst>
                <a:gd name="adj1" fmla="val 0"/>
                <a:gd name="adj2" fmla="val 0"/>
              </a:avLst>
            </a:prstGeom>
            <a:solidFill>
              <a:srgbClr val="F1F8EC"/>
            </a:soli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3464"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5" name="Title 2">
            <a:extLst>
              <a:ext uri="{FF2B5EF4-FFF2-40B4-BE49-F238E27FC236}">
                <a16:creationId xmlns:a16="http://schemas.microsoft.com/office/drawing/2014/main" id="{280D5128-613A-1443-2B29-6962430C9F87}"/>
              </a:ext>
            </a:extLst>
          </p:cNvPr>
          <p:cNvSpPr txBox="1">
            <a:spLocks/>
          </p:cNvSpPr>
          <p:nvPr/>
        </p:nvSpPr>
        <p:spPr>
          <a:xfrm>
            <a:off x="1202010" y="1414730"/>
            <a:ext cx="9861246" cy="1324666"/>
          </a:xfrm>
          <a:prstGeom prst="rect">
            <a:avLst/>
          </a:prstGeom>
          <a:no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en-US" sz="3117" b="1" i="0" u="none" strike="noStrike" kern="1200" cap="none" spc="0" normalizeH="0" baseline="0" noProof="0" dirty="0">
                <a:ln>
                  <a:noFill/>
                </a:ln>
                <a:solidFill>
                  <a:prstClr val="black"/>
                </a:solidFill>
                <a:effectLst/>
                <a:uLnTx/>
                <a:uFillTx/>
                <a:latin typeface="Helvetica Neue"/>
                <a:ea typeface="+mj-ea"/>
                <a:cs typeface="Helvetica" panose="020B0604020202020204" pitchFamily="34" charset="0"/>
              </a:rPr>
              <a:t>A statistical rule which decides whether to accept or reject the null hypothesis on the basis of data</a:t>
            </a:r>
            <a:endParaRPr kumimoji="0" lang="en-US" sz="3117" b="1" i="0" u="none" strike="noStrike" kern="1200" cap="none" spc="0" normalizeH="0" baseline="0" noProof="0" dirty="0">
              <a:ln>
                <a:noFill/>
              </a:ln>
              <a:solidFill>
                <a:srgbClr val="0000FF"/>
              </a:solidFill>
              <a:effectLst/>
              <a:uLnTx/>
              <a:uFillTx/>
              <a:latin typeface="Helvetica Neue"/>
              <a:ea typeface="+mj-ea"/>
              <a:cs typeface="Helvetica" panose="020B0604020202020204" pitchFamily="34" charset="0"/>
            </a:endParaRPr>
          </a:p>
        </p:txBody>
      </p:sp>
      <p:sp>
        <p:nvSpPr>
          <p:cNvPr id="6" name="Round Diagonal Corner Rectangle 28">
            <a:extLst>
              <a:ext uri="{FF2B5EF4-FFF2-40B4-BE49-F238E27FC236}">
                <a16:creationId xmlns:a16="http://schemas.microsoft.com/office/drawing/2014/main" id="{0977C5FA-AFC0-5E46-FA04-4B6860A5C775}"/>
              </a:ext>
            </a:extLst>
          </p:cNvPr>
          <p:cNvSpPr/>
          <p:nvPr/>
        </p:nvSpPr>
        <p:spPr>
          <a:xfrm>
            <a:off x="594755" y="4575015"/>
            <a:ext cx="5241656" cy="1444627"/>
          </a:xfrm>
          <a:prstGeom prst="round2DiagRect">
            <a:avLst>
              <a:gd name="adj1" fmla="val 0"/>
              <a:gd name="adj2" fmla="val 0"/>
            </a:avLst>
          </a:prstGeom>
          <a:solidFill>
            <a:schemeClr val="bg1"/>
          </a:soli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117"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Based on the assumption of some probability distribution </a:t>
            </a:r>
            <a:endParaRPr kumimoji="0" lang="en-US" sz="3117"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nvGrpSpPr>
          <p:cNvPr id="7" name="Group 6">
            <a:extLst>
              <a:ext uri="{FF2B5EF4-FFF2-40B4-BE49-F238E27FC236}">
                <a16:creationId xmlns:a16="http://schemas.microsoft.com/office/drawing/2014/main" id="{530A3B5A-92A7-C814-D590-6AA36B132B03}"/>
              </a:ext>
            </a:extLst>
          </p:cNvPr>
          <p:cNvGrpSpPr/>
          <p:nvPr/>
        </p:nvGrpSpPr>
        <p:grpSpPr>
          <a:xfrm>
            <a:off x="809196" y="3652642"/>
            <a:ext cx="4773502" cy="738562"/>
            <a:chOff x="895804" y="4766722"/>
            <a:chExt cx="3032375" cy="852937"/>
          </a:xfrm>
        </p:grpSpPr>
        <p:sp>
          <p:nvSpPr>
            <p:cNvPr id="8" name="Rectangle 7">
              <a:extLst>
                <a:ext uri="{FF2B5EF4-FFF2-40B4-BE49-F238E27FC236}">
                  <a16:creationId xmlns:a16="http://schemas.microsoft.com/office/drawing/2014/main" id="{EF6D3C3B-8A9E-EE29-976B-BF56346F9BCC}"/>
                </a:ext>
              </a:extLst>
            </p:cNvPr>
            <p:cNvSpPr/>
            <p:nvPr/>
          </p:nvSpPr>
          <p:spPr>
            <a:xfrm>
              <a:off x="983179" y="4766722"/>
              <a:ext cx="2936607" cy="852937"/>
            </a:xfrm>
            <a:prstGeom prst="rect">
              <a:avLst/>
            </a:prstGeom>
            <a:solidFill>
              <a:schemeClr val="accent3">
                <a:lumMod val="20000"/>
                <a:lumOff val="80000"/>
              </a:schemeClr>
            </a:solidFill>
            <a:ln>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117" b="0" i="0" u="none" strike="noStrike" kern="1200" cap="none" spc="0" normalizeH="0" baseline="0" noProof="0" dirty="0">
                <a:ln>
                  <a:noFill/>
                </a:ln>
                <a:solidFill>
                  <a:prstClr val="white"/>
                </a:solidFill>
                <a:effectLst/>
                <a:uLnTx/>
                <a:uFillTx/>
                <a:latin typeface="Helvetica Neue"/>
                <a:ea typeface="+mn-ea"/>
                <a:cs typeface="+mn-cs"/>
              </a:endParaRPr>
            </a:p>
          </p:txBody>
        </p:sp>
        <p:sp>
          <p:nvSpPr>
            <p:cNvPr id="9" name="TextBox 8">
              <a:extLst>
                <a:ext uri="{FF2B5EF4-FFF2-40B4-BE49-F238E27FC236}">
                  <a16:creationId xmlns:a16="http://schemas.microsoft.com/office/drawing/2014/main" id="{3DBD2D73-D91F-6D22-13C3-EAEE60B0B039}"/>
                </a:ext>
              </a:extLst>
            </p:cNvPr>
            <p:cNvSpPr txBox="1"/>
            <p:nvPr/>
          </p:nvSpPr>
          <p:spPr>
            <a:xfrm>
              <a:off x="895804" y="4900801"/>
              <a:ext cx="3032375" cy="6605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117"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Parametric tests</a:t>
              </a:r>
              <a:endParaRPr kumimoji="0" lang="en-US" sz="3117"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10" name="Left Arrow 32">
            <a:extLst>
              <a:ext uri="{FF2B5EF4-FFF2-40B4-BE49-F238E27FC236}">
                <a16:creationId xmlns:a16="http://schemas.microsoft.com/office/drawing/2014/main" id="{A55900A1-09B8-8466-4FDB-DB8699D2CE80}"/>
              </a:ext>
            </a:extLst>
          </p:cNvPr>
          <p:cNvSpPr/>
          <p:nvPr/>
        </p:nvSpPr>
        <p:spPr>
          <a:xfrm rot="16200000">
            <a:off x="2958466" y="3107526"/>
            <a:ext cx="476017" cy="452512"/>
          </a:xfrm>
          <a:prstGeom prst="leftArrow">
            <a:avLst/>
          </a:prstGeom>
          <a:solidFill>
            <a:srgbClr val="9DDCDF"/>
          </a:solidFill>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59" b="0" i="0" u="none" strike="noStrike" kern="1200" cap="none" spc="0" normalizeH="0" baseline="0" noProof="0">
              <a:ln>
                <a:noFill/>
              </a:ln>
              <a:solidFill>
                <a:prstClr val="white"/>
              </a:solidFill>
              <a:effectLst/>
              <a:uLnTx/>
              <a:uFillTx/>
              <a:latin typeface="Helvetica Neue"/>
              <a:ea typeface="+mn-ea"/>
              <a:cs typeface="+mn-cs"/>
            </a:endParaRPr>
          </a:p>
        </p:txBody>
      </p:sp>
      <p:sp>
        <p:nvSpPr>
          <p:cNvPr id="11" name="Round Diagonal Corner Rectangle 33">
            <a:extLst>
              <a:ext uri="{FF2B5EF4-FFF2-40B4-BE49-F238E27FC236}">
                <a16:creationId xmlns:a16="http://schemas.microsoft.com/office/drawing/2014/main" id="{91734E25-90EA-A715-295C-2E0371A22304}"/>
              </a:ext>
            </a:extLst>
          </p:cNvPr>
          <p:cNvSpPr/>
          <p:nvPr/>
        </p:nvSpPr>
        <p:spPr>
          <a:xfrm>
            <a:off x="6698085" y="4575016"/>
            <a:ext cx="4480640" cy="1444626"/>
          </a:xfrm>
          <a:prstGeom prst="round2DiagRect">
            <a:avLst>
              <a:gd name="adj1" fmla="val 0"/>
              <a:gd name="adj2" fmla="val 0"/>
            </a:avLst>
          </a:prstGeom>
          <a:solidFill>
            <a:schemeClr val="bg1"/>
          </a:soli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Not based on any assumption of  probability distribution </a:t>
            </a:r>
            <a:endPar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nvGrpSpPr>
          <p:cNvPr id="12" name="Group 11">
            <a:extLst>
              <a:ext uri="{FF2B5EF4-FFF2-40B4-BE49-F238E27FC236}">
                <a16:creationId xmlns:a16="http://schemas.microsoft.com/office/drawing/2014/main" id="{1485FD49-1B9D-3FC4-1F7E-AB56B78FF21D}"/>
              </a:ext>
            </a:extLst>
          </p:cNvPr>
          <p:cNvGrpSpPr/>
          <p:nvPr/>
        </p:nvGrpSpPr>
        <p:grpSpPr>
          <a:xfrm>
            <a:off x="6644903" y="3674664"/>
            <a:ext cx="4635958" cy="692608"/>
            <a:chOff x="3309646" y="4759523"/>
            <a:chExt cx="5290154" cy="799866"/>
          </a:xfrm>
        </p:grpSpPr>
        <p:sp>
          <p:nvSpPr>
            <p:cNvPr id="13" name="Rectangle 12">
              <a:extLst>
                <a:ext uri="{FF2B5EF4-FFF2-40B4-BE49-F238E27FC236}">
                  <a16:creationId xmlns:a16="http://schemas.microsoft.com/office/drawing/2014/main" id="{FD5873CE-86A4-4906-9F29-AD1F839108B4}"/>
                </a:ext>
              </a:extLst>
            </p:cNvPr>
            <p:cNvSpPr/>
            <p:nvPr/>
          </p:nvSpPr>
          <p:spPr>
            <a:xfrm>
              <a:off x="3309646" y="4759523"/>
              <a:ext cx="5290154" cy="799866"/>
            </a:xfrm>
            <a:prstGeom prst="rect">
              <a:avLst/>
            </a:prstGeom>
            <a:solidFill>
              <a:schemeClr val="accent3">
                <a:lumMod val="20000"/>
                <a:lumOff val="80000"/>
              </a:schemeClr>
            </a:solidFill>
            <a:ln>
              <a:solidFill>
                <a:schemeClr val="tx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771" b="0" i="0" u="none" strike="noStrike" kern="1200" cap="none" spc="0" normalizeH="0" baseline="0" noProof="0">
                <a:ln>
                  <a:noFill/>
                </a:ln>
                <a:solidFill>
                  <a:prstClr val="white"/>
                </a:solidFill>
                <a:effectLst/>
                <a:uLnTx/>
                <a:uFillTx/>
                <a:latin typeface="Helvetica Neue"/>
                <a:ea typeface="+mn-ea"/>
                <a:cs typeface="+mn-cs"/>
              </a:endParaRPr>
            </a:p>
          </p:txBody>
        </p:sp>
        <p:sp>
          <p:nvSpPr>
            <p:cNvPr id="14" name="TextBox 13">
              <a:extLst>
                <a:ext uri="{FF2B5EF4-FFF2-40B4-BE49-F238E27FC236}">
                  <a16:creationId xmlns:a16="http://schemas.microsoft.com/office/drawing/2014/main" id="{C8C472B6-D777-906A-9A97-33D30E8C58C3}"/>
                </a:ext>
              </a:extLst>
            </p:cNvPr>
            <p:cNvSpPr txBox="1"/>
            <p:nvPr/>
          </p:nvSpPr>
          <p:spPr>
            <a:xfrm>
              <a:off x="3514786" y="4804822"/>
              <a:ext cx="4905313" cy="6605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117" b="1" i="0" u="none" strike="noStrike" kern="1200" cap="none" spc="0" normalizeH="0" baseline="0" noProof="0" dirty="0">
                  <a:ln>
                    <a:noFill/>
                  </a:ln>
                  <a:solidFill>
                    <a:prstClr val="black"/>
                  </a:solidFill>
                  <a:effectLst/>
                  <a:uLnTx/>
                  <a:uFillTx/>
                  <a:latin typeface="Helvetica Neue"/>
                  <a:ea typeface="+mn-ea"/>
                  <a:cs typeface="Times New Roman" pitchFamily="18" charset="0"/>
                </a:rPr>
                <a:t>Non-parametric tests</a:t>
              </a:r>
              <a:endParaRPr kumimoji="0" lang="en-US" sz="3117"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15" name="Left Arrow 37">
            <a:extLst>
              <a:ext uri="{FF2B5EF4-FFF2-40B4-BE49-F238E27FC236}">
                <a16:creationId xmlns:a16="http://schemas.microsoft.com/office/drawing/2014/main" id="{CA62D7D5-292F-AA61-727E-5EF7808ADCBB}"/>
              </a:ext>
            </a:extLst>
          </p:cNvPr>
          <p:cNvSpPr/>
          <p:nvPr/>
        </p:nvSpPr>
        <p:spPr>
          <a:xfrm rot="16200000">
            <a:off x="8715392" y="3125914"/>
            <a:ext cx="476017" cy="452512"/>
          </a:xfrm>
          <a:prstGeom prst="leftArrow">
            <a:avLst/>
          </a:prstGeom>
          <a:solidFill>
            <a:srgbClr val="9DDCDF"/>
          </a:solidFill>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59" b="0" i="0" u="none" strike="noStrike" kern="1200" cap="none" spc="0" normalizeH="0" baseline="0" noProof="0">
              <a:ln>
                <a:noFill/>
              </a:ln>
              <a:solidFill>
                <a:prstClr val="white"/>
              </a:solidFill>
              <a:effectLst/>
              <a:uLnTx/>
              <a:uFillTx/>
              <a:latin typeface="Helvetica Neue"/>
              <a:ea typeface="+mn-ea"/>
              <a:cs typeface="+mn-cs"/>
            </a:endParaRPr>
          </a:p>
        </p:txBody>
      </p:sp>
    </p:spTree>
    <p:extLst>
      <p:ext uri="{BB962C8B-B14F-4D97-AF65-F5344CB8AC3E}">
        <p14:creationId xmlns:p14="http://schemas.microsoft.com/office/powerpoint/2010/main" val="1391185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1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up)">
                                      <p:cBhvr>
                                        <p:cTn id="24" dur="1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500"/>
                                        <p:tgtEl>
                                          <p:spTgt spid="15"/>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par>
                          <p:cTn id="34" fill="hold">
                            <p:stCondLst>
                              <p:cond delay="1000"/>
                            </p:stCondLst>
                            <p:childTnLst>
                              <p:par>
                                <p:cTn id="35" presetID="22" presetClass="entr" presetSubtype="1"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up)">
                                      <p:cBhvr>
                                        <p:cTn id="3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0" grpId="0" animBg="1"/>
      <p:bldP spid="11"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1C649-B3BA-4405-B99A-1B6F1383A5EF}"/>
              </a:ext>
            </a:extLst>
          </p:cNvPr>
          <p:cNvSpPr>
            <a:spLocks noGrp="1"/>
          </p:cNvSpPr>
          <p:nvPr>
            <p:ph type="title"/>
          </p:nvPr>
        </p:nvSpPr>
        <p:spPr>
          <a:xfrm>
            <a:off x="0" y="160569"/>
            <a:ext cx="10160000" cy="764364"/>
          </a:xfrm>
        </p:spPr>
        <p:txBody>
          <a:bodyPr/>
          <a:lstStyle/>
          <a:p>
            <a:r>
              <a:rPr lang="en-US" dirty="0"/>
              <a:t>Testing of Hypothesis</a:t>
            </a:r>
            <a:endParaRPr lang="en-IN"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D76850C-31A9-42C5-A072-5018FBD92608}"/>
                  </a:ext>
                </a:extLst>
              </p:cNvPr>
              <p:cNvSpPr txBox="1"/>
              <p:nvPr/>
            </p:nvSpPr>
            <p:spPr>
              <a:xfrm>
                <a:off x="609600" y="914400"/>
                <a:ext cx="10972800" cy="5078313"/>
              </a:xfrm>
              <a:prstGeom prst="rect">
                <a:avLst/>
              </a:prstGeom>
              <a:noFill/>
            </p:spPr>
            <p:txBody>
              <a:bodyPr wrap="square">
                <a:spAutoFit/>
              </a:bodyPr>
              <a:lstStyle/>
              <a:p>
                <a:pPr marL="342900" indent="-342900">
                  <a:lnSpc>
                    <a:spcPct val="150000"/>
                  </a:lnSpc>
                  <a:buFont typeface="Courier New" panose="02070309020205020404" pitchFamily="49" charset="0"/>
                  <a:buChar char="o"/>
                </a:pPr>
                <a:r>
                  <a:rPr lang="en-IN" sz="2400" dirty="0">
                    <a:ea typeface="Calibri" panose="020F0502020204030204" pitchFamily="34" charset="0"/>
                    <a:cs typeface="Times New Roman" panose="02020603050405020304" pitchFamily="18" charset="0"/>
                  </a:rPr>
                  <a:t>In hypothesis testing we make a claim about the parameter of  population and to check the claim we use sample statistics .</a:t>
                </a:r>
              </a:p>
              <a:p>
                <a:pPr marL="342900" indent="-342900">
                  <a:lnSpc>
                    <a:spcPct val="150000"/>
                  </a:lnSpc>
                  <a:buFont typeface="Courier New" panose="02070309020205020404" pitchFamily="49" charset="0"/>
                  <a:buChar char="o"/>
                </a:pPr>
                <a:r>
                  <a:rPr lang="en-IN" sz="2400" dirty="0">
                    <a:ea typeface="Calibri" panose="020F0502020204030204" pitchFamily="34" charset="0"/>
                    <a:cs typeface="Times New Roman" panose="02020603050405020304" pitchFamily="18" charset="0"/>
                  </a:rPr>
                  <a:t> </a:t>
                </a:r>
                <a:r>
                  <a:rPr lang="en-IN" sz="2400" b="1" dirty="0">
                    <a:ea typeface="Calibri" panose="020F0502020204030204" pitchFamily="34" charset="0"/>
                    <a:cs typeface="Times New Roman" panose="02020603050405020304" pitchFamily="18" charset="0"/>
                  </a:rPr>
                  <a:t>Suppose a tyre company claims that the average life of tyre is 50000 km. But if you suspect that the average life is not 50,000 km. How could you  show that the claim is false?</a:t>
                </a:r>
              </a:p>
              <a:p>
                <a:pPr marL="395889" indent="-395889">
                  <a:buFont typeface="Wingdings" panose="05000000000000000000" pitchFamily="2" charset="2"/>
                  <a:buChar char="§"/>
                </a:pPr>
                <a:r>
                  <a:rPr lang="en-IN" sz="2400" dirty="0">
                    <a:ea typeface="Calibri" panose="020F0502020204030204" pitchFamily="34" charset="0"/>
                    <a:cs typeface="Times New Roman" panose="02020603050405020304" pitchFamily="18" charset="0"/>
                  </a:rPr>
                  <a:t>we can not test all vehicles</a:t>
                </a:r>
              </a:p>
              <a:p>
                <a:pPr marL="395889" indent="-395889">
                  <a:buFont typeface="Wingdings" panose="05000000000000000000" pitchFamily="2" charset="2"/>
                  <a:buChar char="§"/>
                </a:pPr>
                <a:r>
                  <a:rPr lang="en-IN" sz="2400" dirty="0">
                    <a:ea typeface="Calibri" panose="020F0502020204030204" pitchFamily="34" charset="0"/>
                    <a:cs typeface="Times New Roman" panose="02020603050405020304" pitchFamily="18" charset="0"/>
                  </a:rPr>
                  <a:t>still we can make reasonable decision about mean life of tyre</a:t>
                </a:r>
              </a:p>
              <a:p>
                <a:pPr marL="395889" indent="-395889">
                  <a:buFont typeface="Wingdings" panose="05000000000000000000" pitchFamily="2" charset="2"/>
                  <a:buChar char="§"/>
                </a:pPr>
                <a:r>
                  <a:rPr lang="en-IN" sz="2400" dirty="0">
                    <a:ea typeface="Calibri" panose="020F0502020204030204" pitchFamily="34" charset="0"/>
                    <a:cs typeface="Times New Roman" panose="02020603050405020304" pitchFamily="18" charset="0"/>
                  </a:rPr>
                  <a:t>By taking random sample of size 30 from the population of vehicles and measuring life of each tyre</a:t>
                </a:r>
              </a:p>
              <a:p>
                <a:pPr marL="395889" indent="-395889">
                  <a:buFont typeface="Wingdings" panose="05000000000000000000" pitchFamily="2" charset="2"/>
                  <a:buChar char="§"/>
                </a:pPr>
                <a:r>
                  <a:rPr lang="en-IN" sz="2400" dirty="0">
                    <a:ea typeface="Calibri" panose="020F0502020204030204" pitchFamily="34" charset="0"/>
                    <a:cs typeface="Times New Roman" panose="02020603050405020304" pitchFamily="18" charset="0"/>
                  </a:rPr>
                  <a:t>Suppose we observe sample mean  </a:t>
                </a:r>
                <a14:m>
                  <m:oMath xmlns:m="http://schemas.openxmlformats.org/officeDocument/2006/math">
                    <m:acc>
                      <m:accPr>
                        <m:chr m:val="̅"/>
                        <m:ctrlPr>
                          <a:rPr lang="en-IN" sz="2400" i="1">
                            <a:latin typeface="Cambria Math" panose="02040503050406030204" pitchFamily="18" charset="0"/>
                          </a:rPr>
                        </m:ctrlPr>
                      </m:accPr>
                      <m:e>
                        <m:r>
                          <a:rPr lang="en-IN" sz="2400" i="1">
                            <a:latin typeface="Cambria Math" panose="02040503050406030204" pitchFamily="18" charset="0"/>
                            <a:ea typeface="Calibri" panose="020F0502020204030204" pitchFamily="34" charset="0"/>
                            <a:cs typeface="Times New Roman" panose="02020603050405020304" pitchFamily="18" charset="0"/>
                          </a:rPr>
                          <m:t>𝑥</m:t>
                        </m:r>
                      </m:e>
                    </m:acc>
                  </m:oMath>
                </a14:m>
                <a:r>
                  <a:rPr lang="en-IN" sz="2400" dirty="0">
                    <a:ea typeface="Times New Roman" panose="02020603050405020304" pitchFamily="18" charset="0"/>
                    <a:cs typeface="Times New Roman" panose="02020603050405020304" pitchFamily="18" charset="0"/>
                  </a:rPr>
                  <a:t>=47000 km with S.D. 5500 km</a:t>
                </a:r>
              </a:p>
              <a:p>
                <a:pPr marL="395889" indent="-395889">
                  <a:buFont typeface="Wingdings" panose="05000000000000000000" pitchFamily="2" charset="2"/>
                  <a:buChar char="§"/>
                </a:pPr>
                <a:r>
                  <a:rPr lang="en-IN" sz="2400" dirty="0">
                    <a:ea typeface="Times New Roman" panose="02020603050405020304" pitchFamily="18" charset="0"/>
                    <a:cs typeface="Times New Roman" panose="02020603050405020304" pitchFamily="18" charset="0"/>
                  </a:rPr>
                  <a:t>Does this indicate claim of manufacturer’s advertisement false?</a:t>
                </a:r>
                <a:endParaRPr lang="en-IN" sz="2400" b="1" dirty="0">
                  <a:ea typeface="Calibri" panose="020F0502020204030204" pitchFamily="34"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3D76850C-31A9-42C5-A072-5018FBD92608}"/>
                  </a:ext>
                </a:extLst>
              </p:cNvPr>
              <p:cNvSpPr txBox="1">
                <a:spLocks noRot="1" noChangeAspect="1" noMove="1" noResize="1" noEditPoints="1" noAdjustHandles="1" noChangeArrowheads="1" noChangeShapeType="1" noTextEdit="1"/>
              </p:cNvSpPr>
              <p:nvPr/>
            </p:nvSpPr>
            <p:spPr>
              <a:xfrm>
                <a:off x="609600" y="914400"/>
                <a:ext cx="10972800" cy="5078313"/>
              </a:xfrm>
              <a:prstGeom prst="rect">
                <a:avLst/>
              </a:prstGeom>
              <a:blipFill>
                <a:blip r:embed="rId2"/>
                <a:stretch>
                  <a:fillRect l="-778" b="-1801"/>
                </a:stretch>
              </a:blipFill>
            </p:spPr>
            <p:txBody>
              <a:bodyPr/>
              <a:lstStyle/>
              <a:p>
                <a:r>
                  <a:rPr lang="en-IN">
                    <a:noFill/>
                  </a:rPr>
                  <a:t> </a:t>
                </a:r>
              </a:p>
            </p:txBody>
          </p:sp>
        </mc:Fallback>
      </mc:AlternateContent>
    </p:spTree>
    <p:extLst>
      <p:ext uri="{BB962C8B-B14F-4D97-AF65-F5344CB8AC3E}">
        <p14:creationId xmlns:p14="http://schemas.microsoft.com/office/powerpoint/2010/main" val="3197277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1C649-B3BA-4405-B99A-1B6F1383A5EF}"/>
              </a:ext>
            </a:extLst>
          </p:cNvPr>
          <p:cNvSpPr>
            <a:spLocks noGrp="1"/>
          </p:cNvSpPr>
          <p:nvPr>
            <p:ph type="title"/>
          </p:nvPr>
        </p:nvSpPr>
        <p:spPr>
          <a:xfrm>
            <a:off x="0" y="160569"/>
            <a:ext cx="10160000" cy="764364"/>
          </a:xfrm>
        </p:spPr>
        <p:txBody>
          <a:bodyPr/>
          <a:lstStyle/>
          <a:p>
            <a:r>
              <a:rPr lang="en-US" dirty="0"/>
              <a:t>Testing of Hypothesis</a:t>
            </a:r>
            <a:endParaRPr lang="en-IN"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F6AB733-A194-4CF8-8928-CC659DB536B2}"/>
                  </a:ext>
                </a:extLst>
              </p:cNvPr>
              <p:cNvSpPr txBox="1"/>
              <p:nvPr/>
            </p:nvSpPr>
            <p:spPr>
              <a:xfrm>
                <a:off x="685800" y="1143000"/>
                <a:ext cx="10591800" cy="4467057"/>
              </a:xfrm>
              <a:prstGeom prst="rect">
                <a:avLst/>
              </a:prstGeom>
              <a:noFill/>
            </p:spPr>
            <p:txBody>
              <a:bodyPr wrap="square">
                <a:spAutoFit/>
              </a:bodyPr>
              <a:lstStyle/>
              <a:p>
                <a:pPr>
                  <a:lnSpc>
                    <a:spcPct val="150000"/>
                  </a:lnSpc>
                </a:pPr>
                <a:r>
                  <a:rPr lang="en-US" sz="2400" dirty="0"/>
                  <a:t>For giving the answer of above question, we will do following things</a:t>
                </a:r>
              </a:p>
              <a:p>
                <a:pPr marL="395889" indent="-395889">
                  <a:lnSpc>
                    <a:spcPct val="150000"/>
                  </a:lnSpc>
                  <a:buFont typeface="Arial" panose="020B0604020202020204" pitchFamily="34" charset="0"/>
                  <a:buChar char="•"/>
                </a:pPr>
                <a:r>
                  <a:rPr lang="en-IN" sz="2400" dirty="0">
                    <a:ea typeface="Times New Roman" panose="02020603050405020304" pitchFamily="18" charset="0"/>
                    <a:cs typeface="Times New Roman" panose="02020603050405020304" pitchFamily="18" charset="0"/>
                  </a:rPr>
                  <a:t>assume claim of company is correct </a:t>
                </a:r>
                <a:r>
                  <a:rPr lang="en-US" sz="2400" dirty="0">
                    <a:ea typeface="Times New Roman" panose="02020603050405020304" pitchFamily="18" charset="0"/>
                    <a:cs typeface="Times New Roman" panose="02020603050405020304" pitchFamily="18" charset="0"/>
                  </a:rPr>
                  <a:t> </a:t>
                </a:r>
                <a:r>
                  <a:rPr lang="en-US" sz="2400" dirty="0" err="1">
                    <a:ea typeface="Times New Roman" panose="02020603050405020304" pitchFamily="18" charset="0"/>
                    <a:cs typeface="Times New Roman" panose="02020603050405020304" pitchFamily="18" charset="0"/>
                  </a:rPr>
                  <a:t>i.e</a:t>
                </a:r>
                <a:r>
                  <a:rPr lang="en-US" sz="2400" dirty="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𝜇</m:t>
                    </m:r>
                    <m:r>
                      <a:rPr lang="en-US" sz="2400" i="1">
                        <a:latin typeface="Cambria Math" panose="02040503050406030204" pitchFamily="18" charset="0"/>
                        <a:ea typeface="Times New Roman" panose="02020603050405020304" pitchFamily="18" charset="0"/>
                        <a:cs typeface="Times New Roman" panose="02020603050405020304" pitchFamily="18" charset="0"/>
                      </a:rPr>
                      <m:t>=50000</m:t>
                    </m:r>
                  </m:oMath>
                </a14:m>
                <a:endParaRPr lang="en-US" sz="2400" dirty="0">
                  <a:ea typeface="Times New Roman" panose="02020603050405020304" pitchFamily="18" charset="0"/>
                  <a:cs typeface="Times New Roman" panose="02020603050405020304" pitchFamily="18" charset="0"/>
                </a:endParaRPr>
              </a:p>
              <a:p>
                <a:pPr marL="395889" indent="-395889">
                  <a:lnSpc>
                    <a:spcPct val="150000"/>
                  </a:lnSpc>
                  <a:buFont typeface="Arial" panose="020B0604020202020204" pitchFamily="34" charset="0"/>
                  <a:buChar char="•"/>
                </a:pPr>
                <a:r>
                  <a:rPr lang="en-US" sz="2400" dirty="0"/>
                  <a:t>examine the sampling distribution of sample means (with n=30 ) taken from a population in which </a:t>
                </a:r>
                <a14:m>
                  <m:oMath xmlns:m="http://schemas.openxmlformats.org/officeDocument/2006/math">
                    <m:r>
                      <a:rPr lang="en-US" sz="2400" i="1">
                        <a:latin typeface="Cambria Math" panose="02040503050406030204" pitchFamily="18" charset="0"/>
                      </a:rPr>
                      <m:t>𝜇</m:t>
                    </m:r>
                    <m:r>
                      <a:rPr lang="en-US" sz="2400" i="1">
                        <a:latin typeface="Cambria Math" panose="02040503050406030204" pitchFamily="18" charset="0"/>
                      </a:rPr>
                      <m:t>=50,000 </m:t>
                    </m:r>
                  </m:oMath>
                </a14:m>
                <a:r>
                  <a:rPr lang="en-US" sz="2400" dirty="0">
                    <a:ea typeface="Times New Roman" panose="02020603050405020304" pitchFamily="18" charset="0"/>
                    <a:cs typeface="Times New Roman" panose="02020603050405020304" pitchFamily="18"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𝜎</m:t>
                    </m:r>
                    <m:r>
                      <a:rPr lang="en-US" sz="2400" i="1">
                        <a:latin typeface="Cambria Math" panose="02040503050406030204" pitchFamily="18" charset="0"/>
                        <a:ea typeface="Times New Roman" panose="02020603050405020304" pitchFamily="18" charset="0"/>
                        <a:cs typeface="Times New Roman" panose="02020603050405020304" pitchFamily="18" charset="0"/>
                      </a:rPr>
                      <m:t>=5500</m:t>
                    </m:r>
                  </m:oMath>
                </a14:m>
                <a:endParaRPr lang="en-US" sz="2400" dirty="0">
                  <a:ea typeface="Times New Roman" panose="02020603050405020304" pitchFamily="18" charset="0"/>
                  <a:cs typeface="Times New Roman" panose="02020603050405020304" pitchFamily="18" charset="0"/>
                </a:endParaRPr>
              </a:p>
              <a:p>
                <a:pPr marL="395889" indent="-395889">
                  <a:lnSpc>
                    <a:spcPct val="150000"/>
                  </a:lnSpc>
                  <a:buFont typeface="Arial" panose="020B0604020202020204" pitchFamily="34" charset="0"/>
                  <a:buChar char="•"/>
                </a:pPr>
                <a:r>
                  <a:rPr lang="en-US" sz="2400" dirty="0"/>
                  <a:t>the probability of obtaining a sample mean of 47000 or less is about 0.0013.</a:t>
                </a:r>
                <a:endParaRPr lang="en-US" sz="2400" dirty="0">
                  <a:ea typeface="Times New Roman" panose="02020603050405020304" pitchFamily="18" charset="0"/>
                  <a:cs typeface="Times New Roman" panose="02020603050405020304" pitchFamily="18" charset="0"/>
                </a:endParaRPr>
              </a:p>
              <a:p>
                <a:pPr marL="0" indent="0">
                  <a:lnSpc>
                    <a:spcPct val="150000"/>
                  </a:lnSpc>
                </a:pPr>
                <a:r>
                  <a:rPr lang="en-IN" sz="2400" dirty="0">
                    <a:ea typeface="Times New Roman" panose="02020603050405020304" pitchFamily="18" charset="0"/>
                    <a:cs typeface="Times New Roman" panose="02020603050405020304" pitchFamily="18" charset="0"/>
                  </a:rPr>
                  <a:t>So our assumption that the company’s advertisement is correct has led you to an improbable result. </a:t>
                </a:r>
              </a:p>
              <a:p>
                <a:pPr marL="0" indent="0">
                  <a:lnSpc>
                    <a:spcPct val="150000"/>
                  </a:lnSpc>
                </a:pPr>
                <a:r>
                  <a:rPr lang="en-IN" sz="2400" dirty="0">
                    <a:ea typeface="Times New Roman" panose="02020603050405020304" pitchFamily="18" charset="0"/>
                    <a:cs typeface="Times New Roman" panose="02020603050405020304" pitchFamily="18" charset="0"/>
                  </a:rPr>
                  <a:t>So either we have unusual sample or advertisement is probably false.</a:t>
                </a:r>
                <a:endParaRPr lang="en-IN" sz="2400" dirty="0"/>
              </a:p>
            </p:txBody>
          </p:sp>
        </mc:Choice>
        <mc:Fallback xmlns="">
          <p:sp>
            <p:nvSpPr>
              <p:cNvPr id="5" name="TextBox 4">
                <a:extLst>
                  <a:ext uri="{FF2B5EF4-FFF2-40B4-BE49-F238E27FC236}">
                    <a16:creationId xmlns:a16="http://schemas.microsoft.com/office/drawing/2014/main" id="{3F6AB733-A194-4CF8-8928-CC659DB536B2}"/>
                  </a:ext>
                </a:extLst>
              </p:cNvPr>
              <p:cNvSpPr txBox="1">
                <a:spLocks noRot="1" noChangeAspect="1" noMove="1" noResize="1" noEditPoints="1" noAdjustHandles="1" noChangeArrowheads="1" noChangeShapeType="1" noTextEdit="1"/>
              </p:cNvSpPr>
              <p:nvPr/>
            </p:nvSpPr>
            <p:spPr>
              <a:xfrm>
                <a:off x="685800" y="1143000"/>
                <a:ext cx="10591800" cy="4467057"/>
              </a:xfrm>
              <a:prstGeom prst="rect">
                <a:avLst/>
              </a:prstGeom>
              <a:blipFill>
                <a:blip r:embed="rId2"/>
                <a:stretch>
                  <a:fillRect l="-921" b="-2186"/>
                </a:stretch>
              </a:blipFill>
            </p:spPr>
            <p:txBody>
              <a:bodyPr/>
              <a:lstStyle/>
              <a:p>
                <a:r>
                  <a:rPr lang="en-IN">
                    <a:noFill/>
                  </a:rPr>
                  <a:t> </a:t>
                </a:r>
              </a:p>
            </p:txBody>
          </p:sp>
        </mc:Fallback>
      </mc:AlternateContent>
    </p:spTree>
    <p:extLst>
      <p:ext uri="{BB962C8B-B14F-4D97-AF65-F5344CB8AC3E}">
        <p14:creationId xmlns:p14="http://schemas.microsoft.com/office/powerpoint/2010/main" val="851783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A3D0-A382-4A5F-B336-8477B7F94182}"/>
              </a:ext>
            </a:extLst>
          </p:cNvPr>
          <p:cNvSpPr>
            <a:spLocks noGrp="1"/>
          </p:cNvSpPr>
          <p:nvPr>
            <p:ph type="title"/>
          </p:nvPr>
        </p:nvSpPr>
        <p:spPr>
          <a:xfrm>
            <a:off x="76200" y="160569"/>
            <a:ext cx="10083800" cy="764364"/>
          </a:xfrm>
        </p:spPr>
        <p:txBody>
          <a:bodyPr/>
          <a:lstStyle/>
          <a:p>
            <a:r>
              <a:rPr lang="en-US" dirty="0"/>
              <a:t>Testing of Hypothesis</a:t>
            </a:r>
            <a:endParaRPr lang="en-I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6CAA0DD-3952-4576-A413-BA83E8F3B1C7}"/>
                  </a:ext>
                </a:extLst>
              </p:cNvPr>
              <p:cNvSpPr txBox="1"/>
              <p:nvPr/>
            </p:nvSpPr>
            <p:spPr>
              <a:xfrm>
                <a:off x="457200" y="1032414"/>
                <a:ext cx="10591800" cy="1643527"/>
              </a:xfrm>
              <a:prstGeom prst="rect">
                <a:avLst/>
              </a:prstGeom>
              <a:noFill/>
            </p:spPr>
            <p:txBody>
              <a:bodyPr wrap="square">
                <a:spAutoFit/>
              </a:bodyPr>
              <a:lstStyle/>
              <a:p>
                <a:pPr marL="342900" marR="0" lvl="0" indent="-342900" algn="l" defTabSz="911813" rtl="0" eaLnBrk="1" fontAlgn="auto" latinLnBrk="0" hangingPunct="1">
                  <a:lnSpc>
                    <a:spcPct val="100000"/>
                  </a:lnSpc>
                  <a:spcBef>
                    <a:spcPct val="20000"/>
                  </a:spcBef>
                  <a:spcAft>
                    <a:spcPts val="0"/>
                  </a:spcAft>
                  <a:buClr>
                    <a:srgbClr val="101141"/>
                  </a:buClr>
                  <a:buSzTx/>
                  <a:buFont typeface="Wingdings" panose="05000000000000000000" pitchFamily="2" charset="2"/>
                  <a:buChar char="Ø"/>
                  <a:tabLst/>
                  <a:defRPr/>
                </a:pPr>
                <a:r>
                  <a:rPr kumimoji="0" lang="en-IN" sz="2400" b="1" i="0" u="none" strike="noStrike" kern="12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Null Hypothesis</a:t>
                </a:r>
                <a14:m>
                  <m:oMath xmlns:m="http://schemas.openxmlformats.org/officeDocument/2006/math">
                    <m:sSub>
                      <m:sSubPr>
                        <m:ctrlP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𝑯</m:t>
                        </m:r>
                      </m:e>
                      <m:sub>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𝟎</m:t>
                        </m:r>
                      </m:sub>
                    </m:sSub>
                  </m:oMath>
                </a14:m>
                <a:r>
                  <a:rPr kumimoji="0" lang="en-IN" sz="2400" b="1" i="0" u="none" strike="noStrike" kern="12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a:t>
                </a:r>
                <a:r>
                  <a:rPr kumimoji="0" lang="en-IN" sz="2400" b="0" i="0" u="none" strike="noStrike" kern="12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A statement about population parameter that contains a statement of equality such as </a:t>
                </a:r>
                <a14:m>
                  <m:oMath xmlns:m="http://schemas.openxmlformats.org/officeDocument/2006/math">
                    <m:r>
                      <a:rPr kumimoji="0" lang="en-IN"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en-IN" sz="2400" b="0" i="0" u="none" strike="noStrike" kern="12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or </a:t>
                </a:r>
                <a14:m>
                  <m:oMath xmlns:m="http://schemas.openxmlformats.org/officeDocument/2006/math">
                    <m:r>
                      <a:rPr kumimoji="0" lang="en-IN"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a14:m>
                <a:endParaRPr kumimoji="0" lang="en-IN" sz="2400" b="0" i="0" u="none" strike="noStrike" kern="12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endParaRPr>
              </a:p>
              <a:p>
                <a:pPr marL="342900" marR="0" lvl="0" indent="-342900" algn="l" defTabSz="911813" rtl="0" eaLnBrk="1" fontAlgn="auto" latinLnBrk="0" hangingPunct="1">
                  <a:lnSpc>
                    <a:spcPct val="100000"/>
                  </a:lnSpc>
                  <a:spcBef>
                    <a:spcPct val="20000"/>
                  </a:spcBef>
                  <a:spcAft>
                    <a:spcPts val="0"/>
                  </a:spcAft>
                  <a:buClr>
                    <a:srgbClr val="101141"/>
                  </a:buClr>
                  <a:buSzTx/>
                  <a:buFont typeface="Wingdings" panose="05000000000000000000" pitchFamily="2" charset="2"/>
                  <a:buChar char="Ø"/>
                  <a:tabLst/>
                  <a:defRPr/>
                </a:pPr>
                <a:r>
                  <a:rPr kumimoji="0" lang="en-IN" sz="2400" b="1" i="0" u="none" strike="noStrike" kern="12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Alternative Hypothesis </a:t>
                </a:r>
                <a14:m>
                  <m:oMath xmlns:m="http://schemas.openxmlformats.org/officeDocument/2006/math">
                    <m:sSub>
                      <m:sSubPr>
                        <m:ctrlP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𝑯</m:t>
                        </m:r>
                      </m:e>
                      <m:sub>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𝒂</m:t>
                        </m:r>
                      </m:sub>
                    </m:sSub>
                  </m:oMath>
                </a14:m>
                <a:r>
                  <a:rPr kumimoji="0" lang="en-IN" sz="2400" b="1" i="0" u="none" strike="noStrike" kern="12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It is the complement of Null hypothesis. </a:t>
                </a:r>
                <a:r>
                  <a:rPr kumimoji="0" lang="en-IN" sz="2400" b="0" i="0" u="none" strike="noStrike" kern="12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It contains a statement of strict inequality such as </a:t>
                </a:r>
                <a14:m>
                  <m:oMath xmlns:m="http://schemas.openxmlformats.org/officeDocument/2006/math">
                    <m:r>
                      <a:rPr kumimoji="0" lang="en-IN" sz="2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&gt;, ≠, &lt;.</m:t>
                    </m:r>
                  </m:oMath>
                </a14:m>
                <a:endParaRPr kumimoji="0" lang="en-IN" sz="2400" b="0" i="0" u="none" strike="noStrike" kern="12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46CAA0DD-3952-4576-A413-BA83E8F3B1C7}"/>
                  </a:ext>
                </a:extLst>
              </p:cNvPr>
              <p:cNvSpPr txBox="1">
                <a:spLocks noRot="1" noChangeAspect="1" noMove="1" noResize="1" noEditPoints="1" noAdjustHandles="1" noChangeArrowheads="1" noChangeShapeType="1" noTextEdit="1"/>
              </p:cNvSpPr>
              <p:nvPr/>
            </p:nvSpPr>
            <p:spPr>
              <a:xfrm>
                <a:off x="457200" y="1032414"/>
                <a:ext cx="10591800" cy="1643527"/>
              </a:xfrm>
              <a:prstGeom prst="rect">
                <a:avLst/>
              </a:prstGeom>
              <a:blipFill>
                <a:blip r:embed="rId2"/>
                <a:stretch>
                  <a:fillRect l="-748" t="-2963" b="-7407"/>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5523BF62-E7A5-49E7-91C7-E5E44C500AF9}"/>
              </a:ext>
            </a:extLst>
          </p:cNvPr>
          <p:cNvSpPr txBox="1"/>
          <p:nvPr/>
        </p:nvSpPr>
        <p:spPr>
          <a:xfrm>
            <a:off x="914400" y="2799124"/>
            <a:ext cx="10058400" cy="3173626"/>
          </a:xfrm>
          <a:prstGeom prst="rect">
            <a:avLst/>
          </a:prstGeom>
          <a:noFill/>
        </p:spPr>
        <p:txBody>
          <a:bodyPr wrap="square">
            <a:spAutoFit/>
          </a:bodyPr>
          <a:lstStyle/>
          <a:p>
            <a:pPr algn="just"/>
            <a:r>
              <a:rPr lang="en-IN" sz="2400" dirty="0">
                <a:solidFill>
                  <a:srgbClr val="0000FF"/>
                </a:solidFill>
                <a:latin typeface="Calibri" panose="020F0502020204030204" pitchFamily="34" charset="0"/>
                <a:ea typeface="Times New Roman" panose="02020603050405020304" pitchFamily="18" charset="0"/>
                <a:cs typeface="Times New Roman" panose="02020603050405020304" pitchFamily="18" charset="0"/>
              </a:rPr>
              <a:t>Write the null hypothesis and alternative hypothesis and identify which</a:t>
            </a:r>
          </a:p>
          <a:p>
            <a:pPr algn="just"/>
            <a:r>
              <a:rPr lang="en-IN" sz="2400" dirty="0">
                <a:solidFill>
                  <a:srgbClr val="0000FF"/>
                </a:solidFill>
                <a:latin typeface="Calibri" panose="020F0502020204030204" pitchFamily="34" charset="0"/>
                <a:ea typeface="Times New Roman" panose="02020603050405020304" pitchFamily="18" charset="0"/>
                <a:cs typeface="Times New Roman" panose="02020603050405020304" pitchFamily="18" charset="0"/>
              </a:rPr>
              <a:t> represents the claim.</a:t>
            </a:r>
          </a:p>
          <a:p>
            <a:pPr marL="296917" indent="-296917" algn="just">
              <a:lnSpc>
                <a:spcPct val="107000"/>
              </a:lnSpc>
              <a:buFont typeface="+mj-lt"/>
              <a:buAutoNum type="arabicPeriod"/>
            </a:pPr>
            <a:r>
              <a:rPr lang="en-IN" sz="2400" dirty="0">
                <a:latin typeface="Calibri" panose="020F0502020204030204" pitchFamily="34" charset="0"/>
                <a:ea typeface="Times New Roman" panose="02020603050405020304" pitchFamily="18" charset="0"/>
                <a:cs typeface="Times New Roman" panose="02020603050405020304" pitchFamily="18" charset="0"/>
              </a:rPr>
              <a:t>A school publicizes that proportion of its students who are involved in at least one extracurricular activity is 61%. </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296917" indent="-296917" algn="just">
              <a:lnSpc>
                <a:spcPct val="107000"/>
              </a:lnSpc>
              <a:buFont typeface="+mj-lt"/>
              <a:buAutoNum type="arabicPeriod"/>
            </a:pPr>
            <a:r>
              <a:rPr lang="en-IN" sz="2400" dirty="0">
                <a:latin typeface="Calibri" panose="020F0502020204030204" pitchFamily="34" charset="0"/>
                <a:ea typeface="Times New Roman" panose="02020603050405020304" pitchFamily="18" charset="0"/>
                <a:cs typeface="Times New Roman" panose="02020603050405020304" pitchFamily="18" charset="0"/>
              </a:rPr>
              <a:t>A car dealership announces that the mean time for an oil change is less than 15 mins.</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296917" indent="-296917" algn="just">
              <a:lnSpc>
                <a:spcPct val="107000"/>
              </a:lnSpc>
              <a:spcAft>
                <a:spcPts val="693"/>
              </a:spcAft>
              <a:buFont typeface="+mj-lt"/>
              <a:buAutoNum type="arabicPeriod"/>
            </a:pPr>
            <a:r>
              <a:rPr lang="en-IN" sz="2400" dirty="0">
                <a:latin typeface="Calibri" panose="020F0502020204030204" pitchFamily="34" charset="0"/>
                <a:ea typeface="Times New Roman" panose="02020603050405020304" pitchFamily="18" charset="0"/>
                <a:cs typeface="Times New Roman" panose="02020603050405020304" pitchFamily="18" charset="0"/>
              </a:rPr>
              <a:t>A company advertises that the mean life of its furnace is more than 18 years.</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endParaRPr lang="en-IN" sz="1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98584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8562B-FA2C-41CC-9744-1AD51B307913}"/>
              </a:ext>
            </a:extLst>
          </p:cNvPr>
          <p:cNvSpPr>
            <a:spLocks noGrp="1"/>
          </p:cNvSpPr>
          <p:nvPr>
            <p:ph type="title"/>
          </p:nvPr>
        </p:nvSpPr>
        <p:spPr>
          <a:xfrm>
            <a:off x="0" y="160569"/>
            <a:ext cx="10160000" cy="764364"/>
          </a:xfrm>
        </p:spPr>
        <p:txBody>
          <a:bodyPr>
            <a:normAutofit fontScale="90000"/>
          </a:bodyPr>
          <a:lstStyle/>
          <a:p>
            <a:br>
              <a:rPr lang="en-IN" dirty="0"/>
            </a:br>
            <a:r>
              <a:rPr lang="en-IN" dirty="0"/>
              <a:t>Errors </a:t>
            </a:r>
            <a:br>
              <a:rPr lang="en-IN" dirty="0"/>
            </a:br>
            <a:endParaRPr lang="en-IN" dirty="0"/>
          </a:p>
        </p:txBody>
      </p:sp>
      <p:sp>
        <p:nvSpPr>
          <p:cNvPr id="3" name="Text Placeholder 2">
            <a:extLst>
              <a:ext uri="{FF2B5EF4-FFF2-40B4-BE49-F238E27FC236}">
                <a16:creationId xmlns:a16="http://schemas.microsoft.com/office/drawing/2014/main" id="{AD68DDD3-8430-416E-9D40-BBF9AFDF1D3F}"/>
              </a:ext>
            </a:extLst>
          </p:cNvPr>
          <p:cNvSpPr>
            <a:spLocks noGrp="1"/>
          </p:cNvSpPr>
          <p:nvPr>
            <p:ph type="body" sz="quarter" idx="13"/>
          </p:nvPr>
        </p:nvSpPr>
        <p:spPr>
          <a:xfrm>
            <a:off x="857739" y="1066801"/>
            <a:ext cx="10160000" cy="5181600"/>
          </a:xfrm>
        </p:spPr>
        <p:txBody>
          <a:bodyPr>
            <a:normAutofit/>
          </a:bodyPr>
          <a:lstStyle/>
          <a:p>
            <a:pPr algn="just">
              <a:buFont typeface="Wingdings" panose="05000000000000000000" pitchFamily="2" charset="2"/>
              <a:buChar char="Ø"/>
            </a:pPr>
            <a:r>
              <a:rPr lang="en-IN" sz="2400" dirty="0">
                <a:latin typeface="+mn-lt"/>
                <a:ea typeface="Times New Roman" panose="02020603050405020304" pitchFamily="18" charset="0"/>
                <a:cs typeface="Times New Roman" panose="02020603050405020304" pitchFamily="18" charset="0"/>
              </a:rPr>
              <a:t>Our decision is based on sample rather than entire population</a:t>
            </a:r>
          </a:p>
          <a:p>
            <a:pPr algn="just">
              <a:buFont typeface="Wingdings" panose="05000000000000000000" pitchFamily="2" charset="2"/>
              <a:buChar char="Ø"/>
            </a:pPr>
            <a:r>
              <a:rPr lang="en-IN" sz="2400" dirty="0">
                <a:latin typeface="+mn-lt"/>
                <a:ea typeface="Times New Roman" panose="02020603050405020304" pitchFamily="18" charset="0"/>
                <a:cs typeface="Times New Roman" panose="02020603050405020304" pitchFamily="18" charset="0"/>
              </a:rPr>
              <a:t>there is  always possibility we will make the wrong decision </a:t>
            </a:r>
          </a:p>
          <a:p>
            <a:pPr marL="0" indent="0" algn="just">
              <a:buNone/>
            </a:pPr>
            <a:r>
              <a:rPr lang="en-IN" sz="2400" dirty="0">
                <a:solidFill>
                  <a:schemeClr val="accent1"/>
                </a:solidFill>
                <a:latin typeface="+mn-lt"/>
                <a:ea typeface="Calibri" panose="020F0502020204030204" pitchFamily="34" charset="0"/>
                <a:cs typeface="TimesTen-Roman"/>
              </a:rPr>
              <a:t>Suppose we claim that a certain coin is not fair. To test your claim, we flip the coin 100 times and get 49 heads and 51 tails  suppose we claim that a certain coin is not fair. You would probably agree that you do not have enough evidence to support your claim even though it is possible that the coin is actually not fair. In such situations errors are  occurred.</a:t>
            </a:r>
            <a:endParaRPr lang="en-IN" sz="2400" dirty="0">
              <a:solidFill>
                <a:schemeClr val="accent1"/>
              </a:solidFill>
              <a:latin typeface="+mn-lt"/>
              <a:ea typeface="Calibri" panose="020F0502020204030204" pitchFamily="34" charset="0"/>
              <a:cs typeface="Times New Roman" panose="02020603050405020304" pitchFamily="18" charset="0"/>
            </a:endParaRPr>
          </a:p>
          <a:p>
            <a:pPr marL="0" indent="0">
              <a:lnSpc>
                <a:spcPct val="107000"/>
              </a:lnSpc>
              <a:spcAft>
                <a:spcPts val="693"/>
              </a:spcAft>
              <a:buNone/>
            </a:pPr>
            <a:r>
              <a:rPr lang="en-IN" sz="2400" dirty="0">
                <a:latin typeface="+mn-lt"/>
                <a:ea typeface="Calibri" panose="020F0502020204030204" pitchFamily="34" charset="0"/>
                <a:cs typeface="TimesTen-Roman"/>
              </a:rPr>
              <a:t>There are two types of errors :</a:t>
            </a:r>
            <a:endParaRPr lang="en-IN" sz="2400" dirty="0">
              <a:latin typeface="+mn-lt"/>
              <a:ea typeface="Calibri" panose="020F0502020204030204" pitchFamily="34" charset="0"/>
              <a:cs typeface="Times New Roman" panose="02020603050405020304" pitchFamily="18" charset="0"/>
            </a:endParaRPr>
          </a:p>
          <a:p>
            <a:pPr marL="0" indent="0">
              <a:lnSpc>
                <a:spcPct val="107000"/>
              </a:lnSpc>
              <a:spcAft>
                <a:spcPts val="693"/>
              </a:spcAft>
              <a:buNone/>
            </a:pPr>
            <a:r>
              <a:rPr lang="en-IN" sz="2400" dirty="0">
                <a:latin typeface="+mn-lt"/>
                <a:ea typeface="Calibri" panose="020F0502020204030204" pitchFamily="34" charset="0"/>
                <a:cs typeface="TimesTen-Roman"/>
              </a:rPr>
              <a:t>Type I error: Occurs if the null hypothesis is rejected when it is true .</a:t>
            </a:r>
            <a:endParaRPr lang="en-IN" sz="2400" dirty="0">
              <a:latin typeface="+mn-lt"/>
              <a:ea typeface="Calibri" panose="020F0502020204030204" pitchFamily="34" charset="0"/>
              <a:cs typeface="Times New Roman" panose="02020603050405020304" pitchFamily="18" charset="0"/>
            </a:endParaRPr>
          </a:p>
          <a:p>
            <a:pPr marL="0" indent="0">
              <a:lnSpc>
                <a:spcPct val="107000"/>
              </a:lnSpc>
              <a:spcAft>
                <a:spcPts val="693"/>
              </a:spcAft>
              <a:buNone/>
            </a:pPr>
            <a:r>
              <a:rPr lang="en-IN" sz="2400" dirty="0">
                <a:latin typeface="+mn-lt"/>
                <a:ea typeface="Calibri" panose="020F0502020204030204" pitchFamily="34" charset="0"/>
                <a:cs typeface="TimesTen-Roman"/>
              </a:rPr>
              <a:t>Type II error:  Null hypothesis is not rejected when it is false.</a:t>
            </a:r>
            <a:endParaRPr lang="en-IN" sz="2400" dirty="0">
              <a:latin typeface="+mn-lt"/>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99193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21F9-79C8-4C60-88E1-DF7D20F14BAF}"/>
              </a:ext>
            </a:extLst>
          </p:cNvPr>
          <p:cNvSpPr>
            <a:spLocks noGrp="1"/>
          </p:cNvSpPr>
          <p:nvPr>
            <p:ph type="title"/>
          </p:nvPr>
        </p:nvSpPr>
        <p:spPr>
          <a:xfrm>
            <a:off x="76200" y="160569"/>
            <a:ext cx="10083800" cy="764364"/>
          </a:xfrm>
        </p:spPr>
        <p:txBody>
          <a:bodyPr>
            <a:normAutofit fontScale="90000"/>
          </a:bodyPr>
          <a:lstStyle/>
          <a:p>
            <a:br>
              <a:rPr lang="en-US" dirty="0"/>
            </a:br>
            <a:r>
              <a:rPr lang="en-US" dirty="0">
                <a:latin typeface="+mn-lt"/>
              </a:rPr>
              <a:t>Type of Errors </a:t>
            </a:r>
            <a:br>
              <a:rPr lang="en-IN" dirty="0">
                <a:solidFill>
                  <a:srgbClr val="FF0000"/>
                </a:solidFill>
              </a:rPr>
            </a:br>
            <a:endParaRPr lang="en-IN" dirty="0"/>
          </a:p>
        </p:txBody>
      </p:sp>
      <p:pic>
        <p:nvPicPr>
          <p:cNvPr id="6" name="Content Placeholder 3">
            <a:extLst>
              <a:ext uri="{FF2B5EF4-FFF2-40B4-BE49-F238E27FC236}">
                <a16:creationId xmlns:a16="http://schemas.microsoft.com/office/drawing/2014/main" id="{E46A270C-F74B-4A3C-92A2-A6EA9229EC99}"/>
              </a:ext>
            </a:extLst>
          </p:cNvPr>
          <p:cNvPicPr>
            <a:picLocks noChangeAspect="1"/>
          </p:cNvPicPr>
          <p:nvPr/>
        </p:nvPicPr>
        <p:blipFill>
          <a:blip r:embed="rId2"/>
          <a:stretch>
            <a:fillRect/>
          </a:stretch>
        </p:blipFill>
        <p:spPr>
          <a:xfrm>
            <a:off x="1139106" y="1376195"/>
            <a:ext cx="9463697" cy="4156863"/>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39F66104-B240-4CF3-B58B-E8BFAC7EF675}"/>
                  </a:ext>
                </a:extLst>
              </p14:cNvPr>
              <p14:cNvContentPartPr/>
              <p14:nvPr/>
            </p14:nvContentPartPr>
            <p14:xfrm>
              <a:off x="1834200" y="4389840"/>
              <a:ext cx="7401240" cy="55080"/>
            </p14:xfrm>
          </p:contentPart>
        </mc:Choice>
        <mc:Fallback xmlns="">
          <p:pic>
            <p:nvPicPr>
              <p:cNvPr id="7" name="Ink 6">
                <a:extLst>
                  <a:ext uri="{FF2B5EF4-FFF2-40B4-BE49-F238E27FC236}">
                    <a16:creationId xmlns:a16="http://schemas.microsoft.com/office/drawing/2014/main" id="{39F66104-B240-4CF3-B58B-E8BFAC7EF675}"/>
                  </a:ext>
                </a:extLst>
              </p:cNvPr>
              <p:cNvPicPr/>
              <p:nvPr/>
            </p:nvPicPr>
            <p:blipFill>
              <a:blip r:embed="rId4"/>
              <a:stretch>
                <a:fillRect/>
              </a:stretch>
            </p:blipFill>
            <p:spPr>
              <a:xfrm>
                <a:off x="1824840" y="4380480"/>
                <a:ext cx="7419960" cy="73800"/>
              </a:xfrm>
              <a:prstGeom prst="rect">
                <a:avLst/>
              </a:prstGeom>
            </p:spPr>
          </p:pic>
        </mc:Fallback>
      </mc:AlternateContent>
    </p:spTree>
    <p:extLst>
      <p:ext uri="{BB962C8B-B14F-4D97-AF65-F5344CB8AC3E}">
        <p14:creationId xmlns:p14="http://schemas.microsoft.com/office/powerpoint/2010/main" val="1877959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FE3FA-067C-E677-BE95-6653F07B2609}"/>
                  </a:ext>
                </a:extLst>
              </p:cNvPr>
              <p:cNvSpPr>
                <a:spLocks noGrp="1"/>
              </p:cNvSpPr>
              <p:nvPr>
                <p:ph type="title"/>
              </p:nvPr>
            </p:nvSpPr>
            <p:spPr/>
            <p:txBody>
              <a:bodyPr/>
              <a:lstStyle/>
              <a:p>
                <a:r>
                  <a:rPr lang="en-IN"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Level of Significance</a:t>
                </a:r>
                <a:r>
                  <a:rPr lang="en-IN" sz="24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IN" sz="2400" b="1"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𝒑</m:t>
                    </m:r>
                    <m:r>
                      <a:rPr lang="en-IN" sz="2400" b="1"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sz="2400" b="1"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𝒗𝒂𝒍𝒖𝒆</m:t>
                    </m:r>
                  </m:oMath>
                </a14:m>
                <a:br>
                  <a:rPr lang="en-IN" sz="2400" dirty="0">
                    <a:solidFill>
                      <a:srgbClr val="FF0000"/>
                    </a:solidFill>
                  </a:rPr>
                </a:br>
                <a:endParaRPr lang="en-IN" dirty="0"/>
              </a:p>
            </p:txBody>
          </p:sp>
        </mc:Choice>
        <mc:Fallback xmlns="">
          <p:sp>
            <p:nvSpPr>
              <p:cNvPr id="2" name="Title 1">
                <a:extLst>
                  <a:ext uri="{FF2B5EF4-FFF2-40B4-BE49-F238E27FC236}">
                    <a16:creationId xmlns:a16="http://schemas.microsoft.com/office/drawing/2014/main" id="{AA1FE3FA-067C-E677-BE95-6653F07B2609}"/>
                  </a:ext>
                </a:extLst>
              </p:cNvPr>
              <p:cNvSpPr>
                <a:spLocks noGrp="1" noRot="1" noChangeAspect="1" noMove="1" noResize="1" noEditPoints="1" noAdjustHandles="1" noChangeArrowheads="1" noChangeShapeType="1" noTextEdit="1"/>
              </p:cNvSpPr>
              <p:nvPr>
                <p:ph type="title"/>
              </p:nvPr>
            </p:nvSpPr>
            <p:spPr>
              <a:blipFill>
                <a:blip r:embed="rId2"/>
                <a:stretch>
                  <a:fillRect l="-1046" t="-95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34355D6-F8F0-9391-8E54-261614267F2F}"/>
                  </a:ext>
                </a:extLst>
              </p:cNvPr>
              <p:cNvSpPr>
                <a:spLocks noGrp="1"/>
              </p:cNvSpPr>
              <p:nvPr>
                <p:ph type="body" sz="quarter" idx="13"/>
              </p:nvPr>
            </p:nvSpPr>
            <p:spPr>
              <a:xfrm>
                <a:off x="838199" y="1143000"/>
                <a:ext cx="10439401" cy="5097228"/>
              </a:xfrm>
            </p:spPr>
            <p:txBody>
              <a:bodyPr>
                <a:normAutofit/>
              </a:bodyPr>
              <a:lstStyle/>
              <a:p>
                <a:pPr algn="just"/>
                <a:r>
                  <a:rPr lang="en-IN" sz="2800" b="1" dirty="0">
                    <a:effectLst/>
                    <a:latin typeface="+mn-lt"/>
                    <a:ea typeface="Times New Roman" panose="02020603050405020304" pitchFamily="18" charset="0"/>
                    <a:cs typeface="Times New Roman" panose="02020603050405020304" pitchFamily="18" charset="0"/>
                  </a:rPr>
                  <a:t>Level of Significance</a:t>
                </a:r>
                <a:r>
                  <a:rPr lang="en-IN" sz="2800" dirty="0">
                    <a:effectLst/>
                    <a:latin typeface="+mn-lt"/>
                    <a:ea typeface="Times New Roman" panose="02020603050405020304" pitchFamily="18" charset="0"/>
                    <a:cs typeface="Times New Roman" panose="02020603050405020304" pitchFamily="18" charset="0"/>
                  </a:rPr>
                  <a:t> :It is maximum probability of making Type I error. It is denoted by </a:t>
                </a:r>
                <a14:m>
                  <m:oMath xmlns:m="http://schemas.openxmlformats.org/officeDocument/2006/math">
                    <m:r>
                      <a:rPr lang="en-IN" sz="2800" i="1">
                        <a:effectLst/>
                        <a:latin typeface="Cambria Math" panose="02040503050406030204" pitchFamily="18" charset="0"/>
                        <a:ea typeface="Times New Roman" panose="02020603050405020304" pitchFamily="18" charset="0"/>
                        <a:cs typeface="Times New Roman" panose="02020603050405020304" pitchFamily="18" charset="0"/>
                      </a:rPr>
                      <m:t>𝛼</m:t>
                    </m:r>
                    <m:r>
                      <a:rPr lang="en-IN" sz="28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sz="2800" dirty="0">
                  <a:effectLst/>
                  <a:latin typeface="+mn-lt"/>
                  <a:ea typeface="Calibri" panose="020F0502020204030204" pitchFamily="34" charset="0"/>
                  <a:cs typeface="Times New Roman" panose="02020603050405020304" pitchFamily="18" charset="0"/>
                </a:endParaRPr>
              </a:p>
              <a:p>
                <a:pPr algn="just"/>
                <a:r>
                  <a:rPr lang="en-IN" sz="2800" b="1" dirty="0">
                    <a:effectLst/>
                    <a:latin typeface="+mn-lt"/>
                    <a:ea typeface="Times New Roman" panose="02020603050405020304" pitchFamily="18" charset="0"/>
                    <a:cs typeface="Times New Roman" panose="02020603050405020304" pitchFamily="18" charset="0"/>
                  </a:rPr>
                  <a:t>P-value :</a:t>
                </a:r>
                <a:r>
                  <a:rPr lang="en-IN" sz="2800" dirty="0">
                    <a:effectLst/>
                    <a:latin typeface="+mn-lt"/>
                    <a:ea typeface="Times New Roman" panose="02020603050405020304" pitchFamily="18" charset="0"/>
                    <a:cs typeface="Times New Roman" panose="02020603050405020304" pitchFamily="18" charset="0"/>
                  </a:rPr>
                  <a:t>If the null hypothesis is true</a:t>
                </a:r>
                <a:r>
                  <a:rPr lang="en-IN" sz="2800" b="1" dirty="0">
                    <a:effectLst/>
                    <a:latin typeface="+mn-lt"/>
                    <a:ea typeface="Times New Roman" panose="02020603050405020304" pitchFamily="18" charset="0"/>
                    <a:cs typeface="Times New Roman" panose="02020603050405020304" pitchFamily="18" charset="0"/>
                  </a:rPr>
                  <a:t> </a:t>
                </a:r>
                <a:r>
                  <a:rPr lang="en-IN" sz="2800" dirty="0">
                    <a:effectLst/>
                    <a:latin typeface="+mn-lt"/>
                    <a:ea typeface="Times New Roman" panose="02020603050405020304" pitchFamily="18" charset="0"/>
                    <a:cs typeface="Times New Roman" panose="02020603050405020304" pitchFamily="18" charset="0"/>
                  </a:rPr>
                  <a:t>, a p-value of hypothesis test is the probability of obtaining a sample statistics with a value as extreme or more extreme than one determined from sample data.</a:t>
                </a:r>
              </a:p>
              <a:p>
                <a:pPr algn="just"/>
                <a:r>
                  <a:rPr lang="en-IN" sz="2800" dirty="0">
                    <a:effectLst/>
                    <a:latin typeface="+mn-lt"/>
                    <a:ea typeface="Times New Roman" panose="02020603050405020304" pitchFamily="18" charset="0"/>
                    <a:cs typeface="Times New Roman" panose="02020603050405020304" pitchFamily="18" charset="0"/>
                  </a:rPr>
                  <a:t>The p-value depends on nature of test. There are three types of hypothesis tests- left tailed, right tailed and two tailed</a:t>
                </a:r>
                <a:r>
                  <a:rPr lang="en-IN" sz="1400" dirty="0">
                    <a:effectLst/>
                    <a:latin typeface="+mn-lt"/>
                    <a:ea typeface="Times New Roman" panose="02020603050405020304" pitchFamily="18" charset="0"/>
                    <a:cs typeface="Times New Roman" panose="02020603050405020304" pitchFamily="18" charset="0"/>
                  </a:rPr>
                  <a:t>.</a:t>
                </a:r>
                <a:endParaRPr lang="en-IN" sz="1400" dirty="0">
                  <a:effectLst/>
                  <a:latin typeface="+mn-lt"/>
                  <a:ea typeface="Calibri" panose="020F0502020204030204" pitchFamily="34" charset="0"/>
                  <a:cs typeface="Times New Roman" panose="02020603050405020304" pitchFamily="18" charset="0"/>
                </a:endParaRPr>
              </a:p>
              <a:p>
                <a:endParaRPr lang="en-IN" dirty="0"/>
              </a:p>
            </p:txBody>
          </p:sp>
        </mc:Choice>
        <mc:Fallback xmlns="">
          <p:sp>
            <p:nvSpPr>
              <p:cNvPr id="3" name="Text Placeholder 2">
                <a:extLst>
                  <a:ext uri="{FF2B5EF4-FFF2-40B4-BE49-F238E27FC236}">
                    <a16:creationId xmlns:a16="http://schemas.microsoft.com/office/drawing/2014/main" id="{F34355D6-F8F0-9391-8E54-261614267F2F}"/>
                  </a:ext>
                </a:extLst>
              </p:cNvPr>
              <p:cNvSpPr>
                <a:spLocks noGrp="1" noRot="1" noChangeAspect="1" noMove="1" noResize="1" noEditPoints="1" noAdjustHandles="1" noChangeArrowheads="1" noChangeShapeType="1" noTextEdit="1"/>
              </p:cNvSpPr>
              <p:nvPr>
                <p:ph type="body" sz="quarter" idx="13"/>
              </p:nvPr>
            </p:nvSpPr>
            <p:spPr>
              <a:xfrm>
                <a:off x="838199" y="1143000"/>
                <a:ext cx="10439401" cy="5097228"/>
              </a:xfrm>
              <a:blipFill>
                <a:blip r:embed="rId3"/>
                <a:stretch>
                  <a:fillRect l="-992" t="-2033" r="-1168"/>
                </a:stretch>
              </a:blipFill>
            </p:spPr>
            <p:txBody>
              <a:bodyPr/>
              <a:lstStyle/>
              <a:p>
                <a:r>
                  <a:rPr lang="en-IN">
                    <a:noFill/>
                  </a:rPr>
                  <a:t> </a:t>
                </a:r>
              </a:p>
            </p:txBody>
          </p:sp>
        </mc:Fallback>
      </mc:AlternateContent>
    </p:spTree>
    <p:extLst>
      <p:ext uri="{BB962C8B-B14F-4D97-AF65-F5344CB8AC3E}">
        <p14:creationId xmlns:p14="http://schemas.microsoft.com/office/powerpoint/2010/main" val="1878916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AFBB3-D19A-F415-28D9-9B622ECD8ECB}"/>
              </a:ext>
            </a:extLst>
          </p:cNvPr>
          <p:cNvSpPr>
            <a:spLocks noGrp="1"/>
          </p:cNvSpPr>
          <p:nvPr>
            <p:ph type="title"/>
          </p:nvPr>
        </p:nvSpPr>
        <p:spPr>
          <a:xfrm>
            <a:off x="0" y="160569"/>
            <a:ext cx="10160000" cy="764364"/>
          </a:xfrm>
        </p:spPr>
        <p:txBody>
          <a:bodyPr>
            <a:normAutofit fontScale="90000"/>
          </a:bodyPr>
          <a:lstStyle/>
          <a:p>
            <a:br>
              <a:rPr lang="en-IN" dirty="0"/>
            </a:br>
            <a:r>
              <a:rPr lang="en-IN" dirty="0"/>
              <a:t>Left Tailed Test</a:t>
            </a:r>
            <a:br>
              <a:rPr lang="en-IN" dirty="0"/>
            </a:br>
            <a:endParaRPr lang="en-IN" dirty="0"/>
          </a:p>
        </p:txBody>
      </p:sp>
      <p:pic>
        <p:nvPicPr>
          <p:cNvPr id="5" name="Picture 4">
            <a:extLst>
              <a:ext uri="{FF2B5EF4-FFF2-40B4-BE49-F238E27FC236}">
                <a16:creationId xmlns:a16="http://schemas.microsoft.com/office/drawing/2014/main" id="{384490F5-D1A3-5D74-EF29-39BFA5A011E3}"/>
              </a:ext>
            </a:extLst>
          </p:cNvPr>
          <p:cNvPicPr>
            <a:picLocks noChangeAspect="1"/>
          </p:cNvPicPr>
          <p:nvPr/>
        </p:nvPicPr>
        <p:blipFill>
          <a:blip r:embed="rId2"/>
          <a:stretch>
            <a:fillRect/>
          </a:stretch>
        </p:blipFill>
        <p:spPr>
          <a:xfrm>
            <a:off x="563400" y="1228724"/>
            <a:ext cx="11065199" cy="5038209"/>
          </a:xfrm>
          <a:prstGeom prst="rect">
            <a:avLst/>
          </a:prstGeom>
        </p:spPr>
      </p:pic>
      <p:sp>
        <p:nvSpPr>
          <p:cNvPr id="3" name="Text Placeholder 2">
            <a:extLst>
              <a:ext uri="{FF2B5EF4-FFF2-40B4-BE49-F238E27FC236}">
                <a16:creationId xmlns:a16="http://schemas.microsoft.com/office/drawing/2014/main" id="{C7AB1684-DB4C-D679-D13D-515C7305F73C}"/>
              </a:ext>
            </a:extLst>
          </p:cNvPr>
          <p:cNvSpPr>
            <a:spLocks noGrp="1"/>
          </p:cNvSpPr>
          <p:nvPr>
            <p:ph type="body" sz="quarter" idx="13"/>
          </p:nvPr>
        </p:nvSpPr>
        <p:spPr>
          <a:xfrm>
            <a:off x="276225" y="1038225"/>
            <a:ext cx="11563350" cy="5532499"/>
          </a:xfrm>
        </p:spPr>
        <p:txBody>
          <a:bodyPr/>
          <a:lstStyle/>
          <a:p>
            <a:pPr marL="0" indent="0">
              <a:buNone/>
            </a:pPr>
            <a:r>
              <a:rPr lang="en-US" dirty="0"/>
              <a:t>.</a:t>
            </a:r>
            <a:endParaRPr lang="en-IN" dirty="0"/>
          </a:p>
        </p:txBody>
      </p:sp>
    </p:spTree>
    <p:extLst>
      <p:ext uri="{BB962C8B-B14F-4D97-AF65-F5344CB8AC3E}">
        <p14:creationId xmlns:p14="http://schemas.microsoft.com/office/powerpoint/2010/main" val="245832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D8A6A-4454-0F50-66DD-35E61E6F5FB8}"/>
              </a:ext>
            </a:extLst>
          </p:cNvPr>
          <p:cNvSpPr>
            <a:spLocks noGrp="1"/>
          </p:cNvSpPr>
          <p:nvPr>
            <p:ph type="title"/>
          </p:nvPr>
        </p:nvSpPr>
        <p:spPr>
          <a:xfrm>
            <a:off x="0" y="160569"/>
            <a:ext cx="10160000" cy="764364"/>
          </a:xfrm>
        </p:spPr>
        <p:txBody>
          <a:bodyPr>
            <a:normAutofit fontScale="90000"/>
          </a:bodyPr>
          <a:lstStyle/>
          <a:p>
            <a:br>
              <a:rPr lang="en-IN" dirty="0"/>
            </a:br>
            <a:r>
              <a:rPr lang="en-IN" dirty="0"/>
              <a:t>Right Tailed test</a:t>
            </a:r>
            <a:br>
              <a:rPr lang="en-IN" dirty="0"/>
            </a:br>
            <a:endParaRPr lang="en-IN" dirty="0"/>
          </a:p>
        </p:txBody>
      </p:sp>
      <p:sp>
        <p:nvSpPr>
          <p:cNvPr id="3" name="Text Placeholder 2">
            <a:extLst>
              <a:ext uri="{FF2B5EF4-FFF2-40B4-BE49-F238E27FC236}">
                <a16:creationId xmlns:a16="http://schemas.microsoft.com/office/drawing/2014/main" id="{BA66039E-B02B-B53A-5E43-02434FE4DCA3}"/>
              </a:ext>
            </a:extLst>
          </p:cNvPr>
          <p:cNvSpPr>
            <a:spLocks noGrp="1"/>
          </p:cNvSpPr>
          <p:nvPr>
            <p:ph type="body" sz="quarter" idx="13"/>
          </p:nvPr>
        </p:nvSpPr>
        <p:spPr>
          <a:xfrm>
            <a:off x="104776" y="1019175"/>
            <a:ext cx="11820524" cy="5486400"/>
          </a:xfrm>
        </p:spPr>
        <p:txBody>
          <a:bodyPr/>
          <a:lstStyle/>
          <a:p>
            <a:pPr marL="0" indent="0">
              <a:buNone/>
            </a:pPr>
            <a:r>
              <a:rPr lang="en-US" dirty="0"/>
              <a:t>.</a:t>
            </a:r>
            <a:endParaRPr lang="en-IN" dirty="0"/>
          </a:p>
        </p:txBody>
      </p:sp>
      <p:pic>
        <p:nvPicPr>
          <p:cNvPr id="5" name="Picture 4">
            <a:extLst>
              <a:ext uri="{FF2B5EF4-FFF2-40B4-BE49-F238E27FC236}">
                <a16:creationId xmlns:a16="http://schemas.microsoft.com/office/drawing/2014/main" id="{B91E19D9-5D94-3F07-F422-28F1DD4CEA82}"/>
              </a:ext>
            </a:extLst>
          </p:cNvPr>
          <p:cNvPicPr>
            <a:picLocks noChangeAspect="1"/>
          </p:cNvPicPr>
          <p:nvPr/>
        </p:nvPicPr>
        <p:blipFill>
          <a:blip r:embed="rId2"/>
          <a:stretch>
            <a:fillRect/>
          </a:stretch>
        </p:blipFill>
        <p:spPr>
          <a:xfrm>
            <a:off x="560352" y="1219200"/>
            <a:ext cx="11071296" cy="4788631"/>
          </a:xfrm>
          <a:prstGeom prst="rect">
            <a:avLst/>
          </a:prstGeom>
        </p:spPr>
      </p:pic>
    </p:spTree>
    <p:extLst>
      <p:ext uri="{BB962C8B-B14F-4D97-AF65-F5344CB8AC3E}">
        <p14:creationId xmlns:p14="http://schemas.microsoft.com/office/powerpoint/2010/main" val="3907513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76948-790A-6B0C-EB66-80C347C49F02}"/>
              </a:ext>
            </a:extLst>
          </p:cNvPr>
          <p:cNvSpPr>
            <a:spLocks noGrp="1"/>
          </p:cNvSpPr>
          <p:nvPr>
            <p:ph type="title"/>
          </p:nvPr>
        </p:nvSpPr>
        <p:spPr>
          <a:xfrm>
            <a:off x="0" y="160569"/>
            <a:ext cx="10160000" cy="764364"/>
          </a:xfrm>
        </p:spPr>
        <p:txBody>
          <a:bodyPr>
            <a:normAutofit fontScale="90000"/>
          </a:bodyPr>
          <a:lstStyle/>
          <a:p>
            <a:br>
              <a:rPr lang="en-IN" dirty="0"/>
            </a:br>
            <a:r>
              <a:rPr lang="en-IN" dirty="0"/>
              <a:t>Two-Tailed Test</a:t>
            </a:r>
            <a:br>
              <a:rPr lang="en-IN" dirty="0"/>
            </a:br>
            <a:endParaRPr lang="en-IN" dirty="0"/>
          </a:p>
        </p:txBody>
      </p:sp>
      <p:sp>
        <p:nvSpPr>
          <p:cNvPr id="3" name="Text Placeholder 2">
            <a:extLst>
              <a:ext uri="{FF2B5EF4-FFF2-40B4-BE49-F238E27FC236}">
                <a16:creationId xmlns:a16="http://schemas.microsoft.com/office/drawing/2014/main" id="{7E456C0F-D6E6-D6B6-BDD2-F2B681F56587}"/>
              </a:ext>
            </a:extLst>
          </p:cNvPr>
          <p:cNvSpPr>
            <a:spLocks noGrp="1"/>
          </p:cNvSpPr>
          <p:nvPr>
            <p:ph type="body" sz="quarter" idx="13"/>
          </p:nvPr>
        </p:nvSpPr>
        <p:spPr>
          <a:xfrm>
            <a:off x="171450" y="1076325"/>
            <a:ext cx="11858625" cy="5621106"/>
          </a:xfrm>
        </p:spPr>
        <p:txBody>
          <a:bodyPr/>
          <a:lstStyle/>
          <a:p>
            <a:pPr marL="0" indent="0">
              <a:buNone/>
            </a:pPr>
            <a:r>
              <a:rPr lang="en-US" dirty="0"/>
              <a:t>.</a:t>
            </a:r>
            <a:endParaRPr lang="en-IN" dirty="0"/>
          </a:p>
        </p:txBody>
      </p:sp>
      <p:pic>
        <p:nvPicPr>
          <p:cNvPr id="5" name="Picture 4">
            <a:extLst>
              <a:ext uri="{FF2B5EF4-FFF2-40B4-BE49-F238E27FC236}">
                <a16:creationId xmlns:a16="http://schemas.microsoft.com/office/drawing/2014/main" id="{66270323-20DF-8E1D-AB23-3916E430B92E}"/>
              </a:ext>
            </a:extLst>
          </p:cNvPr>
          <p:cNvPicPr>
            <a:picLocks noChangeAspect="1"/>
          </p:cNvPicPr>
          <p:nvPr/>
        </p:nvPicPr>
        <p:blipFill>
          <a:blip r:embed="rId2"/>
          <a:stretch>
            <a:fillRect/>
          </a:stretch>
        </p:blipFill>
        <p:spPr>
          <a:xfrm>
            <a:off x="238126" y="1181100"/>
            <a:ext cx="11277600" cy="5238749"/>
          </a:xfrm>
          <a:prstGeom prst="rect">
            <a:avLst/>
          </a:prstGeom>
        </p:spPr>
      </p:pic>
    </p:spTree>
    <p:extLst>
      <p:ext uri="{BB962C8B-B14F-4D97-AF65-F5344CB8AC3E}">
        <p14:creationId xmlns:p14="http://schemas.microsoft.com/office/powerpoint/2010/main" val="1303386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D20C5-DC49-DA13-E3B9-3B5F64A01A1A}"/>
              </a:ext>
            </a:extLst>
          </p:cNvPr>
          <p:cNvSpPr>
            <a:spLocks noGrp="1"/>
          </p:cNvSpPr>
          <p:nvPr>
            <p:ph type="title"/>
          </p:nvPr>
        </p:nvSpPr>
        <p:spPr>
          <a:xfrm>
            <a:off x="0" y="160569"/>
            <a:ext cx="10160000" cy="764364"/>
          </a:xfrm>
        </p:spPr>
        <p:txBody>
          <a:bodyPr>
            <a:normAutofit fontScale="90000"/>
          </a:bodyPr>
          <a:lstStyle/>
          <a:p>
            <a:br>
              <a:rPr lang="en-IN" sz="2400" dirty="0">
                <a:effectLst/>
                <a:latin typeface="Calibri" panose="020F0502020204030204" pitchFamily="34" charset="0"/>
                <a:ea typeface="Calibri" panose="020F0502020204030204" pitchFamily="34" charset="0"/>
                <a:cs typeface="Times New Roman" panose="02020603050405020304" pitchFamily="18" charset="0"/>
              </a:rPr>
            </a:br>
            <a:r>
              <a:rPr lang="en-IN" sz="2400" dirty="0">
                <a:effectLst/>
                <a:latin typeface="Calibri" panose="020F0502020204030204" pitchFamily="34" charset="0"/>
                <a:ea typeface="Calibri" panose="020F0502020204030204" pitchFamily="34" charset="0"/>
                <a:cs typeface="Times New Roman" panose="02020603050405020304" pitchFamily="18" charset="0"/>
              </a:rPr>
              <a:t>Decision Rule based on p-value </a:t>
            </a:r>
            <a:br>
              <a:rPr lang="en-IN" dirty="0"/>
            </a:b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2591CDA-8816-2248-3464-7EBFF99DBCC1}"/>
                  </a:ext>
                </a:extLst>
              </p:cNvPr>
              <p:cNvSpPr>
                <a:spLocks noGrp="1"/>
              </p:cNvSpPr>
              <p:nvPr>
                <p:ph type="body" sz="quarter" idx="13"/>
              </p:nvPr>
            </p:nvSpPr>
            <p:spPr>
              <a:xfrm>
                <a:off x="123825" y="1181101"/>
                <a:ext cx="10315575" cy="2857500"/>
              </a:xfrm>
            </p:spPr>
            <p:txBody>
              <a:bodyPr>
                <a:normAutofit lnSpcReduction="10000"/>
              </a:bodyPr>
              <a:lstStyle/>
              <a:p>
                <a:pPr marL="0" indent="0">
                  <a:buNone/>
                </a:pPr>
                <a:r>
                  <a:rPr lang="en-IN" sz="2400" dirty="0">
                    <a:effectLst/>
                    <a:latin typeface="+mn-lt"/>
                    <a:ea typeface="Calibri" panose="020F0502020204030204" pitchFamily="34" charset="0"/>
                    <a:cs typeface="Times New Roman" panose="02020603050405020304" pitchFamily="18" charset="0"/>
                  </a:rPr>
                  <a:t>Decision Rule based on p-value to make a conclusion in a hypothesis test , compare the </a:t>
                </a:r>
                <a14:m>
                  <m:oMath xmlns:m="http://schemas.openxmlformats.org/officeDocument/2006/math">
                    <m:r>
                      <a:rPr lang="en-IN" sz="2400" i="1">
                        <a:effectLst/>
                        <a:latin typeface="Cambria Math" panose="02040503050406030204" pitchFamily="18" charset="0"/>
                        <a:ea typeface="Calibri" panose="020F0502020204030204" pitchFamily="34" charset="0"/>
                        <a:cs typeface="Times New Roman" panose="02020603050405020304" pitchFamily="18" charset="0"/>
                      </a:rPr>
                      <m:t>𝑝</m:t>
                    </m:r>
                    <m:r>
                      <a:rPr lang="en-IN" sz="24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sz="2400" dirty="0">
                    <a:effectLst/>
                    <a:latin typeface="+mn-lt"/>
                    <a:ea typeface="Times New Roman" panose="02020603050405020304" pitchFamily="18" charset="0"/>
                    <a:cs typeface="Times New Roman" panose="02020603050405020304" pitchFamily="18" charset="0"/>
                  </a:rPr>
                  <a:t> value with </a:t>
                </a:r>
                <a14:m>
                  <m:oMath xmlns:m="http://schemas.openxmlformats.org/officeDocument/2006/math">
                    <m:r>
                      <a:rPr lang="en-IN" sz="2400" i="1">
                        <a:effectLst/>
                        <a:latin typeface="Cambria Math" panose="02040503050406030204" pitchFamily="18" charset="0"/>
                        <a:ea typeface="Times New Roman" panose="02020603050405020304" pitchFamily="18" charset="0"/>
                        <a:cs typeface="Times New Roman" panose="02020603050405020304" pitchFamily="18" charset="0"/>
                      </a:rPr>
                      <m:t>𝛼</m:t>
                    </m:r>
                    <m:r>
                      <a:rPr lang="en-IN" sz="24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IN" sz="2400" dirty="0">
                    <a:effectLst/>
                    <a:latin typeface="+mn-lt"/>
                    <a:ea typeface="Times New Roman" panose="02020603050405020304" pitchFamily="18" charset="0"/>
                    <a:cs typeface="Times New Roman" panose="02020603050405020304" pitchFamily="18" charset="0"/>
                  </a:rPr>
                  <a:t> </a:t>
                </a:r>
              </a:p>
              <a:p>
                <a:endParaRPr lang="en-IN" sz="2400" dirty="0">
                  <a:latin typeface="+mn-lt"/>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dirty="0">
                    <a:effectLst/>
                    <a:latin typeface="+mn-lt"/>
                    <a:ea typeface="Calibri" panose="020F0502020204030204" pitchFamily="34" charset="0"/>
                    <a:cs typeface="Times New Roman" panose="02020603050405020304" pitchFamily="18" charset="0"/>
                  </a:rPr>
                  <a:t>If </a:t>
                </a:r>
                <a14:m>
                  <m:oMath xmlns:m="http://schemas.openxmlformats.org/officeDocument/2006/math">
                    <m:r>
                      <a:rPr lang="en-IN" sz="2400" i="1">
                        <a:effectLst/>
                        <a:latin typeface="Cambria Math" panose="02040503050406030204" pitchFamily="18" charset="0"/>
                        <a:ea typeface="Calibri" panose="020F0502020204030204" pitchFamily="34" charset="0"/>
                        <a:cs typeface="Times New Roman" panose="02020603050405020304" pitchFamily="18" charset="0"/>
                      </a:rPr>
                      <m:t>𝑝</m:t>
                    </m:r>
                    <m:r>
                      <a:rPr lang="en-IN" sz="2400" i="1">
                        <a:effectLst/>
                        <a:latin typeface="Cambria Math" panose="02040503050406030204" pitchFamily="18" charset="0"/>
                        <a:ea typeface="Calibri" panose="020F0502020204030204" pitchFamily="34" charset="0"/>
                        <a:cs typeface="Times New Roman" panose="02020603050405020304" pitchFamily="18" charset="0"/>
                      </a:rPr>
                      <m:t>≤</m:t>
                    </m:r>
                    <m:r>
                      <a:rPr lang="en-IN" sz="2400" i="1">
                        <a:effectLst/>
                        <a:latin typeface="Cambria Math" panose="02040503050406030204" pitchFamily="18" charset="0"/>
                        <a:ea typeface="Calibri" panose="020F0502020204030204" pitchFamily="34" charset="0"/>
                        <a:cs typeface="Times New Roman" panose="02020603050405020304" pitchFamily="18" charset="0"/>
                      </a:rPr>
                      <m:t>𝛼</m:t>
                    </m:r>
                    <m:r>
                      <a:rPr lang="en-IN" sz="24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sz="2400" dirty="0">
                    <a:effectLst/>
                    <a:latin typeface="+mn-lt"/>
                    <a:ea typeface="Times New Roman" panose="02020603050405020304" pitchFamily="18" charset="0"/>
                    <a:cs typeface="Times New Roman" panose="02020603050405020304" pitchFamily="18" charset="0"/>
                  </a:rPr>
                  <a:t> reject </a:t>
                </a:r>
                <a14:m>
                  <m:oMath xmlns:m="http://schemas.openxmlformats.org/officeDocument/2006/math">
                    <m:sSub>
                      <m:sSub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n-IN" sz="2400" i="1">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IN" sz="24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sz="2400" dirty="0">
                  <a:effectLst/>
                  <a:latin typeface="+mn-lt"/>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endParaRPr lang="en-IN" sz="2400" dirty="0">
                  <a:effectLs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IN" sz="2400" dirty="0">
                    <a:effectLst/>
                    <a:latin typeface="+mn-lt"/>
                    <a:ea typeface="Calibri" panose="020F0502020204030204" pitchFamily="34" charset="0"/>
                    <a:cs typeface="Times New Roman" panose="02020603050405020304" pitchFamily="18" charset="0"/>
                  </a:rPr>
                  <a:t>If </a:t>
                </a:r>
                <a14:m>
                  <m:oMath xmlns:m="http://schemas.openxmlformats.org/officeDocument/2006/math">
                    <m:r>
                      <a:rPr lang="en-IN" sz="2400" i="1">
                        <a:effectLst/>
                        <a:latin typeface="Cambria Math" panose="02040503050406030204" pitchFamily="18" charset="0"/>
                        <a:ea typeface="Calibri" panose="020F0502020204030204" pitchFamily="34" charset="0"/>
                        <a:cs typeface="Times New Roman" panose="02020603050405020304" pitchFamily="18" charset="0"/>
                      </a:rPr>
                      <m:t>𝑝</m:t>
                    </m:r>
                    <m:r>
                      <a:rPr lang="en-IN" sz="2400" i="1">
                        <a:effectLst/>
                        <a:latin typeface="Cambria Math" panose="02040503050406030204" pitchFamily="18" charset="0"/>
                        <a:ea typeface="Calibri" panose="020F0502020204030204" pitchFamily="34" charset="0"/>
                        <a:cs typeface="Times New Roman" panose="02020603050405020304" pitchFamily="18" charset="0"/>
                      </a:rPr>
                      <m:t>&gt;</m:t>
                    </m:r>
                    <m:r>
                      <a:rPr lang="en-IN" sz="2400" i="1">
                        <a:effectLst/>
                        <a:latin typeface="Cambria Math" panose="02040503050406030204" pitchFamily="18" charset="0"/>
                        <a:ea typeface="Calibri" panose="020F0502020204030204" pitchFamily="34" charset="0"/>
                        <a:cs typeface="Times New Roman" panose="02020603050405020304" pitchFamily="18" charset="0"/>
                      </a:rPr>
                      <m:t>𝛼</m:t>
                    </m:r>
                  </m:oMath>
                </a14:m>
                <a:r>
                  <a:rPr lang="en-IN" sz="2400" dirty="0">
                    <a:effectLst/>
                    <a:latin typeface="+mn-lt"/>
                    <a:ea typeface="Times New Roman" panose="02020603050405020304" pitchFamily="18" charset="0"/>
                    <a:cs typeface="Times New Roman" panose="02020603050405020304" pitchFamily="18" charset="0"/>
                  </a:rPr>
                  <a:t> , fail to reject </a:t>
                </a:r>
                <a14:m>
                  <m:oMath xmlns:m="http://schemas.openxmlformats.org/officeDocument/2006/math">
                    <m:sSub>
                      <m:sSub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n-IN" sz="2400" i="1">
                            <a:effectLst/>
                            <a:latin typeface="Cambria Math" panose="02040503050406030204" pitchFamily="18" charset="0"/>
                            <a:ea typeface="Times New Roman" panose="02020603050405020304" pitchFamily="18" charset="0"/>
                            <a:cs typeface="Times New Roman" panose="02020603050405020304" pitchFamily="18" charset="0"/>
                          </a:rPr>
                          <m:t>0</m:t>
                        </m:r>
                      </m:sub>
                    </m:sSub>
                    <m:r>
                      <a:rPr lang="en-IN" sz="24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sz="2400" dirty="0">
                  <a:effectLst/>
                  <a:latin typeface="+mn-lt"/>
                  <a:ea typeface="Calibri" panose="020F0502020204030204" pitchFamily="34" charset="0"/>
                  <a:cs typeface="Times New Roman" panose="02020603050405020304" pitchFamily="18" charset="0"/>
                </a:endParaRPr>
              </a:p>
              <a:p>
                <a:pPr marL="0" indent="0">
                  <a:buNone/>
                </a:pPr>
                <a:endParaRPr lang="en-IN" dirty="0"/>
              </a:p>
            </p:txBody>
          </p:sp>
        </mc:Choice>
        <mc:Fallback xmlns="">
          <p:sp>
            <p:nvSpPr>
              <p:cNvPr id="3" name="Text Placeholder 2">
                <a:extLst>
                  <a:ext uri="{FF2B5EF4-FFF2-40B4-BE49-F238E27FC236}">
                    <a16:creationId xmlns:a16="http://schemas.microsoft.com/office/drawing/2014/main" id="{B2591CDA-8816-2248-3464-7EBFF99DBCC1}"/>
                  </a:ext>
                </a:extLst>
              </p:cNvPr>
              <p:cNvSpPr>
                <a:spLocks noGrp="1" noRot="1" noChangeAspect="1" noMove="1" noResize="1" noEditPoints="1" noAdjustHandles="1" noChangeArrowheads="1" noChangeShapeType="1" noTextEdit="1"/>
              </p:cNvSpPr>
              <p:nvPr>
                <p:ph type="body" sz="quarter" idx="13"/>
              </p:nvPr>
            </p:nvSpPr>
            <p:spPr>
              <a:xfrm>
                <a:off x="123825" y="1181101"/>
                <a:ext cx="10315575" cy="2857500"/>
              </a:xfrm>
              <a:blipFill>
                <a:blip r:embed="rId2"/>
                <a:stretch>
                  <a:fillRect l="-945" t="-4051"/>
                </a:stretch>
              </a:blipFill>
            </p:spPr>
            <p:txBody>
              <a:bodyPr/>
              <a:lstStyle/>
              <a:p>
                <a:r>
                  <a:rPr lang="en-IN">
                    <a:noFill/>
                  </a:rPr>
                  <a:t> </a:t>
                </a:r>
              </a:p>
            </p:txBody>
          </p:sp>
        </mc:Fallback>
      </mc:AlternateContent>
    </p:spTree>
    <p:extLst>
      <p:ext uri="{BB962C8B-B14F-4D97-AF65-F5344CB8AC3E}">
        <p14:creationId xmlns:p14="http://schemas.microsoft.com/office/powerpoint/2010/main" val="3264391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7E36F-05BC-D174-E543-328F498EB911}"/>
              </a:ext>
            </a:extLst>
          </p:cNvPr>
          <p:cNvSpPr>
            <a:spLocks noGrp="1"/>
          </p:cNvSpPr>
          <p:nvPr>
            <p:ph type="title"/>
          </p:nvPr>
        </p:nvSpPr>
        <p:spPr>
          <a:xfrm>
            <a:off x="85725" y="160569"/>
            <a:ext cx="10074275" cy="764364"/>
          </a:xfrm>
        </p:spPr>
        <p:txBody>
          <a:bodyPr>
            <a:normAutofit fontScale="90000"/>
          </a:bodyPr>
          <a:lstStyle/>
          <a:p>
            <a:br>
              <a:rPr lang="en-US" sz="2400" dirty="0">
                <a:latin typeface="+mn-lt"/>
              </a:rPr>
            </a:br>
            <a:r>
              <a:rPr lang="en-US" sz="2400" dirty="0">
                <a:latin typeface="+mn-lt"/>
              </a:rPr>
              <a:t>Procedure for Testing of Hypothesis (for single mean):</a:t>
            </a:r>
            <a:br>
              <a:rPr lang="en-IN" sz="2400" dirty="0">
                <a:latin typeface="+mn-lt"/>
              </a:rPr>
            </a:br>
            <a:endParaRPr lang="en-IN" dirty="0">
              <a:latin typeface="+mn-lt"/>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639E8C8-3508-425F-DD3F-48C123B22A89}"/>
                  </a:ext>
                </a:extLst>
              </p:cNvPr>
              <p:cNvSpPr>
                <a:spLocks noGrp="1"/>
              </p:cNvSpPr>
              <p:nvPr>
                <p:ph type="body" sz="quarter" idx="13"/>
              </p:nvPr>
            </p:nvSpPr>
            <p:spPr>
              <a:xfrm>
                <a:off x="85725" y="1019175"/>
                <a:ext cx="11572875" cy="5678256"/>
              </a:xfrm>
            </p:spPr>
            <p:txBody>
              <a:bodyPr/>
              <a:lstStyle/>
              <a:p>
                <a:pPr lvl="0">
                  <a:buFont typeface="Courier New" panose="02070309020205020404" pitchFamily="49" charset="0"/>
                  <a:buChar char="o"/>
                </a:pPr>
                <a:r>
                  <a:rPr lang="en-US" sz="2800" b="1" dirty="0">
                    <a:latin typeface="+mn-lt"/>
                  </a:rPr>
                  <a:t>Null Hypothesis :</a:t>
                </a:r>
                <a:r>
                  <a:rPr lang="en-US" sz="2800" dirty="0">
                    <a:latin typeface="+mn-lt"/>
                  </a:rPr>
                  <a:t>Set up Null Hypothesis </a:t>
                </a:r>
                <a14:m>
                  <m:oMath xmlns:m="http://schemas.openxmlformats.org/officeDocument/2006/math">
                    <m:sSub>
                      <m:sSubPr>
                        <m:ctrlPr>
                          <a:rPr lang="en-IN" sz="2800" i="1">
                            <a:latin typeface="Cambria Math" panose="02040503050406030204" pitchFamily="18" charset="0"/>
                          </a:rPr>
                        </m:ctrlPr>
                      </m:sSubPr>
                      <m:e>
                        <m:r>
                          <m:rPr>
                            <m:sty m:val="p"/>
                          </m:rPr>
                          <a:rPr lang="en-US" sz="2800" b="0">
                            <a:latin typeface="Cambria Math" panose="02040503050406030204" pitchFamily="18" charset="0"/>
                          </a:rPr>
                          <m:t>H</m:t>
                        </m:r>
                      </m:e>
                      <m:sub>
                        <m:r>
                          <a:rPr lang="en-US" sz="2800" b="0">
                            <a:latin typeface="Cambria Math" panose="02040503050406030204" pitchFamily="18" charset="0"/>
                          </a:rPr>
                          <m:t>0</m:t>
                        </m:r>
                      </m:sub>
                    </m:sSub>
                  </m:oMath>
                </a14:m>
                <a:r>
                  <a:rPr lang="en-US" sz="2800" dirty="0">
                    <a:latin typeface="+mn-lt"/>
                  </a:rPr>
                  <a:t> .</a:t>
                </a:r>
                <a:endParaRPr lang="en-IN" sz="2800" dirty="0">
                  <a:latin typeface="+mn-lt"/>
                </a:endParaRPr>
              </a:p>
              <a:p>
                <a:pPr lvl="0">
                  <a:buFont typeface="Courier New" panose="02070309020205020404" pitchFamily="49" charset="0"/>
                  <a:buChar char="o"/>
                </a:pPr>
                <a:r>
                  <a:rPr lang="en-US" sz="2800" b="1" dirty="0">
                    <a:latin typeface="+mn-lt"/>
                  </a:rPr>
                  <a:t>Alternative Hypothesis: </a:t>
                </a:r>
                <a:r>
                  <a:rPr lang="en-US" sz="2800" dirty="0">
                    <a:latin typeface="+mn-lt"/>
                  </a:rPr>
                  <a:t>Set up the Alternative Hypothesis </a:t>
                </a:r>
                <a14:m>
                  <m:oMath xmlns:m="http://schemas.openxmlformats.org/officeDocument/2006/math">
                    <m:sSub>
                      <m:sSubPr>
                        <m:ctrlPr>
                          <a:rPr lang="en-IN" sz="2800" i="1">
                            <a:latin typeface="Cambria Math" panose="02040503050406030204" pitchFamily="18" charset="0"/>
                          </a:rPr>
                        </m:ctrlPr>
                      </m:sSubPr>
                      <m:e>
                        <m:r>
                          <m:rPr>
                            <m:sty m:val="p"/>
                          </m:rPr>
                          <a:rPr lang="en-US" sz="2800">
                            <a:latin typeface="Cambria Math" panose="02040503050406030204" pitchFamily="18" charset="0"/>
                          </a:rPr>
                          <m:t>H</m:t>
                        </m:r>
                      </m:e>
                      <m:sub>
                        <m:r>
                          <a:rPr lang="en-US" sz="2800">
                            <a:latin typeface="Cambria Math" panose="02040503050406030204" pitchFamily="18" charset="0"/>
                          </a:rPr>
                          <m:t>1</m:t>
                        </m:r>
                      </m:sub>
                    </m:sSub>
                  </m:oMath>
                </a14:m>
                <a:r>
                  <a:rPr lang="en-US" sz="2800" dirty="0">
                    <a:latin typeface="+mn-lt"/>
                  </a:rPr>
                  <a:t>. This will be enable us to decide whether we have to use single-tailed test or two-tailed test.</a:t>
                </a:r>
                <a:endParaRPr lang="en-IN" sz="2800" dirty="0">
                  <a:latin typeface="+mn-lt"/>
                </a:endParaRPr>
              </a:p>
              <a:p>
                <a:pPr lvl="0">
                  <a:buFont typeface="Courier New" panose="02070309020205020404" pitchFamily="49" charset="0"/>
                  <a:buChar char="o"/>
                </a:pPr>
                <a:r>
                  <a:rPr lang="en-US" sz="2800" b="1" dirty="0">
                    <a:latin typeface="+mn-lt"/>
                  </a:rPr>
                  <a:t>Level of Significance: Choose the appropriate level of Significance </a:t>
                </a:r>
                <a14:m>
                  <m:oMath xmlns:m="http://schemas.openxmlformats.org/officeDocument/2006/math">
                    <m:r>
                      <a:rPr lang="en-US" sz="2800" b="1" i="1">
                        <a:latin typeface="Cambria Math" panose="02040503050406030204" pitchFamily="18" charset="0"/>
                      </a:rPr>
                      <m:t>𝛂</m:t>
                    </m:r>
                  </m:oMath>
                </a14:m>
                <a:r>
                  <a:rPr lang="en-US" sz="2800" b="1" dirty="0">
                    <a:latin typeface="+mn-lt"/>
                  </a:rPr>
                  <a:t> .</a:t>
                </a:r>
                <a:endParaRPr lang="en-IN" sz="2800" dirty="0">
                  <a:latin typeface="+mn-lt"/>
                </a:endParaRPr>
              </a:p>
              <a:p>
                <a:pPr lvl="0">
                  <a:buFont typeface="Courier New" panose="02070309020205020404" pitchFamily="49" charset="0"/>
                  <a:buChar char="o"/>
                </a:pPr>
                <a:r>
                  <a:rPr lang="en-US" sz="2800" b="1" dirty="0">
                    <a:latin typeface="+mn-lt"/>
                  </a:rPr>
                  <a:t>Test Statistics: Compute </a:t>
                </a:r>
                <a14:m>
                  <m:oMath xmlns:m="http://schemas.openxmlformats.org/officeDocument/2006/math">
                    <m:r>
                      <m:rPr>
                        <m:sty m:val="p"/>
                      </m:rPr>
                      <a:rPr lang="en-US" sz="2800">
                        <a:latin typeface="Cambria Math" panose="02040503050406030204" pitchFamily="18" charset="0"/>
                      </a:rPr>
                      <m:t>z</m:t>
                    </m:r>
                    <m:r>
                      <a:rPr lang="en-US" sz="2800">
                        <a:latin typeface="Cambria Math" panose="02040503050406030204" pitchFamily="18" charset="0"/>
                      </a:rPr>
                      <m:t>=</m:t>
                    </m:r>
                    <m:f>
                      <m:fPr>
                        <m:ctrlPr>
                          <a:rPr lang="en-IN" sz="2800" i="1">
                            <a:latin typeface="Cambria Math" panose="02040503050406030204" pitchFamily="18" charset="0"/>
                          </a:rPr>
                        </m:ctrlPr>
                      </m:fPr>
                      <m:num>
                        <m:acc>
                          <m:accPr>
                            <m:chr m:val="̅"/>
                            <m:ctrlPr>
                              <a:rPr lang="en-IN" sz="2800" i="1">
                                <a:latin typeface="Cambria Math" panose="02040503050406030204" pitchFamily="18" charset="0"/>
                              </a:rPr>
                            </m:ctrlPr>
                          </m:accPr>
                          <m:e>
                            <m:r>
                              <m:rPr>
                                <m:sty m:val="p"/>
                              </m:rPr>
                              <a:rPr lang="en-US" sz="2800">
                                <a:latin typeface="Cambria Math" panose="02040503050406030204" pitchFamily="18" charset="0"/>
                              </a:rPr>
                              <m:t>x</m:t>
                            </m:r>
                          </m:e>
                        </m:acc>
                        <m:r>
                          <a:rPr lang="en-US" sz="2800" i="1">
                            <a:latin typeface="Cambria Math" panose="02040503050406030204" pitchFamily="18" charset="0"/>
                          </a:rPr>
                          <m:t>−</m:t>
                        </m:r>
                        <m:r>
                          <m:rPr>
                            <m:sty m:val="p"/>
                          </m:rPr>
                          <a:rPr lang="en-US" sz="2800">
                            <a:latin typeface="Cambria Math" panose="02040503050406030204" pitchFamily="18" charset="0"/>
                          </a:rPr>
                          <m:t>μ</m:t>
                        </m:r>
                      </m:num>
                      <m:den>
                        <m:sSub>
                          <m:sSubPr>
                            <m:ctrlPr>
                              <a:rPr lang="en-IN" sz="2800" i="1">
                                <a:latin typeface="Cambria Math" panose="02040503050406030204" pitchFamily="18" charset="0"/>
                              </a:rPr>
                            </m:ctrlPr>
                          </m:sSubPr>
                          <m:e>
                            <m:r>
                              <m:rPr>
                                <m:sty m:val="p"/>
                              </m:rPr>
                              <a:rPr lang="en-US" sz="2800">
                                <a:latin typeface="Cambria Math" panose="02040503050406030204" pitchFamily="18" charset="0"/>
                              </a:rPr>
                              <m:t>σ</m:t>
                            </m:r>
                          </m:e>
                          <m:sub>
                            <m:acc>
                              <m:accPr>
                                <m:chr m:val="̅"/>
                                <m:ctrlPr>
                                  <a:rPr lang="en-IN" sz="2800" i="1">
                                    <a:latin typeface="Cambria Math" panose="02040503050406030204" pitchFamily="18" charset="0"/>
                                  </a:rPr>
                                </m:ctrlPr>
                              </m:accPr>
                              <m:e>
                                <m:r>
                                  <m:rPr>
                                    <m:sty m:val="p"/>
                                  </m:rPr>
                                  <a:rPr lang="en-US" sz="2800">
                                    <a:latin typeface="Cambria Math" panose="02040503050406030204" pitchFamily="18" charset="0"/>
                                  </a:rPr>
                                  <m:t>x</m:t>
                                </m:r>
                              </m:e>
                            </m:acc>
                          </m:sub>
                        </m:sSub>
                      </m:den>
                    </m:f>
                    <m:r>
                      <a:rPr lang="en-US" sz="2800">
                        <a:latin typeface="Cambria Math" panose="02040503050406030204" pitchFamily="18" charset="0"/>
                      </a:rPr>
                      <m:t>=</m:t>
                    </m:r>
                    <m:f>
                      <m:fPr>
                        <m:ctrlPr>
                          <a:rPr lang="en-IN" sz="2800" i="1">
                            <a:latin typeface="Cambria Math" panose="02040503050406030204" pitchFamily="18" charset="0"/>
                          </a:rPr>
                        </m:ctrlPr>
                      </m:fPr>
                      <m:num>
                        <m:acc>
                          <m:accPr>
                            <m:chr m:val="̅"/>
                            <m:ctrlPr>
                              <a:rPr lang="en-IN" sz="2800" i="1">
                                <a:latin typeface="Cambria Math" panose="02040503050406030204" pitchFamily="18" charset="0"/>
                              </a:rPr>
                            </m:ctrlPr>
                          </m:accPr>
                          <m:e>
                            <m:r>
                              <m:rPr>
                                <m:sty m:val="p"/>
                              </m:rPr>
                              <a:rPr lang="en-US" sz="2800">
                                <a:latin typeface="Cambria Math" panose="02040503050406030204" pitchFamily="18" charset="0"/>
                              </a:rPr>
                              <m:t>x</m:t>
                            </m:r>
                          </m:e>
                        </m:acc>
                        <m:r>
                          <a:rPr lang="en-US" sz="2800" i="1">
                            <a:latin typeface="Cambria Math" panose="02040503050406030204" pitchFamily="18" charset="0"/>
                          </a:rPr>
                          <m:t>−</m:t>
                        </m:r>
                        <m:r>
                          <m:rPr>
                            <m:sty m:val="p"/>
                          </m:rPr>
                          <a:rPr lang="en-US" sz="2800">
                            <a:latin typeface="Cambria Math" panose="02040503050406030204" pitchFamily="18" charset="0"/>
                          </a:rPr>
                          <m:t>μ</m:t>
                        </m:r>
                      </m:num>
                      <m:den>
                        <m:f>
                          <m:fPr>
                            <m:ctrlPr>
                              <a:rPr lang="en-IN" sz="2800" i="1">
                                <a:latin typeface="Cambria Math" panose="02040503050406030204" pitchFamily="18" charset="0"/>
                              </a:rPr>
                            </m:ctrlPr>
                          </m:fPr>
                          <m:num>
                            <m:r>
                              <m:rPr>
                                <m:sty m:val="p"/>
                              </m:rPr>
                              <a:rPr lang="en-US" sz="2800">
                                <a:latin typeface="Cambria Math" panose="02040503050406030204" pitchFamily="18" charset="0"/>
                              </a:rPr>
                              <m:t>σ</m:t>
                            </m:r>
                          </m:num>
                          <m:den>
                            <m:rad>
                              <m:radPr>
                                <m:degHide m:val="on"/>
                                <m:ctrlPr>
                                  <a:rPr lang="en-IN" sz="2800" i="1">
                                    <a:latin typeface="Cambria Math" panose="02040503050406030204" pitchFamily="18" charset="0"/>
                                  </a:rPr>
                                </m:ctrlPr>
                              </m:radPr>
                              <m:deg/>
                              <m:e>
                                <m:r>
                                  <m:rPr>
                                    <m:sty m:val="p"/>
                                  </m:rPr>
                                  <a:rPr lang="en-US" sz="2800">
                                    <a:latin typeface="Cambria Math" panose="02040503050406030204" pitchFamily="18" charset="0"/>
                                  </a:rPr>
                                  <m:t>n</m:t>
                                </m:r>
                              </m:e>
                            </m:rad>
                          </m:den>
                        </m:f>
                      </m:den>
                    </m:f>
                  </m:oMath>
                </a14:m>
                <a:r>
                  <a:rPr lang="en-US" sz="2800" dirty="0">
                    <a:latin typeface="+mn-lt"/>
                  </a:rPr>
                  <a:t> under the Null hypothesis.</a:t>
                </a:r>
                <a:endParaRPr lang="en-IN" sz="2800" dirty="0">
                  <a:latin typeface="+mn-lt"/>
                </a:endParaRPr>
              </a:p>
              <a:p>
                <a:pPr>
                  <a:buFont typeface="Wingdings" panose="05000000000000000000" pitchFamily="2" charset="2"/>
                  <a:buChar char="v"/>
                </a:pPr>
                <a:r>
                  <a:rPr lang="en-US" sz="2800" b="1" dirty="0">
                    <a:latin typeface="+mn-lt"/>
                  </a:rPr>
                  <a:t>Remark: If the population standard deviation </a:t>
                </a:r>
                <a14:m>
                  <m:oMath xmlns:m="http://schemas.openxmlformats.org/officeDocument/2006/math">
                    <m:r>
                      <m:rPr>
                        <m:sty m:val="p"/>
                      </m:rPr>
                      <a:rPr lang="en-US" sz="2800">
                        <a:latin typeface="Cambria Math" panose="02040503050406030204" pitchFamily="18" charset="0"/>
                      </a:rPr>
                      <m:t>σ</m:t>
                    </m:r>
                  </m:oMath>
                </a14:m>
                <a:r>
                  <a:rPr lang="en-US" sz="2800" dirty="0">
                    <a:latin typeface="+mn-lt"/>
                  </a:rPr>
                  <a:t> is unknown then we use t-distribution. But whenever sample size is large then t -distribution is nearly equal to  Z-distribution.</a:t>
                </a:r>
                <a:endParaRPr lang="en-IN" sz="2800" dirty="0">
                  <a:latin typeface="+mn-lt"/>
                </a:endParaRPr>
              </a:p>
              <a:p>
                <a:pPr lvl="0">
                  <a:buFont typeface="Courier New" panose="02070309020205020404" pitchFamily="49" charset="0"/>
                  <a:buChar char="o"/>
                </a:pPr>
                <a:r>
                  <a:rPr lang="en-US" sz="2800" b="1" dirty="0">
                    <a:latin typeface="+mn-lt"/>
                  </a:rPr>
                  <a:t>Conclusion: We Compare z the computed value of Z in step 4 with the significant value </a:t>
                </a:r>
                <a14:m>
                  <m:oMath xmlns:m="http://schemas.openxmlformats.org/officeDocument/2006/math">
                    <m:sSub>
                      <m:sSubPr>
                        <m:ctrlPr>
                          <a:rPr lang="en-IN" sz="2800" i="1">
                            <a:latin typeface="Cambria Math" panose="02040503050406030204" pitchFamily="18" charset="0"/>
                          </a:rPr>
                        </m:ctrlPr>
                      </m:sSubPr>
                      <m:e>
                        <m:r>
                          <m:rPr>
                            <m:sty m:val="p"/>
                          </m:rPr>
                          <a:rPr lang="en-US" sz="2800">
                            <a:latin typeface="Cambria Math" panose="02040503050406030204" pitchFamily="18" charset="0"/>
                          </a:rPr>
                          <m:t>Z</m:t>
                        </m:r>
                      </m:e>
                      <m:sub>
                        <m:r>
                          <m:rPr>
                            <m:sty m:val="p"/>
                          </m:rPr>
                          <a:rPr lang="en-US" sz="2800">
                            <a:latin typeface="Cambria Math" panose="02040503050406030204" pitchFamily="18" charset="0"/>
                          </a:rPr>
                          <m:t>α</m:t>
                        </m:r>
                      </m:sub>
                    </m:sSub>
                  </m:oMath>
                </a14:m>
                <a:r>
                  <a:rPr lang="en-US" sz="2800" b="1" dirty="0">
                    <a:latin typeface="+mn-lt"/>
                  </a:rPr>
                  <a:t> , at given level of significance </a:t>
                </a:r>
                <a14:m>
                  <m:oMath xmlns:m="http://schemas.openxmlformats.org/officeDocument/2006/math">
                    <m:r>
                      <a:rPr lang="en-US" sz="2800" b="1" i="1">
                        <a:latin typeface="Cambria Math" panose="02040503050406030204" pitchFamily="18" charset="0"/>
                      </a:rPr>
                      <m:t>𝛂</m:t>
                    </m:r>
                    <m:r>
                      <a:rPr lang="en-US" sz="2800" b="1">
                        <a:latin typeface="Cambria Math" panose="02040503050406030204" pitchFamily="18" charset="0"/>
                      </a:rPr>
                      <m:t>.</m:t>
                    </m:r>
                  </m:oMath>
                </a14:m>
                <a:endParaRPr lang="en-IN" sz="2800" dirty="0">
                  <a:latin typeface="+mn-lt"/>
                </a:endParaRPr>
              </a:p>
              <a:p>
                <a:pPr marL="0" indent="0">
                  <a:buNone/>
                </a:pPr>
                <a:endParaRPr lang="en-IN" dirty="0"/>
              </a:p>
            </p:txBody>
          </p:sp>
        </mc:Choice>
        <mc:Fallback xmlns="">
          <p:sp>
            <p:nvSpPr>
              <p:cNvPr id="3" name="Text Placeholder 2">
                <a:extLst>
                  <a:ext uri="{FF2B5EF4-FFF2-40B4-BE49-F238E27FC236}">
                    <a16:creationId xmlns:a16="http://schemas.microsoft.com/office/drawing/2014/main" id="{5639E8C8-3508-425F-DD3F-48C123B22A89}"/>
                  </a:ext>
                </a:extLst>
              </p:cNvPr>
              <p:cNvSpPr>
                <a:spLocks noGrp="1" noRot="1" noChangeAspect="1" noMove="1" noResize="1" noEditPoints="1" noAdjustHandles="1" noChangeArrowheads="1" noChangeShapeType="1" noTextEdit="1"/>
              </p:cNvSpPr>
              <p:nvPr>
                <p:ph type="body" sz="quarter" idx="13"/>
              </p:nvPr>
            </p:nvSpPr>
            <p:spPr>
              <a:xfrm>
                <a:off x="85725" y="1019175"/>
                <a:ext cx="11572875" cy="5678256"/>
              </a:xfrm>
              <a:blipFill>
                <a:blip r:embed="rId2"/>
                <a:stretch>
                  <a:fillRect l="-948" t="-1717"/>
                </a:stretch>
              </a:blipFill>
            </p:spPr>
            <p:txBody>
              <a:bodyPr/>
              <a:lstStyle/>
              <a:p>
                <a:r>
                  <a:rPr lang="en-IN">
                    <a:noFill/>
                  </a:rPr>
                  <a:t> </a:t>
                </a:r>
              </a:p>
            </p:txBody>
          </p:sp>
        </mc:Fallback>
      </mc:AlternateContent>
    </p:spTree>
    <p:extLst>
      <p:ext uri="{BB962C8B-B14F-4D97-AF65-F5344CB8AC3E}">
        <p14:creationId xmlns:p14="http://schemas.microsoft.com/office/powerpoint/2010/main" val="2601958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210632E-9463-CDE8-85BD-05D97E3F7DF6}"/>
                  </a:ext>
                </a:extLst>
              </p:cNvPr>
              <p:cNvSpPr>
                <a:spLocks noGrp="1"/>
              </p:cNvSpPr>
              <p:nvPr>
                <p:ph type="title"/>
              </p:nvPr>
            </p:nvSpPr>
            <p:spPr>
              <a:xfrm>
                <a:off x="0" y="160569"/>
                <a:ext cx="10160000" cy="764364"/>
              </a:xfrm>
            </p:spPr>
            <p:txBody>
              <a:bodyPr>
                <a:normAutofit fontScale="90000"/>
              </a:bodyPr>
              <a:lstStyle/>
              <a:p>
                <a:br>
                  <a:rPr lang="en-US" sz="2400" dirty="0"/>
                </a:br>
                <a:r>
                  <a:rPr lang="en-US" sz="2400" dirty="0"/>
                  <a:t>Level of Significance(</a:t>
                </a:r>
                <a14:m>
                  <m:oMath xmlns:m="http://schemas.openxmlformats.org/officeDocument/2006/math">
                    <m:r>
                      <a:rPr lang="en-US" sz="2400">
                        <a:latin typeface="Cambria Math" panose="02040503050406030204" pitchFamily="18" charset="0"/>
                      </a:rPr>
                      <m:t>𝛂</m:t>
                    </m:r>
                    <m:r>
                      <a:rPr lang="en-US" sz="2400">
                        <a:latin typeface="Cambria Math" panose="02040503050406030204" pitchFamily="18" charset="0"/>
                      </a:rPr>
                      <m:t>)</m:t>
                    </m:r>
                  </m:oMath>
                </a14:m>
                <a:br>
                  <a:rPr lang="en-IN" sz="2400" dirty="0">
                    <a:latin typeface="Calibri" panose="020F0502020204030204" pitchFamily="34" charset="0"/>
                    <a:ea typeface="Calibri" panose="020F0502020204030204" pitchFamily="34" charset="0"/>
                    <a:cs typeface="Times New Roman" panose="02020603050405020304" pitchFamily="18" charset="0"/>
                  </a:rPr>
                </a:br>
                <a:endParaRPr lang="en-IN" dirty="0"/>
              </a:p>
            </p:txBody>
          </p:sp>
        </mc:Choice>
        <mc:Fallback xmlns="">
          <p:sp>
            <p:nvSpPr>
              <p:cNvPr id="2" name="Title 1">
                <a:extLst>
                  <a:ext uri="{FF2B5EF4-FFF2-40B4-BE49-F238E27FC236}">
                    <a16:creationId xmlns:a16="http://schemas.microsoft.com/office/drawing/2014/main" id="{8210632E-9463-CDE8-85BD-05D97E3F7DF6}"/>
                  </a:ext>
                </a:extLst>
              </p:cNvPr>
              <p:cNvSpPr>
                <a:spLocks noGrp="1" noRot="1" noChangeAspect="1" noMove="1" noResize="1" noEditPoints="1" noAdjustHandles="1" noChangeArrowheads="1" noChangeShapeType="1" noTextEdit="1"/>
              </p:cNvSpPr>
              <p:nvPr>
                <p:ph type="title"/>
              </p:nvPr>
            </p:nvSpPr>
            <p:spPr>
              <a:xfrm>
                <a:off x="0" y="160569"/>
                <a:ext cx="10160000" cy="764364"/>
              </a:xfrm>
              <a:blipFill>
                <a:blip r:embed="rId2"/>
                <a:stretch>
                  <a:fillRect l="-780"/>
                </a:stretch>
              </a:blipFill>
            </p:spPr>
            <p:txBody>
              <a:bodyPr/>
              <a:lstStyle/>
              <a:p>
                <a:r>
                  <a:rPr lang="en-IN">
                    <a:noFill/>
                  </a:rPr>
                  <a:t> </a:t>
                </a:r>
              </a:p>
            </p:txBody>
          </p:sp>
        </mc:Fallback>
      </mc:AlternateContent>
      <p:sp>
        <p:nvSpPr>
          <p:cNvPr id="3" name="Text Placeholder 2">
            <a:extLst>
              <a:ext uri="{FF2B5EF4-FFF2-40B4-BE49-F238E27FC236}">
                <a16:creationId xmlns:a16="http://schemas.microsoft.com/office/drawing/2014/main" id="{EBB28013-4E5D-6709-E181-E7120DDDFB7B}"/>
              </a:ext>
            </a:extLst>
          </p:cNvPr>
          <p:cNvSpPr>
            <a:spLocks noGrp="1"/>
          </p:cNvSpPr>
          <p:nvPr>
            <p:ph type="body" sz="quarter" idx="13"/>
          </p:nvPr>
        </p:nvSpPr>
        <p:spPr>
          <a:xfrm>
            <a:off x="466724" y="1600203"/>
            <a:ext cx="11287125" cy="4724397"/>
          </a:xfrm>
        </p:spPr>
        <p:txBody>
          <a:bodyPr/>
          <a:lstStyle/>
          <a:p>
            <a:pPr marL="0" indent="0">
              <a:buNone/>
            </a:pPr>
            <a:r>
              <a:rPr lang="en-US" dirty="0"/>
              <a:t>.</a:t>
            </a:r>
          </a:p>
          <a:p>
            <a:pPr marL="0" indent="0">
              <a:buNone/>
            </a:pPr>
            <a:endParaRPr lang="en-US" dirty="0"/>
          </a:p>
          <a:p>
            <a:pPr marL="0" indent="0">
              <a:buNone/>
            </a:pPr>
            <a:endParaRPr lang="en-IN" dirty="0"/>
          </a:p>
        </p:txBody>
      </p:sp>
      <p:pic>
        <p:nvPicPr>
          <p:cNvPr id="6" name="Picture 5">
            <a:extLst>
              <a:ext uri="{FF2B5EF4-FFF2-40B4-BE49-F238E27FC236}">
                <a16:creationId xmlns:a16="http://schemas.microsoft.com/office/drawing/2014/main" id="{B1CF20CB-1893-9AA3-5C99-00F4C5F24CF2}"/>
              </a:ext>
            </a:extLst>
          </p:cNvPr>
          <p:cNvPicPr>
            <a:picLocks noChangeAspect="1"/>
          </p:cNvPicPr>
          <p:nvPr/>
        </p:nvPicPr>
        <p:blipFill>
          <a:blip r:embed="rId3"/>
          <a:stretch>
            <a:fillRect/>
          </a:stretch>
        </p:blipFill>
        <p:spPr>
          <a:xfrm>
            <a:off x="194560" y="1238249"/>
            <a:ext cx="10463915" cy="4970767"/>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BEA8D3F-0561-9769-F987-80A9F9AAAB32}"/>
                  </a:ext>
                </a:extLst>
              </p14:cNvPr>
              <p14:cNvContentPartPr/>
              <p14:nvPr/>
            </p14:nvContentPartPr>
            <p14:xfrm>
              <a:off x="2317435" y="3118150"/>
              <a:ext cx="1917360" cy="841680"/>
            </p14:xfrm>
          </p:contentPart>
        </mc:Choice>
        <mc:Fallback xmlns="">
          <p:pic>
            <p:nvPicPr>
              <p:cNvPr id="4" name="Ink 3">
                <a:extLst>
                  <a:ext uri="{FF2B5EF4-FFF2-40B4-BE49-F238E27FC236}">
                    <a16:creationId xmlns:a16="http://schemas.microsoft.com/office/drawing/2014/main" id="{2BEA8D3F-0561-9769-F987-80A9F9AAAB32}"/>
                  </a:ext>
                </a:extLst>
              </p:cNvPr>
              <p:cNvPicPr/>
              <p:nvPr/>
            </p:nvPicPr>
            <p:blipFill>
              <a:blip r:embed="rId5"/>
              <a:stretch>
                <a:fillRect/>
              </a:stretch>
            </p:blipFill>
            <p:spPr>
              <a:xfrm>
                <a:off x="2313115" y="3113830"/>
                <a:ext cx="1926000" cy="850320"/>
              </a:xfrm>
              <a:prstGeom prst="rect">
                <a:avLst/>
              </a:prstGeom>
            </p:spPr>
          </p:pic>
        </mc:Fallback>
      </mc:AlternateContent>
    </p:spTree>
    <p:extLst>
      <p:ext uri="{BB962C8B-B14F-4D97-AF65-F5344CB8AC3E}">
        <p14:creationId xmlns:p14="http://schemas.microsoft.com/office/powerpoint/2010/main" val="3886097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6F421-AEBB-6771-C024-951688181716}"/>
              </a:ext>
            </a:extLst>
          </p:cNvPr>
          <p:cNvSpPr>
            <a:spLocks noGrp="1"/>
          </p:cNvSpPr>
          <p:nvPr>
            <p:ph type="title"/>
          </p:nvPr>
        </p:nvSpPr>
        <p:spPr/>
        <p:txBody>
          <a:bodyPr/>
          <a:lstStyle/>
          <a:p>
            <a:r>
              <a:rPr lang="en-US" dirty="0"/>
              <a:t>Example</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45AA50C-2A66-5318-4499-7DC617856F40}"/>
                  </a:ext>
                </a:extLst>
              </p:cNvPr>
              <p:cNvSpPr>
                <a:spLocks noGrp="1"/>
              </p:cNvSpPr>
              <p:nvPr>
                <p:ph type="body" sz="quarter" idx="13"/>
              </p:nvPr>
            </p:nvSpPr>
            <p:spPr>
              <a:xfrm>
                <a:off x="200025" y="1133475"/>
                <a:ext cx="11153775" cy="5410200"/>
              </a:xfrm>
            </p:spPr>
            <p:txBody>
              <a:bodyPr>
                <a:normAutofit/>
              </a:bodyPr>
              <a:lstStyle/>
              <a:p>
                <a:pPr marL="0" indent="0" algn="just">
                  <a:buNone/>
                </a:pPr>
                <a:r>
                  <a:rPr lang="en-US" sz="2400" b="1" dirty="0">
                    <a:solidFill>
                      <a:schemeClr val="accent1"/>
                    </a:solidFill>
                    <a:latin typeface="+mn-lt"/>
                    <a:cs typeface="Times New Roman" panose="02020603050405020304" pitchFamily="18" charset="0"/>
                  </a:rPr>
                  <a:t>A fast food restaurant estimates that the mean sodium content in one of its breakfast sandwiches is no more than 920 milligrams. A random sample of 44 breakfast sandwiches has a mean sodium content of 925 with a standard deviation of 18 milligrams. At </a:t>
                </a:r>
                <a14:m>
                  <m:oMath xmlns:m="http://schemas.openxmlformats.org/officeDocument/2006/math">
                    <m:r>
                      <a:rPr lang="en-US" sz="2400" b="1" i="1" smtClean="0">
                        <a:solidFill>
                          <a:schemeClr val="accent1"/>
                        </a:solidFill>
                        <a:latin typeface="Cambria Math" panose="02040503050406030204" pitchFamily="18" charset="0"/>
                      </a:rPr>
                      <m:t>𝜶</m:t>
                    </m:r>
                  </m:oMath>
                </a14:m>
                <a:r>
                  <a:rPr lang="en-US" sz="2400" b="1" dirty="0">
                    <a:solidFill>
                      <a:schemeClr val="accent1"/>
                    </a:solidFill>
                    <a:latin typeface="+mn-lt"/>
                    <a:cs typeface="Times New Roman" panose="02020603050405020304" pitchFamily="18" charset="0"/>
                  </a:rPr>
                  <a:t> = 0.05, do you have enough evidence to reject the restaurant’s claim?</a:t>
                </a:r>
              </a:p>
              <a:p>
                <a:pPr marL="0" indent="0" algn="just">
                  <a:buNone/>
                </a:pPr>
                <a:r>
                  <a:rPr lang="en-US" sz="2400" b="1" dirty="0">
                    <a:latin typeface="+mn-lt"/>
                  </a:rPr>
                  <a:t>Solution</a:t>
                </a:r>
                <a:r>
                  <a:rPr lang="en-US" sz="2400" dirty="0">
                    <a:latin typeface="+mn-lt"/>
                  </a:rPr>
                  <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r>
                      <a:rPr lang="en-US" sz="2400" b="0" i="1" smtClean="0">
                        <a:latin typeface="Cambria Math" panose="02040503050406030204" pitchFamily="18" charset="0"/>
                      </a:rPr>
                      <m:t>𝜇</m:t>
                    </m:r>
                    <m:r>
                      <a:rPr lang="en-US" sz="2400" b="0" i="1" smtClean="0">
                        <a:latin typeface="Cambria Math" panose="02040503050406030204" pitchFamily="18" charset="0"/>
                      </a:rPr>
                      <m:t>≤920,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𝑎</m:t>
                        </m:r>
                      </m:sub>
                    </m:sSub>
                    <m:r>
                      <a:rPr lang="en-US" sz="2400" b="0" i="1" smtClean="0">
                        <a:latin typeface="Cambria Math" panose="02040503050406030204" pitchFamily="18" charset="0"/>
                      </a:rPr>
                      <m:t>:</m:t>
                    </m:r>
                    <m:r>
                      <a:rPr lang="en-US" sz="2400" b="0" i="1" smtClean="0">
                        <a:latin typeface="Cambria Math" panose="02040503050406030204" pitchFamily="18" charset="0"/>
                      </a:rPr>
                      <m:t>𝜇</m:t>
                    </m:r>
                    <m:r>
                      <a:rPr lang="en-US" sz="2400" b="0" i="1" smtClean="0">
                        <a:latin typeface="Cambria Math" panose="02040503050406030204" pitchFamily="18" charset="0"/>
                      </a:rPr>
                      <m:t>&gt;920</m:t>
                    </m:r>
                  </m:oMath>
                </a14:m>
                <a:endParaRPr lang="en-US" sz="2400" b="0" dirty="0">
                  <a:latin typeface="+mn-lt"/>
                </a:endParaRPr>
              </a:p>
              <a:p>
                <a:pPr marL="0" indent="0" algn="just">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m:t>
                          </m:r>
                          <m:r>
                            <a:rPr lang="en-US" sz="2400" b="0" i="1" smtClean="0">
                              <a:latin typeface="Cambria Math" panose="02040503050406030204" pitchFamily="18" charset="0"/>
                            </a:rPr>
                            <m:t>𝑥</m:t>
                          </m:r>
                        </m:e>
                      </m:acc>
                      <m:r>
                        <a:rPr lang="en-US" sz="2400" b="0" i="1" dirty="0" smtClean="0">
                          <a:latin typeface="Cambria Math" panose="02040503050406030204" pitchFamily="18" charset="0"/>
                        </a:rPr>
                        <m:t> −</m:t>
                      </m:r>
                      <m:r>
                        <a:rPr lang="en-US" sz="2400" b="0" i="1" dirty="0" smtClean="0">
                          <a:latin typeface="Cambria Math" panose="02040503050406030204" pitchFamily="18" charset="0"/>
                        </a:rPr>
                        <m:t>𝜇</m:t>
                      </m:r>
                      <m:r>
                        <a:rPr lang="en-US" sz="2400" b="0" i="1" dirty="0" smtClean="0">
                          <a:latin typeface="Cambria Math" panose="02040503050406030204" pitchFamily="18" charset="0"/>
                        </a:rPr>
                        <m:t>)/ (</m:t>
                      </m:r>
                      <m:r>
                        <a:rPr lang="en-US" sz="2400" b="0" i="1" dirty="0" smtClean="0">
                          <a:latin typeface="Cambria Math" panose="02040503050406030204" pitchFamily="18" charset="0"/>
                        </a:rPr>
                        <m:t>𝑠</m:t>
                      </m:r>
                      <m:r>
                        <a:rPr lang="en-US" sz="2400" b="0" i="1" dirty="0" smtClean="0">
                          <a:latin typeface="Cambria Math" panose="02040503050406030204" pitchFamily="18" charset="0"/>
                        </a:rPr>
                        <m:t>/</m:t>
                      </m:r>
                      <m:rad>
                        <m:radPr>
                          <m:degHide m:val="on"/>
                          <m:ctrlPr>
                            <a:rPr lang="en-US" sz="2400" b="0" i="1" dirty="0" smtClean="0">
                              <a:latin typeface="Cambria Math" panose="02040503050406030204" pitchFamily="18" charset="0"/>
                            </a:rPr>
                          </m:ctrlPr>
                        </m:radPr>
                        <m:deg/>
                        <m:e>
                          <m:r>
                            <a:rPr lang="en-US" sz="2400" b="0" i="1" dirty="0" smtClean="0">
                              <a:latin typeface="Cambria Math" panose="02040503050406030204" pitchFamily="18" charset="0"/>
                            </a:rPr>
                            <m:t>𝑛</m:t>
                          </m:r>
                        </m:e>
                      </m:rad>
                      <m:r>
                        <a:rPr lang="en-US" sz="2400" b="0" i="1" dirty="0" smtClean="0">
                          <a:latin typeface="Cambria Math" panose="02040503050406030204" pitchFamily="18" charset="0"/>
                        </a:rPr>
                        <m:t>)=(925−920)/(18/</m:t>
                      </m:r>
                      <m:rad>
                        <m:radPr>
                          <m:degHide m:val="on"/>
                          <m:ctrlPr>
                            <a:rPr lang="en-US" sz="2400" b="0" i="1" dirty="0" smtClean="0">
                              <a:latin typeface="Cambria Math" panose="02040503050406030204" pitchFamily="18" charset="0"/>
                            </a:rPr>
                          </m:ctrlPr>
                        </m:radPr>
                        <m:deg/>
                        <m:e>
                          <m:r>
                            <a:rPr lang="en-US" sz="2400" b="0" i="1" dirty="0" smtClean="0">
                              <a:latin typeface="Cambria Math" panose="02040503050406030204" pitchFamily="18" charset="0"/>
                            </a:rPr>
                            <m:t>44</m:t>
                          </m:r>
                        </m:e>
                      </m:rad>
                      <m:r>
                        <a:rPr lang="en-US" sz="2400" b="0" i="1" dirty="0" smtClean="0">
                          <a:latin typeface="Cambria Math" panose="02040503050406030204" pitchFamily="18" charset="0"/>
                        </a:rPr>
                        <m:t>)=1.842</m:t>
                      </m:r>
                    </m:oMath>
                  </m:oMathPara>
                </a14:m>
                <a:endParaRPr lang="en-IN" sz="2400" dirty="0">
                  <a:latin typeface="+mn-lt"/>
                </a:endParaRPr>
              </a:p>
              <a:p>
                <a:pPr marL="0" indent="0" algn="just">
                  <a:buNone/>
                </a:pPr>
                <a:r>
                  <a:rPr lang="en-US" sz="2400" dirty="0">
                    <a:latin typeface="+mn-lt"/>
                  </a:rPr>
                  <a:t>T</a:t>
                </a:r>
                <a:r>
                  <a:rPr lang="en-IN" sz="2400" dirty="0">
                    <a:latin typeface="+mn-lt"/>
                  </a:rPr>
                  <a:t>he critical value for 5% level of significance is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r>
                          <a:rPr lang="en-US" sz="2400" b="0" i="1" smtClean="0">
                            <a:latin typeface="Cambria Math" panose="02040503050406030204" pitchFamily="18" charset="0"/>
                          </a:rPr>
                          <m:t>𝛼</m:t>
                        </m:r>
                      </m:sub>
                    </m:sSub>
                    <m:r>
                      <a:rPr lang="en-US" sz="2400" b="0" i="1" smtClean="0">
                        <a:latin typeface="Cambria Math" panose="02040503050406030204" pitchFamily="18" charset="0"/>
                      </a:rPr>
                      <m:t>=1.65</m:t>
                    </m:r>
                  </m:oMath>
                </a14:m>
                <a:r>
                  <a:rPr lang="en-IN" sz="2400" dirty="0">
                    <a:latin typeface="+mn-lt"/>
                  </a:rPr>
                  <a:t>, and </a:t>
                </a:r>
                <a14:m>
                  <m:oMath xmlns:m="http://schemas.openxmlformats.org/officeDocument/2006/math">
                    <m:r>
                      <a:rPr lang="en-US" sz="2400" b="0" i="1" smtClean="0">
                        <a:latin typeface="Cambria Math" panose="02040503050406030204" pitchFamily="18" charset="0"/>
                      </a:rPr>
                      <m:t>1.842&gt;1.65.</m:t>
                    </m:r>
                  </m:oMath>
                </a14:m>
                <a:endParaRPr lang="en-IN" sz="2400" dirty="0">
                  <a:latin typeface="+mn-lt"/>
                </a:endParaRPr>
              </a:p>
              <a:p>
                <a:pPr marL="0" indent="0" algn="just">
                  <a:buNone/>
                </a:pPr>
                <a:r>
                  <a:rPr lang="en-US" sz="2400" dirty="0">
                    <a:latin typeface="+mn-lt"/>
                  </a:rPr>
                  <a:t>H</a:t>
                </a:r>
                <a:r>
                  <a:rPr lang="en-IN" sz="2400" dirty="0" err="1">
                    <a:latin typeface="+mn-lt"/>
                  </a:rPr>
                  <a:t>ence</a:t>
                </a:r>
                <a:r>
                  <a:rPr lang="en-IN" sz="2400" dirty="0">
                    <a:latin typeface="+mn-lt"/>
                  </a:rPr>
                  <a:t> reject the null hypothesis. </a:t>
                </a:r>
              </a:p>
              <a:p>
                <a:pPr marL="0" indent="0" algn="just">
                  <a:buNone/>
                </a:pPr>
                <a:r>
                  <a:rPr lang="en-US" sz="2400" dirty="0">
                    <a:latin typeface="+mn-lt"/>
                  </a:rPr>
                  <a:t>There is enough evidence at the </a:t>
                </a:r>
                <a14:m>
                  <m:oMath xmlns:m="http://schemas.openxmlformats.org/officeDocument/2006/math">
                    <m:r>
                      <a:rPr lang="en-US" sz="2400" b="0" i="1" smtClean="0">
                        <a:latin typeface="Cambria Math" panose="02040503050406030204" pitchFamily="18" charset="0"/>
                      </a:rPr>
                      <m:t>𝛼</m:t>
                    </m:r>
                    <m:r>
                      <a:rPr lang="en-US" sz="2400" b="0" i="1" smtClean="0">
                        <a:latin typeface="Cambria Math" panose="02040503050406030204" pitchFamily="18" charset="0"/>
                      </a:rPr>
                      <m:t>=0.05 </m:t>
                    </m:r>
                  </m:oMath>
                </a14:m>
                <a:r>
                  <a:rPr lang="en-US" sz="2400" dirty="0">
                    <a:latin typeface="+mn-lt"/>
                  </a:rPr>
                  <a:t>level to reject the restaurant's claim that the mean sodium content in its breakfast sandwiches is no more than 920 milligrams. Therefore, the mean sodium content is likely greater than 920 milligrams.</a:t>
                </a:r>
              </a:p>
              <a:p>
                <a:pPr marL="0" indent="0">
                  <a:buNone/>
                </a:pPr>
                <a:endParaRPr lang="en-IN" dirty="0"/>
              </a:p>
            </p:txBody>
          </p:sp>
        </mc:Choice>
        <mc:Fallback xmlns="">
          <p:sp>
            <p:nvSpPr>
              <p:cNvPr id="3" name="Text Placeholder 2">
                <a:extLst>
                  <a:ext uri="{FF2B5EF4-FFF2-40B4-BE49-F238E27FC236}">
                    <a16:creationId xmlns:a16="http://schemas.microsoft.com/office/drawing/2014/main" id="{345AA50C-2A66-5318-4499-7DC617856F40}"/>
                  </a:ext>
                </a:extLst>
              </p:cNvPr>
              <p:cNvSpPr>
                <a:spLocks noGrp="1" noRot="1" noChangeAspect="1" noMove="1" noResize="1" noEditPoints="1" noAdjustHandles="1" noChangeArrowheads="1" noChangeShapeType="1" noTextEdit="1"/>
              </p:cNvSpPr>
              <p:nvPr>
                <p:ph type="body" sz="quarter" idx="13"/>
              </p:nvPr>
            </p:nvSpPr>
            <p:spPr>
              <a:xfrm>
                <a:off x="200025" y="1133475"/>
                <a:ext cx="11153775" cy="5410200"/>
              </a:xfrm>
              <a:blipFill>
                <a:blip r:embed="rId2"/>
                <a:stretch>
                  <a:fillRect l="-874" t="-1578" r="-765"/>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B5D5D07-48AE-2270-7938-0C22DCC4D6F1}"/>
                  </a:ext>
                </a:extLst>
              </p14:cNvPr>
              <p14:cNvContentPartPr/>
              <p14:nvPr/>
            </p14:nvContentPartPr>
            <p14:xfrm>
              <a:off x="7948915" y="3785590"/>
              <a:ext cx="1823760" cy="44280"/>
            </p14:xfrm>
          </p:contentPart>
        </mc:Choice>
        <mc:Fallback xmlns="">
          <p:pic>
            <p:nvPicPr>
              <p:cNvPr id="4" name="Ink 3">
                <a:extLst>
                  <a:ext uri="{FF2B5EF4-FFF2-40B4-BE49-F238E27FC236}">
                    <a16:creationId xmlns:a16="http://schemas.microsoft.com/office/drawing/2014/main" id="{8B5D5D07-48AE-2270-7938-0C22DCC4D6F1}"/>
                  </a:ext>
                </a:extLst>
              </p:cNvPr>
              <p:cNvPicPr/>
              <p:nvPr/>
            </p:nvPicPr>
            <p:blipFill>
              <a:blip r:embed="rId4"/>
              <a:stretch>
                <a:fillRect/>
              </a:stretch>
            </p:blipFill>
            <p:spPr>
              <a:xfrm>
                <a:off x="7942795" y="3779470"/>
                <a:ext cx="183600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345A5B31-D714-EB9A-3F8D-F64A3AD37687}"/>
                  </a:ext>
                </a:extLst>
              </p14:cNvPr>
              <p14:cNvContentPartPr/>
              <p14:nvPr/>
            </p14:nvContentPartPr>
            <p14:xfrm>
              <a:off x="290995" y="4222630"/>
              <a:ext cx="4125240" cy="94680"/>
            </p14:xfrm>
          </p:contentPart>
        </mc:Choice>
        <mc:Fallback xmlns="">
          <p:pic>
            <p:nvPicPr>
              <p:cNvPr id="5" name="Ink 4">
                <a:extLst>
                  <a:ext uri="{FF2B5EF4-FFF2-40B4-BE49-F238E27FC236}">
                    <a16:creationId xmlns:a16="http://schemas.microsoft.com/office/drawing/2014/main" id="{345A5B31-D714-EB9A-3F8D-F64A3AD37687}"/>
                  </a:ext>
                </a:extLst>
              </p:cNvPr>
              <p:cNvPicPr/>
              <p:nvPr/>
            </p:nvPicPr>
            <p:blipFill>
              <a:blip r:embed="rId6"/>
              <a:stretch>
                <a:fillRect/>
              </a:stretch>
            </p:blipFill>
            <p:spPr>
              <a:xfrm>
                <a:off x="284875" y="4216510"/>
                <a:ext cx="4137480" cy="106920"/>
              </a:xfrm>
              <a:prstGeom prst="rect">
                <a:avLst/>
              </a:prstGeom>
            </p:spPr>
          </p:pic>
        </mc:Fallback>
      </mc:AlternateContent>
    </p:spTree>
    <p:extLst>
      <p:ext uri="{BB962C8B-B14F-4D97-AF65-F5344CB8AC3E}">
        <p14:creationId xmlns:p14="http://schemas.microsoft.com/office/powerpoint/2010/main" val="771518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53E0B-6DDF-5A9B-939E-59789C1AA83B}"/>
              </a:ext>
            </a:extLst>
          </p:cNvPr>
          <p:cNvSpPr>
            <a:spLocks noGrp="1"/>
          </p:cNvSpPr>
          <p:nvPr>
            <p:ph type="title"/>
          </p:nvPr>
        </p:nvSpPr>
        <p:spPr/>
        <p:txBody>
          <a:bodyPr/>
          <a:lstStyle/>
          <a:p>
            <a:r>
              <a:rPr lang="en-US" dirty="0"/>
              <a:t>Example</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CB1127A-6BE9-E905-8E3B-0ACC96AA78E0}"/>
                  </a:ext>
                </a:extLst>
              </p:cNvPr>
              <p:cNvSpPr>
                <a:spLocks noGrp="1"/>
              </p:cNvSpPr>
              <p:nvPr>
                <p:ph type="body" sz="quarter" idx="13"/>
              </p:nvPr>
            </p:nvSpPr>
            <p:spPr>
              <a:xfrm>
                <a:off x="609600" y="1219200"/>
                <a:ext cx="11220449" cy="4857747"/>
              </a:xfrm>
            </p:spPr>
            <p:txBody>
              <a:bodyPr>
                <a:normAutofit fontScale="92500" lnSpcReduction="10000"/>
              </a:bodyPr>
              <a:lstStyle/>
              <a:p>
                <a:pPr marL="0" indent="0" algn="just">
                  <a:buNone/>
                </a:pPr>
                <a:r>
                  <a:rPr lang="en-US" sz="2600" dirty="0">
                    <a:solidFill>
                      <a:schemeClr val="accent1"/>
                    </a:solidFill>
                    <a:latin typeface="+mn-lt"/>
                    <a:cs typeface="Times New Roman" panose="02020603050405020304" pitchFamily="18" charset="0"/>
                  </a:rPr>
                  <a:t>Light bulb manufacturer guarantees that the mean life of a certain type of light bulb is less than 750 hours. A random sample of 36 light bulbs has a mean life of 745 hours with a standard deviation of 60 hours. At 1% level of significance do you have enough evidence to reject the manufacturer’s claim?</a:t>
                </a:r>
              </a:p>
              <a:p>
                <a:pPr marL="0" indent="0" algn="just">
                  <a:buNone/>
                </a:pPr>
                <a:endParaRPr lang="en-US" sz="2600" dirty="0">
                  <a:solidFill>
                    <a:schemeClr val="accent1"/>
                  </a:solidFill>
                  <a:latin typeface="+mn-lt"/>
                  <a:cs typeface="Times New Roman" panose="02020603050405020304" pitchFamily="18" charset="0"/>
                </a:endParaRPr>
              </a:p>
              <a:p>
                <a:pPr marL="0" indent="0" algn="just">
                  <a:buNone/>
                </a:pPr>
                <a:r>
                  <a:rPr lang="en-US" sz="2600" dirty="0">
                    <a:latin typeface="+mn-lt"/>
                    <a:cs typeface="Times New Roman" panose="02020603050405020304" pitchFamily="18" charset="0"/>
                  </a:rPr>
                  <a:t>Solution : </a:t>
                </a:r>
                <a14:m>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𝐻</m:t>
                        </m:r>
                      </m:e>
                      <m:sub>
                        <m:r>
                          <a:rPr lang="en-US" sz="2600" b="0" i="1" smtClean="0">
                            <a:latin typeface="Cambria Math" panose="02040503050406030204" pitchFamily="18" charset="0"/>
                          </a:rPr>
                          <m:t>0</m:t>
                        </m:r>
                      </m:sub>
                    </m:sSub>
                    <m:r>
                      <a:rPr lang="en-US" sz="2600" b="0" i="1" smtClean="0">
                        <a:latin typeface="Cambria Math" panose="02040503050406030204" pitchFamily="18" charset="0"/>
                      </a:rPr>
                      <m:t>:</m:t>
                    </m:r>
                    <m:r>
                      <a:rPr lang="en-US" sz="2600" b="0" i="1" smtClean="0">
                        <a:latin typeface="Cambria Math" panose="02040503050406030204" pitchFamily="18" charset="0"/>
                      </a:rPr>
                      <m:t>𝜇</m:t>
                    </m:r>
                    <m:r>
                      <a:rPr lang="en-US" sz="2600" b="0" i="1" smtClean="0">
                        <a:latin typeface="Cambria Math" panose="02040503050406030204" pitchFamily="18" charset="0"/>
                      </a:rPr>
                      <m:t>≥750,        </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𝐻</m:t>
                        </m:r>
                      </m:e>
                      <m:sub>
                        <m:r>
                          <a:rPr lang="en-US" sz="2600" b="0" i="1" smtClean="0">
                            <a:latin typeface="Cambria Math" panose="02040503050406030204" pitchFamily="18" charset="0"/>
                          </a:rPr>
                          <m:t>𝑎</m:t>
                        </m:r>
                      </m:sub>
                    </m:sSub>
                    <m:r>
                      <a:rPr lang="en-US" sz="2600" b="0" i="1" smtClean="0">
                        <a:latin typeface="Cambria Math" panose="02040503050406030204" pitchFamily="18" charset="0"/>
                      </a:rPr>
                      <m:t>:</m:t>
                    </m:r>
                    <m:r>
                      <a:rPr lang="en-US" sz="2600" b="0" i="1" smtClean="0">
                        <a:latin typeface="Cambria Math" panose="02040503050406030204" pitchFamily="18" charset="0"/>
                      </a:rPr>
                      <m:t>𝜇</m:t>
                    </m:r>
                    <m:r>
                      <a:rPr lang="en-US" sz="2600" b="0" i="1" smtClean="0">
                        <a:latin typeface="Cambria Math" panose="02040503050406030204" pitchFamily="18" charset="0"/>
                      </a:rPr>
                      <m:t>&lt;750 </m:t>
                    </m:r>
                  </m:oMath>
                </a14:m>
                <a:endParaRPr lang="en-IN" sz="2600" dirty="0">
                  <a:latin typeface="+mn-lt"/>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sz="2600" i="1">
                          <a:latin typeface="Cambria Math" panose="02040503050406030204" pitchFamily="18" charset="0"/>
                        </a:rPr>
                        <m:t>𝑧</m:t>
                      </m:r>
                      <m:r>
                        <a:rPr lang="en-US" sz="2600" i="1">
                          <a:latin typeface="Cambria Math" panose="02040503050406030204" pitchFamily="18" charset="0"/>
                        </a:rPr>
                        <m:t>=</m:t>
                      </m:r>
                      <m:acc>
                        <m:accPr>
                          <m:chr m:val="̅"/>
                          <m:ctrlPr>
                            <a:rPr lang="en-US" sz="2600" i="1">
                              <a:latin typeface="Cambria Math" panose="02040503050406030204" pitchFamily="18" charset="0"/>
                            </a:rPr>
                          </m:ctrlPr>
                        </m:accPr>
                        <m:e>
                          <m:r>
                            <a:rPr lang="en-US" sz="2600" i="1">
                              <a:latin typeface="Cambria Math" panose="02040503050406030204" pitchFamily="18" charset="0"/>
                            </a:rPr>
                            <m:t>(</m:t>
                          </m:r>
                          <m:r>
                            <a:rPr lang="en-US" sz="2600" i="1">
                              <a:latin typeface="Cambria Math" panose="02040503050406030204" pitchFamily="18" charset="0"/>
                            </a:rPr>
                            <m:t>𝑥</m:t>
                          </m:r>
                        </m:e>
                      </m:acc>
                      <m:r>
                        <a:rPr lang="en-US" sz="2600" i="1" dirty="0">
                          <a:latin typeface="Cambria Math" panose="02040503050406030204" pitchFamily="18" charset="0"/>
                        </a:rPr>
                        <m:t> −</m:t>
                      </m:r>
                      <m:r>
                        <a:rPr lang="en-US" sz="2600" i="1" dirty="0">
                          <a:latin typeface="Cambria Math" panose="02040503050406030204" pitchFamily="18" charset="0"/>
                        </a:rPr>
                        <m:t>𝜇</m:t>
                      </m:r>
                      <m:r>
                        <a:rPr lang="en-US" sz="2600" i="1" dirty="0">
                          <a:latin typeface="Cambria Math" panose="02040503050406030204" pitchFamily="18" charset="0"/>
                        </a:rPr>
                        <m:t>)/ (</m:t>
                      </m:r>
                      <m:r>
                        <a:rPr lang="en-US" sz="2600" i="1" dirty="0">
                          <a:latin typeface="Cambria Math" panose="02040503050406030204" pitchFamily="18" charset="0"/>
                        </a:rPr>
                        <m:t>𝑠</m:t>
                      </m:r>
                      <m:r>
                        <a:rPr lang="en-US" sz="2600" i="1" dirty="0">
                          <a:latin typeface="Cambria Math" panose="02040503050406030204" pitchFamily="18" charset="0"/>
                        </a:rPr>
                        <m:t>/</m:t>
                      </m:r>
                      <m:rad>
                        <m:radPr>
                          <m:degHide m:val="on"/>
                          <m:ctrlPr>
                            <a:rPr lang="en-US" sz="2600" i="1" dirty="0">
                              <a:latin typeface="Cambria Math" panose="02040503050406030204" pitchFamily="18" charset="0"/>
                            </a:rPr>
                          </m:ctrlPr>
                        </m:radPr>
                        <m:deg/>
                        <m:e>
                          <m:r>
                            <a:rPr lang="en-US" sz="2600" i="1" dirty="0">
                              <a:latin typeface="Cambria Math" panose="02040503050406030204" pitchFamily="18" charset="0"/>
                            </a:rPr>
                            <m:t>𝑛</m:t>
                          </m:r>
                        </m:e>
                      </m:rad>
                      <m:r>
                        <a:rPr lang="en-US" sz="2600" i="1" dirty="0">
                          <a:latin typeface="Cambria Math" panose="02040503050406030204" pitchFamily="18" charset="0"/>
                        </a:rPr>
                        <m:t>)=(</m:t>
                      </m:r>
                      <m:r>
                        <a:rPr lang="en-US" sz="2600" b="0" i="0" dirty="0" smtClean="0">
                          <a:latin typeface="Cambria Math" panose="02040503050406030204" pitchFamily="18" charset="0"/>
                        </a:rPr>
                        <m:t>745−750)/(60/</m:t>
                      </m:r>
                      <m:rad>
                        <m:radPr>
                          <m:degHide m:val="on"/>
                          <m:ctrlPr>
                            <a:rPr lang="en-US" sz="2600" b="0" i="1" dirty="0" smtClean="0">
                              <a:latin typeface="Cambria Math" panose="02040503050406030204" pitchFamily="18" charset="0"/>
                            </a:rPr>
                          </m:ctrlPr>
                        </m:radPr>
                        <m:deg/>
                        <m:e>
                          <m:r>
                            <a:rPr lang="en-US" sz="2600" b="0" i="1" dirty="0" smtClean="0">
                              <a:latin typeface="Cambria Math" panose="02040503050406030204" pitchFamily="18" charset="0"/>
                            </a:rPr>
                            <m:t>36</m:t>
                          </m:r>
                        </m:e>
                      </m:rad>
                      <m:r>
                        <a:rPr lang="en-US" sz="2600" b="0" i="1" dirty="0" smtClean="0">
                          <a:latin typeface="Cambria Math" panose="02040503050406030204" pitchFamily="18" charset="0"/>
                        </a:rPr>
                        <m:t>)=−0.5</m:t>
                      </m:r>
                    </m:oMath>
                  </m:oMathPara>
                </a14:m>
                <a:endParaRPr lang="en-IN" sz="2600" dirty="0">
                  <a:latin typeface="+mn-lt"/>
                  <a:cs typeface="Times New Roman" panose="02020603050405020304" pitchFamily="18" charset="0"/>
                </a:endParaRPr>
              </a:p>
              <a:p>
                <a:pPr marL="0" indent="0" algn="just">
                  <a:buNone/>
                </a:pPr>
                <a:r>
                  <a:rPr lang="en-US" sz="2600" dirty="0">
                    <a:latin typeface="+mn-lt"/>
                    <a:cs typeface="Times New Roman" panose="02020603050405020304" pitchFamily="18" charset="0"/>
                  </a:rPr>
                  <a:t>F</a:t>
                </a:r>
                <a:r>
                  <a:rPr lang="en-IN" sz="2600" dirty="0">
                    <a:latin typeface="+mn-lt"/>
                    <a:cs typeface="Times New Roman" panose="02020603050405020304" pitchFamily="18" charset="0"/>
                  </a:rPr>
                  <a:t>or a left tailed test at </a:t>
                </a:r>
                <a14:m>
                  <m:oMath xmlns:m="http://schemas.openxmlformats.org/officeDocument/2006/math">
                    <m:r>
                      <a:rPr lang="en-US" sz="2600" b="0" i="1" smtClean="0">
                        <a:latin typeface="Cambria Math" panose="02040503050406030204" pitchFamily="18" charset="0"/>
                      </a:rPr>
                      <m:t>1%</m:t>
                    </m:r>
                  </m:oMath>
                </a14:m>
                <a:r>
                  <a:rPr lang="en-IN" sz="2600" dirty="0">
                    <a:latin typeface="+mn-lt"/>
                    <a:cs typeface="Times New Roman" panose="02020603050405020304" pitchFamily="18" charset="0"/>
                  </a:rPr>
                  <a:t> level of significance the cut off value is </a:t>
                </a:r>
                <a14:m>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𝑍</m:t>
                        </m:r>
                      </m:e>
                      <m:sub>
                        <m:r>
                          <a:rPr lang="en-US" sz="2600" b="0" i="1" smtClean="0">
                            <a:latin typeface="Cambria Math" panose="02040503050406030204" pitchFamily="18" charset="0"/>
                          </a:rPr>
                          <m:t>𝛼</m:t>
                        </m:r>
                      </m:sub>
                    </m:sSub>
                    <m:r>
                      <a:rPr lang="en-US" sz="2600" b="0" i="1" smtClean="0">
                        <a:latin typeface="Cambria Math" panose="02040503050406030204" pitchFamily="18" charset="0"/>
                      </a:rPr>
                      <m:t>=−2.33</m:t>
                    </m:r>
                  </m:oMath>
                </a14:m>
                <a:r>
                  <a:rPr lang="en-IN" sz="2600" dirty="0">
                    <a:latin typeface="+mn-lt"/>
                    <a:cs typeface="Times New Roman" panose="02020603050405020304" pitchFamily="18" charset="0"/>
                  </a:rPr>
                  <a:t>.</a:t>
                </a:r>
              </a:p>
              <a:p>
                <a:pPr marL="0" indent="0" algn="just">
                  <a:buNone/>
                </a:pPr>
                <a:r>
                  <a:rPr lang="en-US" sz="2600" dirty="0">
                    <a:latin typeface="+mn-lt"/>
                    <a:cs typeface="Times New Roman" panose="02020603050405020304" pitchFamily="18" charset="0"/>
                  </a:rPr>
                  <a:t>S</a:t>
                </a:r>
                <a:r>
                  <a:rPr lang="en-IN" sz="2600" dirty="0">
                    <a:latin typeface="+mn-lt"/>
                    <a:cs typeface="Times New Roman" panose="02020603050405020304" pitchFamily="18" charset="0"/>
                  </a:rPr>
                  <a:t>O, </a:t>
                </a:r>
                <a14:m>
                  <m:oMath xmlns:m="http://schemas.openxmlformats.org/officeDocument/2006/math">
                    <m:r>
                      <a:rPr lang="en-US" sz="2600" b="0" i="1" smtClean="0">
                        <a:latin typeface="Cambria Math" panose="02040503050406030204" pitchFamily="18" charset="0"/>
                      </a:rPr>
                      <m:t>𝑧</m:t>
                    </m:r>
                    <m:r>
                      <a:rPr lang="en-US" sz="2600" b="0" i="1" smtClean="0">
                        <a:latin typeface="Cambria Math" panose="02040503050406030204" pitchFamily="18" charset="0"/>
                      </a:rPr>
                      <m:t>=−0.5 </m:t>
                    </m:r>
                  </m:oMath>
                </a14:m>
                <a:r>
                  <a:rPr lang="en-IN" sz="2600" dirty="0">
                    <a:latin typeface="+mn-lt"/>
                    <a:cs typeface="Times New Roman" panose="02020603050405020304" pitchFamily="18" charset="0"/>
                  </a:rPr>
                  <a:t> is in acceptance region.</a:t>
                </a:r>
              </a:p>
              <a:p>
                <a:pPr marL="0" indent="0" algn="just">
                  <a:buNone/>
                </a:pPr>
                <a:r>
                  <a:rPr lang="en-US" sz="2600" dirty="0">
                    <a:latin typeface="+mn-lt"/>
                    <a:cs typeface="Times New Roman" panose="02020603050405020304" pitchFamily="18" charset="0"/>
                  </a:rPr>
                  <a:t>There is not enough evidence at the α=0.01level to reject the manufacturer's claim that the mean life of the light bulbs is less than 750 hours. Therefore, we do not have sufficient evidence to conclude that the mean life of the light bulbs is less than 750 hours</a:t>
                </a:r>
                <a:r>
                  <a:rPr lang="en-US" sz="2600" dirty="0">
                    <a:latin typeface="+mn-lt"/>
                  </a:rPr>
                  <a:t>.</a:t>
                </a:r>
              </a:p>
              <a:p>
                <a:pPr marL="0" indent="0">
                  <a:buNone/>
                </a:pPr>
                <a:endParaRPr lang="en-IN" dirty="0"/>
              </a:p>
            </p:txBody>
          </p:sp>
        </mc:Choice>
        <mc:Fallback xmlns="">
          <p:sp>
            <p:nvSpPr>
              <p:cNvPr id="3" name="Text Placeholder 2">
                <a:extLst>
                  <a:ext uri="{FF2B5EF4-FFF2-40B4-BE49-F238E27FC236}">
                    <a16:creationId xmlns:a16="http://schemas.microsoft.com/office/drawing/2014/main" id="{8CB1127A-6BE9-E905-8E3B-0ACC96AA78E0}"/>
                  </a:ext>
                </a:extLst>
              </p:cNvPr>
              <p:cNvSpPr>
                <a:spLocks noGrp="1" noRot="1" noChangeAspect="1" noMove="1" noResize="1" noEditPoints="1" noAdjustHandles="1" noChangeArrowheads="1" noChangeShapeType="1" noTextEdit="1"/>
              </p:cNvSpPr>
              <p:nvPr>
                <p:ph type="body" sz="quarter" idx="13"/>
              </p:nvPr>
            </p:nvSpPr>
            <p:spPr>
              <a:xfrm>
                <a:off x="609600" y="1219200"/>
                <a:ext cx="11220449" cy="4857747"/>
              </a:xfrm>
              <a:blipFill>
                <a:blip r:embed="rId2"/>
                <a:stretch>
                  <a:fillRect l="-815" t="-2384" r="-760"/>
                </a:stretch>
              </a:blipFill>
            </p:spPr>
            <p:txBody>
              <a:bodyPr/>
              <a:lstStyle/>
              <a:p>
                <a:r>
                  <a:rPr lang="en-IN">
                    <a:noFill/>
                  </a:rPr>
                  <a:t> </a:t>
                </a:r>
              </a:p>
            </p:txBody>
          </p:sp>
        </mc:Fallback>
      </mc:AlternateContent>
    </p:spTree>
    <p:extLst>
      <p:ext uri="{BB962C8B-B14F-4D97-AF65-F5344CB8AC3E}">
        <p14:creationId xmlns:p14="http://schemas.microsoft.com/office/powerpoint/2010/main" val="3039376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E9A4B-D509-145A-A523-8C0DE5BB3CCD}"/>
              </a:ext>
            </a:extLst>
          </p:cNvPr>
          <p:cNvSpPr>
            <a:spLocks noGrp="1"/>
          </p:cNvSpPr>
          <p:nvPr>
            <p:ph type="title"/>
          </p:nvPr>
        </p:nvSpPr>
        <p:spPr/>
        <p:txBody>
          <a:bodyPr/>
          <a:lstStyle/>
          <a:p>
            <a:r>
              <a:rPr lang="en-US" dirty="0"/>
              <a:t>Example</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09FF2CE-936E-2560-A11A-B329C61682C5}"/>
                  </a:ext>
                </a:extLst>
              </p:cNvPr>
              <p:cNvSpPr>
                <a:spLocks noGrp="1"/>
              </p:cNvSpPr>
              <p:nvPr>
                <p:ph type="body" sz="quarter" idx="13"/>
              </p:nvPr>
            </p:nvSpPr>
            <p:spPr>
              <a:xfrm>
                <a:off x="457199" y="1047751"/>
                <a:ext cx="10896601" cy="5649680"/>
              </a:xfrm>
            </p:spPr>
            <p:txBody>
              <a:bodyPr>
                <a:normAutofit lnSpcReduction="10000"/>
              </a:bodyPr>
              <a:lstStyle/>
              <a:p>
                <a:pPr algn="just">
                  <a:buNone/>
                </a:pPr>
                <a:r>
                  <a:rPr lang="en-US" sz="2600" dirty="0">
                    <a:solidFill>
                      <a:schemeClr val="accent1"/>
                    </a:solidFill>
                    <a:latin typeface="+mn-lt"/>
                    <a:cs typeface="Times New Roman" panose="02020603050405020304" pitchFamily="18" charset="0"/>
                  </a:rPr>
                  <a:t>A company claims that the average delivery time for its packages is 3 days. To verify this claim, a consumer watchdog agency randomly selects 50 deliveries and finds the average delivery time to be 3.4 days with a population standard deviation of 1.2 days. Using a significance level of 0.05, test whether the average delivery time is significantly different from the claimed time.</a:t>
                </a:r>
              </a:p>
              <a:p>
                <a:pPr algn="just">
                  <a:buNone/>
                </a:pPr>
                <a:r>
                  <a:rPr lang="en-US" sz="2600" dirty="0">
                    <a:solidFill>
                      <a:schemeClr val="accent1"/>
                    </a:solidFill>
                    <a:latin typeface="+mn-lt"/>
                    <a:cs typeface="Times New Roman" panose="02020603050405020304" pitchFamily="18" charset="0"/>
                  </a:rPr>
                  <a:t>Solution:</a:t>
                </a:r>
              </a:p>
              <a:p>
                <a:pPr algn="just">
                  <a:buNone/>
                </a:pPr>
                <a14:m>
                  <m:oMathPara xmlns:m="http://schemas.openxmlformats.org/officeDocument/2006/math">
                    <m:oMathParaPr>
                      <m:jc m:val="centerGroup"/>
                    </m:oMathParaPr>
                    <m:oMath xmlns:m="http://schemas.openxmlformats.org/officeDocument/2006/math">
                      <m:sSub>
                        <m:sSubPr>
                          <m:ctrlPr>
                            <a:rPr lang="en-US" sz="260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𝐻</m:t>
                          </m:r>
                        </m:e>
                        <m:sub>
                          <m:r>
                            <a:rPr lang="en-US" sz="2600" b="0" i="1" smtClean="0">
                              <a:latin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cs typeface="Times New Roman" panose="02020603050405020304" pitchFamily="18" charset="0"/>
                        </a:rPr>
                        <m:t>𝜇</m:t>
                      </m:r>
                      <m:r>
                        <a:rPr lang="en-US" sz="2600" b="0" i="1" smtClean="0">
                          <a:latin typeface="Cambria Math" panose="02040503050406030204" pitchFamily="18" charset="0"/>
                          <a:cs typeface="Times New Roman" panose="02020603050405020304" pitchFamily="18" charset="0"/>
                        </a:rPr>
                        <m:t>=3 </m:t>
                      </m:r>
                      <m:d>
                        <m:dPr>
                          <m:ctrlPr>
                            <a:rPr lang="en-US" sz="2600" i="1" smtClean="0">
                              <a:latin typeface="Cambria Math" panose="02040503050406030204" pitchFamily="18" charset="0"/>
                              <a:cs typeface="Times New Roman" panose="02020603050405020304" pitchFamily="18" charset="0"/>
                            </a:rPr>
                          </m:ctrlPr>
                        </m:dPr>
                        <m:e>
                          <m:r>
                            <a:rPr lang="en-US" sz="2600" b="0" i="1" smtClean="0">
                              <a:latin typeface="Cambria Math" panose="02040503050406030204" pitchFamily="18" charset="0"/>
                              <a:cs typeface="Times New Roman" panose="02020603050405020304" pitchFamily="18" charset="0"/>
                            </a:rPr>
                            <m:t>𝑛𝑢𝑙𝑙</m:t>
                          </m:r>
                          <m:r>
                            <a:rPr lang="en-US" sz="2600" b="0" i="1" smtClean="0">
                              <a:latin typeface="Cambria Math" panose="02040503050406030204" pitchFamily="18" charset="0"/>
                              <a:cs typeface="Times New Roman" panose="02020603050405020304" pitchFamily="18" charset="0"/>
                            </a:rPr>
                            <m:t> </m:t>
                          </m:r>
                          <m:r>
                            <a:rPr lang="en-US" sz="2600" b="0" i="1" smtClean="0">
                              <a:latin typeface="Cambria Math" panose="02040503050406030204" pitchFamily="18" charset="0"/>
                              <a:cs typeface="Times New Roman" panose="02020603050405020304" pitchFamily="18" charset="0"/>
                            </a:rPr>
                            <m:t>𝐻𝑦𝑝𝑜𝑡h𝑒𝑠𝑖𝑠</m:t>
                          </m:r>
                        </m:e>
                      </m:d>
                      <m:r>
                        <a:rPr lang="en-US" sz="2600" b="0" i="1" smtClean="0">
                          <a:latin typeface="Cambria Math" panose="02040503050406030204" pitchFamily="18" charset="0"/>
                          <a:cs typeface="Times New Roman" panose="02020603050405020304" pitchFamily="18" charset="0"/>
                        </a:rPr>
                        <m:t>;        </m:t>
                      </m:r>
                      <m:sSub>
                        <m:sSubPr>
                          <m:ctrlPr>
                            <a:rPr lang="en-US" sz="2600" i="1" smtClean="0">
                              <a:latin typeface="Cambria Math" panose="02040503050406030204" pitchFamily="18" charset="0"/>
                              <a:cs typeface="Times New Roman" panose="02020603050405020304" pitchFamily="18" charset="0"/>
                            </a:rPr>
                          </m:ctrlPr>
                        </m:sSubPr>
                        <m:e>
                          <m:r>
                            <m:rPr>
                              <m:sty m:val="p"/>
                            </m:rPr>
                            <a:rPr lang="en-US" sz="2600" b="0" i="0" smtClean="0">
                              <a:latin typeface="Cambria Math" panose="02040503050406030204" pitchFamily="18" charset="0"/>
                              <a:cs typeface="Times New Roman" panose="02020603050405020304" pitchFamily="18" charset="0"/>
                            </a:rPr>
                            <m:t>H</m:t>
                          </m:r>
                        </m:e>
                        <m:sub>
                          <m:r>
                            <a:rPr lang="en-US" sz="2600" b="0" i="0" smtClean="0">
                              <a:latin typeface="Cambria Math" panose="02040503050406030204" pitchFamily="18" charset="0"/>
                              <a:cs typeface="Times New Roman" panose="02020603050405020304" pitchFamily="18" charset="0"/>
                            </a:rPr>
                            <m:t>1</m:t>
                          </m:r>
                        </m:sub>
                      </m:sSub>
                      <m:r>
                        <a:rPr lang="en-US" sz="2600" b="0" i="0" smtClean="0">
                          <a:latin typeface="Cambria Math" panose="02040503050406030204" pitchFamily="18" charset="0"/>
                          <a:cs typeface="Times New Roman" panose="02020603050405020304" pitchFamily="18" charset="0"/>
                        </a:rPr>
                        <m:t>:  </m:t>
                      </m:r>
                      <m:r>
                        <a:rPr lang="en-US" sz="2600" b="0" i="1" smtClean="0">
                          <a:latin typeface="Cambria Math" panose="02040503050406030204" pitchFamily="18" charset="0"/>
                          <a:cs typeface="Times New Roman" panose="02020603050405020304" pitchFamily="18" charset="0"/>
                        </a:rPr>
                        <m:t>𝜇</m:t>
                      </m:r>
                      <m:r>
                        <a:rPr lang="en-US" sz="2600" b="0" i="1" smtClean="0">
                          <a:latin typeface="Cambria Math" panose="02040503050406030204" pitchFamily="18" charset="0"/>
                          <a:cs typeface="Times New Roman" panose="02020603050405020304" pitchFamily="18" charset="0"/>
                        </a:rPr>
                        <m:t>≠3(</m:t>
                      </m:r>
                      <m:r>
                        <a:rPr lang="en-US" sz="2600" b="0" i="1" smtClean="0">
                          <a:latin typeface="Cambria Math" panose="02040503050406030204" pitchFamily="18" charset="0"/>
                          <a:cs typeface="Times New Roman" panose="02020603050405020304" pitchFamily="18" charset="0"/>
                        </a:rPr>
                        <m:t>𝑎𝑙𝑡𝑒𝑟𝑛𝑎𝑡𝑖𝑛𝑔</m:t>
                      </m:r>
                      <m:r>
                        <a:rPr lang="en-US" sz="2600" b="0" i="1" smtClean="0">
                          <a:latin typeface="Cambria Math" panose="02040503050406030204" pitchFamily="18" charset="0"/>
                          <a:cs typeface="Times New Roman" panose="02020603050405020304" pitchFamily="18" charset="0"/>
                        </a:rPr>
                        <m:t> </m:t>
                      </m:r>
                      <m:r>
                        <a:rPr lang="en-US" sz="2600" b="0" i="1" smtClean="0">
                          <a:latin typeface="Cambria Math" panose="02040503050406030204" pitchFamily="18" charset="0"/>
                          <a:cs typeface="Times New Roman" panose="02020603050405020304" pitchFamily="18" charset="0"/>
                        </a:rPr>
                        <m:t>𝐻𝑦𝑝𝑜𝑡h𝑒𝑠𝑖𝑠</m:t>
                      </m:r>
                      <m:r>
                        <a:rPr lang="en-US" sz="2600" b="0" i="1" smtClean="0">
                          <a:latin typeface="Cambria Math" panose="02040503050406030204" pitchFamily="18" charset="0"/>
                          <a:cs typeface="Times New Roman" panose="02020603050405020304" pitchFamily="18" charset="0"/>
                        </a:rPr>
                        <m:t>) </m:t>
                      </m:r>
                    </m:oMath>
                  </m:oMathPara>
                </a14:m>
                <a:endParaRPr lang="en-US" sz="2600" dirty="0">
                  <a:latin typeface="+mn-lt"/>
                  <a:cs typeface="Times New Roman" panose="02020603050405020304" pitchFamily="18" charset="0"/>
                </a:endParaRPr>
              </a:p>
              <a:p>
                <a:pPr algn="just">
                  <a:buNone/>
                </a:pPr>
                <a:endParaRPr lang="en-US" sz="2600" i="1" dirty="0">
                  <a:latin typeface="+mn-lt"/>
                  <a:cs typeface="Times New Roman" panose="02020603050405020304" pitchFamily="18" charset="0"/>
                </a:endParaRPr>
              </a:p>
              <a:p>
                <a:pPr algn="just">
                  <a:buNone/>
                </a:pPr>
                <a14:m>
                  <m:oMath xmlns:m="http://schemas.openxmlformats.org/officeDocument/2006/math">
                    <m:r>
                      <a:rPr lang="en-US" sz="2600" b="0" i="1" smtClean="0">
                        <a:latin typeface="Cambria Math" panose="02040503050406030204" pitchFamily="18" charset="0"/>
                        <a:cs typeface="Times New Roman" panose="02020603050405020304" pitchFamily="18" charset="0"/>
                      </a:rPr>
                      <m:t>𝑍</m:t>
                    </m:r>
                    <m:r>
                      <a:rPr lang="en-US" sz="2600" b="0" i="1" smtClean="0">
                        <a:latin typeface="Cambria Math" panose="02040503050406030204" pitchFamily="18" charset="0"/>
                        <a:cs typeface="Times New Roman" panose="02020603050405020304" pitchFamily="18" charset="0"/>
                      </a:rPr>
                      <m:t>=</m:t>
                    </m:r>
                    <m:acc>
                      <m:accPr>
                        <m:chr m:val="̅"/>
                        <m:ctrlPr>
                          <a:rPr lang="en-US" sz="2600" i="1">
                            <a:latin typeface="Cambria Math" panose="02040503050406030204" pitchFamily="18" charset="0"/>
                          </a:rPr>
                        </m:ctrlPr>
                      </m:accPr>
                      <m:e>
                        <m:r>
                          <a:rPr lang="en-US" sz="2600" b="0" i="1" smtClean="0">
                            <a:latin typeface="Cambria Math" panose="02040503050406030204" pitchFamily="18" charset="0"/>
                          </a:rPr>
                          <m:t>(</m:t>
                        </m:r>
                        <m:r>
                          <a:rPr lang="en-US" sz="2600" b="0" i="1" smtClean="0">
                            <a:latin typeface="Cambria Math" panose="02040503050406030204" pitchFamily="18" charset="0"/>
                          </a:rPr>
                          <m:t>𝑥</m:t>
                        </m:r>
                      </m:e>
                    </m:acc>
                    <m:r>
                      <a:rPr lang="en-US" sz="2600" b="0" i="1" dirty="0" smtClean="0">
                        <a:latin typeface="Cambria Math" panose="02040503050406030204" pitchFamily="18" charset="0"/>
                      </a:rPr>
                      <m:t> −</m:t>
                    </m:r>
                    <m:r>
                      <a:rPr lang="en-US" sz="2600" b="0" i="1" dirty="0" smtClean="0">
                        <a:latin typeface="Cambria Math" panose="02040503050406030204" pitchFamily="18" charset="0"/>
                      </a:rPr>
                      <m:t>𝜇</m:t>
                    </m:r>
                    <m:r>
                      <a:rPr lang="en-US" sz="2600" b="0" i="1" dirty="0" smtClean="0">
                        <a:latin typeface="Cambria Math" panose="02040503050406030204" pitchFamily="18" charset="0"/>
                      </a:rPr>
                      <m:t>)/ (</m:t>
                    </m:r>
                    <m:r>
                      <a:rPr lang="en-US" sz="2600" b="0" i="1" dirty="0" smtClean="0">
                        <a:latin typeface="Cambria Math" panose="02040503050406030204" pitchFamily="18" charset="0"/>
                      </a:rPr>
                      <m:t>𝑠</m:t>
                    </m:r>
                    <m:r>
                      <a:rPr lang="en-US" sz="2600" b="0" i="1" dirty="0" smtClean="0">
                        <a:latin typeface="Cambria Math" panose="02040503050406030204" pitchFamily="18" charset="0"/>
                      </a:rPr>
                      <m:t>/</m:t>
                    </m:r>
                    <m:rad>
                      <m:radPr>
                        <m:degHide m:val="on"/>
                        <m:ctrlPr>
                          <a:rPr lang="en-US" sz="2600" i="1" dirty="0">
                            <a:latin typeface="Cambria Math" panose="02040503050406030204" pitchFamily="18" charset="0"/>
                          </a:rPr>
                        </m:ctrlPr>
                      </m:radPr>
                      <m:deg/>
                      <m:e>
                        <m:r>
                          <a:rPr lang="en-US" sz="2600" b="0" i="1" dirty="0" smtClean="0">
                            <a:latin typeface="Cambria Math" panose="02040503050406030204" pitchFamily="18" charset="0"/>
                          </a:rPr>
                          <m:t>𝑛</m:t>
                        </m:r>
                      </m:e>
                    </m:rad>
                  </m:oMath>
                </a14:m>
                <a:r>
                  <a:rPr lang="en-US" sz="2600" dirty="0">
                    <a:latin typeface="+mn-lt"/>
                    <a:cs typeface="Times New Roman" panose="02020603050405020304" pitchFamily="18" charset="0"/>
                  </a:rPr>
                  <a:t>)</a:t>
                </a:r>
                <a14:m>
                  <m:oMath xmlns:m="http://schemas.openxmlformats.org/officeDocument/2006/math">
                    <m:r>
                      <a:rPr lang="en-US" sz="2600" b="0" i="1" dirty="0" smtClean="0">
                        <a:latin typeface="Cambria Math" panose="02040503050406030204" pitchFamily="18" charset="0"/>
                        <a:cs typeface="Times New Roman" panose="02020603050405020304" pitchFamily="18" charset="0"/>
                      </a:rPr>
                      <m:t>=</m:t>
                    </m:r>
                    <m:f>
                      <m:fPr>
                        <m:ctrlPr>
                          <a:rPr lang="en-US" sz="2600" i="1" dirty="0" smtClean="0">
                            <a:latin typeface="Cambria Math" panose="02040503050406030204" pitchFamily="18" charset="0"/>
                            <a:cs typeface="Times New Roman" panose="02020603050405020304" pitchFamily="18" charset="0"/>
                          </a:rPr>
                        </m:ctrlPr>
                      </m:fPr>
                      <m:num>
                        <m:r>
                          <a:rPr lang="en-US" sz="2600" b="0" i="1" dirty="0" smtClean="0">
                            <a:latin typeface="Cambria Math" panose="02040503050406030204" pitchFamily="18" charset="0"/>
                            <a:cs typeface="Times New Roman" panose="02020603050405020304" pitchFamily="18" charset="0"/>
                          </a:rPr>
                          <m:t>3.4−3</m:t>
                        </m:r>
                      </m:num>
                      <m:den>
                        <m:f>
                          <m:fPr>
                            <m:ctrlPr>
                              <a:rPr lang="en-US" sz="2600" i="1" dirty="0" smtClean="0">
                                <a:latin typeface="Cambria Math" panose="02040503050406030204" pitchFamily="18" charset="0"/>
                                <a:cs typeface="Times New Roman" panose="02020603050405020304" pitchFamily="18" charset="0"/>
                              </a:rPr>
                            </m:ctrlPr>
                          </m:fPr>
                          <m:num>
                            <m:r>
                              <a:rPr lang="en-US" sz="2600" b="0" i="1" dirty="0" smtClean="0">
                                <a:latin typeface="Cambria Math" panose="02040503050406030204" pitchFamily="18" charset="0"/>
                                <a:cs typeface="Times New Roman" panose="02020603050405020304" pitchFamily="18" charset="0"/>
                              </a:rPr>
                              <m:t>1.2</m:t>
                            </m:r>
                          </m:num>
                          <m:den>
                            <m:rad>
                              <m:radPr>
                                <m:degHide m:val="on"/>
                                <m:ctrlPr>
                                  <a:rPr lang="en-US" sz="2600" i="1" dirty="0" smtClean="0">
                                    <a:latin typeface="Cambria Math" panose="02040503050406030204" pitchFamily="18" charset="0"/>
                                    <a:cs typeface="Times New Roman" panose="02020603050405020304" pitchFamily="18" charset="0"/>
                                  </a:rPr>
                                </m:ctrlPr>
                              </m:radPr>
                              <m:deg/>
                              <m:e>
                                <m:r>
                                  <a:rPr lang="en-US" sz="2600" b="0" i="1" dirty="0" smtClean="0">
                                    <a:latin typeface="Cambria Math" panose="02040503050406030204" pitchFamily="18" charset="0"/>
                                    <a:cs typeface="Times New Roman" panose="02020603050405020304" pitchFamily="18" charset="0"/>
                                  </a:rPr>
                                  <m:t>50</m:t>
                                </m:r>
                              </m:e>
                            </m:rad>
                          </m:den>
                        </m:f>
                      </m:den>
                    </m:f>
                    <m:r>
                      <a:rPr lang="en-US" sz="2600" b="0" i="1" dirty="0" smtClean="0">
                        <a:latin typeface="Cambria Math" panose="02040503050406030204" pitchFamily="18" charset="0"/>
                        <a:cs typeface="Times New Roman" panose="02020603050405020304" pitchFamily="18" charset="0"/>
                      </a:rPr>
                      <m:t>=2.36</m:t>
                    </m:r>
                  </m:oMath>
                </a14:m>
                <a:endParaRPr lang="en-US" sz="2600" dirty="0">
                  <a:latin typeface="+mn-lt"/>
                  <a:cs typeface="Times New Roman" panose="02020603050405020304" pitchFamily="18" charset="0"/>
                </a:endParaRPr>
              </a:p>
              <a:p>
                <a:pPr algn="just">
                  <a:buNone/>
                </a:pPr>
                <a:r>
                  <a:rPr lang="en-US" sz="2600" dirty="0">
                    <a:latin typeface="+mn-lt"/>
                    <a:cs typeface="Times New Roman" panose="02020603050405020304" pitchFamily="18" charset="0"/>
                  </a:rPr>
                  <a:t>For a two-tailed test with α = 0.05, the critical Z values are</a:t>
                </a:r>
                <a14:m>
                  <m:oMath xmlns:m="http://schemas.openxmlformats.org/officeDocument/2006/math">
                    <m:r>
                      <a:rPr lang="en-US" sz="2600" b="0" i="0" smtClean="0">
                        <a:latin typeface="Cambria Math" panose="02040503050406030204" pitchFamily="18" charset="0"/>
                        <a:cs typeface="Times New Roman" panose="02020603050405020304" pitchFamily="18" charset="0"/>
                      </a:rPr>
                      <m:t> </m:t>
                    </m:r>
                    <m:r>
                      <a:rPr lang="en-US" sz="2600" b="0" i="1" smtClean="0">
                        <a:latin typeface="Cambria Math" panose="02040503050406030204" pitchFamily="18" charset="0"/>
                        <a:cs typeface="Times New Roman" panose="02020603050405020304" pitchFamily="18" charset="0"/>
                      </a:rPr>
                      <m:t>±1.96</m:t>
                    </m:r>
                  </m:oMath>
                </a14:m>
                <a:r>
                  <a:rPr lang="en-US" sz="2600" dirty="0">
                    <a:latin typeface="+mn-lt"/>
                    <a:cs typeface="Times New Roman" panose="02020603050405020304" pitchFamily="18" charset="0"/>
                  </a:rPr>
                  <a:t>.</a:t>
                </a:r>
              </a:p>
              <a:p>
                <a:pPr algn="just">
                  <a:buNone/>
                </a:pPr>
                <a:r>
                  <a:rPr lang="en-US" sz="2600" dirty="0">
                    <a:latin typeface="+mn-lt"/>
                    <a:cs typeface="Times New Roman" panose="02020603050405020304" pitchFamily="18" charset="0"/>
                  </a:rPr>
                  <a:t>Since 2.36 &gt; 1.96, it falls in the rejection region.</a:t>
                </a:r>
              </a:p>
              <a:p>
                <a:pPr algn="just">
                  <a:buNone/>
                </a:pPr>
                <a:r>
                  <a:rPr lang="en-US" sz="2600" dirty="0">
                    <a:latin typeface="+mn-lt"/>
                    <a:cs typeface="Times New Roman" panose="02020603050405020304" pitchFamily="18" charset="0"/>
                  </a:rPr>
                  <a:t>Conclusion: There is sufficient evidence at the 5% significance level to conclude that the average delivery time is significantly different from 3 days.</a:t>
                </a:r>
              </a:p>
              <a:p>
                <a:pPr marL="0" indent="0">
                  <a:buNone/>
                </a:pPr>
                <a:endParaRPr lang="en-IN" dirty="0"/>
              </a:p>
            </p:txBody>
          </p:sp>
        </mc:Choice>
        <mc:Fallback xmlns="">
          <p:sp>
            <p:nvSpPr>
              <p:cNvPr id="3" name="Text Placeholder 2">
                <a:extLst>
                  <a:ext uri="{FF2B5EF4-FFF2-40B4-BE49-F238E27FC236}">
                    <a16:creationId xmlns:a16="http://schemas.microsoft.com/office/drawing/2014/main" id="{309FF2CE-936E-2560-A11A-B329C61682C5}"/>
                  </a:ext>
                </a:extLst>
              </p:cNvPr>
              <p:cNvSpPr>
                <a:spLocks noGrp="1" noRot="1" noChangeAspect="1" noMove="1" noResize="1" noEditPoints="1" noAdjustHandles="1" noChangeArrowheads="1" noChangeShapeType="1" noTextEdit="1"/>
              </p:cNvSpPr>
              <p:nvPr>
                <p:ph type="body" sz="quarter" idx="13"/>
              </p:nvPr>
            </p:nvSpPr>
            <p:spPr>
              <a:xfrm>
                <a:off x="457199" y="1047751"/>
                <a:ext cx="10896601" cy="5649680"/>
              </a:xfrm>
              <a:blipFill>
                <a:blip r:embed="rId2"/>
                <a:stretch>
                  <a:fillRect l="-1007" t="-2157" r="-951"/>
                </a:stretch>
              </a:blipFill>
            </p:spPr>
            <p:txBody>
              <a:bodyPr/>
              <a:lstStyle/>
              <a:p>
                <a:r>
                  <a:rPr lang="en-IN">
                    <a:noFill/>
                  </a:rPr>
                  <a:t> </a:t>
                </a:r>
              </a:p>
            </p:txBody>
          </p:sp>
        </mc:Fallback>
      </mc:AlternateContent>
    </p:spTree>
    <p:extLst>
      <p:ext uri="{BB962C8B-B14F-4D97-AF65-F5344CB8AC3E}">
        <p14:creationId xmlns:p14="http://schemas.microsoft.com/office/powerpoint/2010/main" val="1667132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7F0CF-E21E-EFD7-DF9D-A864A5EB038A}"/>
              </a:ext>
            </a:extLst>
          </p:cNvPr>
          <p:cNvSpPr>
            <a:spLocks noGrp="1"/>
          </p:cNvSpPr>
          <p:nvPr>
            <p:ph type="title"/>
          </p:nvPr>
        </p:nvSpPr>
        <p:spPr>
          <a:xfrm>
            <a:off x="49845" y="160569"/>
            <a:ext cx="10110155" cy="764364"/>
          </a:xfrm>
        </p:spPr>
        <p:txBody>
          <a:bodyPr>
            <a:normAutofit fontScale="90000"/>
          </a:bodyPr>
          <a:lstStyle/>
          <a:p>
            <a:br>
              <a:rPr lang="en-US" altLang="zh-CN" sz="2400" dirty="0">
                <a:cs typeface="Times New Roman" panose="02020603050405020304" pitchFamily="18" charset="0"/>
              </a:rPr>
            </a:br>
            <a:r>
              <a:rPr lang="en-US" altLang="zh-CN" sz="2400" dirty="0">
                <a:cs typeface="Times New Roman" panose="02020603050405020304" pitchFamily="18" charset="0"/>
              </a:rPr>
              <a:t>Parametric tests: Z-test for testing (µ</a:t>
            </a:r>
            <a:r>
              <a:rPr lang="en-US" altLang="zh-CN" sz="2400" baseline="-25000" dirty="0">
                <a:cs typeface="Times New Roman" panose="02020603050405020304" pitchFamily="18" charset="0"/>
              </a:rPr>
              <a:t>1 </a:t>
            </a:r>
            <a:r>
              <a:rPr lang="en-US" altLang="zh-CN" sz="2400" dirty="0">
                <a:cs typeface="Times New Roman" panose="02020603050405020304" pitchFamily="18" charset="0"/>
              </a:rPr>
              <a:t>- µ</a:t>
            </a:r>
            <a:r>
              <a:rPr lang="en-US" altLang="zh-CN" sz="2400" baseline="-25000" dirty="0">
                <a:cs typeface="Times New Roman" panose="02020603050405020304" pitchFamily="18" charset="0"/>
              </a:rPr>
              <a:t>2</a:t>
            </a:r>
            <a:r>
              <a:rPr lang="en-US" altLang="zh-CN" sz="2400" dirty="0">
                <a:cs typeface="Times New Roman" panose="02020603050405020304" pitchFamily="18" charset="0"/>
              </a:rPr>
              <a:t>)</a:t>
            </a:r>
            <a:br>
              <a:rPr lang="en-US" altLang="zh-CN" sz="2400" dirty="0"/>
            </a:br>
            <a:endParaRPr lang="en-IN" dirty="0"/>
          </a:p>
        </p:txBody>
      </p:sp>
      <p:sp>
        <p:nvSpPr>
          <p:cNvPr id="3" name="Text Placeholder 2">
            <a:extLst>
              <a:ext uri="{FF2B5EF4-FFF2-40B4-BE49-F238E27FC236}">
                <a16:creationId xmlns:a16="http://schemas.microsoft.com/office/drawing/2014/main" id="{956607E5-9D10-B40B-CB2F-94BC700E0D0C}"/>
              </a:ext>
            </a:extLst>
          </p:cNvPr>
          <p:cNvSpPr>
            <a:spLocks noGrp="1"/>
          </p:cNvSpPr>
          <p:nvPr>
            <p:ph type="body" sz="quarter" idx="13"/>
          </p:nvPr>
        </p:nvSpPr>
        <p:spPr>
          <a:xfrm>
            <a:off x="76199" y="944805"/>
            <a:ext cx="12077701" cy="5617920"/>
          </a:xfrm>
        </p:spPr>
        <p:txBody>
          <a:bodyPr/>
          <a:lstStyle/>
          <a:p>
            <a:pPr marL="0" indent="0">
              <a:buNone/>
            </a:pPr>
            <a:r>
              <a:rPr lang="en-US" dirty="0"/>
              <a:t>.</a:t>
            </a:r>
            <a:endParaRPr lang="en-IN" dirty="0"/>
          </a:p>
        </p:txBody>
      </p:sp>
      <p:sp>
        <p:nvSpPr>
          <p:cNvPr id="4" name="Content Placeholder 2">
            <a:extLst>
              <a:ext uri="{FF2B5EF4-FFF2-40B4-BE49-F238E27FC236}">
                <a16:creationId xmlns:a16="http://schemas.microsoft.com/office/drawing/2014/main" id="{C315E61D-5965-AFD8-F620-70F3D0411734}"/>
              </a:ext>
            </a:extLst>
          </p:cNvPr>
          <p:cNvSpPr txBox="1">
            <a:spLocks/>
          </p:cNvSpPr>
          <p:nvPr/>
        </p:nvSpPr>
        <p:spPr>
          <a:xfrm>
            <a:off x="276045" y="180441"/>
            <a:ext cx="10110155" cy="8002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4200" b="0" i="0" u="none" strike="noStrike" kern="1200" cap="none" spc="0" normalizeH="0" baseline="0" noProof="0" dirty="0">
              <a:ln>
                <a:noFill/>
              </a:ln>
              <a:solidFill>
                <a:srgbClr val="FF0000"/>
              </a:solidFill>
              <a:effectLst/>
              <a:uLnTx/>
              <a:uFillTx/>
              <a:latin typeface="Calibri" panose="020F0502020204030204"/>
              <a:ea typeface="WenQuanYi Micro Hei"/>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altLang="zh-CN" sz="4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4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95E59FC6-6028-8256-A3B7-BBCB4D05B49A}"/>
              </a:ext>
            </a:extLst>
          </p:cNvPr>
          <p:cNvGrpSpPr/>
          <p:nvPr/>
        </p:nvGrpSpPr>
        <p:grpSpPr>
          <a:xfrm>
            <a:off x="1146248" y="1013873"/>
            <a:ext cx="7197652" cy="787681"/>
            <a:chOff x="375557" y="1947820"/>
            <a:chExt cx="12847313" cy="609801"/>
          </a:xfrm>
        </p:grpSpPr>
        <p:sp>
          <p:nvSpPr>
            <p:cNvPr id="6" name="Rectangle 5">
              <a:extLst>
                <a:ext uri="{FF2B5EF4-FFF2-40B4-BE49-F238E27FC236}">
                  <a16:creationId xmlns:a16="http://schemas.microsoft.com/office/drawing/2014/main" id="{04611FE1-CBC8-9C3B-2EEE-DDA4ADE4ABF0}"/>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7" name="TextBox 6">
              <a:extLst>
                <a:ext uri="{FF2B5EF4-FFF2-40B4-BE49-F238E27FC236}">
                  <a16:creationId xmlns:a16="http://schemas.microsoft.com/office/drawing/2014/main" id="{D8E66AC8-648C-5259-32AF-8A63C8C9F70C}"/>
                </a:ext>
              </a:extLst>
            </p:cNvPr>
            <p:cNvSpPr txBox="1"/>
            <p:nvPr/>
          </p:nvSpPr>
          <p:spPr>
            <a:xfrm>
              <a:off x="417333" y="1947820"/>
              <a:ext cx="12805537"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State null and alternative hypothesis</a:t>
              </a:r>
              <a:endParaRPr kumimoji="0" lang="en-IN"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8" name="Rectangle 7">
            <a:extLst>
              <a:ext uri="{FF2B5EF4-FFF2-40B4-BE49-F238E27FC236}">
                <a16:creationId xmlns:a16="http://schemas.microsoft.com/office/drawing/2014/main" id="{72FD1B8F-2884-B188-2F7F-EC5485B83329}"/>
              </a:ext>
            </a:extLst>
          </p:cNvPr>
          <p:cNvSpPr/>
          <p:nvPr/>
        </p:nvSpPr>
        <p:spPr>
          <a:xfrm>
            <a:off x="492032" y="1013873"/>
            <a:ext cx="676700" cy="828808"/>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1</a:t>
            </a:r>
          </a:p>
        </p:txBody>
      </p:sp>
      <p:grpSp>
        <p:nvGrpSpPr>
          <p:cNvPr id="9" name="Group 8">
            <a:extLst>
              <a:ext uri="{FF2B5EF4-FFF2-40B4-BE49-F238E27FC236}">
                <a16:creationId xmlns:a16="http://schemas.microsoft.com/office/drawing/2014/main" id="{0D8454B0-DFFE-3D5C-971D-971A24F67965}"/>
              </a:ext>
            </a:extLst>
          </p:cNvPr>
          <p:cNvGrpSpPr/>
          <p:nvPr/>
        </p:nvGrpSpPr>
        <p:grpSpPr>
          <a:xfrm>
            <a:off x="1125868" y="1915445"/>
            <a:ext cx="7174247" cy="807041"/>
            <a:chOff x="375557" y="1947820"/>
            <a:chExt cx="12847313" cy="609801"/>
          </a:xfrm>
        </p:grpSpPr>
        <p:sp>
          <p:nvSpPr>
            <p:cNvPr id="10" name="Rectangle 9">
              <a:extLst>
                <a:ext uri="{FF2B5EF4-FFF2-40B4-BE49-F238E27FC236}">
                  <a16:creationId xmlns:a16="http://schemas.microsoft.com/office/drawing/2014/main" id="{0CECDAD1-E1B0-F400-8857-0D38857B44EC}"/>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1" name="TextBox 10">
              <a:extLst>
                <a:ext uri="{FF2B5EF4-FFF2-40B4-BE49-F238E27FC236}">
                  <a16:creationId xmlns:a16="http://schemas.microsoft.com/office/drawing/2014/main" id="{DDD61C45-D983-9ACB-A7A1-38BBBE49239D}"/>
                </a:ext>
              </a:extLst>
            </p:cNvPr>
            <p:cNvSpPr txBox="1"/>
            <p:nvPr/>
          </p:nvSpPr>
          <p:spPr>
            <a:xfrm>
              <a:off x="417333" y="1947820"/>
              <a:ext cx="12805537"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Specify the level of significance ‘</a:t>
              </a:r>
              <a:r>
                <a:rPr kumimoji="0" lang="el-GR"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α</a:t>
              </a:r>
              <a:r>
                <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a:t>
              </a:r>
              <a:endParaRPr kumimoji="0" lang="en-IN"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12" name="Rectangle 11">
            <a:extLst>
              <a:ext uri="{FF2B5EF4-FFF2-40B4-BE49-F238E27FC236}">
                <a16:creationId xmlns:a16="http://schemas.microsoft.com/office/drawing/2014/main" id="{826D648D-893D-0EE2-DB79-6CD5926A008C}"/>
              </a:ext>
            </a:extLst>
          </p:cNvPr>
          <p:cNvSpPr/>
          <p:nvPr/>
        </p:nvSpPr>
        <p:spPr>
          <a:xfrm>
            <a:off x="497471" y="1954735"/>
            <a:ext cx="676700" cy="819387"/>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2</a:t>
            </a:r>
          </a:p>
        </p:txBody>
      </p:sp>
      <p:grpSp>
        <p:nvGrpSpPr>
          <p:cNvPr id="13" name="Group 12">
            <a:extLst>
              <a:ext uri="{FF2B5EF4-FFF2-40B4-BE49-F238E27FC236}">
                <a16:creationId xmlns:a16="http://schemas.microsoft.com/office/drawing/2014/main" id="{EC0E89A0-061B-27E9-760C-B7FA96B922DA}"/>
              </a:ext>
            </a:extLst>
          </p:cNvPr>
          <p:cNvGrpSpPr/>
          <p:nvPr/>
        </p:nvGrpSpPr>
        <p:grpSpPr>
          <a:xfrm>
            <a:off x="1140797" y="2871411"/>
            <a:ext cx="7174247" cy="752683"/>
            <a:chOff x="375557" y="1947820"/>
            <a:chExt cx="12847313" cy="609801"/>
          </a:xfrm>
        </p:grpSpPr>
        <p:sp>
          <p:nvSpPr>
            <p:cNvPr id="14" name="Rectangle 13">
              <a:extLst>
                <a:ext uri="{FF2B5EF4-FFF2-40B4-BE49-F238E27FC236}">
                  <a16:creationId xmlns:a16="http://schemas.microsoft.com/office/drawing/2014/main" id="{401FCBEA-AC9B-DFE8-CB14-6FFA2EF5F300}"/>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5" name="TextBox 14">
              <a:extLst>
                <a:ext uri="{FF2B5EF4-FFF2-40B4-BE49-F238E27FC236}">
                  <a16:creationId xmlns:a16="http://schemas.microsoft.com/office/drawing/2014/main" id="{007C4FC0-AB27-21B0-8D70-33C16A81E039}"/>
                </a:ext>
              </a:extLst>
            </p:cNvPr>
            <p:cNvSpPr txBox="1"/>
            <p:nvPr/>
          </p:nvSpPr>
          <p:spPr>
            <a:xfrm>
              <a:off x="417333" y="1947820"/>
              <a:ext cx="12805537"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Standard Normal Distribution</a:t>
              </a:r>
              <a:endParaRPr kumimoji="0" lang="en-IN"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16" name="Rectangle 15">
            <a:extLst>
              <a:ext uri="{FF2B5EF4-FFF2-40B4-BE49-F238E27FC236}">
                <a16:creationId xmlns:a16="http://schemas.microsoft.com/office/drawing/2014/main" id="{A01F90E6-0290-47A0-6B71-B9CC551500D7}"/>
              </a:ext>
            </a:extLst>
          </p:cNvPr>
          <p:cNvSpPr/>
          <p:nvPr/>
        </p:nvSpPr>
        <p:spPr>
          <a:xfrm>
            <a:off x="486581" y="2895838"/>
            <a:ext cx="676700" cy="736138"/>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3</a:t>
            </a:r>
          </a:p>
        </p:txBody>
      </p:sp>
      <p:grpSp>
        <p:nvGrpSpPr>
          <p:cNvPr id="17" name="Group 16">
            <a:extLst>
              <a:ext uri="{FF2B5EF4-FFF2-40B4-BE49-F238E27FC236}">
                <a16:creationId xmlns:a16="http://schemas.microsoft.com/office/drawing/2014/main" id="{7FB481F4-C4E9-CB6A-E291-7BFED1FBDE3B}"/>
              </a:ext>
            </a:extLst>
          </p:cNvPr>
          <p:cNvGrpSpPr/>
          <p:nvPr/>
        </p:nvGrpSpPr>
        <p:grpSpPr>
          <a:xfrm>
            <a:off x="1146236" y="3820900"/>
            <a:ext cx="7150918" cy="683000"/>
            <a:chOff x="375557" y="1947820"/>
            <a:chExt cx="12847313" cy="609801"/>
          </a:xfrm>
        </p:grpSpPr>
        <p:sp>
          <p:nvSpPr>
            <p:cNvPr id="18" name="Rectangle 17">
              <a:extLst>
                <a:ext uri="{FF2B5EF4-FFF2-40B4-BE49-F238E27FC236}">
                  <a16:creationId xmlns:a16="http://schemas.microsoft.com/office/drawing/2014/main" id="{E2098317-FDA1-25A0-22D0-F1DD483CDB0E}"/>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9" name="TextBox 18">
              <a:extLst>
                <a:ext uri="{FF2B5EF4-FFF2-40B4-BE49-F238E27FC236}">
                  <a16:creationId xmlns:a16="http://schemas.microsoft.com/office/drawing/2014/main" id="{E92EB7DC-43E9-CA1E-C393-8A2EA2AFDE7D}"/>
                </a:ext>
              </a:extLst>
            </p:cNvPr>
            <p:cNvSpPr txBox="1"/>
            <p:nvPr/>
          </p:nvSpPr>
          <p:spPr>
            <a:xfrm>
              <a:off x="417333" y="1947820"/>
              <a:ext cx="12805537"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Compute the test statistic</a:t>
              </a:r>
              <a:endParaRPr kumimoji="0" lang="en-IN"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20" name="Rectangle 19">
            <a:extLst>
              <a:ext uri="{FF2B5EF4-FFF2-40B4-BE49-F238E27FC236}">
                <a16:creationId xmlns:a16="http://schemas.microsoft.com/office/drawing/2014/main" id="{2F0E67D4-1933-9DA5-0DEE-ED22DF39D45D}"/>
              </a:ext>
            </a:extLst>
          </p:cNvPr>
          <p:cNvSpPr/>
          <p:nvPr/>
        </p:nvSpPr>
        <p:spPr>
          <a:xfrm>
            <a:off x="492020" y="3827279"/>
            <a:ext cx="676700" cy="715395"/>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4</a:t>
            </a:r>
          </a:p>
        </p:txBody>
      </p:sp>
      <p:grpSp>
        <p:nvGrpSpPr>
          <p:cNvPr id="21" name="Group 20">
            <a:extLst>
              <a:ext uri="{FF2B5EF4-FFF2-40B4-BE49-F238E27FC236}">
                <a16:creationId xmlns:a16="http://schemas.microsoft.com/office/drawing/2014/main" id="{08F33B67-C0F4-B31B-625E-2C85218DFBDB}"/>
              </a:ext>
            </a:extLst>
          </p:cNvPr>
          <p:cNvGrpSpPr/>
          <p:nvPr/>
        </p:nvGrpSpPr>
        <p:grpSpPr>
          <a:xfrm>
            <a:off x="1151675" y="4685134"/>
            <a:ext cx="7344625" cy="782381"/>
            <a:chOff x="375557" y="1947820"/>
            <a:chExt cx="12847313" cy="609801"/>
          </a:xfrm>
        </p:grpSpPr>
        <p:sp>
          <p:nvSpPr>
            <p:cNvPr id="22" name="Rectangle 21">
              <a:extLst>
                <a:ext uri="{FF2B5EF4-FFF2-40B4-BE49-F238E27FC236}">
                  <a16:creationId xmlns:a16="http://schemas.microsoft.com/office/drawing/2014/main" id="{95960235-6B37-89D1-0CA9-228764128B69}"/>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23" name="TextBox 22">
              <a:extLst>
                <a:ext uri="{FF2B5EF4-FFF2-40B4-BE49-F238E27FC236}">
                  <a16:creationId xmlns:a16="http://schemas.microsoft.com/office/drawing/2014/main" id="{FE8E6991-FE25-8618-867B-0B394A4406A9}"/>
                </a:ext>
              </a:extLst>
            </p:cNvPr>
            <p:cNvSpPr txBox="1"/>
            <p:nvPr/>
          </p:nvSpPr>
          <p:spPr>
            <a:xfrm>
              <a:off x="417333" y="1947820"/>
              <a:ext cx="12805537"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Define the critical region/ rejection criteria</a:t>
              </a:r>
              <a:endParaRPr kumimoji="0" lang="en-IN"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24" name="Rectangle 23">
            <a:extLst>
              <a:ext uri="{FF2B5EF4-FFF2-40B4-BE49-F238E27FC236}">
                <a16:creationId xmlns:a16="http://schemas.microsoft.com/office/drawing/2014/main" id="{5CB4E432-8816-5D88-30D6-8DBC6013B3C8}"/>
              </a:ext>
            </a:extLst>
          </p:cNvPr>
          <p:cNvSpPr/>
          <p:nvPr/>
        </p:nvSpPr>
        <p:spPr>
          <a:xfrm>
            <a:off x="497459" y="4708389"/>
            <a:ext cx="676700" cy="782381"/>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5</a:t>
            </a:r>
          </a:p>
        </p:txBody>
      </p:sp>
      <p:grpSp>
        <p:nvGrpSpPr>
          <p:cNvPr id="25" name="Group 24">
            <a:extLst>
              <a:ext uri="{FF2B5EF4-FFF2-40B4-BE49-F238E27FC236}">
                <a16:creationId xmlns:a16="http://schemas.microsoft.com/office/drawing/2014/main" id="{10D9BB41-03A1-9281-AE8C-8BF333954989}"/>
              </a:ext>
            </a:extLst>
          </p:cNvPr>
          <p:cNvGrpSpPr/>
          <p:nvPr/>
        </p:nvGrpSpPr>
        <p:grpSpPr>
          <a:xfrm>
            <a:off x="1192502" y="5544655"/>
            <a:ext cx="2927184" cy="844486"/>
            <a:chOff x="375557" y="1947820"/>
            <a:chExt cx="12847313" cy="609801"/>
          </a:xfrm>
        </p:grpSpPr>
        <p:sp>
          <p:nvSpPr>
            <p:cNvPr id="26" name="Rectangle 25">
              <a:extLst>
                <a:ext uri="{FF2B5EF4-FFF2-40B4-BE49-F238E27FC236}">
                  <a16:creationId xmlns:a16="http://schemas.microsoft.com/office/drawing/2014/main" id="{6846A5B7-D3CA-879F-02AA-35DEEBF1BD9F}"/>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27" name="TextBox 26">
              <a:extLst>
                <a:ext uri="{FF2B5EF4-FFF2-40B4-BE49-F238E27FC236}">
                  <a16:creationId xmlns:a16="http://schemas.microsoft.com/office/drawing/2014/main" id="{8D133222-E752-44D9-BBF2-4A51705D339D}"/>
                </a:ext>
              </a:extLst>
            </p:cNvPr>
            <p:cNvSpPr txBox="1"/>
            <p:nvPr/>
          </p:nvSpPr>
          <p:spPr>
            <a:xfrm>
              <a:off x="417331" y="1947820"/>
              <a:ext cx="12805539"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Conclusion</a:t>
              </a:r>
              <a:endParaRPr kumimoji="0" lang="en-IN"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28" name="Rectangle 27">
            <a:extLst>
              <a:ext uri="{FF2B5EF4-FFF2-40B4-BE49-F238E27FC236}">
                <a16:creationId xmlns:a16="http://schemas.microsoft.com/office/drawing/2014/main" id="{EA83DD8A-AAF4-F484-4D2E-8EB5DF344131}"/>
              </a:ext>
            </a:extLst>
          </p:cNvPr>
          <p:cNvSpPr/>
          <p:nvPr/>
        </p:nvSpPr>
        <p:spPr>
          <a:xfrm>
            <a:off x="486569" y="5569755"/>
            <a:ext cx="676700" cy="828808"/>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6</a:t>
            </a:r>
          </a:p>
        </p:txBody>
      </p:sp>
      <p:sp>
        <p:nvSpPr>
          <p:cNvPr id="29" name="Right Arrow 91">
            <a:extLst>
              <a:ext uri="{FF2B5EF4-FFF2-40B4-BE49-F238E27FC236}">
                <a16:creationId xmlns:a16="http://schemas.microsoft.com/office/drawing/2014/main" id="{E48B7989-B26E-874B-8720-B6A92201CF2F}"/>
              </a:ext>
            </a:extLst>
          </p:cNvPr>
          <p:cNvSpPr/>
          <p:nvPr/>
        </p:nvSpPr>
        <p:spPr>
          <a:xfrm>
            <a:off x="8405275" y="1237004"/>
            <a:ext cx="71844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ight Arrow 92">
            <a:extLst>
              <a:ext uri="{FF2B5EF4-FFF2-40B4-BE49-F238E27FC236}">
                <a16:creationId xmlns:a16="http://schemas.microsoft.com/office/drawing/2014/main" id="{25585435-A9C3-4FA6-0BC3-98A8005E8A3D}"/>
              </a:ext>
            </a:extLst>
          </p:cNvPr>
          <p:cNvSpPr/>
          <p:nvPr/>
        </p:nvSpPr>
        <p:spPr>
          <a:xfrm>
            <a:off x="8361867" y="3966174"/>
            <a:ext cx="57965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1" name="Group 30">
            <a:extLst>
              <a:ext uri="{FF2B5EF4-FFF2-40B4-BE49-F238E27FC236}">
                <a16:creationId xmlns:a16="http://schemas.microsoft.com/office/drawing/2014/main" id="{5766A4C2-732D-8CBE-FA82-8C1BBA91C1CE}"/>
              </a:ext>
            </a:extLst>
          </p:cNvPr>
          <p:cNvGrpSpPr/>
          <p:nvPr/>
        </p:nvGrpSpPr>
        <p:grpSpPr>
          <a:xfrm>
            <a:off x="4372770" y="5633230"/>
            <a:ext cx="7629382" cy="1002259"/>
            <a:chOff x="375557" y="1965945"/>
            <a:chExt cx="13559266" cy="591676"/>
          </a:xfrm>
        </p:grpSpPr>
        <p:sp>
          <p:nvSpPr>
            <p:cNvPr id="32" name="Rectangle 31">
              <a:extLst>
                <a:ext uri="{FF2B5EF4-FFF2-40B4-BE49-F238E27FC236}">
                  <a16:creationId xmlns:a16="http://schemas.microsoft.com/office/drawing/2014/main" id="{7796CCB0-91DE-881B-06B6-14F759184055}"/>
                </a:ext>
              </a:extLst>
            </p:cNvPr>
            <p:cNvSpPr/>
            <p:nvPr/>
          </p:nvSpPr>
          <p:spPr>
            <a:xfrm>
              <a:off x="375557" y="1965945"/>
              <a:ext cx="13517490"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33" name="TextBox 32">
              <a:extLst>
                <a:ext uri="{FF2B5EF4-FFF2-40B4-BE49-F238E27FC236}">
                  <a16:creationId xmlns:a16="http://schemas.microsoft.com/office/drawing/2014/main" id="{523B0C6D-568C-A483-6E68-6A3CD9C602E2}"/>
                </a:ext>
              </a:extLst>
            </p:cNvPr>
            <p:cNvSpPr txBox="1"/>
            <p:nvPr/>
          </p:nvSpPr>
          <p:spPr>
            <a:xfrm>
              <a:off x="417333" y="1989927"/>
              <a:ext cx="13517490" cy="341129"/>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Helvetica Neue"/>
                  <a:ea typeface="+mn-ea"/>
                  <a:cs typeface="Helvetica" panose="020B0604020202020204" pitchFamily="34" charset="0"/>
                </a:rPr>
                <a:t>Note: Assuming population variances are known</a:t>
              </a:r>
              <a:endParaRPr kumimoji="0" lang="en-IN" sz="2400" b="1" i="0" u="none" strike="noStrike" kern="1200" cap="none" spc="0" normalizeH="0" baseline="0" noProof="0" dirty="0">
                <a:ln>
                  <a:noFill/>
                </a:ln>
                <a:solidFill>
                  <a:srgbClr val="FF0000"/>
                </a:solidFill>
                <a:effectLst/>
                <a:uLnTx/>
                <a:uFillTx/>
                <a:latin typeface="Helvetica Neue"/>
                <a:ea typeface="+mn-ea"/>
                <a:cs typeface="Helvetica" panose="020B0604020202020204" pitchFamily="34" charset="0"/>
              </a:endParaRPr>
            </a:p>
          </p:txBody>
        </p:sp>
      </p:grpSp>
      <p:pic>
        <p:nvPicPr>
          <p:cNvPr id="34" name="Picture 33">
            <a:extLst>
              <a:ext uri="{FF2B5EF4-FFF2-40B4-BE49-F238E27FC236}">
                <a16:creationId xmlns:a16="http://schemas.microsoft.com/office/drawing/2014/main" id="{A9FF64AF-B699-4805-E8A7-698CF032E52E}"/>
              </a:ext>
            </a:extLst>
          </p:cNvPr>
          <p:cNvPicPr>
            <a:picLocks noChangeAspect="1"/>
          </p:cNvPicPr>
          <p:nvPr/>
        </p:nvPicPr>
        <p:blipFill>
          <a:blip r:embed="rId2"/>
          <a:stretch>
            <a:fillRect/>
          </a:stretch>
        </p:blipFill>
        <p:spPr>
          <a:xfrm>
            <a:off x="9185094" y="924934"/>
            <a:ext cx="2968807" cy="2090746"/>
          </a:xfrm>
          <a:prstGeom prst="rect">
            <a:avLst/>
          </a:prstGeom>
        </p:spPr>
      </p:pic>
      <p:pic>
        <p:nvPicPr>
          <p:cNvPr id="35" name="Picture 34">
            <a:extLst>
              <a:ext uri="{FF2B5EF4-FFF2-40B4-BE49-F238E27FC236}">
                <a16:creationId xmlns:a16="http://schemas.microsoft.com/office/drawing/2014/main" id="{329FD623-7753-6BA8-2464-D4C481A210F2}"/>
              </a:ext>
            </a:extLst>
          </p:cNvPr>
          <p:cNvPicPr>
            <a:picLocks noChangeAspect="1"/>
          </p:cNvPicPr>
          <p:nvPr/>
        </p:nvPicPr>
        <p:blipFill>
          <a:blip r:embed="rId3"/>
          <a:stretch>
            <a:fillRect/>
          </a:stretch>
        </p:blipFill>
        <p:spPr>
          <a:xfrm>
            <a:off x="9006233" y="3492323"/>
            <a:ext cx="3109567" cy="1395550"/>
          </a:xfrm>
          <a:prstGeom prst="rect">
            <a:avLst/>
          </a:prstGeom>
        </p:spPr>
      </p:pic>
      <p:grpSp>
        <p:nvGrpSpPr>
          <p:cNvPr id="52" name="Group 51">
            <a:extLst>
              <a:ext uri="{FF2B5EF4-FFF2-40B4-BE49-F238E27FC236}">
                <a16:creationId xmlns:a16="http://schemas.microsoft.com/office/drawing/2014/main" id="{16BB4F5C-608E-3C95-4047-08C31DD7405B}"/>
              </a:ext>
            </a:extLst>
          </p:cNvPr>
          <p:cNvGrpSpPr/>
          <p:nvPr/>
        </p:nvGrpSpPr>
        <p:grpSpPr>
          <a:xfrm>
            <a:off x="9448315" y="3902950"/>
            <a:ext cx="2046600" cy="1769400"/>
            <a:chOff x="9448315" y="3902950"/>
            <a:chExt cx="2046600" cy="1769400"/>
          </a:xfrm>
        </p:grpSpPr>
        <mc:AlternateContent xmlns:mc="http://schemas.openxmlformats.org/markup-compatibility/2006" xmlns:p14="http://schemas.microsoft.com/office/powerpoint/2010/main">
          <mc:Choice Requires="p14">
            <p:contentPart p14:bwMode="auto" r:id="rId4">
              <p14:nvContentPartPr>
                <p14:cNvPr id="36" name="Ink 35">
                  <a:extLst>
                    <a:ext uri="{FF2B5EF4-FFF2-40B4-BE49-F238E27FC236}">
                      <a16:creationId xmlns:a16="http://schemas.microsoft.com/office/drawing/2014/main" id="{5B660D35-4641-ACC2-35AA-63980545DFAE}"/>
                    </a:ext>
                  </a:extLst>
                </p14:cNvPr>
                <p14:cNvContentPartPr/>
                <p14:nvPr/>
              </p14:nvContentPartPr>
              <p14:xfrm>
                <a:off x="9603115" y="3902950"/>
                <a:ext cx="1433880" cy="1049760"/>
              </p14:xfrm>
            </p:contentPart>
          </mc:Choice>
          <mc:Fallback xmlns="">
            <p:pic>
              <p:nvPicPr>
                <p:cNvPr id="36" name="Ink 35">
                  <a:extLst>
                    <a:ext uri="{FF2B5EF4-FFF2-40B4-BE49-F238E27FC236}">
                      <a16:creationId xmlns:a16="http://schemas.microsoft.com/office/drawing/2014/main" id="{5B660D35-4641-ACC2-35AA-63980545DFAE}"/>
                    </a:ext>
                  </a:extLst>
                </p:cNvPr>
                <p:cNvPicPr/>
                <p:nvPr/>
              </p:nvPicPr>
              <p:blipFill>
                <a:blip r:embed="rId5"/>
                <a:stretch>
                  <a:fillRect/>
                </a:stretch>
              </p:blipFill>
              <p:spPr>
                <a:xfrm>
                  <a:off x="9596995" y="3896830"/>
                  <a:ext cx="1446120" cy="106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7" name="Ink 36">
                  <a:extLst>
                    <a:ext uri="{FF2B5EF4-FFF2-40B4-BE49-F238E27FC236}">
                      <a16:creationId xmlns:a16="http://schemas.microsoft.com/office/drawing/2014/main" id="{D9926842-5AA7-88C0-7A14-60A64D7EFCD6}"/>
                    </a:ext>
                  </a:extLst>
                </p14:cNvPr>
                <p14:cNvContentPartPr/>
                <p14:nvPr/>
              </p14:nvContentPartPr>
              <p14:xfrm>
                <a:off x="9448315" y="5042350"/>
                <a:ext cx="127440" cy="242280"/>
              </p14:xfrm>
            </p:contentPart>
          </mc:Choice>
          <mc:Fallback xmlns="">
            <p:pic>
              <p:nvPicPr>
                <p:cNvPr id="37" name="Ink 36">
                  <a:extLst>
                    <a:ext uri="{FF2B5EF4-FFF2-40B4-BE49-F238E27FC236}">
                      <a16:creationId xmlns:a16="http://schemas.microsoft.com/office/drawing/2014/main" id="{D9926842-5AA7-88C0-7A14-60A64D7EFCD6}"/>
                    </a:ext>
                  </a:extLst>
                </p:cNvPr>
                <p:cNvPicPr/>
                <p:nvPr/>
              </p:nvPicPr>
              <p:blipFill>
                <a:blip r:embed="rId7"/>
                <a:stretch>
                  <a:fillRect/>
                </a:stretch>
              </p:blipFill>
              <p:spPr>
                <a:xfrm>
                  <a:off x="9442195" y="5036230"/>
                  <a:ext cx="13968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8" name="Ink 37">
                  <a:extLst>
                    <a:ext uri="{FF2B5EF4-FFF2-40B4-BE49-F238E27FC236}">
                      <a16:creationId xmlns:a16="http://schemas.microsoft.com/office/drawing/2014/main" id="{75A46BFD-D07C-7B93-07F4-0F2AF81E25D3}"/>
                    </a:ext>
                  </a:extLst>
                </p14:cNvPr>
                <p14:cNvContentPartPr/>
                <p14:nvPr/>
              </p14:nvContentPartPr>
              <p14:xfrm>
                <a:off x="9577195" y="5153230"/>
                <a:ext cx="379080" cy="131760"/>
              </p14:xfrm>
            </p:contentPart>
          </mc:Choice>
          <mc:Fallback xmlns="">
            <p:pic>
              <p:nvPicPr>
                <p:cNvPr id="38" name="Ink 37">
                  <a:extLst>
                    <a:ext uri="{FF2B5EF4-FFF2-40B4-BE49-F238E27FC236}">
                      <a16:creationId xmlns:a16="http://schemas.microsoft.com/office/drawing/2014/main" id="{75A46BFD-D07C-7B93-07F4-0F2AF81E25D3}"/>
                    </a:ext>
                  </a:extLst>
                </p:cNvPr>
                <p:cNvPicPr/>
                <p:nvPr/>
              </p:nvPicPr>
              <p:blipFill>
                <a:blip r:embed="rId9"/>
                <a:stretch>
                  <a:fillRect/>
                </a:stretch>
              </p:blipFill>
              <p:spPr>
                <a:xfrm>
                  <a:off x="9571075" y="5147110"/>
                  <a:ext cx="3913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9" name="Ink 38">
                  <a:extLst>
                    <a:ext uri="{FF2B5EF4-FFF2-40B4-BE49-F238E27FC236}">
                      <a16:creationId xmlns:a16="http://schemas.microsoft.com/office/drawing/2014/main" id="{EEBF3CBD-FC20-7DD0-BD62-95649A4F2A93}"/>
                    </a:ext>
                  </a:extLst>
                </p14:cNvPr>
                <p14:cNvContentPartPr/>
                <p14:nvPr/>
              </p14:nvContentPartPr>
              <p14:xfrm>
                <a:off x="9972475" y="5042350"/>
                <a:ext cx="260280" cy="410400"/>
              </p14:xfrm>
            </p:contentPart>
          </mc:Choice>
          <mc:Fallback xmlns="">
            <p:pic>
              <p:nvPicPr>
                <p:cNvPr id="39" name="Ink 38">
                  <a:extLst>
                    <a:ext uri="{FF2B5EF4-FFF2-40B4-BE49-F238E27FC236}">
                      <a16:creationId xmlns:a16="http://schemas.microsoft.com/office/drawing/2014/main" id="{EEBF3CBD-FC20-7DD0-BD62-95649A4F2A93}"/>
                    </a:ext>
                  </a:extLst>
                </p:cNvPr>
                <p:cNvPicPr/>
                <p:nvPr/>
              </p:nvPicPr>
              <p:blipFill>
                <a:blip r:embed="rId11"/>
                <a:stretch>
                  <a:fillRect/>
                </a:stretch>
              </p:blipFill>
              <p:spPr>
                <a:xfrm>
                  <a:off x="9966355" y="5036230"/>
                  <a:ext cx="272520" cy="422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0" name="Ink 39">
                  <a:extLst>
                    <a:ext uri="{FF2B5EF4-FFF2-40B4-BE49-F238E27FC236}">
                      <a16:creationId xmlns:a16="http://schemas.microsoft.com/office/drawing/2014/main" id="{C059F29A-AE7E-FB61-C314-26008CAC7A8E}"/>
                    </a:ext>
                  </a:extLst>
                </p14:cNvPr>
                <p14:cNvContentPartPr/>
                <p14:nvPr/>
              </p14:nvContentPartPr>
              <p14:xfrm>
                <a:off x="10241755" y="5165470"/>
                <a:ext cx="176760" cy="160920"/>
              </p14:xfrm>
            </p:contentPart>
          </mc:Choice>
          <mc:Fallback xmlns="">
            <p:pic>
              <p:nvPicPr>
                <p:cNvPr id="40" name="Ink 39">
                  <a:extLst>
                    <a:ext uri="{FF2B5EF4-FFF2-40B4-BE49-F238E27FC236}">
                      <a16:creationId xmlns:a16="http://schemas.microsoft.com/office/drawing/2014/main" id="{C059F29A-AE7E-FB61-C314-26008CAC7A8E}"/>
                    </a:ext>
                  </a:extLst>
                </p:cNvPr>
                <p:cNvPicPr/>
                <p:nvPr/>
              </p:nvPicPr>
              <p:blipFill>
                <a:blip r:embed="rId13"/>
                <a:stretch>
                  <a:fillRect/>
                </a:stretch>
              </p:blipFill>
              <p:spPr>
                <a:xfrm>
                  <a:off x="10235635" y="5159350"/>
                  <a:ext cx="1890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1" name="Ink 40">
                  <a:extLst>
                    <a:ext uri="{FF2B5EF4-FFF2-40B4-BE49-F238E27FC236}">
                      <a16:creationId xmlns:a16="http://schemas.microsoft.com/office/drawing/2014/main" id="{1EFD78E0-9D87-127A-0ED4-A791BDFB6334}"/>
                    </a:ext>
                  </a:extLst>
                </p14:cNvPr>
                <p14:cNvContentPartPr/>
                <p14:nvPr/>
              </p14:nvContentPartPr>
              <p14:xfrm>
                <a:off x="10256515" y="5094190"/>
                <a:ext cx="86400" cy="199080"/>
              </p14:xfrm>
            </p:contentPart>
          </mc:Choice>
          <mc:Fallback xmlns="">
            <p:pic>
              <p:nvPicPr>
                <p:cNvPr id="41" name="Ink 40">
                  <a:extLst>
                    <a:ext uri="{FF2B5EF4-FFF2-40B4-BE49-F238E27FC236}">
                      <a16:creationId xmlns:a16="http://schemas.microsoft.com/office/drawing/2014/main" id="{1EFD78E0-9D87-127A-0ED4-A791BDFB6334}"/>
                    </a:ext>
                  </a:extLst>
                </p:cNvPr>
                <p:cNvPicPr/>
                <p:nvPr/>
              </p:nvPicPr>
              <p:blipFill>
                <a:blip r:embed="rId15"/>
                <a:stretch>
                  <a:fillRect/>
                </a:stretch>
              </p:blipFill>
              <p:spPr>
                <a:xfrm>
                  <a:off x="10250395" y="5088070"/>
                  <a:ext cx="9864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2" name="Ink 41">
                  <a:extLst>
                    <a:ext uri="{FF2B5EF4-FFF2-40B4-BE49-F238E27FC236}">
                      <a16:creationId xmlns:a16="http://schemas.microsoft.com/office/drawing/2014/main" id="{92443029-E351-10ED-9688-8B6452E3F185}"/>
                    </a:ext>
                  </a:extLst>
                </p14:cNvPr>
                <p14:cNvContentPartPr/>
                <p14:nvPr/>
              </p14:nvContentPartPr>
              <p14:xfrm>
                <a:off x="10375315" y="5317750"/>
                <a:ext cx="28440" cy="159840"/>
              </p14:xfrm>
            </p:contentPart>
          </mc:Choice>
          <mc:Fallback xmlns="">
            <p:pic>
              <p:nvPicPr>
                <p:cNvPr id="42" name="Ink 41">
                  <a:extLst>
                    <a:ext uri="{FF2B5EF4-FFF2-40B4-BE49-F238E27FC236}">
                      <a16:creationId xmlns:a16="http://schemas.microsoft.com/office/drawing/2014/main" id="{92443029-E351-10ED-9688-8B6452E3F185}"/>
                    </a:ext>
                  </a:extLst>
                </p:cNvPr>
                <p:cNvPicPr/>
                <p:nvPr/>
              </p:nvPicPr>
              <p:blipFill>
                <a:blip r:embed="rId17"/>
                <a:stretch>
                  <a:fillRect/>
                </a:stretch>
              </p:blipFill>
              <p:spPr>
                <a:xfrm>
                  <a:off x="10369195" y="5311630"/>
                  <a:ext cx="406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3" name="Ink 42">
                  <a:extLst>
                    <a:ext uri="{FF2B5EF4-FFF2-40B4-BE49-F238E27FC236}">
                      <a16:creationId xmlns:a16="http://schemas.microsoft.com/office/drawing/2014/main" id="{3B3B00BE-DC6A-B3EB-C381-425D9C29963E}"/>
                    </a:ext>
                  </a:extLst>
                </p14:cNvPr>
                <p14:cNvContentPartPr/>
                <p14:nvPr/>
              </p14:nvContentPartPr>
              <p14:xfrm>
                <a:off x="10223755" y="4982230"/>
                <a:ext cx="307800" cy="68040"/>
              </p14:xfrm>
            </p:contentPart>
          </mc:Choice>
          <mc:Fallback xmlns="">
            <p:pic>
              <p:nvPicPr>
                <p:cNvPr id="43" name="Ink 42">
                  <a:extLst>
                    <a:ext uri="{FF2B5EF4-FFF2-40B4-BE49-F238E27FC236}">
                      <a16:creationId xmlns:a16="http://schemas.microsoft.com/office/drawing/2014/main" id="{3B3B00BE-DC6A-B3EB-C381-425D9C29963E}"/>
                    </a:ext>
                  </a:extLst>
                </p:cNvPr>
                <p:cNvPicPr/>
                <p:nvPr/>
              </p:nvPicPr>
              <p:blipFill>
                <a:blip r:embed="rId19"/>
                <a:stretch>
                  <a:fillRect/>
                </a:stretch>
              </p:blipFill>
              <p:spPr>
                <a:xfrm>
                  <a:off x="10217635" y="4976110"/>
                  <a:ext cx="3200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5" name="Ink 44">
                  <a:extLst>
                    <a:ext uri="{FF2B5EF4-FFF2-40B4-BE49-F238E27FC236}">
                      <a16:creationId xmlns:a16="http://schemas.microsoft.com/office/drawing/2014/main" id="{57E8FBD0-BC41-A602-7C77-474317778BBA}"/>
                    </a:ext>
                  </a:extLst>
                </p14:cNvPr>
                <p14:cNvContentPartPr/>
                <p14:nvPr/>
              </p14:nvContentPartPr>
              <p14:xfrm>
                <a:off x="10324555" y="5248990"/>
                <a:ext cx="43920" cy="104400"/>
              </p14:xfrm>
            </p:contentPart>
          </mc:Choice>
          <mc:Fallback xmlns="">
            <p:pic>
              <p:nvPicPr>
                <p:cNvPr id="45" name="Ink 44">
                  <a:extLst>
                    <a:ext uri="{FF2B5EF4-FFF2-40B4-BE49-F238E27FC236}">
                      <a16:creationId xmlns:a16="http://schemas.microsoft.com/office/drawing/2014/main" id="{57E8FBD0-BC41-A602-7C77-474317778BBA}"/>
                    </a:ext>
                  </a:extLst>
                </p:cNvPr>
                <p:cNvPicPr/>
                <p:nvPr/>
              </p:nvPicPr>
              <p:blipFill>
                <a:blip r:embed="rId21"/>
                <a:stretch>
                  <a:fillRect/>
                </a:stretch>
              </p:blipFill>
              <p:spPr>
                <a:xfrm>
                  <a:off x="10318435" y="5242870"/>
                  <a:ext cx="561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6" name="Ink 45">
                  <a:extLst>
                    <a:ext uri="{FF2B5EF4-FFF2-40B4-BE49-F238E27FC236}">
                      <a16:creationId xmlns:a16="http://schemas.microsoft.com/office/drawing/2014/main" id="{06E42565-EC5E-BFBF-5823-F44875A32533}"/>
                    </a:ext>
                  </a:extLst>
                </p14:cNvPr>
                <p14:cNvContentPartPr/>
                <p14:nvPr/>
              </p14:nvContentPartPr>
              <p14:xfrm>
                <a:off x="10584475" y="5232790"/>
                <a:ext cx="189720" cy="42840"/>
              </p14:xfrm>
            </p:contentPart>
          </mc:Choice>
          <mc:Fallback xmlns="">
            <p:pic>
              <p:nvPicPr>
                <p:cNvPr id="46" name="Ink 45">
                  <a:extLst>
                    <a:ext uri="{FF2B5EF4-FFF2-40B4-BE49-F238E27FC236}">
                      <a16:creationId xmlns:a16="http://schemas.microsoft.com/office/drawing/2014/main" id="{06E42565-EC5E-BFBF-5823-F44875A32533}"/>
                    </a:ext>
                  </a:extLst>
                </p:cNvPr>
                <p:cNvPicPr/>
                <p:nvPr/>
              </p:nvPicPr>
              <p:blipFill>
                <a:blip r:embed="rId23"/>
                <a:stretch>
                  <a:fillRect/>
                </a:stretch>
              </p:blipFill>
              <p:spPr>
                <a:xfrm>
                  <a:off x="10578355" y="5226670"/>
                  <a:ext cx="2019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7" name="Ink 46">
                  <a:extLst>
                    <a:ext uri="{FF2B5EF4-FFF2-40B4-BE49-F238E27FC236}">
                      <a16:creationId xmlns:a16="http://schemas.microsoft.com/office/drawing/2014/main" id="{B0F02DDA-6368-5D38-F7DD-24D2D13166B3}"/>
                    </a:ext>
                  </a:extLst>
                </p14:cNvPr>
                <p14:cNvContentPartPr/>
                <p14:nvPr/>
              </p14:nvContentPartPr>
              <p14:xfrm>
                <a:off x="11029435" y="5183470"/>
                <a:ext cx="187560" cy="224280"/>
              </p14:xfrm>
            </p:contentPart>
          </mc:Choice>
          <mc:Fallback xmlns="">
            <p:pic>
              <p:nvPicPr>
                <p:cNvPr id="47" name="Ink 46">
                  <a:extLst>
                    <a:ext uri="{FF2B5EF4-FFF2-40B4-BE49-F238E27FC236}">
                      <a16:creationId xmlns:a16="http://schemas.microsoft.com/office/drawing/2014/main" id="{B0F02DDA-6368-5D38-F7DD-24D2D13166B3}"/>
                    </a:ext>
                  </a:extLst>
                </p:cNvPr>
                <p:cNvPicPr/>
                <p:nvPr/>
              </p:nvPicPr>
              <p:blipFill>
                <a:blip r:embed="rId25"/>
                <a:stretch>
                  <a:fillRect/>
                </a:stretch>
              </p:blipFill>
              <p:spPr>
                <a:xfrm>
                  <a:off x="11023315" y="5177350"/>
                  <a:ext cx="19980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8" name="Ink 47">
                  <a:extLst>
                    <a:ext uri="{FF2B5EF4-FFF2-40B4-BE49-F238E27FC236}">
                      <a16:creationId xmlns:a16="http://schemas.microsoft.com/office/drawing/2014/main" id="{47BDF80A-64C5-1830-4FA0-7B91F838D507}"/>
                    </a:ext>
                  </a:extLst>
                </p14:cNvPr>
                <p14:cNvContentPartPr/>
                <p14:nvPr/>
              </p14:nvContentPartPr>
              <p14:xfrm>
                <a:off x="10998475" y="5102470"/>
                <a:ext cx="172080" cy="263880"/>
              </p14:xfrm>
            </p:contentPart>
          </mc:Choice>
          <mc:Fallback xmlns="">
            <p:pic>
              <p:nvPicPr>
                <p:cNvPr id="48" name="Ink 47">
                  <a:extLst>
                    <a:ext uri="{FF2B5EF4-FFF2-40B4-BE49-F238E27FC236}">
                      <a16:creationId xmlns:a16="http://schemas.microsoft.com/office/drawing/2014/main" id="{47BDF80A-64C5-1830-4FA0-7B91F838D507}"/>
                    </a:ext>
                  </a:extLst>
                </p:cNvPr>
                <p:cNvPicPr/>
                <p:nvPr/>
              </p:nvPicPr>
              <p:blipFill>
                <a:blip r:embed="rId27"/>
                <a:stretch>
                  <a:fillRect/>
                </a:stretch>
              </p:blipFill>
              <p:spPr>
                <a:xfrm>
                  <a:off x="10992355" y="5096350"/>
                  <a:ext cx="18432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9" name="Ink 48">
                  <a:extLst>
                    <a:ext uri="{FF2B5EF4-FFF2-40B4-BE49-F238E27FC236}">
                      <a16:creationId xmlns:a16="http://schemas.microsoft.com/office/drawing/2014/main" id="{03FA2F3B-7972-6D1C-5617-600B164E1E30}"/>
                    </a:ext>
                  </a:extLst>
                </p14:cNvPr>
                <p14:cNvContentPartPr/>
                <p14:nvPr/>
              </p14:nvContentPartPr>
              <p14:xfrm>
                <a:off x="11205475" y="5353030"/>
                <a:ext cx="220320" cy="119160"/>
              </p14:xfrm>
            </p:contentPart>
          </mc:Choice>
          <mc:Fallback xmlns="">
            <p:pic>
              <p:nvPicPr>
                <p:cNvPr id="49" name="Ink 48">
                  <a:extLst>
                    <a:ext uri="{FF2B5EF4-FFF2-40B4-BE49-F238E27FC236}">
                      <a16:creationId xmlns:a16="http://schemas.microsoft.com/office/drawing/2014/main" id="{03FA2F3B-7972-6D1C-5617-600B164E1E30}"/>
                    </a:ext>
                  </a:extLst>
                </p:cNvPr>
                <p:cNvPicPr/>
                <p:nvPr/>
              </p:nvPicPr>
              <p:blipFill>
                <a:blip r:embed="rId29"/>
                <a:stretch>
                  <a:fillRect/>
                </a:stretch>
              </p:blipFill>
              <p:spPr>
                <a:xfrm>
                  <a:off x="11199355" y="5346910"/>
                  <a:ext cx="2325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0" name="Ink 49">
                  <a:extLst>
                    <a:ext uri="{FF2B5EF4-FFF2-40B4-BE49-F238E27FC236}">
                      <a16:creationId xmlns:a16="http://schemas.microsoft.com/office/drawing/2014/main" id="{7166091C-ED49-C481-16C5-079E66F9C156}"/>
                    </a:ext>
                  </a:extLst>
                </p14:cNvPr>
                <p14:cNvContentPartPr/>
                <p14:nvPr/>
              </p14:nvContentPartPr>
              <p14:xfrm>
                <a:off x="11016835" y="5019310"/>
                <a:ext cx="173160" cy="35640"/>
              </p14:xfrm>
            </p:contentPart>
          </mc:Choice>
          <mc:Fallback xmlns="">
            <p:pic>
              <p:nvPicPr>
                <p:cNvPr id="50" name="Ink 49">
                  <a:extLst>
                    <a:ext uri="{FF2B5EF4-FFF2-40B4-BE49-F238E27FC236}">
                      <a16:creationId xmlns:a16="http://schemas.microsoft.com/office/drawing/2014/main" id="{7166091C-ED49-C481-16C5-079E66F9C156}"/>
                    </a:ext>
                  </a:extLst>
                </p:cNvPr>
                <p:cNvPicPr/>
                <p:nvPr/>
              </p:nvPicPr>
              <p:blipFill>
                <a:blip r:embed="rId31"/>
                <a:stretch>
                  <a:fillRect/>
                </a:stretch>
              </p:blipFill>
              <p:spPr>
                <a:xfrm>
                  <a:off x="11010715" y="5013190"/>
                  <a:ext cx="1854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1" name="Ink 50">
                  <a:extLst>
                    <a:ext uri="{FF2B5EF4-FFF2-40B4-BE49-F238E27FC236}">
                      <a16:creationId xmlns:a16="http://schemas.microsoft.com/office/drawing/2014/main" id="{34273588-1AF2-6F90-B2A8-EAEA159AA3A2}"/>
                    </a:ext>
                  </a:extLst>
                </p14:cNvPr>
                <p14:cNvContentPartPr/>
                <p14:nvPr/>
              </p14:nvContentPartPr>
              <p14:xfrm>
                <a:off x="11287195" y="4981510"/>
                <a:ext cx="207720" cy="690840"/>
              </p14:xfrm>
            </p:contentPart>
          </mc:Choice>
          <mc:Fallback xmlns="">
            <p:pic>
              <p:nvPicPr>
                <p:cNvPr id="51" name="Ink 50">
                  <a:extLst>
                    <a:ext uri="{FF2B5EF4-FFF2-40B4-BE49-F238E27FC236}">
                      <a16:creationId xmlns:a16="http://schemas.microsoft.com/office/drawing/2014/main" id="{34273588-1AF2-6F90-B2A8-EAEA159AA3A2}"/>
                    </a:ext>
                  </a:extLst>
                </p:cNvPr>
                <p:cNvPicPr/>
                <p:nvPr/>
              </p:nvPicPr>
              <p:blipFill>
                <a:blip r:embed="rId33"/>
                <a:stretch>
                  <a:fillRect/>
                </a:stretch>
              </p:blipFill>
              <p:spPr>
                <a:xfrm>
                  <a:off x="11281075" y="4975390"/>
                  <a:ext cx="219960" cy="703080"/>
                </a:xfrm>
                <a:prstGeom prst="rect">
                  <a:avLst/>
                </a:prstGeom>
              </p:spPr>
            </p:pic>
          </mc:Fallback>
        </mc:AlternateContent>
      </p:grpSp>
    </p:spTree>
    <p:extLst>
      <p:ext uri="{BB962C8B-B14F-4D97-AF65-F5344CB8AC3E}">
        <p14:creationId xmlns:p14="http://schemas.microsoft.com/office/powerpoint/2010/main" val="135045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0-#ppt_w/2"/>
                                          </p:val>
                                        </p:tav>
                                        <p:tav tm="100000">
                                          <p:val>
                                            <p:strVal val="#ppt_x"/>
                                          </p:val>
                                        </p:tav>
                                      </p:tavLst>
                                    </p:anim>
                                    <p:anim calcmode="lin" valueType="num">
                                      <p:cBhvr additive="base">
                                        <p:cTn id="16" dur="500" fill="hold"/>
                                        <p:tgtEl>
                                          <p:spTgt spid="29"/>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3" presetClass="entr" presetSubtype="16" fill="hold" nodeType="afterEffect">
                                  <p:stCondLst>
                                    <p:cond delay="0"/>
                                  </p:stCondLst>
                                  <p:childTnLst>
                                    <p:set>
                                      <p:cBhvr>
                                        <p:cTn id="19" dur="1" fill="hold">
                                          <p:stCondLst>
                                            <p:cond delay="0"/>
                                          </p:stCondLst>
                                        </p:cTn>
                                        <p:tgtEl>
                                          <p:spTgt spid="34"/>
                                        </p:tgtEl>
                                        <p:attrNameLst>
                                          <p:attrName>style.visibility</p:attrName>
                                        </p:attrNameLst>
                                      </p:cBhvr>
                                      <p:to>
                                        <p:strVal val="visible"/>
                                      </p:to>
                                    </p:set>
                                    <p:anim calcmode="lin" valueType="num">
                                      <p:cBhvr>
                                        <p:cTn id="20" dur="500" fill="hold"/>
                                        <p:tgtEl>
                                          <p:spTgt spid="34"/>
                                        </p:tgtEl>
                                        <p:attrNameLst>
                                          <p:attrName>ppt_w</p:attrName>
                                        </p:attrNameLst>
                                      </p:cBhvr>
                                      <p:tavLst>
                                        <p:tav tm="0">
                                          <p:val>
                                            <p:fltVal val="0"/>
                                          </p:val>
                                        </p:tav>
                                        <p:tav tm="100000">
                                          <p:val>
                                            <p:strVal val="#ppt_w"/>
                                          </p:val>
                                        </p:tav>
                                      </p:tavLst>
                                    </p:anim>
                                    <p:anim calcmode="lin" valueType="num">
                                      <p:cBhvr>
                                        <p:cTn id="21" dur="500" fill="hold"/>
                                        <p:tgtEl>
                                          <p:spTgt spid="34"/>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0-#ppt_w/2"/>
                                          </p:val>
                                        </p:tav>
                                        <p:tav tm="100000">
                                          <p:val>
                                            <p:strVal val="#ppt_x"/>
                                          </p:val>
                                        </p:tav>
                                      </p:tavLst>
                                    </p:anim>
                                    <p:anim calcmode="lin" valueType="num">
                                      <p:cBhvr additive="base">
                                        <p:cTn id="27" dur="500" fill="hold"/>
                                        <p:tgtEl>
                                          <p:spTgt spid="12"/>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0-#ppt_w/2"/>
                                          </p:val>
                                        </p:tav>
                                        <p:tav tm="100000">
                                          <p:val>
                                            <p:strVal val="#ppt_x"/>
                                          </p:val>
                                        </p:tav>
                                      </p:tavLst>
                                    </p:anim>
                                    <p:anim calcmode="lin" valueType="num">
                                      <p:cBhvr additive="base">
                                        <p:cTn id="3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fill="hold"/>
                                        <p:tgtEl>
                                          <p:spTgt spid="16"/>
                                        </p:tgtEl>
                                        <p:attrNameLst>
                                          <p:attrName>ppt_x</p:attrName>
                                        </p:attrNameLst>
                                      </p:cBhvr>
                                      <p:tavLst>
                                        <p:tav tm="0">
                                          <p:val>
                                            <p:strVal val="0-#ppt_w/2"/>
                                          </p:val>
                                        </p:tav>
                                        <p:tav tm="100000">
                                          <p:val>
                                            <p:strVal val="#ppt_x"/>
                                          </p:val>
                                        </p:tav>
                                      </p:tavLst>
                                    </p:anim>
                                    <p:anim calcmode="lin" valueType="num">
                                      <p:cBhvr additive="base">
                                        <p:cTn id="37" dur="500" fill="hold"/>
                                        <p:tgtEl>
                                          <p:spTgt spid="16"/>
                                        </p:tgtEl>
                                        <p:attrNameLst>
                                          <p:attrName>ppt_y</p:attrName>
                                        </p:attrNameLst>
                                      </p:cBhvr>
                                      <p:tavLst>
                                        <p:tav tm="0">
                                          <p:val>
                                            <p:strVal val="#ppt_y"/>
                                          </p:val>
                                        </p:tav>
                                        <p:tav tm="100000">
                                          <p:val>
                                            <p:strVal val="#ppt_y"/>
                                          </p:val>
                                        </p:tav>
                                      </p:tavLst>
                                    </p:anim>
                                  </p:childTnLst>
                                </p:cTn>
                              </p:par>
                              <p:par>
                                <p:cTn id="38" presetID="2" presetClass="entr" presetSubtype="8"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0-#ppt_w/2"/>
                                          </p:val>
                                        </p:tav>
                                        <p:tav tm="100000">
                                          <p:val>
                                            <p:strVal val="#ppt_x"/>
                                          </p:val>
                                        </p:tav>
                                      </p:tavLst>
                                    </p:anim>
                                    <p:anim calcmode="lin" valueType="num">
                                      <p:cBhvr additive="base">
                                        <p:cTn id="41"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0-#ppt_w/2"/>
                                          </p:val>
                                        </p:tav>
                                        <p:tav tm="100000">
                                          <p:val>
                                            <p:strVal val="#ppt_x"/>
                                          </p:val>
                                        </p:tav>
                                      </p:tavLst>
                                    </p:anim>
                                    <p:anim calcmode="lin" valueType="num">
                                      <p:cBhvr additive="base">
                                        <p:cTn id="47" dur="500" fill="hold"/>
                                        <p:tgtEl>
                                          <p:spTgt spid="20"/>
                                        </p:tgtEl>
                                        <p:attrNameLst>
                                          <p:attrName>ppt_y</p:attrName>
                                        </p:attrNameLst>
                                      </p:cBhvr>
                                      <p:tavLst>
                                        <p:tav tm="0">
                                          <p:val>
                                            <p:strVal val="#ppt_y"/>
                                          </p:val>
                                        </p:tav>
                                        <p:tav tm="100000">
                                          <p:val>
                                            <p:strVal val="#ppt_y"/>
                                          </p:val>
                                        </p:tav>
                                      </p:tavLst>
                                    </p:anim>
                                  </p:childTnLst>
                                </p:cTn>
                              </p:par>
                              <p:par>
                                <p:cTn id="48" presetID="2" presetClass="entr" presetSubtype="8"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fill="hold"/>
                                        <p:tgtEl>
                                          <p:spTgt spid="17"/>
                                        </p:tgtEl>
                                        <p:attrNameLst>
                                          <p:attrName>ppt_x</p:attrName>
                                        </p:attrNameLst>
                                      </p:cBhvr>
                                      <p:tavLst>
                                        <p:tav tm="0">
                                          <p:val>
                                            <p:strVal val="0-#ppt_w/2"/>
                                          </p:val>
                                        </p:tav>
                                        <p:tav tm="100000">
                                          <p:val>
                                            <p:strVal val="#ppt_x"/>
                                          </p:val>
                                        </p:tav>
                                      </p:tavLst>
                                    </p:anim>
                                    <p:anim calcmode="lin" valueType="num">
                                      <p:cBhvr additive="base">
                                        <p:cTn id="51" dur="500" fill="hold"/>
                                        <p:tgtEl>
                                          <p:spTgt spid="17"/>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 calcmode="lin" valueType="num">
                                      <p:cBhvr additive="base">
                                        <p:cTn id="54" dur="500" fill="hold"/>
                                        <p:tgtEl>
                                          <p:spTgt spid="30"/>
                                        </p:tgtEl>
                                        <p:attrNameLst>
                                          <p:attrName>ppt_x</p:attrName>
                                        </p:attrNameLst>
                                      </p:cBhvr>
                                      <p:tavLst>
                                        <p:tav tm="0">
                                          <p:val>
                                            <p:strVal val="0-#ppt_w/2"/>
                                          </p:val>
                                        </p:tav>
                                        <p:tav tm="100000">
                                          <p:val>
                                            <p:strVal val="#ppt_x"/>
                                          </p:val>
                                        </p:tav>
                                      </p:tavLst>
                                    </p:anim>
                                    <p:anim calcmode="lin" valueType="num">
                                      <p:cBhvr additive="base">
                                        <p:cTn id="55" dur="500" fill="hold"/>
                                        <p:tgtEl>
                                          <p:spTgt spid="30"/>
                                        </p:tgtEl>
                                        <p:attrNameLst>
                                          <p:attrName>ppt_y</p:attrName>
                                        </p:attrNameLst>
                                      </p:cBhvr>
                                      <p:tavLst>
                                        <p:tav tm="0">
                                          <p:val>
                                            <p:strVal val="#ppt_y"/>
                                          </p:val>
                                        </p:tav>
                                        <p:tav tm="100000">
                                          <p:val>
                                            <p:strVal val="#ppt_y"/>
                                          </p:val>
                                        </p:tav>
                                      </p:tavLst>
                                    </p:anim>
                                  </p:childTnLst>
                                </p:cTn>
                              </p:par>
                            </p:childTnLst>
                          </p:cTn>
                        </p:par>
                        <p:par>
                          <p:cTn id="56" fill="hold">
                            <p:stCondLst>
                              <p:cond delay="500"/>
                            </p:stCondLst>
                            <p:childTnLst>
                              <p:par>
                                <p:cTn id="57" presetID="23" presetClass="entr" presetSubtype="16" fill="hold" nodeType="afterEffect">
                                  <p:stCondLst>
                                    <p:cond delay="0"/>
                                  </p:stCondLst>
                                  <p:childTnLst>
                                    <p:set>
                                      <p:cBhvr>
                                        <p:cTn id="58" dur="1" fill="hold">
                                          <p:stCondLst>
                                            <p:cond delay="0"/>
                                          </p:stCondLst>
                                        </p:cTn>
                                        <p:tgtEl>
                                          <p:spTgt spid="35"/>
                                        </p:tgtEl>
                                        <p:attrNameLst>
                                          <p:attrName>style.visibility</p:attrName>
                                        </p:attrNameLst>
                                      </p:cBhvr>
                                      <p:to>
                                        <p:strVal val="visible"/>
                                      </p:to>
                                    </p:set>
                                    <p:anim calcmode="lin" valueType="num">
                                      <p:cBhvr>
                                        <p:cTn id="59" dur="500" fill="hold"/>
                                        <p:tgtEl>
                                          <p:spTgt spid="35"/>
                                        </p:tgtEl>
                                        <p:attrNameLst>
                                          <p:attrName>ppt_w</p:attrName>
                                        </p:attrNameLst>
                                      </p:cBhvr>
                                      <p:tavLst>
                                        <p:tav tm="0">
                                          <p:val>
                                            <p:fltVal val="0"/>
                                          </p:val>
                                        </p:tav>
                                        <p:tav tm="100000">
                                          <p:val>
                                            <p:strVal val="#ppt_w"/>
                                          </p:val>
                                        </p:tav>
                                      </p:tavLst>
                                    </p:anim>
                                    <p:anim calcmode="lin" valueType="num">
                                      <p:cBhvr>
                                        <p:cTn id="60" dur="500" fill="hold"/>
                                        <p:tgtEl>
                                          <p:spTgt spid="35"/>
                                        </p:tgtEl>
                                        <p:attrNameLst>
                                          <p:attrName>ppt_h</p:attrName>
                                        </p:attrNameLst>
                                      </p:cBhvr>
                                      <p:tavLst>
                                        <p:tav tm="0">
                                          <p:val>
                                            <p:flt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500" fill="hold"/>
                                        <p:tgtEl>
                                          <p:spTgt spid="24"/>
                                        </p:tgtEl>
                                        <p:attrNameLst>
                                          <p:attrName>ppt_x</p:attrName>
                                        </p:attrNameLst>
                                      </p:cBhvr>
                                      <p:tavLst>
                                        <p:tav tm="0">
                                          <p:val>
                                            <p:strVal val="0-#ppt_w/2"/>
                                          </p:val>
                                        </p:tav>
                                        <p:tav tm="100000">
                                          <p:val>
                                            <p:strVal val="#ppt_x"/>
                                          </p:val>
                                        </p:tav>
                                      </p:tavLst>
                                    </p:anim>
                                    <p:anim calcmode="lin" valueType="num">
                                      <p:cBhvr additive="base">
                                        <p:cTn id="66" dur="500" fill="hold"/>
                                        <p:tgtEl>
                                          <p:spTgt spid="24"/>
                                        </p:tgtEl>
                                        <p:attrNameLst>
                                          <p:attrName>ppt_y</p:attrName>
                                        </p:attrNameLst>
                                      </p:cBhvr>
                                      <p:tavLst>
                                        <p:tav tm="0">
                                          <p:val>
                                            <p:strVal val="#ppt_y"/>
                                          </p:val>
                                        </p:tav>
                                        <p:tav tm="100000">
                                          <p:val>
                                            <p:strVal val="#ppt_y"/>
                                          </p:val>
                                        </p:tav>
                                      </p:tavLst>
                                    </p:anim>
                                  </p:childTnLst>
                                </p:cTn>
                              </p:par>
                              <p:par>
                                <p:cTn id="67" presetID="2" presetClass="entr" presetSubtype="8" fill="hold"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00" fill="hold"/>
                                        <p:tgtEl>
                                          <p:spTgt spid="21"/>
                                        </p:tgtEl>
                                        <p:attrNameLst>
                                          <p:attrName>ppt_x</p:attrName>
                                        </p:attrNameLst>
                                      </p:cBhvr>
                                      <p:tavLst>
                                        <p:tav tm="0">
                                          <p:val>
                                            <p:strVal val="0-#ppt_w/2"/>
                                          </p:val>
                                        </p:tav>
                                        <p:tav tm="100000">
                                          <p:val>
                                            <p:strVal val="#ppt_x"/>
                                          </p:val>
                                        </p:tav>
                                      </p:tavLst>
                                    </p:anim>
                                    <p:anim calcmode="lin" valueType="num">
                                      <p:cBhvr additive="base">
                                        <p:cTn id="70"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anim calcmode="lin" valueType="num">
                                      <p:cBhvr additive="base">
                                        <p:cTn id="75" dur="500" fill="hold"/>
                                        <p:tgtEl>
                                          <p:spTgt spid="28"/>
                                        </p:tgtEl>
                                        <p:attrNameLst>
                                          <p:attrName>ppt_x</p:attrName>
                                        </p:attrNameLst>
                                      </p:cBhvr>
                                      <p:tavLst>
                                        <p:tav tm="0">
                                          <p:val>
                                            <p:strVal val="0-#ppt_w/2"/>
                                          </p:val>
                                        </p:tav>
                                        <p:tav tm="100000">
                                          <p:val>
                                            <p:strVal val="#ppt_x"/>
                                          </p:val>
                                        </p:tav>
                                      </p:tavLst>
                                    </p:anim>
                                    <p:anim calcmode="lin" valueType="num">
                                      <p:cBhvr additive="base">
                                        <p:cTn id="76" dur="500" fill="hold"/>
                                        <p:tgtEl>
                                          <p:spTgt spid="28"/>
                                        </p:tgtEl>
                                        <p:attrNameLst>
                                          <p:attrName>ppt_y</p:attrName>
                                        </p:attrNameLst>
                                      </p:cBhvr>
                                      <p:tavLst>
                                        <p:tav tm="0">
                                          <p:val>
                                            <p:strVal val="#ppt_y"/>
                                          </p:val>
                                        </p:tav>
                                        <p:tav tm="100000">
                                          <p:val>
                                            <p:strVal val="#ppt_y"/>
                                          </p:val>
                                        </p:tav>
                                      </p:tavLst>
                                    </p:anim>
                                  </p:childTnLst>
                                </p:cTn>
                              </p:par>
                              <p:par>
                                <p:cTn id="77" presetID="2" presetClass="entr" presetSubtype="8" fill="hold" nodeType="with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0-#ppt_w/2"/>
                                          </p:val>
                                        </p:tav>
                                        <p:tav tm="100000">
                                          <p:val>
                                            <p:strVal val="#ppt_x"/>
                                          </p:val>
                                        </p:tav>
                                      </p:tavLst>
                                    </p:anim>
                                    <p:anim calcmode="lin" valueType="num">
                                      <p:cBhvr additive="base">
                                        <p:cTn id="80" dur="500" fill="hold"/>
                                        <p:tgtEl>
                                          <p:spTgt spid="25"/>
                                        </p:tgtEl>
                                        <p:attrNameLst>
                                          <p:attrName>ppt_y</p:attrName>
                                        </p:attrNameLst>
                                      </p:cBhvr>
                                      <p:tavLst>
                                        <p:tav tm="0">
                                          <p:val>
                                            <p:strVal val="#ppt_y"/>
                                          </p:val>
                                        </p:tav>
                                        <p:tav tm="100000">
                                          <p:val>
                                            <p:strVal val="#ppt_y"/>
                                          </p:val>
                                        </p:tav>
                                      </p:tavLst>
                                    </p:anim>
                                  </p:childTnLst>
                                </p:cTn>
                              </p:par>
                              <p:par>
                                <p:cTn id="81" presetID="2" presetClass="entr" presetSubtype="8" fill="hold" nodeType="withEffect">
                                  <p:stCondLst>
                                    <p:cond delay="0"/>
                                  </p:stCondLst>
                                  <p:childTnLst>
                                    <p:set>
                                      <p:cBhvr>
                                        <p:cTn id="82" dur="1" fill="hold">
                                          <p:stCondLst>
                                            <p:cond delay="0"/>
                                          </p:stCondLst>
                                        </p:cTn>
                                        <p:tgtEl>
                                          <p:spTgt spid="31"/>
                                        </p:tgtEl>
                                        <p:attrNameLst>
                                          <p:attrName>style.visibility</p:attrName>
                                        </p:attrNameLst>
                                      </p:cBhvr>
                                      <p:to>
                                        <p:strVal val="visible"/>
                                      </p:to>
                                    </p:set>
                                    <p:anim calcmode="lin" valueType="num">
                                      <p:cBhvr additive="base">
                                        <p:cTn id="83" dur="500" fill="hold"/>
                                        <p:tgtEl>
                                          <p:spTgt spid="31"/>
                                        </p:tgtEl>
                                        <p:attrNameLst>
                                          <p:attrName>ppt_x</p:attrName>
                                        </p:attrNameLst>
                                      </p:cBhvr>
                                      <p:tavLst>
                                        <p:tav tm="0">
                                          <p:val>
                                            <p:strVal val="0-#ppt_w/2"/>
                                          </p:val>
                                        </p:tav>
                                        <p:tav tm="100000">
                                          <p:val>
                                            <p:strVal val="#ppt_x"/>
                                          </p:val>
                                        </p:tav>
                                      </p:tavLst>
                                    </p:anim>
                                    <p:anim calcmode="lin" valueType="num">
                                      <p:cBhvr additive="base">
                                        <p:cTn id="84"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6" grpId="0" animBg="1"/>
      <p:bldP spid="20" grpId="0" animBg="1"/>
      <p:bldP spid="24" grpId="0" animBg="1"/>
      <p:bldP spid="28" grpId="0" animBg="1"/>
      <p:bldP spid="29" grpId="0" animBg="1"/>
      <p:bldP spid="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CE45E-42CD-9FE1-B54C-18530CF36931}"/>
              </a:ext>
            </a:extLst>
          </p:cNvPr>
          <p:cNvSpPr>
            <a:spLocks noGrp="1"/>
          </p:cNvSpPr>
          <p:nvPr>
            <p:ph type="title"/>
          </p:nvPr>
        </p:nvSpPr>
        <p:spPr/>
        <p:txBody>
          <a:bodyPr/>
          <a:lstStyle/>
          <a:p>
            <a:r>
              <a:rPr lang="en-US" dirty="0"/>
              <a:t>Parametric Tests</a:t>
            </a:r>
            <a:endParaRPr lang="en-IN" dirty="0"/>
          </a:p>
        </p:txBody>
      </p:sp>
      <p:sp>
        <p:nvSpPr>
          <p:cNvPr id="3" name="Text Placeholder 2">
            <a:extLst>
              <a:ext uri="{FF2B5EF4-FFF2-40B4-BE49-F238E27FC236}">
                <a16:creationId xmlns:a16="http://schemas.microsoft.com/office/drawing/2014/main" id="{5A25BC66-0DE1-7478-32D5-23C3F06A8FDC}"/>
              </a:ext>
            </a:extLst>
          </p:cNvPr>
          <p:cNvSpPr>
            <a:spLocks noGrp="1"/>
          </p:cNvSpPr>
          <p:nvPr>
            <p:ph type="body" sz="quarter" idx="13"/>
          </p:nvPr>
        </p:nvSpPr>
        <p:spPr>
          <a:xfrm>
            <a:off x="114300" y="924933"/>
            <a:ext cx="11877675" cy="5772498"/>
          </a:xfrm>
        </p:spPr>
        <p:txBody>
          <a:bodyPr/>
          <a:lstStyle/>
          <a:p>
            <a:pPr marL="0" indent="0">
              <a:buNone/>
            </a:pPr>
            <a:r>
              <a:rPr lang="en-US" dirty="0"/>
              <a:t>. </a:t>
            </a:r>
            <a:endParaRPr lang="en-IN" dirty="0"/>
          </a:p>
        </p:txBody>
      </p:sp>
      <p:sp>
        <p:nvSpPr>
          <p:cNvPr id="5" name="Content Placeholder 2">
            <a:extLst>
              <a:ext uri="{FF2B5EF4-FFF2-40B4-BE49-F238E27FC236}">
                <a16:creationId xmlns:a16="http://schemas.microsoft.com/office/drawing/2014/main" id="{AEF0CBD4-0D16-F6C3-CBBB-FF8336A3DB34}"/>
              </a:ext>
            </a:extLst>
          </p:cNvPr>
          <p:cNvSpPr txBox="1">
            <a:spLocks/>
          </p:cNvSpPr>
          <p:nvPr/>
        </p:nvSpPr>
        <p:spPr>
          <a:xfrm>
            <a:off x="452821" y="180441"/>
            <a:ext cx="9933379" cy="8002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4400" b="0" i="0" u="none" strike="noStrike" kern="1200" cap="none" spc="0" normalizeH="0" baseline="0" noProof="0" dirty="0">
              <a:ln>
                <a:noFill/>
              </a:ln>
              <a:solidFill>
                <a:srgbClr val="FF0000"/>
              </a:solidFill>
              <a:effectLst/>
              <a:uLnTx/>
              <a:uFillTx/>
              <a:latin typeface="Calibri" panose="020F0502020204030204"/>
              <a:ea typeface="WenQuanYi Micro Hei"/>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altLang="zh-CN" sz="44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25C1DE53-83D0-CA65-AA37-FC8D32A9596C}"/>
              </a:ext>
            </a:extLst>
          </p:cNvPr>
          <p:cNvGrpSpPr/>
          <p:nvPr/>
        </p:nvGrpSpPr>
        <p:grpSpPr>
          <a:xfrm>
            <a:off x="1105974" y="1227943"/>
            <a:ext cx="10886001" cy="926130"/>
            <a:chOff x="375555" y="1888865"/>
            <a:chExt cx="20046387" cy="668756"/>
          </a:xfrm>
        </p:grpSpPr>
        <p:sp>
          <p:nvSpPr>
            <p:cNvPr id="7" name="Rectangle 6">
              <a:extLst>
                <a:ext uri="{FF2B5EF4-FFF2-40B4-BE49-F238E27FC236}">
                  <a16:creationId xmlns:a16="http://schemas.microsoft.com/office/drawing/2014/main" id="{B39E298F-2304-A979-6696-E962D0738021}"/>
                </a:ext>
              </a:extLst>
            </p:cNvPr>
            <p:cNvSpPr/>
            <p:nvPr/>
          </p:nvSpPr>
          <p:spPr>
            <a:xfrm>
              <a:off x="375555" y="1965945"/>
              <a:ext cx="20046385"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8" name="TextBox 7">
              <a:extLst>
                <a:ext uri="{FF2B5EF4-FFF2-40B4-BE49-F238E27FC236}">
                  <a16:creationId xmlns:a16="http://schemas.microsoft.com/office/drawing/2014/main" id="{C22C3C2F-0FAF-F356-C815-1864C96BEB9F}"/>
                </a:ext>
              </a:extLst>
            </p:cNvPr>
            <p:cNvSpPr txBox="1"/>
            <p:nvPr/>
          </p:nvSpPr>
          <p:spPr>
            <a:xfrm>
              <a:off x="417333" y="1888865"/>
              <a:ext cx="20004609"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Define the critical region/ rejection criteria/ P - value</a:t>
              </a:r>
              <a:endParaRPr kumimoji="0" lang="en-IN"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9" name="Rectangle 8">
            <a:extLst>
              <a:ext uri="{FF2B5EF4-FFF2-40B4-BE49-F238E27FC236}">
                <a16:creationId xmlns:a16="http://schemas.microsoft.com/office/drawing/2014/main" id="{2B5CDD36-C64D-98F9-8FBF-7FEE92F79AFF}"/>
              </a:ext>
            </a:extLst>
          </p:cNvPr>
          <p:cNvSpPr/>
          <p:nvPr/>
        </p:nvSpPr>
        <p:spPr>
          <a:xfrm>
            <a:off x="451759" y="1309588"/>
            <a:ext cx="676700" cy="844486"/>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5</a:t>
            </a:r>
          </a:p>
        </p:txBody>
      </p:sp>
      <p:grpSp>
        <p:nvGrpSpPr>
          <p:cNvPr id="10" name="Group 9">
            <a:extLst>
              <a:ext uri="{FF2B5EF4-FFF2-40B4-BE49-F238E27FC236}">
                <a16:creationId xmlns:a16="http://schemas.microsoft.com/office/drawing/2014/main" id="{8471CF35-A69C-0BBB-CAC5-938A7F13682A}"/>
              </a:ext>
            </a:extLst>
          </p:cNvPr>
          <p:cNvGrpSpPr/>
          <p:nvPr/>
        </p:nvGrpSpPr>
        <p:grpSpPr>
          <a:xfrm>
            <a:off x="1111414" y="2319869"/>
            <a:ext cx="10880560" cy="1128842"/>
            <a:chOff x="375557" y="1965945"/>
            <a:chExt cx="12688091" cy="815133"/>
          </a:xfrm>
        </p:grpSpPr>
        <p:sp>
          <p:nvSpPr>
            <p:cNvPr id="11" name="Rectangle 10">
              <a:extLst>
                <a:ext uri="{FF2B5EF4-FFF2-40B4-BE49-F238E27FC236}">
                  <a16:creationId xmlns:a16="http://schemas.microsoft.com/office/drawing/2014/main" id="{D612C483-9AC3-3AFF-D945-399DD1F62D66}"/>
                </a:ext>
              </a:extLst>
            </p:cNvPr>
            <p:cNvSpPr/>
            <p:nvPr/>
          </p:nvSpPr>
          <p:spPr>
            <a:xfrm>
              <a:off x="375557" y="1965945"/>
              <a:ext cx="12688091" cy="815133"/>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2" name="TextBox 11">
              <a:extLst>
                <a:ext uri="{FF2B5EF4-FFF2-40B4-BE49-F238E27FC236}">
                  <a16:creationId xmlns:a16="http://schemas.microsoft.com/office/drawing/2014/main" id="{92F69586-9157-14D5-AFB6-ACBB4E217C71}"/>
                </a:ext>
              </a:extLst>
            </p:cNvPr>
            <p:cNvSpPr txBox="1"/>
            <p:nvPr/>
          </p:nvSpPr>
          <p:spPr>
            <a:xfrm>
              <a:off x="417333" y="1994984"/>
              <a:ext cx="11106077" cy="68895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Reject H</a:t>
              </a:r>
              <a:r>
                <a:rPr kumimoji="0" lang="en-US" sz="2800" b="1" i="0" u="none" strike="noStrike" kern="1200" cap="none" spc="0" normalizeH="0" baseline="-25000" noProof="0" dirty="0">
                  <a:ln>
                    <a:noFill/>
                  </a:ln>
                  <a:solidFill>
                    <a:prstClr val="black"/>
                  </a:solidFill>
                  <a:effectLst/>
                  <a:uLnTx/>
                  <a:uFillTx/>
                  <a:latin typeface="Helvetica Neue"/>
                  <a:ea typeface="+mn-ea"/>
                  <a:cs typeface="Times New Roman"/>
                </a:rPr>
                <a:t>0</a:t>
              </a: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 if computed value of Z is less than the critical value, </a:t>
              </a:r>
              <a:r>
                <a:rPr kumimoji="0" lang="en-US" sz="2800" b="1" i="0" u="none" strike="noStrike" kern="1200" cap="none" spc="0" normalizeH="0" baseline="0" noProof="0" dirty="0" err="1">
                  <a:ln>
                    <a:noFill/>
                  </a:ln>
                  <a:solidFill>
                    <a:prstClr val="black"/>
                  </a:solidFill>
                  <a:effectLst/>
                  <a:uLnTx/>
                  <a:uFillTx/>
                  <a:latin typeface="Helvetica Neue"/>
                  <a:ea typeface="+mn-ea"/>
                  <a:cs typeface="Times New Roman"/>
                </a:rPr>
                <a:t>ie</a:t>
              </a: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 P(Z &lt; -z</a:t>
              </a:r>
              <a:r>
                <a:rPr kumimoji="0" lang="el-GR" sz="2800" b="1" i="0" u="none" strike="noStrike" kern="1200" cap="none" spc="0" normalizeH="0" baseline="-25000" noProof="0" dirty="0">
                  <a:ln>
                    <a:noFill/>
                  </a:ln>
                  <a:solidFill>
                    <a:prstClr val="black"/>
                  </a:solidFill>
                  <a:effectLst/>
                  <a:uLnTx/>
                  <a:uFillTx/>
                  <a:latin typeface="Helvetica Neue"/>
                  <a:ea typeface="+mn-ea"/>
                  <a:cs typeface="Times New Roman"/>
                </a:rPr>
                <a:t>α</a:t>
              </a: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 otherwise do not reject H</a:t>
              </a:r>
              <a:r>
                <a:rPr kumimoji="0" lang="en-US" sz="2800" b="1" i="0" u="none" strike="noStrike" kern="1200" cap="none" spc="0" normalizeH="0" baseline="-25000" noProof="0" dirty="0">
                  <a:ln>
                    <a:noFill/>
                  </a:ln>
                  <a:solidFill>
                    <a:prstClr val="black"/>
                  </a:solidFill>
                  <a:effectLst/>
                  <a:uLnTx/>
                  <a:uFillTx/>
                  <a:latin typeface="Helvetica Neue"/>
                  <a:ea typeface="+mn-ea"/>
                  <a:cs typeface="Times New Roman"/>
                </a:rPr>
                <a:t>0</a:t>
              </a:r>
              <a:endParaRPr kumimoji="0" lang="en-IN"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13" name="Rectangle 12">
            <a:extLst>
              <a:ext uri="{FF2B5EF4-FFF2-40B4-BE49-F238E27FC236}">
                <a16:creationId xmlns:a16="http://schemas.microsoft.com/office/drawing/2014/main" id="{CE9A4CD1-08E2-04C2-61AB-F12218FA5996}"/>
              </a:ext>
            </a:extLst>
          </p:cNvPr>
          <p:cNvSpPr/>
          <p:nvPr/>
        </p:nvSpPr>
        <p:spPr>
          <a:xfrm>
            <a:off x="457198" y="2294766"/>
            <a:ext cx="676700" cy="1153949"/>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a:t>
            </a:r>
            <a:r>
              <a:rPr kumimoji="0" lang="en-IN" sz="3200" b="1" i="0" u="none" strike="noStrike" kern="1200" cap="none" spc="0" normalizeH="0" baseline="0" noProof="0" dirty="0" err="1">
                <a:ln>
                  <a:noFill/>
                </a:ln>
                <a:solidFill>
                  <a:prstClr val="white"/>
                </a:solidFill>
                <a:effectLst/>
                <a:uLnTx/>
                <a:uFillTx/>
                <a:latin typeface="Helvetica Neue"/>
                <a:ea typeface="+mn-ea"/>
                <a:cs typeface="Helvetica" panose="020B0604020202020204" pitchFamily="34" charset="0"/>
              </a:rPr>
              <a:t>i</a:t>
            </a: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a:t>
            </a:r>
          </a:p>
        </p:txBody>
      </p:sp>
      <p:grpSp>
        <p:nvGrpSpPr>
          <p:cNvPr id="14" name="Group 13">
            <a:extLst>
              <a:ext uri="{FF2B5EF4-FFF2-40B4-BE49-F238E27FC236}">
                <a16:creationId xmlns:a16="http://schemas.microsoft.com/office/drawing/2014/main" id="{33EB3B84-4ED9-C979-5F5E-E7CF4CCBC1D1}"/>
              </a:ext>
            </a:extLst>
          </p:cNvPr>
          <p:cNvGrpSpPr/>
          <p:nvPr/>
        </p:nvGrpSpPr>
        <p:grpSpPr>
          <a:xfrm>
            <a:off x="790109" y="5430703"/>
            <a:ext cx="2288867" cy="844486"/>
            <a:chOff x="375557" y="1947820"/>
            <a:chExt cx="12688091" cy="609801"/>
          </a:xfrm>
        </p:grpSpPr>
        <p:sp>
          <p:nvSpPr>
            <p:cNvPr id="15" name="Rectangle 14">
              <a:extLst>
                <a:ext uri="{FF2B5EF4-FFF2-40B4-BE49-F238E27FC236}">
                  <a16:creationId xmlns:a16="http://schemas.microsoft.com/office/drawing/2014/main" id="{7C5D72E5-E633-DFBC-86ED-06FD7D232491}"/>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0" i="0" u="none" strike="noStrike" kern="1200" cap="none" spc="0" normalizeH="0" baseline="0" noProof="0" dirty="0">
                <a:ln>
                  <a:noFill/>
                </a:ln>
                <a:solidFill>
                  <a:prstClr val="black">
                    <a:lumMod val="75000"/>
                    <a:lumOff val="25000"/>
                  </a:prstClr>
                </a:solidFill>
                <a:effectLst/>
                <a:uLnTx/>
                <a:uFillTx/>
                <a:latin typeface="Helvetica Neue"/>
                <a:ea typeface="+mn-ea"/>
                <a:cs typeface="Helvetica" panose="020B0604020202020204" pitchFamily="34" charset="0"/>
              </a:endParaRPr>
            </a:p>
          </p:txBody>
        </p:sp>
        <p:sp>
          <p:nvSpPr>
            <p:cNvPr id="16" name="TextBox 15">
              <a:extLst>
                <a:ext uri="{FF2B5EF4-FFF2-40B4-BE49-F238E27FC236}">
                  <a16:creationId xmlns:a16="http://schemas.microsoft.com/office/drawing/2014/main" id="{B88CBFD3-1B3B-B1D5-1B01-771731874B87}"/>
                </a:ext>
              </a:extLst>
            </p:cNvPr>
            <p:cNvSpPr txBox="1"/>
            <p:nvPr/>
          </p:nvSpPr>
          <p:spPr>
            <a:xfrm>
              <a:off x="417332" y="1947820"/>
              <a:ext cx="12646316" cy="60006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Conclusion</a:t>
              </a:r>
              <a:endParaRPr kumimoji="0" lang="en-IN" sz="32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17" name="Rectangle 16">
            <a:extLst>
              <a:ext uri="{FF2B5EF4-FFF2-40B4-BE49-F238E27FC236}">
                <a16:creationId xmlns:a16="http://schemas.microsoft.com/office/drawing/2014/main" id="{C68CF454-70F0-9BEF-BA7B-99A2DCE56BEC}"/>
              </a:ext>
            </a:extLst>
          </p:cNvPr>
          <p:cNvSpPr/>
          <p:nvPr/>
        </p:nvSpPr>
        <p:spPr>
          <a:xfrm>
            <a:off x="164237" y="5437446"/>
            <a:ext cx="625872" cy="844486"/>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6</a:t>
            </a:r>
          </a:p>
        </p:txBody>
      </p:sp>
      <p:pic>
        <p:nvPicPr>
          <p:cNvPr id="18" name="Picture 17">
            <a:extLst>
              <a:ext uri="{FF2B5EF4-FFF2-40B4-BE49-F238E27FC236}">
                <a16:creationId xmlns:a16="http://schemas.microsoft.com/office/drawing/2014/main" id="{A70029A6-BD89-D92F-6274-DF904B82714C}"/>
              </a:ext>
            </a:extLst>
          </p:cNvPr>
          <p:cNvPicPr>
            <a:picLocks noChangeAspect="1"/>
          </p:cNvPicPr>
          <p:nvPr/>
        </p:nvPicPr>
        <p:blipFill>
          <a:blip r:embed="rId2"/>
          <a:stretch>
            <a:fillRect/>
          </a:stretch>
        </p:blipFill>
        <p:spPr>
          <a:xfrm>
            <a:off x="3226279" y="3614507"/>
            <a:ext cx="8765695" cy="3123139"/>
          </a:xfrm>
          <a:prstGeom prst="rect">
            <a:avLst/>
          </a:prstGeom>
        </p:spPr>
      </p:pic>
    </p:spTree>
    <p:extLst>
      <p:ext uri="{BB962C8B-B14F-4D97-AF65-F5344CB8AC3E}">
        <p14:creationId xmlns:p14="http://schemas.microsoft.com/office/powerpoint/2010/main" val="337167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0-#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0-#ppt_w/2"/>
                                          </p:val>
                                        </p:tav>
                                        <p:tav tm="100000">
                                          <p:val>
                                            <p:strVal val="#ppt_x"/>
                                          </p:val>
                                        </p:tav>
                                      </p:tavLst>
                                    </p:anim>
                                    <p:anim calcmode="lin" valueType="num">
                                      <p:cBhvr additive="base">
                                        <p:cTn id="28" dur="500" fill="hold"/>
                                        <p:tgtEl>
                                          <p:spTgt spid="17"/>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0-#ppt_w/2"/>
                                          </p:val>
                                        </p:tav>
                                        <p:tav tm="100000">
                                          <p:val>
                                            <p:strVal val="#ppt_x"/>
                                          </p:val>
                                        </p:tav>
                                      </p:tavLst>
                                    </p:anim>
                                    <p:anim calcmode="lin" valueType="num">
                                      <p:cBhvr additive="base">
                                        <p:cTn id="32"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03E66-19EF-6E22-A994-F75F3F11EF74}"/>
              </a:ext>
            </a:extLst>
          </p:cNvPr>
          <p:cNvSpPr>
            <a:spLocks noGrp="1"/>
          </p:cNvSpPr>
          <p:nvPr>
            <p:ph type="title"/>
          </p:nvPr>
        </p:nvSpPr>
        <p:spPr/>
        <p:txBody>
          <a:bodyPr/>
          <a:lstStyle/>
          <a:p>
            <a:r>
              <a:rPr lang="en-US" dirty="0"/>
              <a:t>Parametric Tests</a:t>
            </a:r>
            <a:endParaRPr lang="en-IN" dirty="0"/>
          </a:p>
        </p:txBody>
      </p:sp>
      <p:sp>
        <p:nvSpPr>
          <p:cNvPr id="3" name="Text Placeholder 2">
            <a:extLst>
              <a:ext uri="{FF2B5EF4-FFF2-40B4-BE49-F238E27FC236}">
                <a16:creationId xmlns:a16="http://schemas.microsoft.com/office/drawing/2014/main" id="{574B5B76-5ABB-9EB8-8E8F-FAE479F67BC5}"/>
              </a:ext>
            </a:extLst>
          </p:cNvPr>
          <p:cNvSpPr>
            <a:spLocks noGrp="1"/>
          </p:cNvSpPr>
          <p:nvPr>
            <p:ph type="body" sz="quarter" idx="13"/>
          </p:nvPr>
        </p:nvSpPr>
        <p:spPr>
          <a:xfrm>
            <a:off x="66674" y="1000125"/>
            <a:ext cx="12030075" cy="5772150"/>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95588A11-F3C8-55D2-8F92-2110B92077EA}"/>
              </a:ext>
            </a:extLst>
          </p:cNvPr>
          <p:cNvSpPr txBox="1">
            <a:spLocks/>
          </p:cNvSpPr>
          <p:nvPr/>
        </p:nvSpPr>
        <p:spPr>
          <a:xfrm>
            <a:off x="452821" y="180441"/>
            <a:ext cx="9933379" cy="8002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4400" b="0" i="0" u="none" strike="noStrike" kern="1200" cap="none" spc="0" normalizeH="0" baseline="0" noProof="0" dirty="0">
              <a:ln>
                <a:noFill/>
              </a:ln>
              <a:solidFill>
                <a:srgbClr val="FF0000"/>
              </a:solidFill>
              <a:effectLst/>
              <a:uLnTx/>
              <a:uFillTx/>
              <a:latin typeface="Calibri" panose="020F0502020204030204"/>
              <a:ea typeface="WenQuanYi Micro Hei"/>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altLang="zh-CN" sz="44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071BA350-D565-A6EE-7954-E6A761A098CE}"/>
              </a:ext>
            </a:extLst>
          </p:cNvPr>
          <p:cNvGrpSpPr/>
          <p:nvPr/>
        </p:nvGrpSpPr>
        <p:grpSpPr>
          <a:xfrm>
            <a:off x="757224" y="5435632"/>
            <a:ext cx="2288867" cy="844486"/>
            <a:chOff x="375557" y="1947820"/>
            <a:chExt cx="12688091" cy="609801"/>
          </a:xfrm>
        </p:grpSpPr>
        <p:sp>
          <p:nvSpPr>
            <p:cNvPr id="7" name="Rectangle 6">
              <a:extLst>
                <a:ext uri="{FF2B5EF4-FFF2-40B4-BE49-F238E27FC236}">
                  <a16:creationId xmlns:a16="http://schemas.microsoft.com/office/drawing/2014/main" id="{388CD830-8AE4-9EBC-F9C8-01C1D9FB4DBE}"/>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0" i="0" u="none" strike="noStrike" kern="1200" cap="none" spc="0" normalizeH="0" baseline="0" noProof="0" dirty="0">
                <a:ln>
                  <a:noFill/>
                </a:ln>
                <a:solidFill>
                  <a:prstClr val="black">
                    <a:lumMod val="75000"/>
                    <a:lumOff val="25000"/>
                  </a:prstClr>
                </a:solidFill>
                <a:effectLst/>
                <a:uLnTx/>
                <a:uFillTx/>
                <a:latin typeface="Helvetica Neue"/>
                <a:ea typeface="+mn-ea"/>
                <a:cs typeface="Helvetica" panose="020B0604020202020204" pitchFamily="34" charset="0"/>
              </a:endParaRPr>
            </a:p>
          </p:txBody>
        </p:sp>
        <p:sp>
          <p:nvSpPr>
            <p:cNvPr id="8" name="TextBox 7">
              <a:extLst>
                <a:ext uri="{FF2B5EF4-FFF2-40B4-BE49-F238E27FC236}">
                  <a16:creationId xmlns:a16="http://schemas.microsoft.com/office/drawing/2014/main" id="{D0B9C859-A4A4-796F-2E55-D52051DCAE12}"/>
                </a:ext>
              </a:extLst>
            </p:cNvPr>
            <p:cNvSpPr txBox="1"/>
            <p:nvPr/>
          </p:nvSpPr>
          <p:spPr>
            <a:xfrm>
              <a:off x="417332" y="1947820"/>
              <a:ext cx="12646316" cy="60006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Conclusion</a:t>
              </a:r>
              <a:endParaRPr kumimoji="0" lang="en-IN" sz="32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9" name="Rectangle 8">
            <a:extLst>
              <a:ext uri="{FF2B5EF4-FFF2-40B4-BE49-F238E27FC236}">
                <a16:creationId xmlns:a16="http://schemas.microsoft.com/office/drawing/2014/main" id="{D52DAE3B-F41B-F82C-D2F3-48AA4FD28465}"/>
              </a:ext>
            </a:extLst>
          </p:cNvPr>
          <p:cNvSpPr/>
          <p:nvPr/>
        </p:nvSpPr>
        <p:spPr>
          <a:xfrm>
            <a:off x="126304" y="5435632"/>
            <a:ext cx="625872" cy="844486"/>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6</a:t>
            </a:r>
          </a:p>
        </p:txBody>
      </p:sp>
      <p:grpSp>
        <p:nvGrpSpPr>
          <p:cNvPr id="10" name="Group 9">
            <a:extLst>
              <a:ext uri="{FF2B5EF4-FFF2-40B4-BE49-F238E27FC236}">
                <a16:creationId xmlns:a16="http://schemas.microsoft.com/office/drawing/2014/main" id="{048CA22E-C180-7542-6ED9-5CE5798B02C6}"/>
              </a:ext>
            </a:extLst>
          </p:cNvPr>
          <p:cNvGrpSpPr/>
          <p:nvPr/>
        </p:nvGrpSpPr>
        <p:grpSpPr>
          <a:xfrm>
            <a:off x="1177912" y="1153963"/>
            <a:ext cx="10918837" cy="926130"/>
            <a:chOff x="375555" y="1888865"/>
            <a:chExt cx="20046387" cy="668756"/>
          </a:xfrm>
        </p:grpSpPr>
        <p:sp>
          <p:nvSpPr>
            <p:cNvPr id="11" name="Rectangle 10">
              <a:extLst>
                <a:ext uri="{FF2B5EF4-FFF2-40B4-BE49-F238E27FC236}">
                  <a16:creationId xmlns:a16="http://schemas.microsoft.com/office/drawing/2014/main" id="{CC32D77B-EF42-24DF-8303-613D3E637F61}"/>
                </a:ext>
              </a:extLst>
            </p:cNvPr>
            <p:cNvSpPr/>
            <p:nvPr/>
          </p:nvSpPr>
          <p:spPr>
            <a:xfrm>
              <a:off x="375555" y="1965945"/>
              <a:ext cx="20046385"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2" name="TextBox 11">
              <a:extLst>
                <a:ext uri="{FF2B5EF4-FFF2-40B4-BE49-F238E27FC236}">
                  <a16:creationId xmlns:a16="http://schemas.microsoft.com/office/drawing/2014/main" id="{FBFC4856-531A-152D-3AF3-CB6427995533}"/>
                </a:ext>
              </a:extLst>
            </p:cNvPr>
            <p:cNvSpPr txBox="1"/>
            <p:nvPr/>
          </p:nvSpPr>
          <p:spPr>
            <a:xfrm>
              <a:off x="417333" y="1888865"/>
              <a:ext cx="20004609"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Define the critical region/ rejection criteria/ P - value</a:t>
              </a:r>
              <a:endParaRPr kumimoji="0" lang="en-IN"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13" name="Rectangle 12">
            <a:extLst>
              <a:ext uri="{FF2B5EF4-FFF2-40B4-BE49-F238E27FC236}">
                <a16:creationId xmlns:a16="http://schemas.microsoft.com/office/drawing/2014/main" id="{CEC2C9C6-9C32-8B96-95A5-D43221E35044}"/>
              </a:ext>
            </a:extLst>
          </p:cNvPr>
          <p:cNvSpPr/>
          <p:nvPr/>
        </p:nvSpPr>
        <p:spPr>
          <a:xfrm>
            <a:off x="451758" y="1235608"/>
            <a:ext cx="751823" cy="844486"/>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5</a:t>
            </a:r>
          </a:p>
        </p:txBody>
      </p:sp>
      <p:grpSp>
        <p:nvGrpSpPr>
          <p:cNvPr id="14" name="Group 13">
            <a:extLst>
              <a:ext uri="{FF2B5EF4-FFF2-40B4-BE49-F238E27FC236}">
                <a16:creationId xmlns:a16="http://schemas.microsoft.com/office/drawing/2014/main" id="{3FAB6D75-BC3E-025F-92DC-A571D6D183F0}"/>
              </a:ext>
            </a:extLst>
          </p:cNvPr>
          <p:cNvGrpSpPr/>
          <p:nvPr/>
        </p:nvGrpSpPr>
        <p:grpSpPr>
          <a:xfrm>
            <a:off x="1170924" y="2262218"/>
            <a:ext cx="11021076" cy="1128842"/>
            <a:chOff x="375557" y="1965945"/>
            <a:chExt cx="12847313" cy="815133"/>
          </a:xfrm>
        </p:grpSpPr>
        <p:sp>
          <p:nvSpPr>
            <p:cNvPr id="15" name="Rectangle 14">
              <a:extLst>
                <a:ext uri="{FF2B5EF4-FFF2-40B4-BE49-F238E27FC236}">
                  <a16:creationId xmlns:a16="http://schemas.microsoft.com/office/drawing/2014/main" id="{347BA74A-C1C6-220A-A2BF-D470F3FDD8F6}"/>
                </a:ext>
              </a:extLst>
            </p:cNvPr>
            <p:cNvSpPr/>
            <p:nvPr/>
          </p:nvSpPr>
          <p:spPr>
            <a:xfrm>
              <a:off x="375557" y="1965945"/>
              <a:ext cx="12688091" cy="815133"/>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6" name="TextBox 15">
              <a:extLst>
                <a:ext uri="{FF2B5EF4-FFF2-40B4-BE49-F238E27FC236}">
                  <a16:creationId xmlns:a16="http://schemas.microsoft.com/office/drawing/2014/main" id="{E8A0D3E5-847E-0AE3-23D2-51EE5E5C0D0E}"/>
                </a:ext>
              </a:extLst>
            </p:cNvPr>
            <p:cNvSpPr txBox="1"/>
            <p:nvPr/>
          </p:nvSpPr>
          <p:spPr>
            <a:xfrm>
              <a:off x="417333" y="1994984"/>
              <a:ext cx="12805537" cy="68895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Reject H</a:t>
              </a:r>
              <a:r>
                <a:rPr kumimoji="0" lang="en-US" sz="2800" b="1" i="0" u="none" strike="noStrike" kern="1200" cap="none" spc="0" normalizeH="0" baseline="-25000" noProof="0" dirty="0">
                  <a:ln>
                    <a:noFill/>
                  </a:ln>
                  <a:solidFill>
                    <a:prstClr val="black"/>
                  </a:solidFill>
                  <a:effectLst/>
                  <a:uLnTx/>
                  <a:uFillTx/>
                  <a:latin typeface="Helvetica Neue"/>
                  <a:ea typeface="+mn-ea"/>
                  <a:cs typeface="Times New Roman"/>
                </a:rPr>
                <a:t>0</a:t>
              </a: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 if computed value of Z is greater than the critical value, </a:t>
              </a:r>
              <a:r>
                <a:rPr kumimoji="0" lang="en-US" sz="2800" b="1" i="0" u="none" strike="noStrike" kern="1200" cap="none" spc="0" normalizeH="0" baseline="0" noProof="0" dirty="0" err="1">
                  <a:ln>
                    <a:noFill/>
                  </a:ln>
                  <a:solidFill>
                    <a:prstClr val="black"/>
                  </a:solidFill>
                  <a:effectLst/>
                  <a:uLnTx/>
                  <a:uFillTx/>
                  <a:latin typeface="Helvetica Neue"/>
                  <a:ea typeface="+mn-ea"/>
                  <a:cs typeface="Times New Roman"/>
                </a:rPr>
                <a:t>ie</a:t>
              </a: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 P(Z &gt; z</a:t>
              </a:r>
              <a:r>
                <a:rPr kumimoji="0" lang="el-GR" sz="2800" b="1" i="0" u="none" strike="noStrike" kern="1200" cap="none" spc="0" normalizeH="0" baseline="-25000" noProof="0" dirty="0">
                  <a:ln>
                    <a:noFill/>
                  </a:ln>
                  <a:solidFill>
                    <a:prstClr val="black"/>
                  </a:solidFill>
                  <a:effectLst/>
                  <a:uLnTx/>
                  <a:uFillTx/>
                  <a:latin typeface="Helvetica Neue"/>
                  <a:ea typeface="+mn-ea"/>
                  <a:cs typeface="Times New Roman"/>
                </a:rPr>
                <a:t>α</a:t>
              </a: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 otherwise do not reject H</a:t>
              </a:r>
              <a:r>
                <a:rPr kumimoji="0" lang="en-US" sz="2800" b="1" i="0" u="none" strike="noStrike" kern="1200" cap="none" spc="0" normalizeH="0" baseline="-25000" noProof="0" dirty="0">
                  <a:ln>
                    <a:noFill/>
                  </a:ln>
                  <a:solidFill>
                    <a:prstClr val="black"/>
                  </a:solidFill>
                  <a:effectLst/>
                  <a:uLnTx/>
                  <a:uFillTx/>
                  <a:latin typeface="Helvetica Neue"/>
                  <a:ea typeface="+mn-ea"/>
                  <a:cs typeface="Times New Roman"/>
                </a:rPr>
                <a:t>0</a:t>
              </a:r>
              <a:endParaRPr kumimoji="0" lang="en-IN" sz="28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17" name="Rectangle 16">
            <a:extLst>
              <a:ext uri="{FF2B5EF4-FFF2-40B4-BE49-F238E27FC236}">
                <a16:creationId xmlns:a16="http://schemas.microsoft.com/office/drawing/2014/main" id="{3421664A-135D-7AFC-0F07-13053243B69E}"/>
              </a:ext>
            </a:extLst>
          </p:cNvPr>
          <p:cNvSpPr/>
          <p:nvPr/>
        </p:nvSpPr>
        <p:spPr>
          <a:xfrm>
            <a:off x="457198" y="2269773"/>
            <a:ext cx="720714" cy="1153949"/>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(ii)</a:t>
            </a:r>
          </a:p>
        </p:txBody>
      </p:sp>
      <p:pic>
        <p:nvPicPr>
          <p:cNvPr id="18" name="Picture 17">
            <a:extLst>
              <a:ext uri="{FF2B5EF4-FFF2-40B4-BE49-F238E27FC236}">
                <a16:creationId xmlns:a16="http://schemas.microsoft.com/office/drawing/2014/main" id="{DC5C79A3-CA1A-DB9D-9BEB-B3AF99F89600}"/>
              </a:ext>
            </a:extLst>
          </p:cNvPr>
          <p:cNvPicPr>
            <a:picLocks noChangeAspect="1"/>
          </p:cNvPicPr>
          <p:nvPr/>
        </p:nvPicPr>
        <p:blipFill>
          <a:blip r:embed="rId2"/>
          <a:stretch>
            <a:fillRect/>
          </a:stretch>
        </p:blipFill>
        <p:spPr>
          <a:xfrm>
            <a:off x="3243532" y="3463937"/>
            <a:ext cx="8799680" cy="3089264"/>
          </a:xfrm>
          <a:prstGeom prst="rect">
            <a:avLst/>
          </a:prstGeom>
        </p:spPr>
      </p:pic>
    </p:spTree>
    <p:extLst>
      <p:ext uri="{BB962C8B-B14F-4D97-AF65-F5344CB8AC3E}">
        <p14:creationId xmlns:p14="http://schemas.microsoft.com/office/powerpoint/2010/main" val="242775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0-#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0-#ppt_w/2"/>
                                          </p:val>
                                        </p:tav>
                                        <p:tav tm="100000">
                                          <p:val>
                                            <p:strVal val="#ppt_x"/>
                                          </p:val>
                                        </p:tav>
                                      </p:tavLst>
                                    </p:anim>
                                    <p:anim calcmode="lin" valueType="num">
                                      <p:cBhvr additive="base">
                                        <p:cTn id="28" dur="500" fill="hold"/>
                                        <p:tgtEl>
                                          <p:spTgt spid="17"/>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0-#ppt_w/2"/>
                                          </p:val>
                                        </p:tav>
                                        <p:tav tm="100000">
                                          <p:val>
                                            <p:strVal val="#ppt_x"/>
                                          </p:val>
                                        </p:tav>
                                      </p:tavLst>
                                    </p:anim>
                                    <p:anim calcmode="lin" valueType="num">
                                      <p:cBhvr additive="base">
                                        <p:cTn id="32"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6D741-D5D6-9EB9-C37C-DBADB001172B}"/>
              </a:ext>
            </a:extLst>
          </p:cNvPr>
          <p:cNvSpPr>
            <a:spLocks noGrp="1"/>
          </p:cNvSpPr>
          <p:nvPr>
            <p:ph type="title"/>
          </p:nvPr>
        </p:nvSpPr>
        <p:spPr/>
        <p:txBody>
          <a:bodyPr/>
          <a:lstStyle/>
          <a:p>
            <a:r>
              <a:rPr lang="en-US" dirty="0"/>
              <a:t>Parametric Tests</a:t>
            </a:r>
            <a:endParaRPr lang="en-IN" dirty="0"/>
          </a:p>
        </p:txBody>
      </p:sp>
      <p:sp>
        <p:nvSpPr>
          <p:cNvPr id="3" name="Text Placeholder 2">
            <a:extLst>
              <a:ext uri="{FF2B5EF4-FFF2-40B4-BE49-F238E27FC236}">
                <a16:creationId xmlns:a16="http://schemas.microsoft.com/office/drawing/2014/main" id="{D93F1B99-C85F-2846-0DCA-4E7686C45943}"/>
              </a:ext>
            </a:extLst>
          </p:cNvPr>
          <p:cNvSpPr>
            <a:spLocks noGrp="1"/>
          </p:cNvSpPr>
          <p:nvPr>
            <p:ph type="body" sz="quarter" idx="13"/>
          </p:nvPr>
        </p:nvSpPr>
        <p:spPr>
          <a:xfrm>
            <a:off x="142875" y="1114425"/>
            <a:ext cx="11849100" cy="5495925"/>
          </a:xfrm>
        </p:spPr>
        <p:txBody>
          <a:bodyPr/>
          <a:lstStyle/>
          <a:p>
            <a:pPr marL="0" indent="0">
              <a:buNone/>
            </a:pPr>
            <a:r>
              <a:rPr lang="en-US" dirty="0"/>
              <a:t>.</a:t>
            </a:r>
            <a:endParaRPr lang="en-IN" dirty="0"/>
          </a:p>
        </p:txBody>
      </p:sp>
      <p:sp>
        <p:nvSpPr>
          <p:cNvPr id="19" name="Content Placeholder 2">
            <a:extLst>
              <a:ext uri="{FF2B5EF4-FFF2-40B4-BE49-F238E27FC236}">
                <a16:creationId xmlns:a16="http://schemas.microsoft.com/office/drawing/2014/main" id="{CE22D96E-661E-E317-F3D7-FA76C4A2F83A}"/>
              </a:ext>
            </a:extLst>
          </p:cNvPr>
          <p:cNvSpPr txBox="1">
            <a:spLocks/>
          </p:cNvSpPr>
          <p:nvPr/>
        </p:nvSpPr>
        <p:spPr>
          <a:xfrm>
            <a:off x="452821" y="180441"/>
            <a:ext cx="9933379" cy="8002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4400" b="0" i="0" u="none" strike="noStrike" kern="1200" cap="none" spc="0" normalizeH="0" baseline="0" noProof="0">
              <a:ln>
                <a:noFill/>
              </a:ln>
              <a:solidFill>
                <a:srgbClr val="FF0000"/>
              </a:solidFill>
              <a:effectLst/>
              <a:uLnTx/>
              <a:uFillTx/>
              <a:latin typeface="Calibri" panose="020F0502020204030204"/>
              <a:ea typeface="WenQuanYi Micro Hei"/>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06302D51-F3D8-5666-93CA-9DBA14454D9D}"/>
              </a:ext>
            </a:extLst>
          </p:cNvPr>
          <p:cNvGrpSpPr/>
          <p:nvPr/>
        </p:nvGrpSpPr>
        <p:grpSpPr>
          <a:xfrm>
            <a:off x="1177912" y="981143"/>
            <a:ext cx="10814063" cy="926130"/>
            <a:chOff x="375555" y="1888865"/>
            <a:chExt cx="20046387" cy="668756"/>
          </a:xfrm>
        </p:grpSpPr>
        <p:sp>
          <p:nvSpPr>
            <p:cNvPr id="21" name="Rectangle 20">
              <a:extLst>
                <a:ext uri="{FF2B5EF4-FFF2-40B4-BE49-F238E27FC236}">
                  <a16:creationId xmlns:a16="http://schemas.microsoft.com/office/drawing/2014/main" id="{EAAB1847-4913-73E4-8F23-B870E923B50C}"/>
                </a:ext>
              </a:extLst>
            </p:cNvPr>
            <p:cNvSpPr/>
            <p:nvPr/>
          </p:nvSpPr>
          <p:spPr>
            <a:xfrm>
              <a:off x="375555" y="1965945"/>
              <a:ext cx="20046385"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0" i="0" u="none" strike="noStrike" kern="1200" cap="none" spc="0" normalizeH="0" baseline="0" noProof="0" dirty="0">
                <a:ln>
                  <a:noFill/>
                </a:ln>
                <a:solidFill>
                  <a:prstClr val="black">
                    <a:lumMod val="75000"/>
                    <a:lumOff val="25000"/>
                  </a:prstClr>
                </a:solidFill>
                <a:effectLst/>
                <a:uLnTx/>
                <a:uFillTx/>
                <a:latin typeface="Helvetica Neue"/>
                <a:ea typeface="+mn-ea"/>
                <a:cs typeface="Helvetica" panose="020B0604020202020204" pitchFamily="34" charset="0"/>
              </a:endParaRPr>
            </a:p>
          </p:txBody>
        </p:sp>
        <p:sp>
          <p:nvSpPr>
            <p:cNvPr id="22" name="TextBox 21">
              <a:extLst>
                <a:ext uri="{FF2B5EF4-FFF2-40B4-BE49-F238E27FC236}">
                  <a16:creationId xmlns:a16="http://schemas.microsoft.com/office/drawing/2014/main" id="{AC439A71-3815-0E24-DDBA-849C5F8F1058}"/>
                </a:ext>
              </a:extLst>
            </p:cNvPr>
            <p:cNvSpPr txBox="1"/>
            <p:nvPr/>
          </p:nvSpPr>
          <p:spPr>
            <a:xfrm>
              <a:off x="417333" y="1888865"/>
              <a:ext cx="20004609"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rPr>
                <a:t>Define the critical region/ rejection criteria/  P - value</a:t>
              </a:r>
              <a:endParaRPr kumimoji="0" lang="en-IN" sz="28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23" name="Rectangle 22">
            <a:extLst>
              <a:ext uri="{FF2B5EF4-FFF2-40B4-BE49-F238E27FC236}">
                <a16:creationId xmlns:a16="http://schemas.microsoft.com/office/drawing/2014/main" id="{52180D7D-0890-49C6-8B2B-FB72A786C39C}"/>
              </a:ext>
            </a:extLst>
          </p:cNvPr>
          <p:cNvSpPr/>
          <p:nvPr/>
        </p:nvSpPr>
        <p:spPr>
          <a:xfrm>
            <a:off x="344734" y="1062788"/>
            <a:ext cx="858847" cy="844486"/>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5</a:t>
            </a:r>
          </a:p>
        </p:txBody>
      </p:sp>
      <p:grpSp>
        <p:nvGrpSpPr>
          <p:cNvPr id="24" name="Group 23">
            <a:extLst>
              <a:ext uri="{FF2B5EF4-FFF2-40B4-BE49-F238E27FC236}">
                <a16:creationId xmlns:a16="http://schemas.microsoft.com/office/drawing/2014/main" id="{C926B59B-2E78-93DF-2C64-2A0BBED88735}"/>
              </a:ext>
            </a:extLst>
          </p:cNvPr>
          <p:cNvGrpSpPr/>
          <p:nvPr/>
        </p:nvGrpSpPr>
        <p:grpSpPr>
          <a:xfrm>
            <a:off x="1170924" y="1975093"/>
            <a:ext cx="10814062" cy="1651354"/>
            <a:chOff x="375557" y="1965944"/>
            <a:chExt cx="12688091" cy="1192437"/>
          </a:xfrm>
        </p:grpSpPr>
        <p:sp>
          <p:nvSpPr>
            <p:cNvPr id="25" name="Rectangle 24">
              <a:extLst>
                <a:ext uri="{FF2B5EF4-FFF2-40B4-BE49-F238E27FC236}">
                  <a16:creationId xmlns:a16="http://schemas.microsoft.com/office/drawing/2014/main" id="{197D6BDD-FF92-EDC9-0913-F1D623CFE6D1}"/>
                </a:ext>
              </a:extLst>
            </p:cNvPr>
            <p:cNvSpPr/>
            <p:nvPr/>
          </p:nvSpPr>
          <p:spPr>
            <a:xfrm>
              <a:off x="375557" y="1965944"/>
              <a:ext cx="12688091" cy="1192437"/>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26" name="TextBox 25">
              <a:extLst>
                <a:ext uri="{FF2B5EF4-FFF2-40B4-BE49-F238E27FC236}">
                  <a16:creationId xmlns:a16="http://schemas.microsoft.com/office/drawing/2014/main" id="{D734E452-F6A0-5B7B-286F-CD4FD7758F72}"/>
                </a:ext>
              </a:extLst>
            </p:cNvPr>
            <p:cNvSpPr txBox="1"/>
            <p:nvPr/>
          </p:nvSpPr>
          <p:spPr>
            <a:xfrm>
              <a:off x="417333" y="2006775"/>
              <a:ext cx="12646315" cy="68895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Reject H</a:t>
              </a:r>
              <a:r>
                <a:rPr kumimoji="0" lang="en-US" sz="2800" b="1" i="0" u="none" strike="noStrike" kern="1200" cap="none" spc="0" normalizeH="0" baseline="-25000" noProof="0" dirty="0">
                  <a:ln>
                    <a:noFill/>
                  </a:ln>
                  <a:solidFill>
                    <a:prstClr val="black"/>
                  </a:solidFill>
                  <a:effectLst/>
                  <a:uLnTx/>
                  <a:uFillTx/>
                  <a:latin typeface="Helvetica Neue"/>
                  <a:ea typeface="+mn-ea"/>
                  <a:cs typeface="Times New Roman"/>
                </a:rPr>
                <a:t>0</a:t>
              </a: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 if computed value of Z is less than or greater than the critical value, </a:t>
              </a:r>
              <a:r>
                <a:rPr kumimoji="0" lang="en-US" sz="2800" b="1" i="0" u="none" strike="noStrike" kern="1200" cap="none" spc="0" normalizeH="0" baseline="0" noProof="0" dirty="0" err="1">
                  <a:ln>
                    <a:noFill/>
                  </a:ln>
                  <a:solidFill>
                    <a:prstClr val="black"/>
                  </a:solidFill>
                  <a:effectLst/>
                  <a:uLnTx/>
                  <a:uFillTx/>
                  <a:latin typeface="Helvetica Neue"/>
                  <a:ea typeface="+mn-ea"/>
                  <a:cs typeface="Times New Roman"/>
                </a:rPr>
                <a:t>ie</a:t>
              </a: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 P(Z &lt; - z</a:t>
              </a:r>
              <a:r>
                <a:rPr kumimoji="0" lang="el-GR" sz="2800" b="1" i="0" u="none" strike="noStrike" kern="1200" cap="none" spc="0" normalizeH="0" baseline="-25000" noProof="0" dirty="0">
                  <a:ln>
                    <a:noFill/>
                  </a:ln>
                  <a:solidFill>
                    <a:prstClr val="black"/>
                  </a:solidFill>
                  <a:effectLst/>
                  <a:uLnTx/>
                  <a:uFillTx/>
                  <a:latin typeface="Helvetica Neue"/>
                  <a:ea typeface="+mn-ea"/>
                  <a:cs typeface="Times New Roman"/>
                </a:rPr>
                <a:t>α</a:t>
              </a:r>
              <a:r>
                <a:rPr kumimoji="0" lang="en-US" sz="2800" b="1" i="0" u="none" strike="noStrike" kern="1200" cap="none" spc="0" normalizeH="0" baseline="-25000" noProof="0" dirty="0">
                  <a:ln>
                    <a:noFill/>
                  </a:ln>
                  <a:solidFill>
                    <a:prstClr val="black"/>
                  </a:solidFill>
                  <a:effectLst/>
                  <a:uLnTx/>
                  <a:uFillTx/>
                  <a:latin typeface="Helvetica Neue"/>
                  <a:ea typeface="+mn-ea"/>
                  <a:cs typeface="Times New Roman"/>
                </a:rPr>
                <a:t>/2</a:t>
              </a: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 or P(Z &gt; z</a:t>
              </a:r>
              <a:r>
                <a:rPr kumimoji="0" lang="el-GR" sz="2800" b="1" i="0" u="none" strike="noStrike" kern="1200" cap="none" spc="0" normalizeH="0" baseline="-25000" noProof="0" dirty="0">
                  <a:ln>
                    <a:noFill/>
                  </a:ln>
                  <a:solidFill>
                    <a:prstClr val="black"/>
                  </a:solidFill>
                  <a:effectLst/>
                  <a:uLnTx/>
                  <a:uFillTx/>
                  <a:latin typeface="Helvetica Neue"/>
                  <a:ea typeface="+mn-ea"/>
                  <a:cs typeface="Times New Roman"/>
                </a:rPr>
                <a:t>α</a:t>
              </a:r>
              <a:r>
                <a:rPr kumimoji="0" lang="en-US" sz="2800" b="1" i="0" u="none" strike="noStrike" kern="1200" cap="none" spc="0" normalizeH="0" baseline="-25000" noProof="0" dirty="0">
                  <a:ln>
                    <a:noFill/>
                  </a:ln>
                  <a:solidFill>
                    <a:prstClr val="black"/>
                  </a:solidFill>
                  <a:effectLst/>
                  <a:uLnTx/>
                  <a:uFillTx/>
                  <a:latin typeface="Helvetica Neue"/>
                  <a:ea typeface="+mn-ea"/>
                  <a:cs typeface="Times New Roman"/>
                </a:rPr>
                <a:t>/2</a:t>
              </a:r>
              <a:r>
                <a:rPr kumimoji="0" lang="en-US" sz="2800" b="1" i="0" u="none" strike="noStrike" kern="1200" cap="none" spc="0" normalizeH="0" baseline="0" noProof="0" dirty="0">
                  <a:ln>
                    <a:noFill/>
                  </a:ln>
                  <a:solidFill>
                    <a:prstClr val="black"/>
                  </a:solidFill>
                  <a:effectLst/>
                  <a:uLnTx/>
                  <a:uFillTx/>
                  <a:latin typeface="Helvetica Neue"/>
                  <a:ea typeface="+mn-ea"/>
                  <a:cs typeface="Times New Roman"/>
                </a:rPr>
                <a:t>), otherwise do not reject H</a:t>
              </a:r>
              <a:r>
                <a:rPr kumimoji="0" lang="en-US" sz="2800" b="1" i="0" u="none" strike="noStrike" kern="1200" cap="none" spc="0" normalizeH="0" baseline="-25000" noProof="0" dirty="0">
                  <a:ln>
                    <a:noFill/>
                  </a:ln>
                  <a:solidFill>
                    <a:prstClr val="black"/>
                  </a:solidFill>
                  <a:effectLst/>
                  <a:uLnTx/>
                  <a:uFillTx/>
                  <a:latin typeface="Helvetica Neue"/>
                  <a:ea typeface="+mn-ea"/>
                  <a:cs typeface="Times New Roman"/>
                </a:rPr>
                <a:t>0</a:t>
              </a:r>
              <a:endParaRPr kumimoji="0" lang="en-IN" sz="28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27" name="Rectangle 26">
            <a:extLst>
              <a:ext uri="{FF2B5EF4-FFF2-40B4-BE49-F238E27FC236}">
                <a16:creationId xmlns:a16="http://schemas.microsoft.com/office/drawing/2014/main" id="{F7BAADF1-E4AE-05C5-3078-0CA1D883FA83}"/>
              </a:ext>
            </a:extLst>
          </p:cNvPr>
          <p:cNvSpPr/>
          <p:nvPr/>
        </p:nvSpPr>
        <p:spPr>
          <a:xfrm>
            <a:off x="344736" y="1982650"/>
            <a:ext cx="833176" cy="1676455"/>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(iii)</a:t>
            </a:r>
          </a:p>
        </p:txBody>
      </p:sp>
      <p:grpSp>
        <p:nvGrpSpPr>
          <p:cNvPr id="28" name="Group 27">
            <a:extLst>
              <a:ext uri="{FF2B5EF4-FFF2-40B4-BE49-F238E27FC236}">
                <a16:creationId xmlns:a16="http://schemas.microsoft.com/office/drawing/2014/main" id="{93B002A7-4845-A390-2C90-D5DFFF6E0359}"/>
              </a:ext>
            </a:extLst>
          </p:cNvPr>
          <p:cNvGrpSpPr/>
          <p:nvPr/>
        </p:nvGrpSpPr>
        <p:grpSpPr>
          <a:xfrm>
            <a:off x="830664" y="4973026"/>
            <a:ext cx="2317590" cy="934482"/>
            <a:chOff x="810647" y="1029678"/>
            <a:chExt cx="12847313" cy="674787"/>
          </a:xfrm>
        </p:grpSpPr>
        <p:sp>
          <p:nvSpPr>
            <p:cNvPr id="29" name="Rectangle 28">
              <a:extLst>
                <a:ext uri="{FF2B5EF4-FFF2-40B4-BE49-F238E27FC236}">
                  <a16:creationId xmlns:a16="http://schemas.microsoft.com/office/drawing/2014/main" id="{0E1D5A6A-C23C-891D-6746-74CC959F6837}"/>
                </a:ext>
              </a:extLst>
            </p:cNvPr>
            <p:cNvSpPr/>
            <p:nvPr/>
          </p:nvSpPr>
          <p:spPr>
            <a:xfrm>
              <a:off x="810647" y="1112789"/>
              <a:ext cx="12688090"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0" i="0" u="none" strike="noStrike" kern="1200" cap="none" spc="0" normalizeH="0" baseline="0" noProof="0" dirty="0">
                <a:ln>
                  <a:noFill/>
                </a:ln>
                <a:solidFill>
                  <a:prstClr val="black">
                    <a:lumMod val="75000"/>
                    <a:lumOff val="25000"/>
                  </a:prstClr>
                </a:solidFill>
                <a:effectLst/>
                <a:uLnTx/>
                <a:uFillTx/>
                <a:latin typeface="Helvetica Neue"/>
                <a:ea typeface="+mn-ea"/>
                <a:cs typeface="Helvetica" panose="020B0604020202020204" pitchFamily="34" charset="0"/>
              </a:endParaRPr>
            </a:p>
          </p:txBody>
        </p:sp>
        <p:sp>
          <p:nvSpPr>
            <p:cNvPr id="30" name="TextBox 29">
              <a:extLst>
                <a:ext uri="{FF2B5EF4-FFF2-40B4-BE49-F238E27FC236}">
                  <a16:creationId xmlns:a16="http://schemas.microsoft.com/office/drawing/2014/main" id="{22763723-AD55-5898-6288-10DC42413FD3}"/>
                </a:ext>
              </a:extLst>
            </p:cNvPr>
            <p:cNvSpPr txBox="1"/>
            <p:nvPr/>
          </p:nvSpPr>
          <p:spPr>
            <a:xfrm>
              <a:off x="852422" y="1029678"/>
              <a:ext cx="12805538" cy="53417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75000"/>
                      <a:lumOff val="25000"/>
                    </a:prstClr>
                  </a:solidFill>
                  <a:effectLst/>
                  <a:uLnTx/>
                  <a:uFillTx/>
                  <a:latin typeface="Helvetica Neue"/>
                  <a:ea typeface="+mn-ea"/>
                  <a:cs typeface="Helvetica" panose="020B0604020202020204" pitchFamily="34" charset="0"/>
                </a:rPr>
                <a:t>Conclusion</a:t>
              </a:r>
              <a:endParaRPr kumimoji="0" lang="en-IN" sz="3200" b="0" i="0" u="none" strike="noStrike" kern="1200" cap="none" spc="0" normalizeH="0" baseline="0" noProof="0" dirty="0">
                <a:ln>
                  <a:noFill/>
                </a:ln>
                <a:solidFill>
                  <a:prstClr val="black">
                    <a:lumMod val="75000"/>
                    <a:lumOff val="25000"/>
                  </a:prstClr>
                </a:solidFill>
                <a:effectLst/>
                <a:uLnTx/>
                <a:uFillTx/>
                <a:latin typeface="Helvetica Neue"/>
                <a:ea typeface="+mn-ea"/>
                <a:cs typeface="Helvetica" panose="020B0604020202020204" pitchFamily="34" charset="0"/>
              </a:endParaRPr>
            </a:p>
          </p:txBody>
        </p:sp>
      </p:grpSp>
      <p:sp>
        <p:nvSpPr>
          <p:cNvPr id="31" name="Rectangle 30">
            <a:extLst>
              <a:ext uri="{FF2B5EF4-FFF2-40B4-BE49-F238E27FC236}">
                <a16:creationId xmlns:a16="http://schemas.microsoft.com/office/drawing/2014/main" id="{8E31021D-EF33-DB34-8C26-099F471DACEF}"/>
              </a:ext>
            </a:extLst>
          </p:cNvPr>
          <p:cNvSpPr/>
          <p:nvPr/>
        </p:nvSpPr>
        <p:spPr>
          <a:xfrm>
            <a:off x="212328" y="5051210"/>
            <a:ext cx="625872" cy="844486"/>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6</a:t>
            </a:r>
          </a:p>
        </p:txBody>
      </p:sp>
      <p:pic>
        <p:nvPicPr>
          <p:cNvPr id="32" name="Picture 31">
            <a:extLst>
              <a:ext uri="{FF2B5EF4-FFF2-40B4-BE49-F238E27FC236}">
                <a16:creationId xmlns:a16="http://schemas.microsoft.com/office/drawing/2014/main" id="{89F87DD9-EBA2-A609-CA42-78A32C3F94E8}"/>
              </a:ext>
            </a:extLst>
          </p:cNvPr>
          <p:cNvPicPr>
            <a:picLocks noChangeAspect="1"/>
          </p:cNvPicPr>
          <p:nvPr/>
        </p:nvPicPr>
        <p:blipFill>
          <a:blip r:embed="rId2"/>
          <a:stretch>
            <a:fillRect/>
          </a:stretch>
        </p:blipFill>
        <p:spPr>
          <a:xfrm>
            <a:off x="3278039" y="3830128"/>
            <a:ext cx="8701634" cy="2806759"/>
          </a:xfrm>
          <a:prstGeom prst="rect">
            <a:avLst/>
          </a:prstGeom>
        </p:spPr>
      </p:pic>
    </p:spTree>
    <p:extLst>
      <p:ext uri="{BB962C8B-B14F-4D97-AF65-F5344CB8AC3E}">
        <p14:creationId xmlns:p14="http://schemas.microsoft.com/office/powerpoint/2010/main" val="109147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0-#ppt_w/2"/>
                                          </p:val>
                                        </p:tav>
                                        <p:tav tm="100000">
                                          <p:val>
                                            <p:strVal val="#ppt_x"/>
                                          </p:val>
                                        </p:tav>
                                      </p:tavLst>
                                    </p:anim>
                                    <p:anim calcmode="lin" valueType="num">
                                      <p:cBhvr additive="base">
                                        <p:cTn id="18" dur="500" fill="hold"/>
                                        <p:tgtEl>
                                          <p:spTgt spid="27"/>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0-#ppt_w/2"/>
                                          </p:val>
                                        </p:tav>
                                        <p:tav tm="100000">
                                          <p:val>
                                            <p:strVal val="#ppt_x"/>
                                          </p:val>
                                        </p:tav>
                                      </p:tavLst>
                                    </p:anim>
                                    <p:anim calcmode="lin" valueType="num">
                                      <p:cBhvr additive="base">
                                        <p:cTn id="22"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0-#ppt_w/2"/>
                                          </p:val>
                                        </p:tav>
                                        <p:tav tm="100000">
                                          <p:val>
                                            <p:strVal val="#ppt_x"/>
                                          </p:val>
                                        </p:tav>
                                      </p:tavLst>
                                    </p:anim>
                                    <p:anim calcmode="lin" valueType="num">
                                      <p:cBhvr additive="base">
                                        <p:cTn id="28" dur="500" fill="hold"/>
                                        <p:tgtEl>
                                          <p:spTgt spid="31"/>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additive="base">
                                        <p:cTn id="31" dur="500" fill="hold"/>
                                        <p:tgtEl>
                                          <p:spTgt spid="28"/>
                                        </p:tgtEl>
                                        <p:attrNameLst>
                                          <p:attrName>ppt_x</p:attrName>
                                        </p:attrNameLst>
                                      </p:cBhvr>
                                      <p:tavLst>
                                        <p:tav tm="0">
                                          <p:val>
                                            <p:strVal val="0-#ppt_w/2"/>
                                          </p:val>
                                        </p:tav>
                                        <p:tav tm="100000">
                                          <p:val>
                                            <p:strVal val="#ppt_x"/>
                                          </p:val>
                                        </p:tav>
                                      </p:tavLst>
                                    </p:anim>
                                    <p:anim calcmode="lin" valueType="num">
                                      <p:cBhvr additive="base">
                                        <p:cTn id="32"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3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88690-DCF2-5DF0-1C94-85AF210BE3FF}"/>
              </a:ext>
            </a:extLst>
          </p:cNvPr>
          <p:cNvSpPr>
            <a:spLocks noGrp="1"/>
          </p:cNvSpPr>
          <p:nvPr>
            <p:ph type="title"/>
          </p:nvPr>
        </p:nvSpPr>
        <p:spPr>
          <a:xfrm>
            <a:off x="0" y="160569"/>
            <a:ext cx="10160000" cy="764364"/>
          </a:xfrm>
        </p:spPr>
        <p:txBody>
          <a:bodyPr>
            <a:normAutofit fontScale="90000"/>
          </a:bodyPr>
          <a:lstStyle/>
          <a:p>
            <a:br>
              <a:rPr lang="en-US" sz="2400" b="1" dirty="0">
                <a:latin typeface="Helvetica Neue"/>
                <a:cs typeface="Arial" pitchFamily="34" charset="0"/>
              </a:rPr>
            </a:br>
            <a:r>
              <a:rPr lang="en-US" sz="2400" b="1" dirty="0">
                <a:latin typeface="Helvetica Neue"/>
                <a:cs typeface="Arial" pitchFamily="34" charset="0"/>
              </a:rPr>
              <a:t>Example 1:</a:t>
            </a:r>
            <a:br>
              <a:rPr lang="en-US" sz="2400" b="1" dirty="0">
                <a:solidFill>
                  <a:srgbClr val="0000FF"/>
                </a:solidFill>
                <a:latin typeface="Helvetica Neue"/>
                <a:cs typeface="Arial" pitchFamily="34" charset="0"/>
              </a:rPr>
            </a:br>
            <a:endParaRPr lang="en-IN" dirty="0"/>
          </a:p>
        </p:txBody>
      </p:sp>
      <p:sp>
        <p:nvSpPr>
          <p:cNvPr id="3" name="Text Placeholder 2">
            <a:extLst>
              <a:ext uri="{FF2B5EF4-FFF2-40B4-BE49-F238E27FC236}">
                <a16:creationId xmlns:a16="http://schemas.microsoft.com/office/drawing/2014/main" id="{A4C49E07-93D6-F801-8E85-433296665DBA}"/>
              </a:ext>
            </a:extLst>
          </p:cNvPr>
          <p:cNvSpPr>
            <a:spLocks noGrp="1"/>
          </p:cNvSpPr>
          <p:nvPr>
            <p:ph type="body" sz="quarter" idx="13"/>
          </p:nvPr>
        </p:nvSpPr>
        <p:spPr>
          <a:xfrm>
            <a:off x="533400" y="1104901"/>
            <a:ext cx="10668000" cy="5592530"/>
          </a:xfrm>
        </p:spPr>
        <p:txBody>
          <a:bodyPr/>
          <a:lstStyle/>
          <a:p>
            <a:pPr marL="0" indent="0" eaLnBrk="0" hangingPunct="0">
              <a:buNone/>
            </a:pPr>
            <a:r>
              <a:rPr lang="en-US" sz="2400" dirty="0">
                <a:latin typeface="+mn-lt"/>
                <a:cs typeface="Times New Roman" panose="02020603050405020304" pitchFamily="18" charset="0"/>
              </a:rPr>
              <a:t>A taxi company is trying to decide whether to purchase brand A or brand B </a:t>
            </a:r>
            <a:r>
              <a:rPr lang="en-US" sz="2400" dirty="0" err="1">
                <a:latin typeface="+mn-lt"/>
                <a:cs typeface="Times New Roman" panose="02020603050405020304" pitchFamily="18" charset="0"/>
              </a:rPr>
              <a:t>tyres</a:t>
            </a:r>
            <a:r>
              <a:rPr lang="en-US" sz="2400" dirty="0">
                <a:latin typeface="+mn-lt"/>
                <a:cs typeface="Times New Roman" panose="02020603050405020304" pitchFamily="18" charset="0"/>
              </a:rPr>
              <a:t> for its fleet of taxis. To estimate difference in two brands, an experiment was conducted using 30 and 40 </a:t>
            </a:r>
            <a:r>
              <a:rPr lang="en-US" sz="2400" dirty="0" err="1">
                <a:latin typeface="+mn-lt"/>
                <a:cs typeface="Times New Roman" panose="02020603050405020304" pitchFamily="18" charset="0"/>
              </a:rPr>
              <a:t>tyres</a:t>
            </a:r>
            <a:r>
              <a:rPr lang="en-US" sz="2400" dirty="0">
                <a:latin typeface="+mn-lt"/>
                <a:cs typeface="Times New Roman" panose="02020603050405020304" pitchFamily="18" charset="0"/>
              </a:rPr>
              <a:t> respectively for brand A and brand B. The </a:t>
            </a:r>
            <a:r>
              <a:rPr lang="en-US" sz="2400" dirty="0" err="1">
                <a:latin typeface="+mn-lt"/>
                <a:cs typeface="Times New Roman" panose="02020603050405020304" pitchFamily="18" charset="0"/>
              </a:rPr>
              <a:t>tyres</a:t>
            </a:r>
            <a:r>
              <a:rPr lang="en-US" sz="2400" dirty="0">
                <a:latin typeface="+mn-lt"/>
                <a:cs typeface="Times New Roman" panose="02020603050405020304" pitchFamily="18" charset="0"/>
              </a:rPr>
              <a:t> are run until they wear out. </a:t>
            </a:r>
          </a:p>
          <a:p>
            <a:pPr marL="0" indent="0" eaLnBrk="0" hangingPunct="0">
              <a:buNone/>
            </a:pPr>
            <a:r>
              <a:rPr lang="en-US" sz="2400" dirty="0">
                <a:solidFill>
                  <a:srgbClr val="FF0000"/>
                </a:solidFill>
                <a:latin typeface="+mn-lt"/>
                <a:cs typeface="Times New Roman" panose="02020603050405020304" pitchFamily="18" charset="0"/>
              </a:rPr>
              <a:t>Test at 5% level of significance is there any significant difference between the two brands of </a:t>
            </a:r>
            <a:r>
              <a:rPr lang="en-US" sz="2400" dirty="0" err="1">
                <a:solidFill>
                  <a:srgbClr val="FF0000"/>
                </a:solidFill>
                <a:latin typeface="+mn-lt"/>
                <a:cs typeface="Times New Roman" panose="02020603050405020304" pitchFamily="18" charset="0"/>
              </a:rPr>
              <a:t>tyres</a:t>
            </a:r>
            <a:endParaRPr lang="en-US" sz="2400" dirty="0">
              <a:solidFill>
                <a:srgbClr val="FF0000"/>
              </a:solidFill>
              <a:latin typeface="+mn-lt"/>
              <a:cs typeface="Times New Roman" panose="02020603050405020304" pitchFamily="18" charset="0"/>
            </a:endParaRPr>
          </a:p>
          <a:p>
            <a:pPr marL="0" indent="0">
              <a:buNone/>
            </a:pPr>
            <a:r>
              <a:rPr lang="en-US" sz="2400" dirty="0">
                <a:latin typeface="+mn-lt"/>
                <a:cs typeface="Times New Roman" panose="02020603050405020304" pitchFamily="18" charset="0"/>
              </a:rPr>
              <a:t>Suppose some data is given below, now how will you decide to purchase the brand?</a:t>
            </a:r>
          </a:p>
          <a:p>
            <a:pPr marL="0" indent="0">
              <a:buNone/>
            </a:pPr>
            <a:endParaRPr lang="en-IN" dirty="0"/>
          </a:p>
        </p:txBody>
      </p:sp>
      <p:graphicFrame>
        <p:nvGraphicFramePr>
          <p:cNvPr id="8" name="Table 7">
            <a:extLst>
              <a:ext uri="{FF2B5EF4-FFF2-40B4-BE49-F238E27FC236}">
                <a16:creationId xmlns:a16="http://schemas.microsoft.com/office/drawing/2014/main" id="{4BFFAECF-64ED-D866-E309-D18E1078DD67}"/>
              </a:ext>
            </a:extLst>
          </p:cNvPr>
          <p:cNvGraphicFramePr>
            <a:graphicFrameLocks noGrp="1"/>
          </p:cNvGraphicFramePr>
          <p:nvPr>
            <p:extLst>
              <p:ext uri="{D42A27DB-BD31-4B8C-83A1-F6EECF244321}">
                <p14:modId xmlns:p14="http://schemas.microsoft.com/office/powerpoint/2010/main" val="3192935796"/>
              </p:ext>
            </p:extLst>
          </p:nvPr>
        </p:nvGraphicFramePr>
        <p:xfrm>
          <a:off x="1390648" y="4105275"/>
          <a:ext cx="9582152" cy="1762125"/>
        </p:xfrm>
        <a:graphic>
          <a:graphicData uri="http://schemas.openxmlformats.org/drawingml/2006/table">
            <a:tbl>
              <a:tblPr firstRow="1" bandRow="1">
                <a:tableStyleId>{5C22544A-7EE6-4342-B048-85BDC9FD1C3A}</a:tableStyleId>
              </a:tblPr>
              <a:tblGrid>
                <a:gridCol w="2395538">
                  <a:extLst>
                    <a:ext uri="{9D8B030D-6E8A-4147-A177-3AD203B41FA5}">
                      <a16:colId xmlns:a16="http://schemas.microsoft.com/office/drawing/2014/main" val="1464394002"/>
                    </a:ext>
                  </a:extLst>
                </a:gridCol>
                <a:gridCol w="2395538">
                  <a:extLst>
                    <a:ext uri="{9D8B030D-6E8A-4147-A177-3AD203B41FA5}">
                      <a16:colId xmlns:a16="http://schemas.microsoft.com/office/drawing/2014/main" val="3617251821"/>
                    </a:ext>
                  </a:extLst>
                </a:gridCol>
                <a:gridCol w="2395538">
                  <a:extLst>
                    <a:ext uri="{9D8B030D-6E8A-4147-A177-3AD203B41FA5}">
                      <a16:colId xmlns:a16="http://schemas.microsoft.com/office/drawing/2014/main" val="1230678804"/>
                    </a:ext>
                  </a:extLst>
                </a:gridCol>
                <a:gridCol w="2395538">
                  <a:extLst>
                    <a:ext uri="{9D8B030D-6E8A-4147-A177-3AD203B41FA5}">
                      <a16:colId xmlns:a16="http://schemas.microsoft.com/office/drawing/2014/main" val="2809086315"/>
                    </a:ext>
                  </a:extLst>
                </a:gridCol>
              </a:tblGrid>
              <a:tr h="587375">
                <a:tc>
                  <a:txBody>
                    <a:bodyPr/>
                    <a:lstStyle/>
                    <a:p>
                      <a:r>
                        <a:rPr lang="en-US" dirty="0"/>
                        <a:t>Brands </a:t>
                      </a:r>
                      <a:endParaRPr lang="en-IN" dirty="0"/>
                    </a:p>
                  </a:txBody>
                  <a:tcPr/>
                </a:tc>
                <a:tc>
                  <a:txBody>
                    <a:bodyPr/>
                    <a:lstStyle/>
                    <a:p>
                      <a:r>
                        <a:rPr lang="en-US" dirty="0"/>
                        <a:t>Sample size</a:t>
                      </a:r>
                      <a:endParaRPr lang="en-IN" dirty="0"/>
                    </a:p>
                  </a:txBody>
                  <a:tcPr/>
                </a:tc>
                <a:tc>
                  <a:txBody>
                    <a:bodyPr/>
                    <a:lstStyle/>
                    <a:p>
                      <a:r>
                        <a:rPr lang="en-US" dirty="0"/>
                        <a:t>Mean(kms)</a:t>
                      </a:r>
                      <a:endParaRPr lang="en-IN" dirty="0"/>
                    </a:p>
                  </a:txBody>
                  <a:tcPr/>
                </a:tc>
                <a:tc>
                  <a:txBody>
                    <a:bodyPr/>
                    <a:lstStyle/>
                    <a:p>
                      <a:r>
                        <a:rPr lang="en-US" dirty="0"/>
                        <a:t>SD(kms)</a:t>
                      </a:r>
                      <a:endParaRPr lang="en-IN" dirty="0"/>
                    </a:p>
                  </a:txBody>
                  <a:tcPr/>
                </a:tc>
                <a:extLst>
                  <a:ext uri="{0D108BD9-81ED-4DB2-BD59-A6C34878D82A}">
                    <a16:rowId xmlns:a16="http://schemas.microsoft.com/office/drawing/2014/main" val="1682554103"/>
                  </a:ext>
                </a:extLst>
              </a:tr>
              <a:tr h="587375">
                <a:tc>
                  <a:txBody>
                    <a:bodyPr/>
                    <a:lstStyle/>
                    <a:p>
                      <a:r>
                        <a:rPr lang="en-US" dirty="0"/>
                        <a:t>A</a:t>
                      </a:r>
                      <a:endParaRPr lang="en-IN" dirty="0"/>
                    </a:p>
                  </a:txBody>
                  <a:tcPr/>
                </a:tc>
                <a:tc>
                  <a:txBody>
                    <a:bodyPr/>
                    <a:lstStyle/>
                    <a:p>
                      <a:r>
                        <a:rPr lang="en-US" dirty="0"/>
                        <a:t>30</a:t>
                      </a:r>
                      <a:endParaRPr lang="en-IN" dirty="0"/>
                    </a:p>
                  </a:txBody>
                  <a:tcPr/>
                </a:tc>
                <a:tc>
                  <a:txBody>
                    <a:bodyPr/>
                    <a:lstStyle/>
                    <a:p>
                      <a:r>
                        <a:rPr lang="en-US" dirty="0"/>
                        <a:t>38600</a:t>
                      </a:r>
                      <a:endParaRPr lang="en-IN" dirty="0"/>
                    </a:p>
                  </a:txBody>
                  <a:tcPr/>
                </a:tc>
                <a:tc>
                  <a:txBody>
                    <a:bodyPr/>
                    <a:lstStyle/>
                    <a:p>
                      <a:r>
                        <a:rPr lang="en-US" dirty="0"/>
                        <a:t>5000</a:t>
                      </a:r>
                      <a:endParaRPr lang="en-IN" dirty="0"/>
                    </a:p>
                  </a:txBody>
                  <a:tcPr/>
                </a:tc>
                <a:extLst>
                  <a:ext uri="{0D108BD9-81ED-4DB2-BD59-A6C34878D82A}">
                    <a16:rowId xmlns:a16="http://schemas.microsoft.com/office/drawing/2014/main" val="1990158303"/>
                  </a:ext>
                </a:extLst>
              </a:tr>
              <a:tr h="587375">
                <a:tc>
                  <a:txBody>
                    <a:bodyPr/>
                    <a:lstStyle/>
                    <a:p>
                      <a:r>
                        <a:rPr lang="en-US" dirty="0"/>
                        <a:t>B</a:t>
                      </a:r>
                      <a:endParaRPr lang="en-IN" dirty="0"/>
                    </a:p>
                  </a:txBody>
                  <a:tcPr/>
                </a:tc>
                <a:tc>
                  <a:txBody>
                    <a:bodyPr/>
                    <a:lstStyle/>
                    <a:p>
                      <a:r>
                        <a:rPr lang="en-US" dirty="0"/>
                        <a:t>40</a:t>
                      </a:r>
                      <a:endParaRPr lang="en-IN" dirty="0"/>
                    </a:p>
                  </a:txBody>
                  <a:tcPr/>
                </a:tc>
                <a:tc>
                  <a:txBody>
                    <a:bodyPr/>
                    <a:lstStyle/>
                    <a:p>
                      <a:r>
                        <a:rPr lang="en-US" dirty="0"/>
                        <a:t>35450</a:t>
                      </a:r>
                      <a:endParaRPr lang="en-IN" dirty="0"/>
                    </a:p>
                  </a:txBody>
                  <a:tcPr/>
                </a:tc>
                <a:tc>
                  <a:txBody>
                    <a:bodyPr/>
                    <a:lstStyle/>
                    <a:p>
                      <a:r>
                        <a:rPr lang="en-US" dirty="0"/>
                        <a:t>6100</a:t>
                      </a:r>
                      <a:endParaRPr lang="en-IN" dirty="0"/>
                    </a:p>
                  </a:txBody>
                  <a:tcPr/>
                </a:tc>
                <a:extLst>
                  <a:ext uri="{0D108BD9-81ED-4DB2-BD59-A6C34878D82A}">
                    <a16:rowId xmlns:a16="http://schemas.microsoft.com/office/drawing/2014/main" val="1855730504"/>
                  </a:ext>
                </a:extLst>
              </a:tr>
            </a:tbl>
          </a:graphicData>
        </a:graphic>
      </p:graphicFrame>
    </p:spTree>
    <p:extLst>
      <p:ext uri="{BB962C8B-B14F-4D97-AF65-F5344CB8AC3E}">
        <p14:creationId xmlns:p14="http://schemas.microsoft.com/office/powerpoint/2010/main" val="631537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A516-71F0-D59E-C5AA-CA291A34AB80}"/>
              </a:ext>
            </a:extLst>
          </p:cNvPr>
          <p:cNvSpPr>
            <a:spLocks noGrp="1"/>
          </p:cNvSpPr>
          <p:nvPr>
            <p:ph type="title"/>
          </p:nvPr>
        </p:nvSpPr>
        <p:spPr/>
        <p:txBody>
          <a:bodyPr/>
          <a:lstStyle/>
          <a:p>
            <a:r>
              <a:rPr lang="en-US" dirty="0"/>
              <a:t>Solution</a:t>
            </a:r>
            <a:endParaRPr lang="en-IN" dirty="0"/>
          </a:p>
        </p:txBody>
      </p:sp>
      <p:sp>
        <p:nvSpPr>
          <p:cNvPr id="5" name="Content Placeholder 2">
            <a:extLst>
              <a:ext uri="{FF2B5EF4-FFF2-40B4-BE49-F238E27FC236}">
                <a16:creationId xmlns:a16="http://schemas.microsoft.com/office/drawing/2014/main" id="{3FD24E97-6EFF-5A46-B8E5-9284B5D2B744}"/>
              </a:ext>
            </a:extLst>
          </p:cNvPr>
          <p:cNvSpPr txBox="1">
            <a:spLocks/>
          </p:cNvSpPr>
          <p:nvPr/>
        </p:nvSpPr>
        <p:spPr>
          <a:xfrm>
            <a:off x="728870" y="59670"/>
            <a:ext cx="9829862" cy="8002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4200" b="0" i="0" u="none" strike="noStrike" kern="1200" cap="none" spc="0" normalizeH="0" baseline="0" noProof="0">
              <a:ln>
                <a:noFill/>
              </a:ln>
              <a:solidFill>
                <a:srgbClr val="FF0000"/>
              </a:solidFill>
              <a:effectLst/>
              <a:uLnTx/>
              <a:uFillTx/>
              <a:latin typeface="Calibri" panose="020F0502020204030204"/>
              <a:ea typeface="WenQuanYi Micro Hei"/>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4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CE8BB43E-3AE5-9BF6-0181-F5FA519CB113}"/>
              </a:ext>
            </a:extLst>
          </p:cNvPr>
          <p:cNvPicPr>
            <a:picLocks noChangeAspect="1"/>
          </p:cNvPicPr>
          <p:nvPr/>
        </p:nvPicPr>
        <p:blipFill>
          <a:blip r:embed="rId2"/>
          <a:stretch>
            <a:fillRect/>
          </a:stretch>
        </p:blipFill>
        <p:spPr>
          <a:xfrm>
            <a:off x="520417" y="1049381"/>
            <a:ext cx="3365783" cy="800220"/>
          </a:xfrm>
          <a:prstGeom prst="rect">
            <a:avLst/>
          </a:prstGeom>
        </p:spPr>
      </p:pic>
      <p:pic>
        <p:nvPicPr>
          <p:cNvPr id="19" name="Picture 18">
            <a:extLst>
              <a:ext uri="{FF2B5EF4-FFF2-40B4-BE49-F238E27FC236}">
                <a16:creationId xmlns:a16="http://schemas.microsoft.com/office/drawing/2014/main" id="{2B99F238-B497-CD88-5E37-949AC5CB7A41}"/>
              </a:ext>
            </a:extLst>
          </p:cNvPr>
          <p:cNvPicPr>
            <a:picLocks noChangeAspect="1"/>
          </p:cNvPicPr>
          <p:nvPr/>
        </p:nvPicPr>
        <p:blipFill>
          <a:blip r:embed="rId3"/>
          <a:stretch>
            <a:fillRect/>
          </a:stretch>
        </p:blipFill>
        <p:spPr>
          <a:xfrm>
            <a:off x="4495800" y="907866"/>
            <a:ext cx="4171950" cy="941735"/>
          </a:xfrm>
          <a:prstGeom prst="rect">
            <a:avLst/>
          </a:prstGeom>
        </p:spPr>
      </p:pic>
      <p:pic>
        <p:nvPicPr>
          <p:cNvPr id="4" name="Picture 3">
            <a:extLst>
              <a:ext uri="{FF2B5EF4-FFF2-40B4-BE49-F238E27FC236}">
                <a16:creationId xmlns:a16="http://schemas.microsoft.com/office/drawing/2014/main" id="{5960DCD3-047C-4A9A-BD1A-12E3D38D34F6}"/>
              </a:ext>
            </a:extLst>
          </p:cNvPr>
          <p:cNvPicPr>
            <a:picLocks noChangeAspect="1"/>
          </p:cNvPicPr>
          <p:nvPr/>
        </p:nvPicPr>
        <p:blipFill>
          <a:blip r:embed="rId4"/>
          <a:stretch>
            <a:fillRect/>
          </a:stretch>
        </p:blipFill>
        <p:spPr>
          <a:xfrm>
            <a:off x="703470" y="2105039"/>
            <a:ext cx="6614733" cy="1298561"/>
          </a:xfrm>
          <a:prstGeom prst="rect">
            <a:avLst/>
          </a:prstGeom>
        </p:spPr>
      </p:pic>
      <p:pic>
        <p:nvPicPr>
          <p:cNvPr id="20" name="Picture 19">
            <a:extLst>
              <a:ext uri="{FF2B5EF4-FFF2-40B4-BE49-F238E27FC236}">
                <a16:creationId xmlns:a16="http://schemas.microsoft.com/office/drawing/2014/main" id="{2BCF0097-CC3B-46BA-9346-04F29A09D7E1}"/>
              </a:ext>
            </a:extLst>
          </p:cNvPr>
          <p:cNvPicPr>
            <a:picLocks noChangeAspect="1"/>
          </p:cNvPicPr>
          <p:nvPr/>
        </p:nvPicPr>
        <p:blipFill>
          <a:blip r:embed="rId5"/>
          <a:stretch>
            <a:fillRect/>
          </a:stretch>
        </p:blipFill>
        <p:spPr>
          <a:xfrm>
            <a:off x="6400800" y="3810000"/>
            <a:ext cx="5066215" cy="2755631"/>
          </a:xfrm>
          <a:prstGeom prst="rect">
            <a:avLst/>
          </a:prstGeom>
        </p:spPr>
      </p:pic>
      <p:sp>
        <p:nvSpPr>
          <p:cNvPr id="21" name="Rectangle 20">
            <a:extLst>
              <a:ext uri="{FF2B5EF4-FFF2-40B4-BE49-F238E27FC236}">
                <a16:creationId xmlns:a16="http://schemas.microsoft.com/office/drawing/2014/main" id="{6860A2A0-9108-4997-91F2-100A6F9DE4B1}"/>
              </a:ext>
            </a:extLst>
          </p:cNvPr>
          <p:cNvSpPr>
            <a:spLocks noChangeArrowheads="1"/>
          </p:cNvSpPr>
          <p:nvPr/>
        </p:nvSpPr>
        <p:spPr bwMode="auto">
          <a:xfrm>
            <a:off x="7239000" y="6167735"/>
            <a:ext cx="1473480" cy="461665"/>
          </a:xfrm>
          <a:prstGeom prst="rect">
            <a:avLst/>
          </a:prstGeom>
          <a:solidFill>
            <a:srgbClr val="C00000"/>
          </a:solidFill>
          <a:ln>
            <a:noFill/>
          </a:ln>
          <a:effectLst/>
        </p:spPr>
        <p:txBody>
          <a:bodyPr wrap="none"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Z</a:t>
            </a:r>
            <a:r>
              <a:rPr kumimoji="0" lang="el-GR" altLang="en-US" sz="2400" b="1" i="0" u="none" strike="noStrike" kern="1200" cap="none" spc="0" normalizeH="0" baseline="-25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α</a:t>
            </a:r>
            <a:r>
              <a:rPr kumimoji="0" lang="en-US"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 - 1.96</a:t>
            </a:r>
          </a:p>
        </p:txBody>
      </p:sp>
      <p:sp>
        <p:nvSpPr>
          <p:cNvPr id="22" name="Rectangle 10">
            <a:extLst>
              <a:ext uri="{FF2B5EF4-FFF2-40B4-BE49-F238E27FC236}">
                <a16:creationId xmlns:a16="http://schemas.microsoft.com/office/drawing/2014/main" id="{CDD5033E-D2BE-43C4-9CB3-332802B678B1}"/>
              </a:ext>
            </a:extLst>
          </p:cNvPr>
          <p:cNvSpPr>
            <a:spLocks noChangeArrowheads="1"/>
          </p:cNvSpPr>
          <p:nvPr/>
        </p:nvSpPr>
        <p:spPr bwMode="auto">
          <a:xfrm>
            <a:off x="9829800" y="6167735"/>
            <a:ext cx="1293944" cy="461665"/>
          </a:xfrm>
          <a:prstGeom prst="rect">
            <a:avLst/>
          </a:prstGeom>
          <a:solidFill>
            <a:srgbClr val="C00000"/>
          </a:solidFill>
          <a:ln>
            <a:noFill/>
          </a:ln>
          <a:effectLst/>
        </p:spPr>
        <p:txBody>
          <a:bodyPr wrap="none"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Z</a:t>
            </a:r>
            <a:r>
              <a:rPr kumimoji="0" lang="el-GR" altLang="en-US" sz="2400" b="1" i="0" u="none" strike="noStrike" kern="1200" cap="none" spc="0" normalizeH="0" baseline="-25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α</a:t>
            </a:r>
            <a:r>
              <a:rPr kumimoji="0" lang="en-US"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 1.96</a:t>
            </a:r>
          </a:p>
        </p:txBody>
      </p:sp>
      <p:sp>
        <p:nvSpPr>
          <p:cNvPr id="24" name="TextBox 23">
            <a:extLst>
              <a:ext uri="{FF2B5EF4-FFF2-40B4-BE49-F238E27FC236}">
                <a16:creationId xmlns:a16="http://schemas.microsoft.com/office/drawing/2014/main" id="{BD01B70B-B9D0-4599-985B-9854A934E74B}"/>
              </a:ext>
            </a:extLst>
          </p:cNvPr>
          <p:cNvSpPr txBox="1"/>
          <p:nvPr/>
        </p:nvSpPr>
        <p:spPr>
          <a:xfrm>
            <a:off x="457200" y="4302591"/>
            <a:ext cx="6096000" cy="1059008"/>
          </a:xfrm>
          <a:prstGeom prst="rect">
            <a:avLst/>
          </a:prstGeom>
          <a:noFill/>
        </p:spPr>
        <p:txBody>
          <a:bodyPr wrap="square">
            <a:spAutoFit/>
          </a:body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ko-KR" sz="1800" b="0" i="0" u="none" strike="noStrike" kern="1200" cap="none" spc="0" normalizeH="0" baseline="0" noProof="0" dirty="0">
                <a:ln>
                  <a:noFill/>
                </a:ln>
                <a:solidFill>
                  <a:prstClr val="black"/>
                </a:solidFill>
                <a:effectLst/>
                <a:uLnTx/>
                <a:uFillTx/>
                <a:latin typeface="Helvetica Neue"/>
                <a:ea typeface="Gulim" pitchFamily="34" charset="-127"/>
                <a:cs typeface="Times New Roman" pitchFamily="18" charset="0"/>
              </a:rPr>
              <a:t>Critical value for </a:t>
            </a:r>
            <a:r>
              <a:rPr kumimoji="0" lang="el-GR" altLang="ko-KR" sz="1800" b="0" i="0" u="none" strike="noStrike" kern="1200" cap="none" spc="0" normalizeH="0" baseline="0" noProof="0" dirty="0">
                <a:ln>
                  <a:noFill/>
                </a:ln>
                <a:solidFill>
                  <a:prstClr val="black"/>
                </a:solidFill>
                <a:effectLst/>
                <a:uLnTx/>
                <a:uFillTx/>
                <a:latin typeface="Helvetica Neue"/>
                <a:ea typeface="Gulim" pitchFamily="34" charset="-127"/>
                <a:cs typeface="Times New Roman" pitchFamily="18" charset="0"/>
              </a:rPr>
              <a:t>α</a:t>
            </a:r>
            <a:r>
              <a:rPr kumimoji="0" lang="en-US" altLang="ko-KR" sz="1800" b="0" i="0" u="none" strike="noStrike" kern="1200" cap="none" spc="0" normalizeH="0" baseline="0" noProof="0" dirty="0">
                <a:ln>
                  <a:noFill/>
                </a:ln>
                <a:solidFill>
                  <a:prstClr val="black"/>
                </a:solidFill>
                <a:effectLst/>
                <a:uLnTx/>
                <a:uFillTx/>
                <a:latin typeface="Helvetica Neue"/>
                <a:ea typeface="Gulim" pitchFamily="34" charset="-127"/>
                <a:cs typeface="Times New Roman" pitchFamily="18" charset="0"/>
              </a:rPr>
              <a:t> = 0.05 is 1.96. </a:t>
            </a:r>
          </a:p>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ko-KR" sz="1800" b="0" i="0" u="none" strike="noStrike" kern="1200" cap="none" spc="0" normalizeH="0" baseline="0" noProof="0" dirty="0">
                <a:ln>
                  <a:noFill/>
                </a:ln>
                <a:solidFill>
                  <a:prstClr val="black"/>
                </a:solidFill>
                <a:effectLst/>
                <a:uLnTx/>
                <a:uFillTx/>
                <a:latin typeface="Helvetica Neue"/>
                <a:ea typeface="Gulim" pitchFamily="34" charset="-127"/>
                <a:cs typeface="Times New Roman" pitchFamily="18" charset="0"/>
              </a:rPr>
              <a:t>Since Z = 2.30  &gt; 1.96, </a:t>
            </a:r>
          </a:p>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ko-KR" sz="1800" b="1" i="0" u="none" strike="noStrike" kern="1200" cap="none" spc="0" normalizeH="0" baseline="0" noProof="0" dirty="0">
                <a:ln>
                  <a:noFill/>
                </a:ln>
                <a:solidFill>
                  <a:srgbClr val="FF0000"/>
                </a:solidFill>
                <a:effectLst/>
                <a:uLnTx/>
                <a:uFillTx/>
                <a:latin typeface="Helvetica Neue"/>
                <a:ea typeface="Gulim" pitchFamily="34" charset="-127"/>
                <a:cs typeface="Times New Roman" pitchFamily="18" charset="0"/>
              </a:rPr>
              <a:t>Reject H</a:t>
            </a:r>
            <a:r>
              <a:rPr kumimoji="0" lang="en-US" altLang="ko-KR" sz="1800" b="1" i="0" u="none" strike="noStrike" kern="1200" cap="none" spc="0" normalizeH="0" baseline="-25000" noProof="0" dirty="0">
                <a:ln>
                  <a:noFill/>
                </a:ln>
                <a:solidFill>
                  <a:srgbClr val="FF0000"/>
                </a:solidFill>
                <a:effectLst/>
                <a:uLnTx/>
                <a:uFillTx/>
                <a:latin typeface="Helvetica Neue"/>
                <a:ea typeface="Gulim" pitchFamily="34" charset="-127"/>
                <a:cs typeface="Times New Roman" pitchFamily="18" charset="0"/>
              </a:rPr>
              <a:t>0</a:t>
            </a:r>
            <a:r>
              <a:rPr kumimoji="0" lang="en-US" altLang="ko-KR" sz="1800" b="0" i="0" u="none" strike="noStrike" kern="1200" cap="none" spc="0" normalizeH="0" baseline="-25000" noProof="0" dirty="0">
                <a:ln>
                  <a:noFill/>
                </a:ln>
                <a:solidFill>
                  <a:prstClr val="black"/>
                </a:solidFill>
                <a:effectLst/>
                <a:uLnTx/>
                <a:uFillTx/>
                <a:latin typeface="Helvetica Neue"/>
                <a:ea typeface="Gulim" pitchFamily="34" charset="-127"/>
                <a:cs typeface="Times New Roman" pitchFamily="18" charset="0"/>
              </a:rPr>
              <a:t>,</a:t>
            </a:r>
            <a:r>
              <a:rPr kumimoji="0" lang="en-US" altLang="ko-KR" sz="1800" b="0" i="0" u="none" strike="noStrike" kern="1200" cap="none" spc="0" normalizeH="0" baseline="0" noProof="0" dirty="0">
                <a:ln>
                  <a:noFill/>
                </a:ln>
                <a:solidFill>
                  <a:prstClr val="black"/>
                </a:solidFill>
                <a:effectLst/>
                <a:uLnTx/>
                <a:uFillTx/>
                <a:latin typeface="Helvetica Neue"/>
                <a:ea typeface="Gulim" pitchFamily="34" charset="-127"/>
                <a:cs typeface="Times New Roman" pitchFamily="18" charset="0"/>
              </a:rPr>
              <a:t> Don’t reject H</a:t>
            </a:r>
            <a:r>
              <a:rPr kumimoji="0" lang="en-US" altLang="ko-KR" sz="1800" b="0" i="0" u="none" strike="noStrike" kern="1200" cap="none" spc="0" normalizeH="0" baseline="-25000" noProof="0" dirty="0">
                <a:ln>
                  <a:noFill/>
                </a:ln>
                <a:solidFill>
                  <a:prstClr val="black"/>
                </a:solidFill>
                <a:effectLst/>
                <a:uLnTx/>
                <a:uFillTx/>
                <a:latin typeface="Helvetica Neue"/>
                <a:ea typeface="Gulim" pitchFamily="34" charset="-127"/>
                <a:cs typeface="Times New Roman" pitchFamily="18" charset="0"/>
              </a:rPr>
              <a:t>1</a:t>
            </a:r>
            <a:endParaRPr kumimoji="0" lang="en-US" sz="1800" b="0" i="0" u="none" strike="noStrike" kern="1200" cap="none" spc="0" normalizeH="0" baseline="0" noProof="0" dirty="0">
              <a:ln>
                <a:noFill/>
              </a:ln>
              <a:solidFill>
                <a:prstClr val="black"/>
              </a:solidFill>
              <a:effectLst/>
              <a:uLnTx/>
              <a:uFillTx/>
              <a:latin typeface="Helvetica Neue"/>
              <a:ea typeface="+mj-ea"/>
              <a:cs typeface="Helvetica" panose="020B0604020202020204" pitchFamily="34" charset="0"/>
            </a:endParaRPr>
          </a:p>
        </p:txBody>
      </p:sp>
    </p:spTree>
    <p:extLst>
      <p:ext uri="{BB962C8B-B14F-4D97-AF65-F5344CB8AC3E}">
        <p14:creationId xmlns:p14="http://schemas.microsoft.com/office/powerpoint/2010/main" val="173529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2724-17A1-4113-E209-9B54AB6179C1}"/>
              </a:ext>
            </a:extLst>
          </p:cNvPr>
          <p:cNvSpPr>
            <a:spLocks noGrp="1"/>
          </p:cNvSpPr>
          <p:nvPr>
            <p:ph type="title"/>
          </p:nvPr>
        </p:nvSpPr>
        <p:spPr>
          <a:xfrm>
            <a:off x="95250" y="160569"/>
            <a:ext cx="10064750" cy="764364"/>
          </a:xfrm>
        </p:spPr>
        <p:txBody>
          <a:bodyPr/>
          <a:lstStyle/>
          <a:p>
            <a:r>
              <a:rPr lang="en-US" dirty="0"/>
              <a:t>Example 2</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E29148-B870-CAA1-8DBC-3D755E5EC345}"/>
                  </a:ext>
                </a:extLst>
              </p:cNvPr>
              <p:cNvSpPr>
                <a:spLocks noGrp="1"/>
              </p:cNvSpPr>
              <p:nvPr>
                <p:ph type="body" sz="quarter" idx="13"/>
              </p:nvPr>
            </p:nvSpPr>
            <p:spPr>
              <a:xfrm>
                <a:off x="609599" y="990600"/>
                <a:ext cx="11125201" cy="5506806"/>
              </a:xfrm>
            </p:spPr>
            <p:txBody>
              <a:bodyPr>
                <a:normAutofit fontScale="85000" lnSpcReduction="10000"/>
              </a:bodyPr>
              <a:lstStyle/>
              <a:p>
                <a:pPr algn="just">
                  <a:buNone/>
                </a:pPr>
                <a:r>
                  <a:rPr lang="en-US" sz="2400" dirty="0">
                    <a:solidFill>
                      <a:schemeClr val="accent1"/>
                    </a:solidFill>
                    <a:latin typeface="+mn-lt"/>
                  </a:rPr>
                  <a:t>A researcher wants to compare the average test scores of students who attended a special coaching program (Group A) with those who did not attend (Group B). The researcher believes that the average score of students who attended the program is greater than those who did not.</a:t>
                </a:r>
              </a:p>
              <a:p>
                <a:pPr algn="just">
                  <a:buNone/>
                </a:pPr>
                <a:r>
                  <a:rPr lang="en-US" sz="2400" dirty="0">
                    <a:solidFill>
                      <a:schemeClr val="accent1"/>
                    </a:solidFill>
                    <a:latin typeface="+mn-lt"/>
                  </a:rPr>
                  <a:t>A sample of 40 students from Group A had a mean score of 78 with a standard deviation of 10.</a:t>
                </a:r>
              </a:p>
              <a:p>
                <a:pPr algn="just">
                  <a:buNone/>
                </a:pPr>
                <a:r>
                  <a:rPr lang="en-US" sz="2400" dirty="0">
                    <a:solidFill>
                      <a:schemeClr val="accent1"/>
                    </a:solidFill>
                    <a:latin typeface="+mn-lt"/>
                  </a:rPr>
                  <a:t>A sample of 35 students from Group B had a mean score of 74 with a standard deviation of 12.</a:t>
                </a:r>
              </a:p>
              <a:p>
                <a:pPr marL="0" indent="0" algn="just">
                  <a:buNone/>
                </a:pPr>
                <a:r>
                  <a:rPr lang="en-US" sz="2400" dirty="0">
                    <a:solidFill>
                      <a:schemeClr val="accent1"/>
                    </a:solidFill>
                    <a:latin typeface="+mn-lt"/>
                  </a:rPr>
                  <a:t>At a 5% level of significance, can we conclude that students in Group A performed better on average than students in Group B?</a:t>
                </a:r>
              </a:p>
              <a:p>
                <a:pPr marL="0" indent="0">
                  <a:buNone/>
                </a:pPr>
                <a:r>
                  <a:rPr lang="en-US" sz="2400" dirty="0">
                    <a:latin typeface="+mn-lt"/>
                  </a:rPr>
                  <a:t>Solution: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𝜇</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𝜇</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m:t>
                    </m:r>
                  </m:oMath>
                </a14:m>
                <a:r>
                  <a:rPr lang="en-US" sz="2400" dirty="0">
                    <a:latin typeface="+mn-lt"/>
                  </a:rPr>
                  <a:t>(null Hypothesis),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𝜇</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&gt;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𝜇</m:t>
                        </m:r>
                      </m:e>
                      <m:sub>
                        <m:r>
                          <a:rPr lang="en-US" sz="2400" b="0" i="1" smtClean="0">
                            <a:latin typeface="Cambria Math" panose="02040503050406030204" pitchFamily="18" charset="0"/>
                          </a:rPr>
                          <m:t>2</m:t>
                        </m:r>
                      </m:sub>
                    </m:sSub>
                  </m:oMath>
                </a14:m>
                <a:r>
                  <a:rPr lang="en-US" sz="2400" dirty="0">
                    <a:latin typeface="+mn-lt"/>
                  </a:rPr>
                  <a:t>  (alternating Hypothesis).</a:t>
                </a:r>
              </a:p>
              <a:p>
                <a:pPr marL="0" indent="0">
                  <a:buNone/>
                </a:pPr>
                <a:endParaRPr lang="en-US" sz="2400"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r>
                        <a:rPr lang="en-US" sz="2400" b="0" i="1" smtClean="0">
                          <a:latin typeface="Cambria Math" panose="02040503050406030204" pitchFamily="18" charset="0"/>
                        </a:rPr>
                        <m:t>=</m:t>
                      </m:r>
                      <m:f>
                        <m:fPr>
                          <m:ctrlPr>
                            <a:rPr lang="en-US" sz="2400" b="0" i="1" dirty="0" smtClean="0">
                              <a:latin typeface="Cambria Math" panose="02040503050406030204" pitchFamily="18" charset="0"/>
                            </a:rPr>
                          </m:ctrlPr>
                        </m:fPr>
                        <m:num>
                          <m:r>
                            <a:rPr lang="en-US" sz="2400" i="1">
                              <a:latin typeface="Cambria Math" panose="02040503050406030204" pitchFamily="18" charset="0"/>
                            </a:rPr>
                            <m:t>(</m:t>
                          </m:r>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e>
                          </m:acc>
                          <m:r>
                            <m:rPr>
                              <m:nor/>
                            </m:rPr>
                            <a:rPr lang="en-US" sz="2400" i="0" dirty="0">
                              <a:latin typeface="+mn-lt"/>
                            </a:rPr>
                            <m:t> </m:t>
                          </m:r>
                          <m:r>
                            <a:rPr lang="en-US" sz="2400" i="1" dirty="0">
                              <a:latin typeface="Cambria Math" panose="02040503050406030204" pitchFamily="18" charset="0"/>
                            </a:rPr>
                            <m:t>−</m:t>
                          </m:r>
                          <m:acc>
                            <m:accPr>
                              <m:chr m:val="̅"/>
                              <m:ctrlPr>
                                <a:rPr lang="en-US" sz="2400" i="1" dirty="0">
                                  <a:latin typeface="Cambria Math" panose="02040503050406030204" pitchFamily="18" charset="0"/>
                                </a:rPr>
                              </m:ctrlPr>
                            </m:acc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2</m:t>
                                  </m:r>
                                </m:sub>
                              </m:sSub>
                            </m:e>
                          </m:acc>
                          <m:r>
                            <m:rPr>
                              <m:nor/>
                            </m:rPr>
                            <a:rPr lang="en-US" sz="2400" i="0" dirty="0">
                              <a:latin typeface="+mn-lt"/>
                            </a:rPr>
                            <m:t>)</m:t>
                          </m:r>
                        </m:num>
                        <m:den>
                          <m:rad>
                            <m:radPr>
                              <m:degHide m:val="on"/>
                              <m:ctrlPr>
                                <a:rPr lang="en-US" sz="2400" b="0" i="1" dirty="0" smtClean="0">
                                  <a:latin typeface="Cambria Math" panose="02040503050406030204" pitchFamily="18" charset="0"/>
                                </a:rPr>
                              </m:ctrlPr>
                            </m:radPr>
                            <m:deg/>
                            <m:e>
                              <m:f>
                                <m:fPr>
                                  <m:ctrlPr>
                                    <a:rPr lang="en-US" sz="2400" b="0" i="1" dirty="0" smtClean="0">
                                      <a:latin typeface="Cambria Math" panose="02040503050406030204" pitchFamily="18" charset="0"/>
                                    </a:rPr>
                                  </m:ctrlPr>
                                </m:fPr>
                                <m:num>
                                  <m:sSubSup>
                                    <m:sSubSupPr>
                                      <m:ctrlPr>
                                        <a:rPr lang="en-US" sz="2400" b="0" i="1" dirty="0" smtClean="0">
                                          <a:latin typeface="Cambria Math" panose="02040503050406030204" pitchFamily="18" charset="0"/>
                                        </a:rPr>
                                      </m:ctrlPr>
                                    </m:sSubSupPr>
                                    <m:e>
                                      <m:r>
                                        <a:rPr lang="en-US" sz="2400" b="0" i="1" dirty="0" smtClean="0">
                                          <a:latin typeface="Cambria Math" panose="02040503050406030204" pitchFamily="18" charset="0"/>
                                        </a:rPr>
                                        <m:t>𝑠</m:t>
                                      </m:r>
                                    </m:e>
                                    <m:sub>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2</m:t>
                                      </m:r>
                                    </m:sup>
                                  </m:sSubSup>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1</m:t>
                                      </m:r>
                                    </m:sub>
                                  </m:sSub>
                                </m:den>
                              </m:f>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sSubSup>
                                    <m:sSubSupPr>
                                      <m:ctrlPr>
                                        <a:rPr lang="en-US" sz="2400" b="0" i="1" dirty="0" smtClean="0">
                                          <a:latin typeface="Cambria Math" panose="02040503050406030204" pitchFamily="18" charset="0"/>
                                        </a:rPr>
                                      </m:ctrlPr>
                                    </m:sSubSupPr>
                                    <m:e>
                                      <m:r>
                                        <a:rPr lang="en-US" sz="2400" b="0" i="1" dirty="0" smtClean="0">
                                          <a:latin typeface="Cambria Math" panose="02040503050406030204" pitchFamily="18" charset="0"/>
                                        </a:rPr>
                                        <m:t>𝑠</m:t>
                                      </m:r>
                                    </m:e>
                                    <m:sub>
                                      <m:r>
                                        <a:rPr lang="en-US" sz="2400" b="0" i="1" dirty="0" smtClean="0">
                                          <a:latin typeface="Cambria Math" panose="02040503050406030204" pitchFamily="18" charset="0"/>
                                        </a:rPr>
                                        <m:t>2</m:t>
                                      </m:r>
                                    </m:sub>
                                    <m:sup>
                                      <m:r>
                                        <a:rPr lang="en-US" sz="2400" b="0" i="1" dirty="0" smtClean="0">
                                          <a:latin typeface="Cambria Math" panose="02040503050406030204" pitchFamily="18" charset="0"/>
                                        </a:rPr>
                                        <m:t>2</m:t>
                                      </m:r>
                                    </m:sup>
                                  </m:sSubSup>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2</m:t>
                                      </m:r>
                                    </m:sub>
                                  </m:sSub>
                                </m:den>
                              </m:f>
                            </m:e>
                          </m:rad>
                        </m:den>
                      </m:f>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78−74</m:t>
                          </m:r>
                        </m:num>
                        <m:den>
                          <m:rad>
                            <m:radPr>
                              <m:degHide m:val="on"/>
                              <m:ctrlPr>
                                <a:rPr lang="en-US" sz="2400" b="0" i="1" dirty="0" smtClean="0">
                                  <a:latin typeface="Cambria Math" panose="02040503050406030204" pitchFamily="18" charset="0"/>
                                </a:rPr>
                              </m:ctrlPr>
                            </m:radPr>
                            <m:deg/>
                            <m:e>
                              <m:r>
                                <a:rPr lang="en-US" sz="2400" b="0" i="1" dirty="0" smtClean="0">
                                  <a:latin typeface="Cambria Math" panose="02040503050406030204" pitchFamily="18" charset="0"/>
                                </a:rPr>
                                <m:t> 2.5+4.114</m:t>
                              </m:r>
                            </m:e>
                          </m:rad>
                        </m:den>
                      </m:f>
                      <m:r>
                        <a:rPr lang="en-US" sz="2400" b="0" i="1" dirty="0" smtClean="0">
                          <a:latin typeface="Cambria Math" panose="02040503050406030204" pitchFamily="18" charset="0"/>
                        </a:rPr>
                        <m:t>=1.555</m:t>
                      </m:r>
                    </m:oMath>
                  </m:oMathPara>
                </a14:m>
                <a:endParaRPr lang="en-US" sz="2400" dirty="0">
                  <a:latin typeface="+mn-lt"/>
                </a:endParaRPr>
              </a:p>
              <a:p>
                <a:pPr marL="0" indent="0">
                  <a:buNone/>
                </a:pPr>
                <a:r>
                  <a:rPr lang="en-US" sz="2400" dirty="0">
                    <a:latin typeface="+mn-lt"/>
                  </a:rPr>
                  <a:t>Critical z-value at </a:t>
                </a:r>
                <a14:m>
                  <m:oMath xmlns:m="http://schemas.openxmlformats.org/officeDocument/2006/math">
                    <m:r>
                      <a:rPr lang="en-US" sz="2400" b="0" i="1" smtClean="0">
                        <a:latin typeface="Cambria Math" panose="02040503050406030204" pitchFamily="18" charset="0"/>
                      </a:rPr>
                      <m:t>5%</m:t>
                    </m:r>
                  </m:oMath>
                </a14:m>
                <a:r>
                  <a:rPr lang="en-US" sz="2400" dirty="0">
                    <a:latin typeface="+mn-lt"/>
                  </a:rPr>
                  <a:t> level of significance (right-tailed)=1.645</a:t>
                </a:r>
              </a:p>
              <a:p>
                <a:pPr marL="0" indent="0">
                  <a:buNone/>
                </a:pPr>
                <a:r>
                  <a:rPr lang="en-US" sz="2400" dirty="0">
                    <a:latin typeface="+mn-lt"/>
                  </a:rPr>
                  <a:t>Since </a:t>
                </a:r>
                <a14:m>
                  <m:oMath xmlns:m="http://schemas.openxmlformats.org/officeDocument/2006/math">
                    <m:r>
                      <a:rPr lang="en-US" sz="2400" b="0" i="1" smtClean="0">
                        <a:latin typeface="Cambria Math" panose="02040503050406030204" pitchFamily="18" charset="0"/>
                      </a:rPr>
                      <m:t>𝑧</m:t>
                    </m:r>
                    <m:r>
                      <a:rPr lang="en-US" sz="2400" b="0" i="1" smtClean="0">
                        <a:latin typeface="Cambria Math" panose="02040503050406030204" pitchFamily="18" charset="0"/>
                      </a:rPr>
                      <m:t>=1.555&lt;1.645,</m:t>
                    </m:r>
                  </m:oMath>
                </a14:m>
                <a:r>
                  <a:rPr lang="en-US" sz="2400" dirty="0">
                    <a:latin typeface="+mn-lt"/>
                  </a:rPr>
                  <a:t> Fail to reject null hypothesis</a:t>
                </a:r>
              </a:p>
              <a:p>
                <a:pPr marL="0" indent="0">
                  <a:buNone/>
                </a:pPr>
                <a:r>
                  <a:rPr lang="en-US" sz="2400" b="1" dirty="0">
                    <a:latin typeface="+mn-lt"/>
                  </a:rPr>
                  <a:t>Conclusion:</a:t>
                </a:r>
                <a:r>
                  <a:rPr lang="en-US" sz="2400" dirty="0">
                    <a:latin typeface="+mn-lt"/>
                  </a:rPr>
                  <a:t> There is not enough evidence at 5% significance level to conclude that the coaching program leads to higher average scores.</a:t>
                </a:r>
              </a:p>
              <a:p>
                <a:pPr marL="0" indent="0">
                  <a:buNone/>
                </a:pPr>
                <a:endParaRPr lang="en-IN" dirty="0"/>
              </a:p>
            </p:txBody>
          </p:sp>
        </mc:Choice>
        <mc:Fallback xmlns="">
          <p:sp>
            <p:nvSpPr>
              <p:cNvPr id="3" name="Text Placeholder 2">
                <a:extLst>
                  <a:ext uri="{FF2B5EF4-FFF2-40B4-BE49-F238E27FC236}">
                    <a16:creationId xmlns:a16="http://schemas.microsoft.com/office/drawing/2014/main" id="{13E29148-B870-CAA1-8DBC-3D755E5EC345}"/>
                  </a:ext>
                </a:extLst>
              </p:cNvPr>
              <p:cNvSpPr>
                <a:spLocks noGrp="1" noRot="1" noChangeAspect="1" noMove="1" noResize="1" noEditPoints="1" noAdjustHandles="1" noChangeArrowheads="1" noChangeShapeType="1" noTextEdit="1"/>
              </p:cNvSpPr>
              <p:nvPr>
                <p:ph type="body" sz="quarter" idx="13"/>
              </p:nvPr>
            </p:nvSpPr>
            <p:spPr>
              <a:xfrm>
                <a:off x="609599" y="990600"/>
                <a:ext cx="11125201" cy="5506806"/>
              </a:xfrm>
              <a:blipFill>
                <a:blip r:embed="rId2"/>
                <a:stretch>
                  <a:fillRect l="-548" t="-1661" r="-548"/>
                </a:stretch>
              </a:blipFill>
            </p:spPr>
            <p:txBody>
              <a:bodyPr/>
              <a:lstStyle/>
              <a:p>
                <a:r>
                  <a:rPr lang="en-IN">
                    <a:noFill/>
                  </a:rPr>
                  <a:t> </a:t>
                </a:r>
              </a:p>
            </p:txBody>
          </p:sp>
        </mc:Fallback>
      </mc:AlternateContent>
    </p:spTree>
    <p:extLst>
      <p:ext uri="{BB962C8B-B14F-4D97-AF65-F5344CB8AC3E}">
        <p14:creationId xmlns:p14="http://schemas.microsoft.com/office/powerpoint/2010/main" val="2733008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16408-7F41-7F52-7BCA-12892AB6228A}"/>
              </a:ext>
            </a:extLst>
          </p:cNvPr>
          <p:cNvSpPr>
            <a:spLocks noGrp="1"/>
          </p:cNvSpPr>
          <p:nvPr>
            <p:ph type="title"/>
          </p:nvPr>
        </p:nvSpPr>
        <p:spPr>
          <a:xfrm>
            <a:off x="76200" y="160569"/>
            <a:ext cx="10083800" cy="764364"/>
          </a:xfrm>
        </p:spPr>
        <p:txBody>
          <a:bodyPr/>
          <a:lstStyle/>
          <a:p>
            <a:r>
              <a:rPr lang="en-US" dirty="0"/>
              <a:t>Test of Significance for proportion</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34887F8-FE2F-9AFE-735C-137B5434EF11}"/>
                  </a:ext>
                </a:extLst>
              </p:cNvPr>
              <p:cNvSpPr>
                <a:spLocks noGrp="1"/>
              </p:cNvSpPr>
              <p:nvPr>
                <p:ph type="body" sz="quarter" idx="13"/>
              </p:nvPr>
            </p:nvSpPr>
            <p:spPr>
              <a:xfrm>
                <a:off x="609600" y="1028701"/>
                <a:ext cx="10591800" cy="5668730"/>
              </a:xfrm>
            </p:spPr>
            <p:txBody>
              <a:bodyPr/>
              <a:lstStyle/>
              <a:p>
                <a:pPr marL="0" indent="0">
                  <a:buNone/>
                </a:pPr>
                <a:r>
                  <a:rPr lang="en-US" sz="2400" dirty="0">
                    <a:latin typeface="+mn-lt"/>
                    <a:cs typeface="Times New Roman" panose="02020603050405020304" pitchFamily="18" charset="0"/>
                  </a:rPr>
                  <a:t>P be any given population proportion and Q=1-P then for sample size n from </a:t>
                </a:r>
                <a:r>
                  <a:rPr lang="en-US" sz="2400" dirty="0" err="1">
                    <a:latin typeface="+mn-lt"/>
                    <a:cs typeface="Times New Roman" panose="02020603050405020304" pitchFamily="18" charset="0"/>
                  </a:rPr>
                  <a:t>from</a:t>
                </a:r>
                <a:r>
                  <a:rPr lang="en-US" sz="2400" dirty="0">
                    <a:latin typeface="+mn-lt"/>
                    <a:cs typeface="Times New Roman" panose="02020603050405020304" pitchFamily="18" charset="0"/>
                  </a:rPr>
                  <a:t> a population of size N the following relation holds:</a:t>
                </a:r>
                <a:endParaRPr lang="en-IN" sz="2400" dirty="0">
                  <a:latin typeface="+mn-lt"/>
                  <a:cs typeface="Times New Roman" panose="02020603050405020304" pitchFamily="18" charset="0"/>
                </a:endParaRPr>
              </a:p>
              <a:p>
                <a:pPr marL="0" lvl="0" indent="0">
                  <a:buNone/>
                </a:pPr>
                <a:r>
                  <a:rPr lang="en-US" sz="2400" dirty="0">
                    <a:latin typeface="+mn-lt"/>
                    <a:cs typeface="Times New Roman" panose="02020603050405020304" pitchFamily="18" charset="0"/>
                  </a:rPr>
                  <a:t>Mean(proportion distribution)=Population proportion</a:t>
                </a:r>
                <a:endParaRPr lang="en-IN" sz="2400" dirty="0">
                  <a:latin typeface="+mn-lt"/>
                  <a:cs typeface="Times New Roman" panose="02020603050405020304" pitchFamily="18" charset="0"/>
                </a:endParaRPr>
              </a:p>
              <a:p>
                <a:pPr marL="0" lvl="0" indent="0">
                  <a:buNone/>
                </a:pPr>
                <a14:m>
                  <m:oMathPara xmlns:m="http://schemas.openxmlformats.org/officeDocument/2006/math">
                    <m:oMathParaPr>
                      <m:jc m:val="centerGroup"/>
                    </m:oMathParaPr>
                    <m:oMath xmlns:m="http://schemas.openxmlformats.org/officeDocument/2006/math">
                      <m:sSub>
                        <m:sSubPr>
                          <m:ctrlPr>
                            <a:rPr lang="en-IN" sz="2400" i="1">
                              <a:latin typeface="Cambria Math" panose="02040503050406030204" pitchFamily="18" charset="0"/>
                            </a:rPr>
                          </m:ctrlPr>
                        </m:sSubPr>
                        <m:e>
                          <m:r>
                            <m:rPr>
                              <m:sty m:val="p"/>
                            </m:rPr>
                            <a:rPr lang="en-US" sz="2400">
                              <a:latin typeface="Cambria Math" panose="02040503050406030204" pitchFamily="18" charset="0"/>
                            </a:rPr>
                            <m:t>σ</m:t>
                          </m:r>
                        </m:e>
                        <m:sub>
                          <m:r>
                            <m:rPr>
                              <m:sty m:val="p"/>
                            </m:rPr>
                            <a:rPr lang="en-US" sz="2400">
                              <a:latin typeface="Cambria Math" panose="02040503050406030204" pitchFamily="18" charset="0"/>
                            </a:rPr>
                            <m:t>p</m:t>
                          </m:r>
                        </m:sub>
                      </m:sSub>
                      <m:r>
                        <a:rPr lang="en-US" sz="2400">
                          <a:latin typeface="Cambria Math" panose="02040503050406030204" pitchFamily="18" charset="0"/>
                        </a:rPr>
                        <m:t>=</m:t>
                      </m:r>
                      <m:rad>
                        <m:radPr>
                          <m:degHide m:val="on"/>
                          <m:ctrlPr>
                            <a:rPr lang="en-IN" sz="2400" i="1">
                              <a:latin typeface="Cambria Math" panose="02040503050406030204" pitchFamily="18" charset="0"/>
                            </a:rPr>
                          </m:ctrlPr>
                        </m:radPr>
                        <m:deg/>
                        <m:e>
                          <m:f>
                            <m:fPr>
                              <m:ctrlPr>
                                <a:rPr lang="en-IN" sz="2400" i="1">
                                  <a:latin typeface="Cambria Math" panose="02040503050406030204" pitchFamily="18" charset="0"/>
                                </a:rPr>
                              </m:ctrlPr>
                            </m:fPr>
                            <m:num>
                              <m:r>
                                <m:rPr>
                                  <m:sty m:val="p"/>
                                </m:rPr>
                                <a:rPr lang="en-US" sz="2400">
                                  <a:latin typeface="Cambria Math" panose="02040503050406030204" pitchFamily="18" charset="0"/>
                                </a:rPr>
                                <m:t>PQ</m:t>
                              </m:r>
                            </m:num>
                            <m:den>
                              <m:r>
                                <m:rPr>
                                  <m:sty m:val="p"/>
                                </m:rPr>
                                <a:rPr lang="en-US" sz="2400">
                                  <a:latin typeface="Cambria Math" panose="02040503050406030204" pitchFamily="18" charset="0"/>
                                </a:rPr>
                                <m:t>n</m:t>
                              </m:r>
                            </m:den>
                          </m:f>
                        </m:e>
                      </m:rad>
                      <m:rad>
                        <m:radPr>
                          <m:degHide m:val="on"/>
                          <m:ctrlPr>
                            <a:rPr lang="en-IN" sz="2400" i="1">
                              <a:latin typeface="Cambria Math" panose="02040503050406030204" pitchFamily="18" charset="0"/>
                            </a:rPr>
                          </m:ctrlPr>
                        </m:radPr>
                        <m:deg/>
                        <m:e>
                          <m:f>
                            <m:fPr>
                              <m:ctrlPr>
                                <a:rPr lang="en-IN" sz="2400" i="1">
                                  <a:latin typeface="Cambria Math" panose="02040503050406030204" pitchFamily="18" charset="0"/>
                                </a:rPr>
                              </m:ctrlPr>
                            </m:fPr>
                            <m:num>
                              <m:r>
                                <m:rPr>
                                  <m:sty m:val="p"/>
                                </m:rPr>
                                <a:rPr lang="en-US" sz="2400">
                                  <a:latin typeface="Cambria Math" panose="02040503050406030204" pitchFamily="18" charset="0"/>
                                </a:rPr>
                                <m:t>N</m:t>
                              </m:r>
                              <m:r>
                                <a:rPr lang="en-US" sz="2400" i="1">
                                  <a:latin typeface="Cambria Math" panose="02040503050406030204" pitchFamily="18" charset="0"/>
                                </a:rPr>
                                <m:t>−</m:t>
                              </m:r>
                              <m:r>
                                <m:rPr>
                                  <m:sty m:val="p"/>
                                </m:rPr>
                                <a:rPr lang="en-US" sz="2400">
                                  <a:latin typeface="Cambria Math" panose="02040503050406030204" pitchFamily="18" charset="0"/>
                                </a:rPr>
                                <m:t>n</m:t>
                              </m:r>
                            </m:num>
                            <m:den>
                              <m:r>
                                <m:rPr>
                                  <m:sty m:val="p"/>
                                </m:rPr>
                                <a:rPr lang="en-US" sz="2400">
                                  <a:latin typeface="Cambria Math" panose="02040503050406030204" pitchFamily="18" charset="0"/>
                                </a:rPr>
                                <m:t>N</m:t>
                              </m:r>
                              <m:r>
                                <a:rPr lang="en-US" sz="2400" i="1">
                                  <a:latin typeface="Cambria Math" panose="02040503050406030204" pitchFamily="18" charset="0"/>
                                </a:rPr>
                                <m:t>−</m:t>
                              </m:r>
                              <m:r>
                                <a:rPr lang="en-US" sz="2400">
                                  <a:latin typeface="Cambria Math" panose="02040503050406030204" pitchFamily="18" charset="0"/>
                                </a:rPr>
                                <m:t>1</m:t>
                              </m:r>
                            </m:den>
                          </m:f>
                        </m:e>
                      </m:rad>
                    </m:oMath>
                  </m:oMathPara>
                </a14:m>
                <a:endParaRPr lang="en-IN" sz="2400" dirty="0">
                  <a:latin typeface="+mn-lt"/>
                  <a:cs typeface="Times New Roman" panose="02020603050405020304" pitchFamily="18" charset="0"/>
                </a:endParaRPr>
              </a:p>
              <a:p>
                <a:pPr marL="0" lvl="0" indent="0">
                  <a:buNone/>
                </a:pPr>
                <a:r>
                  <a:rPr lang="en-US" sz="2400" dirty="0">
                    <a:latin typeface="+mn-lt"/>
                    <a:cs typeface="Times New Roman" panose="02020603050405020304" pitchFamily="18" charset="0"/>
                  </a:rPr>
                  <a:t>If N is large (</a:t>
                </a:r>
                <a14:m>
                  <m:oMath xmlns:m="http://schemas.openxmlformats.org/officeDocument/2006/math">
                    <m:r>
                      <m:rPr>
                        <m:sty m:val="p"/>
                      </m:rPr>
                      <a:rPr lang="en-US" sz="2400">
                        <a:latin typeface="Cambria Math" panose="02040503050406030204" pitchFamily="18" charset="0"/>
                      </a:rPr>
                      <m:t>N</m:t>
                    </m:r>
                    <m:r>
                      <a:rPr lang="en-US" sz="2400">
                        <a:latin typeface="Cambria Math" panose="02040503050406030204" pitchFamily="18" charset="0"/>
                      </a:rPr>
                      <m:t>→ ∞</m:t>
                    </m:r>
                  </m:oMath>
                </a14:m>
                <a:r>
                  <a:rPr lang="en-US" sz="2400" dirty="0">
                    <a:latin typeface="+mn-lt"/>
                    <a:cs typeface="Times New Roman" panose="02020603050405020304" pitchFamily="18" charset="0"/>
                  </a:rPr>
                  <a:t> )      </a:t>
                </a:r>
                <a14:m>
                  <m:oMath xmlns:m="http://schemas.openxmlformats.org/officeDocument/2006/math">
                    <m:sSub>
                      <m:sSubPr>
                        <m:ctrlPr>
                          <a:rPr lang="en-IN" sz="2400" i="1">
                            <a:latin typeface="Cambria Math" panose="02040503050406030204" pitchFamily="18" charset="0"/>
                          </a:rPr>
                        </m:ctrlPr>
                      </m:sSubPr>
                      <m:e>
                        <m:r>
                          <m:rPr>
                            <m:sty m:val="p"/>
                          </m:rPr>
                          <a:rPr lang="en-US" sz="2400">
                            <a:latin typeface="Cambria Math" panose="02040503050406030204" pitchFamily="18" charset="0"/>
                          </a:rPr>
                          <m:t>σ</m:t>
                        </m:r>
                      </m:e>
                      <m:sub>
                        <m:r>
                          <m:rPr>
                            <m:sty m:val="p"/>
                          </m:rPr>
                          <a:rPr lang="en-US" sz="2400">
                            <a:latin typeface="Cambria Math" panose="02040503050406030204" pitchFamily="18" charset="0"/>
                          </a:rPr>
                          <m:t>p</m:t>
                        </m:r>
                      </m:sub>
                    </m:sSub>
                    <m:r>
                      <a:rPr lang="en-US" sz="2400">
                        <a:latin typeface="Cambria Math" panose="02040503050406030204" pitchFamily="18" charset="0"/>
                      </a:rPr>
                      <m:t>=</m:t>
                    </m:r>
                    <m:rad>
                      <m:radPr>
                        <m:degHide m:val="on"/>
                        <m:ctrlPr>
                          <a:rPr lang="en-IN" sz="2400" i="1">
                            <a:latin typeface="Cambria Math" panose="02040503050406030204" pitchFamily="18" charset="0"/>
                          </a:rPr>
                        </m:ctrlPr>
                      </m:radPr>
                      <m:deg/>
                      <m:e>
                        <m:f>
                          <m:fPr>
                            <m:ctrlPr>
                              <a:rPr lang="en-IN" sz="2400" i="1">
                                <a:latin typeface="Cambria Math" panose="02040503050406030204" pitchFamily="18" charset="0"/>
                              </a:rPr>
                            </m:ctrlPr>
                          </m:fPr>
                          <m:num>
                            <m:r>
                              <m:rPr>
                                <m:sty m:val="p"/>
                              </m:rPr>
                              <a:rPr lang="en-US" sz="2400">
                                <a:latin typeface="Cambria Math" panose="02040503050406030204" pitchFamily="18" charset="0"/>
                              </a:rPr>
                              <m:t>PQ</m:t>
                            </m:r>
                          </m:num>
                          <m:den>
                            <m:r>
                              <m:rPr>
                                <m:sty m:val="p"/>
                              </m:rPr>
                              <a:rPr lang="en-US" sz="2400">
                                <a:latin typeface="Cambria Math" panose="02040503050406030204" pitchFamily="18" charset="0"/>
                              </a:rPr>
                              <m:t>n</m:t>
                            </m:r>
                          </m:den>
                        </m:f>
                      </m:e>
                    </m:rad>
                  </m:oMath>
                </a14:m>
                <a:endParaRPr lang="en-IN" sz="2400" dirty="0">
                  <a:latin typeface="+mn-lt"/>
                  <a:cs typeface="Times New Roman" panose="02020603050405020304" pitchFamily="18" charset="0"/>
                </a:endParaRPr>
              </a:p>
              <a:p>
                <a:pPr marL="0" lvl="0" indent="0">
                  <a:buNone/>
                </a:pPr>
                <a:r>
                  <a:rPr lang="en-US" sz="2400" dirty="0">
                    <a:latin typeface="+mn-lt"/>
                    <a:cs typeface="Times New Roman" panose="02020603050405020304" pitchFamily="18" charset="0"/>
                  </a:rPr>
                  <a:t>If P is not known then taking p as an estimate of P </a:t>
                </a:r>
                <a:r>
                  <a:rPr lang="en-US" sz="2400" dirty="0" err="1">
                    <a:latin typeface="+mn-lt"/>
                    <a:cs typeface="Times New Roman" panose="02020603050405020304" pitchFamily="18" charset="0"/>
                  </a:rPr>
                  <a:t>i.e</a:t>
                </a:r>
                <a:r>
                  <a:rPr lang="en-US" sz="2400" dirty="0">
                    <a:latin typeface="+mn-lt"/>
                    <a:cs typeface="Times New Roman" panose="02020603050405020304" pitchFamily="18" charset="0"/>
                  </a:rPr>
                  <a:t> </a:t>
                </a:r>
                <a14:m>
                  <m:oMath xmlns:m="http://schemas.openxmlformats.org/officeDocument/2006/math">
                    <m:sSub>
                      <m:sSubPr>
                        <m:ctrlPr>
                          <a:rPr lang="en-IN" sz="2400" i="1">
                            <a:latin typeface="Cambria Math" panose="02040503050406030204" pitchFamily="18" charset="0"/>
                          </a:rPr>
                        </m:ctrlPr>
                      </m:sSubPr>
                      <m:e>
                        <m:r>
                          <m:rPr>
                            <m:sty m:val="p"/>
                          </m:rPr>
                          <a:rPr lang="en-US" sz="2400">
                            <a:latin typeface="Cambria Math" panose="02040503050406030204" pitchFamily="18" charset="0"/>
                          </a:rPr>
                          <m:t>σ</m:t>
                        </m:r>
                      </m:e>
                      <m:sub>
                        <m:r>
                          <m:rPr>
                            <m:sty m:val="p"/>
                          </m:rPr>
                          <a:rPr lang="en-US" sz="2400">
                            <a:latin typeface="Cambria Math" panose="02040503050406030204" pitchFamily="18" charset="0"/>
                          </a:rPr>
                          <m:t>p</m:t>
                        </m:r>
                      </m:sub>
                    </m:sSub>
                    <m:r>
                      <a:rPr lang="en-US" sz="2400">
                        <a:latin typeface="Cambria Math" panose="02040503050406030204" pitchFamily="18" charset="0"/>
                      </a:rPr>
                      <m:t>=</m:t>
                    </m:r>
                    <m:rad>
                      <m:radPr>
                        <m:degHide m:val="on"/>
                        <m:ctrlPr>
                          <a:rPr lang="en-IN" sz="2400" i="1">
                            <a:latin typeface="Cambria Math" panose="02040503050406030204" pitchFamily="18" charset="0"/>
                          </a:rPr>
                        </m:ctrlPr>
                      </m:radPr>
                      <m:deg/>
                      <m:e>
                        <m:f>
                          <m:fPr>
                            <m:ctrlPr>
                              <a:rPr lang="en-IN" sz="2400" i="1">
                                <a:latin typeface="Cambria Math" panose="02040503050406030204" pitchFamily="18" charset="0"/>
                              </a:rPr>
                            </m:ctrlPr>
                          </m:fPr>
                          <m:num>
                            <m:r>
                              <m:rPr>
                                <m:sty m:val="p"/>
                              </m:rPr>
                              <a:rPr lang="en-US" sz="2400">
                                <a:latin typeface="Cambria Math" panose="02040503050406030204" pitchFamily="18" charset="0"/>
                              </a:rPr>
                              <m:t>pq</m:t>
                            </m:r>
                          </m:num>
                          <m:den>
                            <m:r>
                              <m:rPr>
                                <m:sty m:val="p"/>
                              </m:rPr>
                              <a:rPr lang="en-US" sz="2400">
                                <a:latin typeface="Cambria Math" panose="02040503050406030204" pitchFamily="18" charset="0"/>
                              </a:rPr>
                              <m:t>n</m:t>
                            </m:r>
                          </m:den>
                        </m:f>
                      </m:e>
                    </m:rad>
                    <m:r>
                      <a:rPr lang="en-US" sz="2400">
                        <a:latin typeface="Cambria Math" panose="02040503050406030204" pitchFamily="18" charset="0"/>
                      </a:rPr>
                      <m:t>.</m:t>
                    </m:r>
                  </m:oMath>
                </a14:m>
                <a:endParaRPr lang="en-IN" sz="2400" dirty="0">
                  <a:latin typeface="+mn-lt"/>
                  <a:cs typeface="Times New Roman" panose="02020603050405020304" pitchFamily="18" charset="0"/>
                </a:endParaRPr>
              </a:p>
              <a:p>
                <a:pPr marL="0" indent="0">
                  <a:buNone/>
                </a:pPr>
                <a:r>
                  <a:rPr lang="en-US" sz="2400" dirty="0">
                    <a:latin typeface="+mn-lt"/>
                    <a:cs typeface="Times New Roman" panose="02020603050405020304" pitchFamily="18" charset="0"/>
                  </a:rPr>
                  <a:t>The significant value of </a:t>
                </a:r>
                <a14:m>
                  <m:oMath xmlns:m="http://schemas.openxmlformats.org/officeDocument/2006/math">
                    <m:sSub>
                      <m:sSubPr>
                        <m:ctrlPr>
                          <a:rPr lang="en-IN" sz="2400" i="1">
                            <a:latin typeface="Cambria Math" panose="02040503050406030204" pitchFamily="18" charset="0"/>
                          </a:rPr>
                        </m:ctrlPr>
                      </m:sSubPr>
                      <m:e>
                        <m:r>
                          <m:rPr>
                            <m:sty m:val="p"/>
                          </m:rPr>
                          <a:rPr lang="en-US" sz="2400">
                            <a:latin typeface="Cambria Math" panose="02040503050406030204" pitchFamily="18" charset="0"/>
                          </a:rPr>
                          <m:t>Z</m:t>
                        </m:r>
                      </m:e>
                      <m:sub>
                        <m:r>
                          <m:rPr>
                            <m:sty m:val="p"/>
                          </m:rPr>
                          <a:rPr lang="en-US" sz="2400">
                            <a:latin typeface="Cambria Math" panose="02040503050406030204" pitchFamily="18" charset="0"/>
                          </a:rPr>
                          <m:t>p</m:t>
                        </m:r>
                      </m:sub>
                    </m:sSub>
                  </m:oMath>
                </a14:m>
                <a:r>
                  <a:rPr lang="en-US" sz="2400" dirty="0">
                    <a:latin typeface="+mn-lt"/>
                    <a:cs typeface="Times New Roman" panose="02020603050405020304" pitchFamily="18" charset="0"/>
                  </a:rPr>
                  <a:t> is given by </a:t>
                </a:r>
                <a14:m>
                  <m:oMath xmlns:m="http://schemas.openxmlformats.org/officeDocument/2006/math">
                    <m:sSub>
                      <m:sSubPr>
                        <m:ctrlPr>
                          <a:rPr lang="en-IN" sz="2400" i="1">
                            <a:latin typeface="Cambria Math" panose="02040503050406030204" pitchFamily="18" charset="0"/>
                          </a:rPr>
                        </m:ctrlPr>
                      </m:sSubPr>
                      <m:e>
                        <m:r>
                          <m:rPr>
                            <m:sty m:val="p"/>
                          </m:rPr>
                          <a:rPr lang="en-US" sz="2400">
                            <a:latin typeface="Cambria Math" panose="02040503050406030204" pitchFamily="18" charset="0"/>
                          </a:rPr>
                          <m:t>Z</m:t>
                        </m:r>
                      </m:e>
                      <m:sub>
                        <m:r>
                          <m:rPr>
                            <m:sty m:val="p"/>
                          </m:rPr>
                          <a:rPr lang="en-US" sz="2400">
                            <a:latin typeface="Cambria Math" panose="02040503050406030204" pitchFamily="18" charset="0"/>
                          </a:rPr>
                          <m:t>p</m:t>
                        </m:r>
                      </m:sub>
                    </m:sSub>
                    <m:r>
                      <a:rPr lang="en-US" sz="2400">
                        <a:latin typeface="Cambria Math" panose="02040503050406030204" pitchFamily="18" charset="0"/>
                      </a:rPr>
                      <m:t>=</m:t>
                    </m:r>
                    <m:f>
                      <m:fPr>
                        <m:ctrlPr>
                          <a:rPr lang="en-IN" sz="2400" i="1">
                            <a:latin typeface="Cambria Math" panose="02040503050406030204" pitchFamily="18" charset="0"/>
                          </a:rPr>
                        </m:ctrlPr>
                      </m:fPr>
                      <m:num>
                        <m:r>
                          <m:rPr>
                            <m:sty m:val="p"/>
                          </m:rPr>
                          <a:rPr lang="en-US" sz="2400">
                            <a:latin typeface="Cambria Math" panose="02040503050406030204" pitchFamily="18" charset="0"/>
                          </a:rPr>
                          <m:t>p</m:t>
                        </m:r>
                        <m:r>
                          <a:rPr lang="en-US" sz="2400" i="1">
                            <a:latin typeface="Cambria Math" panose="02040503050406030204" pitchFamily="18" charset="0"/>
                          </a:rPr>
                          <m:t>−</m:t>
                        </m:r>
                        <m:r>
                          <m:rPr>
                            <m:sty m:val="p"/>
                          </m:rPr>
                          <a:rPr lang="en-US" sz="2400">
                            <a:latin typeface="Cambria Math" panose="02040503050406030204" pitchFamily="18" charset="0"/>
                          </a:rPr>
                          <m:t>P</m:t>
                        </m:r>
                      </m:num>
                      <m:den>
                        <m:sSub>
                          <m:sSubPr>
                            <m:ctrlPr>
                              <a:rPr lang="en-IN" sz="2400" i="1">
                                <a:latin typeface="Cambria Math" panose="02040503050406030204" pitchFamily="18" charset="0"/>
                              </a:rPr>
                            </m:ctrlPr>
                          </m:sSubPr>
                          <m:e>
                            <m:r>
                              <m:rPr>
                                <m:sty m:val="p"/>
                              </m:rPr>
                              <a:rPr lang="en-US" sz="2400">
                                <a:latin typeface="Cambria Math" panose="02040503050406030204" pitchFamily="18" charset="0"/>
                              </a:rPr>
                              <m:t>σ</m:t>
                            </m:r>
                          </m:e>
                          <m:sub>
                            <m:r>
                              <m:rPr>
                                <m:sty m:val="p"/>
                              </m:rPr>
                              <a:rPr lang="en-US" sz="2400">
                                <a:latin typeface="Cambria Math" panose="02040503050406030204" pitchFamily="18" charset="0"/>
                              </a:rPr>
                              <m:t>p</m:t>
                            </m:r>
                          </m:sub>
                        </m:sSub>
                      </m:den>
                    </m:f>
                    <m:r>
                      <a:rPr lang="en-US" sz="2400">
                        <a:latin typeface="Cambria Math" panose="02040503050406030204" pitchFamily="18" charset="0"/>
                      </a:rPr>
                      <m:t>.</m:t>
                    </m:r>
                  </m:oMath>
                </a14:m>
                <a:endParaRPr lang="en-IN" sz="2400" dirty="0">
                  <a:latin typeface="+mn-lt"/>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D34887F8-FE2F-9AFE-735C-137B5434EF11}"/>
                  </a:ext>
                </a:extLst>
              </p:cNvPr>
              <p:cNvSpPr>
                <a:spLocks noGrp="1" noRot="1" noChangeAspect="1" noMove="1" noResize="1" noEditPoints="1" noAdjustHandles="1" noChangeArrowheads="1" noChangeShapeType="1" noTextEdit="1"/>
              </p:cNvSpPr>
              <p:nvPr>
                <p:ph type="body" sz="quarter" idx="13"/>
              </p:nvPr>
            </p:nvSpPr>
            <p:spPr>
              <a:xfrm>
                <a:off x="609600" y="1028701"/>
                <a:ext cx="10591800" cy="5668730"/>
              </a:xfrm>
              <a:blipFill>
                <a:blip r:embed="rId2"/>
                <a:stretch>
                  <a:fillRect l="-863" t="-1505" r="-345"/>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05104D9-913F-24EF-2FB4-BD0C7BAAF518}"/>
                  </a:ext>
                </a:extLst>
              </p14:cNvPr>
              <p14:cNvContentPartPr/>
              <p14:nvPr/>
            </p14:nvContentPartPr>
            <p14:xfrm>
              <a:off x="4521715" y="2106190"/>
              <a:ext cx="2922480" cy="1128600"/>
            </p14:xfrm>
          </p:contentPart>
        </mc:Choice>
        <mc:Fallback xmlns="">
          <p:pic>
            <p:nvPicPr>
              <p:cNvPr id="4" name="Ink 3">
                <a:extLst>
                  <a:ext uri="{FF2B5EF4-FFF2-40B4-BE49-F238E27FC236}">
                    <a16:creationId xmlns:a16="http://schemas.microsoft.com/office/drawing/2014/main" id="{905104D9-913F-24EF-2FB4-BD0C7BAAF518}"/>
                  </a:ext>
                </a:extLst>
              </p:cNvPr>
              <p:cNvPicPr/>
              <p:nvPr/>
            </p:nvPicPr>
            <p:blipFill>
              <a:blip r:embed="rId4"/>
              <a:stretch>
                <a:fillRect/>
              </a:stretch>
            </p:blipFill>
            <p:spPr>
              <a:xfrm>
                <a:off x="4515595" y="2100070"/>
                <a:ext cx="2934720" cy="1140840"/>
              </a:xfrm>
              <a:prstGeom prst="rect">
                <a:avLst/>
              </a:prstGeom>
            </p:spPr>
          </p:pic>
        </mc:Fallback>
      </mc:AlternateContent>
      <p:grpSp>
        <p:nvGrpSpPr>
          <p:cNvPr id="59" name="Group 58">
            <a:extLst>
              <a:ext uri="{FF2B5EF4-FFF2-40B4-BE49-F238E27FC236}">
                <a16:creationId xmlns:a16="http://schemas.microsoft.com/office/drawing/2014/main" id="{2B8B0D39-613C-1D95-356B-2D07935D55E7}"/>
              </a:ext>
            </a:extLst>
          </p:cNvPr>
          <p:cNvGrpSpPr/>
          <p:nvPr/>
        </p:nvGrpSpPr>
        <p:grpSpPr>
          <a:xfrm>
            <a:off x="5499835" y="1928710"/>
            <a:ext cx="6271200" cy="2244240"/>
            <a:chOff x="5499835" y="1928710"/>
            <a:chExt cx="6271200" cy="224424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50F1256-82BF-35A4-0A7A-156FC1E2FDD7}"/>
                    </a:ext>
                  </a:extLst>
                </p14:cNvPr>
                <p14:cNvContentPartPr/>
                <p14:nvPr/>
              </p14:nvContentPartPr>
              <p14:xfrm>
                <a:off x="5499835" y="2014030"/>
                <a:ext cx="767880" cy="1426680"/>
              </p14:xfrm>
            </p:contentPart>
          </mc:Choice>
          <mc:Fallback xmlns="">
            <p:pic>
              <p:nvPicPr>
                <p:cNvPr id="5" name="Ink 4">
                  <a:extLst>
                    <a:ext uri="{FF2B5EF4-FFF2-40B4-BE49-F238E27FC236}">
                      <a16:creationId xmlns:a16="http://schemas.microsoft.com/office/drawing/2014/main" id="{850F1256-82BF-35A4-0A7A-156FC1E2FDD7}"/>
                    </a:ext>
                  </a:extLst>
                </p:cNvPr>
                <p:cNvPicPr/>
                <p:nvPr/>
              </p:nvPicPr>
              <p:blipFill>
                <a:blip r:embed="rId6"/>
                <a:stretch>
                  <a:fillRect/>
                </a:stretch>
              </p:blipFill>
              <p:spPr>
                <a:xfrm>
                  <a:off x="5493715" y="2007910"/>
                  <a:ext cx="780120" cy="1438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20AD57DA-6169-CC98-7B35-FB81D72563E1}"/>
                    </a:ext>
                  </a:extLst>
                </p14:cNvPr>
                <p14:cNvContentPartPr/>
                <p14:nvPr/>
              </p14:nvContentPartPr>
              <p14:xfrm>
                <a:off x="5904475" y="3359350"/>
                <a:ext cx="642960" cy="428400"/>
              </p14:xfrm>
            </p:contentPart>
          </mc:Choice>
          <mc:Fallback xmlns="">
            <p:pic>
              <p:nvPicPr>
                <p:cNvPr id="6" name="Ink 5">
                  <a:extLst>
                    <a:ext uri="{FF2B5EF4-FFF2-40B4-BE49-F238E27FC236}">
                      <a16:creationId xmlns:a16="http://schemas.microsoft.com/office/drawing/2014/main" id="{20AD57DA-6169-CC98-7B35-FB81D72563E1}"/>
                    </a:ext>
                  </a:extLst>
                </p:cNvPr>
                <p:cNvPicPr/>
                <p:nvPr/>
              </p:nvPicPr>
              <p:blipFill>
                <a:blip r:embed="rId8"/>
                <a:stretch>
                  <a:fillRect/>
                </a:stretch>
              </p:blipFill>
              <p:spPr>
                <a:xfrm>
                  <a:off x="5898355" y="3353230"/>
                  <a:ext cx="655200" cy="440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FA8173AE-5FC1-3CFD-D1E1-1A0A20906F8E}"/>
                    </a:ext>
                  </a:extLst>
                </p14:cNvPr>
                <p14:cNvContentPartPr/>
                <p14:nvPr/>
              </p14:nvContentPartPr>
              <p14:xfrm>
                <a:off x="6379675" y="3664990"/>
                <a:ext cx="212400" cy="260640"/>
              </p14:xfrm>
            </p:contentPart>
          </mc:Choice>
          <mc:Fallback xmlns="">
            <p:pic>
              <p:nvPicPr>
                <p:cNvPr id="7" name="Ink 6">
                  <a:extLst>
                    <a:ext uri="{FF2B5EF4-FFF2-40B4-BE49-F238E27FC236}">
                      <a16:creationId xmlns:a16="http://schemas.microsoft.com/office/drawing/2014/main" id="{FA8173AE-5FC1-3CFD-D1E1-1A0A20906F8E}"/>
                    </a:ext>
                  </a:extLst>
                </p:cNvPr>
                <p:cNvPicPr/>
                <p:nvPr/>
              </p:nvPicPr>
              <p:blipFill>
                <a:blip r:embed="rId10"/>
                <a:stretch>
                  <a:fillRect/>
                </a:stretch>
              </p:blipFill>
              <p:spPr>
                <a:xfrm>
                  <a:off x="6373555" y="3658870"/>
                  <a:ext cx="22464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1E2E9348-3B90-33B4-A82D-6DA6B3890883}"/>
                    </a:ext>
                  </a:extLst>
                </p14:cNvPr>
                <p14:cNvContentPartPr/>
                <p14:nvPr/>
              </p14:nvContentPartPr>
              <p14:xfrm>
                <a:off x="6679555" y="3765070"/>
                <a:ext cx="143280" cy="211680"/>
              </p14:xfrm>
            </p:contentPart>
          </mc:Choice>
          <mc:Fallback xmlns="">
            <p:pic>
              <p:nvPicPr>
                <p:cNvPr id="8" name="Ink 7">
                  <a:extLst>
                    <a:ext uri="{FF2B5EF4-FFF2-40B4-BE49-F238E27FC236}">
                      <a16:creationId xmlns:a16="http://schemas.microsoft.com/office/drawing/2014/main" id="{1E2E9348-3B90-33B4-A82D-6DA6B3890883}"/>
                    </a:ext>
                  </a:extLst>
                </p:cNvPr>
                <p:cNvPicPr/>
                <p:nvPr/>
              </p:nvPicPr>
              <p:blipFill>
                <a:blip r:embed="rId12"/>
                <a:stretch>
                  <a:fillRect/>
                </a:stretch>
              </p:blipFill>
              <p:spPr>
                <a:xfrm>
                  <a:off x="6673435" y="3758950"/>
                  <a:ext cx="15552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AC04CADF-EA53-61B3-08BE-7505CB2CCE95}"/>
                    </a:ext>
                  </a:extLst>
                </p14:cNvPr>
                <p14:cNvContentPartPr/>
                <p14:nvPr/>
              </p14:nvContentPartPr>
              <p14:xfrm>
                <a:off x="6871795" y="3616030"/>
                <a:ext cx="777600" cy="556920"/>
              </p14:xfrm>
            </p:contentPart>
          </mc:Choice>
          <mc:Fallback xmlns="">
            <p:pic>
              <p:nvPicPr>
                <p:cNvPr id="9" name="Ink 8">
                  <a:extLst>
                    <a:ext uri="{FF2B5EF4-FFF2-40B4-BE49-F238E27FC236}">
                      <a16:creationId xmlns:a16="http://schemas.microsoft.com/office/drawing/2014/main" id="{AC04CADF-EA53-61B3-08BE-7505CB2CCE95}"/>
                    </a:ext>
                  </a:extLst>
                </p:cNvPr>
                <p:cNvPicPr/>
                <p:nvPr/>
              </p:nvPicPr>
              <p:blipFill>
                <a:blip r:embed="rId14"/>
                <a:stretch>
                  <a:fillRect/>
                </a:stretch>
              </p:blipFill>
              <p:spPr>
                <a:xfrm>
                  <a:off x="6865675" y="3609910"/>
                  <a:ext cx="789840" cy="569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DD4B8A79-8DB1-EFD8-53B7-F70D71A92771}"/>
                    </a:ext>
                  </a:extLst>
                </p14:cNvPr>
                <p14:cNvContentPartPr/>
                <p14:nvPr/>
              </p14:nvContentPartPr>
              <p14:xfrm>
                <a:off x="7713835" y="3487870"/>
                <a:ext cx="662040" cy="646200"/>
              </p14:xfrm>
            </p:contentPart>
          </mc:Choice>
          <mc:Fallback xmlns="">
            <p:pic>
              <p:nvPicPr>
                <p:cNvPr id="10" name="Ink 9">
                  <a:extLst>
                    <a:ext uri="{FF2B5EF4-FFF2-40B4-BE49-F238E27FC236}">
                      <a16:creationId xmlns:a16="http://schemas.microsoft.com/office/drawing/2014/main" id="{DD4B8A79-8DB1-EFD8-53B7-F70D71A92771}"/>
                    </a:ext>
                  </a:extLst>
                </p:cNvPr>
                <p:cNvPicPr/>
                <p:nvPr/>
              </p:nvPicPr>
              <p:blipFill>
                <a:blip r:embed="rId16"/>
                <a:stretch>
                  <a:fillRect/>
                </a:stretch>
              </p:blipFill>
              <p:spPr>
                <a:xfrm>
                  <a:off x="7707715" y="3481750"/>
                  <a:ext cx="674280" cy="6584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2981DBAF-6948-5359-8B44-DCF889DA0B6E}"/>
                    </a:ext>
                  </a:extLst>
                </p14:cNvPr>
                <p14:cNvContentPartPr/>
                <p14:nvPr/>
              </p14:nvContentPartPr>
              <p14:xfrm>
                <a:off x="7865035" y="3583990"/>
                <a:ext cx="14760" cy="14760"/>
              </p14:xfrm>
            </p:contentPart>
          </mc:Choice>
          <mc:Fallback xmlns="">
            <p:pic>
              <p:nvPicPr>
                <p:cNvPr id="11" name="Ink 10">
                  <a:extLst>
                    <a:ext uri="{FF2B5EF4-FFF2-40B4-BE49-F238E27FC236}">
                      <a16:creationId xmlns:a16="http://schemas.microsoft.com/office/drawing/2014/main" id="{2981DBAF-6948-5359-8B44-DCF889DA0B6E}"/>
                    </a:ext>
                  </a:extLst>
                </p:cNvPr>
                <p:cNvPicPr/>
                <p:nvPr/>
              </p:nvPicPr>
              <p:blipFill>
                <a:blip r:embed="rId18"/>
                <a:stretch>
                  <a:fillRect/>
                </a:stretch>
              </p:blipFill>
              <p:spPr>
                <a:xfrm>
                  <a:off x="7858915" y="3577870"/>
                  <a:ext cx="270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713CDAE7-56EF-4426-36FA-FF2699A8F8A2}"/>
                    </a:ext>
                  </a:extLst>
                </p14:cNvPr>
                <p14:cNvContentPartPr/>
                <p14:nvPr/>
              </p14:nvContentPartPr>
              <p14:xfrm>
                <a:off x="8600875" y="3677950"/>
                <a:ext cx="267840" cy="171720"/>
              </p14:xfrm>
            </p:contentPart>
          </mc:Choice>
          <mc:Fallback xmlns="">
            <p:pic>
              <p:nvPicPr>
                <p:cNvPr id="12" name="Ink 11">
                  <a:extLst>
                    <a:ext uri="{FF2B5EF4-FFF2-40B4-BE49-F238E27FC236}">
                      <a16:creationId xmlns:a16="http://schemas.microsoft.com/office/drawing/2014/main" id="{713CDAE7-56EF-4426-36FA-FF2699A8F8A2}"/>
                    </a:ext>
                  </a:extLst>
                </p:cNvPr>
                <p:cNvPicPr/>
                <p:nvPr/>
              </p:nvPicPr>
              <p:blipFill>
                <a:blip r:embed="rId20"/>
                <a:stretch>
                  <a:fillRect/>
                </a:stretch>
              </p:blipFill>
              <p:spPr>
                <a:xfrm>
                  <a:off x="8594755" y="3671830"/>
                  <a:ext cx="28008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12C9FB7E-C2EE-5499-C0DE-FC890DBEA904}"/>
                    </a:ext>
                  </a:extLst>
                </p14:cNvPr>
                <p14:cNvContentPartPr/>
                <p14:nvPr/>
              </p14:nvContentPartPr>
              <p14:xfrm>
                <a:off x="8943595" y="3744550"/>
                <a:ext cx="24120" cy="116280"/>
              </p14:xfrm>
            </p:contentPart>
          </mc:Choice>
          <mc:Fallback xmlns="">
            <p:pic>
              <p:nvPicPr>
                <p:cNvPr id="13" name="Ink 12">
                  <a:extLst>
                    <a:ext uri="{FF2B5EF4-FFF2-40B4-BE49-F238E27FC236}">
                      <a16:creationId xmlns:a16="http://schemas.microsoft.com/office/drawing/2014/main" id="{12C9FB7E-C2EE-5499-C0DE-FC890DBEA904}"/>
                    </a:ext>
                  </a:extLst>
                </p:cNvPr>
                <p:cNvPicPr/>
                <p:nvPr/>
              </p:nvPicPr>
              <p:blipFill>
                <a:blip r:embed="rId22"/>
                <a:stretch>
                  <a:fillRect/>
                </a:stretch>
              </p:blipFill>
              <p:spPr>
                <a:xfrm>
                  <a:off x="8937475" y="3738430"/>
                  <a:ext cx="363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DD9D0043-E473-6294-CCA7-F49503ADC9E3}"/>
                    </a:ext>
                  </a:extLst>
                </p14:cNvPr>
                <p14:cNvContentPartPr/>
                <p14:nvPr/>
              </p14:nvContentPartPr>
              <p14:xfrm>
                <a:off x="9035755" y="3385270"/>
                <a:ext cx="94680" cy="505440"/>
              </p14:xfrm>
            </p:contentPart>
          </mc:Choice>
          <mc:Fallback xmlns="">
            <p:pic>
              <p:nvPicPr>
                <p:cNvPr id="14" name="Ink 13">
                  <a:extLst>
                    <a:ext uri="{FF2B5EF4-FFF2-40B4-BE49-F238E27FC236}">
                      <a16:creationId xmlns:a16="http://schemas.microsoft.com/office/drawing/2014/main" id="{DD9D0043-E473-6294-CCA7-F49503ADC9E3}"/>
                    </a:ext>
                  </a:extLst>
                </p:cNvPr>
                <p:cNvPicPr/>
                <p:nvPr/>
              </p:nvPicPr>
              <p:blipFill>
                <a:blip r:embed="rId24"/>
                <a:stretch>
                  <a:fillRect/>
                </a:stretch>
              </p:blipFill>
              <p:spPr>
                <a:xfrm>
                  <a:off x="9029635" y="3379150"/>
                  <a:ext cx="106920" cy="517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B67BD6BE-45AB-A7BB-CD2C-E64154097F4D}"/>
                    </a:ext>
                  </a:extLst>
                </p14:cNvPr>
                <p14:cNvContentPartPr/>
                <p14:nvPr/>
              </p14:nvContentPartPr>
              <p14:xfrm>
                <a:off x="9010555" y="3434950"/>
                <a:ext cx="334440" cy="423720"/>
              </p14:xfrm>
            </p:contentPart>
          </mc:Choice>
          <mc:Fallback xmlns="">
            <p:pic>
              <p:nvPicPr>
                <p:cNvPr id="15" name="Ink 14">
                  <a:extLst>
                    <a:ext uri="{FF2B5EF4-FFF2-40B4-BE49-F238E27FC236}">
                      <a16:creationId xmlns:a16="http://schemas.microsoft.com/office/drawing/2014/main" id="{B67BD6BE-45AB-A7BB-CD2C-E64154097F4D}"/>
                    </a:ext>
                  </a:extLst>
                </p:cNvPr>
                <p:cNvPicPr/>
                <p:nvPr/>
              </p:nvPicPr>
              <p:blipFill>
                <a:blip r:embed="rId26"/>
                <a:stretch>
                  <a:fillRect/>
                </a:stretch>
              </p:blipFill>
              <p:spPr>
                <a:xfrm>
                  <a:off x="9004435" y="3428830"/>
                  <a:ext cx="34668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Ink 15">
                  <a:extLst>
                    <a:ext uri="{FF2B5EF4-FFF2-40B4-BE49-F238E27FC236}">
                      <a16:creationId xmlns:a16="http://schemas.microsoft.com/office/drawing/2014/main" id="{7D029219-065E-C98A-D09C-C35B8081E79C}"/>
                    </a:ext>
                  </a:extLst>
                </p14:cNvPr>
                <p14:cNvContentPartPr/>
                <p14:nvPr/>
              </p14:nvContentPartPr>
              <p14:xfrm>
                <a:off x="8775835" y="3491830"/>
                <a:ext cx="21960" cy="25200"/>
              </p14:xfrm>
            </p:contentPart>
          </mc:Choice>
          <mc:Fallback xmlns="">
            <p:pic>
              <p:nvPicPr>
                <p:cNvPr id="16" name="Ink 15">
                  <a:extLst>
                    <a:ext uri="{FF2B5EF4-FFF2-40B4-BE49-F238E27FC236}">
                      <a16:creationId xmlns:a16="http://schemas.microsoft.com/office/drawing/2014/main" id="{7D029219-065E-C98A-D09C-C35B8081E79C}"/>
                    </a:ext>
                  </a:extLst>
                </p:cNvPr>
                <p:cNvPicPr/>
                <p:nvPr/>
              </p:nvPicPr>
              <p:blipFill>
                <a:blip r:embed="rId28"/>
                <a:stretch>
                  <a:fillRect/>
                </a:stretch>
              </p:blipFill>
              <p:spPr>
                <a:xfrm>
                  <a:off x="8769715" y="3485710"/>
                  <a:ext cx="342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Ink 16">
                  <a:extLst>
                    <a:ext uri="{FF2B5EF4-FFF2-40B4-BE49-F238E27FC236}">
                      <a16:creationId xmlns:a16="http://schemas.microsoft.com/office/drawing/2014/main" id="{F087921C-E74A-1C52-3BA2-173ACA857B37}"/>
                    </a:ext>
                  </a:extLst>
                </p14:cNvPr>
                <p14:cNvContentPartPr/>
                <p14:nvPr/>
              </p14:nvContentPartPr>
              <p14:xfrm>
                <a:off x="9497995" y="3658510"/>
                <a:ext cx="137520" cy="150480"/>
              </p14:xfrm>
            </p:contentPart>
          </mc:Choice>
          <mc:Fallback xmlns="">
            <p:pic>
              <p:nvPicPr>
                <p:cNvPr id="17" name="Ink 16">
                  <a:extLst>
                    <a:ext uri="{FF2B5EF4-FFF2-40B4-BE49-F238E27FC236}">
                      <a16:creationId xmlns:a16="http://schemas.microsoft.com/office/drawing/2014/main" id="{F087921C-E74A-1C52-3BA2-173ACA857B37}"/>
                    </a:ext>
                  </a:extLst>
                </p:cNvPr>
                <p:cNvPicPr/>
                <p:nvPr/>
              </p:nvPicPr>
              <p:blipFill>
                <a:blip r:embed="rId30"/>
                <a:stretch>
                  <a:fillRect/>
                </a:stretch>
              </p:blipFill>
              <p:spPr>
                <a:xfrm>
                  <a:off x="9491875" y="3652390"/>
                  <a:ext cx="1497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 name="Ink 17">
                  <a:extLst>
                    <a:ext uri="{FF2B5EF4-FFF2-40B4-BE49-F238E27FC236}">
                      <a16:creationId xmlns:a16="http://schemas.microsoft.com/office/drawing/2014/main" id="{0CDC89B2-7F1D-136A-F192-5C6E63600223}"/>
                    </a:ext>
                  </a:extLst>
                </p14:cNvPr>
                <p14:cNvContentPartPr/>
                <p14:nvPr/>
              </p14:nvContentPartPr>
              <p14:xfrm>
                <a:off x="9717955" y="3522430"/>
                <a:ext cx="258120" cy="560160"/>
              </p14:xfrm>
            </p:contentPart>
          </mc:Choice>
          <mc:Fallback xmlns="">
            <p:pic>
              <p:nvPicPr>
                <p:cNvPr id="18" name="Ink 17">
                  <a:extLst>
                    <a:ext uri="{FF2B5EF4-FFF2-40B4-BE49-F238E27FC236}">
                      <a16:creationId xmlns:a16="http://schemas.microsoft.com/office/drawing/2014/main" id="{0CDC89B2-7F1D-136A-F192-5C6E63600223}"/>
                    </a:ext>
                  </a:extLst>
                </p:cNvPr>
                <p:cNvPicPr/>
                <p:nvPr/>
              </p:nvPicPr>
              <p:blipFill>
                <a:blip r:embed="rId32"/>
                <a:stretch>
                  <a:fillRect/>
                </a:stretch>
              </p:blipFill>
              <p:spPr>
                <a:xfrm>
                  <a:off x="9711835" y="3516310"/>
                  <a:ext cx="270360" cy="5724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9" name="Ink 18">
                  <a:extLst>
                    <a:ext uri="{FF2B5EF4-FFF2-40B4-BE49-F238E27FC236}">
                      <a16:creationId xmlns:a16="http://schemas.microsoft.com/office/drawing/2014/main" id="{BA5797FF-929C-14BC-321B-8C6389FD6766}"/>
                    </a:ext>
                  </a:extLst>
                </p14:cNvPr>
                <p14:cNvContentPartPr/>
                <p14:nvPr/>
              </p14:nvContentPartPr>
              <p14:xfrm>
                <a:off x="10028635" y="3449350"/>
                <a:ext cx="59400" cy="397080"/>
              </p14:xfrm>
            </p:contentPart>
          </mc:Choice>
          <mc:Fallback xmlns="">
            <p:pic>
              <p:nvPicPr>
                <p:cNvPr id="19" name="Ink 18">
                  <a:extLst>
                    <a:ext uri="{FF2B5EF4-FFF2-40B4-BE49-F238E27FC236}">
                      <a16:creationId xmlns:a16="http://schemas.microsoft.com/office/drawing/2014/main" id="{BA5797FF-929C-14BC-321B-8C6389FD6766}"/>
                    </a:ext>
                  </a:extLst>
                </p:cNvPr>
                <p:cNvPicPr/>
                <p:nvPr/>
              </p:nvPicPr>
              <p:blipFill>
                <a:blip r:embed="rId34"/>
                <a:stretch>
                  <a:fillRect/>
                </a:stretch>
              </p:blipFill>
              <p:spPr>
                <a:xfrm>
                  <a:off x="10022515" y="3443230"/>
                  <a:ext cx="71640" cy="409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0" name="Ink 19">
                  <a:extLst>
                    <a:ext uri="{FF2B5EF4-FFF2-40B4-BE49-F238E27FC236}">
                      <a16:creationId xmlns:a16="http://schemas.microsoft.com/office/drawing/2014/main" id="{006B80B5-B63D-2FCC-52F1-0C675EC126CC}"/>
                    </a:ext>
                  </a:extLst>
                </p14:cNvPr>
                <p14:cNvContentPartPr/>
                <p14:nvPr/>
              </p14:nvContentPartPr>
              <p14:xfrm>
                <a:off x="10144915" y="3699910"/>
                <a:ext cx="219600" cy="150840"/>
              </p14:xfrm>
            </p:contentPart>
          </mc:Choice>
          <mc:Fallback xmlns="">
            <p:pic>
              <p:nvPicPr>
                <p:cNvPr id="20" name="Ink 19">
                  <a:extLst>
                    <a:ext uri="{FF2B5EF4-FFF2-40B4-BE49-F238E27FC236}">
                      <a16:creationId xmlns:a16="http://schemas.microsoft.com/office/drawing/2014/main" id="{006B80B5-B63D-2FCC-52F1-0C675EC126CC}"/>
                    </a:ext>
                  </a:extLst>
                </p:cNvPr>
                <p:cNvPicPr/>
                <p:nvPr/>
              </p:nvPicPr>
              <p:blipFill>
                <a:blip r:embed="rId36"/>
                <a:stretch>
                  <a:fillRect/>
                </a:stretch>
              </p:blipFill>
              <p:spPr>
                <a:xfrm>
                  <a:off x="10138795" y="3693790"/>
                  <a:ext cx="2318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1" name="Ink 20">
                  <a:extLst>
                    <a:ext uri="{FF2B5EF4-FFF2-40B4-BE49-F238E27FC236}">
                      <a16:creationId xmlns:a16="http://schemas.microsoft.com/office/drawing/2014/main" id="{E675694E-7100-D111-55D2-DDD08C580CC0}"/>
                    </a:ext>
                  </a:extLst>
                </p14:cNvPr>
                <p14:cNvContentPartPr/>
                <p14:nvPr/>
              </p14:nvContentPartPr>
              <p14:xfrm>
                <a:off x="10325635" y="3672910"/>
                <a:ext cx="199080" cy="153360"/>
              </p14:xfrm>
            </p:contentPart>
          </mc:Choice>
          <mc:Fallback xmlns="">
            <p:pic>
              <p:nvPicPr>
                <p:cNvPr id="21" name="Ink 20">
                  <a:extLst>
                    <a:ext uri="{FF2B5EF4-FFF2-40B4-BE49-F238E27FC236}">
                      <a16:creationId xmlns:a16="http://schemas.microsoft.com/office/drawing/2014/main" id="{E675694E-7100-D111-55D2-DDD08C580CC0}"/>
                    </a:ext>
                  </a:extLst>
                </p:cNvPr>
                <p:cNvPicPr/>
                <p:nvPr/>
              </p:nvPicPr>
              <p:blipFill>
                <a:blip r:embed="rId38"/>
                <a:stretch>
                  <a:fillRect/>
                </a:stretch>
              </p:blipFill>
              <p:spPr>
                <a:xfrm>
                  <a:off x="10319515" y="3666790"/>
                  <a:ext cx="2113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2" name="Ink 21">
                  <a:extLst>
                    <a:ext uri="{FF2B5EF4-FFF2-40B4-BE49-F238E27FC236}">
                      <a16:creationId xmlns:a16="http://schemas.microsoft.com/office/drawing/2014/main" id="{FB756E92-0B06-18FE-8962-864DB689B2AA}"/>
                    </a:ext>
                  </a:extLst>
                </p14:cNvPr>
                <p14:cNvContentPartPr/>
                <p14:nvPr/>
              </p14:nvContentPartPr>
              <p14:xfrm>
                <a:off x="10433275" y="3686590"/>
                <a:ext cx="1104120" cy="132840"/>
              </p14:xfrm>
            </p:contentPart>
          </mc:Choice>
          <mc:Fallback xmlns="">
            <p:pic>
              <p:nvPicPr>
                <p:cNvPr id="22" name="Ink 21">
                  <a:extLst>
                    <a:ext uri="{FF2B5EF4-FFF2-40B4-BE49-F238E27FC236}">
                      <a16:creationId xmlns:a16="http://schemas.microsoft.com/office/drawing/2014/main" id="{FB756E92-0B06-18FE-8962-864DB689B2AA}"/>
                    </a:ext>
                  </a:extLst>
                </p:cNvPr>
                <p:cNvPicPr/>
                <p:nvPr/>
              </p:nvPicPr>
              <p:blipFill>
                <a:blip r:embed="rId40"/>
                <a:stretch>
                  <a:fillRect/>
                </a:stretch>
              </p:blipFill>
              <p:spPr>
                <a:xfrm>
                  <a:off x="10427155" y="3680470"/>
                  <a:ext cx="111636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3" name="Ink 22">
                  <a:extLst>
                    <a:ext uri="{FF2B5EF4-FFF2-40B4-BE49-F238E27FC236}">
                      <a16:creationId xmlns:a16="http://schemas.microsoft.com/office/drawing/2014/main" id="{22F1B60F-DBEF-81B0-1419-D3DEC3907403}"/>
                    </a:ext>
                  </a:extLst>
                </p14:cNvPr>
                <p14:cNvContentPartPr/>
                <p14:nvPr/>
              </p14:nvContentPartPr>
              <p14:xfrm>
                <a:off x="11500675" y="3270430"/>
                <a:ext cx="102600" cy="568440"/>
              </p14:xfrm>
            </p:contentPart>
          </mc:Choice>
          <mc:Fallback xmlns="">
            <p:pic>
              <p:nvPicPr>
                <p:cNvPr id="23" name="Ink 22">
                  <a:extLst>
                    <a:ext uri="{FF2B5EF4-FFF2-40B4-BE49-F238E27FC236}">
                      <a16:creationId xmlns:a16="http://schemas.microsoft.com/office/drawing/2014/main" id="{22F1B60F-DBEF-81B0-1419-D3DEC3907403}"/>
                    </a:ext>
                  </a:extLst>
                </p:cNvPr>
                <p:cNvPicPr/>
                <p:nvPr/>
              </p:nvPicPr>
              <p:blipFill>
                <a:blip r:embed="rId42"/>
                <a:stretch>
                  <a:fillRect/>
                </a:stretch>
              </p:blipFill>
              <p:spPr>
                <a:xfrm>
                  <a:off x="11494555" y="3264310"/>
                  <a:ext cx="114840" cy="5806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4" name="Ink 23">
                  <a:extLst>
                    <a:ext uri="{FF2B5EF4-FFF2-40B4-BE49-F238E27FC236}">
                      <a16:creationId xmlns:a16="http://schemas.microsoft.com/office/drawing/2014/main" id="{E46A44B4-7928-B6F7-1C29-0CDE0EC075AE}"/>
                    </a:ext>
                  </a:extLst>
                </p14:cNvPr>
                <p14:cNvContentPartPr/>
                <p14:nvPr/>
              </p14:nvContentPartPr>
              <p14:xfrm>
                <a:off x="11438395" y="3594430"/>
                <a:ext cx="257040" cy="35640"/>
              </p14:xfrm>
            </p:contentPart>
          </mc:Choice>
          <mc:Fallback xmlns="">
            <p:pic>
              <p:nvPicPr>
                <p:cNvPr id="24" name="Ink 23">
                  <a:extLst>
                    <a:ext uri="{FF2B5EF4-FFF2-40B4-BE49-F238E27FC236}">
                      <a16:creationId xmlns:a16="http://schemas.microsoft.com/office/drawing/2014/main" id="{E46A44B4-7928-B6F7-1C29-0CDE0EC075AE}"/>
                    </a:ext>
                  </a:extLst>
                </p:cNvPr>
                <p:cNvPicPr/>
                <p:nvPr/>
              </p:nvPicPr>
              <p:blipFill>
                <a:blip r:embed="rId44"/>
                <a:stretch>
                  <a:fillRect/>
                </a:stretch>
              </p:blipFill>
              <p:spPr>
                <a:xfrm>
                  <a:off x="11432275" y="3588310"/>
                  <a:ext cx="2692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5" name="Ink 24">
                  <a:extLst>
                    <a:ext uri="{FF2B5EF4-FFF2-40B4-BE49-F238E27FC236}">
                      <a16:creationId xmlns:a16="http://schemas.microsoft.com/office/drawing/2014/main" id="{EC0C3310-F20C-73BE-917B-CC2AF68F478E}"/>
                    </a:ext>
                  </a:extLst>
                </p14:cNvPr>
                <p14:cNvContentPartPr/>
                <p14:nvPr/>
              </p14:nvContentPartPr>
              <p14:xfrm>
                <a:off x="6116155" y="1939150"/>
                <a:ext cx="1452240" cy="1347120"/>
              </p14:xfrm>
            </p:contentPart>
          </mc:Choice>
          <mc:Fallback xmlns="">
            <p:pic>
              <p:nvPicPr>
                <p:cNvPr id="25" name="Ink 24">
                  <a:extLst>
                    <a:ext uri="{FF2B5EF4-FFF2-40B4-BE49-F238E27FC236}">
                      <a16:creationId xmlns:a16="http://schemas.microsoft.com/office/drawing/2014/main" id="{EC0C3310-F20C-73BE-917B-CC2AF68F478E}"/>
                    </a:ext>
                  </a:extLst>
                </p:cNvPr>
                <p:cNvPicPr/>
                <p:nvPr/>
              </p:nvPicPr>
              <p:blipFill>
                <a:blip r:embed="rId46"/>
                <a:stretch>
                  <a:fillRect/>
                </a:stretch>
              </p:blipFill>
              <p:spPr>
                <a:xfrm>
                  <a:off x="6110035" y="1933030"/>
                  <a:ext cx="1464480" cy="13593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6" name="Ink 25">
                  <a:extLst>
                    <a:ext uri="{FF2B5EF4-FFF2-40B4-BE49-F238E27FC236}">
                      <a16:creationId xmlns:a16="http://schemas.microsoft.com/office/drawing/2014/main" id="{E71ED641-B651-990F-532D-727180094B77}"/>
                    </a:ext>
                  </a:extLst>
                </p14:cNvPr>
                <p14:cNvContentPartPr/>
                <p14:nvPr/>
              </p14:nvContentPartPr>
              <p14:xfrm>
                <a:off x="7582795" y="2493910"/>
                <a:ext cx="510120" cy="121320"/>
              </p14:xfrm>
            </p:contentPart>
          </mc:Choice>
          <mc:Fallback xmlns="">
            <p:pic>
              <p:nvPicPr>
                <p:cNvPr id="26" name="Ink 25">
                  <a:extLst>
                    <a:ext uri="{FF2B5EF4-FFF2-40B4-BE49-F238E27FC236}">
                      <a16:creationId xmlns:a16="http://schemas.microsoft.com/office/drawing/2014/main" id="{E71ED641-B651-990F-532D-727180094B77}"/>
                    </a:ext>
                  </a:extLst>
                </p:cNvPr>
                <p:cNvPicPr/>
                <p:nvPr/>
              </p:nvPicPr>
              <p:blipFill>
                <a:blip r:embed="rId48"/>
                <a:stretch>
                  <a:fillRect/>
                </a:stretch>
              </p:blipFill>
              <p:spPr>
                <a:xfrm>
                  <a:off x="7576675" y="2487790"/>
                  <a:ext cx="52236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7" name="Ink 26">
                  <a:extLst>
                    <a:ext uri="{FF2B5EF4-FFF2-40B4-BE49-F238E27FC236}">
                      <a16:creationId xmlns:a16="http://schemas.microsoft.com/office/drawing/2014/main" id="{9C595216-5A04-4DC3-ACBD-CD803E696046}"/>
                    </a:ext>
                  </a:extLst>
                </p14:cNvPr>
                <p14:cNvContentPartPr/>
                <p14:nvPr/>
              </p14:nvContentPartPr>
              <p14:xfrm>
                <a:off x="7982035" y="2381230"/>
                <a:ext cx="232560" cy="381240"/>
              </p14:xfrm>
            </p:contentPart>
          </mc:Choice>
          <mc:Fallback xmlns="">
            <p:pic>
              <p:nvPicPr>
                <p:cNvPr id="27" name="Ink 26">
                  <a:extLst>
                    <a:ext uri="{FF2B5EF4-FFF2-40B4-BE49-F238E27FC236}">
                      <a16:creationId xmlns:a16="http://schemas.microsoft.com/office/drawing/2014/main" id="{9C595216-5A04-4DC3-ACBD-CD803E696046}"/>
                    </a:ext>
                  </a:extLst>
                </p:cNvPr>
                <p:cNvPicPr/>
                <p:nvPr/>
              </p:nvPicPr>
              <p:blipFill>
                <a:blip r:embed="rId50"/>
                <a:stretch>
                  <a:fillRect/>
                </a:stretch>
              </p:blipFill>
              <p:spPr>
                <a:xfrm>
                  <a:off x="7975915" y="2375110"/>
                  <a:ext cx="24480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9" name="Ink 28">
                  <a:extLst>
                    <a:ext uri="{FF2B5EF4-FFF2-40B4-BE49-F238E27FC236}">
                      <a16:creationId xmlns:a16="http://schemas.microsoft.com/office/drawing/2014/main" id="{28C10BA7-FC8A-DE79-58BE-7A1E8664741E}"/>
                    </a:ext>
                  </a:extLst>
                </p14:cNvPr>
                <p14:cNvContentPartPr/>
                <p14:nvPr/>
              </p14:nvContentPartPr>
              <p14:xfrm>
                <a:off x="8405035" y="2203030"/>
                <a:ext cx="254160" cy="529560"/>
              </p14:xfrm>
            </p:contentPart>
          </mc:Choice>
          <mc:Fallback xmlns="">
            <p:pic>
              <p:nvPicPr>
                <p:cNvPr id="29" name="Ink 28">
                  <a:extLst>
                    <a:ext uri="{FF2B5EF4-FFF2-40B4-BE49-F238E27FC236}">
                      <a16:creationId xmlns:a16="http://schemas.microsoft.com/office/drawing/2014/main" id="{28C10BA7-FC8A-DE79-58BE-7A1E8664741E}"/>
                    </a:ext>
                  </a:extLst>
                </p:cNvPr>
                <p:cNvPicPr/>
                <p:nvPr/>
              </p:nvPicPr>
              <p:blipFill>
                <a:blip r:embed="rId52"/>
                <a:stretch>
                  <a:fillRect/>
                </a:stretch>
              </p:blipFill>
              <p:spPr>
                <a:xfrm>
                  <a:off x="8398915" y="2196910"/>
                  <a:ext cx="266400" cy="541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0" name="Ink 29">
                  <a:extLst>
                    <a:ext uri="{FF2B5EF4-FFF2-40B4-BE49-F238E27FC236}">
                      <a16:creationId xmlns:a16="http://schemas.microsoft.com/office/drawing/2014/main" id="{760E019F-89A0-0F81-38E0-5F0472472D4E}"/>
                    </a:ext>
                  </a:extLst>
                </p14:cNvPr>
                <p14:cNvContentPartPr/>
                <p14:nvPr/>
              </p14:nvContentPartPr>
              <p14:xfrm>
                <a:off x="8349595" y="2481670"/>
                <a:ext cx="227160" cy="184320"/>
              </p14:xfrm>
            </p:contentPart>
          </mc:Choice>
          <mc:Fallback xmlns="">
            <p:pic>
              <p:nvPicPr>
                <p:cNvPr id="30" name="Ink 29">
                  <a:extLst>
                    <a:ext uri="{FF2B5EF4-FFF2-40B4-BE49-F238E27FC236}">
                      <a16:creationId xmlns:a16="http://schemas.microsoft.com/office/drawing/2014/main" id="{760E019F-89A0-0F81-38E0-5F0472472D4E}"/>
                    </a:ext>
                  </a:extLst>
                </p:cNvPr>
                <p:cNvPicPr/>
                <p:nvPr/>
              </p:nvPicPr>
              <p:blipFill>
                <a:blip r:embed="rId54"/>
                <a:stretch>
                  <a:fillRect/>
                </a:stretch>
              </p:blipFill>
              <p:spPr>
                <a:xfrm>
                  <a:off x="8343475" y="2475550"/>
                  <a:ext cx="23940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1" name="Ink 30">
                  <a:extLst>
                    <a:ext uri="{FF2B5EF4-FFF2-40B4-BE49-F238E27FC236}">
                      <a16:creationId xmlns:a16="http://schemas.microsoft.com/office/drawing/2014/main" id="{51AF287A-E653-F38B-6B1D-9F2B7EEEBBB3}"/>
                    </a:ext>
                  </a:extLst>
                </p14:cNvPr>
                <p14:cNvContentPartPr/>
                <p14:nvPr/>
              </p14:nvContentPartPr>
              <p14:xfrm>
                <a:off x="8505835" y="2320030"/>
                <a:ext cx="24120" cy="3600"/>
              </p14:xfrm>
            </p:contentPart>
          </mc:Choice>
          <mc:Fallback xmlns="">
            <p:pic>
              <p:nvPicPr>
                <p:cNvPr id="31" name="Ink 30">
                  <a:extLst>
                    <a:ext uri="{FF2B5EF4-FFF2-40B4-BE49-F238E27FC236}">
                      <a16:creationId xmlns:a16="http://schemas.microsoft.com/office/drawing/2014/main" id="{51AF287A-E653-F38B-6B1D-9F2B7EEEBBB3}"/>
                    </a:ext>
                  </a:extLst>
                </p:cNvPr>
                <p:cNvPicPr/>
                <p:nvPr/>
              </p:nvPicPr>
              <p:blipFill>
                <a:blip r:embed="rId56"/>
                <a:stretch>
                  <a:fillRect/>
                </a:stretch>
              </p:blipFill>
              <p:spPr>
                <a:xfrm>
                  <a:off x="8499715" y="2313910"/>
                  <a:ext cx="363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3" name="Ink 32">
                  <a:extLst>
                    <a:ext uri="{FF2B5EF4-FFF2-40B4-BE49-F238E27FC236}">
                      <a16:creationId xmlns:a16="http://schemas.microsoft.com/office/drawing/2014/main" id="{EDA7F952-5274-F0C2-DBCC-C8AE1C616630}"/>
                    </a:ext>
                  </a:extLst>
                </p14:cNvPr>
                <p14:cNvContentPartPr/>
                <p14:nvPr/>
              </p14:nvContentPartPr>
              <p14:xfrm>
                <a:off x="8692675" y="2068750"/>
                <a:ext cx="755640" cy="550080"/>
              </p14:xfrm>
            </p:contentPart>
          </mc:Choice>
          <mc:Fallback xmlns="">
            <p:pic>
              <p:nvPicPr>
                <p:cNvPr id="33" name="Ink 32">
                  <a:extLst>
                    <a:ext uri="{FF2B5EF4-FFF2-40B4-BE49-F238E27FC236}">
                      <a16:creationId xmlns:a16="http://schemas.microsoft.com/office/drawing/2014/main" id="{EDA7F952-5274-F0C2-DBCC-C8AE1C616630}"/>
                    </a:ext>
                  </a:extLst>
                </p:cNvPr>
                <p:cNvPicPr/>
                <p:nvPr/>
              </p:nvPicPr>
              <p:blipFill>
                <a:blip r:embed="rId58"/>
                <a:stretch>
                  <a:fillRect/>
                </a:stretch>
              </p:blipFill>
              <p:spPr>
                <a:xfrm>
                  <a:off x="8686555" y="2062630"/>
                  <a:ext cx="767880" cy="5623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4" name="Ink 33">
                  <a:extLst>
                    <a:ext uri="{FF2B5EF4-FFF2-40B4-BE49-F238E27FC236}">
                      <a16:creationId xmlns:a16="http://schemas.microsoft.com/office/drawing/2014/main" id="{979DFA59-9093-CFD2-EFC7-1506B2DB5B3F}"/>
                    </a:ext>
                  </a:extLst>
                </p14:cNvPr>
                <p14:cNvContentPartPr/>
                <p14:nvPr/>
              </p14:nvContentPartPr>
              <p14:xfrm>
                <a:off x="9068875" y="2290870"/>
                <a:ext cx="227160" cy="69840"/>
              </p14:xfrm>
            </p:contentPart>
          </mc:Choice>
          <mc:Fallback xmlns="">
            <p:pic>
              <p:nvPicPr>
                <p:cNvPr id="34" name="Ink 33">
                  <a:extLst>
                    <a:ext uri="{FF2B5EF4-FFF2-40B4-BE49-F238E27FC236}">
                      <a16:creationId xmlns:a16="http://schemas.microsoft.com/office/drawing/2014/main" id="{979DFA59-9093-CFD2-EFC7-1506B2DB5B3F}"/>
                    </a:ext>
                  </a:extLst>
                </p:cNvPr>
                <p:cNvPicPr/>
                <p:nvPr/>
              </p:nvPicPr>
              <p:blipFill>
                <a:blip r:embed="rId60"/>
                <a:stretch>
                  <a:fillRect/>
                </a:stretch>
              </p:blipFill>
              <p:spPr>
                <a:xfrm>
                  <a:off x="9062755" y="2284750"/>
                  <a:ext cx="23940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5" name="Ink 34">
                  <a:extLst>
                    <a:ext uri="{FF2B5EF4-FFF2-40B4-BE49-F238E27FC236}">
                      <a16:creationId xmlns:a16="http://schemas.microsoft.com/office/drawing/2014/main" id="{A62419B5-FB0D-9D68-1D02-3FC94B5409A7}"/>
                    </a:ext>
                  </a:extLst>
                </p14:cNvPr>
                <p14:cNvContentPartPr/>
                <p14:nvPr/>
              </p14:nvContentPartPr>
              <p14:xfrm>
                <a:off x="8874475" y="2342710"/>
                <a:ext cx="19080" cy="20160"/>
              </p14:xfrm>
            </p:contentPart>
          </mc:Choice>
          <mc:Fallback xmlns="">
            <p:pic>
              <p:nvPicPr>
                <p:cNvPr id="35" name="Ink 34">
                  <a:extLst>
                    <a:ext uri="{FF2B5EF4-FFF2-40B4-BE49-F238E27FC236}">
                      <a16:creationId xmlns:a16="http://schemas.microsoft.com/office/drawing/2014/main" id="{A62419B5-FB0D-9D68-1D02-3FC94B5409A7}"/>
                    </a:ext>
                  </a:extLst>
                </p:cNvPr>
                <p:cNvPicPr/>
                <p:nvPr/>
              </p:nvPicPr>
              <p:blipFill>
                <a:blip r:embed="rId62"/>
                <a:stretch>
                  <a:fillRect/>
                </a:stretch>
              </p:blipFill>
              <p:spPr>
                <a:xfrm>
                  <a:off x="8868355" y="2336590"/>
                  <a:ext cx="3132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6" name="Ink 35">
                  <a:extLst>
                    <a:ext uri="{FF2B5EF4-FFF2-40B4-BE49-F238E27FC236}">
                      <a16:creationId xmlns:a16="http://schemas.microsoft.com/office/drawing/2014/main" id="{0196FC00-B1F3-F5AC-1CB4-F1CEB92ECAA2}"/>
                    </a:ext>
                  </a:extLst>
                </p14:cNvPr>
                <p14:cNvContentPartPr/>
                <p14:nvPr/>
              </p14:nvContentPartPr>
              <p14:xfrm>
                <a:off x="9648475" y="2165950"/>
                <a:ext cx="42120" cy="674280"/>
              </p14:xfrm>
            </p:contentPart>
          </mc:Choice>
          <mc:Fallback xmlns="">
            <p:pic>
              <p:nvPicPr>
                <p:cNvPr id="36" name="Ink 35">
                  <a:extLst>
                    <a:ext uri="{FF2B5EF4-FFF2-40B4-BE49-F238E27FC236}">
                      <a16:creationId xmlns:a16="http://schemas.microsoft.com/office/drawing/2014/main" id="{0196FC00-B1F3-F5AC-1CB4-F1CEB92ECAA2}"/>
                    </a:ext>
                  </a:extLst>
                </p:cNvPr>
                <p:cNvPicPr/>
                <p:nvPr/>
              </p:nvPicPr>
              <p:blipFill>
                <a:blip r:embed="rId64"/>
                <a:stretch>
                  <a:fillRect/>
                </a:stretch>
              </p:blipFill>
              <p:spPr>
                <a:xfrm>
                  <a:off x="9642355" y="2159830"/>
                  <a:ext cx="54360" cy="6865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7" name="Ink 36">
                  <a:extLst>
                    <a:ext uri="{FF2B5EF4-FFF2-40B4-BE49-F238E27FC236}">
                      <a16:creationId xmlns:a16="http://schemas.microsoft.com/office/drawing/2014/main" id="{5D248BD5-2AE4-5B28-A105-AC116242E4CE}"/>
                    </a:ext>
                  </a:extLst>
                </p14:cNvPr>
                <p14:cNvContentPartPr/>
                <p14:nvPr/>
              </p14:nvContentPartPr>
              <p14:xfrm>
                <a:off x="9623635" y="2403190"/>
                <a:ext cx="120240" cy="196560"/>
              </p14:xfrm>
            </p:contentPart>
          </mc:Choice>
          <mc:Fallback xmlns="">
            <p:pic>
              <p:nvPicPr>
                <p:cNvPr id="37" name="Ink 36">
                  <a:extLst>
                    <a:ext uri="{FF2B5EF4-FFF2-40B4-BE49-F238E27FC236}">
                      <a16:creationId xmlns:a16="http://schemas.microsoft.com/office/drawing/2014/main" id="{5D248BD5-2AE4-5B28-A105-AC116242E4CE}"/>
                    </a:ext>
                  </a:extLst>
                </p:cNvPr>
                <p:cNvPicPr/>
                <p:nvPr/>
              </p:nvPicPr>
              <p:blipFill>
                <a:blip r:embed="rId66"/>
                <a:stretch>
                  <a:fillRect/>
                </a:stretch>
              </p:blipFill>
              <p:spPr>
                <a:xfrm>
                  <a:off x="9617515" y="2397070"/>
                  <a:ext cx="1324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8" name="Ink 37">
                  <a:extLst>
                    <a:ext uri="{FF2B5EF4-FFF2-40B4-BE49-F238E27FC236}">
                      <a16:creationId xmlns:a16="http://schemas.microsoft.com/office/drawing/2014/main" id="{B90BB69F-E01E-AAEA-C414-D57AA7CEF157}"/>
                    </a:ext>
                  </a:extLst>
                </p14:cNvPr>
                <p14:cNvContentPartPr/>
                <p14:nvPr/>
              </p14:nvContentPartPr>
              <p14:xfrm>
                <a:off x="9782035" y="2128870"/>
                <a:ext cx="312840" cy="865080"/>
              </p14:xfrm>
            </p:contentPart>
          </mc:Choice>
          <mc:Fallback xmlns="">
            <p:pic>
              <p:nvPicPr>
                <p:cNvPr id="38" name="Ink 37">
                  <a:extLst>
                    <a:ext uri="{FF2B5EF4-FFF2-40B4-BE49-F238E27FC236}">
                      <a16:creationId xmlns:a16="http://schemas.microsoft.com/office/drawing/2014/main" id="{B90BB69F-E01E-AAEA-C414-D57AA7CEF157}"/>
                    </a:ext>
                  </a:extLst>
                </p:cNvPr>
                <p:cNvPicPr/>
                <p:nvPr/>
              </p:nvPicPr>
              <p:blipFill>
                <a:blip r:embed="rId68"/>
                <a:stretch>
                  <a:fillRect/>
                </a:stretch>
              </p:blipFill>
              <p:spPr>
                <a:xfrm>
                  <a:off x="9775915" y="2122750"/>
                  <a:ext cx="325080" cy="8773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9" name="Ink 38">
                  <a:extLst>
                    <a:ext uri="{FF2B5EF4-FFF2-40B4-BE49-F238E27FC236}">
                      <a16:creationId xmlns:a16="http://schemas.microsoft.com/office/drawing/2014/main" id="{959F7FB0-8F2E-BC20-1520-A1E75D2CE3E4}"/>
                    </a:ext>
                  </a:extLst>
                </p14:cNvPr>
                <p14:cNvContentPartPr/>
                <p14:nvPr/>
              </p14:nvContentPartPr>
              <p14:xfrm>
                <a:off x="10209715" y="2108350"/>
                <a:ext cx="429120" cy="477000"/>
              </p14:xfrm>
            </p:contentPart>
          </mc:Choice>
          <mc:Fallback xmlns="">
            <p:pic>
              <p:nvPicPr>
                <p:cNvPr id="39" name="Ink 38">
                  <a:extLst>
                    <a:ext uri="{FF2B5EF4-FFF2-40B4-BE49-F238E27FC236}">
                      <a16:creationId xmlns:a16="http://schemas.microsoft.com/office/drawing/2014/main" id="{959F7FB0-8F2E-BC20-1520-A1E75D2CE3E4}"/>
                    </a:ext>
                  </a:extLst>
                </p:cNvPr>
                <p:cNvPicPr/>
                <p:nvPr/>
              </p:nvPicPr>
              <p:blipFill>
                <a:blip r:embed="rId70"/>
                <a:stretch>
                  <a:fillRect/>
                </a:stretch>
              </p:blipFill>
              <p:spPr>
                <a:xfrm>
                  <a:off x="10203595" y="2102230"/>
                  <a:ext cx="441360" cy="4892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0" name="Ink 39">
                  <a:extLst>
                    <a:ext uri="{FF2B5EF4-FFF2-40B4-BE49-F238E27FC236}">
                      <a16:creationId xmlns:a16="http://schemas.microsoft.com/office/drawing/2014/main" id="{6216F2D9-ABEE-D850-D887-673D35A93E8E}"/>
                    </a:ext>
                  </a:extLst>
                </p14:cNvPr>
                <p14:cNvContentPartPr/>
                <p14:nvPr/>
              </p14:nvContentPartPr>
              <p14:xfrm>
                <a:off x="10627315" y="1928710"/>
                <a:ext cx="1008360" cy="577080"/>
              </p14:xfrm>
            </p:contentPart>
          </mc:Choice>
          <mc:Fallback xmlns="">
            <p:pic>
              <p:nvPicPr>
                <p:cNvPr id="40" name="Ink 39">
                  <a:extLst>
                    <a:ext uri="{FF2B5EF4-FFF2-40B4-BE49-F238E27FC236}">
                      <a16:creationId xmlns:a16="http://schemas.microsoft.com/office/drawing/2014/main" id="{6216F2D9-ABEE-D850-D887-673D35A93E8E}"/>
                    </a:ext>
                  </a:extLst>
                </p:cNvPr>
                <p:cNvPicPr/>
                <p:nvPr/>
              </p:nvPicPr>
              <p:blipFill>
                <a:blip r:embed="rId72"/>
                <a:stretch>
                  <a:fillRect/>
                </a:stretch>
              </p:blipFill>
              <p:spPr>
                <a:xfrm>
                  <a:off x="10621195" y="1922590"/>
                  <a:ext cx="1020600" cy="5893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1" name="Ink 40">
                  <a:extLst>
                    <a:ext uri="{FF2B5EF4-FFF2-40B4-BE49-F238E27FC236}">
                      <a16:creationId xmlns:a16="http://schemas.microsoft.com/office/drawing/2014/main" id="{2A19A502-0539-875B-4AD0-5FDA631D5EED}"/>
                    </a:ext>
                  </a:extLst>
                </p14:cNvPr>
                <p14:cNvContentPartPr/>
                <p14:nvPr/>
              </p14:nvContentPartPr>
              <p14:xfrm>
                <a:off x="11123755" y="2160550"/>
                <a:ext cx="35640" cy="9720"/>
              </p14:xfrm>
            </p:contentPart>
          </mc:Choice>
          <mc:Fallback xmlns="">
            <p:pic>
              <p:nvPicPr>
                <p:cNvPr id="41" name="Ink 40">
                  <a:extLst>
                    <a:ext uri="{FF2B5EF4-FFF2-40B4-BE49-F238E27FC236}">
                      <a16:creationId xmlns:a16="http://schemas.microsoft.com/office/drawing/2014/main" id="{2A19A502-0539-875B-4AD0-5FDA631D5EED}"/>
                    </a:ext>
                  </a:extLst>
                </p:cNvPr>
                <p:cNvPicPr/>
                <p:nvPr/>
              </p:nvPicPr>
              <p:blipFill>
                <a:blip r:embed="rId74"/>
                <a:stretch>
                  <a:fillRect/>
                </a:stretch>
              </p:blipFill>
              <p:spPr>
                <a:xfrm>
                  <a:off x="11117635" y="2154430"/>
                  <a:ext cx="478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2" name="Ink 41">
                  <a:extLst>
                    <a:ext uri="{FF2B5EF4-FFF2-40B4-BE49-F238E27FC236}">
                      <a16:creationId xmlns:a16="http://schemas.microsoft.com/office/drawing/2014/main" id="{9307BA52-F55C-CF1D-A006-168179F2BCA8}"/>
                    </a:ext>
                  </a:extLst>
                </p14:cNvPr>
                <p14:cNvContentPartPr/>
                <p14:nvPr/>
              </p14:nvContentPartPr>
              <p14:xfrm>
                <a:off x="10841155" y="2010430"/>
                <a:ext cx="364680" cy="85320"/>
              </p14:xfrm>
            </p:contentPart>
          </mc:Choice>
          <mc:Fallback xmlns="">
            <p:pic>
              <p:nvPicPr>
                <p:cNvPr id="42" name="Ink 41">
                  <a:extLst>
                    <a:ext uri="{FF2B5EF4-FFF2-40B4-BE49-F238E27FC236}">
                      <a16:creationId xmlns:a16="http://schemas.microsoft.com/office/drawing/2014/main" id="{9307BA52-F55C-CF1D-A006-168179F2BCA8}"/>
                    </a:ext>
                  </a:extLst>
                </p:cNvPr>
                <p:cNvPicPr/>
                <p:nvPr/>
              </p:nvPicPr>
              <p:blipFill>
                <a:blip r:embed="rId76"/>
                <a:stretch>
                  <a:fillRect/>
                </a:stretch>
              </p:blipFill>
              <p:spPr>
                <a:xfrm>
                  <a:off x="10835035" y="2004310"/>
                  <a:ext cx="37692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3" name="Ink 42">
                  <a:extLst>
                    <a:ext uri="{FF2B5EF4-FFF2-40B4-BE49-F238E27FC236}">
                      <a16:creationId xmlns:a16="http://schemas.microsoft.com/office/drawing/2014/main" id="{18C8D825-E57C-051E-43DD-9A6065F57D61}"/>
                    </a:ext>
                  </a:extLst>
                </p14:cNvPr>
                <p14:cNvContentPartPr/>
                <p14:nvPr/>
              </p14:nvContentPartPr>
              <p14:xfrm>
                <a:off x="8712835" y="2919430"/>
                <a:ext cx="162000" cy="142560"/>
              </p14:xfrm>
            </p:contentPart>
          </mc:Choice>
          <mc:Fallback xmlns="">
            <p:pic>
              <p:nvPicPr>
                <p:cNvPr id="43" name="Ink 42">
                  <a:extLst>
                    <a:ext uri="{FF2B5EF4-FFF2-40B4-BE49-F238E27FC236}">
                      <a16:creationId xmlns:a16="http://schemas.microsoft.com/office/drawing/2014/main" id="{18C8D825-E57C-051E-43DD-9A6065F57D61}"/>
                    </a:ext>
                  </a:extLst>
                </p:cNvPr>
                <p:cNvPicPr/>
                <p:nvPr/>
              </p:nvPicPr>
              <p:blipFill>
                <a:blip r:embed="rId78"/>
                <a:stretch>
                  <a:fillRect/>
                </a:stretch>
              </p:blipFill>
              <p:spPr>
                <a:xfrm>
                  <a:off x="8706715" y="2913310"/>
                  <a:ext cx="1742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4" name="Ink 43">
                  <a:extLst>
                    <a:ext uri="{FF2B5EF4-FFF2-40B4-BE49-F238E27FC236}">
                      <a16:creationId xmlns:a16="http://schemas.microsoft.com/office/drawing/2014/main" id="{FE487460-166B-EE11-5075-16E49D024D95}"/>
                    </a:ext>
                  </a:extLst>
                </p14:cNvPr>
                <p14:cNvContentPartPr/>
                <p14:nvPr/>
              </p14:nvContentPartPr>
              <p14:xfrm>
                <a:off x="8865835" y="2939950"/>
                <a:ext cx="194040" cy="105840"/>
              </p14:xfrm>
            </p:contentPart>
          </mc:Choice>
          <mc:Fallback xmlns="">
            <p:pic>
              <p:nvPicPr>
                <p:cNvPr id="44" name="Ink 43">
                  <a:extLst>
                    <a:ext uri="{FF2B5EF4-FFF2-40B4-BE49-F238E27FC236}">
                      <a16:creationId xmlns:a16="http://schemas.microsoft.com/office/drawing/2014/main" id="{FE487460-166B-EE11-5075-16E49D024D95}"/>
                    </a:ext>
                  </a:extLst>
                </p:cNvPr>
                <p:cNvPicPr/>
                <p:nvPr/>
              </p:nvPicPr>
              <p:blipFill>
                <a:blip r:embed="rId80"/>
                <a:stretch>
                  <a:fillRect/>
                </a:stretch>
              </p:blipFill>
              <p:spPr>
                <a:xfrm>
                  <a:off x="8859715" y="2933830"/>
                  <a:ext cx="20628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5" name="Ink 44">
                  <a:extLst>
                    <a:ext uri="{FF2B5EF4-FFF2-40B4-BE49-F238E27FC236}">
                      <a16:creationId xmlns:a16="http://schemas.microsoft.com/office/drawing/2014/main" id="{73AA4CF4-9F11-9CDE-20E3-9D103EB82ABE}"/>
                    </a:ext>
                  </a:extLst>
                </p14:cNvPr>
                <p14:cNvContentPartPr/>
                <p14:nvPr/>
              </p14:nvContentPartPr>
              <p14:xfrm>
                <a:off x="9055555" y="2888110"/>
                <a:ext cx="122400" cy="109800"/>
              </p14:xfrm>
            </p:contentPart>
          </mc:Choice>
          <mc:Fallback xmlns="">
            <p:pic>
              <p:nvPicPr>
                <p:cNvPr id="45" name="Ink 44">
                  <a:extLst>
                    <a:ext uri="{FF2B5EF4-FFF2-40B4-BE49-F238E27FC236}">
                      <a16:creationId xmlns:a16="http://schemas.microsoft.com/office/drawing/2014/main" id="{73AA4CF4-9F11-9CDE-20E3-9D103EB82ABE}"/>
                    </a:ext>
                  </a:extLst>
                </p:cNvPr>
                <p:cNvPicPr/>
                <p:nvPr/>
              </p:nvPicPr>
              <p:blipFill>
                <a:blip r:embed="rId82"/>
                <a:stretch>
                  <a:fillRect/>
                </a:stretch>
              </p:blipFill>
              <p:spPr>
                <a:xfrm>
                  <a:off x="9049435" y="2881990"/>
                  <a:ext cx="1346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6" name="Ink 45">
                  <a:extLst>
                    <a:ext uri="{FF2B5EF4-FFF2-40B4-BE49-F238E27FC236}">
                      <a16:creationId xmlns:a16="http://schemas.microsoft.com/office/drawing/2014/main" id="{62FDBBDA-3C7E-1430-FECD-D9A1CB350BAB}"/>
                    </a:ext>
                  </a:extLst>
                </p14:cNvPr>
                <p14:cNvContentPartPr/>
                <p14:nvPr/>
              </p14:nvContentPartPr>
              <p14:xfrm>
                <a:off x="9147715" y="2874790"/>
                <a:ext cx="82080" cy="130680"/>
              </p14:xfrm>
            </p:contentPart>
          </mc:Choice>
          <mc:Fallback xmlns="">
            <p:pic>
              <p:nvPicPr>
                <p:cNvPr id="46" name="Ink 45">
                  <a:extLst>
                    <a:ext uri="{FF2B5EF4-FFF2-40B4-BE49-F238E27FC236}">
                      <a16:creationId xmlns:a16="http://schemas.microsoft.com/office/drawing/2014/main" id="{62FDBBDA-3C7E-1430-FECD-D9A1CB350BAB}"/>
                    </a:ext>
                  </a:extLst>
                </p:cNvPr>
                <p:cNvPicPr/>
                <p:nvPr/>
              </p:nvPicPr>
              <p:blipFill>
                <a:blip r:embed="rId84"/>
                <a:stretch>
                  <a:fillRect/>
                </a:stretch>
              </p:blipFill>
              <p:spPr>
                <a:xfrm>
                  <a:off x="9141595" y="2868670"/>
                  <a:ext cx="943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7" name="Ink 46">
                  <a:extLst>
                    <a:ext uri="{FF2B5EF4-FFF2-40B4-BE49-F238E27FC236}">
                      <a16:creationId xmlns:a16="http://schemas.microsoft.com/office/drawing/2014/main" id="{1BF2BC8C-CC66-93F5-2DF8-A713C9F62732}"/>
                    </a:ext>
                  </a:extLst>
                </p14:cNvPr>
                <p14:cNvContentPartPr/>
                <p14:nvPr/>
              </p14:nvContentPartPr>
              <p14:xfrm>
                <a:off x="9357595" y="2918350"/>
                <a:ext cx="208800" cy="101520"/>
              </p14:xfrm>
            </p:contentPart>
          </mc:Choice>
          <mc:Fallback xmlns="">
            <p:pic>
              <p:nvPicPr>
                <p:cNvPr id="47" name="Ink 46">
                  <a:extLst>
                    <a:ext uri="{FF2B5EF4-FFF2-40B4-BE49-F238E27FC236}">
                      <a16:creationId xmlns:a16="http://schemas.microsoft.com/office/drawing/2014/main" id="{1BF2BC8C-CC66-93F5-2DF8-A713C9F62732}"/>
                    </a:ext>
                  </a:extLst>
                </p:cNvPr>
                <p:cNvPicPr/>
                <p:nvPr/>
              </p:nvPicPr>
              <p:blipFill>
                <a:blip r:embed="rId86"/>
                <a:stretch>
                  <a:fillRect/>
                </a:stretch>
              </p:blipFill>
              <p:spPr>
                <a:xfrm>
                  <a:off x="9351475" y="2912230"/>
                  <a:ext cx="22104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8" name="Ink 47">
                  <a:extLst>
                    <a:ext uri="{FF2B5EF4-FFF2-40B4-BE49-F238E27FC236}">
                      <a16:creationId xmlns:a16="http://schemas.microsoft.com/office/drawing/2014/main" id="{6AF2DED1-07E6-26E4-6FF8-BFBB388B532E}"/>
                    </a:ext>
                  </a:extLst>
                </p14:cNvPr>
                <p14:cNvContentPartPr/>
                <p14:nvPr/>
              </p14:nvContentPartPr>
              <p14:xfrm>
                <a:off x="9564235" y="2589310"/>
                <a:ext cx="680040" cy="434520"/>
              </p14:xfrm>
            </p:contentPart>
          </mc:Choice>
          <mc:Fallback xmlns="">
            <p:pic>
              <p:nvPicPr>
                <p:cNvPr id="48" name="Ink 47">
                  <a:extLst>
                    <a:ext uri="{FF2B5EF4-FFF2-40B4-BE49-F238E27FC236}">
                      <a16:creationId xmlns:a16="http://schemas.microsoft.com/office/drawing/2014/main" id="{6AF2DED1-07E6-26E4-6FF8-BFBB388B532E}"/>
                    </a:ext>
                  </a:extLst>
                </p:cNvPr>
                <p:cNvPicPr/>
                <p:nvPr/>
              </p:nvPicPr>
              <p:blipFill>
                <a:blip r:embed="rId88"/>
                <a:stretch>
                  <a:fillRect/>
                </a:stretch>
              </p:blipFill>
              <p:spPr>
                <a:xfrm>
                  <a:off x="9558115" y="2583190"/>
                  <a:ext cx="69228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49" name="Ink 48">
                  <a:extLst>
                    <a:ext uri="{FF2B5EF4-FFF2-40B4-BE49-F238E27FC236}">
                      <a16:creationId xmlns:a16="http://schemas.microsoft.com/office/drawing/2014/main" id="{90C19354-53C4-7AB0-BFA7-16D95312EEA6}"/>
                    </a:ext>
                  </a:extLst>
                </p14:cNvPr>
                <p14:cNvContentPartPr/>
                <p14:nvPr/>
              </p14:nvContentPartPr>
              <p14:xfrm>
                <a:off x="10102075" y="2900710"/>
                <a:ext cx="294840" cy="126720"/>
              </p14:xfrm>
            </p:contentPart>
          </mc:Choice>
          <mc:Fallback xmlns="">
            <p:pic>
              <p:nvPicPr>
                <p:cNvPr id="49" name="Ink 48">
                  <a:extLst>
                    <a:ext uri="{FF2B5EF4-FFF2-40B4-BE49-F238E27FC236}">
                      <a16:creationId xmlns:a16="http://schemas.microsoft.com/office/drawing/2014/main" id="{90C19354-53C4-7AB0-BFA7-16D95312EEA6}"/>
                    </a:ext>
                  </a:extLst>
                </p:cNvPr>
                <p:cNvPicPr/>
                <p:nvPr/>
              </p:nvPicPr>
              <p:blipFill>
                <a:blip r:embed="rId90"/>
                <a:stretch>
                  <a:fillRect/>
                </a:stretch>
              </p:blipFill>
              <p:spPr>
                <a:xfrm>
                  <a:off x="10095955" y="2894590"/>
                  <a:ext cx="3070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0" name="Ink 49">
                  <a:extLst>
                    <a:ext uri="{FF2B5EF4-FFF2-40B4-BE49-F238E27FC236}">
                      <a16:creationId xmlns:a16="http://schemas.microsoft.com/office/drawing/2014/main" id="{C91104F2-81B0-7ECA-24E8-8ADF7B4E31DC}"/>
                    </a:ext>
                  </a:extLst>
                </p14:cNvPr>
                <p14:cNvContentPartPr/>
                <p14:nvPr/>
              </p14:nvContentPartPr>
              <p14:xfrm>
                <a:off x="9746035" y="2720710"/>
                <a:ext cx="127800" cy="41760"/>
              </p14:xfrm>
            </p:contentPart>
          </mc:Choice>
          <mc:Fallback xmlns="">
            <p:pic>
              <p:nvPicPr>
                <p:cNvPr id="50" name="Ink 49">
                  <a:extLst>
                    <a:ext uri="{FF2B5EF4-FFF2-40B4-BE49-F238E27FC236}">
                      <a16:creationId xmlns:a16="http://schemas.microsoft.com/office/drawing/2014/main" id="{C91104F2-81B0-7ECA-24E8-8ADF7B4E31DC}"/>
                    </a:ext>
                  </a:extLst>
                </p:cNvPr>
                <p:cNvPicPr/>
                <p:nvPr/>
              </p:nvPicPr>
              <p:blipFill>
                <a:blip r:embed="rId92"/>
                <a:stretch>
                  <a:fillRect/>
                </a:stretch>
              </p:blipFill>
              <p:spPr>
                <a:xfrm>
                  <a:off x="9739915" y="2714590"/>
                  <a:ext cx="14004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1" name="Ink 50">
                  <a:extLst>
                    <a:ext uri="{FF2B5EF4-FFF2-40B4-BE49-F238E27FC236}">
                      <a16:creationId xmlns:a16="http://schemas.microsoft.com/office/drawing/2014/main" id="{AA28F5D0-9D82-3129-035F-D4BF6DD7B0D0}"/>
                    </a:ext>
                  </a:extLst>
                </p14:cNvPr>
                <p14:cNvContentPartPr/>
                <p14:nvPr/>
              </p14:nvContentPartPr>
              <p14:xfrm>
                <a:off x="10610395" y="2561950"/>
                <a:ext cx="210600" cy="450720"/>
              </p14:xfrm>
            </p:contentPart>
          </mc:Choice>
          <mc:Fallback xmlns="">
            <p:pic>
              <p:nvPicPr>
                <p:cNvPr id="51" name="Ink 50">
                  <a:extLst>
                    <a:ext uri="{FF2B5EF4-FFF2-40B4-BE49-F238E27FC236}">
                      <a16:creationId xmlns:a16="http://schemas.microsoft.com/office/drawing/2014/main" id="{AA28F5D0-9D82-3129-035F-D4BF6DD7B0D0}"/>
                    </a:ext>
                  </a:extLst>
                </p:cNvPr>
                <p:cNvPicPr/>
                <p:nvPr/>
              </p:nvPicPr>
              <p:blipFill>
                <a:blip r:embed="rId94"/>
                <a:stretch>
                  <a:fillRect/>
                </a:stretch>
              </p:blipFill>
              <p:spPr>
                <a:xfrm>
                  <a:off x="10604275" y="2555830"/>
                  <a:ext cx="222840" cy="4629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2" name="Ink 51">
                  <a:extLst>
                    <a:ext uri="{FF2B5EF4-FFF2-40B4-BE49-F238E27FC236}">
                      <a16:creationId xmlns:a16="http://schemas.microsoft.com/office/drawing/2014/main" id="{2BCFF45D-EA97-654E-7615-2514EFFA4793}"/>
                    </a:ext>
                  </a:extLst>
                </p14:cNvPr>
                <p14:cNvContentPartPr/>
                <p14:nvPr/>
              </p14:nvContentPartPr>
              <p14:xfrm>
                <a:off x="10565755" y="2863270"/>
                <a:ext cx="149400" cy="27360"/>
              </p14:xfrm>
            </p:contentPart>
          </mc:Choice>
          <mc:Fallback xmlns="">
            <p:pic>
              <p:nvPicPr>
                <p:cNvPr id="52" name="Ink 51">
                  <a:extLst>
                    <a:ext uri="{FF2B5EF4-FFF2-40B4-BE49-F238E27FC236}">
                      <a16:creationId xmlns:a16="http://schemas.microsoft.com/office/drawing/2014/main" id="{2BCFF45D-EA97-654E-7615-2514EFFA4793}"/>
                    </a:ext>
                  </a:extLst>
                </p:cNvPr>
                <p:cNvPicPr/>
                <p:nvPr/>
              </p:nvPicPr>
              <p:blipFill>
                <a:blip r:embed="rId96"/>
                <a:stretch>
                  <a:fillRect/>
                </a:stretch>
              </p:blipFill>
              <p:spPr>
                <a:xfrm>
                  <a:off x="10559635" y="2857150"/>
                  <a:ext cx="1616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3" name="Ink 52">
                  <a:extLst>
                    <a:ext uri="{FF2B5EF4-FFF2-40B4-BE49-F238E27FC236}">
                      <a16:creationId xmlns:a16="http://schemas.microsoft.com/office/drawing/2014/main" id="{4A010D35-AC2B-A87E-29FA-1E1B2CB5A721}"/>
                    </a:ext>
                  </a:extLst>
                </p14:cNvPr>
                <p14:cNvContentPartPr/>
                <p14:nvPr/>
              </p14:nvContentPartPr>
              <p14:xfrm>
                <a:off x="10874275" y="2814670"/>
                <a:ext cx="38520" cy="6480"/>
              </p14:xfrm>
            </p:contentPart>
          </mc:Choice>
          <mc:Fallback xmlns="">
            <p:pic>
              <p:nvPicPr>
                <p:cNvPr id="53" name="Ink 52">
                  <a:extLst>
                    <a:ext uri="{FF2B5EF4-FFF2-40B4-BE49-F238E27FC236}">
                      <a16:creationId xmlns:a16="http://schemas.microsoft.com/office/drawing/2014/main" id="{4A010D35-AC2B-A87E-29FA-1E1B2CB5A721}"/>
                    </a:ext>
                  </a:extLst>
                </p:cNvPr>
                <p:cNvPicPr/>
                <p:nvPr/>
              </p:nvPicPr>
              <p:blipFill>
                <a:blip r:embed="rId98"/>
                <a:stretch>
                  <a:fillRect/>
                </a:stretch>
              </p:blipFill>
              <p:spPr>
                <a:xfrm>
                  <a:off x="10868155" y="2808550"/>
                  <a:ext cx="507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4" name="Ink 53">
                  <a:extLst>
                    <a:ext uri="{FF2B5EF4-FFF2-40B4-BE49-F238E27FC236}">
                      <a16:creationId xmlns:a16="http://schemas.microsoft.com/office/drawing/2014/main" id="{B76A82D5-D08C-E665-D1CF-55A11575AE3B}"/>
                    </a:ext>
                  </a:extLst>
                </p14:cNvPr>
                <p14:cNvContentPartPr/>
                <p14:nvPr/>
              </p14:nvContentPartPr>
              <p14:xfrm>
                <a:off x="10774195" y="2845990"/>
                <a:ext cx="215280" cy="119160"/>
              </p14:xfrm>
            </p:contentPart>
          </mc:Choice>
          <mc:Fallback xmlns="">
            <p:pic>
              <p:nvPicPr>
                <p:cNvPr id="54" name="Ink 53">
                  <a:extLst>
                    <a:ext uri="{FF2B5EF4-FFF2-40B4-BE49-F238E27FC236}">
                      <a16:creationId xmlns:a16="http://schemas.microsoft.com/office/drawing/2014/main" id="{B76A82D5-D08C-E665-D1CF-55A11575AE3B}"/>
                    </a:ext>
                  </a:extLst>
                </p:cNvPr>
                <p:cNvPicPr/>
                <p:nvPr/>
              </p:nvPicPr>
              <p:blipFill>
                <a:blip r:embed="rId100"/>
                <a:stretch>
                  <a:fillRect/>
                </a:stretch>
              </p:blipFill>
              <p:spPr>
                <a:xfrm>
                  <a:off x="10768075" y="2839870"/>
                  <a:ext cx="2275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5" name="Ink 54">
                  <a:extLst>
                    <a:ext uri="{FF2B5EF4-FFF2-40B4-BE49-F238E27FC236}">
                      <a16:creationId xmlns:a16="http://schemas.microsoft.com/office/drawing/2014/main" id="{571535F1-9902-EC80-5E84-7ACE6188BAF7}"/>
                    </a:ext>
                  </a:extLst>
                </p14:cNvPr>
                <p14:cNvContentPartPr/>
                <p14:nvPr/>
              </p14:nvContentPartPr>
              <p14:xfrm>
                <a:off x="10973995" y="2617390"/>
                <a:ext cx="360720" cy="410040"/>
              </p14:xfrm>
            </p:contentPart>
          </mc:Choice>
          <mc:Fallback xmlns="">
            <p:pic>
              <p:nvPicPr>
                <p:cNvPr id="55" name="Ink 54">
                  <a:extLst>
                    <a:ext uri="{FF2B5EF4-FFF2-40B4-BE49-F238E27FC236}">
                      <a16:creationId xmlns:a16="http://schemas.microsoft.com/office/drawing/2014/main" id="{571535F1-9902-EC80-5E84-7ACE6188BAF7}"/>
                    </a:ext>
                  </a:extLst>
                </p:cNvPr>
                <p:cNvPicPr/>
                <p:nvPr/>
              </p:nvPicPr>
              <p:blipFill>
                <a:blip r:embed="rId102"/>
                <a:stretch>
                  <a:fillRect/>
                </a:stretch>
              </p:blipFill>
              <p:spPr>
                <a:xfrm>
                  <a:off x="10967875" y="2611270"/>
                  <a:ext cx="37296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6" name="Ink 55">
                  <a:extLst>
                    <a:ext uri="{FF2B5EF4-FFF2-40B4-BE49-F238E27FC236}">
                      <a16:creationId xmlns:a16="http://schemas.microsoft.com/office/drawing/2014/main" id="{6E8ACAED-9827-7FA7-27DE-2CACD36A8BA1}"/>
                    </a:ext>
                  </a:extLst>
                </p14:cNvPr>
                <p14:cNvContentPartPr/>
                <p14:nvPr/>
              </p14:nvContentPartPr>
              <p14:xfrm>
                <a:off x="11263435" y="2840230"/>
                <a:ext cx="228960" cy="78840"/>
              </p14:xfrm>
            </p:contentPart>
          </mc:Choice>
          <mc:Fallback xmlns="">
            <p:pic>
              <p:nvPicPr>
                <p:cNvPr id="56" name="Ink 55">
                  <a:extLst>
                    <a:ext uri="{FF2B5EF4-FFF2-40B4-BE49-F238E27FC236}">
                      <a16:creationId xmlns:a16="http://schemas.microsoft.com/office/drawing/2014/main" id="{6E8ACAED-9827-7FA7-27DE-2CACD36A8BA1}"/>
                    </a:ext>
                  </a:extLst>
                </p:cNvPr>
                <p:cNvPicPr/>
                <p:nvPr/>
              </p:nvPicPr>
              <p:blipFill>
                <a:blip r:embed="rId104"/>
                <a:stretch>
                  <a:fillRect/>
                </a:stretch>
              </p:blipFill>
              <p:spPr>
                <a:xfrm>
                  <a:off x="11257315" y="2834110"/>
                  <a:ext cx="24120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7" name="Ink 56">
                  <a:extLst>
                    <a:ext uri="{FF2B5EF4-FFF2-40B4-BE49-F238E27FC236}">
                      <a16:creationId xmlns:a16="http://schemas.microsoft.com/office/drawing/2014/main" id="{8C214D58-C11E-C8ED-8BC7-BE3DCE27512B}"/>
                    </a:ext>
                  </a:extLst>
                </p14:cNvPr>
                <p14:cNvContentPartPr/>
                <p14:nvPr/>
              </p14:nvContentPartPr>
              <p14:xfrm>
                <a:off x="11590675" y="2790910"/>
                <a:ext cx="180360" cy="185760"/>
              </p14:xfrm>
            </p:contentPart>
          </mc:Choice>
          <mc:Fallback xmlns="">
            <p:pic>
              <p:nvPicPr>
                <p:cNvPr id="57" name="Ink 56">
                  <a:extLst>
                    <a:ext uri="{FF2B5EF4-FFF2-40B4-BE49-F238E27FC236}">
                      <a16:creationId xmlns:a16="http://schemas.microsoft.com/office/drawing/2014/main" id="{8C214D58-C11E-C8ED-8BC7-BE3DCE27512B}"/>
                    </a:ext>
                  </a:extLst>
                </p:cNvPr>
                <p:cNvPicPr/>
                <p:nvPr/>
              </p:nvPicPr>
              <p:blipFill>
                <a:blip r:embed="rId106"/>
                <a:stretch>
                  <a:fillRect/>
                </a:stretch>
              </p:blipFill>
              <p:spPr>
                <a:xfrm>
                  <a:off x="11584555" y="2784790"/>
                  <a:ext cx="19260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58" name="Ink 57">
                  <a:extLst>
                    <a:ext uri="{FF2B5EF4-FFF2-40B4-BE49-F238E27FC236}">
                      <a16:creationId xmlns:a16="http://schemas.microsoft.com/office/drawing/2014/main" id="{32C2FE6F-D77E-B7B5-3EB8-FF89E3273F74}"/>
                    </a:ext>
                  </a:extLst>
                </p14:cNvPr>
                <p14:cNvContentPartPr/>
                <p14:nvPr/>
              </p14:nvContentPartPr>
              <p14:xfrm>
                <a:off x="10789315" y="2830150"/>
                <a:ext cx="208440" cy="72720"/>
              </p14:xfrm>
            </p:contentPart>
          </mc:Choice>
          <mc:Fallback xmlns="">
            <p:pic>
              <p:nvPicPr>
                <p:cNvPr id="58" name="Ink 57">
                  <a:extLst>
                    <a:ext uri="{FF2B5EF4-FFF2-40B4-BE49-F238E27FC236}">
                      <a16:creationId xmlns:a16="http://schemas.microsoft.com/office/drawing/2014/main" id="{32C2FE6F-D77E-B7B5-3EB8-FF89E3273F74}"/>
                    </a:ext>
                  </a:extLst>
                </p:cNvPr>
                <p:cNvPicPr/>
                <p:nvPr/>
              </p:nvPicPr>
              <p:blipFill>
                <a:blip r:embed="rId108"/>
                <a:stretch>
                  <a:fillRect/>
                </a:stretch>
              </p:blipFill>
              <p:spPr>
                <a:xfrm>
                  <a:off x="10783195" y="2824030"/>
                  <a:ext cx="220680" cy="84960"/>
                </a:xfrm>
                <a:prstGeom prst="rect">
                  <a:avLst/>
                </a:prstGeom>
              </p:spPr>
            </p:pic>
          </mc:Fallback>
        </mc:AlternateContent>
      </p:grpSp>
      <p:grpSp>
        <p:nvGrpSpPr>
          <p:cNvPr id="94" name="Group 93">
            <a:extLst>
              <a:ext uri="{FF2B5EF4-FFF2-40B4-BE49-F238E27FC236}">
                <a16:creationId xmlns:a16="http://schemas.microsoft.com/office/drawing/2014/main" id="{29FDD2CF-A749-467E-76C4-A790019CFC9A}"/>
              </a:ext>
            </a:extLst>
          </p:cNvPr>
          <p:cNvGrpSpPr/>
          <p:nvPr/>
        </p:nvGrpSpPr>
        <p:grpSpPr>
          <a:xfrm>
            <a:off x="5745355" y="4482190"/>
            <a:ext cx="5910840" cy="1883520"/>
            <a:chOff x="5745355" y="4482190"/>
            <a:chExt cx="5910840" cy="1883520"/>
          </a:xfrm>
        </p:grpSpPr>
        <mc:AlternateContent xmlns:mc="http://schemas.openxmlformats.org/markup-compatibility/2006" xmlns:p14="http://schemas.microsoft.com/office/powerpoint/2010/main">
          <mc:Choice Requires="p14">
            <p:contentPart p14:bwMode="auto" r:id="rId109">
              <p14:nvContentPartPr>
                <p14:cNvPr id="60" name="Ink 59">
                  <a:extLst>
                    <a:ext uri="{FF2B5EF4-FFF2-40B4-BE49-F238E27FC236}">
                      <a16:creationId xmlns:a16="http://schemas.microsoft.com/office/drawing/2014/main" id="{1C272C7C-2B5F-486F-E494-02A12CBC87BB}"/>
                    </a:ext>
                  </a:extLst>
                </p14:cNvPr>
                <p14:cNvContentPartPr/>
                <p14:nvPr/>
              </p14:nvContentPartPr>
              <p14:xfrm>
                <a:off x="5957755" y="4782790"/>
                <a:ext cx="273960" cy="372240"/>
              </p14:xfrm>
            </p:contentPart>
          </mc:Choice>
          <mc:Fallback xmlns="">
            <p:pic>
              <p:nvPicPr>
                <p:cNvPr id="60" name="Ink 59">
                  <a:extLst>
                    <a:ext uri="{FF2B5EF4-FFF2-40B4-BE49-F238E27FC236}">
                      <a16:creationId xmlns:a16="http://schemas.microsoft.com/office/drawing/2014/main" id="{1C272C7C-2B5F-486F-E494-02A12CBC87BB}"/>
                    </a:ext>
                  </a:extLst>
                </p:cNvPr>
                <p:cNvPicPr/>
                <p:nvPr/>
              </p:nvPicPr>
              <p:blipFill>
                <a:blip r:embed="rId110"/>
                <a:stretch>
                  <a:fillRect/>
                </a:stretch>
              </p:blipFill>
              <p:spPr>
                <a:xfrm>
                  <a:off x="5951635" y="4776670"/>
                  <a:ext cx="28620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1" name="Ink 60">
                  <a:extLst>
                    <a:ext uri="{FF2B5EF4-FFF2-40B4-BE49-F238E27FC236}">
                      <a16:creationId xmlns:a16="http://schemas.microsoft.com/office/drawing/2014/main" id="{416D8304-386C-1F59-8BED-34B7875BAE6E}"/>
                    </a:ext>
                  </a:extLst>
                </p14:cNvPr>
                <p14:cNvContentPartPr/>
                <p14:nvPr/>
              </p14:nvContentPartPr>
              <p14:xfrm>
                <a:off x="5745355" y="5147110"/>
                <a:ext cx="633600" cy="807480"/>
              </p14:xfrm>
            </p:contentPart>
          </mc:Choice>
          <mc:Fallback xmlns="">
            <p:pic>
              <p:nvPicPr>
                <p:cNvPr id="61" name="Ink 60">
                  <a:extLst>
                    <a:ext uri="{FF2B5EF4-FFF2-40B4-BE49-F238E27FC236}">
                      <a16:creationId xmlns:a16="http://schemas.microsoft.com/office/drawing/2014/main" id="{416D8304-386C-1F59-8BED-34B7875BAE6E}"/>
                    </a:ext>
                  </a:extLst>
                </p:cNvPr>
                <p:cNvPicPr/>
                <p:nvPr/>
              </p:nvPicPr>
              <p:blipFill>
                <a:blip r:embed="rId112"/>
                <a:stretch>
                  <a:fillRect/>
                </a:stretch>
              </p:blipFill>
              <p:spPr>
                <a:xfrm>
                  <a:off x="5739235" y="5140990"/>
                  <a:ext cx="645840" cy="8197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2" name="Ink 61">
                  <a:extLst>
                    <a:ext uri="{FF2B5EF4-FFF2-40B4-BE49-F238E27FC236}">
                      <a16:creationId xmlns:a16="http://schemas.microsoft.com/office/drawing/2014/main" id="{B7F36784-4662-3813-B366-382095816648}"/>
                    </a:ext>
                  </a:extLst>
                </p14:cNvPr>
                <p14:cNvContentPartPr/>
                <p14:nvPr/>
              </p14:nvContentPartPr>
              <p14:xfrm>
                <a:off x="6259435" y="5876830"/>
                <a:ext cx="119880" cy="295560"/>
              </p14:xfrm>
            </p:contentPart>
          </mc:Choice>
          <mc:Fallback xmlns="">
            <p:pic>
              <p:nvPicPr>
                <p:cNvPr id="62" name="Ink 61">
                  <a:extLst>
                    <a:ext uri="{FF2B5EF4-FFF2-40B4-BE49-F238E27FC236}">
                      <a16:creationId xmlns:a16="http://schemas.microsoft.com/office/drawing/2014/main" id="{B7F36784-4662-3813-B366-382095816648}"/>
                    </a:ext>
                  </a:extLst>
                </p:cNvPr>
                <p:cNvPicPr/>
                <p:nvPr/>
              </p:nvPicPr>
              <p:blipFill>
                <a:blip r:embed="rId114"/>
                <a:stretch>
                  <a:fillRect/>
                </a:stretch>
              </p:blipFill>
              <p:spPr>
                <a:xfrm>
                  <a:off x="6253315" y="5870710"/>
                  <a:ext cx="13212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3" name="Ink 62">
                  <a:extLst>
                    <a:ext uri="{FF2B5EF4-FFF2-40B4-BE49-F238E27FC236}">
                      <a16:creationId xmlns:a16="http://schemas.microsoft.com/office/drawing/2014/main" id="{2302A876-B479-ED70-66B8-F6DA6DF4E0B0}"/>
                    </a:ext>
                  </a:extLst>
                </p14:cNvPr>
                <p14:cNvContentPartPr/>
                <p14:nvPr/>
              </p14:nvContentPartPr>
              <p14:xfrm>
                <a:off x="6562555" y="5876470"/>
                <a:ext cx="179640" cy="255240"/>
              </p14:xfrm>
            </p:contentPart>
          </mc:Choice>
          <mc:Fallback xmlns="">
            <p:pic>
              <p:nvPicPr>
                <p:cNvPr id="63" name="Ink 62">
                  <a:extLst>
                    <a:ext uri="{FF2B5EF4-FFF2-40B4-BE49-F238E27FC236}">
                      <a16:creationId xmlns:a16="http://schemas.microsoft.com/office/drawing/2014/main" id="{2302A876-B479-ED70-66B8-F6DA6DF4E0B0}"/>
                    </a:ext>
                  </a:extLst>
                </p:cNvPr>
                <p:cNvPicPr/>
                <p:nvPr/>
              </p:nvPicPr>
              <p:blipFill>
                <a:blip r:embed="rId116"/>
                <a:stretch>
                  <a:fillRect/>
                </a:stretch>
              </p:blipFill>
              <p:spPr>
                <a:xfrm>
                  <a:off x="6556435" y="5870350"/>
                  <a:ext cx="19188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4" name="Ink 63">
                  <a:extLst>
                    <a:ext uri="{FF2B5EF4-FFF2-40B4-BE49-F238E27FC236}">
                      <a16:creationId xmlns:a16="http://schemas.microsoft.com/office/drawing/2014/main" id="{B9A80789-66F0-CAB2-5A35-722B9B5E29A5}"/>
                    </a:ext>
                  </a:extLst>
                </p14:cNvPr>
                <p14:cNvContentPartPr/>
                <p14:nvPr/>
              </p14:nvContentPartPr>
              <p14:xfrm>
                <a:off x="6759835" y="5647870"/>
                <a:ext cx="735840" cy="717840"/>
              </p14:xfrm>
            </p:contentPart>
          </mc:Choice>
          <mc:Fallback xmlns="">
            <p:pic>
              <p:nvPicPr>
                <p:cNvPr id="64" name="Ink 63">
                  <a:extLst>
                    <a:ext uri="{FF2B5EF4-FFF2-40B4-BE49-F238E27FC236}">
                      <a16:creationId xmlns:a16="http://schemas.microsoft.com/office/drawing/2014/main" id="{B9A80789-66F0-CAB2-5A35-722B9B5E29A5}"/>
                    </a:ext>
                  </a:extLst>
                </p:cNvPr>
                <p:cNvPicPr/>
                <p:nvPr/>
              </p:nvPicPr>
              <p:blipFill>
                <a:blip r:embed="rId118"/>
                <a:stretch>
                  <a:fillRect/>
                </a:stretch>
              </p:blipFill>
              <p:spPr>
                <a:xfrm>
                  <a:off x="6753715" y="5641750"/>
                  <a:ext cx="748080" cy="7300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5" name="Ink 64">
                  <a:extLst>
                    <a:ext uri="{FF2B5EF4-FFF2-40B4-BE49-F238E27FC236}">
                      <a16:creationId xmlns:a16="http://schemas.microsoft.com/office/drawing/2014/main" id="{1A390670-4C66-B549-B3B7-76E53C95E0B8}"/>
                    </a:ext>
                  </a:extLst>
                </p14:cNvPr>
                <p14:cNvContentPartPr/>
                <p14:nvPr/>
              </p14:nvContentPartPr>
              <p14:xfrm>
                <a:off x="7534555" y="5581630"/>
                <a:ext cx="64800" cy="415080"/>
              </p14:xfrm>
            </p:contentPart>
          </mc:Choice>
          <mc:Fallback xmlns="">
            <p:pic>
              <p:nvPicPr>
                <p:cNvPr id="65" name="Ink 64">
                  <a:extLst>
                    <a:ext uri="{FF2B5EF4-FFF2-40B4-BE49-F238E27FC236}">
                      <a16:creationId xmlns:a16="http://schemas.microsoft.com/office/drawing/2014/main" id="{1A390670-4C66-B549-B3B7-76E53C95E0B8}"/>
                    </a:ext>
                  </a:extLst>
                </p:cNvPr>
                <p:cNvPicPr/>
                <p:nvPr/>
              </p:nvPicPr>
              <p:blipFill>
                <a:blip r:embed="rId120"/>
                <a:stretch>
                  <a:fillRect/>
                </a:stretch>
              </p:blipFill>
              <p:spPr>
                <a:xfrm>
                  <a:off x="7528435" y="5575510"/>
                  <a:ext cx="77040" cy="4273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6" name="Ink 65">
                  <a:extLst>
                    <a:ext uri="{FF2B5EF4-FFF2-40B4-BE49-F238E27FC236}">
                      <a16:creationId xmlns:a16="http://schemas.microsoft.com/office/drawing/2014/main" id="{F2EC914D-40BD-C8DC-9CE9-46FCA3330BFA}"/>
                    </a:ext>
                  </a:extLst>
                </p14:cNvPr>
                <p14:cNvContentPartPr/>
                <p14:nvPr/>
              </p14:nvContentPartPr>
              <p14:xfrm>
                <a:off x="7667755" y="5847310"/>
                <a:ext cx="138600" cy="93600"/>
              </p14:xfrm>
            </p:contentPart>
          </mc:Choice>
          <mc:Fallback xmlns="">
            <p:pic>
              <p:nvPicPr>
                <p:cNvPr id="66" name="Ink 65">
                  <a:extLst>
                    <a:ext uri="{FF2B5EF4-FFF2-40B4-BE49-F238E27FC236}">
                      <a16:creationId xmlns:a16="http://schemas.microsoft.com/office/drawing/2014/main" id="{F2EC914D-40BD-C8DC-9CE9-46FCA3330BFA}"/>
                    </a:ext>
                  </a:extLst>
                </p:cNvPr>
                <p:cNvPicPr/>
                <p:nvPr/>
              </p:nvPicPr>
              <p:blipFill>
                <a:blip r:embed="rId122"/>
                <a:stretch>
                  <a:fillRect/>
                </a:stretch>
              </p:blipFill>
              <p:spPr>
                <a:xfrm>
                  <a:off x="7661635" y="5841190"/>
                  <a:ext cx="1508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68" name="Ink 67">
                  <a:extLst>
                    <a:ext uri="{FF2B5EF4-FFF2-40B4-BE49-F238E27FC236}">
                      <a16:creationId xmlns:a16="http://schemas.microsoft.com/office/drawing/2014/main" id="{86706032-B578-F450-FF02-A9F8B87F6FE3}"/>
                    </a:ext>
                  </a:extLst>
                </p14:cNvPr>
                <p14:cNvContentPartPr/>
                <p14:nvPr/>
              </p14:nvContentPartPr>
              <p14:xfrm>
                <a:off x="8039635" y="5534110"/>
                <a:ext cx="105120" cy="818280"/>
              </p14:xfrm>
            </p:contentPart>
          </mc:Choice>
          <mc:Fallback xmlns="">
            <p:pic>
              <p:nvPicPr>
                <p:cNvPr id="68" name="Ink 67">
                  <a:extLst>
                    <a:ext uri="{FF2B5EF4-FFF2-40B4-BE49-F238E27FC236}">
                      <a16:creationId xmlns:a16="http://schemas.microsoft.com/office/drawing/2014/main" id="{86706032-B578-F450-FF02-A9F8B87F6FE3}"/>
                    </a:ext>
                  </a:extLst>
                </p:cNvPr>
                <p:cNvPicPr/>
                <p:nvPr/>
              </p:nvPicPr>
              <p:blipFill>
                <a:blip r:embed="rId124"/>
                <a:stretch>
                  <a:fillRect/>
                </a:stretch>
              </p:blipFill>
              <p:spPr>
                <a:xfrm>
                  <a:off x="8033515" y="5527990"/>
                  <a:ext cx="117360" cy="8305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69" name="Ink 68">
                  <a:extLst>
                    <a:ext uri="{FF2B5EF4-FFF2-40B4-BE49-F238E27FC236}">
                      <a16:creationId xmlns:a16="http://schemas.microsoft.com/office/drawing/2014/main" id="{82BB42AF-4F09-446A-7639-F3E252C64F46}"/>
                    </a:ext>
                  </a:extLst>
                </p14:cNvPr>
                <p14:cNvContentPartPr/>
                <p14:nvPr/>
              </p14:nvContentPartPr>
              <p14:xfrm>
                <a:off x="8022355" y="5745430"/>
                <a:ext cx="52560" cy="123480"/>
              </p14:xfrm>
            </p:contentPart>
          </mc:Choice>
          <mc:Fallback xmlns="">
            <p:pic>
              <p:nvPicPr>
                <p:cNvPr id="69" name="Ink 68">
                  <a:extLst>
                    <a:ext uri="{FF2B5EF4-FFF2-40B4-BE49-F238E27FC236}">
                      <a16:creationId xmlns:a16="http://schemas.microsoft.com/office/drawing/2014/main" id="{82BB42AF-4F09-446A-7639-F3E252C64F46}"/>
                    </a:ext>
                  </a:extLst>
                </p:cNvPr>
                <p:cNvPicPr/>
                <p:nvPr/>
              </p:nvPicPr>
              <p:blipFill>
                <a:blip r:embed="rId126"/>
                <a:stretch>
                  <a:fillRect/>
                </a:stretch>
              </p:blipFill>
              <p:spPr>
                <a:xfrm>
                  <a:off x="8016235" y="5739310"/>
                  <a:ext cx="648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0" name="Ink 69">
                  <a:extLst>
                    <a:ext uri="{FF2B5EF4-FFF2-40B4-BE49-F238E27FC236}">
                      <a16:creationId xmlns:a16="http://schemas.microsoft.com/office/drawing/2014/main" id="{D606973F-8082-573D-5992-ECC7957CCB99}"/>
                    </a:ext>
                  </a:extLst>
                </p14:cNvPr>
                <p14:cNvContentPartPr/>
                <p14:nvPr/>
              </p14:nvContentPartPr>
              <p14:xfrm>
                <a:off x="8175355" y="5485150"/>
                <a:ext cx="545400" cy="745920"/>
              </p14:xfrm>
            </p:contentPart>
          </mc:Choice>
          <mc:Fallback xmlns="">
            <p:pic>
              <p:nvPicPr>
                <p:cNvPr id="70" name="Ink 69">
                  <a:extLst>
                    <a:ext uri="{FF2B5EF4-FFF2-40B4-BE49-F238E27FC236}">
                      <a16:creationId xmlns:a16="http://schemas.microsoft.com/office/drawing/2014/main" id="{D606973F-8082-573D-5992-ECC7957CCB99}"/>
                    </a:ext>
                  </a:extLst>
                </p:cNvPr>
                <p:cNvPicPr/>
                <p:nvPr/>
              </p:nvPicPr>
              <p:blipFill>
                <a:blip r:embed="rId128"/>
                <a:stretch>
                  <a:fillRect/>
                </a:stretch>
              </p:blipFill>
              <p:spPr>
                <a:xfrm>
                  <a:off x="8169235" y="5479030"/>
                  <a:ext cx="557640" cy="7581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1" name="Ink 70">
                  <a:extLst>
                    <a:ext uri="{FF2B5EF4-FFF2-40B4-BE49-F238E27FC236}">
                      <a16:creationId xmlns:a16="http://schemas.microsoft.com/office/drawing/2014/main" id="{76A5E94E-8E00-2C11-E552-937DE853F6F1}"/>
                    </a:ext>
                  </a:extLst>
                </p14:cNvPr>
                <p14:cNvContentPartPr/>
                <p14:nvPr/>
              </p14:nvContentPartPr>
              <p14:xfrm>
                <a:off x="8763595" y="5763070"/>
                <a:ext cx="150480" cy="56160"/>
              </p14:xfrm>
            </p:contentPart>
          </mc:Choice>
          <mc:Fallback xmlns="">
            <p:pic>
              <p:nvPicPr>
                <p:cNvPr id="71" name="Ink 70">
                  <a:extLst>
                    <a:ext uri="{FF2B5EF4-FFF2-40B4-BE49-F238E27FC236}">
                      <a16:creationId xmlns:a16="http://schemas.microsoft.com/office/drawing/2014/main" id="{76A5E94E-8E00-2C11-E552-937DE853F6F1}"/>
                    </a:ext>
                  </a:extLst>
                </p:cNvPr>
                <p:cNvPicPr/>
                <p:nvPr/>
              </p:nvPicPr>
              <p:blipFill>
                <a:blip r:embed="rId130"/>
                <a:stretch>
                  <a:fillRect/>
                </a:stretch>
              </p:blipFill>
              <p:spPr>
                <a:xfrm>
                  <a:off x="8757475" y="5756950"/>
                  <a:ext cx="16272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2" name="Ink 71">
                  <a:extLst>
                    <a:ext uri="{FF2B5EF4-FFF2-40B4-BE49-F238E27FC236}">
                      <a16:creationId xmlns:a16="http://schemas.microsoft.com/office/drawing/2014/main" id="{168D1355-B24B-415E-AFA1-24902D597218}"/>
                    </a:ext>
                  </a:extLst>
                </p14:cNvPr>
                <p14:cNvContentPartPr/>
                <p14:nvPr/>
              </p14:nvContentPartPr>
              <p14:xfrm>
                <a:off x="8950435" y="5462110"/>
                <a:ext cx="335520" cy="399600"/>
              </p14:xfrm>
            </p:contentPart>
          </mc:Choice>
          <mc:Fallback xmlns="">
            <p:pic>
              <p:nvPicPr>
                <p:cNvPr id="72" name="Ink 71">
                  <a:extLst>
                    <a:ext uri="{FF2B5EF4-FFF2-40B4-BE49-F238E27FC236}">
                      <a16:creationId xmlns:a16="http://schemas.microsoft.com/office/drawing/2014/main" id="{168D1355-B24B-415E-AFA1-24902D597218}"/>
                    </a:ext>
                  </a:extLst>
                </p:cNvPr>
                <p:cNvPicPr/>
                <p:nvPr/>
              </p:nvPicPr>
              <p:blipFill>
                <a:blip r:embed="rId132"/>
                <a:stretch>
                  <a:fillRect/>
                </a:stretch>
              </p:blipFill>
              <p:spPr>
                <a:xfrm>
                  <a:off x="8944315" y="5455990"/>
                  <a:ext cx="34776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3" name="Ink 72">
                  <a:extLst>
                    <a:ext uri="{FF2B5EF4-FFF2-40B4-BE49-F238E27FC236}">
                      <a16:creationId xmlns:a16="http://schemas.microsoft.com/office/drawing/2014/main" id="{B1C72BCC-5F75-C394-5E16-212BC38C63D1}"/>
                    </a:ext>
                  </a:extLst>
                </p14:cNvPr>
                <p14:cNvContentPartPr/>
                <p14:nvPr/>
              </p14:nvContentPartPr>
              <p14:xfrm>
                <a:off x="9213955" y="5621230"/>
                <a:ext cx="165960" cy="171000"/>
              </p14:xfrm>
            </p:contentPart>
          </mc:Choice>
          <mc:Fallback xmlns="">
            <p:pic>
              <p:nvPicPr>
                <p:cNvPr id="73" name="Ink 72">
                  <a:extLst>
                    <a:ext uri="{FF2B5EF4-FFF2-40B4-BE49-F238E27FC236}">
                      <a16:creationId xmlns:a16="http://schemas.microsoft.com/office/drawing/2014/main" id="{B1C72BCC-5F75-C394-5E16-212BC38C63D1}"/>
                    </a:ext>
                  </a:extLst>
                </p:cNvPr>
                <p:cNvPicPr/>
                <p:nvPr/>
              </p:nvPicPr>
              <p:blipFill>
                <a:blip r:embed="rId134"/>
                <a:stretch>
                  <a:fillRect/>
                </a:stretch>
              </p:blipFill>
              <p:spPr>
                <a:xfrm>
                  <a:off x="9207835" y="5615110"/>
                  <a:ext cx="1782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4" name="Ink 73">
                  <a:extLst>
                    <a:ext uri="{FF2B5EF4-FFF2-40B4-BE49-F238E27FC236}">
                      <a16:creationId xmlns:a16="http://schemas.microsoft.com/office/drawing/2014/main" id="{F5F86C9A-E5E6-7419-9A5E-A0FFCF1C2FCE}"/>
                    </a:ext>
                  </a:extLst>
                </p14:cNvPr>
                <p14:cNvContentPartPr/>
                <p14:nvPr/>
              </p14:nvContentPartPr>
              <p14:xfrm>
                <a:off x="9386755" y="5434750"/>
                <a:ext cx="31320" cy="46080"/>
              </p14:xfrm>
            </p:contentPart>
          </mc:Choice>
          <mc:Fallback xmlns="">
            <p:pic>
              <p:nvPicPr>
                <p:cNvPr id="74" name="Ink 73">
                  <a:extLst>
                    <a:ext uri="{FF2B5EF4-FFF2-40B4-BE49-F238E27FC236}">
                      <a16:creationId xmlns:a16="http://schemas.microsoft.com/office/drawing/2014/main" id="{F5F86C9A-E5E6-7419-9A5E-A0FFCF1C2FCE}"/>
                    </a:ext>
                  </a:extLst>
                </p:cNvPr>
                <p:cNvPicPr/>
                <p:nvPr/>
              </p:nvPicPr>
              <p:blipFill>
                <a:blip r:embed="rId136"/>
                <a:stretch>
                  <a:fillRect/>
                </a:stretch>
              </p:blipFill>
              <p:spPr>
                <a:xfrm>
                  <a:off x="9380635" y="5428630"/>
                  <a:ext cx="4356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5" name="Ink 74">
                  <a:extLst>
                    <a:ext uri="{FF2B5EF4-FFF2-40B4-BE49-F238E27FC236}">
                      <a16:creationId xmlns:a16="http://schemas.microsoft.com/office/drawing/2014/main" id="{62B5FFFC-50C5-4C95-44E2-1D2898BE595D}"/>
                    </a:ext>
                  </a:extLst>
                </p14:cNvPr>
                <p14:cNvContentPartPr/>
                <p14:nvPr/>
              </p14:nvContentPartPr>
              <p14:xfrm>
                <a:off x="9501595" y="5593150"/>
                <a:ext cx="391320" cy="160920"/>
              </p14:xfrm>
            </p:contentPart>
          </mc:Choice>
          <mc:Fallback xmlns="">
            <p:pic>
              <p:nvPicPr>
                <p:cNvPr id="75" name="Ink 74">
                  <a:extLst>
                    <a:ext uri="{FF2B5EF4-FFF2-40B4-BE49-F238E27FC236}">
                      <a16:creationId xmlns:a16="http://schemas.microsoft.com/office/drawing/2014/main" id="{62B5FFFC-50C5-4C95-44E2-1D2898BE595D}"/>
                    </a:ext>
                  </a:extLst>
                </p:cNvPr>
                <p:cNvPicPr/>
                <p:nvPr/>
              </p:nvPicPr>
              <p:blipFill>
                <a:blip r:embed="rId138"/>
                <a:stretch>
                  <a:fillRect/>
                </a:stretch>
              </p:blipFill>
              <p:spPr>
                <a:xfrm>
                  <a:off x="9495475" y="5587030"/>
                  <a:ext cx="4035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76" name="Ink 75">
                  <a:extLst>
                    <a:ext uri="{FF2B5EF4-FFF2-40B4-BE49-F238E27FC236}">
                      <a16:creationId xmlns:a16="http://schemas.microsoft.com/office/drawing/2014/main" id="{37EE8407-A46C-5D15-2E9E-4990D38A5F91}"/>
                    </a:ext>
                  </a:extLst>
                </p14:cNvPr>
                <p14:cNvContentPartPr/>
                <p14:nvPr/>
              </p14:nvContentPartPr>
              <p14:xfrm>
                <a:off x="6336475" y="5868550"/>
                <a:ext cx="4070520" cy="454680"/>
              </p14:xfrm>
            </p:contentPart>
          </mc:Choice>
          <mc:Fallback xmlns="">
            <p:pic>
              <p:nvPicPr>
                <p:cNvPr id="76" name="Ink 75">
                  <a:extLst>
                    <a:ext uri="{FF2B5EF4-FFF2-40B4-BE49-F238E27FC236}">
                      <a16:creationId xmlns:a16="http://schemas.microsoft.com/office/drawing/2014/main" id="{37EE8407-A46C-5D15-2E9E-4990D38A5F91}"/>
                    </a:ext>
                  </a:extLst>
                </p:cNvPr>
                <p:cNvPicPr/>
                <p:nvPr/>
              </p:nvPicPr>
              <p:blipFill>
                <a:blip r:embed="rId140"/>
                <a:stretch>
                  <a:fillRect/>
                </a:stretch>
              </p:blipFill>
              <p:spPr>
                <a:xfrm>
                  <a:off x="6330355" y="5862430"/>
                  <a:ext cx="4082760" cy="4669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77" name="Ink 76">
                  <a:extLst>
                    <a:ext uri="{FF2B5EF4-FFF2-40B4-BE49-F238E27FC236}">
                      <a16:creationId xmlns:a16="http://schemas.microsoft.com/office/drawing/2014/main" id="{97172255-02C1-4FDB-FB4D-AB18CD4A3830}"/>
                    </a:ext>
                  </a:extLst>
                </p14:cNvPr>
                <p14:cNvContentPartPr/>
                <p14:nvPr/>
              </p14:nvContentPartPr>
              <p14:xfrm>
                <a:off x="6257275" y="4683430"/>
                <a:ext cx="352800" cy="553320"/>
              </p14:xfrm>
            </p:contentPart>
          </mc:Choice>
          <mc:Fallback xmlns="">
            <p:pic>
              <p:nvPicPr>
                <p:cNvPr id="77" name="Ink 76">
                  <a:extLst>
                    <a:ext uri="{FF2B5EF4-FFF2-40B4-BE49-F238E27FC236}">
                      <a16:creationId xmlns:a16="http://schemas.microsoft.com/office/drawing/2014/main" id="{97172255-02C1-4FDB-FB4D-AB18CD4A3830}"/>
                    </a:ext>
                  </a:extLst>
                </p:cNvPr>
                <p:cNvPicPr/>
                <p:nvPr/>
              </p:nvPicPr>
              <p:blipFill>
                <a:blip r:embed="rId142"/>
                <a:stretch>
                  <a:fillRect/>
                </a:stretch>
              </p:blipFill>
              <p:spPr>
                <a:xfrm>
                  <a:off x="6251155" y="4677310"/>
                  <a:ext cx="365040" cy="5655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78" name="Ink 77">
                  <a:extLst>
                    <a:ext uri="{FF2B5EF4-FFF2-40B4-BE49-F238E27FC236}">
                      <a16:creationId xmlns:a16="http://schemas.microsoft.com/office/drawing/2014/main" id="{2874DA84-B83D-F5C8-DE49-63FD13962F68}"/>
                    </a:ext>
                  </a:extLst>
                </p14:cNvPr>
                <p14:cNvContentPartPr/>
                <p14:nvPr/>
              </p14:nvContentPartPr>
              <p14:xfrm>
                <a:off x="6698635" y="4831390"/>
                <a:ext cx="352800" cy="88200"/>
              </p14:xfrm>
            </p:contentPart>
          </mc:Choice>
          <mc:Fallback xmlns="">
            <p:pic>
              <p:nvPicPr>
                <p:cNvPr id="78" name="Ink 77">
                  <a:extLst>
                    <a:ext uri="{FF2B5EF4-FFF2-40B4-BE49-F238E27FC236}">
                      <a16:creationId xmlns:a16="http://schemas.microsoft.com/office/drawing/2014/main" id="{2874DA84-B83D-F5C8-DE49-63FD13962F68}"/>
                    </a:ext>
                  </a:extLst>
                </p:cNvPr>
                <p:cNvPicPr/>
                <p:nvPr/>
              </p:nvPicPr>
              <p:blipFill>
                <a:blip r:embed="rId144"/>
                <a:stretch>
                  <a:fillRect/>
                </a:stretch>
              </p:blipFill>
              <p:spPr>
                <a:xfrm>
                  <a:off x="6692515" y="4825270"/>
                  <a:ext cx="3650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79" name="Ink 78">
                  <a:extLst>
                    <a:ext uri="{FF2B5EF4-FFF2-40B4-BE49-F238E27FC236}">
                      <a16:creationId xmlns:a16="http://schemas.microsoft.com/office/drawing/2014/main" id="{18C49451-129D-D207-5216-E7FF8200498E}"/>
                    </a:ext>
                  </a:extLst>
                </p14:cNvPr>
                <p14:cNvContentPartPr/>
                <p14:nvPr/>
              </p14:nvContentPartPr>
              <p14:xfrm>
                <a:off x="6916075" y="4748230"/>
                <a:ext cx="162360" cy="331920"/>
              </p14:xfrm>
            </p:contentPart>
          </mc:Choice>
          <mc:Fallback xmlns="">
            <p:pic>
              <p:nvPicPr>
                <p:cNvPr id="79" name="Ink 78">
                  <a:extLst>
                    <a:ext uri="{FF2B5EF4-FFF2-40B4-BE49-F238E27FC236}">
                      <a16:creationId xmlns:a16="http://schemas.microsoft.com/office/drawing/2014/main" id="{18C49451-129D-D207-5216-E7FF8200498E}"/>
                    </a:ext>
                  </a:extLst>
                </p:cNvPr>
                <p:cNvPicPr/>
                <p:nvPr/>
              </p:nvPicPr>
              <p:blipFill>
                <a:blip r:embed="rId146"/>
                <a:stretch>
                  <a:fillRect/>
                </a:stretch>
              </p:blipFill>
              <p:spPr>
                <a:xfrm>
                  <a:off x="6909955" y="4742110"/>
                  <a:ext cx="17460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0" name="Ink 79">
                  <a:extLst>
                    <a:ext uri="{FF2B5EF4-FFF2-40B4-BE49-F238E27FC236}">
                      <a16:creationId xmlns:a16="http://schemas.microsoft.com/office/drawing/2014/main" id="{D6F4E51F-29F6-D217-9F1E-22F4740831E9}"/>
                    </a:ext>
                  </a:extLst>
                </p14:cNvPr>
                <p14:cNvContentPartPr/>
                <p14:nvPr/>
              </p14:nvContentPartPr>
              <p14:xfrm>
                <a:off x="7322155" y="4624390"/>
                <a:ext cx="106200" cy="697320"/>
              </p14:xfrm>
            </p:contentPart>
          </mc:Choice>
          <mc:Fallback xmlns="">
            <p:pic>
              <p:nvPicPr>
                <p:cNvPr id="80" name="Ink 79">
                  <a:extLst>
                    <a:ext uri="{FF2B5EF4-FFF2-40B4-BE49-F238E27FC236}">
                      <a16:creationId xmlns:a16="http://schemas.microsoft.com/office/drawing/2014/main" id="{D6F4E51F-29F6-D217-9F1E-22F4740831E9}"/>
                    </a:ext>
                  </a:extLst>
                </p:cNvPr>
                <p:cNvPicPr/>
                <p:nvPr/>
              </p:nvPicPr>
              <p:blipFill>
                <a:blip r:embed="rId148"/>
                <a:stretch>
                  <a:fillRect/>
                </a:stretch>
              </p:blipFill>
              <p:spPr>
                <a:xfrm>
                  <a:off x="7316035" y="4618270"/>
                  <a:ext cx="11844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1" name="Ink 80">
                  <a:extLst>
                    <a:ext uri="{FF2B5EF4-FFF2-40B4-BE49-F238E27FC236}">
                      <a16:creationId xmlns:a16="http://schemas.microsoft.com/office/drawing/2014/main" id="{4D32924B-CDAC-8904-0E63-B87B84C34F65}"/>
                    </a:ext>
                  </a:extLst>
                </p14:cNvPr>
                <p14:cNvContentPartPr/>
                <p14:nvPr/>
              </p14:nvContentPartPr>
              <p14:xfrm>
                <a:off x="7574155" y="4612510"/>
                <a:ext cx="287640" cy="834120"/>
              </p14:xfrm>
            </p:contentPart>
          </mc:Choice>
          <mc:Fallback xmlns="">
            <p:pic>
              <p:nvPicPr>
                <p:cNvPr id="81" name="Ink 80">
                  <a:extLst>
                    <a:ext uri="{FF2B5EF4-FFF2-40B4-BE49-F238E27FC236}">
                      <a16:creationId xmlns:a16="http://schemas.microsoft.com/office/drawing/2014/main" id="{4D32924B-CDAC-8904-0E63-B87B84C34F65}"/>
                    </a:ext>
                  </a:extLst>
                </p:cNvPr>
                <p:cNvPicPr/>
                <p:nvPr/>
              </p:nvPicPr>
              <p:blipFill>
                <a:blip r:embed="rId150"/>
                <a:stretch>
                  <a:fillRect/>
                </a:stretch>
              </p:blipFill>
              <p:spPr>
                <a:xfrm>
                  <a:off x="7568035" y="4606390"/>
                  <a:ext cx="299880" cy="8463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2" name="Ink 81">
                  <a:extLst>
                    <a:ext uri="{FF2B5EF4-FFF2-40B4-BE49-F238E27FC236}">
                      <a16:creationId xmlns:a16="http://schemas.microsoft.com/office/drawing/2014/main" id="{1331FE05-E15A-00B7-8EC4-18775D8350CE}"/>
                    </a:ext>
                  </a:extLst>
                </p14:cNvPr>
                <p14:cNvContentPartPr/>
                <p14:nvPr/>
              </p14:nvContentPartPr>
              <p14:xfrm>
                <a:off x="7971595" y="4544470"/>
                <a:ext cx="432000" cy="547920"/>
              </p14:xfrm>
            </p:contentPart>
          </mc:Choice>
          <mc:Fallback xmlns="">
            <p:pic>
              <p:nvPicPr>
                <p:cNvPr id="82" name="Ink 81">
                  <a:extLst>
                    <a:ext uri="{FF2B5EF4-FFF2-40B4-BE49-F238E27FC236}">
                      <a16:creationId xmlns:a16="http://schemas.microsoft.com/office/drawing/2014/main" id="{1331FE05-E15A-00B7-8EC4-18775D8350CE}"/>
                    </a:ext>
                  </a:extLst>
                </p:cNvPr>
                <p:cNvPicPr/>
                <p:nvPr/>
              </p:nvPicPr>
              <p:blipFill>
                <a:blip r:embed="rId152"/>
                <a:stretch>
                  <a:fillRect/>
                </a:stretch>
              </p:blipFill>
              <p:spPr>
                <a:xfrm>
                  <a:off x="7965475" y="4538350"/>
                  <a:ext cx="444240" cy="5601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3" name="Ink 82">
                  <a:extLst>
                    <a:ext uri="{FF2B5EF4-FFF2-40B4-BE49-F238E27FC236}">
                      <a16:creationId xmlns:a16="http://schemas.microsoft.com/office/drawing/2014/main" id="{00F75C15-B8D5-95F7-5F09-FDDCA6C1E36D}"/>
                    </a:ext>
                  </a:extLst>
                </p14:cNvPr>
                <p14:cNvContentPartPr/>
                <p14:nvPr/>
              </p14:nvContentPartPr>
              <p14:xfrm>
                <a:off x="8440315" y="4482190"/>
                <a:ext cx="1104840" cy="591840"/>
              </p14:xfrm>
            </p:contentPart>
          </mc:Choice>
          <mc:Fallback xmlns="">
            <p:pic>
              <p:nvPicPr>
                <p:cNvPr id="83" name="Ink 82">
                  <a:extLst>
                    <a:ext uri="{FF2B5EF4-FFF2-40B4-BE49-F238E27FC236}">
                      <a16:creationId xmlns:a16="http://schemas.microsoft.com/office/drawing/2014/main" id="{00F75C15-B8D5-95F7-5F09-FDDCA6C1E36D}"/>
                    </a:ext>
                  </a:extLst>
                </p:cNvPr>
                <p:cNvPicPr/>
                <p:nvPr/>
              </p:nvPicPr>
              <p:blipFill>
                <a:blip r:embed="rId154"/>
                <a:stretch>
                  <a:fillRect/>
                </a:stretch>
              </p:blipFill>
              <p:spPr>
                <a:xfrm>
                  <a:off x="8434195" y="4476070"/>
                  <a:ext cx="1117080" cy="6040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4" name="Ink 83">
                  <a:extLst>
                    <a:ext uri="{FF2B5EF4-FFF2-40B4-BE49-F238E27FC236}">
                      <a16:creationId xmlns:a16="http://schemas.microsoft.com/office/drawing/2014/main" id="{41AC348F-C77A-50DE-9452-B663FBCFF4D4}"/>
                    </a:ext>
                  </a:extLst>
                </p14:cNvPr>
                <p14:cNvContentPartPr/>
                <p14:nvPr/>
              </p14:nvContentPartPr>
              <p14:xfrm>
                <a:off x="8906515" y="4727710"/>
                <a:ext cx="19080" cy="21960"/>
              </p14:xfrm>
            </p:contentPart>
          </mc:Choice>
          <mc:Fallback xmlns="">
            <p:pic>
              <p:nvPicPr>
                <p:cNvPr id="84" name="Ink 83">
                  <a:extLst>
                    <a:ext uri="{FF2B5EF4-FFF2-40B4-BE49-F238E27FC236}">
                      <a16:creationId xmlns:a16="http://schemas.microsoft.com/office/drawing/2014/main" id="{41AC348F-C77A-50DE-9452-B663FBCFF4D4}"/>
                    </a:ext>
                  </a:extLst>
                </p:cNvPr>
                <p:cNvPicPr/>
                <p:nvPr/>
              </p:nvPicPr>
              <p:blipFill>
                <a:blip r:embed="rId156"/>
                <a:stretch>
                  <a:fillRect/>
                </a:stretch>
              </p:blipFill>
              <p:spPr>
                <a:xfrm>
                  <a:off x="8900395" y="4721590"/>
                  <a:ext cx="313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85" name="Ink 84">
                  <a:extLst>
                    <a:ext uri="{FF2B5EF4-FFF2-40B4-BE49-F238E27FC236}">
                      <a16:creationId xmlns:a16="http://schemas.microsoft.com/office/drawing/2014/main" id="{B98DAEED-FE42-8079-CBD9-206BFD92C602}"/>
                    </a:ext>
                  </a:extLst>
                </p14:cNvPr>
                <p14:cNvContentPartPr/>
                <p14:nvPr/>
              </p14:nvContentPartPr>
              <p14:xfrm>
                <a:off x="8768635" y="4606750"/>
                <a:ext cx="273960" cy="97560"/>
              </p14:xfrm>
            </p:contentPart>
          </mc:Choice>
          <mc:Fallback xmlns="">
            <p:pic>
              <p:nvPicPr>
                <p:cNvPr id="85" name="Ink 84">
                  <a:extLst>
                    <a:ext uri="{FF2B5EF4-FFF2-40B4-BE49-F238E27FC236}">
                      <a16:creationId xmlns:a16="http://schemas.microsoft.com/office/drawing/2014/main" id="{B98DAEED-FE42-8079-CBD9-206BFD92C602}"/>
                    </a:ext>
                  </a:extLst>
                </p:cNvPr>
                <p:cNvPicPr/>
                <p:nvPr/>
              </p:nvPicPr>
              <p:blipFill>
                <a:blip r:embed="rId158"/>
                <a:stretch>
                  <a:fillRect/>
                </a:stretch>
              </p:blipFill>
              <p:spPr>
                <a:xfrm>
                  <a:off x="8762515" y="4600630"/>
                  <a:ext cx="2862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86" name="Ink 85">
                  <a:extLst>
                    <a:ext uri="{FF2B5EF4-FFF2-40B4-BE49-F238E27FC236}">
                      <a16:creationId xmlns:a16="http://schemas.microsoft.com/office/drawing/2014/main" id="{280E8F19-5D48-D502-F875-8FB91C5AEAF2}"/>
                    </a:ext>
                  </a:extLst>
                </p14:cNvPr>
                <p14:cNvContentPartPr/>
                <p14:nvPr/>
              </p14:nvContentPartPr>
              <p14:xfrm>
                <a:off x="9755395" y="4616110"/>
                <a:ext cx="193320" cy="825480"/>
              </p14:xfrm>
            </p:contentPart>
          </mc:Choice>
          <mc:Fallback xmlns="">
            <p:pic>
              <p:nvPicPr>
                <p:cNvPr id="86" name="Ink 85">
                  <a:extLst>
                    <a:ext uri="{FF2B5EF4-FFF2-40B4-BE49-F238E27FC236}">
                      <a16:creationId xmlns:a16="http://schemas.microsoft.com/office/drawing/2014/main" id="{280E8F19-5D48-D502-F875-8FB91C5AEAF2}"/>
                    </a:ext>
                  </a:extLst>
                </p:cNvPr>
                <p:cNvPicPr/>
                <p:nvPr/>
              </p:nvPicPr>
              <p:blipFill>
                <a:blip r:embed="rId160"/>
                <a:stretch>
                  <a:fillRect/>
                </a:stretch>
              </p:blipFill>
              <p:spPr>
                <a:xfrm>
                  <a:off x="9749275" y="4609990"/>
                  <a:ext cx="205560" cy="8377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87" name="Ink 86">
                  <a:extLst>
                    <a:ext uri="{FF2B5EF4-FFF2-40B4-BE49-F238E27FC236}">
                      <a16:creationId xmlns:a16="http://schemas.microsoft.com/office/drawing/2014/main" id="{7E85B1B8-1337-F71A-340F-12812CC3C8C8}"/>
                    </a:ext>
                  </a:extLst>
                </p14:cNvPr>
                <p14:cNvContentPartPr/>
                <p14:nvPr/>
              </p14:nvContentPartPr>
              <p14:xfrm>
                <a:off x="9939355" y="4646710"/>
                <a:ext cx="649080" cy="691200"/>
              </p14:xfrm>
            </p:contentPart>
          </mc:Choice>
          <mc:Fallback xmlns="">
            <p:pic>
              <p:nvPicPr>
                <p:cNvPr id="87" name="Ink 86">
                  <a:extLst>
                    <a:ext uri="{FF2B5EF4-FFF2-40B4-BE49-F238E27FC236}">
                      <a16:creationId xmlns:a16="http://schemas.microsoft.com/office/drawing/2014/main" id="{7E85B1B8-1337-F71A-340F-12812CC3C8C8}"/>
                    </a:ext>
                  </a:extLst>
                </p:cNvPr>
                <p:cNvPicPr/>
                <p:nvPr/>
              </p:nvPicPr>
              <p:blipFill>
                <a:blip r:embed="rId162"/>
                <a:stretch>
                  <a:fillRect/>
                </a:stretch>
              </p:blipFill>
              <p:spPr>
                <a:xfrm>
                  <a:off x="9933235" y="4640590"/>
                  <a:ext cx="661320" cy="7034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88" name="Ink 87">
                  <a:extLst>
                    <a:ext uri="{FF2B5EF4-FFF2-40B4-BE49-F238E27FC236}">
                      <a16:creationId xmlns:a16="http://schemas.microsoft.com/office/drawing/2014/main" id="{D938A956-7B73-5BB2-8625-5BA5CAB4F327}"/>
                    </a:ext>
                  </a:extLst>
                </p14:cNvPr>
                <p14:cNvContentPartPr/>
                <p14:nvPr/>
              </p14:nvContentPartPr>
              <p14:xfrm>
                <a:off x="10661515" y="4873870"/>
                <a:ext cx="127080" cy="105840"/>
              </p14:xfrm>
            </p:contentPart>
          </mc:Choice>
          <mc:Fallback xmlns="">
            <p:pic>
              <p:nvPicPr>
                <p:cNvPr id="88" name="Ink 87">
                  <a:extLst>
                    <a:ext uri="{FF2B5EF4-FFF2-40B4-BE49-F238E27FC236}">
                      <a16:creationId xmlns:a16="http://schemas.microsoft.com/office/drawing/2014/main" id="{D938A956-7B73-5BB2-8625-5BA5CAB4F327}"/>
                    </a:ext>
                  </a:extLst>
                </p:cNvPr>
                <p:cNvPicPr/>
                <p:nvPr/>
              </p:nvPicPr>
              <p:blipFill>
                <a:blip r:embed="rId164"/>
                <a:stretch>
                  <a:fillRect/>
                </a:stretch>
              </p:blipFill>
              <p:spPr>
                <a:xfrm>
                  <a:off x="10655395" y="4867750"/>
                  <a:ext cx="13932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89" name="Ink 88">
                  <a:extLst>
                    <a:ext uri="{FF2B5EF4-FFF2-40B4-BE49-F238E27FC236}">
                      <a16:creationId xmlns:a16="http://schemas.microsoft.com/office/drawing/2014/main" id="{3ADEB609-86F5-7039-CC2A-BB2D71975A3B}"/>
                    </a:ext>
                  </a:extLst>
                </p14:cNvPr>
                <p14:cNvContentPartPr/>
                <p14:nvPr/>
              </p14:nvContentPartPr>
              <p14:xfrm>
                <a:off x="10858795" y="4826350"/>
                <a:ext cx="196920" cy="151920"/>
              </p14:xfrm>
            </p:contentPart>
          </mc:Choice>
          <mc:Fallback xmlns="">
            <p:pic>
              <p:nvPicPr>
                <p:cNvPr id="89" name="Ink 88">
                  <a:extLst>
                    <a:ext uri="{FF2B5EF4-FFF2-40B4-BE49-F238E27FC236}">
                      <a16:creationId xmlns:a16="http://schemas.microsoft.com/office/drawing/2014/main" id="{3ADEB609-86F5-7039-CC2A-BB2D71975A3B}"/>
                    </a:ext>
                  </a:extLst>
                </p:cNvPr>
                <p:cNvPicPr/>
                <p:nvPr/>
              </p:nvPicPr>
              <p:blipFill>
                <a:blip r:embed="rId166"/>
                <a:stretch>
                  <a:fillRect/>
                </a:stretch>
              </p:blipFill>
              <p:spPr>
                <a:xfrm>
                  <a:off x="10852675" y="4820230"/>
                  <a:ext cx="2091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0" name="Ink 89">
                  <a:extLst>
                    <a:ext uri="{FF2B5EF4-FFF2-40B4-BE49-F238E27FC236}">
                      <a16:creationId xmlns:a16="http://schemas.microsoft.com/office/drawing/2014/main" id="{861AB972-F56C-FBD3-CECA-A6D6EC5DD7E9}"/>
                    </a:ext>
                  </a:extLst>
                </p14:cNvPr>
                <p14:cNvContentPartPr/>
                <p14:nvPr/>
              </p14:nvContentPartPr>
              <p14:xfrm>
                <a:off x="11078395" y="4555990"/>
                <a:ext cx="118080" cy="547200"/>
              </p14:xfrm>
            </p:contentPart>
          </mc:Choice>
          <mc:Fallback xmlns="">
            <p:pic>
              <p:nvPicPr>
                <p:cNvPr id="90" name="Ink 89">
                  <a:extLst>
                    <a:ext uri="{FF2B5EF4-FFF2-40B4-BE49-F238E27FC236}">
                      <a16:creationId xmlns:a16="http://schemas.microsoft.com/office/drawing/2014/main" id="{861AB972-F56C-FBD3-CECA-A6D6EC5DD7E9}"/>
                    </a:ext>
                  </a:extLst>
                </p:cNvPr>
                <p:cNvPicPr/>
                <p:nvPr/>
              </p:nvPicPr>
              <p:blipFill>
                <a:blip r:embed="rId168"/>
                <a:stretch>
                  <a:fillRect/>
                </a:stretch>
              </p:blipFill>
              <p:spPr>
                <a:xfrm>
                  <a:off x="11072275" y="4549870"/>
                  <a:ext cx="130320" cy="5594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1" name="Ink 90">
                  <a:extLst>
                    <a:ext uri="{FF2B5EF4-FFF2-40B4-BE49-F238E27FC236}">
                      <a16:creationId xmlns:a16="http://schemas.microsoft.com/office/drawing/2014/main" id="{452F4F84-EB3B-86D6-774E-7DABF6207310}"/>
                    </a:ext>
                  </a:extLst>
                </p14:cNvPr>
                <p14:cNvContentPartPr/>
                <p14:nvPr/>
              </p14:nvContentPartPr>
              <p14:xfrm>
                <a:off x="11023315" y="4823830"/>
                <a:ext cx="170280" cy="176040"/>
              </p14:xfrm>
            </p:contentPart>
          </mc:Choice>
          <mc:Fallback xmlns="">
            <p:pic>
              <p:nvPicPr>
                <p:cNvPr id="91" name="Ink 90">
                  <a:extLst>
                    <a:ext uri="{FF2B5EF4-FFF2-40B4-BE49-F238E27FC236}">
                      <a16:creationId xmlns:a16="http://schemas.microsoft.com/office/drawing/2014/main" id="{452F4F84-EB3B-86D6-774E-7DABF6207310}"/>
                    </a:ext>
                  </a:extLst>
                </p:cNvPr>
                <p:cNvPicPr/>
                <p:nvPr/>
              </p:nvPicPr>
              <p:blipFill>
                <a:blip r:embed="rId170"/>
                <a:stretch>
                  <a:fillRect/>
                </a:stretch>
              </p:blipFill>
              <p:spPr>
                <a:xfrm>
                  <a:off x="11017195" y="4817710"/>
                  <a:ext cx="18252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2" name="Ink 91">
                  <a:extLst>
                    <a:ext uri="{FF2B5EF4-FFF2-40B4-BE49-F238E27FC236}">
                      <a16:creationId xmlns:a16="http://schemas.microsoft.com/office/drawing/2014/main" id="{B2AA795E-72C0-3489-73C9-3DF5DA81A752}"/>
                    </a:ext>
                  </a:extLst>
                </p14:cNvPr>
                <p14:cNvContentPartPr/>
                <p14:nvPr/>
              </p14:nvContentPartPr>
              <p14:xfrm>
                <a:off x="11256235" y="4672990"/>
                <a:ext cx="21960" cy="13680"/>
              </p14:xfrm>
            </p:contentPart>
          </mc:Choice>
          <mc:Fallback xmlns="">
            <p:pic>
              <p:nvPicPr>
                <p:cNvPr id="92" name="Ink 91">
                  <a:extLst>
                    <a:ext uri="{FF2B5EF4-FFF2-40B4-BE49-F238E27FC236}">
                      <a16:creationId xmlns:a16="http://schemas.microsoft.com/office/drawing/2014/main" id="{B2AA795E-72C0-3489-73C9-3DF5DA81A752}"/>
                    </a:ext>
                  </a:extLst>
                </p:cNvPr>
                <p:cNvPicPr/>
                <p:nvPr/>
              </p:nvPicPr>
              <p:blipFill>
                <a:blip r:embed="rId172"/>
                <a:stretch>
                  <a:fillRect/>
                </a:stretch>
              </p:blipFill>
              <p:spPr>
                <a:xfrm>
                  <a:off x="11250115" y="4666870"/>
                  <a:ext cx="342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93" name="Ink 92">
                  <a:extLst>
                    <a:ext uri="{FF2B5EF4-FFF2-40B4-BE49-F238E27FC236}">
                      <a16:creationId xmlns:a16="http://schemas.microsoft.com/office/drawing/2014/main" id="{3B21626B-B16B-903E-1ADA-A8112D8913E3}"/>
                    </a:ext>
                  </a:extLst>
                </p14:cNvPr>
                <p14:cNvContentPartPr/>
                <p14:nvPr/>
              </p14:nvContentPartPr>
              <p14:xfrm>
                <a:off x="11320675" y="4872430"/>
                <a:ext cx="335520" cy="130680"/>
              </p14:xfrm>
            </p:contentPart>
          </mc:Choice>
          <mc:Fallback xmlns="">
            <p:pic>
              <p:nvPicPr>
                <p:cNvPr id="93" name="Ink 92">
                  <a:extLst>
                    <a:ext uri="{FF2B5EF4-FFF2-40B4-BE49-F238E27FC236}">
                      <a16:creationId xmlns:a16="http://schemas.microsoft.com/office/drawing/2014/main" id="{3B21626B-B16B-903E-1ADA-A8112D8913E3}"/>
                    </a:ext>
                  </a:extLst>
                </p:cNvPr>
                <p:cNvPicPr/>
                <p:nvPr/>
              </p:nvPicPr>
              <p:blipFill>
                <a:blip r:embed="rId174"/>
                <a:stretch>
                  <a:fillRect/>
                </a:stretch>
              </p:blipFill>
              <p:spPr>
                <a:xfrm>
                  <a:off x="11314555" y="4866310"/>
                  <a:ext cx="347760" cy="142920"/>
                </a:xfrm>
                <a:prstGeom prst="rect">
                  <a:avLst/>
                </a:prstGeom>
              </p:spPr>
            </p:pic>
          </mc:Fallback>
        </mc:AlternateContent>
      </p:grpSp>
    </p:spTree>
    <p:extLst>
      <p:ext uri="{BB962C8B-B14F-4D97-AF65-F5344CB8AC3E}">
        <p14:creationId xmlns:p14="http://schemas.microsoft.com/office/powerpoint/2010/main" val="2918550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1A5DF-5FE4-A0E3-8698-48709FE387A1}"/>
              </a:ext>
            </a:extLst>
          </p:cNvPr>
          <p:cNvSpPr>
            <a:spLocks noGrp="1"/>
          </p:cNvSpPr>
          <p:nvPr>
            <p:ph type="title"/>
          </p:nvPr>
        </p:nvSpPr>
        <p:spPr/>
        <p:txBody>
          <a:bodyPr/>
          <a:lstStyle/>
          <a:p>
            <a:r>
              <a:rPr lang="en-US" dirty="0"/>
              <a:t>Example 1</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4BF1381-67F7-F76C-5078-4A165383B006}"/>
                  </a:ext>
                </a:extLst>
              </p:cNvPr>
              <p:cNvSpPr>
                <a:spLocks noGrp="1"/>
              </p:cNvSpPr>
              <p:nvPr>
                <p:ph type="body" sz="quarter" idx="13"/>
              </p:nvPr>
            </p:nvSpPr>
            <p:spPr>
              <a:xfrm>
                <a:off x="609601" y="1085850"/>
                <a:ext cx="10668000" cy="5524499"/>
              </a:xfrm>
            </p:spPr>
            <p:txBody>
              <a:bodyPr/>
              <a:lstStyle/>
              <a:p>
                <a:pPr marL="0" lvl="0" indent="0">
                  <a:buNone/>
                </a:pPr>
                <a:r>
                  <a:rPr lang="en-US" sz="2400" dirty="0">
                    <a:solidFill>
                      <a:schemeClr val="accent1"/>
                    </a:solidFill>
                    <a:latin typeface="+mn-lt"/>
                    <a:cs typeface="Times New Roman" panose="02020603050405020304" pitchFamily="18" charset="0"/>
                  </a:rPr>
                  <a:t>Twenty people were attacked by a disease and only 18 survived. Will you reject the hypothesis that the survival rate, if attacked by this disease is 85% in favor of the hypothesis that it is more, at 5% level.(Use Large Sample test) </a:t>
                </a:r>
                <a:endParaRPr lang="en-IN" sz="2400" dirty="0">
                  <a:solidFill>
                    <a:schemeClr val="accent1"/>
                  </a:solidFill>
                  <a:latin typeface="+mn-lt"/>
                  <a:cs typeface="Times New Roman" panose="02020603050405020304" pitchFamily="18" charset="0"/>
                </a:endParaRPr>
              </a:p>
              <a:p>
                <a:pPr marL="0" indent="0">
                  <a:buNone/>
                </a:pPr>
                <a:r>
                  <a:rPr lang="en-US" sz="2400" dirty="0">
                    <a:latin typeface="+mn-lt"/>
                    <a:cs typeface="Times New Roman" panose="02020603050405020304" pitchFamily="18" charset="0"/>
                  </a:rPr>
                  <a:t>Solution: Here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=20</m:t>
                    </m:r>
                  </m:oMath>
                </a14:m>
                <a:endParaRPr lang="en-IN" sz="2400" dirty="0">
                  <a:latin typeface="+mn-lt"/>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𝑛𝑢𝑚𝑏𝑒𝑟</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𝑝𝑒𝑟𝑠𝑜𝑛𝑠</m:t>
                      </m:r>
                      <m:r>
                        <a:rPr lang="en-US" sz="2400" b="0" i="1" smtClean="0">
                          <a:latin typeface="Cambria Math" panose="02040503050406030204" pitchFamily="18" charset="0"/>
                        </a:rPr>
                        <m:t> </m:t>
                      </m:r>
                      <m:r>
                        <a:rPr lang="en-US" sz="2400" b="0" i="1" smtClean="0">
                          <a:latin typeface="Cambria Math" panose="02040503050406030204" pitchFamily="18" charset="0"/>
                        </a:rPr>
                        <m:t>𝑤h𝑜</m:t>
                      </m:r>
                      <m:r>
                        <a:rPr lang="en-US" sz="2400" b="0" i="1" smtClean="0">
                          <a:latin typeface="Cambria Math" panose="02040503050406030204" pitchFamily="18" charset="0"/>
                        </a:rPr>
                        <m:t> </m:t>
                      </m:r>
                      <m:r>
                        <a:rPr lang="en-US" sz="2400" b="0" i="1" smtClean="0">
                          <a:latin typeface="Cambria Math" panose="02040503050406030204" pitchFamily="18" charset="0"/>
                        </a:rPr>
                        <m:t>𝑠𝑢𝑟𝑣𝑖𝑣𝑒𝑑</m:t>
                      </m:r>
                      <m:r>
                        <a:rPr lang="en-US" sz="2400" b="0" i="1" smtClean="0">
                          <a:latin typeface="Cambria Math" panose="02040503050406030204" pitchFamily="18" charset="0"/>
                        </a:rPr>
                        <m:t> </m:t>
                      </m:r>
                      <m:r>
                        <a:rPr lang="en-US" sz="2400" b="0" i="1" smtClean="0">
                          <a:latin typeface="Cambria Math" panose="02040503050406030204" pitchFamily="18" charset="0"/>
                        </a:rPr>
                        <m:t>𝑎𝑓𝑡𝑒𝑟</m:t>
                      </m:r>
                      <m:r>
                        <a:rPr lang="en-US" sz="2400" b="0" i="1" smtClean="0">
                          <a:latin typeface="Cambria Math" panose="02040503050406030204" pitchFamily="18" charset="0"/>
                        </a:rPr>
                        <m:t> </m:t>
                      </m:r>
                      <m:r>
                        <a:rPr lang="en-US" sz="2400" b="0" i="1" smtClean="0">
                          <a:latin typeface="Cambria Math" panose="02040503050406030204" pitchFamily="18" charset="0"/>
                        </a:rPr>
                        <m:t>𝑎𝑡𝑡𝑎𝑐𝑘</m:t>
                      </m:r>
                      <m:r>
                        <a:rPr lang="en-US" sz="2400" b="0" i="1" smtClean="0">
                          <a:latin typeface="Cambria Math" panose="02040503050406030204" pitchFamily="18" charset="0"/>
                        </a:rPr>
                        <m:t> </m:t>
                      </m:r>
                      <m:r>
                        <a:rPr lang="en-US" sz="2400" b="0" i="1" smtClean="0">
                          <a:latin typeface="Cambria Math" panose="02040503050406030204" pitchFamily="18" charset="0"/>
                        </a:rPr>
                        <m:t>𝑏𝑦</m:t>
                      </m:r>
                      <m:r>
                        <a:rPr lang="en-US" sz="2400" b="0" i="1" smtClean="0">
                          <a:latin typeface="Cambria Math" panose="02040503050406030204" pitchFamily="18" charset="0"/>
                        </a:rPr>
                        <m:t> </m:t>
                      </m:r>
                      <m:r>
                        <a:rPr lang="en-US" sz="2400" b="0" i="1" smtClean="0">
                          <a:latin typeface="Cambria Math" panose="02040503050406030204" pitchFamily="18" charset="0"/>
                        </a:rPr>
                        <m:t>𝑑𝑖𝑠𝑒𝑎𝑠𝑒</m:t>
                      </m:r>
                      <m:r>
                        <a:rPr lang="en-US" sz="2400" b="0" i="1" smtClean="0">
                          <a:latin typeface="Cambria Math" panose="02040503050406030204" pitchFamily="18" charset="0"/>
                        </a:rPr>
                        <m:t>=18</m:t>
                      </m:r>
                    </m:oMath>
                  </m:oMathPara>
                </a14:m>
                <a:endParaRPr lang="en-IN" sz="2400" dirty="0">
                  <a:latin typeface="+mn-lt"/>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𝑝</m:t>
                      </m:r>
                      <m:r>
                        <a:rPr lang="en-US" sz="2400" b="0" i="1" smtClean="0">
                          <a:latin typeface="Cambria Math" panose="02040503050406030204" pitchFamily="18" charset="0"/>
                        </a:rPr>
                        <m:t>=</m:t>
                      </m:r>
                      <m:r>
                        <a:rPr lang="en-US" sz="2400" b="0" i="1" smtClean="0">
                          <a:latin typeface="Cambria Math" panose="02040503050406030204" pitchFamily="18" charset="0"/>
                        </a:rPr>
                        <m:t>𝑝𝑟𝑜𝑝𝑜𝑟𝑡𝑖𝑜𝑛</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𝑝𝑒𝑟𝑠𝑜𝑛𝑠</m:t>
                      </m:r>
                      <m:r>
                        <a:rPr lang="en-US" sz="2400" b="0" i="1" smtClean="0">
                          <a:latin typeface="Cambria Math" panose="02040503050406030204" pitchFamily="18" charset="0"/>
                        </a:rPr>
                        <m:t> </m:t>
                      </m:r>
                      <m:r>
                        <a:rPr lang="en-US" sz="2400" b="0" i="1" smtClean="0">
                          <a:latin typeface="Cambria Math" panose="02040503050406030204" pitchFamily="18" charset="0"/>
                        </a:rPr>
                        <m:t>𝑤h𝑜</m:t>
                      </m:r>
                      <m:r>
                        <a:rPr lang="en-US" sz="2400" b="0" i="1" smtClean="0">
                          <a:latin typeface="Cambria Math" panose="02040503050406030204" pitchFamily="18" charset="0"/>
                        </a:rPr>
                        <m:t> </m:t>
                      </m:r>
                      <m:r>
                        <a:rPr lang="en-US" sz="2400" b="0" i="1" smtClean="0">
                          <a:latin typeface="Cambria Math" panose="02040503050406030204" pitchFamily="18" charset="0"/>
                        </a:rPr>
                        <m:t>𝑠𝑢𝑟𝑣𝑖𝑣𝑒𝑑</m:t>
                      </m:r>
                      <m:r>
                        <a:rPr lang="en-US" sz="2400" b="0" i="1" smtClean="0">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b="0" i="1" smtClean="0">
                          <a:latin typeface="Cambria Math" panose="02040503050406030204" pitchFamily="18" charset="0"/>
                        </a:rPr>
                        <m:t>𝑡h𝑒</m:t>
                      </m:r>
                      <m:r>
                        <a:rPr lang="en-US" sz="2400" b="0" i="1" smtClean="0">
                          <a:latin typeface="Cambria Math" panose="02040503050406030204" pitchFamily="18" charset="0"/>
                        </a:rPr>
                        <m:t> </m:t>
                      </m:r>
                      <m:r>
                        <a:rPr lang="en-US" sz="2400" b="0" i="1" smtClean="0">
                          <a:latin typeface="Cambria Math" panose="02040503050406030204" pitchFamily="18" charset="0"/>
                        </a:rPr>
                        <m:t>𝑠𝑎𝑚𝑝𝑙𝑒</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18</m:t>
                          </m:r>
                        </m:num>
                        <m:den>
                          <m:r>
                            <a:rPr lang="en-US" sz="2400" b="0" i="1" smtClean="0">
                              <a:latin typeface="Cambria Math" panose="02040503050406030204" pitchFamily="18" charset="0"/>
                            </a:rPr>
                            <m:t>20</m:t>
                          </m:r>
                        </m:den>
                      </m:f>
                      <m:r>
                        <a:rPr lang="en-US" sz="2400" b="0" i="1" smtClean="0">
                          <a:latin typeface="Cambria Math" panose="02040503050406030204" pitchFamily="18" charset="0"/>
                        </a:rPr>
                        <m:t>=0.90</m:t>
                      </m:r>
                    </m:oMath>
                  </m:oMathPara>
                </a14:m>
                <a:endParaRPr lang="en-IN" sz="2400" dirty="0">
                  <a:latin typeface="+mn-lt"/>
                  <a:cs typeface="Times New Roman" panose="02020603050405020304" pitchFamily="18" charset="0"/>
                </a:endParaRPr>
              </a:p>
              <a:p>
                <a:pPr marL="0" indent="0">
                  <a:buNone/>
                </a:pPr>
                <a:r>
                  <a:rPr lang="en-US" sz="2400" dirty="0">
                    <a:latin typeface="+mn-lt"/>
                    <a:cs typeface="Times New Roman" panose="02020603050405020304" pitchFamily="18" charset="0"/>
                  </a:rPr>
                  <a:t>N</a:t>
                </a:r>
                <a:r>
                  <a:rPr lang="en-IN" sz="2400" dirty="0" err="1">
                    <a:latin typeface="+mn-lt"/>
                    <a:cs typeface="Times New Roman" panose="02020603050405020304" pitchFamily="18" charset="0"/>
                  </a:rPr>
                  <a:t>ull</a:t>
                </a:r>
                <a:r>
                  <a:rPr lang="en-IN" sz="2400" dirty="0">
                    <a:latin typeface="+mn-lt"/>
                    <a:cs typeface="Times New Roman" panose="02020603050405020304" pitchFamily="18" charset="0"/>
                  </a:rPr>
                  <a:t> Hypothesis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r>
                      <a:rPr lang="en-US" sz="2400" b="0" i="1" smtClean="0">
                        <a:latin typeface="Cambria Math" panose="02040503050406030204" pitchFamily="18" charset="0"/>
                      </a:rPr>
                      <m:t>𝑃</m:t>
                    </m:r>
                    <m:r>
                      <a:rPr lang="en-US" sz="2400" b="0" i="1" smtClean="0">
                        <a:latin typeface="Cambria Math" panose="02040503050406030204" pitchFamily="18" charset="0"/>
                      </a:rPr>
                      <m:t>=0.85</m:t>
                    </m:r>
                  </m:oMath>
                </a14:m>
                <a:endParaRPr lang="en-IN" sz="2400" dirty="0">
                  <a:latin typeface="+mn-lt"/>
                  <a:cs typeface="Times New Roman" panose="02020603050405020304" pitchFamily="18" charset="0"/>
                </a:endParaRPr>
              </a:p>
              <a:p>
                <a:pPr marL="0" indent="0">
                  <a:buNone/>
                </a:pPr>
                <a:r>
                  <a:rPr lang="en-IN" sz="2400" dirty="0">
                    <a:latin typeface="+mn-lt"/>
                    <a:cs typeface="Times New Roman" panose="02020603050405020304" pitchFamily="18" charset="0"/>
                  </a:rPr>
                  <a:t>alternative Hypothesis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𝑃</m:t>
                    </m:r>
                    <m:r>
                      <a:rPr lang="en-US" sz="2400" b="0" i="1" smtClean="0">
                        <a:latin typeface="Cambria Math" panose="02040503050406030204" pitchFamily="18" charset="0"/>
                      </a:rPr>
                      <m:t>&gt;0.85 (</m:t>
                    </m:r>
                    <m:r>
                      <a:rPr lang="en-US" sz="2400" b="0" i="1" smtClean="0">
                        <a:latin typeface="Cambria Math" panose="02040503050406030204" pitchFamily="18" charset="0"/>
                      </a:rPr>
                      <m:t>𝑅𝑖𝑔h𝑡</m:t>
                    </m:r>
                    <m:r>
                      <a:rPr lang="en-US" sz="2400" b="0" i="1" smtClean="0">
                        <a:latin typeface="Cambria Math" panose="02040503050406030204" pitchFamily="18" charset="0"/>
                      </a:rPr>
                      <m:t> </m:t>
                    </m:r>
                    <m:r>
                      <a:rPr lang="en-US" sz="2400" b="0" i="1" smtClean="0">
                        <a:latin typeface="Cambria Math" panose="02040503050406030204" pitchFamily="18" charset="0"/>
                      </a:rPr>
                      <m:t>𝑡𝑎𝑖𝑙𝑒𝑑</m:t>
                    </m:r>
                    <m:r>
                      <a:rPr lang="en-US" sz="2400" b="0" i="1" smtClean="0">
                        <a:latin typeface="Cambria Math" panose="02040503050406030204" pitchFamily="18" charset="0"/>
                      </a:rPr>
                      <m:t>)</m:t>
                    </m:r>
                  </m:oMath>
                </a14:m>
                <a:r>
                  <a:rPr lang="en-IN" sz="2400" dirty="0">
                    <a:latin typeface="+mn-lt"/>
                    <a:cs typeface="Times New Roman" panose="02020603050405020304" pitchFamily="18" charset="0"/>
                  </a:rPr>
                  <a:t>.</a:t>
                </a:r>
              </a:p>
              <a:p>
                <a:pPr marL="0" indent="0">
                  <a:buNone/>
                </a:pPr>
                <a:r>
                  <a:rPr lang="en-US" sz="2400" dirty="0">
                    <a:latin typeface="+mn-lt"/>
                    <a:cs typeface="Times New Roman" panose="02020603050405020304" pitchFamily="18" charset="0"/>
                  </a:rPr>
                  <a:t>T</a:t>
                </a:r>
                <a:r>
                  <a:rPr lang="en-IN" sz="2400" dirty="0" err="1">
                    <a:latin typeface="+mn-lt"/>
                    <a:cs typeface="Times New Roman" panose="02020603050405020304" pitchFamily="18" charset="0"/>
                  </a:rPr>
                  <a:t>est</a:t>
                </a:r>
                <a:r>
                  <a:rPr lang="en-IN" sz="2400" dirty="0">
                    <a:latin typeface="+mn-lt"/>
                    <a:cs typeface="Times New Roman" panose="02020603050405020304" pitchFamily="18" charset="0"/>
                  </a:rPr>
                  <a:t> statistic under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oMath>
                </a14:m>
                <a:r>
                  <a:rPr lang="en-IN" sz="2400" dirty="0">
                    <a:latin typeface="+mn-lt"/>
                    <a:cs typeface="Times New Roman" panose="02020603050405020304" pitchFamily="18" charset="0"/>
                  </a:rPr>
                  <a:t>  </a:t>
                </a:r>
                <a14:m>
                  <m:oMath xmlns:m="http://schemas.openxmlformats.org/officeDocument/2006/math">
                    <m:r>
                      <a:rPr lang="en-US" sz="2400" b="0" i="1" dirty="0" smtClean="0">
                        <a:latin typeface="Cambria Math" panose="02040503050406030204" pitchFamily="18" charset="0"/>
                      </a:rPr>
                      <m:t>𝑧</m:t>
                    </m:r>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𝑝</m:t>
                        </m:r>
                        <m:r>
                          <a:rPr lang="en-US" sz="2400" b="0" i="1" dirty="0" smtClean="0">
                            <a:latin typeface="Cambria Math" panose="02040503050406030204" pitchFamily="18" charset="0"/>
                          </a:rPr>
                          <m:t>−</m:t>
                        </m:r>
                        <m:r>
                          <a:rPr lang="en-US" sz="2400" b="0" i="1" dirty="0" smtClean="0">
                            <a:latin typeface="Cambria Math" panose="02040503050406030204" pitchFamily="18" charset="0"/>
                          </a:rPr>
                          <m:t>𝑃</m:t>
                        </m:r>
                      </m:num>
                      <m:den>
                        <m:r>
                          <a:rPr lang="en-US" sz="2400" b="0" i="1" dirty="0" smtClean="0">
                            <a:latin typeface="Cambria Math" panose="02040503050406030204" pitchFamily="18" charset="0"/>
                          </a:rPr>
                          <m:t>√</m:t>
                        </m:r>
                        <m:d>
                          <m:dPr>
                            <m:ctrlPr>
                              <a:rPr lang="en-US" sz="2400" b="0" i="1" dirty="0" smtClean="0">
                                <a:latin typeface="Cambria Math" panose="02040503050406030204" pitchFamily="18" charset="0"/>
                              </a:rPr>
                            </m:ctrlPr>
                          </m:dPr>
                          <m:e>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𝑃𝑄</m:t>
                                </m:r>
                              </m:num>
                              <m:den>
                                <m:r>
                                  <a:rPr lang="en-US" sz="2400" b="0" i="1" dirty="0" smtClean="0">
                                    <a:latin typeface="Cambria Math" panose="02040503050406030204" pitchFamily="18" charset="0"/>
                                  </a:rPr>
                                  <m:t>𝑛</m:t>
                                </m:r>
                              </m:den>
                            </m:f>
                          </m:e>
                        </m:d>
                        <m:r>
                          <a:rPr lang="en-US" sz="2400" b="0" i="1" dirty="0" smtClean="0">
                            <a:latin typeface="Cambria Math" panose="02040503050406030204" pitchFamily="18" charset="0"/>
                          </a:rPr>
                          <m:t> </m:t>
                        </m:r>
                      </m:den>
                    </m:f>
                  </m:oMath>
                </a14:m>
                <a:r>
                  <a:rPr lang="en-US" sz="2400" b="0" dirty="0">
                    <a:latin typeface="+mn-lt"/>
                    <a:cs typeface="Times New Roman" panose="02020603050405020304" pitchFamily="18" charset="0"/>
                  </a:rPr>
                  <a:t> =</a:t>
                </a:r>
                <a14:m>
                  <m:oMath xmlns:m="http://schemas.openxmlformats.org/officeDocument/2006/math">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0.90−0.85</m:t>
                        </m:r>
                      </m:num>
                      <m:den>
                        <m:rad>
                          <m:radPr>
                            <m:degHide m:val="on"/>
                            <m:ctrlPr>
                              <a:rPr lang="en-US" sz="2400" b="0" i="1" dirty="0" smtClean="0">
                                <a:latin typeface="Cambria Math" panose="02040503050406030204" pitchFamily="18" charset="0"/>
                              </a:rPr>
                            </m:ctrlPr>
                          </m:radPr>
                          <m:deg/>
                          <m:e>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0.85×0.15</m:t>
                                </m:r>
                              </m:num>
                              <m:den>
                                <m:r>
                                  <a:rPr lang="en-US" sz="2400" b="0" i="1" dirty="0" smtClean="0">
                                    <a:latin typeface="Cambria Math" panose="02040503050406030204" pitchFamily="18" charset="0"/>
                                  </a:rPr>
                                  <m:t>20</m:t>
                                </m:r>
                              </m:den>
                            </m:f>
                          </m:e>
                        </m:rad>
                      </m:den>
                    </m:f>
                    <m:r>
                      <a:rPr lang="en-US" sz="2400" b="0" i="1" dirty="0" smtClean="0">
                        <a:latin typeface="Cambria Math" panose="02040503050406030204" pitchFamily="18" charset="0"/>
                      </a:rPr>
                      <m:t>=0.63 </m:t>
                    </m:r>
                  </m:oMath>
                </a14:m>
                <a:endParaRPr lang="en-US" sz="2400" b="0" dirty="0">
                  <a:latin typeface="+mn-lt"/>
                  <a:cs typeface="Times New Roman" panose="02020603050405020304" pitchFamily="18" charset="0"/>
                </a:endParaRPr>
              </a:p>
              <a:p>
                <a:pPr marL="0" indent="0">
                  <a:buNone/>
                </a:pPr>
                <a:r>
                  <a:rPr lang="en-US" sz="2400" b="0" dirty="0">
                    <a:latin typeface="+mn-lt"/>
                    <a:cs typeface="Times New Roman" panose="02020603050405020304" pitchFamily="18" charset="0"/>
                  </a:rPr>
                  <a:t>The significance  value of </a:t>
                </a:r>
                <a14:m>
                  <m:oMath xmlns:m="http://schemas.openxmlformats.org/officeDocument/2006/math">
                    <m:r>
                      <a:rPr lang="en-US" sz="2400" b="0" i="1" smtClean="0">
                        <a:latin typeface="Cambria Math" panose="02040503050406030204" pitchFamily="18" charset="0"/>
                      </a:rPr>
                      <m:t>𝑧</m:t>
                    </m:r>
                  </m:oMath>
                </a14:m>
                <a:r>
                  <a:rPr lang="en-US" sz="2400" b="0" dirty="0">
                    <a:latin typeface="+mn-lt"/>
                    <a:cs typeface="Times New Roman" panose="02020603050405020304" pitchFamily="18" charset="0"/>
                  </a:rPr>
                  <a:t> at </a:t>
                </a:r>
                <a14:m>
                  <m:oMath xmlns:m="http://schemas.openxmlformats.org/officeDocument/2006/math">
                    <m:r>
                      <a:rPr lang="en-US" sz="2400" b="0" i="1" smtClean="0">
                        <a:latin typeface="Cambria Math" panose="02040503050406030204" pitchFamily="18" charset="0"/>
                      </a:rPr>
                      <m:t>5%</m:t>
                    </m:r>
                  </m:oMath>
                </a14:m>
                <a:r>
                  <a:rPr lang="en-US" sz="2400" b="0" dirty="0">
                    <a:latin typeface="+mn-lt"/>
                    <a:cs typeface="Times New Roman" panose="02020603050405020304" pitchFamily="18" charset="0"/>
                  </a:rPr>
                  <a:t> level of significance for right tailed test is 1.645 and </a:t>
                </a:r>
                <a14:m>
                  <m:oMath xmlns:m="http://schemas.openxmlformats.org/officeDocument/2006/math">
                    <m:r>
                      <a:rPr lang="en-US" sz="2400" b="0" i="1" smtClean="0">
                        <a:latin typeface="Cambria Math" panose="02040503050406030204" pitchFamily="18" charset="0"/>
                      </a:rPr>
                      <m:t>0.63&lt;1.645.</m:t>
                    </m:r>
                  </m:oMath>
                </a14:m>
                <a:r>
                  <a:rPr lang="en-US" sz="2400" b="0" dirty="0">
                    <a:latin typeface="+mn-lt"/>
                    <a:cs typeface="Times New Roman" panose="02020603050405020304" pitchFamily="18" charset="0"/>
                  </a:rPr>
                  <a:t> Hence null hypothesis accepted.</a:t>
                </a:r>
              </a:p>
              <a:p>
                <a:pPr marL="0" indent="0">
                  <a:buNone/>
                </a:pPr>
                <a:endParaRPr lang="en-IN" dirty="0"/>
              </a:p>
            </p:txBody>
          </p:sp>
        </mc:Choice>
        <mc:Fallback xmlns="">
          <p:sp>
            <p:nvSpPr>
              <p:cNvPr id="3" name="Text Placeholder 2">
                <a:extLst>
                  <a:ext uri="{FF2B5EF4-FFF2-40B4-BE49-F238E27FC236}">
                    <a16:creationId xmlns:a16="http://schemas.microsoft.com/office/drawing/2014/main" id="{54BF1381-67F7-F76C-5078-4A165383B006}"/>
                  </a:ext>
                </a:extLst>
              </p:cNvPr>
              <p:cNvSpPr>
                <a:spLocks noGrp="1" noRot="1" noChangeAspect="1" noMove="1" noResize="1" noEditPoints="1" noAdjustHandles="1" noChangeArrowheads="1" noChangeShapeType="1" noTextEdit="1"/>
              </p:cNvSpPr>
              <p:nvPr>
                <p:ph type="body" sz="quarter" idx="13"/>
              </p:nvPr>
            </p:nvSpPr>
            <p:spPr>
              <a:xfrm>
                <a:off x="609601" y="1085850"/>
                <a:ext cx="10668000" cy="5524499"/>
              </a:xfrm>
              <a:blipFill>
                <a:blip r:embed="rId2"/>
                <a:stretch>
                  <a:fillRect l="-857" t="-1545"/>
                </a:stretch>
              </a:blipFill>
            </p:spPr>
            <p:txBody>
              <a:bodyPr/>
              <a:lstStyle/>
              <a:p>
                <a:r>
                  <a:rPr lang="en-IN">
                    <a:noFill/>
                  </a:rPr>
                  <a:t> </a:t>
                </a:r>
              </a:p>
            </p:txBody>
          </p:sp>
        </mc:Fallback>
      </mc:AlternateContent>
    </p:spTree>
    <p:extLst>
      <p:ext uri="{BB962C8B-B14F-4D97-AF65-F5344CB8AC3E}">
        <p14:creationId xmlns:p14="http://schemas.microsoft.com/office/powerpoint/2010/main" val="3042273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133A3-8E08-3C75-601F-BEE3B0632715}"/>
              </a:ext>
            </a:extLst>
          </p:cNvPr>
          <p:cNvSpPr>
            <a:spLocks noGrp="1"/>
          </p:cNvSpPr>
          <p:nvPr>
            <p:ph type="title"/>
          </p:nvPr>
        </p:nvSpPr>
        <p:spPr/>
        <p:txBody>
          <a:bodyPr/>
          <a:lstStyle/>
          <a:p>
            <a:r>
              <a:rPr lang="en-US" dirty="0"/>
              <a:t>Test of Significance for Difference of Proportion</a:t>
            </a:r>
            <a:endParaRPr lang="en-IN" dirty="0"/>
          </a:p>
        </p:txBody>
      </p:sp>
      <p:sp>
        <p:nvSpPr>
          <p:cNvPr id="38" name="Content Placeholder 2">
            <a:extLst>
              <a:ext uri="{FF2B5EF4-FFF2-40B4-BE49-F238E27FC236}">
                <a16:creationId xmlns:a16="http://schemas.microsoft.com/office/drawing/2014/main" id="{1A9C9182-C0DB-38FA-1B5F-9892ED2101CE}"/>
              </a:ext>
            </a:extLst>
          </p:cNvPr>
          <p:cNvSpPr txBox="1">
            <a:spLocks/>
          </p:cNvSpPr>
          <p:nvPr/>
        </p:nvSpPr>
        <p:spPr>
          <a:xfrm>
            <a:off x="276045" y="180441"/>
            <a:ext cx="10110155" cy="8002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4200" b="0" i="0" u="none" strike="noStrike" kern="1200" cap="none" spc="0" normalizeH="0" baseline="0" noProof="0">
              <a:ln>
                <a:noFill/>
              </a:ln>
              <a:solidFill>
                <a:srgbClr val="FF0000"/>
              </a:solidFill>
              <a:effectLst/>
              <a:uLnTx/>
              <a:uFillTx/>
              <a:latin typeface="Calibri" panose="020F0502020204030204"/>
              <a:ea typeface="WenQuanYi Micro Hei"/>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4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5" name="Picture 64">
            <a:extLst>
              <a:ext uri="{FF2B5EF4-FFF2-40B4-BE49-F238E27FC236}">
                <a16:creationId xmlns:a16="http://schemas.microsoft.com/office/drawing/2014/main" id="{C44A422B-056E-82ED-5CDB-5F12CA519E3B}"/>
              </a:ext>
            </a:extLst>
          </p:cNvPr>
          <p:cNvPicPr>
            <a:picLocks noChangeAspect="1"/>
          </p:cNvPicPr>
          <p:nvPr/>
        </p:nvPicPr>
        <p:blipFill>
          <a:blip r:embed="rId2"/>
          <a:stretch>
            <a:fillRect/>
          </a:stretch>
        </p:blipFill>
        <p:spPr>
          <a:xfrm>
            <a:off x="276045" y="1724462"/>
            <a:ext cx="3559263" cy="1401094"/>
          </a:xfrm>
          <a:prstGeom prst="rect">
            <a:avLst/>
          </a:prstGeom>
        </p:spPr>
      </p:pic>
      <p:pic>
        <p:nvPicPr>
          <p:cNvPr id="67" name="Picture 66">
            <a:extLst>
              <a:ext uri="{FF2B5EF4-FFF2-40B4-BE49-F238E27FC236}">
                <a16:creationId xmlns:a16="http://schemas.microsoft.com/office/drawing/2014/main" id="{86ED832E-2DF8-7D9A-C50B-173FE85F0EF7}"/>
              </a:ext>
            </a:extLst>
          </p:cNvPr>
          <p:cNvPicPr>
            <a:picLocks noChangeAspect="1"/>
          </p:cNvPicPr>
          <p:nvPr/>
        </p:nvPicPr>
        <p:blipFill>
          <a:blip r:embed="rId3"/>
          <a:stretch>
            <a:fillRect/>
          </a:stretch>
        </p:blipFill>
        <p:spPr>
          <a:xfrm>
            <a:off x="3511349" y="3962400"/>
            <a:ext cx="3639545" cy="1743075"/>
          </a:xfrm>
          <a:prstGeom prst="rect">
            <a:avLst/>
          </a:prstGeom>
        </p:spPr>
      </p:pic>
      <p:grpSp>
        <p:nvGrpSpPr>
          <p:cNvPr id="23" name="Group 22">
            <a:extLst>
              <a:ext uri="{FF2B5EF4-FFF2-40B4-BE49-F238E27FC236}">
                <a16:creationId xmlns:a16="http://schemas.microsoft.com/office/drawing/2014/main" id="{BEF9A58E-F832-480A-6477-8D9AF5BDE21D}"/>
              </a:ext>
            </a:extLst>
          </p:cNvPr>
          <p:cNvGrpSpPr/>
          <p:nvPr/>
        </p:nvGrpSpPr>
        <p:grpSpPr>
          <a:xfrm>
            <a:off x="4495435" y="4550950"/>
            <a:ext cx="3664800" cy="2148120"/>
            <a:chOff x="4495435" y="4550950"/>
            <a:chExt cx="3664800" cy="214812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80412F91-2E20-5380-67EA-5B9E91925C2C}"/>
                    </a:ext>
                  </a:extLst>
                </p14:cNvPr>
                <p14:cNvContentPartPr/>
                <p14:nvPr/>
              </p14:nvContentPartPr>
              <p14:xfrm>
                <a:off x="4495435" y="4646710"/>
                <a:ext cx="468360" cy="906480"/>
              </p14:xfrm>
            </p:contentPart>
          </mc:Choice>
          <mc:Fallback xmlns="">
            <p:pic>
              <p:nvPicPr>
                <p:cNvPr id="3" name="Ink 2">
                  <a:extLst>
                    <a:ext uri="{FF2B5EF4-FFF2-40B4-BE49-F238E27FC236}">
                      <a16:creationId xmlns:a16="http://schemas.microsoft.com/office/drawing/2014/main" id="{80412F91-2E20-5380-67EA-5B9E91925C2C}"/>
                    </a:ext>
                  </a:extLst>
                </p:cNvPr>
                <p:cNvPicPr/>
                <p:nvPr/>
              </p:nvPicPr>
              <p:blipFill>
                <a:blip r:embed="rId5"/>
                <a:stretch>
                  <a:fillRect/>
                </a:stretch>
              </p:blipFill>
              <p:spPr>
                <a:xfrm>
                  <a:off x="4489315" y="4640590"/>
                  <a:ext cx="480600" cy="918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664D4D0C-1836-39BC-C0B7-C62832DC54D5}"/>
                    </a:ext>
                  </a:extLst>
                </p14:cNvPr>
                <p14:cNvContentPartPr/>
                <p14:nvPr/>
              </p14:nvContentPartPr>
              <p14:xfrm>
                <a:off x="4745275" y="5669830"/>
                <a:ext cx="558360" cy="289800"/>
              </p14:xfrm>
            </p:contentPart>
          </mc:Choice>
          <mc:Fallback xmlns="">
            <p:pic>
              <p:nvPicPr>
                <p:cNvPr id="4" name="Ink 3">
                  <a:extLst>
                    <a:ext uri="{FF2B5EF4-FFF2-40B4-BE49-F238E27FC236}">
                      <a16:creationId xmlns:a16="http://schemas.microsoft.com/office/drawing/2014/main" id="{664D4D0C-1836-39BC-C0B7-C62832DC54D5}"/>
                    </a:ext>
                  </a:extLst>
                </p:cNvPr>
                <p:cNvPicPr/>
                <p:nvPr/>
              </p:nvPicPr>
              <p:blipFill>
                <a:blip r:embed="rId7"/>
                <a:stretch>
                  <a:fillRect/>
                </a:stretch>
              </p:blipFill>
              <p:spPr>
                <a:xfrm>
                  <a:off x="4739155" y="5663710"/>
                  <a:ext cx="57060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C923A5C8-96C1-DA4E-3276-1CB1B2C5A084}"/>
                    </a:ext>
                  </a:extLst>
                </p14:cNvPr>
                <p14:cNvContentPartPr/>
                <p14:nvPr/>
              </p14:nvContentPartPr>
              <p14:xfrm>
                <a:off x="5208955" y="5806270"/>
                <a:ext cx="132480" cy="393840"/>
              </p14:xfrm>
            </p:contentPart>
          </mc:Choice>
          <mc:Fallback xmlns="">
            <p:pic>
              <p:nvPicPr>
                <p:cNvPr id="5" name="Ink 4">
                  <a:extLst>
                    <a:ext uri="{FF2B5EF4-FFF2-40B4-BE49-F238E27FC236}">
                      <a16:creationId xmlns:a16="http://schemas.microsoft.com/office/drawing/2014/main" id="{C923A5C8-96C1-DA4E-3276-1CB1B2C5A084}"/>
                    </a:ext>
                  </a:extLst>
                </p:cNvPr>
                <p:cNvPicPr/>
                <p:nvPr/>
              </p:nvPicPr>
              <p:blipFill>
                <a:blip r:embed="rId9"/>
                <a:stretch>
                  <a:fillRect/>
                </a:stretch>
              </p:blipFill>
              <p:spPr>
                <a:xfrm>
                  <a:off x="5202835" y="5800150"/>
                  <a:ext cx="14472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60250236-F7C7-D72D-F2BD-D631A9EF7862}"/>
                    </a:ext>
                  </a:extLst>
                </p14:cNvPr>
                <p14:cNvContentPartPr/>
                <p14:nvPr/>
              </p14:nvContentPartPr>
              <p14:xfrm>
                <a:off x="5648155" y="5868550"/>
                <a:ext cx="311760" cy="232560"/>
              </p14:xfrm>
            </p:contentPart>
          </mc:Choice>
          <mc:Fallback xmlns="">
            <p:pic>
              <p:nvPicPr>
                <p:cNvPr id="6" name="Ink 5">
                  <a:extLst>
                    <a:ext uri="{FF2B5EF4-FFF2-40B4-BE49-F238E27FC236}">
                      <a16:creationId xmlns:a16="http://schemas.microsoft.com/office/drawing/2014/main" id="{60250236-F7C7-D72D-F2BD-D631A9EF7862}"/>
                    </a:ext>
                  </a:extLst>
                </p:cNvPr>
                <p:cNvPicPr/>
                <p:nvPr/>
              </p:nvPicPr>
              <p:blipFill>
                <a:blip r:embed="rId11"/>
                <a:stretch>
                  <a:fillRect/>
                </a:stretch>
              </p:blipFill>
              <p:spPr>
                <a:xfrm>
                  <a:off x="5642035" y="5862430"/>
                  <a:ext cx="32400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E9844A2A-34B4-3AB6-0264-ADDE562D4BF0}"/>
                    </a:ext>
                  </a:extLst>
                </p14:cNvPr>
                <p14:cNvContentPartPr/>
                <p14:nvPr/>
              </p14:nvContentPartPr>
              <p14:xfrm>
                <a:off x="5868115" y="6134590"/>
                <a:ext cx="20160" cy="240480"/>
              </p14:xfrm>
            </p:contentPart>
          </mc:Choice>
          <mc:Fallback xmlns="">
            <p:pic>
              <p:nvPicPr>
                <p:cNvPr id="7" name="Ink 6">
                  <a:extLst>
                    <a:ext uri="{FF2B5EF4-FFF2-40B4-BE49-F238E27FC236}">
                      <a16:creationId xmlns:a16="http://schemas.microsoft.com/office/drawing/2014/main" id="{E9844A2A-34B4-3AB6-0264-ADDE562D4BF0}"/>
                    </a:ext>
                  </a:extLst>
                </p:cNvPr>
                <p:cNvPicPr/>
                <p:nvPr/>
              </p:nvPicPr>
              <p:blipFill>
                <a:blip r:embed="rId13"/>
                <a:stretch>
                  <a:fillRect/>
                </a:stretch>
              </p:blipFill>
              <p:spPr>
                <a:xfrm>
                  <a:off x="5861995" y="6128470"/>
                  <a:ext cx="3240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1FAAC1DC-9343-339D-21F6-FB565159CE72}"/>
                    </a:ext>
                  </a:extLst>
                </p14:cNvPr>
                <p14:cNvContentPartPr/>
                <p14:nvPr/>
              </p14:nvContentPartPr>
              <p14:xfrm>
                <a:off x="5936515" y="5696470"/>
                <a:ext cx="315000" cy="114120"/>
              </p14:xfrm>
            </p:contentPart>
          </mc:Choice>
          <mc:Fallback xmlns="">
            <p:pic>
              <p:nvPicPr>
                <p:cNvPr id="8" name="Ink 7">
                  <a:extLst>
                    <a:ext uri="{FF2B5EF4-FFF2-40B4-BE49-F238E27FC236}">
                      <a16:creationId xmlns:a16="http://schemas.microsoft.com/office/drawing/2014/main" id="{1FAAC1DC-9343-339D-21F6-FB565159CE72}"/>
                    </a:ext>
                  </a:extLst>
                </p:cNvPr>
                <p:cNvPicPr/>
                <p:nvPr/>
              </p:nvPicPr>
              <p:blipFill>
                <a:blip r:embed="rId15"/>
                <a:stretch>
                  <a:fillRect/>
                </a:stretch>
              </p:blipFill>
              <p:spPr>
                <a:xfrm>
                  <a:off x="5930395" y="5690350"/>
                  <a:ext cx="3272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D68D16F1-CAA6-7DD3-9B87-8D62DA6D6E14}"/>
                    </a:ext>
                  </a:extLst>
                </p14:cNvPr>
                <p14:cNvContentPartPr/>
                <p14:nvPr/>
              </p14:nvContentPartPr>
              <p14:xfrm>
                <a:off x="5438635" y="6209470"/>
                <a:ext cx="868680" cy="98640"/>
              </p14:xfrm>
            </p:contentPart>
          </mc:Choice>
          <mc:Fallback xmlns="">
            <p:pic>
              <p:nvPicPr>
                <p:cNvPr id="9" name="Ink 8">
                  <a:extLst>
                    <a:ext uri="{FF2B5EF4-FFF2-40B4-BE49-F238E27FC236}">
                      <a16:creationId xmlns:a16="http://schemas.microsoft.com/office/drawing/2014/main" id="{D68D16F1-CAA6-7DD3-9B87-8D62DA6D6E14}"/>
                    </a:ext>
                  </a:extLst>
                </p:cNvPr>
                <p:cNvPicPr/>
                <p:nvPr/>
              </p:nvPicPr>
              <p:blipFill>
                <a:blip r:embed="rId17"/>
                <a:stretch>
                  <a:fillRect/>
                </a:stretch>
              </p:blipFill>
              <p:spPr>
                <a:xfrm>
                  <a:off x="5432515" y="6203350"/>
                  <a:ext cx="88092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92E0B779-7C20-F825-9CD6-8B9D9406DDC0}"/>
                    </a:ext>
                  </a:extLst>
                </p14:cNvPr>
                <p14:cNvContentPartPr/>
                <p14:nvPr/>
              </p14:nvContentPartPr>
              <p14:xfrm>
                <a:off x="5727715" y="6429070"/>
                <a:ext cx="173160" cy="187200"/>
              </p14:xfrm>
            </p:contentPart>
          </mc:Choice>
          <mc:Fallback xmlns="">
            <p:pic>
              <p:nvPicPr>
                <p:cNvPr id="10" name="Ink 9">
                  <a:extLst>
                    <a:ext uri="{FF2B5EF4-FFF2-40B4-BE49-F238E27FC236}">
                      <a16:creationId xmlns:a16="http://schemas.microsoft.com/office/drawing/2014/main" id="{92E0B779-7C20-F825-9CD6-8B9D9406DDC0}"/>
                    </a:ext>
                  </a:extLst>
                </p:cNvPr>
                <p:cNvPicPr/>
                <p:nvPr/>
              </p:nvPicPr>
              <p:blipFill>
                <a:blip r:embed="rId19"/>
                <a:stretch>
                  <a:fillRect/>
                </a:stretch>
              </p:blipFill>
              <p:spPr>
                <a:xfrm>
                  <a:off x="5721595" y="6422950"/>
                  <a:ext cx="18540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3BD637EF-205A-45F0-C83E-545EFC176A66}"/>
                    </a:ext>
                  </a:extLst>
                </p14:cNvPr>
                <p14:cNvContentPartPr/>
                <p14:nvPr/>
              </p14:nvContentPartPr>
              <p14:xfrm>
                <a:off x="6007795" y="6557950"/>
                <a:ext cx="29520" cy="141120"/>
              </p14:xfrm>
            </p:contentPart>
          </mc:Choice>
          <mc:Fallback xmlns="">
            <p:pic>
              <p:nvPicPr>
                <p:cNvPr id="11" name="Ink 10">
                  <a:extLst>
                    <a:ext uri="{FF2B5EF4-FFF2-40B4-BE49-F238E27FC236}">
                      <a16:creationId xmlns:a16="http://schemas.microsoft.com/office/drawing/2014/main" id="{3BD637EF-205A-45F0-C83E-545EFC176A66}"/>
                    </a:ext>
                  </a:extLst>
                </p:cNvPr>
                <p:cNvPicPr/>
                <p:nvPr/>
              </p:nvPicPr>
              <p:blipFill>
                <a:blip r:embed="rId21"/>
                <a:stretch>
                  <a:fillRect/>
                </a:stretch>
              </p:blipFill>
              <p:spPr>
                <a:xfrm>
                  <a:off x="6001675" y="6551830"/>
                  <a:ext cx="4176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CB9B03CE-0491-6357-4733-0E9876B74B47}"/>
                    </a:ext>
                  </a:extLst>
                </p14:cNvPr>
                <p14:cNvContentPartPr/>
                <p14:nvPr/>
              </p14:nvContentPartPr>
              <p14:xfrm>
                <a:off x="5069995" y="4550950"/>
                <a:ext cx="858960" cy="1043640"/>
              </p14:xfrm>
            </p:contentPart>
          </mc:Choice>
          <mc:Fallback xmlns="">
            <p:pic>
              <p:nvPicPr>
                <p:cNvPr id="12" name="Ink 11">
                  <a:extLst>
                    <a:ext uri="{FF2B5EF4-FFF2-40B4-BE49-F238E27FC236}">
                      <a16:creationId xmlns:a16="http://schemas.microsoft.com/office/drawing/2014/main" id="{CB9B03CE-0491-6357-4733-0E9876B74B47}"/>
                    </a:ext>
                  </a:extLst>
                </p:cNvPr>
                <p:cNvPicPr/>
                <p:nvPr/>
              </p:nvPicPr>
              <p:blipFill>
                <a:blip r:embed="rId23"/>
                <a:stretch>
                  <a:fillRect/>
                </a:stretch>
              </p:blipFill>
              <p:spPr>
                <a:xfrm>
                  <a:off x="5063875" y="4544830"/>
                  <a:ext cx="871200" cy="1055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51BE28EF-78EF-EE0A-F36F-5C2833CA2357}"/>
                    </a:ext>
                  </a:extLst>
                </p14:cNvPr>
                <p14:cNvContentPartPr/>
                <p14:nvPr/>
              </p14:nvContentPartPr>
              <p14:xfrm>
                <a:off x="5900155" y="5169790"/>
                <a:ext cx="1098360" cy="50040"/>
              </p14:xfrm>
            </p:contentPart>
          </mc:Choice>
          <mc:Fallback xmlns="">
            <p:pic>
              <p:nvPicPr>
                <p:cNvPr id="13" name="Ink 12">
                  <a:extLst>
                    <a:ext uri="{FF2B5EF4-FFF2-40B4-BE49-F238E27FC236}">
                      <a16:creationId xmlns:a16="http://schemas.microsoft.com/office/drawing/2014/main" id="{51BE28EF-78EF-EE0A-F36F-5C2833CA2357}"/>
                    </a:ext>
                  </a:extLst>
                </p:cNvPr>
                <p:cNvPicPr/>
                <p:nvPr/>
              </p:nvPicPr>
              <p:blipFill>
                <a:blip r:embed="rId25"/>
                <a:stretch>
                  <a:fillRect/>
                </a:stretch>
              </p:blipFill>
              <p:spPr>
                <a:xfrm>
                  <a:off x="5894035" y="5163670"/>
                  <a:ext cx="11106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CB85C8A7-0003-F553-98F3-3EBCF6EA5966}"/>
                    </a:ext>
                  </a:extLst>
                </p14:cNvPr>
                <p14:cNvContentPartPr/>
                <p14:nvPr/>
              </p14:nvContentPartPr>
              <p14:xfrm>
                <a:off x="6871435" y="5103910"/>
                <a:ext cx="200880" cy="302400"/>
              </p14:xfrm>
            </p:contentPart>
          </mc:Choice>
          <mc:Fallback xmlns="">
            <p:pic>
              <p:nvPicPr>
                <p:cNvPr id="14" name="Ink 13">
                  <a:extLst>
                    <a:ext uri="{FF2B5EF4-FFF2-40B4-BE49-F238E27FC236}">
                      <a16:creationId xmlns:a16="http://schemas.microsoft.com/office/drawing/2014/main" id="{CB85C8A7-0003-F553-98F3-3EBCF6EA5966}"/>
                    </a:ext>
                  </a:extLst>
                </p:cNvPr>
                <p:cNvPicPr/>
                <p:nvPr/>
              </p:nvPicPr>
              <p:blipFill>
                <a:blip r:embed="rId27"/>
                <a:stretch>
                  <a:fillRect/>
                </a:stretch>
              </p:blipFill>
              <p:spPr>
                <a:xfrm>
                  <a:off x="6865315" y="5097790"/>
                  <a:ext cx="21312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E21ADFF6-B3E1-97F7-2964-9432BD38526D}"/>
                    </a:ext>
                  </a:extLst>
                </p14:cNvPr>
                <p14:cNvContentPartPr/>
                <p14:nvPr/>
              </p14:nvContentPartPr>
              <p14:xfrm>
                <a:off x="7418995" y="5090230"/>
                <a:ext cx="265320" cy="185400"/>
              </p14:xfrm>
            </p:contentPart>
          </mc:Choice>
          <mc:Fallback xmlns="">
            <p:pic>
              <p:nvPicPr>
                <p:cNvPr id="16" name="Ink 15">
                  <a:extLst>
                    <a:ext uri="{FF2B5EF4-FFF2-40B4-BE49-F238E27FC236}">
                      <a16:creationId xmlns:a16="http://schemas.microsoft.com/office/drawing/2014/main" id="{E21ADFF6-B3E1-97F7-2964-9432BD38526D}"/>
                    </a:ext>
                  </a:extLst>
                </p:cNvPr>
                <p:cNvPicPr/>
                <p:nvPr/>
              </p:nvPicPr>
              <p:blipFill>
                <a:blip r:embed="rId29"/>
                <a:stretch>
                  <a:fillRect/>
                </a:stretch>
              </p:blipFill>
              <p:spPr>
                <a:xfrm>
                  <a:off x="7412875" y="5084110"/>
                  <a:ext cx="2775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12EE70B8-F6F9-D03E-B04F-90F63D893BEA}"/>
                    </a:ext>
                  </a:extLst>
                </p14:cNvPr>
                <p14:cNvContentPartPr/>
                <p14:nvPr/>
              </p14:nvContentPartPr>
              <p14:xfrm>
                <a:off x="7677835" y="5301190"/>
                <a:ext cx="343800" cy="123120"/>
              </p14:xfrm>
            </p:contentPart>
          </mc:Choice>
          <mc:Fallback xmlns="">
            <p:pic>
              <p:nvPicPr>
                <p:cNvPr id="17" name="Ink 16">
                  <a:extLst>
                    <a:ext uri="{FF2B5EF4-FFF2-40B4-BE49-F238E27FC236}">
                      <a16:creationId xmlns:a16="http://schemas.microsoft.com/office/drawing/2014/main" id="{12EE70B8-F6F9-D03E-B04F-90F63D893BEA}"/>
                    </a:ext>
                  </a:extLst>
                </p:cNvPr>
                <p:cNvPicPr/>
                <p:nvPr/>
              </p:nvPicPr>
              <p:blipFill>
                <a:blip r:embed="rId31"/>
                <a:stretch>
                  <a:fillRect/>
                </a:stretch>
              </p:blipFill>
              <p:spPr>
                <a:xfrm>
                  <a:off x="7671715" y="5295070"/>
                  <a:ext cx="3560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75433830-5736-2616-6A84-37E69FD5E718}"/>
                    </a:ext>
                  </a:extLst>
                </p14:cNvPr>
                <p14:cNvContentPartPr/>
                <p14:nvPr/>
              </p14:nvContentPartPr>
              <p14:xfrm>
                <a:off x="7807075" y="4915270"/>
                <a:ext cx="330840" cy="72000"/>
              </p14:xfrm>
            </p:contentPart>
          </mc:Choice>
          <mc:Fallback xmlns="">
            <p:pic>
              <p:nvPicPr>
                <p:cNvPr id="18" name="Ink 17">
                  <a:extLst>
                    <a:ext uri="{FF2B5EF4-FFF2-40B4-BE49-F238E27FC236}">
                      <a16:creationId xmlns:a16="http://schemas.microsoft.com/office/drawing/2014/main" id="{75433830-5736-2616-6A84-37E69FD5E718}"/>
                    </a:ext>
                  </a:extLst>
                </p:cNvPr>
                <p:cNvPicPr/>
                <p:nvPr/>
              </p:nvPicPr>
              <p:blipFill>
                <a:blip r:embed="rId33"/>
                <a:stretch>
                  <a:fillRect/>
                </a:stretch>
              </p:blipFill>
              <p:spPr>
                <a:xfrm>
                  <a:off x="7800955" y="4909150"/>
                  <a:ext cx="34308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C70449D8-7B57-658A-0877-37D7B81CC3CB}"/>
                    </a:ext>
                  </a:extLst>
                </p14:cNvPr>
                <p14:cNvContentPartPr/>
                <p14:nvPr/>
              </p14:nvContentPartPr>
              <p14:xfrm>
                <a:off x="7406395" y="5391190"/>
                <a:ext cx="700200" cy="61920"/>
              </p14:xfrm>
            </p:contentPart>
          </mc:Choice>
          <mc:Fallback xmlns="">
            <p:pic>
              <p:nvPicPr>
                <p:cNvPr id="19" name="Ink 18">
                  <a:extLst>
                    <a:ext uri="{FF2B5EF4-FFF2-40B4-BE49-F238E27FC236}">
                      <a16:creationId xmlns:a16="http://schemas.microsoft.com/office/drawing/2014/main" id="{C70449D8-7B57-658A-0877-37D7B81CC3CB}"/>
                    </a:ext>
                  </a:extLst>
                </p:cNvPr>
                <p:cNvPicPr/>
                <p:nvPr/>
              </p:nvPicPr>
              <p:blipFill>
                <a:blip r:embed="rId35"/>
                <a:stretch>
                  <a:fillRect/>
                </a:stretch>
              </p:blipFill>
              <p:spPr>
                <a:xfrm>
                  <a:off x="7400275" y="5385070"/>
                  <a:ext cx="71244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0260A9DA-BE35-8AE2-05DD-27EDF698B47B}"/>
                    </a:ext>
                  </a:extLst>
                </p14:cNvPr>
                <p14:cNvContentPartPr/>
                <p14:nvPr/>
              </p14:nvContentPartPr>
              <p14:xfrm>
                <a:off x="7633915" y="5669830"/>
                <a:ext cx="160920" cy="213840"/>
              </p14:xfrm>
            </p:contentPart>
          </mc:Choice>
          <mc:Fallback xmlns="">
            <p:pic>
              <p:nvPicPr>
                <p:cNvPr id="20" name="Ink 19">
                  <a:extLst>
                    <a:ext uri="{FF2B5EF4-FFF2-40B4-BE49-F238E27FC236}">
                      <a16:creationId xmlns:a16="http://schemas.microsoft.com/office/drawing/2014/main" id="{0260A9DA-BE35-8AE2-05DD-27EDF698B47B}"/>
                    </a:ext>
                  </a:extLst>
                </p:cNvPr>
                <p:cNvPicPr/>
                <p:nvPr/>
              </p:nvPicPr>
              <p:blipFill>
                <a:blip r:embed="rId37"/>
                <a:stretch>
                  <a:fillRect/>
                </a:stretch>
              </p:blipFill>
              <p:spPr>
                <a:xfrm>
                  <a:off x="7627795" y="5663710"/>
                  <a:ext cx="1731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4226965C-E2CC-0622-374F-47406509F65A}"/>
                    </a:ext>
                  </a:extLst>
                </p14:cNvPr>
                <p14:cNvContentPartPr/>
                <p14:nvPr/>
              </p14:nvContentPartPr>
              <p14:xfrm>
                <a:off x="7906435" y="5801230"/>
                <a:ext cx="253800" cy="75960"/>
              </p14:xfrm>
            </p:contentPart>
          </mc:Choice>
          <mc:Fallback xmlns="">
            <p:pic>
              <p:nvPicPr>
                <p:cNvPr id="21" name="Ink 20">
                  <a:extLst>
                    <a:ext uri="{FF2B5EF4-FFF2-40B4-BE49-F238E27FC236}">
                      <a16:creationId xmlns:a16="http://schemas.microsoft.com/office/drawing/2014/main" id="{4226965C-E2CC-0622-374F-47406509F65A}"/>
                    </a:ext>
                  </a:extLst>
                </p:cNvPr>
                <p:cNvPicPr/>
                <p:nvPr/>
              </p:nvPicPr>
              <p:blipFill>
                <a:blip r:embed="rId39"/>
                <a:stretch>
                  <a:fillRect/>
                </a:stretch>
              </p:blipFill>
              <p:spPr>
                <a:xfrm>
                  <a:off x="7900315" y="5795110"/>
                  <a:ext cx="266040" cy="88200"/>
                </a:xfrm>
                <a:prstGeom prst="rect">
                  <a:avLst/>
                </a:prstGeom>
              </p:spPr>
            </p:pic>
          </mc:Fallback>
        </mc:AlternateContent>
      </p:grpSp>
    </p:spTree>
    <p:extLst>
      <p:ext uri="{BB962C8B-B14F-4D97-AF65-F5344CB8AC3E}">
        <p14:creationId xmlns:p14="http://schemas.microsoft.com/office/powerpoint/2010/main" val="227208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21D43-2E7F-268F-5F49-F18AAF2B6E00}"/>
              </a:ext>
            </a:extLst>
          </p:cNvPr>
          <p:cNvSpPr>
            <a:spLocks noGrp="1"/>
          </p:cNvSpPr>
          <p:nvPr>
            <p:ph type="title"/>
          </p:nvPr>
        </p:nvSpPr>
        <p:spPr/>
        <p:txBody>
          <a:bodyPr/>
          <a:lstStyle/>
          <a:p>
            <a:r>
              <a:rPr lang="en-US" dirty="0"/>
              <a:t>Example</a:t>
            </a:r>
            <a:endParaRPr lang="en-IN" dirty="0"/>
          </a:p>
        </p:txBody>
      </p:sp>
      <p:sp>
        <p:nvSpPr>
          <p:cNvPr id="3" name="Text Placeholder 2">
            <a:extLst>
              <a:ext uri="{FF2B5EF4-FFF2-40B4-BE49-F238E27FC236}">
                <a16:creationId xmlns:a16="http://schemas.microsoft.com/office/drawing/2014/main" id="{0026D7FE-1003-504D-A213-44DE6BE4FF8F}"/>
              </a:ext>
            </a:extLst>
          </p:cNvPr>
          <p:cNvSpPr>
            <a:spLocks noGrp="1"/>
          </p:cNvSpPr>
          <p:nvPr>
            <p:ph type="body" sz="quarter" idx="13"/>
          </p:nvPr>
        </p:nvSpPr>
        <p:spPr>
          <a:xfrm>
            <a:off x="685799" y="1019175"/>
            <a:ext cx="10363201" cy="5678256"/>
          </a:xfrm>
        </p:spPr>
        <p:txBody>
          <a:bodyPr/>
          <a:lstStyle/>
          <a:p>
            <a:pPr marL="0" indent="0">
              <a:buNone/>
            </a:pPr>
            <a:r>
              <a:rPr lang="en-US" sz="1400" dirty="0">
                <a:latin typeface="Helvetica Neue"/>
              </a:rPr>
              <a:t> </a:t>
            </a:r>
            <a:r>
              <a:rPr lang="en-US" sz="2400" dirty="0">
                <a:latin typeface="+mn-lt"/>
                <a:cs typeface="Times New Roman" panose="02020603050405020304" pitchFamily="18" charset="0"/>
              </a:rPr>
              <a:t>Two judges have to judge independently whether the defendant is innocent or guilty on the basis of evidence. Lack of sufficient evidence may lead to erroneous decisions like false positive or false negative. Suppose based on evidences, if we are interested in finding whether Judge A has committed more false positivity in the judgement compared to the other Judge. Use </a:t>
            </a:r>
            <a:r>
              <a:rPr lang="el-GR" sz="2400" dirty="0">
                <a:latin typeface="+mn-lt"/>
                <a:cs typeface="Times New Roman" panose="02020603050405020304" pitchFamily="18" charset="0"/>
              </a:rPr>
              <a:t>α</a:t>
            </a:r>
            <a:r>
              <a:rPr lang="en-US" sz="2400" dirty="0">
                <a:latin typeface="+mn-lt"/>
                <a:cs typeface="Times New Roman" panose="02020603050405020304" pitchFamily="18" charset="0"/>
              </a:rPr>
              <a:t> = 0.05.</a:t>
            </a:r>
          </a:p>
          <a:p>
            <a:pPr marL="0" indent="0">
              <a:buNone/>
            </a:pPr>
            <a:endParaRPr lang="en-IN" dirty="0"/>
          </a:p>
        </p:txBody>
      </p:sp>
      <p:graphicFrame>
        <p:nvGraphicFramePr>
          <p:cNvPr id="5" name="Table 4">
            <a:extLst>
              <a:ext uri="{FF2B5EF4-FFF2-40B4-BE49-F238E27FC236}">
                <a16:creationId xmlns:a16="http://schemas.microsoft.com/office/drawing/2014/main" id="{DA7C3632-45C9-FA6F-E1F9-AA7E593AB426}"/>
              </a:ext>
            </a:extLst>
          </p:cNvPr>
          <p:cNvGraphicFramePr>
            <a:graphicFrameLocks noGrp="1"/>
          </p:cNvGraphicFramePr>
          <p:nvPr/>
        </p:nvGraphicFramePr>
        <p:xfrm>
          <a:off x="838199" y="3248024"/>
          <a:ext cx="9648824" cy="2381476"/>
        </p:xfrm>
        <a:graphic>
          <a:graphicData uri="http://schemas.openxmlformats.org/drawingml/2006/table">
            <a:tbl>
              <a:tblPr firstRow="1" bandRow="1">
                <a:tableStyleId>{5C22544A-7EE6-4342-B048-85BDC9FD1C3A}</a:tableStyleId>
              </a:tblPr>
              <a:tblGrid>
                <a:gridCol w="2412206">
                  <a:extLst>
                    <a:ext uri="{9D8B030D-6E8A-4147-A177-3AD203B41FA5}">
                      <a16:colId xmlns:a16="http://schemas.microsoft.com/office/drawing/2014/main" val="1238387080"/>
                    </a:ext>
                  </a:extLst>
                </a:gridCol>
                <a:gridCol w="2412206">
                  <a:extLst>
                    <a:ext uri="{9D8B030D-6E8A-4147-A177-3AD203B41FA5}">
                      <a16:colId xmlns:a16="http://schemas.microsoft.com/office/drawing/2014/main" val="249451815"/>
                    </a:ext>
                  </a:extLst>
                </a:gridCol>
                <a:gridCol w="2412206">
                  <a:extLst>
                    <a:ext uri="{9D8B030D-6E8A-4147-A177-3AD203B41FA5}">
                      <a16:colId xmlns:a16="http://schemas.microsoft.com/office/drawing/2014/main" val="4237202932"/>
                    </a:ext>
                  </a:extLst>
                </a:gridCol>
                <a:gridCol w="2412206">
                  <a:extLst>
                    <a:ext uri="{9D8B030D-6E8A-4147-A177-3AD203B41FA5}">
                      <a16:colId xmlns:a16="http://schemas.microsoft.com/office/drawing/2014/main" val="3035925531"/>
                    </a:ext>
                  </a:extLst>
                </a:gridCol>
              </a:tblGrid>
              <a:tr h="495899">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Judges</a:t>
                      </a:r>
                    </a:p>
                  </a:txBody>
                  <a:tcPr marL="140452" marR="140452" marT="52800" marB="52800"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of </a:t>
                      </a:r>
                    </a:p>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defendants </a:t>
                      </a:r>
                    </a:p>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
                      </a:r>
                    </a:p>
                  </a:txBody>
                  <a:tcPr marL="140452" marR="140452" marT="52800" marB="52800"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of false positives</a:t>
                      </a:r>
                    </a:p>
                  </a:txBody>
                  <a:tcPr marL="140452" marR="140452" marT="52800" marB="52800"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False positive</a:t>
                      </a:r>
                    </a:p>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rate</a:t>
                      </a:r>
                    </a:p>
                  </a:txBody>
                  <a:tcPr marL="140452" marR="140452" marT="52800" marB="52800" anchor="ctr" horzOverflow="overflow"/>
                </a:tc>
                <a:extLst>
                  <a:ext uri="{0D108BD9-81ED-4DB2-BD59-A6C34878D82A}">
                    <a16:rowId xmlns:a16="http://schemas.microsoft.com/office/drawing/2014/main" val="2295911651"/>
                  </a:ext>
                </a:extLst>
              </a:tr>
              <a:tr h="495899">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p>
                  </a:txBody>
                  <a:tcPr marL="140452" marR="140452" marT="52800" marB="52800"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3000</a:t>
                      </a:r>
                    </a:p>
                  </a:txBody>
                  <a:tcPr marL="140452" marR="140452" marT="52800" marB="52800"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90</a:t>
                      </a:r>
                    </a:p>
                  </a:txBody>
                  <a:tcPr marL="140452" marR="140452" marT="52800" marB="52800"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3.00%</a:t>
                      </a:r>
                    </a:p>
                  </a:txBody>
                  <a:tcPr marL="140452" marR="140452" marT="52800" marB="52800" anchor="ctr" horzOverflow="overflow"/>
                </a:tc>
                <a:extLst>
                  <a:ext uri="{0D108BD9-81ED-4DB2-BD59-A6C34878D82A}">
                    <a16:rowId xmlns:a16="http://schemas.microsoft.com/office/drawing/2014/main" val="1184310403"/>
                  </a:ext>
                </a:extLst>
              </a:tr>
              <a:tr h="865577">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p>
                  </a:txBody>
                  <a:tcPr marL="140452" marR="140452" marT="52800" marB="52800"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2500</a:t>
                      </a:r>
                    </a:p>
                  </a:txBody>
                  <a:tcPr marL="140452" marR="140452" marT="52800" marB="52800"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48</a:t>
                      </a:r>
                    </a:p>
                  </a:txBody>
                  <a:tcPr marL="140452" marR="140452" marT="52800" marB="52800" anchor="ctr" horzOverflow="overflow"/>
                </a:tc>
                <a:tc>
                  <a:txBody>
                    <a:bodyPr/>
                    <a:lstStyle/>
                    <a:p>
                      <a:pPr marL="342900" marR="0" lvl="0" indent="-342900" algn="ctr" defTabSz="914400" rtl="0" eaLnBrk="1" fontAlgn="ctr" latinLnBrk="0" hangingPunct="1">
                        <a:lnSpc>
                          <a:spcPct val="100000"/>
                        </a:lnSpc>
                        <a:spcBef>
                          <a:spcPct val="0"/>
                        </a:spcBef>
                        <a:spcAft>
                          <a:spcPct val="0"/>
                        </a:spcAft>
                        <a:buClr>
                          <a:schemeClr val="bg1"/>
                        </a:buClr>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1.92%</a:t>
                      </a:r>
                    </a:p>
                  </a:txBody>
                  <a:tcPr marL="140452" marR="140452" marT="52800" marB="52800" anchor="ctr" horzOverflow="overflow"/>
                </a:tc>
                <a:extLst>
                  <a:ext uri="{0D108BD9-81ED-4DB2-BD59-A6C34878D82A}">
                    <a16:rowId xmlns:a16="http://schemas.microsoft.com/office/drawing/2014/main" val="116050853"/>
                  </a:ext>
                </a:extLst>
              </a:tr>
            </a:tbl>
          </a:graphicData>
        </a:graphic>
      </p:graphicFrame>
    </p:spTree>
    <p:extLst>
      <p:ext uri="{BB962C8B-B14F-4D97-AF65-F5344CB8AC3E}">
        <p14:creationId xmlns:p14="http://schemas.microsoft.com/office/powerpoint/2010/main" val="17001113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10591-01C9-5F7A-276A-A44DB7D06BE7}"/>
              </a:ext>
            </a:extLst>
          </p:cNvPr>
          <p:cNvSpPr>
            <a:spLocks noGrp="1"/>
          </p:cNvSpPr>
          <p:nvPr>
            <p:ph type="title"/>
          </p:nvPr>
        </p:nvSpPr>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75DC1224-185F-FF64-11AB-0DE93CDB1B66}"/>
              </a:ext>
            </a:extLst>
          </p:cNvPr>
          <p:cNvSpPr>
            <a:spLocks noGrp="1"/>
          </p:cNvSpPr>
          <p:nvPr>
            <p:ph type="body" sz="quarter" idx="13"/>
          </p:nvPr>
        </p:nvSpPr>
        <p:spPr>
          <a:xfrm>
            <a:off x="152400" y="1133475"/>
            <a:ext cx="11944350" cy="5563956"/>
          </a:xfrm>
        </p:spPr>
        <p:txBody>
          <a:bodyPr/>
          <a:lstStyle/>
          <a:p>
            <a:pPr marL="0" indent="0">
              <a:buNone/>
            </a:pPr>
            <a:r>
              <a:rPr lang="en-US" dirty="0"/>
              <a:t>.</a:t>
            </a:r>
            <a:endParaRPr lang="en-IN" dirty="0"/>
          </a:p>
        </p:txBody>
      </p:sp>
      <p:sp>
        <p:nvSpPr>
          <p:cNvPr id="5" name="Title 2">
            <a:extLst>
              <a:ext uri="{FF2B5EF4-FFF2-40B4-BE49-F238E27FC236}">
                <a16:creationId xmlns:a16="http://schemas.microsoft.com/office/drawing/2014/main" id="{5B884DBB-BA94-B7E9-FE95-4A34CA9A3365}"/>
              </a:ext>
            </a:extLst>
          </p:cNvPr>
          <p:cNvSpPr txBox="1">
            <a:spLocks/>
          </p:cNvSpPr>
          <p:nvPr/>
        </p:nvSpPr>
        <p:spPr>
          <a:xfrm>
            <a:off x="271251" y="1085185"/>
            <a:ext cx="12815083" cy="63234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At 5% (0.05) level of significance with critical value ± 1.645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0C429B-2367-56D2-5C77-7FF8161195D1}"/>
                  </a:ext>
                </a:extLst>
              </p:cNvPr>
              <p:cNvSpPr txBox="1"/>
              <p:nvPr/>
            </p:nvSpPr>
            <p:spPr>
              <a:xfrm>
                <a:off x="410025" y="1709607"/>
                <a:ext cx="9134025" cy="1372107"/>
              </a:xfrm>
              <a:prstGeom prst="rect">
                <a:avLst/>
              </a:prstGeom>
              <a:solidFill>
                <a:srgbClr val="A7FFFF"/>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𝑍</m:t>
                      </m:r>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fPr>
                        <m:num>
                          <m:d>
                            <m:dPr>
                              <m:ctrlP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dPr>
                            <m:e>
                              <m:sSub>
                                <m:sSubPr>
                                  <m:ctrlP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𝑝</m:t>
                                  </m:r>
                                </m:e>
                                <m:sub>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𝑝</m:t>
                                  </m:r>
                                </m:e>
                                <m:sub>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e>
                          </m:d>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𝑃</m:t>
                              </m:r>
                            </m:e>
                            <m:sub>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𝑃</m:t>
                              </m:r>
                            </m:e>
                            <m:sub>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num>
                        <m:den>
                          <m:rad>
                            <m:radPr>
                              <m:degHide m:val="on"/>
                              <m:ctrlP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radPr>
                            <m:deg/>
                            <m:e>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𝑝</m:t>
                              </m:r>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𝑞</m:t>
                              </m:r>
                              <m:d>
                                <m:dPr>
                                  <m:ctrlP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dPr>
                                <m:e>
                                  <m:f>
                                    <m:fPr>
                                      <m:ctrlP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num>
                                    <m:den>
                                      <m:sSub>
                                        <m:sSubPr>
                                          <m:ctrlP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m:t>
                                          </m:r>
                                        </m:e>
                                        <m:sub>
                                          <m: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den>
                                  </m:f>
                                  <m: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num>
                                    <m:den>
                                      <m:sSub>
                                        <m:sSubPr>
                                          <m:ctrlP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m:t>
                                          </m:r>
                                        </m:e>
                                        <m:sub>
                                          <m: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den>
                                  </m:f>
                                </m:e>
                              </m:d>
                            </m:e>
                          </m:rad>
                        </m:den>
                      </m:f>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(0.030−0.019)</m:t>
                          </m:r>
                        </m:num>
                        <m:den>
                          <m:rad>
                            <m:radPr>
                              <m:degHide m:val="on"/>
                              <m:ctrlP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radPr>
                            <m:deg/>
                            <m:e>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0.025∗0.975∗00007</m:t>
                              </m:r>
                            </m:e>
                          </m:rad>
                        </m:den>
                      </m:f>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=2.55</m:t>
                      </m:r>
                    </m:oMath>
                  </m:oMathPara>
                </a14:m>
                <a:endParaRPr kumimoji="0" lang="en-IN" sz="2800" b="0" i="0" u="none" strike="noStrike" kern="1200" cap="none" spc="0" normalizeH="0" baseline="0" noProof="0" dirty="0">
                  <a:ln>
                    <a:noFill/>
                  </a:ln>
                  <a:solidFill>
                    <a:prstClr val="black"/>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0C429B-2367-56D2-5C77-7FF8161195D1}"/>
                  </a:ext>
                </a:extLst>
              </p:cNvPr>
              <p:cNvSpPr txBox="1">
                <a:spLocks noRot="1" noChangeAspect="1" noMove="1" noResize="1" noEditPoints="1" noAdjustHandles="1" noChangeArrowheads="1" noChangeShapeType="1" noTextEdit="1"/>
              </p:cNvSpPr>
              <p:nvPr/>
            </p:nvSpPr>
            <p:spPr>
              <a:xfrm>
                <a:off x="410025" y="1709607"/>
                <a:ext cx="9134025" cy="1372107"/>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10">
                <a:extLst>
                  <a:ext uri="{FF2B5EF4-FFF2-40B4-BE49-F238E27FC236}">
                    <a16:creationId xmlns:a16="http://schemas.microsoft.com/office/drawing/2014/main" id="{126A8EB8-6A25-2FD1-EE53-5CE846AF7CCD}"/>
                  </a:ext>
                </a:extLst>
              </p:cNvPr>
              <p:cNvSpPr>
                <a:spLocks noChangeArrowheads="1"/>
              </p:cNvSpPr>
              <p:nvPr/>
            </p:nvSpPr>
            <p:spPr bwMode="auto">
              <a:xfrm>
                <a:off x="9544051" y="1853396"/>
                <a:ext cx="2552699" cy="1569660"/>
              </a:xfrm>
              <a:prstGeom prst="rect">
                <a:avLst/>
              </a:prstGeom>
              <a:noFill/>
              <a:ln>
                <a:noFill/>
              </a:ln>
              <a:effectLst/>
              <a:extLst>
                <a:ext uri="{909E8E84-426E-40DD-AFC4-6F175D3DCCD1}">
                  <a14:hiddenFill>
                    <a:solidFill>
                      <a:schemeClr val="accent1"/>
                    </a:solidFill>
                  </a14:hiddenFill>
                </a:ext>
                <a:ext uri="{91240B29-F687-4F45-9708-019B960494DF}">
                  <a14:hiddenLine w="9525"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Hypothesis to test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H</a:t>
                </a:r>
                <a:r>
                  <a:rPr kumimoji="0" lang="en-US" altLang="en-US" sz="24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0</a:t>
                </a:r>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a:t>
                </a:r>
                <a14:m>
                  <m:oMath xmlns:m="http://schemas.openxmlformats.org/officeDocument/2006/math">
                    <m:sSub>
                      <m:sSubPr>
                        <m:ctrlP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ctrlPr>
                      </m:sSubPr>
                      <m:e>
                        <m: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t>𝑷</m:t>
                        </m:r>
                      </m:e>
                      <m:sub>
                        <m: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t>𝟏</m:t>
                        </m:r>
                      </m:sub>
                    </m:sSub>
                  </m:oMath>
                </a14:m>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 </a:t>
                </a:r>
                <a14:m>
                  <m:oMath xmlns:m="http://schemas.openxmlformats.org/officeDocument/2006/math">
                    <m:sSub>
                      <m:sSubPr>
                        <m:ctrlP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ctrlPr>
                      </m:sSubPr>
                      <m:e>
                        <m: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t>𝑷</m:t>
                        </m:r>
                      </m:e>
                      <m:sub>
                        <m: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t>𝟐</m:t>
                        </m:r>
                      </m:sub>
                    </m:sSub>
                  </m:oMath>
                </a14:m>
                <a:endParaRPr kumimoji="0" lang="en-US" altLang="en-US" sz="2400" b="1" i="0" u="none" strike="noStrike" kern="1200" cap="none" spc="0" normalizeH="0" baseline="-2500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vs</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H</a:t>
                </a:r>
                <a:r>
                  <a:rPr kumimoji="0" lang="en-US" altLang="en-US" sz="24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1</a:t>
                </a:r>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a:t>
                </a:r>
                <a14:m>
                  <m:oMath xmlns:m="http://schemas.openxmlformats.org/officeDocument/2006/math">
                    <m:sSub>
                      <m:sSubPr>
                        <m:ctrlP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ctrlPr>
                      </m:sSubPr>
                      <m:e>
                        <m: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t>𝑷</m:t>
                        </m:r>
                      </m:e>
                      <m:sub>
                        <m: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t>𝟏</m:t>
                        </m:r>
                      </m:sub>
                    </m:sSub>
                  </m:oMath>
                </a14:m>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&gt; </a:t>
                </a:r>
                <a14:m>
                  <m:oMath xmlns:m="http://schemas.openxmlformats.org/officeDocument/2006/math">
                    <m:sSub>
                      <m:sSubPr>
                        <m:ctrlP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ctrlPr>
                      </m:sSubPr>
                      <m:e>
                        <m: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t>𝑷</m:t>
                        </m:r>
                      </m:e>
                      <m:sub>
                        <m:r>
                          <a:rPr kumimoji="0" lang="en-US" altLang="en-US" sz="2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Times New Roman" panose="02020603050405020304" pitchFamily="18" charset="0"/>
                            <a:sym typeface="Mathematica1" pitchFamily="2" charset="2"/>
                          </a:rPr>
                          <m:t>𝟐</m:t>
                        </m:r>
                      </m:sub>
                    </m:sSub>
                  </m:oMath>
                </a14:m>
                <a:endPar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endParaRPr>
              </a:p>
            </p:txBody>
          </p:sp>
        </mc:Choice>
        <mc:Fallback xmlns="">
          <p:sp>
            <p:nvSpPr>
              <p:cNvPr id="7" name="Rectangle 10">
                <a:extLst>
                  <a:ext uri="{FF2B5EF4-FFF2-40B4-BE49-F238E27FC236}">
                    <a16:creationId xmlns:a16="http://schemas.microsoft.com/office/drawing/2014/main" id="{126A8EB8-6A25-2FD1-EE53-5CE846AF7CCD}"/>
                  </a:ext>
                </a:extLst>
              </p:cNvPr>
              <p:cNvSpPr>
                <a:spLocks noRot="1" noChangeAspect="1" noMove="1" noResize="1" noEditPoints="1" noAdjustHandles="1" noChangeArrowheads="1" noChangeShapeType="1" noTextEdit="1"/>
              </p:cNvSpPr>
              <p:nvPr/>
            </p:nvSpPr>
            <p:spPr bwMode="auto">
              <a:xfrm>
                <a:off x="9544051" y="1853396"/>
                <a:ext cx="2552699" cy="1569660"/>
              </a:xfrm>
              <a:prstGeom prst="rect">
                <a:avLst/>
              </a:prstGeom>
              <a:blipFill>
                <a:blip r:embed="rId3"/>
                <a:stretch>
                  <a:fillRect l="-3828" t="-1938" b="-89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8" name="Group 7">
            <a:extLst>
              <a:ext uri="{FF2B5EF4-FFF2-40B4-BE49-F238E27FC236}">
                <a16:creationId xmlns:a16="http://schemas.microsoft.com/office/drawing/2014/main" id="{DB76ED46-7C9D-BCC9-D66E-C0EB104C3CFE}"/>
              </a:ext>
            </a:extLst>
          </p:cNvPr>
          <p:cNvGrpSpPr/>
          <p:nvPr/>
        </p:nvGrpSpPr>
        <p:grpSpPr>
          <a:xfrm>
            <a:off x="0" y="3143604"/>
            <a:ext cx="6825423" cy="2629211"/>
            <a:chOff x="752217" y="2168154"/>
            <a:chExt cx="4936366" cy="1534482"/>
          </a:xfrm>
        </p:grpSpPr>
        <p:sp>
          <p:nvSpPr>
            <p:cNvPr id="9" name="Vertical Scroll 32">
              <a:extLst>
                <a:ext uri="{FF2B5EF4-FFF2-40B4-BE49-F238E27FC236}">
                  <a16:creationId xmlns:a16="http://schemas.microsoft.com/office/drawing/2014/main" id="{E06A7673-4744-4DF3-C75E-EDDAAEFC40F0}"/>
                </a:ext>
              </a:extLst>
            </p:cNvPr>
            <p:cNvSpPr/>
            <p:nvPr/>
          </p:nvSpPr>
          <p:spPr>
            <a:xfrm>
              <a:off x="752217" y="2168154"/>
              <a:ext cx="4936366" cy="1534482"/>
            </a:xfrm>
            <a:prstGeom prst="verticalScroll">
              <a:avLst/>
            </a:prstGeom>
            <a:solidFill>
              <a:schemeClr val="accent2">
                <a:lumMod val="40000"/>
                <a:lumOff val="6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Helvetica Neue"/>
                <a:ea typeface="+mn-ea"/>
                <a:cs typeface="+mn-cs"/>
              </a:endParaRPr>
            </a:p>
          </p:txBody>
        </p:sp>
        <p:sp>
          <p:nvSpPr>
            <p:cNvPr id="10" name="Round Diagonal Corner Rectangle 33">
              <a:extLst>
                <a:ext uri="{FF2B5EF4-FFF2-40B4-BE49-F238E27FC236}">
                  <a16:creationId xmlns:a16="http://schemas.microsoft.com/office/drawing/2014/main" id="{14966B30-CA1E-E1FB-DBC2-5AA97FBDB123}"/>
                </a:ext>
              </a:extLst>
            </p:cNvPr>
            <p:cNvSpPr/>
            <p:nvPr/>
          </p:nvSpPr>
          <p:spPr>
            <a:xfrm>
              <a:off x="1326441" y="2470664"/>
              <a:ext cx="3787919" cy="941530"/>
            </a:xfrm>
            <a:prstGeom prst="round2DiagRect">
              <a:avLst>
                <a:gd name="adj1" fmla="val 0"/>
                <a:gd name="adj2" fmla="val 0"/>
              </a:avLst>
            </a:prstGeom>
            <a:solidFill>
              <a:srgbClr val="F1F8EC"/>
            </a:soli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11" name="Title 2">
            <a:extLst>
              <a:ext uri="{FF2B5EF4-FFF2-40B4-BE49-F238E27FC236}">
                <a16:creationId xmlns:a16="http://schemas.microsoft.com/office/drawing/2014/main" id="{59BD4FE1-34CA-996B-12D5-35651032C5B0}"/>
              </a:ext>
            </a:extLst>
          </p:cNvPr>
          <p:cNvSpPr txBox="1">
            <a:spLocks/>
          </p:cNvSpPr>
          <p:nvPr/>
        </p:nvSpPr>
        <p:spPr>
          <a:xfrm>
            <a:off x="988470" y="3740708"/>
            <a:ext cx="5237486" cy="1906708"/>
          </a:xfrm>
          <a:prstGeom prst="rect">
            <a:avLst/>
          </a:prstGeom>
          <a:no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ko-KR" sz="26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Critical value for </a:t>
            </a:r>
            <a:r>
              <a:rPr kumimoji="0" lang="el-GR" altLang="ko-KR" sz="26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α</a:t>
            </a:r>
            <a:r>
              <a:rPr kumimoji="0" lang="en-US" altLang="ko-KR" sz="26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 = 0.05 is 1.645. Since Z = 2.55  &gt; 1.645, </a:t>
            </a:r>
            <a:r>
              <a:rPr kumimoji="0" lang="en-US" altLang="ko-KR" sz="2600" b="1" i="0" u="none" strike="noStrike" kern="1200" cap="none" spc="0" normalizeH="0" baseline="0" noProof="0" dirty="0">
                <a:ln>
                  <a:noFill/>
                </a:ln>
                <a:solidFill>
                  <a:srgbClr val="FF0000"/>
                </a:solidFill>
                <a:effectLst/>
                <a:uLnTx/>
                <a:uFillTx/>
                <a:latin typeface="Times New Roman" panose="02020603050405020304" pitchFamily="18" charset="0"/>
                <a:ea typeface="Gulim" pitchFamily="34" charset="-127"/>
                <a:cs typeface="Times New Roman" panose="02020603050405020304" pitchFamily="18" charset="0"/>
              </a:rPr>
              <a:t>Reject H</a:t>
            </a:r>
            <a:r>
              <a:rPr kumimoji="0" lang="en-US" altLang="ko-KR" sz="2600" b="1" i="0" u="none" strike="noStrike" kern="1200" cap="none" spc="0" normalizeH="0" baseline="-25000" noProof="0" dirty="0">
                <a:ln>
                  <a:noFill/>
                </a:ln>
                <a:solidFill>
                  <a:srgbClr val="FF0000"/>
                </a:solidFill>
                <a:effectLst/>
                <a:uLnTx/>
                <a:uFillTx/>
                <a:latin typeface="Times New Roman" panose="02020603050405020304" pitchFamily="18" charset="0"/>
                <a:ea typeface="Gulim" pitchFamily="34" charset="-127"/>
                <a:cs typeface="Times New Roman" panose="02020603050405020304" pitchFamily="18" charset="0"/>
              </a:rPr>
              <a:t>0</a:t>
            </a:r>
            <a:r>
              <a:rPr kumimoji="0" lang="en-US" altLang="ko-KR" sz="2600" b="0" i="0" u="none" strike="noStrike" kern="1200" cap="none" spc="0" normalizeH="0" baseline="-2500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a:t>
            </a:r>
            <a:r>
              <a:rPr kumimoji="0" lang="en-US" altLang="ko-KR" sz="26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 Don’t reject H</a:t>
            </a:r>
            <a:r>
              <a:rPr kumimoji="0" lang="en-US" altLang="ko-KR" sz="2600" b="0" i="0" u="none" strike="noStrike" kern="1200" cap="none" spc="0" normalizeH="0" baseline="-2500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1</a:t>
            </a:r>
            <a:endPar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sp>
        <p:nvSpPr>
          <p:cNvPr id="13" name="Rectangle 10">
            <a:extLst>
              <a:ext uri="{FF2B5EF4-FFF2-40B4-BE49-F238E27FC236}">
                <a16:creationId xmlns:a16="http://schemas.microsoft.com/office/drawing/2014/main" id="{9A59E61E-5D49-41C6-0A34-ED5A191628B3}"/>
              </a:ext>
            </a:extLst>
          </p:cNvPr>
          <p:cNvSpPr>
            <a:spLocks noChangeArrowheads="1"/>
          </p:cNvSpPr>
          <p:nvPr/>
        </p:nvSpPr>
        <p:spPr bwMode="auto">
          <a:xfrm>
            <a:off x="608093" y="5967975"/>
            <a:ext cx="4169731" cy="646331"/>
          </a:xfrm>
          <a:prstGeom prst="rect">
            <a:avLst/>
          </a:prstGeom>
          <a:solidFill>
            <a:srgbClr val="FFCCFF"/>
          </a:solidFill>
          <a:ln w="9525" algn="ctr">
            <a:solidFill>
              <a:srgbClr val="FFCCFF"/>
            </a:solidFill>
            <a:miter lim="800000"/>
            <a:headEnd/>
            <a:tailEnd/>
          </a:ln>
          <a:effectLst/>
        </p:spPr>
        <p:txBody>
          <a:bodyPr wrap="none"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600" b="0" i="0" u="none" strike="noStrike" kern="1200" cap="none" spc="0" normalizeH="0" baseline="0" noProof="0" dirty="0">
                <a:ln>
                  <a:noFill/>
                </a:ln>
                <a:solidFill>
                  <a:prstClr val="black"/>
                </a:solidFill>
                <a:effectLst/>
                <a:uLnTx/>
                <a:uFillTx/>
                <a:latin typeface="Helvetica Neue"/>
                <a:ea typeface="+mn-ea"/>
                <a:cs typeface="Times New Roman" panose="02020603050405020304" pitchFamily="18" charset="0"/>
                <a:sym typeface="Mathematica1" pitchFamily="2" charset="2"/>
              </a:rPr>
              <a:t>P(Z ≥ 2.55) =0.005 </a:t>
            </a:r>
          </a:p>
        </p:txBody>
      </p:sp>
      <p:pic>
        <p:nvPicPr>
          <p:cNvPr id="14" name="Picture 13">
            <a:extLst>
              <a:ext uri="{FF2B5EF4-FFF2-40B4-BE49-F238E27FC236}">
                <a16:creationId xmlns:a16="http://schemas.microsoft.com/office/drawing/2014/main" id="{69011AC5-BCAE-92DA-D3C5-5E8D95618253}"/>
              </a:ext>
            </a:extLst>
          </p:cNvPr>
          <p:cNvPicPr>
            <a:picLocks noChangeAspect="1"/>
          </p:cNvPicPr>
          <p:nvPr/>
        </p:nvPicPr>
        <p:blipFill>
          <a:blip r:embed="rId4"/>
          <a:stretch>
            <a:fillRect/>
          </a:stretch>
        </p:blipFill>
        <p:spPr>
          <a:xfrm>
            <a:off x="7641016" y="3852055"/>
            <a:ext cx="4262385" cy="2611443"/>
          </a:xfrm>
          <a:prstGeom prst="rect">
            <a:avLst/>
          </a:prstGeom>
        </p:spPr>
      </p:pic>
      <p:sp>
        <p:nvSpPr>
          <p:cNvPr id="16" name="Rectangle 10">
            <a:extLst>
              <a:ext uri="{FF2B5EF4-FFF2-40B4-BE49-F238E27FC236}">
                <a16:creationId xmlns:a16="http://schemas.microsoft.com/office/drawing/2014/main" id="{E85668C4-86C2-F8AC-7FD1-4412A2F5683B}"/>
              </a:ext>
            </a:extLst>
          </p:cNvPr>
          <p:cNvSpPr>
            <a:spLocks noChangeArrowheads="1"/>
          </p:cNvSpPr>
          <p:nvPr/>
        </p:nvSpPr>
        <p:spPr bwMode="auto">
          <a:xfrm>
            <a:off x="10226445" y="6152641"/>
            <a:ext cx="1447832" cy="461665"/>
          </a:xfrm>
          <a:prstGeom prst="rect">
            <a:avLst/>
          </a:prstGeom>
          <a:solidFill>
            <a:srgbClr val="C00000"/>
          </a:solidFill>
          <a:ln>
            <a:noFill/>
          </a:ln>
          <a:effectLst/>
        </p:spPr>
        <p:txBody>
          <a:bodyPr wrap="none"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Z</a:t>
            </a:r>
            <a:r>
              <a:rPr kumimoji="0" lang="el-GR" altLang="en-US" sz="2400" b="1" i="0" u="none" strike="noStrike" kern="1200" cap="none" spc="0" normalizeH="0" baseline="-25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α</a:t>
            </a:r>
            <a:r>
              <a:rPr kumimoji="0" lang="en-US"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 1.645</a:t>
            </a:r>
          </a:p>
        </p:txBody>
      </p:sp>
    </p:spTree>
    <p:extLst>
      <p:ext uri="{BB962C8B-B14F-4D97-AF65-F5344CB8AC3E}">
        <p14:creationId xmlns:p14="http://schemas.microsoft.com/office/powerpoint/2010/main" val="714025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par>
                                <p:cTn id="21" presetID="53" presetClass="entr" presetSubtype="16"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ppt_w</p:attrName>
                                        </p:attrNameLst>
                                      </p:cBhvr>
                                      <p:tavLst>
                                        <p:tav tm="0">
                                          <p:val>
                                            <p:fltVal val="0"/>
                                          </p:val>
                                        </p:tav>
                                        <p:tav tm="100000">
                                          <p:val>
                                            <p:strVal val="#ppt_w"/>
                                          </p:val>
                                        </p:tav>
                                      </p:tavLst>
                                    </p:anim>
                                    <p:anim calcmode="lin" valueType="num">
                                      <p:cBhvr>
                                        <p:cTn id="24" dur="500" fill="hold"/>
                                        <p:tgtEl>
                                          <p:spTgt spid="8"/>
                                        </p:tgtEl>
                                        <p:attrNameLst>
                                          <p:attrName>ppt_h</p:attrName>
                                        </p:attrNameLst>
                                      </p:cBhvr>
                                      <p:tavLst>
                                        <p:tav tm="0">
                                          <p:val>
                                            <p:fltVal val="0"/>
                                          </p:val>
                                        </p:tav>
                                        <p:tav tm="100000">
                                          <p:val>
                                            <p:strVal val="#ppt_h"/>
                                          </p:val>
                                        </p:tav>
                                      </p:tavLst>
                                    </p:anim>
                                    <p:animEffect transition="in" filter="fade">
                                      <p:cBhvr>
                                        <p:cTn id="25" dur="500"/>
                                        <p:tgtEl>
                                          <p:spTgt spid="8"/>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11" grpId="0"/>
      <p:bldP spid="13" grpId="0" animBg="1"/>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38280-528E-021B-F1A0-E1EC85C6FB85}"/>
              </a:ext>
            </a:extLst>
          </p:cNvPr>
          <p:cNvSpPr>
            <a:spLocks noGrp="1"/>
          </p:cNvSpPr>
          <p:nvPr>
            <p:ph type="title"/>
          </p:nvPr>
        </p:nvSpPr>
        <p:spPr>
          <a:xfrm>
            <a:off x="0" y="160569"/>
            <a:ext cx="10160000" cy="764364"/>
          </a:xfrm>
        </p:spPr>
        <p:txBody>
          <a:bodyPr>
            <a:normAutofit fontScale="90000"/>
          </a:bodyPr>
          <a:lstStyle/>
          <a:p>
            <a:br>
              <a:rPr lang="en-US" altLang="zh-CN" sz="2400" dirty="0">
                <a:ea typeface="WenQuanYi Micro Hei"/>
                <a:cs typeface="Times New Roman" panose="02020603050405020304" pitchFamily="18" charset="0"/>
              </a:rPr>
            </a:br>
            <a:r>
              <a:rPr lang="en-US" altLang="zh-CN" sz="2400" dirty="0">
                <a:ea typeface="WenQuanYi Micro Hei"/>
                <a:cs typeface="Times New Roman" panose="02020603050405020304" pitchFamily="18" charset="0"/>
              </a:rPr>
              <a:t>Parametric tests: Student’s t – test </a:t>
            </a:r>
            <a:br>
              <a:rPr lang="en-US" altLang="zh-CN" sz="2400" dirty="0">
                <a:solidFill>
                  <a:srgbClr val="FF0000"/>
                </a:solidFill>
              </a:rPr>
            </a:b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DD441BB-F8AC-5BAF-9210-3E5407DB57E8}"/>
                  </a:ext>
                </a:extLst>
              </p:cNvPr>
              <p:cNvSpPr>
                <a:spLocks noGrp="1"/>
              </p:cNvSpPr>
              <p:nvPr>
                <p:ph type="body" sz="quarter" idx="13"/>
              </p:nvPr>
            </p:nvSpPr>
            <p:spPr>
              <a:xfrm>
                <a:off x="76200" y="1104901"/>
                <a:ext cx="11972925" cy="5592530"/>
              </a:xfrm>
            </p:spPr>
            <p:txBody>
              <a:bodyPr>
                <a:normAutofit/>
              </a:bodyPr>
              <a:lstStyle/>
              <a:p>
                <a:pPr marL="0" indent="0">
                  <a:buNone/>
                </a:pPr>
                <a:r>
                  <a:rPr lang="en-US" sz="2400" dirty="0">
                    <a:latin typeface="+mn-lt"/>
                  </a:rPr>
                  <a:t>In hypothesis testing, the choice between </a:t>
                </a:r>
                <a:r>
                  <a:rPr lang="en-US" sz="2400" b="1" dirty="0">
                    <a:latin typeface="+mn-lt"/>
                  </a:rPr>
                  <a:t>t-distribution</a:t>
                </a:r>
                <a:r>
                  <a:rPr lang="en-US" sz="2400" dirty="0">
                    <a:latin typeface="+mn-lt"/>
                  </a:rPr>
                  <a:t> and </a:t>
                </a:r>
                <a:r>
                  <a:rPr lang="en-US" sz="2400" b="1" dirty="0">
                    <a:latin typeface="+mn-lt"/>
                  </a:rPr>
                  <a:t>z-distribution</a:t>
                </a:r>
                <a:r>
                  <a:rPr lang="en-US" sz="2400" dirty="0">
                    <a:latin typeface="+mn-lt"/>
                  </a:rPr>
                  <a:t> depends mainly on:</a:t>
                </a:r>
              </a:p>
              <a:p>
                <a:r>
                  <a:rPr lang="en-US" sz="2400" dirty="0">
                    <a:latin typeface="+mn-lt"/>
                  </a:rPr>
                  <a:t>Sample size</a:t>
                </a:r>
              </a:p>
              <a:p>
                <a:r>
                  <a:rPr lang="en-US" sz="2400" dirty="0">
                    <a:latin typeface="+mn-lt"/>
                  </a:rPr>
                  <a:t>Knowledge about population standard deviation</a:t>
                </a:r>
              </a:p>
              <a:p>
                <a:pPr marL="0" indent="0">
                  <a:buNone/>
                </a:pPr>
                <a:r>
                  <a:rPr lang="en-IN" sz="2400" b="1" dirty="0">
                    <a:latin typeface="+mn-lt"/>
                  </a:rPr>
                  <a:t>When to use Z-distribution</a:t>
                </a:r>
                <a:r>
                  <a:rPr lang="en-IN" sz="3200" b="1" dirty="0">
                    <a:latin typeface="+mn-lt"/>
                  </a:rPr>
                  <a:t>:  </a:t>
                </a:r>
              </a:p>
              <a:p>
                <a:pPr marL="457200" indent="-457200">
                  <a:buAutoNum type="arabicPeriod"/>
                </a:pPr>
                <a:r>
                  <a:rPr lang="en-US" sz="2400" dirty="0">
                    <a:latin typeface="+mn-lt"/>
                  </a:rPr>
                  <a:t>Population standard deviation (σ) is known</a:t>
                </a:r>
              </a:p>
              <a:p>
                <a:pPr marL="457200" indent="-457200">
                  <a:buAutoNum type="arabicPeriod"/>
                </a:pPr>
                <a:r>
                  <a:rPr lang="en-US" sz="2400" dirty="0">
                    <a:latin typeface="+mn-lt"/>
                  </a:rPr>
                  <a:t>Sample size is large (n ≥ 30)</a:t>
                </a:r>
                <a:endParaRPr lang="en-IN" sz="2400" b="1" dirty="0">
                  <a:latin typeface="+mn-lt"/>
                </a:endParaRPr>
              </a:p>
              <a:p>
                <a:pPr marL="0" indent="0">
                  <a:buNone/>
                </a:pPr>
                <a:r>
                  <a:rPr lang="en-US" sz="2400" b="1" dirty="0">
                    <a:latin typeface="+mn-lt"/>
                  </a:rPr>
                  <a:t>When to use t-distribution:</a:t>
                </a:r>
              </a:p>
              <a:p>
                <a:pPr marL="457200" indent="-457200">
                  <a:buAutoNum type="arabicPeriod"/>
                </a:pPr>
                <a:r>
                  <a:rPr lang="en-IN" sz="2400" dirty="0">
                    <a:latin typeface="+mn-lt"/>
                  </a:rPr>
                  <a:t>Population standard deviation (</a:t>
                </a:r>
                <a:r>
                  <a:rPr lang="el-GR" sz="2400" dirty="0">
                    <a:latin typeface="+mn-lt"/>
                  </a:rPr>
                  <a:t>σ) </a:t>
                </a:r>
                <a:r>
                  <a:rPr lang="en-IN" sz="2400" dirty="0">
                    <a:latin typeface="+mn-lt"/>
                  </a:rPr>
                  <a:t>is unknown</a:t>
                </a:r>
              </a:p>
              <a:p>
                <a:pPr marL="457200" indent="-457200">
                  <a:buAutoNum type="arabicPeriod"/>
                </a:pPr>
                <a:r>
                  <a:rPr lang="en-US" sz="2400" dirty="0">
                    <a:latin typeface="+mn-lt"/>
                  </a:rPr>
                  <a:t>Sample size is small (n &lt; 30)</a:t>
                </a:r>
              </a:p>
              <a:p>
                <a:pPr marL="0" indent="0">
                  <a:buNone/>
                </a:pPr>
                <a:r>
                  <a:rPr lang="en-US" sz="2400" dirty="0">
                    <a:solidFill>
                      <a:srgbClr val="FF0000"/>
                    </a:solidFill>
                    <a:latin typeface="+mn-lt"/>
                  </a:rPr>
                  <a:t>Note: </a:t>
                </a:r>
                <a:r>
                  <a:rPr lang="en-US" sz="2400" b="1" dirty="0">
                    <a:solidFill>
                      <a:srgbClr val="FF0000"/>
                    </a:solidFill>
                    <a:latin typeface="+mn-lt"/>
                  </a:rPr>
                  <a:t>The t-distribution approaches the z-distribution as the sample size (n) </a:t>
                </a:r>
                <a:r>
                  <a:rPr lang="en-US" sz="2400" b="1" dirty="0" err="1">
                    <a:solidFill>
                      <a:srgbClr val="FF0000"/>
                    </a:solidFill>
                    <a:latin typeface="+mn-lt"/>
                  </a:rPr>
                  <a:t>increases</a:t>
                </a:r>
                <a:r>
                  <a:rPr lang="en-US" sz="2400" dirty="0" err="1">
                    <a:solidFill>
                      <a:srgbClr val="FF0000"/>
                    </a:solidFill>
                    <a:latin typeface="+mn-lt"/>
                  </a:rPr>
                  <a:t>.Thus</a:t>
                </a:r>
                <a:r>
                  <a:rPr lang="en-US" sz="2400" dirty="0">
                    <a:solidFill>
                      <a:srgbClr val="FF0000"/>
                    </a:solidFill>
                    <a:latin typeface="+mn-lt"/>
                  </a:rPr>
                  <a:t>, if </a:t>
                </a:r>
                <a14:m>
                  <m:oMath xmlns:m="http://schemas.openxmlformats.org/officeDocument/2006/math">
                    <m:r>
                      <a:rPr lang="en-IN" sz="2400" b="0" i="1" smtClean="0">
                        <a:solidFill>
                          <a:srgbClr val="FF0000"/>
                        </a:solidFill>
                        <a:latin typeface="Cambria Math" panose="02040503050406030204" pitchFamily="18" charset="0"/>
                      </a:rPr>
                      <m:t>𝜎</m:t>
                    </m:r>
                  </m:oMath>
                </a14:m>
                <a:r>
                  <a:rPr lang="en-US" sz="2400" dirty="0">
                    <a:solidFill>
                      <a:srgbClr val="FF0000"/>
                    </a:solidFill>
                    <a:latin typeface="+mn-lt"/>
                  </a:rPr>
                  <a:t> is unknown ,even for </a:t>
                </a:r>
                <a14:m>
                  <m:oMath xmlns:m="http://schemas.openxmlformats.org/officeDocument/2006/math">
                    <m:r>
                      <a:rPr lang="en-IN" sz="2400" b="0" i="1" smtClean="0">
                        <a:solidFill>
                          <a:srgbClr val="FF0000"/>
                        </a:solidFill>
                        <a:latin typeface="Cambria Math" panose="02040503050406030204" pitchFamily="18" charset="0"/>
                      </a:rPr>
                      <m:t>𝑛</m:t>
                    </m:r>
                    <m:r>
                      <a:rPr lang="en-IN" sz="2400" b="0" i="1" smtClean="0">
                        <a:solidFill>
                          <a:srgbClr val="FF0000"/>
                        </a:solidFill>
                        <a:latin typeface="Cambria Math" panose="02040503050406030204" pitchFamily="18" charset="0"/>
                      </a:rPr>
                      <m:t>≥30</m:t>
                    </m:r>
                  </m:oMath>
                </a14:m>
                <a:r>
                  <a:rPr lang="en-US" sz="2400" dirty="0">
                    <a:solidFill>
                      <a:srgbClr val="FF0000"/>
                    </a:solidFill>
                    <a:latin typeface="+mn-lt"/>
                  </a:rPr>
                  <a:t> </a:t>
                </a:r>
                <a:r>
                  <a:rPr lang="en-US" sz="2400" b="1" dirty="0">
                    <a:solidFill>
                      <a:srgbClr val="FF0000"/>
                    </a:solidFill>
                    <a:latin typeface="+mn-lt"/>
                  </a:rPr>
                  <a:t>t-distribution is more accurate</a:t>
                </a:r>
                <a:r>
                  <a:rPr lang="en-US" sz="2400" dirty="0">
                    <a:solidFill>
                      <a:srgbClr val="FF0000"/>
                    </a:solidFill>
                    <a:latin typeface="+mn-lt"/>
                  </a:rPr>
                  <a:t>, but using </a:t>
                </a:r>
                <a:r>
                  <a:rPr lang="en-US" sz="2400" b="1" dirty="0">
                    <a:solidFill>
                      <a:srgbClr val="FF0000"/>
                    </a:solidFill>
                    <a:latin typeface="+mn-lt"/>
                  </a:rPr>
                  <a:t>z-distribution is often acceptable</a:t>
                </a:r>
                <a:r>
                  <a:rPr lang="en-US" sz="2400" dirty="0">
                    <a:solidFill>
                      <a:srgbClr val="FF0000"/>
                    </a:solidFill>
                    <a:latin typeface="+mn-lt"/>
                  </a:rPr>
                  <a:t> because t ≈ z for large n.</a:t>
                </a:r>
              </a:p>
              <a:p>
                <a:pPr marL="0" indent="0">
                  <a:buNone/>
                </a:pPr>
                <a:endParaRPr lang="en-IN" dirty="0"/>
              </a:p>
            </p:txBody>
          </p:sp>
        </mc:Choice>
        <mc:Fallback xmlns="">
          <p:sp>
            <p:nvSpPr>
              <p:cNvPr id="3" name="Text Placeholder 2">
                <a:extLst>
                  <a:ext uri="{FF2B5EF4-FFF2-40B4-BE49-F238E27FC236}">
                    <a16:creationId xmlns:a16="http://schemas.microsoft.com/office/drawing/2014/main" id="{CDD441BB-F8AC-5BAF-9210-3E5407DB57E8}"/>
                  </a:ext>
                </a:extLst>
              </p:cNvPr>
              <p:cNvSpPr>
                <a:spLocks noGrp="1" noRot="1" noChangeAspect="1" noMove="1" noResize="1" noEditPoints="1" noAdjustHandles="1" noChangeArrowheads="1" noChangeShapeType="1" noTextEdit="1"/>
              </p:cNvSpPr>
              <p:nvPr>
                <p:ph type="body" sz="quarter" idx="13"/>
              </p:nvPr>
            </p:nvSpPr>
            <p:spPr>
              <a:xfrm>
                <a:off x="76200" y="1104901"/>
                <a:ext cx="11972925" cy="5592530"/>
              </a:xfrm>
              <a:blipFill>
                <a:blip r:embed="rId2"/>
                <a:stretch>
                  <a:fillRect l="-815" t="-1525" r="-1171"/>
                </a:stretch>
              </a:blipFill>
            </p:spPr>
            <p:txBody>
              <a:bodyPr/>
              <a:lstStyle/>
              <a:p>
                <a:r>
                  <a:rPr lang="en-IN">
                    <a:noFill/>
                  </a:rPr>
                  <a:t> </a:t>
                </a:r>
              </a:p>
            </p:txBody>
          </p:sp>
        </mc:Fallback>
      </mc:AlternateContent>
      <p:grpSp>
        <p:nvGrpSpPr>
          <p:cNvPr id="91" name="Group 90">
            <a:extLst>
              <a:ext uri="{FF2B5EF4-FFF2-40B4-BE49-F238E27FC236}">
                <a16:creationId xmlns:a16="http://schemas.microsoft.com/office/drawing/2014/main" id="{D1F0B99C-F969-BDDA-38FC-C0A17139B53A}"/>
              </a:ext>
            </a:extLst>
          </p:cNvPr>
          <p:cNvGrpSpPr/>
          <p:nvPr/>
        </p:nvGrpSpPr>
        <p:grpSpPr>
          <a:xfrm>
            <a:off x="6630955" y="1763110"/>
            <a:ext cx="5273280" cy="3784680"/>
            <a:chOff x="6630955" y="1763110"/>
            <a:chExt cx="5273280" cy="378468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3C2C460-AAC2-AF99-81CA-DAAEDD6CC9B2}"/>
                    </a:ext>
                  </a:extLst>
                </p14:cNvPr>
                <p14:cNvContentPartPr/>
                <p14:nvPr/>
              </p14:nvContentPartPr>
              <p14:xfrm>
                <a:off x="6648235" y="4329190"/>
                <a:ext cx="252360" cy="309240"/>
              </p14:xfrm>
            </p:contentPart>
          </mc:Choice>
          <mc:Fallback xmlns="">
            <p:pic>
              <p:nvPicPr>
                <p:cNvPr id="4" name="Ink 3">
                  <a:extLst>
                    <a:ext uri="{FF2B5EF4-FFF2-40B4-BE49-F238E27FC236}">
                      <a16:creationId xmlns:a16="http://schemas.microsoft.com/office/drawing/2014/main" id="{43C2C460-AAC2-AF99-81CA-DAAEDD6CC9B2}"/>
                    </a:ext>
                  </a:extLst>
                </p:cNvPr>
                <p:cNvPicPr/>
                <p:nvPr/>
              </p:nvPicPr>
              <p:blipFill>
                <a:blip r:embed="rId4"/>
                <a:stretch>
                  <a:fillRect/>
                </a:stretch>
              </p:blipFill>
              <p:spPr>
                <a:xfrm>
                  <a:off x="6642115" y="4323070"/>
                  <a:ext cx="26460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78B589C6-64C6-60A3-0327-8FA195C6E739}"/>
                    </a:ext>
                  </a:extLst>
                </p14:cNvPr>
                <p14:cNvContentPartPr/>
                <p14:nvPr/>
              </p14:nvContentPartPr>
              <p14:xfrm>
                <a:off x="6630955" y="4499470"/>
                <a:ext cx="155520" cy="24840"/>
              </p14:xfrm>
            </p:contentPart>
          </mc:Choice>
          <mc:Fallback xmlns="">
            <p:pic>
              <p:nvPicPr>
                <p:cNvPr id="5" name="Ink 4">
                  <a:extLst>
                    <a:ext uri="{FF2B5EF4-FFF2-40B4-BE49-F238E27FC236}">
                      <a16:creationId xmlns:a16="http://schemas.microsoft.com/office/drawing/2014/main" id="{78B589C6-64C6-60A3-0327-8FA195C6E739}"/>
                    </a:ext>
                  </a:extLst>
                </p:cNvPr>
                <p:cNvPicPr/>
                <p:nvPr/>
              </p:nvPicPr>
              <p:blipFill>
                <a:blip r:embed="rId6"/>
                <a:stretch>
                  <a:fillRect/>
                </a:stretch>
              </p:blipFill>
              <p:spPr>
                <a:xfrm>
                  <a:off x="6624835" y="4493350"/>
                  <a:ext cx="16776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D9385406-C8CA-91F5-8E49-6E4E367A1B2B}"/>
                    </a:ext>
                  </a:extLst>
                </p14:cNvPr>
                <p14:cNvContentPartPr/>
                <p14:nvPr/>
              </p14:nvContentPartPr>
              <p14:xfrm>
                <a:off x="6936235" y="4186630"/>
                <a:ext cx="195120" cy="656280"/>
              </p14:xfrm>
            </p:contentPart>
          </mc:Choice>
          <mc:Fallback xmlns="">
            <p:pic>
              <p:nvPicPr>
                <p:cNvPr id="6" name="Ink 5">
                  <a:extLst>
                    <a:ext uri="{FF2B5EF4-FFF2-40B4-BE49-F238E27FC236}">
                      <a16:creationId xmlns:a16="http://schemas.microsoft.com/office/drawing/2014/main" id="{D9385406-C8CA-91F5-8E49-6E4E367A1B2B}"/>
                    </a:ext>
                  </a:extLst>
                </p:cNvPr>
                <p:cNvPicPr/>
                <p:nvPr/>
              </p:nvPicPr>
              <p:blipFill>
                <a:blip r:embed="rId8"/>
                <a:stretch>
                  <a:fillRect/>
                </a:stretch>
              </p:blipFill>
              <p:spPr>
                <a:xfrm>
                  <a:off x="6930115" y="4180510"/>
                  <a:ext cx="207360" cy="668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B1FB6079-DE11-05EF-3D2E-D135515F3632}"/>
                    </a:ext>
                  </a:extLst>
                </p14:cNvPr>
                <p14:cNvContentPartPr/>
                <p14:nvPr/>
              </p14:nvContentPartPr>
              <p14:xfrm>
                <a:off x="7100395" y="4434310"/>
                <a:ext cx="160920" cy="222480"/>
              </p14:xfrm>
            </p:contentPart>
          </mc:Choice>
          <mc:Fallback xmlns="">
            <p:pic>
              <p:nvPicPr>
                <p:cNvPr id="7" name="Ink 6">
                  <a:extLst>
                    <a:ext uri="{FF2B5EF4-FFF2-40B4-BE49-F238E27FC236}">
                      <a16:creationId xmlns:a16="http://schemas.microsoft.com/office/drawing/2014/main" id="{B1FB6079-DE11-05EF-3D2E-D135515F3632}"/>
                    </a:ext>
                  </a:extLst>
                </p:cNvPr>
                <p:cNvPicPr/>
                <p:nvPr/>
              </p:nvPicPr>
              <p:blipFill>
                <a:blip r:embed="rId10"/>
                <a:stretch>
                  <a:fillRect/>
                </a:stretch>
              </p:blipFill>
              <p:spPr>
                <a:xfrm>
                  <a:off x="7094275" y="4428190"/>
                  <a:ext cx="17316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CD0357CC-1736-27C9-7788-286438183F37}"/>
                    </a:ext>
                  </a:extLst>
                </p14:cNvPr>
                <p14:cNvContentPartPr/>
                <p14:nvPr/>
              </p14:nvContentPartPr>
              <p14:xfrm>
                <a:off x="7318555" y="4268350"/>
                <a:ext cx="241560" cy="142200"/>
              </p14:xfrm>
            </p:contentPart>
          </mc:Choice>
          <mc:Fallback xmlns="">
            <p:pic>
              <p:nvPicPr>
                <p:cNvPr id="8" name="Ink 7">
                  <a:extLst>
                    <a:ext uri="{FF2B5EF4-FFF2-40B4-BE49-F238E27FC236}">
                      <a16:creationId xmlns:a16="http://schemas.microsoft.com/office/drawing/2014/main" id="{CD0357CC-1736-27C9-7788-286438183F37}"/>
                    </a:ext>
                  </a:extLst>
                </p:cNvPr>
                <p:cNvPicPr/>
                <p:nvPr/>
              </p:nvPicPr>
              <p:blipFill>
                <a:blip r:embed="rId12"/>
                <a:stretch>
                  <a:fillRect/>
                </a:stretch>
              </p:blipFill>
              <p:spPr>
                <a:xfrm>
                  <a:off x="7312435" y="4262230"/>
                  <a:ext cx="25380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E6564DAA-4413-9507-E186-045B7362A8C8}"/>
                    </a:ext>
                  </a:extLst>
                </p14:cNvPr>
                <p14:cNvContentPartPr/>
                <p14:nvPr/>
              </p14:nvContentPartPr>
              <p14:xfrm>
                <a:off x="7308115" y="4083310"/>
                <a:ext cx="374040" cy="827280"/>
              </p14:xfrm>
            </p:contentPart>
          </mc:Choice>
          <mc:Fallback xmlns="">
            <p:pic>
              <p:nvPicPr>
                <p:cNvPr id="9" name="Ink 8">
                  <a:extLst>
                    <a:ext uri="{FF2B5EF4-FFF2-40B4-BE49-F238E27FC236}">
                      <a16:creationId xmlns:a16="http://schemas.microsoft.com/office/drawing/2014/main" id="{E6564DAA-4413-9507-E186-045B7362A8C8}"/>
                    </a:ext>
                  </a:extLst>
                </p:cNvPr>
                <p:cNvPicPr/>
                <p:nvPr/>
              </p:nvPicPr>
              <p:blipFill>
                <a:blip r:embed="rId14"/>
                <a:stretch>
                  <a:fillRect/>
                </a:stretch>
              </p:blipFill>
              <p:spPr>
                <a:xfrm>
                  <a:off x="7301995" y="4077190"/>
                  <a:ext cx="386280" cy="839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F57B5C53-210C-CCAA-7F2D-C36ADE5D1450}"/>
                    </a:ext>
                  </a:extLst>
                </p14:cNvPr>
                <p14:cNvContentPartPr/>
                <p14:nvPr/>
              </p14:nvContentPartPr>
              <p14:xfrm>
                <a:off x="7935955" y="4544470"/>
                <a:ext cx="146880" cy="11880"/>
              </p14:xfrm>
            </p:contentPart>
          </mc:Choice>
          <mc:Fallback xmlns="">
            <p:pic>
              <p:nvPicPr>
                <p:cNvPr id="10" name="Ink 9">
                  <a:extLst>
                    <a:ext uri="{FF2B5EF4-FFF2-40B4-BE49-F238E27FC236}">
                      <a16:creationId xmlns:a16="http://schemas.microsoft.com/office/drawing/2014/main" id="{F57B5C53-210C-CCAA-7F2D-C36ADE5D1450}"/>
                    </a:ext>
                  </a:extLst>
                </p:cNvPr>
                <p:cNvPicPr/>
                <p:nvPr/>
              </p:nvPicPr>
              <p:blipFill>
                <a:blip r:embed="rId16"/>
                <a:stretch>
                  <a:fillRect/>
                </a:stretch>
              </p:blipFill>
              <p:spPr>
                <a:xfrm>
                  <a:off x="7929835" y="4538350"/>
                  <a:ext cx="159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61BE0B9D-1AFF-A72B-27D8-8514979B6E45}"/>
                    </a:ext>
                  </a:extLst>
                </p14:cNvPr>
                <p14:cNvContentPartPr/>
                <p14:nvPr/>
              </p14:nvContentPartPr>
              <p14:xfrm>
                <a:off x="7977715" y="4627270"/>
                <a:ext cx="187560" cy="34560"/>
              </p14:xfrm>
            </p:contentPart>
          </mc:Choice>
          <mc:Fallback xmlns="">
            <p:pic>
              <p:nvPicPr>
                <p:cNvPr id="11" name="Ink 10">
                  <a:extLst>
                    <a:ext uri="{FF2B5EF4-FFF2-40B4-BE49-F238E27FC236}">
                      <a16:creationId xmlns:a16="http://schemas.microsoft.com/office/drawing/2014/main" id="{61BE0B9D-1AFF-A72B-27D8-8514979B6E45}"/>
                    </a:ext>
                  </a:extLst>
                </p:cNvPr>
                <p:cNvPicPr/>
                <p:nvPr/>
              </p:nvPicPr>
              <p:blipFill>
                <a:blip r:embed="rId18"/>
                <a:stretch>
                  <a:fillRect/>
                </a:stretch>
              </p:blipFill>
              <p:spPr>
                <a:xfrm>
                  <a:off x="7971595" y="4621150"/>
                  <a:ext cx="1998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54E8C237-500B-471A-93A2-59ADC04529D5}"/>
                    </a:ext>
                  </a:extLst>
                </p14:cNvPr>
                <p14:cNvContentPartPr/>
                <p14:nvPr/>
              </p14:nvContentPartPr>
              <p14:xfrm>
                <a:off x="8396035" y="4416310"/>
                <a:ext cx="301320" cy="200160"/>
              </p14:xfrm>
            </p:contentPart>
          </mc:Choice>
          <mc:Fallback xmlns="">
            <p:pic>
              <p:nvPicPr>
                <p:cNvPr id="12" name="Ink 11">
                  <a:extLst>
                    <a:ext uri="{FF2B5EF4-FFF2-40B4-BE49-F238E27FC236}">
                      <a16:creationId xmlns:a16="http://schemas.microsoft.com/office/drawing/2014/main" id="{54E8C237-500B-471A-93A2-59ADC04529D5}"/>
                    </a:ext>
                  </a:extLst>
                </p:cNvPr>
                <p:cNvPicPr/>
                <p:nvPr/>
              </p:nvPicPr>
              <p:blipFill>
                <a:blip r:embed="rId20"/>
                <a:stretch>
                  <a:fillRect/>
                </a:stretch>
              </p:blipFill>
              <p:spPr>
                <a:xfrm>
                  <a:off x="8389915" y="4410190"/>
                  <a:ext cx="3135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737EDDD8-3725-EC41-5E12-951BE0FE59CD}"/>
                    </a:ext>
                  </a:extLst>
                </p14:cNvPr>
                <p14:cNvContentPartPr/>
                <p14:nvPr/>
              </p14:nvContentPartPr>
              <p14:xfrm>
                <a:off x="8759275" y="4238110"/>
                <a:ext cx="336600" cy="139320"/>
              </p14:xfrm>
            </p:contentPart>
          </mc:Choice>
          <mc:Fallback xmlns="">
            <p:pic>
              <p:nvPicPr>
                <p:cNvPr id="13" name="Ink 12">
                  <a:extLst>
                    <a:ext uri="{FF2B5EF4-FFF2-40B4-BE49-F238E27FC236}">
                      <a16:creationId xmlns:a16="http://schemas.microsoft.com/office/drawing/2014/main" id="{737EDDD8-3725-EC41-5E12-951BE0FE59CD}"/>
                    </a:ext>
                  </a:extLst>
                </p:cNvPr>
                <p:cNvPicPr/>
                <p:nvPr/>
              </p:nvPicPr>
              <p:blipFill>
                <a:blip r:embed="rId22"/>
                <a:stretch>
                  <a:fillRect/>
                </a:stretch>
              </p:blipFill>
              <p:spPr>
                <a:xfrm>
                  <a:off x="8753155" y="4231990"/>
                  <a:ext cx="3488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6158E23F-6794-27F1-94FD-DEDE60E77184}"/>
                    </a:ext>
                  </a:extLst>
                </p14:cNvPr>
                <p14:cNvContentPartPr/>
                <p14:nvPr/>
              </p14:nvContentPartPr>
              <p14:xfrm>
                <a:off x="8403235" y="4518550"/>
                <a:ext cx="42840" cy="14760"/>
              </p14:xfrm>
            </p:contentPart>
          </mc:Choice>
          <mc:Fallback xmlns="">
            <p:pic>
              <p:nvPicPr>
                <p:cNvPr id="14" name="Ink 13">
                  <a:extLst>
                    <a:ext uri="{FF2B5EF4-FFF2-40B4-BE49-F238E27FC236}">
                      <a16:creationId xmlns:a16="http://schemas.microsoft.com/office/drawing/2014/main" id="{6158E23F-6794-27F1-94FD-DEDE60E77184}"/>
                    </a:ext>
                  </a:extLst>
                </p:cNvPr>
                <p:cNvPicPr/>
                <p:nvPr/>
              </p:nvPicPr>
              <p:blipFill>
                <a:blip r:embed="rId24"/>
                <a:stretch>
                  <a:fillRect/>
                </a:stretch>
              </p:blipFill>
              <p:spPr>
                <a:xfrm>
                  <a:off x="8397115" y="4512430"/>
                  <a:ext cx="550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402D3D16-3901-9350-6461-4DCBB2EEAB0C}"/>
                    </a:ext>
                  </a:extLst>
                </p14:cNvPr>
                <p14:cNvContentPartPr/>
                <p14:nvPr/>
              </p14:nvContentPartPr>
              <p14:xfrm>
                <a:off x="7205155" y="5086990"/>
                <a:ext cx="174600" cy="210240"/>
              </p14:xfrm>
            </p:contentPart>
          </mc:Choice>
          <mc:Fallback xmlns="">
            <p:pic>
              <p:nvPicPr>
                <p:cNvPr id="17" name="Ink 16">
                  <a:extLst>
                    <a:ext uri="{FF2B5EF4-FFF2-40B4-BE49-F238E27FC236}">
                      <a16:creationId xmlns:a16="http://schemas.microsoft.com/office/drawing/2014/main" id="{402D3D16-3901-9350-6461-4DCBB2EEAB0C}"/>
                    </a:ext>
                  </a:extLst>
                </p:cNvPr>
                <p:cNvPicPr/>
                <p:nvPr/>
              </p:nvPicPr>
              <p:blipFill>
                <a:blip r:embed="rId26"/>
                <a:stretch>
                  <a:fillRect/>
                </a:stretch>
              </p:blipFill>
              <p:spPr>
                <a:xfrm>
                  <a:off x="7199035" y="5080870"/>
                  <a:ext cx="18684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D33F7E71-8961-09E1-3221-C59F5DB7923F}"/>
                    </a:ext>
                  </a:extLst>
                </p14:cNvPr>
                <p14:cNvContentPartPr/>
                <p14:nvPr/>
              </p14:nvContentPartPr>
              <p14:xfrm>
                <a:off x="7632115" y="5129830"/>
                <a:ext cx="102960" cy="23040"/>
              </p14:xfrm>
            </p:contentPart>
          </mc:Choice>
          <mc:Fallback xmlns="">
            <p:pic>
              <p:nvPicPr>
                <p:cNvPr id="18" name="Ink 17">
                  <a:extLst>
                    <a:ext uri="{FF2B5EF4-FFF2-40B4-BE49-F238E27FC236}">
                      <a16:creationId xmlns:a16="http://schemas.microsoft.com/office/drawing/2014/main" id="{D33F7E71-8961-09E1-3221-C59F5DB7923F}"/>
                    </a:ext>
                  </a:extLst>
                </p:cNvPr>
                <p:cNvPicPr/>
                <p:nvPr/>
              </p:nvPicPr>
              <p:blipFill>
                <a:blip r:embed="rId28"/>
                <a:stretch>
                  <a:fillRect/>
                </a:stretch>
              </p:blipFill>
              <p:spPr>
                <a:xfrm>
                  <a:off x="7625995" y="5123710"/>
                  <a:ext cx="1152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B78F5756-93A8-68EA-A011-B3E2F17C7E88}"/>
                    </a:ext>
                  </a:extLst>
                </p14:cNvPr>
                <p14:cNvContentPartPr/>
                <p14:nvPr/>
              </p14:nvContentPartPr>
              <p14:xfrm>
                <a:off x="7628155" y="5178070"/>
                <a:ext cx="162720" cy="62640"/>
              </p14:xfrm>
            </p:contentPart>
          </mc:Choice>
          <mc:Fallback xmlns="">
            <p:pic>
              <p:nvPicPr>
                <p:cNvPr id="19" name="Ink 18">
                  <a:extLst>
                    <a:ext uri="{FF2B5EF4-FFF2-40B4-BE49-F238E27FC236}">
                      <a16:creationId xmlns:a16="http://schemas.microsoft.com/office/drawing/2014/main" id="{B78F5756-93A8-68EA-A011-B3E2F17C7E88}"/>
                    </a:ext>
                  </a:extLst>
                </p:cNvPr>
                <p:cNvPicPr/>
                <p:nvPr/>
              </p:nvPicPr>
              <p:blipFill>
                <a:blip r:embed="rId30"/>
                <a:stretch>
                  <a:fillRect/>
                </a:stretch>
              </p:blipFill>
              <p:spPr>
                <a:xfrm>
                  <a:off x="7622035" y="5171950"/>
                  <a:ext cx="1749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5B623C1C-DF5F-626C-90A3-EC79B269BCF1}"/>
                    </a:ext>
                  </a:extLst>
                </p14:cNvPr>
                <p14:cNvContentPartPr/>
                <p14:nvPr/>
              </p14:nvContentPartPr>
              <p14:xfrm>
                <a:off x="7965115" y="5074750"/>
                <a:ext cx="182880" cy="198000"/>
              </p14:xfrm>
            </p:contentPart>
          </mc:Choice>
          <mc:Fallback xmlns="">
            <p:pic>
              <p:nvPicPr>
                <p:cNvPr id="20" name="Ink 19">
                  <a:extLst>
                    <a:ext uri="{FF2B5EF4-FFF2-40B4-BE49-F238E27FC236}">
                      <a16:creationId xmlns:a16="http://schemas.microsoft.com/office/drawing/2014/main" id="{5B623C1C-DF5F-626C-90A3-EC79B269BCF1}"/>
                    </a:ext>
                  </a:extLst>
                </p:cNvPr>
                <p:cNvPicPr/>
                <p:nvPr/>
              </p:nvPicPr>
              <p:blipFill>
                <a:blip r:embed="rId32"/>
                <a:stretch>
                  <a:fillRect/>
                </a:stretch>
              </p:blipFill>
              <p:spPr>
                <a:xfrm>
                  <a:off x="7958995" y="5068630"/>
                  <a:ext cx="1951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32046F72-FE70-F768-27C2-1947A539A38A}"/>
                    </a:ext>
                  </a:extLst>
                </p14:cNvPr>
                <p14:cNvContentPartPr/>
                <p14:nvPr/>
              </p14:nvContentPartPr>
              <p14:xfrm>
                <a:off x="8182915" y="4876750"/>
                <a:ext cx="902520" cy="671040"/>
              </p14:xfrm>
            </p:contentPart>
          </mc:Choice>
          <mc:Fallback xmlns="">
            <p:pic>
              <p:nvPicPr>
                <p:cNvPr id="21" name="Ink 20">
                  <a:extLst>
                    <a:ext uri="{FF2B5EF4-FFF2-40B4-BE49-F238E27FC236}">
                      <a16:creationId xmlns:a16="http://schemas.microsoft.com/office/drawing/2014/main" id="{32046F72-FE70-F768-27C2-1947A539A38A}"/>
                    </a:ext>
                  </a:extLst>
                </p:cNvPr>
                <p:cNvPicPr/>
                <p:nvPr/>
              </p:nvPicPr>
              <p:blipFill>
                <a:blip r:embed="rId34"/>
                <a:stretch>
                  <a:fillRect/>
                </a:stretch>
              </p:blipFill>
              <p:spPr>
                <a:xfrm>
                  <a:off x="8176795" y="4870630"/>
                  <a:ext cx="914760" cy="6832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2" name="Ink 21">
                  <a:extLst>
                    <a:ext uri="{FF2B5EF4-FFF2-40B4-BE49-F238E27FC236}">
                      <a16:creationId xmlns:a16="http://schemas.microsoft.com/office/drawing/2014/main" id="{4D383D3B-C462-21E4-FB76-DDD8F4010743}"/>
                    </a:ext>
                  </a:extLst>
                </p14:cNvPr>
                <p14:cNvContentPartPr/>
                <p14:nvPr/>
              </p14:nvContentPartPr>
              <p14:xfrm>
                <a:off x="9123595" y="4885030"/>
                <a:ext cx="25200" cy="396720"/>
              </p14:xfrm>
            </p:contentPart>
          </mc:Choice>
          <mc:Fallback xmlns="">
            <p:pic>
              <p:nvPicPr>
                <p:cNvPr id="22" name="Ink 21">
                  <a:extLst>
                    <a:ext uri="{FF2B5EF4-FFF2-40B4-BE49-F238E27FC236}">
                      <a16:creationId xmlns:a16="http://schemas.microsoft.com/office/drawing/2014/main" id="{4D383D3B-C462-21E4-FB76-DDD8F4010743}"/>
                    </a:ext>
                  </a:extLst>
                </p:cNvPr>
                <p:cNvPicPr/>
                <p:nvPr/>
              </p:nvPicPr>
              <p:blipFill>
                <a:blip r:embed="rId36"/>
                <a:stretch>
                  <a:fillRect/>
                </a:stretch>
              </p:blipFill>
              <p:spPr>
                <a:xfrm>
                  <a:off x="9117475" y="4878910"/>
                  <a:ext cx="37440" cy="4089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3" name="Ink 22">
                  <a:extLst>
                    <a:ext uri="{FF2B5EF4-FFF2-40B4-BE49-F238E27FC236}">
                      <a16:creationId xmlns:a16="http://schemas.microsoft.com/office/drawing/2014/main" id="{CCBD095C-40D4-225D-ACEC-8D01E9065975}"/>
                    </a:ext>
                  </a:extLst>
                </p14:cNvPr>
                <p14:cNvContentPartPr/>
                <p14:nvPr/>
              </p14:nvContentPartPr>
              <p14:xfrm>
                <a:off x="9207835" y="5076550"/>
                <a:ext cx="215640" cy="119160"/>
              </p14:xfrm>
            </p:contentPart>
          </mc:Choice>
          <mc:Fallback xmlns="">
            <p:pic>
              <p:nvPicPr>
                <p:cNvPr id="23" name="Ink 22">
                  <a:extLst>
                    <a:ext uri="{FF2B5EF4-FFF2-40B4-BE49-F238E27FC236}">
                      <a16:creationId xmlns:a16="http://schemas.microsoft.com/office/drawing/2014/main" id="{CCBD095C-40D4-225D-ACEC-8D01E9065975}"/>
                    </a:ext>
                  </a:extLst>
                </p:cNvPr>
                <p:cNvPicPr/>
                <p:nvPr/>
              </p:nvPicPr>
              <p:blipFill>
                <a:blip r:embed="rId38"/>
                <a:stretch>
                  <a:fillRect/>
                </a:stretch>
              </p:blipFill>
              <p:spPr>
                <a:xfrm>
                  <a:off x="9201715" y="5070430"/>
                  <a:ext cx="22788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23D0EE7D-95DA-0C87-4FB2-15C276260C66}"/>
                    </a:ext>
                  </a:extLst>
                </p14:cNvPr>
                <p14:cNvContentPartPr/>
                <p14:nvPr/>
              </p14:nvContentPartPr>
              <p14:xfrm>
                <a:off x="9620755" y="4938310"/>
                <a:ext cx="167040" cy="225720"/>
              </p14:xfrm>
            </p:contentPart>
          </mc:Choice>
          <mc:Fallback xmlns="">
            <p:pic>
              <p:nvPicPr>
                <p:cNvPr id="25" name="Ink 24">
                  <a:extLst>
                    <a:ext uri="{FF2B5EF4-FFF2-40B4-BE49-F238E27FC236}">
                      <a16:creationId xmlns:a16="http://schemas.microsoft.com/office/drawing/2014/main" id="{23D0EE7D-95DA-0C87-4FB2-15C276260C66}"/>
                    </a:ext>
                  </a:extLst>
                </p:cNvPr>
                <p:cNvPicPr/>
                <p:nvPr/>
              </p:nvPicPr>
              <p:blipFill>
                <a:blip r:embed="rId40"/>
                <a:stretch>
                  <a:fillRect/>
                </a:stretch>
              </p:blipFill>
              <p:spPr>
                <a:xfrm>
                  <a:off x="9614635" y="4932190"/>
                  <a:ext cx="17928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98564935-CD61-8ACD-D747-382633E9C2BF}"/>
                    </a:ext>
                  </a:extLst>
                </p14:cNvPr>
                <p14:cNvContentPartPr/>
                <p14:nvPr/>
              </p14:nvContentPartPr>
              <p14:xfrm>
                <a:off x="9828835" y="4788910"/>
                <a:ext cx="46440" cy="428400"/>
              </p14:xfrm>
            </p:contentPart>
          </mc:Choice>
          <mc:Fallback xmlns="">
            <p:pic>
              <p:nvPicPr>
                <p:cNvPr id="26" name="Ink 25">
                  <a:extLst>
                    <a:ext uri="{FF2B5EF4-FFF2-40B4-BE49-F238E27FC236}">
                      <a16:creationId xmlns:a16="http://schemas.microsoft.com/office/drawing/2014/main" id="{98564935-CD61-8ACD-D747-382633E9C2BF}"/>
                    </a:ext>
                  </a:extLst>
                </p:cNvPr>
                <p:cNvPicPr/>
                <p:nvPr/>
              </p:nvPicPr>
              <p:blipFill>
                <a:blip r:embed="rId42"/>
                <a:stretch>
                  <a:fillRect/>
                </a:stretch>
              </p:blipFill>
              <p:spPr>
                <a:xfrm>
                  <a:off x="9822715" y="4782790"/>
                  <a:ext cx="58680" cy="4406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4E826826-DE38-5D87-4AB2-FD3F30909551}"/>
                    </a:ext>
                  </a:extLst>
                </p14:cNvPr>
                <p14:cNvContentPartPr/>
                <p14:nvPr/>
              </p14:nvContentPartPr>
              <p14:xfrm>
                <a:off x="9809035" y="5016790"/>
                <a:ext cx="603000" cy="148320"/>
              </p14:xfrm>
            </p:contentPart>
          </mc:Choice>
          <mc:Fallback xmlns="">
            <p:pic>
              <p:nvPicPr>
                <p:cNvPr id="27" name="Ink 26">
                  <a:extLst>
                    <a:ext uri="{FF2B5EF4-FFF2-40B4-BE49-F238E27FC236}">
                      <a16:creationId xmlns:a16="http://schemas.microsoft.com/office/drawing/2014/main" id="{4E826826-DE38-5D87-4AB2-FD3F30909551}"/>
                    </a:ext>
                  </a:extLst>
                </p:cNvPr>
                <p:cNvPicPr/>
                <p:nvPr/>
              </p:nvPicPr>
              <p:blipFill>
                <a:blip r:embed="rId44"/>
                <a:stretch>
                  <a:fillRect/>
                </a:stretch>
              </p:blipFill>
              <p:spPr>
                <a:xfrm>
                  <a:off x="9802915" y="5010670"/>
                  <a:ext cx="6152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Ink 27">
                  <a:extLst>
                    <a:ext uri="{FF2B5EF4-FFF2-40B4-BE49-F238E27FC236}">
                      <a16:creationId xmlns:a16="http://schemas.microsoft.com/office/drawing/2014/main" id="{44DEC920-C388-22DE-D7C1-1F214F930A13}"/>
                    </a:ext>
                  </a:extLst>
                </p14:cNvPr>
                <p14:cNvContentPartPr/>
                <p14:nvPr/>
              </p14:nvContentPartPr>
              <p14:xfrm>
                <a:off x="10437595" y="4772350"/>
                <a:ext cx="182520" cy="340920"/>
              </p14:xfrm>
            </p:contentPart>
          </mc:Choice>
          <mc:Fallback xmlns="">
            <p:pic>
              <p:nvPicPr>
                <p:cNvPr id="28" name="Ink 27">
                  <a:extLst>
                    <a:ext uri="{FF2B5EF4-FFF2-40B4-BE49-F238E27FC236}">
                      <a16:creationId xmlns:a16="http://schemas.microsoft.com/office/drawing/2014/main" id="{44DEC920-C388-22DE-D7C1-1F214F930A13}"/>
                    </a:ext>
                  </a:extLst>
                </p:cNvPr>
                <p:cNvPicPr/>
                <p:nvPr/>
              </p:nvPicPr>
              <p:blipFill>
                <a:blip r:embed="rId46"/>
                <a:stretch>
                  <a:fillRect/>
                </a:stretch>
              </p:blipFill>
              <p:spPr>
                <a:xfrm>
                  <a:off x="10431475" y="4766230"/>
                  <a:ext cx="19476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Ink 28">
                  <a:extLst>
                    <a:ext uri="{FF2B5EF4-FFF2-40B4-BE49-F238E27FC236}">
                      <a16:creationId xmlns:a16="http://schemas.microsoft.com/office/drawing/2014/main" id="{A919D151-D82D-B259-D726-FCCA70B52DE5}"/>
                    </a:ext>
                  </a:extLst>
                </p14:cNvPr>
                <p14:cNvContentPartPr/>
                <p14:nvPr/>
              </p14:nvContentPartPr>
              <p14:xfrm>
                <a:off x="10649995" y="4935790"/>
                <a:ext cx="446040" cy="151560"/>
              </p14:xfrm>
            </p:contentPart>
          </mc:Choice>
          <mc:Fallback xmlns="">
            <p:pic>
              <p:nvPicPr>
                <p:cNvPr id="29" name="Ink 28">
                  <a:extLst>
                    <a:ext uri="{FF2B5EF4-FFF2-40B4-BE49-F238E27FC236}">
                      <a16:creationId xmlns:a16="http://schemas.microsoft.com/office/drawing/2014/main" id="{A919D151-D82D-B259-D726-FCCA70B52DE5}"/>
                    </a:ext>
                  </a:extLst>
                </p:cNvPr>
                <p:cNvPicPr/>
                <p:nvPr/>
              </p:nvPicPr>
              <p:blipFill>
                <a:blip r:embed="rId48"/>
                <a:stretch>
                  <a:fillRect/>
                </a:stretch>
              </p:blipFill>
              <p:spPr>
                <a:xfrm>
                  <a:off x="10643875" y="4929670"/>
                  <a:ext cx="45828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Ink 29">
                  <a:extLst>
                    <a:ext uri="{FF2B5EF4-FFF2-40B4-BE49-F238E27FC236}">
                      <a16:creationId xmlns:a16="http://schemas.microsoft.com/office/drawing/2014/main" id="{B17F8EE2-A2C7-20F0-4098-6963EBDA8FDD}"/>
                    </a:ext>
                  </a:extLst>
                </p14:cNvPr>
                <p14:cNvContentPartPr/>
                <p14:nvPr/>
              </p14:nvContentPartPr>
              <p14:xfrm>
                <a:off x="11130955" y="4724830"/>
                <a:ext cx="168120" cy="289800"/>
              </p14:xfrm>
            </p:contentPart>
          </mc:Choice>
          <mc:Fallback xmlns="">
            <p:pic>
              <p:nvPicPr>
                <p:cNvPr id="30" name="Ink 29">
                  <a:extLst>
                    <a:ext uri="{FF2B5EF4-FFF2-40B4-BE49-F238E27FC236}">
                      <a16:creationId xmlns:a16="http://schemas.microsoft.com/office/drawing/2014/main" id="{B17F8EE2-A2C7-20F0-4098-6963EBDA8FDD}"/>
                    </a:ext>
                  </a:extLst>
                </p:cNvPr>
                <p:cNvPicPr/>
                <p:nvPr/>
              </p:nvPicPr>
              <p:blipFill>
                <a:blip r:embed="rId50"/>
                <a:stretch>
                  <a:fillRect/>
                </a:stretch>
              </p:blipFill>
              <p:spPr>
                <a:xfrm>
                  <a:off x="11124835" y="4718710"/>
                  <a:ext cx="18036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Ink 30">
                  <a:extLst>
                    <a:ext uri="{FF2B5EF4-FFF2-40B4-BE49-F238E27FC236}">
                      <a16:creationId xmlns:a16="http://schemas.microsoft.com/office/drawing/2014/main" id="{3B8675F3-B17F-D610-FC57-32DA4C472364}"/>
                    </a:ext>
                  </a:extLst>
                </p14:cNvPr>
                <p14:cNvContentPartPr/>
                <p14:nvPr/>
              </p14:nvContentPartPr>
              <p14:xfrm>
                <a:off x="10017115" y="5189590"/>
                <a:ext cx="520560" cy="262080"/>
              </p14:xfrm>
            </p:contentPart>
          </mc:Choice>
          <mc:Fallback xmlns="">
            <p:pic>
              <p:nvPicPr>
                <p:cNvPr id="31" name="Ink 30">
                  <a:extLst>
                    <a:ext uri="{FF2B5EF4-FFF2-40B4-BE49-F238E27FC236}">
                      <a16:creationId xmlns:a16="http://schemas.microsoft.com/office/drawing/2014/main" id="{3B8675F3-B17F-D610-FC57-32DA4C472364}"/>
                    </a:ext>
                  </a:extLst>
                </p:cNvPr>
                <p:cNvPicPr/>
                <p:nvPr/>
              </p:nvPicPr>
              <p:blipFill>
                <a:blip r:embed="rId52"/>
                <a:stretch>
                  <a:fillRect/>
                </a:stretch>
              </p:blipFill>
              <p:spPr>
                <a:xfrm>
                  <a:off x="10010995" y="5183470"/>
                  <a:ext cx="53280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Ink 31">
                  <a:extLst>
                    <a:ext uri="{FF2B5EF4-FFF2-40B4-BE49-F238E27FC236}">
                      <a16:creationId xmlns:a16="http://schemas.microsoft.com/office/drawing/2014/main" id="{4AD29C40-E6A5-FD6B-30A3-1779C5805B61}"/>
                    </a:ext>
                  </a:extLst>
                </p14:cNvPr>
                <p14:cNvContentPartPr/>
                <p14:nvPr/>
              </p14:nvContentPartPr>
              <p14:xfrm>
                <a:off x="10625875" y="5320990"/>
                <a:ext cx="16920" cy="58320"/>
              </p14:xfrm>
            </p:contentPart>
          </mc:Choice>
          <mc:Fallback xmlns="">
            <p:pic>
              <p:nvPicPr>
                <p:cNvPr id="32" name="Ink 31">
                  <a:extLst>
                    <a:ext uri="{FF2B5EF4-FFF2-40B4-BE49-F238E27FC236}">
                      <a16:creationId xmlns:a16="http://schemas.microsoft.com/office/drawing/2014/main" id="{4AD29C40-E6A5-FD6B-30A3-1779C5805B61}"/>
                    </a:ext>
                  </a:extLst>
                </p:cNvPr>
                <p:cNvPicPr/>
                <p:nvPr/>
              </p:nvPicPr>
              <p:blipFill>
                <a:blip r:embed="rId54"/>
                <a:stretch>
                  <a:fillRect/>
                </a:stretch>
              </p:blipFill>
              <p:spPr>
                <a:xfrm>
                  <a:off x="10619755" y="5314870"/>
                  <a:ext cx="2916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Ink 32">
                  <a:extLst>
                    <a:ext uri="{FF2B5EF4-FFF2-40B4-BE49-F238E27FC236}">
                      <a16:creationId xmlns:a16="http://schemas.microsoft.com/office/drawing/2014/main" id="{D9C6138D-37E8-A8D7-6734-AA77B5DCA2A1}"/>
                    </a:ext>
                  </a:extLst>
                </p14:cNvPr>
                <p14:cNvContentPartPr/>
                <p14:nvPr/>
              </p14:nvContentPartPr>
              <p14:xfrm>
                <a:off x="10650715" y="5113990"/>
                <a:ext cx="10800" cy="23040"/>
              </p14:xfrm>
            </p:contentPart>
          </mc:Choice>
          <mc:Fallback xmlns="">
            <p:pic>
              <p:nvPicPr>
                <p:cNvPr id="33" name="Ink 32">
                  <a:extLst>
                    <a:ext uri="{FF2B5EF4-FFF2-40B4-BE49-F238E27FC236}">
                      <a16:creationId xmlns:a16="http://schemas.microsoft.com/office/drawing/2014/main" id="{D9C6138D-37E8-A8D7-6734-AA77B5DCA2A1}"/>
                    </a:ext>
                  </a:extLst>
                </p:cNvPr>
                <p:cNvPicPr/>
                <p:nvPr/>
              </p:nvPicPr>
              <p:blipFill>
                <a:blip r:embed="rId56"/>
                <a:stretch>
                  <a:fillRect/>
                </a:stretch>
              </p:blipFill>
              <p:spPr>
                <a:xfrm>
                  <a:off x="10644595" y="5107870"/>
                  <a:ext cx="230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 name="Ink 33">
                  <a:extLst>
                    <a:ext uri="{FF2B5EF4-FFF2-40B4-BE49-F238E27FC236}">
                      <a16:creationId xmlns:a16="http://schemas.microsoft.com/office/drawing/2014/main" id="{9DA3F228-114F-725D-8203-D763DC3531F1}"/>
                    </a:ext>
                  </a:extLst>
                </p14:cNvPr>
                <p14:cNvContentPartPr/>
                <p14:nvPr/>
              </p14:nvContentPartPr>
              <p14:xfrm>
                <a:off x="10726315" y="4993750"/>
                <a:ext cx="365040" cy="363960"/>
              </p14:xfrm>
            </p:contentPart>
          </mc:Choice>
          <mc:Fallback xmlns="">
            <p:pic>
              <p:nvPicPr>
                <p:cNvPr id="34" name="Ink 33">
                  <a:extLst>
                    <a:ext uri="{FF2B5EF4-FFF2-40B4-BE49-F238E27FC236}">
                      <a16:creationId xmlns:a16="http://schemas.microsoft.com/office/drawing/2014/main" id="{9DA3F228-114F-725D-8203-D763DC3531F1}"/>
                    </a:ext>
                  </a:extLst>
                </p:cNvPr>
                <p:cNvPicPr/>
                <p:nvPr/>
              </p:nvPicPr>
              <p:blipFill>
                <a:blip r:embed="rId58"/>
                <a:stretch>
                  <a:fillRect/>
                </a:stretch>
              </p:blipFill>
              <p:spPr>
                <a:xfrm>
                  <a:off x="10720195" y="4987630"/>
                  <a:ext cx="37728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5" name="Ink 34">
                  <a:extLst>
                    <a:ext uri="{FF2B5EF4-FFF2-40B4-BE49-F238E27FC236}">
                      <a16:creationId xmlns:a16="http://schemas.microsoft.com/office/drawing/2014/main" id="{3B965FAF-999F-F0C4-96FD-03E0B2F57585}"/>
                    </a:ext>
                  </a:extLst>
                </p14:cNvPr>
                <p14:cNvContentPartPr/>
                <p14:nvPr/>
              </p14:nvContentPartPr>
              <p14:xfrm>
                <a:off x="10999555" y="5170150"/>
                <a:ext cx="126720" cy="119520"/>
              </p14:xfrm>
            </p:contentPart>
          </mc:Choice>
          <mc:Fallback xmlns="">
            <p:pic>
              <p:nvPicPr>
                <p:cNvPr id="35" name="Ink 34">
                  <a:extLst>
                    <a:ext uri="{FF2B5EF4-FFF2-40B4-BE49-F238E27FC236}">
                      <a16:creationId xmlns:a16="http://schemas.microsoft.com/office/drawing/2014/main" id="{3B965FAF-999F-F0C4-96FD-03E0B2F57585}"/>
                    </a:ext>
                  </a:extLst>
                </p:cNvPr>
                <p:cNvPicPr/>
                <p:nvPr/>
              </p:nvPicPr>
              <p:blipFill>
                <a:blip r:embed="rId60"/>
                <a:stretch>
                  <a:fillRect/>
                </a:stretch>
              </p:blipFill>
              <p:spPr>
                <a:xfrm>
                  <a:off x="10993435" y="5164030"/>
                  <a:ext cx="1389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6" name="Ink 35">
                  <a:extLst>
                    <a:ext uri="{FF2B5EF4-FFF2-40B4-BE49-F238E27FC236}">
                      <a16:creationId xmlns:a16="http://schemas.microsoft.com/office/drawing/2014/main" id="{7027B27D-CE57-97FD-8E06-D3E56C311EE7}"/>
                    </a:ext>
                  </a:extLst>
                </p14:cNvPr>
                <p14:cNvContentPartPr/>
                <p14:nvPr/>
              </p14:nvContentPartPr>
              <p14:xfrm>
                <a:off x="11308435" y="5164750"/>
                <a:ext cx="359280" cy="125280"/>
              </p14:xfrm>
            </p:contentPart>
          </mc:Choice>
          <mc:Fallback xmlns="">
            <p:pic>
              <p:nvPicPr>
                <p:cNvPr id="36" name="Ink 35">
                  <a:extLst>
                    <a:ext uri="{FF2B5EF4-FFF2-40B4-BE49-F238E27FC236}">
                      <a16:creationId xmlns:a16="http://schemas.microsoft.com/office/drawing/2014/main" id="{7027B27D-CE57-97FD-8E06-D3E56C311EE7}"/>
                    </a:ext>
                  </a:extLst>
                </p:cNvPr>
                <p:cNvPicPr/>
                <p:nvPr/>
              </p:nvPicPr>
              <p:blipFill>
                <a:blip r:embed="rId62"/>
                <a:stretch>
                  <a:fillRect/>
                </a:stretch>
              </p:blipFill>
              <p:spPr>
                <a:xfrm>
                  <a:off x="11302315" y="5158630"/>
                  <a:ext cx="37152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8" name="Ink 37">
                  <a:extLst>
                    <a:ext uri="{FF2B5EF4-FFF2-40B4-BE49-F238E27FC236}">
                      <a16:creationId xmlns:a16="http://schemas.microsoft.com/office/drawing/2014/main" id="{3C01AC32-A4EA-7287-7BBE-549869D41077}"/>
                    </a:ext>
                  </a:extLst>
                </p14:cNvPr>
                <p14:cNvContentPartPr/>
                <p14:nvPr/>
              </p14:nvContentPartPr>
              <p14:xfrm>
                <a:off x="8271835" y="4208230"/>
                <a:ext cx="494280" cy="810360"/>
              </p14:xfrm>
            </p:contentPart>
          </mc:Choice>
          <mc:Fallback xmlns="">
            <p:pic>
              <p:nvPicPr>
                <p:cNvPr id="38" name="Ink 37">
                  <a:extLst>
                    <a:ext uri="{FF2B5EF4-FFF2-40B4-BE49-F238E27FC236}">
                      <a16:creationId xmlns:a16="http://schemas.microsoft.com/office/drawing/2014/main" id="{3C01AC32-A4EA-7287-7BBE-549869D41077}"/>
                    </a:ext>
                  </a:extLst>
                </p:cNvPr>
                <p:cNvPicPr/>
                <p:nvPr/>
              </p:nvPicPr>
              <p:blipFill>
                <a:blip r:embed="rId64"/>
                <a:stretch>
                  <a:fillRect/>
                </a:stretch>
              </p:blipFill>
              <p:spPr>
                <a:xfrm>
                  <a:off x="8265715" y="4202110"/>
                  <a:ext cx="506520" cy="822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9" name="Ink 38">
                  <a:extLst>
                    <a:ext uri="{FF2B5EF4-FFF2-40B4-BE49-F238E27FC236}">
                      <a16:creationId xmlns:a16="http://schemas.microsoft.com/office/drawing/2014/main" id="{EAE64989-9207-ADE0-5F43-DEDD1F02794A}"/>
                    </a:ext>
                  </a:extLst>
                </p14:cNvPr>
                <p14:cNvContentPartPr/>
                <p14:nvPr/>
              </p14:nvContentPartPr>
              <p14:xfrm>
                <a:off x="8431315" y="3337030"/>
                <a:ext cx="725400" cy="837360"/>
              </p14:xfrm>
            </p:contentPart>
          </mc:Choice>
          <mc:Fallback xmlns="">
            <p:pic>
              <p:nvPicPr>
                <p:cNvPr id="39" name="Ink 38">
                  <a:extLst>
                    <a:ext uri="{FF2B5EF4-FFF2-40B4-BE49-F238E27FC236}">
                      <a16:creationId xmlns:a16="http://schemas.microsoft.com/office/drawing/2014/main" id="{EAE64989-9207-ADE0-5F43-DEDD1F02794A}"/>
                    </a:ext>
                  </a:extLst>
                </p:cNvPr>
                <p:cNvPicPr/>
                <p:nvPr/>
              </p:nvPicPr>
              <p:blipFill>
                <a:blip r:embed="rId66"/>
                <a:stretch>
                  <a:fillRect/>
                </a:stretch>
              </p:blipFill>
              <p:spPr>
                <a:xfrm>
                  <a:off x="8425195" y="3330910"/>
                  <a:ext cx="737640" cy="849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1" name="Ink 40">
                  <a:extLst>
                    <a:ext uri="{FF2B5EF4-FFF2-40B4-BE49-F238E27FC236}">
                      <a16:creationId xmlns:a16="http://schemas.microsoft.com/office/drawing/2014/main" id="{3906E624-91D5-C375-0488-DEC2D752B730}"/>
                    </a:ext>
                  </a:extLst>
                </p14:cNvPr>
                <p14:cNvContentPartPr/>
                <p14:nvPr/>
              </p14:nvContentPartPr>
              <p14:xfrm>
                <a:off x="9329875" y="2869750"/>
                <a:ext cx="72360" cy="887400"/>
              </p14:xfrm>
            </p:contentPart>
          </mc:Choice>
          <mc:Fallback xmlns="">
            <p:pic>
              <p:nvPicPr>
                <p:cNvPr id="41" name="Ink 40">
                  <a:extLst>
                    <a:ext uri="{FF2B5EF4-FFF2-40B4-BE49-F238E27FC236}">
                      <a16:creationId xmlns:a16="http://schemas.microsoft.com/office/drawing/2014/main" id="{3906E624-91D5-C375-0488-DEC2D752B730}"/>
                    </a:ext>
                  </a:extLst>
                </p:cNvPr>
                <p:cNvPicPr/>
                <p:nvPr/>
              </p:nvPicPr>
              <p:blipFill>
                <a:blip r:embed="rId68"/>
                <a:stretch>
                  <a:fillRect/>
                </a:stretch>
              </p:blipFill>
              <p:spPr>
                <a:xfrm>
                  <a:off x="9323755" y="2863630"/>
                  <a:ext cx="84600" cy="8996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2" name="Ink 41">
                  <a:extLst>
                    <a:ext uri="{FF2B5EF4-FFF2-40B4-BE49-F238E27FC236}">
                      <a16:creationId xmlns:a16="http://schemas.microsoft.com/office/drawing/2014/main" id="{F92E94FE-7E22-40F5-8EE8-532C069B1F50}"/>
                    </a:ext>
                  </a:extLst>
                </p14:cNvPr>
                <p14:cNvContentPartPr/>
                <p14:nvPr/>
              </p14:nvContentPartPr>
              <p14:xfrm>
                <a:off x="9506995" y="2802430"/>
                <a:ext cx="337320" cy="908280"/>
              </p14:xfrm>
            </p:contentPart>
          </mc:Choice>
          <mc:Fallback xmlns="">
            <p:pic>
              <p:nvPicPr>
                <p:cNvPr id="42" name="Ink 41">
                  <a:extLst>
                    <a:ext uri="{FF2B5EF4-FFF2-40B4-BE49-F238E27FC236}">
                      <a16:creationId xmlns:a16="http://schemas.microsoft.com/office/drawing/2014/main" id="{F92E94FE-7E22-40F5-8EE8-532C069B1F50}"/>
                    </a:ext>
                  </a:extLst>
                </p:cNvPr>
                <p:cNvPicPr/>
                <p:nvPr/>
              </p:nvPicPr>
              <p:blipFill>
                <a:blip r:embed="rId70"/>
                <a:stretch>
                  <a:fillRect/>
                </a:stretch>
              </p:blipFill>
              <p:spPr>
                <a:xfrm>
                  <a:off x="9500875" y="2796310"/>
                  <a:ext cx="349560" cy="9205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3" name="Ink 42">
                  <a:extLst>
                    <a:ext uri="{FF2B5EF4-FFF2-40B4-BE49-F238E27FC236}">
                      <a16:creationId xmlns:a16="http://schemas.microsoft.com/office/drawing/2014/main" id="{B5502DA9-5492-ABDB-D48D-AD3D7C31F877}"/>
                    </a:ext>
                  </a:extLst>
                </p14:cNvPr>
                <p14:cNvContentPartPr/>
                <p14:nvPr/>
              </p14:nvContentPartPr>
              <p14:xfrm>
                <a:off x="9976795" y="2843110"/>
                <a:ext cx="435240" cy="515520"/>
              </p14:xfrm>
            </p:contentPart>
          </mc:Choice>
          <mc:Fallback xmlns="">
            <p:pic>
              <p:nvPicPr>
                <p:cNvPr id="43" name="Ink 42">
                  <a:extLst>
                    <a:ext uri="{FF2B5EF4-FFF2-40B4-BE49-F238E27FC236}">
                      <a16:creationId xmlns:a16="http://schemas.microsoft.com/office/drawing/2014/main" id="{B5502DA9-5492-ABDB-D48D-AD3D7C31F877}"/>
                    </a:ext>
                  </a:extLst>
                </p:cNvPr>
                <p:cNvPicPr/>
                <p:nvPr/>
              </p:nvPicPr>
              <p:blipFill>
                <a:blip r:embed="rId72"/>
                <a:stretch>
                  <a:fillRect/>
                </a:stretch>
              </p:blipFill>
              <p:spPr>
                <a:xfrm>
                  <a:off x="9970675" y="2836990"/>
                  <a:ext cx="447480" cy="5277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4" name="Ink 43">
                  <a:extLst>
                    <a:ext uri="{FF2B5EF4-FFF2-40B4-BE49-F238E27FC236}">
                      <a16:creationId xmlns:a16="http://schemas.microsoft.com/office/drawing/2014/main" id="{C443CB6B-8004-8FAE-5F0D-F1C4B69F4863}"/>
                    </a:ext>
                  </a:extLst>
                </p14:cNvPr>
                <p14:cNvContentPartPr/>
                <p14:nvPr/>
              </p14:nvContentPartPr>
              <p14:xfrm>
                <a:off x="10431475" y="2705950"/>
                <a:ext cx="952560" cy="605160"/>
              </p14:xfrm>
            </p:contentPart>
          </mc:Choice>
          <mc:Fallback xmlns="">
            <p:pic>
              <p:nvPicPr>
                <p:cNvPr id="44" name="Ink 43">
                  <a:extLst>
                    <a:ext uri="{FF2B5EF4-FFF2-40B4-BE49-F238E27FC236}">
                      <a16:creationId xmlns:a16="http://schemas.microsoft.com/office/drawing/2014/main" id="{C443CB6B-8004-8FAE-5F0D-F1C4B69F4863}"/>
                    </a:ext>
                  </a:extLst>
                </p:cNvPr>
                <p:cNvPicPr/>
                <p:nvPr/>
              </p:nvPicPr>
              <p:blipFill>
                <a:blip r:embed="rId74"/>
                <a:stretch>
                  <a:fillRect/>
                </a:stretch>
              </p:blipFill>
              <p:spPr>
                <a:xfrm>
                  <a:off x="10425355" y="2699830"/>
                  <a:ext cx="964800" cy="6174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5" name="Ink 44">
                  <a:extLst>
                    <a:ext uri="{FF2B5EF4-FFF2-40B4-BE49-F238E27FC236}">
                      <a16:creationId xmlns:a16="http://schemas.microsoft.com/office/drawing/2014/main" id="{F58AD3DF-793A-B44F-6E12-4140BF7077DF}"/>
                    </a:ext>
                  </a:extLst>
                </p14:cNvPr>
                <p14:cNvContentPartPr/>
                <p14:nvPr/>
              </p14:nvContentPartPr>
              <p14:xfrm>
                <a:off x="10932235" y="2982430"/>
                <a:ext cx="29520" cy="2520"/>
              </p14:xfrm>
            </p:contentPart>
          </mc:Choice>
          <mc:Fallback xmlns="">
            <p:pic>
              <p:nvPicPr>
                <p:cNvPr id="45" name="Ink 44">
                  <a:extLst>
                    <a:ext uri="{FF2B5EF4-FFF2-40B4-BE49-F238E27FC236}">
                      <a16:creationId xmlns:a16="http://schemas.microsoft.com/office/drawing/2014/main" id="{F58AD3DF-793A-B44F-6E12-4140BF7077DF}"/>
                    </a:ext>
                  </a:extLst>
                </p:cNvPr>
                <p:cNvPicPr/>
                <p:nvPr/>
              </p:nvPicPr>
              <p:blipFill>
                <a:blip r:embed="rId76"/>
                <a:stretch>
                  <a:fillRect/>
                </a:stretch>
              </p:blipFill>
              <p:spPr>
                <a:xfrm>
                  <a:off x="10926115" y="2976310"/>
                  <a:ext cx="4176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6" name="Ink 45">
                  <a:extLst>
                    <a:ext uri="{FF2B5EF4-FFF2-40B4-BE49-F238E27FC236}">
                      <a16:creationId xmlns:a16="http://schemas.microsoft.com/office/drawing/2014/main" id="{69A1A41A-3D62-3D23-0F23-E0966388D5BC}"/>
                    </a:ext>
                  </a:extLst>
                </p14:cNvPr>
                <p14:cNvContentPartPr/>
                <p14:nvPr/>
              </p14:nvContentPartPr>
              <p14:xfrm>
                <a:off x="10760515" y="2882350"/>
                <a:ext cx="276120" cy="59040"/>
              </p14:xfrm>
            </p:contentPart>
          </mc:Choice>
          <mc:Fallback xmlns="">
            <p:pic>
              <p:nvPicPr>
                <p:cNvPr id="46" name="Ink 45">
                  <a:extLst>
                    <a:ext uri="{FF2B5EF4-FFF2-40B4-BE49-F238E27FC236}">
                      <a16:creationId xmlns:a16="http://schemas.microsoft.com/office/drawing/2014/main" id="{69A1A41A-3D62-3D23-0F23-E0966388D5BC}"/>
                    </a:ext>
                  </a:extLst>
                </p:cNvPr>
                <p:cNvPicPr/>
                <p:nvPr/>
              </p:nvPicPr>
              <p:blipFill>
                <a:blip r:embed="rId78"/>
                <a:stretch>
                  <a:fillRect/>
                </a:stretch>
              </p:blipFill>
              <p:spPr>
                <a:xfrm>
                  <a:off x="10754395" y="2876230"/>
                  <a:ext cx="2883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7" name="Ink 46">
                  <a:extLst>
                    <a:ext uri="{FF2B5EF4-FFF2-40B4-BE49-F238E27FC236}">
                      <a16:creationId xmlns:a16="http://schemas.microsoft.com/office/drawing/2014/main" id="{2255CB60-215E-CE9A-C918-4327B2208E58}"/>
                    </a:ext>
                  </a:extLst>
                </p14:cNvPr>
                <p14:cNvContentPartPr/>
                <p14:nvPr/>
              </p14:nvContentPartPr>
              <p14:xfrm>
                <a:off x="9590875" y="3754990"/>
                <a:ext cx="146880" cy="240120"/>
              </p14:xfrm>
            </p:contentPart>
          </mc:Choice>
          <mc:Fallback xmlns="">
            <p:pic>
              <p:nvPicPr>
                <p:cNvPr id="47" name="Ink 46">
                  <a:extLst>
                    <a:ext uri="{FF2B5EF4-FFF2-40B4-BE49-F238E27FC236}">
                      <a16:creationId xmlns:a16="http://schemas.microsoft.com/office/drawing/2014/main" id="{2255CB60-215E-CE9A-C918-4327B2208E58}"/>
                    </a:ext>
                  </a:extLst>
                </p:cNvPr>
                <p:cNvPicPr/>
                <p:nvPr/>
              </p:nvPicPr>
              <p:blipFill>
                <a:blip r:embed="rId80"/>
                <a:stretch>
                  <a:fillRect/>
                </a:stretch>
              </p:blipFill>
              <p:spPr>
                <a:xfrm>
                  <a:off x="9584755" y="3748870"/>
                  <a:ext cx="15912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8" name="Ink 47">
                  <a:extLst>
                    <a:ext uri="{FF2B5EF4-FFF2-40B4-BE49-F238E27FC236}">
                      <a16:creationId xmlns:a16="http://schemas.microsoft.com/office/drawing/2014/main" id="{34188939-A0E2-0FD3-3319-D8505BAF1709}"/>
                    </a:ext>
                  </a:extLst>
                </p14:cNvPr>
                <p14:cNvContentPartPr/>
                <p14:nvPr/>
              </p14:nvContentPartPr>
              <p14:xfrm>
                <a:off x="9801475" y="3583990"/>
                <a:ext cx="79200" cy="419760"/>
              </p14:xfrm>
            </p:contentPart>
          </mc:Choice>
          <mc:Fallback xmlns="">
            <p:pic>
              <p:nvPicPr>
                <p:cNvPr id="48" name="Ink 47">
                  <a:extLst>
                    <a:ext uri="{FF2B5EF4-FFF2-40B4-BE49-F238E27FC236}">
                      <a16:creationId xmlns:a16="http://schemas.microsoft.com/office/drawing/2014/main" id="{34188939-A0E2-0FD3-3319-D8505BAF1709}"/>
                    </a:ext>
                  </a:extLst>
                </p:cNvPr>
                <p:cNvPicPr/>
                <p:nvPr/>
              </p:nvPicPr>
              <p:blipFill>
                <a:blip r:embed="rId82"/>
                <a:stretch>
                  <a:fillRect/>
                </a:stretch>
              </p:blipFill>
              <p:spPr>
                <a:xfrm>
                  <a:off x="9795355" y="3577870"/>
                  <a:ext cx="9144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9" name="Ink 48">
                  <a:extLst>
                    <a:ext uri="{FF2B5EF4-FFF2-40B4-BE49-F238E27FC236}">
                      <a16:creationId xmlns:a16="http://schemas.microsoft.com/office/drawing/2014/main" id="{3028038F-EAC3-16BB-A401-1ABAA553BF3D}"/>
                    </a:ext>
                  </a:extLst>
                </p14:cNvPr>
                <p14:cNvContentPartPr/>
                <p14:nvPr/>
              </p14:nvContentPartPr>
              <p14:xfrm>
                <a:off x="9752155" y="3797110"/>
                <a:ext cx="652680" cy="124920"/>
              </p14:xfrm>
            </p:contentPart>
          </mc:Choice>
          <mc:Fallback xmlns="">
            <p:pic>
              <p:nvPicPr>
                <p:cNvPr id="49" name="Ink 48">
                  <a:extLst>
                    <a:ext uri="{FF2B5EF4-FFF2-40B4-BE49-F238E27FC236}">
                      <a16:creationId xmlns:a16="http://schemas.microsoft.com/office/drawing/2014/main" id="{3028038F-EAC3-16BB-A401-1ABAA553BF3D}"/>
                    </a:ext>
                  </a:extLst>
                </p:cNvPr>
                <p:cNvPicPr/>
                <p:nvPr/>
              </p:nvPicPr>
              <p:blipFill>
                <a:blip r:embed="rId84"/>
                <a:stretch>
                  <a:fillRect/>
                </a:stretch>
              </p:blipFill>
              <p:spPr>
                <a:xfrm>
                  <a:off x="9746035" y="3790990"/>
                  <a:ext cx="6649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0" name="Ink 49">
                  <a:extLst>
                    <a:ext uri="{FF2B5EF4-FFF2-40B4-BE49-F238E27FC236}">
                      <a16:creationId xmlns:a16="http://schemas.microsoft.com/office/drawing/2014/main" id="{D77995F3-CE89-3844-21D0-D6508CE5A034}"/>
                    </a:ext>
                  </a:extLst>
                </p14:cNvPr>
                <p14:cNvContentPartPr/>
                <p14:nvPr/>
              </p14:nvContentPartPr>
              <p14:xfrm>
                <a:off x="10446595" y="3589030"/>
                <a:ext cx="168120" cy="390600"/>
              </p14:xfrm>
            </p:contentPart>
          </mc:Choice>
          <mc:Fallback xmlns="">
            <p:pic>
              <p:nvPicPr>
                <p:cNvPr id="50" name="Ink 49">
                  <a:extLst>
                    <a:ext uri="{FF2B5EF4-FFF2-40B4-BE49-F238E27FC236}">
                      <a16:creationId xmlns:a16="http://schemas.microsoft.com/office/drawing/2014/main" id="{D77995F3-CE89-3844-21D0-D6508CE5A034}"/>
                    </a:ext>
                  </a:extLst>
                </p:cNvPr>
                <p:cNvPicPr/>
                <p:nvPr/>
              </p:nvPicPr>
              <p:blipFill>
                <a:blip r:embed="rId86"/>
                <a:stretch>
                  <a:fillRect/>
                </a:stretch>
              </p:blipFill>
              <p:spPr>
                <a:xfrm>
                  <a:off x="10440475" y="3582910"/>
                  <a:ext cx="18036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1" name="Ink 50">
                  <a:extLst>
                    <a:ext uri="{FF2B5EF4-FFF2-40B4-BE49-F238E27FC236}">
                      <a16:creationId xmlns:a16="http://schemas.microsoft.com/office/drawing/2014/main" id="{1CFEF22C-B80F-6637-A54D-11B81A4C77E3}"/>
                    </a:ext>
                  </a:extLst>
                </p14:cNvPr>
                <p14:cNvContentPartPr/>
                <p14:nvPr/>
              </p14:nvContentPartPr>
              <p14:xfrm>
                <a:off x="10603915" y="3848950"/>
                <a:ext cx="489240" cy="102600"/>
              </p14:xfrm>
            </p:contentPart>
          </mc:Choice>
          <mc:Fallback xmlns="">
            <p:pic>
              <p:nvPicPr>
                <p:cNvPr id="51" name="Ink 50">
                  <a:extLst>
                    <a:ext uri="{FF2B5EF4-FFF2-40B4-BE49-F238E27FC236}">
                      <a16:creationId xmlns:a16="http://schemas.microsoft.com/office/drawing/2014/main" id="{1CFEF22C-B80F-6637-A54D-11B81A4C77E3}"/>
                    </a:ext>
                  </a:extLst>
                </p:cNvPr>
                <p:cNvPicPr/>
                <p:nvPr/>
              </p:nvPicPr>
              <p:blipFill>
                <a:blip r:embed="rId88"/>
                <a:stretch>
                  <a:fillRect/>
                </a:stretch>
              </p:blipFill>
              <p:spPr>
                <a:xfrm>
                  <a:off x="10597795" y="3842830"/>
                  <a:ext cx="50148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2" name="Ink 51">
                  <a:extLst>
                    <a:ext uri="{FF2B5EF4-FFF2-40B4-BE49-F238E27FC236}">
                      <a16:creationId xmlns:a16="http://schemas.microsoft.com/office/drawing/2014/main" id="{E47C87C8-6470-7B93-AC8E-E117D40765DA}"/>
                    </a:ext>
                  </a:extLst>
                </p14:cNvPr>
                <p14:cNvContentPartPr/>
                <p14:nvPr/>
              </p14:nvContentPartPr>
              <p14:xfrm>
                <a:off x="11109355" y="3657070"/>
                <a:ext cx="248400" cy="322920"/>
              </p14:xfrm>
            </p:contentPart>
          </mc:Choice>
          <mc:Fallback xmlns="">
            <p:pic>
              <p:nvPicPr>
                <p:cNvPr id="52" name="Ink 51">
                  <a:extLst>
                    <a:ext uri="{FF2B5EF4-FFF2-40B4-BE49-F238E27FC236}">
                      <a16:creationId xmlns:a16="http://schemas.microsoft.com/office/drawing/2014/main" id="{E47C87C8-6470-7B93-AC8E-E117D40765DA}"/>
                    </a:ext>
                  </a:extLst>
                </p:cNvPr>
                <p:cNvPicPr/>
                <p:nvPr/>
              </p:nvPicPr>
              <p:blipFill>
                <a:blip r:embed="rId90"/>
                <a:stretch>
                  <a:fillRect/>
                </a:stretch>
              </p:blipFill>
              <p:spPr>
                <a:xfrm>
                  <a:off x="11103235" y="3650950"/>
                  <a:ext cx="26064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3" name="Ink 52">
                  <a:extLst>
                    <a:ext uri="{FF2B5EF4-FFF2-40B4-BE49-F238E27FC236}">
                      <a16:creationId xmlns:a16="http://schemas.microsoft.com/office/drawing/2014/main" id="{C58C7018-BDFA-1AB4-E2C9-19F241296ACB}"/>
                    </a:ext>
                  </a:extLst>
                </p14:cNvPr>
                <p14:cNvContentPartPr/>
                <p14:nvPr/>
              </p14:nvContentPartPr>
              <p14:xfrm>
                <a:off x="9866635" y="4222630"/>
                <a:ext cx="724680" cy="374040"/>
              </p14:xfrm>
            </p:contentPart>
          </mc:Choice>
          <mc:Fallback xmlns="">
            <p:pic>
              <p:nvPicPr>
                <p:cNvPr id="53" name="Ink 52">
                  <a:extLst>
                    <a:ext uri="{FF2B5EF4-FFF2-40B4-BE49-F238E27FC236}">
                      <a16:creationId xmlns:a16="http://schemas.microsoft.com/office/drawing/2014/main" id="{C58C7018-BDFA-1AB4-E2C9-19F241296ACB}"/>
                    </a:ext>
                  </a:extLst>
                </p:cNvPr>
                <p:cNvPicPr/>
                <p:nvPr/>
              </p:nvPicPr>
              <p:blipFill>
                <a:blip r:embed="rId92"/>
                <a:stretch>
                  <a:fillRect/>
                </a:stretch>
              </p:blipFill>
              <p:spPr>
                <a:xfrm>
                  <a:off x="9860515" y="4216510"/>
                  <a:ext cx="73692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4" name="Ink 53">
                  <a:extLst>
                    <a:ext uri="{FF2B5EF4-FFF2-40B4-BE49-F238E27FC236}">
                      <a16:creationId xmlns:a16="http://schemas.microsoft.com/office/drawing/2014/main" id="{5FCB17CC-BF1D-0B60-6229-24758AA94D41}"/>
                    </a:ext>
                  </a:extLst>
                </p14:cNvPr>
                <p14:cNvContentPartPr/>
                <p14:nvPr/>
              </p14:nvContentPartPr>
              <p14:xfrm>
                <a:off x="10676635" y="4453390"/>
                <a:ext cx="7560" cy="97560"/>
              </p14:xfrm>
            </p:contentPart>
          </mc:Choice>
          <mc:Fallback xmlns="">
            <p:pic>
              <p:nvPicPr>
                <p:cNvPr id="54" name="Ink 53">
                  <a:extLst>
                    <a:ext uri="{FF2B5EF4-FFF2-40B4-BE49-F238E27FC236}">
                      <a16:creationId xmlns:a16="http://schemas.microsoft.com/office/drawing/2014/main" id="{5FCB17CC-BF1D-0B60-6229-24758AA94D41}"/>
                    </a:ext>
                  </a:extLst>
                </p:cNvPr>
                <p:cNvPicPr/>
                <p:nvPr/>
              </p:nvPicPr>
              <p:blipFill>
                <a:blip r:embed="rId94"/>
                <a:stretch>
                  <a:fillRect/>
                </a:stretch>
              </p:blipFill>
              <p:spPr>
                <a:xfrm>
                  <a:off x="10670515" y="4447270"/>
                  <a:ext cx="198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5" name="Ink 54">
                  <a:extLst>
                    <a:ext uri="{FF2B5EF4-FFF2-40B4-BE49-F238E27FC236}">
                      <a16:creationId xmlns:a16="http://schemas.microsoft.com/office/drawing/2014/main" id="{0C1D2BDA-D592-C669-E9A4-4F0EC1BB2BDD}"/>
                    </a:ext>
                  </a:extLst>
                </p14:cNvPr>
                <p14:cNvContentPartPr/>
                <p14:nvPr/>
              </p14:nvContentPartPr>
              <p14:xfrm>
                <a:off x="10701475" y="4230910"/>
                <a:ext cx="28440" cy="30240"/>
              </p14:xfrm>
            </p:contentPart>
          </mc:Choice>
          <mc:Fallback xmlns="">
            <p:pic>
              <p:nvPicPr>
                <p:cNvPr id="55" name="Ink 54">
                  <a:extLst>
                    <a:ext uri="{FF2B5EF4-FFF2-40B4-BE49-F238E27FC236}">
                      <a16:creationId xmlns:a16="http://schemas.microsoft.com/office/drawing/2014/main" id="{0C1D2BDA-D592-C669-E9A4-4F0EC1BB2BDD}"/>
                    </a:ext>
                  </a:extLst>
                </p:cNvPr>
                <p:cNvPicPr/>
                <p:nvPr/>
              </p:nvPicPr>
              <p:blipFill>
                <a:blip r:embed="rId96"/>
                <a:stretch>
                  <a:fillRect/>
                </a:stretch>
              </p:blipFill>
              <p:spPr>
                <a:xfrm>
                  <a:off x="10695355" y="4224790"/>
                  <a:ext cx="406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6" name="Ink 55">
                  <a:extLst>
                    <a:ext uri="{FF2B5EF4-FFF2-40B4-BE49-F238E27FC236}">
                      <a16:creationId xmlns:a16="http://schemas.microsoft.com/office/drawing/2014/main" id="{024C8F16-4A38-3DB5-02A0-3F5581906B80}"/>
                    </a:ext>
                  </a:extLst>
                </p14:cNvPr>
                <p14:cNvContentPartPr/>
                <p14:nvPr/>
              </p14:nvContentPartPr>
              <p14:xfrm>
                <a:off x="10789315" y="3993310"/>
                <a:ext cx="1114920" cy="513360"/>
              </p14:xfrm>
            </p:contentPart>
          </mc:Choice>
          <mc:Fallback xmlns="">
            <p:pic>
              <p:nvPicPr>
                <p:cNvPr id="56" name="Ink 55">
                  <a:extLst>
                    <a:ext uri="{FF2B5EF4-FFF2-40B4-BE49-F238E27FC236}">
                      <a16:creationId xmlns:a16="http://schemas.microsoft.com/office/drawing/2014/main" id="{024C8F16-4A38-3DB5-02A0-3F5581906B80}"/>
                    </a:ext>
                  </a:extLst>
                </p:cNvPr>
                <p:cNvPicPr/>
                <p:nvPr/>
              </p:nvPicPr>
              <p:blipFill>
                <a:blip r:embed="rId98"/>
                <a:stretch>
                  <a:fillRect/>
                </a:stretch>
              </p:blipFill>
              <p:spPr>
                <a:xfrm>
                  <a:off x="10783195" y="3987190"/>
                  <a:ext cx="1127160" cy="525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7" name="Ink 56">
                  <a:extLst>
                    <a:ext uri="{FF2B5EF4-FFF2-40B4-BE49-F238E27FC236}">
                      <a16:creationId xmlns:a16="http://schemas.microsoft.com/office/drawing/2014/main" id="{1BBBEE9D-3780-36F6-6395-23475ECFCDA4}"/>
                    </a:ext>
                  </a:extLst>
                </p14:cNvPr>
                <p14:cNvContentPartPr/>
                <p14:nvPr/>
              </p14:nvContentPartPr>
              <p14:xfrm>
                <a:off x="11130955" y="4114270"/>
                <a:ext cx="291600" cy="86040"/>
              </p14:xfrm>
            </p:contentPart>
          </mc:Choice>
          <mc:Fallback xmlns="">
            <p:pic>
              <p:nvPicPr>
                <p:cNvPr id="57" name="Ink 56">
                  <a:extLst>
                    <a:ext uri="{FF2B5EF4-FFF2-40B4-BE49-F238E27FC236}">
                      <a16:creationId xmlns:a16="http://schemas.microsoft.com/office/drawing/2014/main" id="{1BBBEE9D-3780-36F6-6395-23475ECFCDA4}"/>
                    </a:ext>
                  </a:extLst>
                </p:cNvPr>
                <p:cNvPicPr/>
                <p:nvPr/>
              </p:nvPicPr>
              <p:blipFill>
                <a:blip r:embed="rId100"/>
                <a:stretch>
                  <a:fillRect/>
                </a:stretch>
              </p:blipFill>
              <p:spPr>
                <a:xfrm>
                  <a:off x="11124835" y="4108150"/>
                  <a:ext cx="3038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9" name="Ink 58">
                  <a:extLst>
                    <a:ext uri="{FF2B5EF4-FFF2-40B4-BE49-F238E27FC236}">
                      <a16:creationId xmlns:a16="http://schemas.microsoft.com/office/drawing/2014/main" id="{8DF2A7E2-61F5-219E-3FED-411718CD492F}"/>
                    </a:ext>
                  </a:extLst>
                </p14:cNvPr>
                <p14:cNvContentPartPr/>
                <p14:nvPr/>
              </p14:nvContentPartPr>
              <p14:xfrm>
                <a:off x="7472635" y="1963990"/>
                <a:ext cx="162360" cy="201240"/>
              </p14:xfrm>
            </p:contentPart>
          </mc:Choice>
          <mc:Fallback xmlns="">
            <p:pic>
              <p:nvPicPr>
                <p:cNvPr id="59" name="Ink 58">
                  <a:extLst>
                    <a:ext uri="{FF2B5EF4-FFF2-40B4-BE49-F238E27FC236}">
                      <a16:creationId xmlns:a16="http://schemas.microsoft.com/office/drawing/2014/main" id="{8DF2A7E2-61F5-219E-3FED-411718CD492F}"/>
                    </a:ext>
                  </a:extLst>
                </p:cNvPr>
                <p:cNvPicPr/>
                <p:nvPr/>
              </p:nvPicPr>
              <p:blipFill>
                <a:blip r:embed="rId102"/>
                <a:stretch>
                  <a:fillRect/>
                </a:stretch>
              </p:blipFill>
              <p:spPr>
                <a:xfrm>
                  <a:off x="7466515" y="1957870"/>
                  <a:ext cx="1746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0" name="Ink 59">
                  <a:extLst>
                    <a:ext uri="{FF2B5EF4-FFF2-40B4-BE49-F238E27FC236}">
                      <a16:creationId xmlns:a16="http://schemas.microsoft.com/office/drawing/2014/main" id="{404949FD-906A-372B-5BA4-DC2D94C8069A}"/>
                    </a:ext>
                  </a:extLst>
                </p14:cNvPr>
                <p14:cNvContentPartPr/>
                <p14:nvPr/>
              </p14:nvContentPartPr>
              <p14:xfrm>
                <a:off x="7476955" y="1880110"/>
                <a:ext cx="122400" cy="305640"/>
              </p14:xfrm>
            </p:contentPart>
          </mc:Choice>
          <mc:Fallback xmlns="">
            <p:pic>
              <p:nvPicPr>
                <p:cNvPr id="60" name="Ink 59">
                  <a:extLst>
                    <a:ext uri="{FF2B5EF4-FFF2-40B4-BE49-F238E27FC236}">
                      <a16:creationId xmlns:a16="http://schemas.microsoft.com/office/drawing/2014/main" id="{404949FD-906A-372B-5BA4-DC2D94C8069A}"/>
                    </a:ext>
                  </a:extLst>
                </p:cNvPr>
                <p:cNvPicPr/>
                <p:nvPr/>
              </p:nvPicPr>
              <p:blipFill>
                <a:blip r:embed="rId104"/>
                <a:stretch>
                  <a:fillRect/>
                </a:stretch>
              </p:blipFill>
              <p:spPr>
                <a:xfrm>
                  <a:off x="7470835" y="1873990"/>
                  <a:ext cx="13464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1" name="Ink 60">
                  <a:extLst>
                    <a:ext uri="{FF2B5EF4-FFF2-40B4-BE49-F238E27FC236}">
                      <a16:creationId xmlns:a16="http://schemas.microsoft.com/office/drawing/2014/main" id="{F59340D7-44C5-AF13-6C11-06155B72FEF5}"/>
                    </a:ext>
                  </a:extLst>
                </p14:cNvPr>
                <p14:cNvContentPartPr/>
                <p14:nvPr/>
              </p14:nvContentPartPr>
              <p14:xfrm>
                <a:off x="7815355" y="2043550"/>
                <a:ext cx="153360" cy="51120"/>
              </p14:xfrm>
            </p:contentPart>
          </mc:Choice>
          <mc:Fallback xmlns="">
            <p:pic>
              <p:nvPicPr>
                <p:cNvPr id="61" name="Ink 60">
                  <a:extLst>
                    <a:ext uri="{FF2B5EF4-FFF2-40B4-BE49-F238E27FC236}">
                      <a16:creationId xmlns:a16="http://schemas.microsoft.com/office/drawing/2014/main" id="{F59340D7-44C5-AF13-6C11-06155B72FEF5}"/>
                    </a:ext>
                  </a:extLst>
                </p:cNvPr>
                <p:cNvPicPr/>
                <p:nvPr/>
              </p:nvPicPr>
              <p:blipFill>
                <a:blip r:embed="rId106"/>
                <a:stretch>
                  <a:fillRect/>
                </a:stretch>
              </p:blipFill>
              <p:spPr>
                <a:xfrm>
                  <a:off x="7809235" y="2037430"/>
                  <a:ext cx="1656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2" name="Ink 61">
                  <a:extLst>
                    <a:ext uri="{FF2B5EF4-FFF2-40B4-BE49-F238E27FC236}">
                      <a16:creationId xmlns:a16="http://schemas.microsoft.com/office/drawing/2014/main" id="{C7E0387D-E67D-AA0F-7690-C6703AF9E942}"/>
                    </a:ext>
                  </a:extLst>
                </p14:cNvPr>
                <p14:cNvContentPartPr/>
                <p14:nvPr/>
              </p14:nvContentPartPr>
              <p14:xfrm>
                <a:off x="7308115" y="1763110"/>
                <a:ext cx="322920" cy="56160"/>
              </p14:xfrm>
            </p:contentPart>
          </mc:Choice>
          <mc:Fallback xmlns="">
            <p:pic>
              <p:nvPicPr>
                <p:cNvPr id="62" name="Ink 61">
                  <a:extLst>
                    <a:ext uri="{FF2B5EF4-FFF2-40B4-BE49-F238E27FC236}">
                      <a16:creationId xmlns:a16="http://schemas.microsoft.com/office/drawing/2014/main" id="{C7E0387D-E67D-AA0F-7690-C6703AF9E942}"/>
                    </a:ext>
                  </a:extLst>
                </p:cNvPr>
                <p:cNvPicPr/>
                <p:nvPr/>
              </p:nvPicPr>
              <p:blipFill>
                <a:blip r:embed="rId108"/>
                <a:stretch>
                  <a:fillRect/>
                </a:stretch>
              </p:blipFill>
              <p:spPr>
                <a:xfrm>
                  <a:off x="7301995" y="1756990"/>
                  <a:ext cx="33516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3" name="Ink 62">
                  <a:extLst>
                    <a:ext uri="{FF2B5EF4-FFF2-40B4-BE49-F238E27FC236}">
                      <a16:creationId xmlns:a16="http://schemas.microsoft.com/office/drawing/2014/main" id="{1EAB419E-3726-F293-630A-F0A3889F966B}"/>
                    </a:ext>
                  </a:extLst>
                </p14:cNvPr>
                <p14:cNvContentPartPr/>
                <p14:nvPr/>
              </p14:nvContentPartPr>
              <p14:xfrm>
                <a:off x="8212795" y="1865710"/>
                <a:ext cx="382320" cy="306000"/>
              </p14:xfrm>
            </p:contentPart>
          </mc:Choice>
          <mc:Fallback xmlns="">
            <p:pic>
              <p:nvPicPr>
                <p:cNvPr id="63" name="Ink 62">
                  <a:extLst>
                    <a:ext uri="{FF2B5EF4-FFF2-40B4-BE49-F238E27FC236}">
                      <a16:creationId xmlns:a16="http://schemas.microsoft.com/office/drawing/2014/main" id="{1EAB419E-3726-F293-630A-F0A3889F966B}"/>
                    </a:ext>
                  </a:extLst>
                </p:cNvPr>
                <p:cNvPicPr/>
                <p:nvPr/>
              </p:nvPicPr>
              <p:blipFill>
                <a:blip r:embed="rId110"/>
                <a:stretch>
                  <a:fillRect/>
                </a:stretch>
              </p:blipFill>
              <p:spPr>
                <a:xfrm>
                  <a:off x="8206675" y="1859590"/>
                  <a:ext cx="39456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4" name="Ink 63">
                  <a:extLst>
                    <a:ext uri="{FF2B5EF4-FFF2-40B4-BE49-F238E27FC236}">
                      <a16:creationId xmlns:a16="http://schemas.microsoft.com/office/drawing/2014/main" id="{A446CA29-7639-4B63-7D95-581D46717491}"/>
                    </a:ext>
                  </a:extLst>
                </p14:cNvPr>
                <p14:cNvContentPartPr/>
                <p14:nvPr/>
              </p14:nvContentPartPr>
              <p14:xfrm>
                <a:off x="7253395" y="2185750"/>
                <a:ext cx="1550160" cy="181080"/>
              </p14:xfrm>
            </p:contentPart>
          </mc:Choice>
          <mc:Fallback xmlns="">
            <p:pic>
              <p:nvPicPr>
                <p:cNvPr id="64" name="Ink 63">
                  <a:extLst>
                    <a:ext uri="{FF2B5EF4-FFF2-40B4-BE49-F238E27FC236}">
                      <a16:creationId xmlns:a16="http://schemas.microsoft.com/office/drawing/2014/main" id="{A446CA29-7639-4B63-7D95-581D46717491}"/>
                    </a:ext>
                  </a:extLst>
                </p:cNvPr>
                <p:cNvPicPr/>
                <p:nvPr/>
              </p:nvPicPr>
              <p:blipFill>
                <a:blip r:embed="rId112"/>
                <a:stretch>
                  <a:fillRect/>
                </a:stretch>
              </p:blipFill>
              <p:spPr>
                <a:xfrm>
                  <a:off x="7247275" y="2179630"/>
                  <a:ext cx="156240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5" name="Ink 64">
                  <a:extLst>
                    <a:ext uri="{FF2B5EF4-FFF2-40B4-BE49-F238E27FC236}">
                      <a16:creationId xmlns:a16="http://schemas.microsoft.com/office/drawing/2014/main" id="{21B39425-540D-2098-3692-2419083E12FF}"/>
                    </a:ext>
                  </a:extLst>
                </p14:cNvPr>
                <p14:cNvContentPartPr/>
                <p14:nvPr/>
              </p14:nvContentPartPr>
              <p14:xfrm>
                <a:off x="7885915" y="2455750"/>
                <a:ext cx="154440" cy="140760"/>
              </p14:xfrm>
            </p:contentPart>
          </mc:Choice>
          <mc:Fallback xmlns="">
            <p:pic>
              <p:nvPicPr>
                <p:cNvPr id="65" name="Ink 64">
                  <a:extLst>
                    <a:ext uri="{FF2B5EF4-FFF2-40B4-BE49-F238E27FC236}">
                      <a16:creationId xmlns:a16="http://schemas.microsoft.com/office/drawing/2014/main" id="{21B39425-540D-2098-3692-2419083E12FF}"/>
                    </a:ext>
                  </a:extLst>
                </p:cNvPr>
                <p:cNvPicPr/>
                <p:nvPr/>
              </p:nvPicPr>
              <p:blipFill>
                <a:blip r:embed="rId114"/>
                <a:stretch>
                  <a:fillRect/>
                </a:stretch>
              </p:blipFill>
              <p:spPr>
                <a:xfrm>
                  <a:off x="7879795" y="2449630"/>
                  <a:ext cx="16668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6" name="Ink 65">
                  <a:extLst>
                    <a:ext uri="{FF2B5EF4-FFF2-40B4-BE49-F238E27FC236}">
                      <a16:creationId xmlns:a16="http://schemas.microsoft.com/office/drawing/2014/main" id="{D8D177F4-4CBA-72D5-0F58-4B56194BC1CB}"/>
                    </a:ext>
                  </a:extLst>
                </p14:cNvPr>
                <p14:cNvContentPartPr/>
                <p14:nvPr/>
              </p14:nvContentPartPr>
              <p14:xfrm>
                <a:off x="7661995" y="2650510"/>
                <a:ext cx="572760" cy="87840"/>
              </p14:xfrm>
            </p:contentPart>
          </mc:Choice>
          <mc:Fallback xmlns="">
            <p:pic>
              <p:nvPicPr>
                <p:cNvPr id="66" name="Ink 65">
                  <a:extLst>
                    <a:ext uri="{FF2B5EF4-FFF2-40B4-BE49-F238E27FC236}">
                      <a16:creationId xmlns:a16="http://schemas.microsoft.com/office/drawing/2014/main" id="{D8D177F4-4CBA-72D5-0F58-4B56194BC1CB}"/>
                    </a:ext>
                  </a:extLst>
                </p:cNvPr>
                <p:cNvPicPr/>
                <p:nvPr/>
              </p:nvPicPr>
              <p:blipFill>
                <a:blip r:embed="rId116"/>
                <a:stretch>
                  <a:fillRect/>
                </a:stretch>
              </p:blipFill>
              <p:spPr>
                <a:xfrm>
                  <a:off x="7655875" y="2644390"/>
                  <a:ext cx="5850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7" name="Ink 66">
                  <a:extLst>
                    <a:ext uri="{FF2B5EF4-FFF2-40B4-BE49-F238E27FC236}">
                      <a16:creationId xmlns:a16="http://schemas.microsoft.com/office/drawing/2014/main" id="{49A43E55-DA83-9488-A800-57105D2CCB47}"/>
                    </a:ext>
                  </a:extLst>
                </p14:cNvPr>
                <p14:cNvContentPartPr/>
                <p14:nvPr/>
              </p14:nvContentPartPr>
              <p14:xfrm>
                <a:off x="7661275" y="2828350"/>
                <a:ext cx="580320" cy="522360"/>
              </p14:xfrm>
            </p:contentPart>
          </mc:Choice>
          <mc:Fallback xmlns="">
            <p:pic>
              <p:nvPicPr>
                <p:cNvPr id="67" name="Ink 66">
                  <a:extLst>
                    <a:ext uri="{FF2B5EF4-FFF2-40B4-BE49-F238E27FC236}">
                      <a16:creationId xmlns:a16="http://schemas.microsoft.com/office/drawing/2014/main" id="{49A43E55-DA83-9488-A800-57105D2CCB47}"/>
                    </a:ext>
                  </a:extLst>
                </p:cNvPr>
                <p:cNvPicPr/>
                <p:nvPr/>
              </p:nvPicPr>
              <p:blipFill>
                <a:blip r:embed="rId118"/>
                <a:stretch>
                  <a:fillRect/>
                </a:stretch>
              </p:blipFill>
              <p:spPr>
                <a:xfrm>
                  <a:off x="7655155" y="2822230"/>
                  <a:ext cx="592560" cy="5346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8" name="Ink 67">
                  <a:extLst>
                    <a:ext uri="{FF2B5EF4-FFF2-40B4-BE49-F238E27FC236}">
                      <a16:creationId xmlns:a16="http://schemas.microsoft.com/office/drawing/2014/main" id="{02ABE6F4-8C75-9B3F-6A33-654B93864CAA}"/>
                    </a:ext>
                  </a:extLst>
                </p14:cNvPr>
                <p14:cNvContentPartPr/>
                <p14:nvPr/>
              </p14:nvContentPartPr>
              <p14:xfrm>
                <a:off x="7949995" y="3087190"/>
                <a:ext cx="181080" cy="130680"/>
              </p14:xfrm>
            </p:contentPart>
          </mc:Choice>
          <mc:Fallback xmlns="">
            <p:pic>
              <p:nvPicPr>
                <p:cNvPr id="68" name="Ink 67">
                  <a:extLst>
                    <a:ext uri="{FF2B5EF4-FFF2-40B4-BE49-F238E27FC236}">
                      <a16:creationId xmlns:a16="http://schemas.microsoft.com/office/drawing/2014/main" id="{02ABE6F4-8C75-9B3F-6A33-654B93864CAA}"/>
                    </a:ext>
                  </a:extLst>
                </p:cNvPr>
                <p:cNvPicPr/>
                <p:nvPr/>
              </p:nvPicPr>
              <p:blipFill>
                <a:blip r:embed="rId120"/>
                <a:stretch>
                  <a:fillRect/>
                </a:stretch>
              </p:blipFill>
              <p:spPr>
                <a:xfrm>
                  <a:off x="7943875" y="3081070"/>
                  <a:ext cx="1933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9" name="Ink 68">
                  <a:extLst>
                    <a:ext uri="{FF2B5EF4-FFF2-40B4-BE49-F238E27FC236}">
                      <a16:creationId xmlns:a16="http://schemas.microsoft.com/office/drawing/2014/main" id="{C0624DE8-E1AD-DCC9-01E4-FD34DEFF74F1}"/>
                    </a:ext>
                  </a:extLst>
                </p14:cNvPr>
                <p14:cNvContentPartPr/>
                <p14:nvPr/>
              </p14:nvContentPartPr>
              <p14:xfrm>
                <a:off x="8962315" y="2096830"/>
                <a:ext cx="138600" cy="40320"/>
              </p14:xfrm>
            </p:contentPart>
          </mc:Choice>
          <mc:Fallback xmlns="">
            <p:pic>
              <p:nvPicPr>
                <p:cNvPr id="69" name="Ink 68">
                  <a:extLst>
                    <a:ext uri="{FF2B5EF4-FFF2-40B4-BE49-F238E27FC236}">
                      <a16:creationId xmlns:a16="http://schemas.microsoft.com/office/drawing/2014/main" id="{C0624DE8-E1AD-DCC9-01E4-FD34DEFF74F1}"/>
                    </a:ext>
                  </a:extLst>
                </p:cNvPr>
                <p:cNvPicPr/>
                <p:nvPr/>
              </p:nvPicPr>
              <p:blipFill>
                <a:blip r:embed="rId122"/>
                <a:stretch>
                  <a:fillRect/>
                </a:stretch>
              </p:blipFill>
              <p:spPr>
                <a:xfrm>
                  <a:off x="8956195" y="2090710"/>
                  <a:ext cx="1508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0" name="Ink 69">
                  <a:extLst>
                    <a:ext uri="{FF2B5EF4-FFF2-40B4-BE49-F238E27FC236}">
                      <a16:creationId xmlns:a16="http://schemas.microsoft.com/office/drawing/2014/main" id="{F98A8328-3EE8-ED10-D56B-653E25544612}"/>
                    </a:ext>
                  </a:extLst>
                </p14:cNvPr>
                <p14:cNvContentPartPr/>
                <p14:nvPr/>
              </p14:nvContentPartPr>
              <p14:xfrm>
                <a:off x="8924155" y="2204110"/>
                <a:ext cx="191520" cy="55080"/>
              </p14:xfrm>
            </p:contentPart>
          </mc:Choice>
          <mc:Fallback xmlns="">
            <p:pic>
              <p:nvPicPr>
                <p:cNvPr id="70" name="Ink 69">
                  <a:extLst>
                    <a:ext uri="{FF2B5EF4-FFF2-40B4-BE49-F238E27FC236}">
                      <a16:creationId xmlns:a16="http://schemas.microsoft.com/office/drawing/2014/main" id="{F98A8328-3EE8-ED10-D56B-653E25544612}"/>
                    </a:ext>
                  </a:extLst>
                </p:cNvPr>
                <p:cNvPicPr/>
                <p:nvPr/>
              </p:nvPicPr>
              <p:blipFill>
                <a:blip r:embed="rId124"/>
                <a:stretch>
                  <a:fillRect/>
                </a:stretch>
              </p:blipFill>
              <p:spPr>
                <a:xfrm>
                  <a:off x="8918035" y="2197990"/>
                  <a:ext cx="20376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1" name="Ink 70">
                  <a:extLst>
                    <a:ext uri="{FF2B5EF4-FFF2-40B4-BE49-F238E27FC236}">
                      <a16:creationId xmlns:a16="http://schemas.microsoft.com/office/drawing/2014/main" id="{1151BEEA-C6B0-7A99-BA90-BA6F2CDC1887}"/>
                    </a:ext>
                  </a:extLst>
                </p14:cNvPr>
                <p14:cNvContentPartPr/>
                <p14:nvPr/>
              </p14:nvContentPartPr>
              <p14:xfrm>
                <a:off x="9570355" y="1784710"/>
                <a:ext cx="251640" cy="407520"/>
              </p14:xfrm>
            </p:contentPart>
          </mc:Choice>
          <mc:Fallback xmlns="">
            <p:pic>
              <p:nvPicPr>
                <p:cNvPr id="71" name="Ink 70">
                  <a:extLst>
                    <a:ext uri="{FF2B5EF4-FFF2-40B4-BE49-F238E27FC236}">
                      <a16:creationId xmlns:a16="http://schemas.microsoft.com/office/drawing/2014/main" id="{1151BEEA-C6B0-7A99-BA90-BA6F2CDC1887}"/>
                    </a:ext>
                  </a:extLst>
                </p:cNvPr>
                <p:cNvPicPr/>
                <p:nvPr/>
              </p:nvPicPr>
              <p:blipFill>
                <a:blip r:embed="rId126"/>
                <a:stretch>
                  <a:fillRect/>
                </a:stretch>
              </p:blipFill>
              <p:spPr>
                <a:xfrm>
                  <a:off x="9564235" y="1778590"/>
                  <a:ext cx="26388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2" name="Ink 71">
                  <a:extLst>
                    <a:ext uri="{FF2B5EF4-FFF2-40B4-BE49-F238E27FC236}">
                      <a16:creationId xmlns:a16="http://schemas.microsoft.com/office/drawing/2014/main" id="{76F88355-1173-F4D8-2FF4-006066A6E0E3}"/>
                    </a:ext>
                  </a:extLst>
                </p14:cNvPr>
                <p14:cNvContentPartPr/>
                <p14:nvPr/>
              </p14:nvContentPartPr>
              <p14:xfrm>
                <a:off x="9393955" y="1950670"/>
                <a:ext cx="379080" cy="84960"/>
              </p14:xfrm>
            </p:contentPart>
          </mc:Choice>
          <mc:Fallback xmlns="">
            <p:pic>
              <p:nvPicPr>
                <p:cNvPr id="72" name="Ink 71">
                  <a:extLst>
                    <a:ext uri="{FF2B5EF4-FFF2-40B4-BE49-F238E27FC236}">
                      <a16:creationId xmlns:a16="http://schemas.microsoft.com/office/drawing/2014/main" id="{76F88355-1173-F4D8-2FF4-006066A6E0E3}"/>
                    </a:ext>
                  </a:extLst>
                </p:cNvPr>
                <p:cNvPicPr/>
                <p:nvPr/>
              </p:nvPicPr>
              <p:blipFill>
                <a:blip r:embed="rId128"/>
                <a:stretch>
                  <a:fillRect/>
                </a:stretch>
              </p:blipFill>
              <p:spPr>
                <a:xfrm>
                  <a:off x="9387835" y="1944550"/>
                  <a:ext cx="3913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4" name="Ink 73">
                  <a:extLst>
                    <a:ext uri="{FF2B5EF4-FFF2-40B4-BE49-F238E27FC236}">
                      <a16:creationId xmlns:a16="http://schemas.microsoft.com/office/drawing/2014/main" id="{C6E83334-76E2-62BC-2A9D-E98A15D4DC70}"/>
                    </a:ext>
                  </a:extLst>
                </p14:cNvPr>
                <p14:cNvContentPartPr/>
                <p14:nvPr/>
              </p14:nvContentPartPr>
              <p14:xfrm>
                <a:off x="7760275" y="2340550"/>
                <a:ext cx="466200" cy="427320"/>
              </p14:xfrm>
            </p:contentPart>
          </mc:Choice>
          <mc:Fallback xmlns="">
            <p:pic>
              <p:nvPicPr>
                <p:cNvPr id="74" name="Ink 73">
                  <a:extLst>
                    <a:ext uri="{FF2B5EF4-FFF2-40B4-BE49-F238E27FC236}">
                      <a16:creationId xmlns:a16="http://schemas.microsoft.com/office/drawing/2014/main" id="{C6E83334-76E2-62BC-2A9D-E98A15D4DC70}"/>
                    </a:ext>
                  </a:extLst>
                </p:cNvPr>
                <p:cNvPicPr/>
                <p:nvPr/>
              </p:nvPicPr>
              <p:blipFill>
                <a:blip r:embed="rId130"/>
                <a:stretch>
                  <a:fillRect/>
                </a:stretch>
              </p:blipFill>
              <p:spPr>
                <a:xfrm>
                  <a:off x="7754155" y="2334430"/>
                  <a:ext cx="47844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5" name="Ink 74">
                  <a:extLst>
                    <a:ext uri="{FF2B5EF4-FFF2-40B4-BE49-F238E27FC236}">
                      <a16:creationId xmlns:a16="http://schemas.microsoft.com/office/drawing/2014/main" id="{2F670EA6-69C2-9EC2-B232-822A4A822582}"/>
                    </a:ext>
                  </a:extLst>
                </p14:cNvPr>
                <p14:cNvContentPartPr/>
                <p14:nvPr/>
              </p14:nvContentPartPr>
              <p14:xfrm>
                <a:off x="8264995" y="2450350"/>
                <a:ext cx="425160" cy="73800"/>
              </p14:xfrm>
            </p:contentPart>
          </mc:Choice>
          <mc:Fallback xmlns="">
            <p:pic>
              <p:nvPicPr>
                <p:cNvPr id="75" name="Ink 74">
                  <a:extLst>
                    <a:ext uri="{FF2B5EF4-FFF2-40B4-BE49-F238E27FC236}">
                      <a16:creationId xmlns:a16="http://schemas.microsoft.com/office/drawing/2014/main" id="{2F670EA6-69C2-9EC2-B232-822A4A822582}"/>
                    </a:ext>
                  </a:extLst>
                </p:cNvPr>
                <p:cNvPicPr/>
                <p:nvPr/>
              </p:nvPicPr>
              <p:blipFill>
                <a:blip r:embed="rId132"/>
                <a:stretch>
                  <a:fillRect/>
                </a:stretch>
              </p:blipFill>
              <p:spPr>
                <a:xfrm>
                  <a:off x="8258875" y="2444230"/>
                  <a:ext cx="4374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6" name="Ink 75">
                  <a:extLst>
                    <a:ext uri="{FF2B5EF4-FFF2-40B4-BE49-F238E27FC236}">
                      <a16:creationId xmlns:a16="http://schemas.microsoft.com/office/drawing/2014/main" id="{C1747C38-05CB-21F8-98E3-CCA496701483}"/>
                    </a:ext>
                  </a:extLst>
                </p14:cNvPr>
                <p14:cNvContentPartPr/>
                <p14:nvPr/>
              </p14:nvContentPartPr>
              <p14:xfrm>
                <a:off x="8588635" y="2355310"/>
                <a:ext cx="92880" cy="327600"/>
              </p14:xfrm>
            </p:contentPart>
          </mc:Choice>
          <mc:Fallback xmlns="">
            <p:pic>
              <p:nvPicPr>
                <p:cNvPr id="76" name="Ink 75">
                  <a:extLst>
                    <a:ext uri="{FF2B5EF4-FFF2-40B4-BE49-F238E27FC236}">
                      <a16:creationId xmlns:a16="http://schemas.microsoft.com/office/drawing/2014/main" id="{C1747C38-05CB-21F8-98E3-CCA496701483}"/>
                    </a:ext>
                  </a:extLst>
                </p:cNvPr>
                <p:cNvPicPr/>
                <p:nvPr/>
              </p:nvPicPr>
              <p:blipFill>
                <a:blip r:embed="rId134"/>
                <a:stretch>
                  <a:fillRect/>
                </a:stretch>
              </p:blipFill>
              <p:spPr>
                <a:xfrm>
                  <a:off x="8582515" y="2349190"/>
                  <a:ext cx="10512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7" name="Ink 76">
                  <a:extLst>
                    <a:ext uri="{FF2B5EF4-FFF2-40B4-BE49-F238E27FC236}">
                      <a16:creationId xmlns:a16="http://schemas.microsoft.com/office/drawing/2014/main" id="{6038F469-27A1-A2D4-6C4B-4996380501FB}"/>
                    </a:ext>
                  </a:extLst>
                </p14:cNvPr>
                <p14:cNvContentPartPr/>
                <p14:nvPr/>
              </p14:nvContentPartPr>
              <p14:xfrm>
                <a:off x="8933515" y="2496070"/>
                <a:ext cx="105840" cy="203040"/>
              </p14:xfrm>
            </p:contentPart>
          </mc:Choice>
          <mc:Fallback xmlns="">
            <p:pic>
              <p:nvPicPr>
                <p:cNvPr id="77" name="Ink 76">
                  <a:extLst>
                    <a:ext uri="{FF2B5EF4-FFF2-40B4-BE49-F238E27FC236}">
                      <a16:creationId xmlns:a16="http://schemas.microsoft.com/office/drawing/2014/main" id="{6038F469-27A1-A2D4-6C4B-4996380501FB}"/>
                    </a:ext>
                  </a:extLst>
                </p:cNvPr>
                <p:cNvPicPr/>
                <p:nvPr/>
              </p:nvPicPr>
              <p:blipFill>
                <a:blip r:embed="rId136"/>
                <a:stretch>
                  <a:fillRect/>
                </a:stretch>
              </p:blipFill>
              <p:spPr>
                <a:xfrm>
                  <a:off x="8927395" y="2489950"/>
                  <a:ext cx="11808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8" name="Ink 77">
                  <a:extLst>
                    <a:ext uri="{FF2B5EF4-FFF2-40B4-BE49-F238E27FC236}">
                      <a16:creationId xmlns:a16="http://schemas.microsoft.com/office/drawing/2014/main" id="{9FB8BAFC-ADE9-E4D7-E938-5133295C2ADC}"/>
                    </a:ext>
                  </a:extLst>
                </p14:cNvPr>
                <p14:cNvContentPartPr/>
                <p14:nvPr/>
              </p14:nvContentPartPr>
              <p14:xfrm>
                <a:off x="9116395" y="2316430"/>
                <a:ext cx="635040" cy="551880"/>
              </p14:xfrm>
            </p:contentPart>
          </mc:Choice>
          <mc:Fallback xmlns="">
            <p:pic>
              <p:nvPicPr>
                <p:cNvPr id="78" name="Ink 77">
                  <a:extLst>
                    <a:ext uri="{FF2B5EF4-FFF2-40B4-BE49-F238E27FC236}">
                      <a16:creationId xmlns:a16="http://schemas.microsoft.com/office/drawing/2014/main" id="{9FB8BAFC-ADE9-E4D7-E938-5133295C2ADC}"/>
                    </a:ext>
                  </a:extLst>
                </p:cNvPr>
                <p:cNvPicPr/>
                <p:nvPr/>
              </p:nvPicPr>
              <p:blipFill>
                <a:blip r:embed="rId138"/>
                <a:stretch>
                  <a:fillRect/>
                </a:stretch>
              </p:blipFill>
              <p:spPr>
                <a:xfrm>
                  <a:off x="9110275" y="2310310"/>
                  <a:ext cx="647280" cy="5641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79" name="Ink 78">
                  <a:extLst>
                    <a:ext uri="{FF2B5EF4-FFF2-40B4-BE49-F238E27FC236}">
                      <a16:creationId xmlns:a16="http://schemas.microsoft.com/office/drawing/2014/main" id="{6C2D52C7-11DE-773E-37F9-04B419563E81}"/>
                    </a:ext>
                  </a:extLst>
                </p14:cNvPr>
                <p14:cNvContentPartPr/>
                <p14:nvPr/>
              </p14:nvContentPartPr>
              <p14:xfrm>
                <a:off x="9835315" y="2299510"/>
                <a:ext cx="35280" cy="353880"/>
              </p14:xfrm>
            </p:contentPart>
          </mc:Choice>
          <mc:Fallback xmlns="">
            <p:pic>
              <p:nvPicPr>
                <p:cNvPr id="79" name="Ink 78">
                  <a:extLst>
                    <a:ext uri="{FF2B5EF4-FFF2-40B4-BE49-F238E27FC236}">
                      <a16:creationId xmlns:a16="http://schemas.microsoft.com/office/drawing/2014/main" id="{6C2D52C7-11DE-773E-37F9-04B419563E81}"/>
                    </a:ext>
                  </a:extLst>
                </p:cNvPr>
                <p:cNvPicPr/>
                <p:nvPr/>
              </p:nvPicPr>
              <p:blipFill>
                <a:blip r:embed="rId140"/>
                <a:stretch>
                  <a:fillRect/>
                </a:stretch>
              </p:blipFill>
              <p:spPr>
                <a:xfrm>
                  <a:off x="9829195" y="2293390"/>
                  <a:ext cx="4752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0" name="Ink 79">
                  <a:extLst>
                    <a:ext uri="{FF2B5EF4-FFF2-40B4-BE49-F238E27FC236}">
                      <a16:creationId xmlns:a16="http://schemas.microsoft.com/office/drawing/2014/main" id="{57080838-B235-065E-FB20-1D7B259E5275}"/>
                    </a:ext>
                  </a:extLst>
                </p14:cNvPr>
                <p14:cNvContentPartPr/>
                <p14:nvPr/>
              </p14:nvContentPartPr>
              <p14:xfrm>
                <a:off x="9905515" y="2444950"/>
                <a:ext cx="145440" cy="115920"/>
              </p14:xfrm>
            </p:contentPart>
          </mc:Choice>
          <mc:Fallback xmlns="">
            <p:pic>
              <p:nvPicPr>
                <p:cNvPr id="80" name="Ink 79">
                  <a:extLst>
                    <a:ext uri="{FF2B5EF4-FFF2-40B4-BE49-F238E27FC236}">
                      <a16:creationId xmlns:a16="http://schemas.microsoft.com/office/drawing/2014/main" id="{57080838-B235-065E-FB20-1D7B259E5275}"/>
                    </a:ext>
                  </a:extLst>
                </p:cNvPr>
                <p:cNvPicPr/>
                <p:nvPr/>
              </p:nvPicPr>
              <p:blipFill>
                <a:blip r:embed="rId142"/>
                <a:stretch>
                  <a:fillRect/>
                </a:stretch>
              </p:blipFill>
              <p:spPr>
                <a:xfrm>
                  <a:off x="9899395" y="2438830"/>
                  <a:ext cx="1576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1" name="Ink 80">
                  <a:extLst>
                    <a:ext uri="{FF2B5EF4-FFF2-40B4-BE49-F238E27FC236}">
                      <a16:creationId xmlns:a16="http://schemas.microsoft.com/office/drawing/2014/main" id="{16EE418F-64DD-28DF-702D-2435F6A4525C}"/>
                    </a:ext>
                  </a:extLst>
                </p14:cNvPr>
                <p14:cNvContentPartPr/>
                <p14:nvPr/>
              </p14:nvContentPartPr>
              <p14:xfrm>
                <a:off x="10238515" y="2330470"/>
                <a:ext cx="83520" cy="164880"/>
              </p14:xfrm>
            </p:contentPart>
          </mc:Choice>
          <mc:Fallback xmlns="">
            <p:pic>
              <p:nvPicPr>
                <p:cNvPr id="81" name="Ink 80">
                  <a:extLst>
                    <a:ext uri="{FF2B5EF4-FFF2-40B4-BE49-F238E27FC236}">
                      <a16:creationId xmlns:a16="http://schemas.microsoft.com/office/drawing/2014/main" id="{16EE418F-64DD-28DF-702D-2435F6A4525C}"/>
                    </a:ext>
                  </a:extLst>
                </p:cNvPr>
                <p:cNvPicPr/>
                <p:nvPr/>
              </p:nvPicPr>
              <p:blipFill>
                <a:blip r:embed="rId144"/>
                <a:stretch>
                  <a:fillRect/>
                </a:stretch>
              </p:blipFill>
              <p:spPr>
                <a:xfrm>
                  <a:off x="10232395" y="2324350"/>
                  <a:ext cx="957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2" name="Ink 81">
                  <a:extLst>
                    <a:ext uri="{FF2B5EF4-FFF2-40B4-BE49-F238E27FC236}">
                      <a16:creationId xmlns:a16="http://schemas.microsoft.com/office/drawing/2014/main" id="{420CC83B-175D-4522-A986-B60E1AE2AA2D}"/>
                    </a:ext>
                  </a:extLst>
                </p14:cNvPr>
                <p14:cNvContentPartPr/>
                <p14:nvPr/>
              </p14:nvContentPartPr>
              <p14:xfrm>
                <a:off x="10398355" y="2184670"/>
                <a:ext cx="51840" cy="347760"/>
              </p14:xfrm>
            </p:contentPart>
          </mc:Choice>
          <mc:Fallback xmlns="">
            <p:pic>
              <p:nvPicPr>
                <p:cNvPr id="82" name="Ink 81">
                  <a:extLst>
                    <a:ext uri="{FF2B5EF4-FFF2-40B4-BE49-F238E27FC236}">
                      <a16:creationId xmlns:a16="http://schemas.microsoft.com/office/drawing/2014/main" id="{420CC83B-175D-4522-A986-B60E1AE2AA2D}"/>
                    </a:ext>
                  </a:extLst>
                </p:cNvPr>
                <p:cNvPicPr/>
                <p:nvPr/>
              </p:nvPicPr>
              <p:blipFill>
                <a:blip r:embed="rId146"/>
                <a:stretch>
                  <a:fillRect/>
                </a:stretch>
              </p:blipFill>
              <p:spPr>
                <a:xfrm>
                  <a:off x="10392235" y="2178550"/>
                  <a:ext cx="6408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3" name="Ink 82">
                  <a:extLst>
                    <a:ext uri="{FF2B5EF4-FFF2-40B4-BE49-F238E27FC236}">
                      <a16:creationId xmlns:a16="http://schemas.microsoft.com/office/drawing/2014/main" id="{43A9507B-FF3C-020D-BCE8-66C91B50445D}"/>
                    </a:ext>
                  </a:extLst>
                </p14:cNvPr>
                <p14:cNvContentPartPr/>
                <p14:nvPr/>
              </p14:nvContentPartPr>
              <p14:xfrm>
                <a:off x="10415635" y="2313550"/>
                <a:ext cx="471240" cy="160200"/>
              </p14:xfrm>
            </p:contentPart>
          </mc:Choice>
          <mc:Fallback xmlns="">
            <p:pic>
              <p:nvPicPr>
                <p:cNvPr id="83" name="Ink 82">
                  <a:extLst>
                    <a:ext uri="{FF2B5EF4-FFF2-40B4-BE49-F238E27FC236}">
                      <a16:creationId xmlns:a16="http://schemas.microsoft.com/office/drawing/2014/main" id="{43A9507B-FF3C-020D-BCE8-66C91B50445D}"/>
                    </a:ext>
                  </a:extLst>
                </p:cNvPr>
                <p:cNvPicPr/>
                <p:nvPr/>
              </p:nvPicPr>
              <p:blipFill>
                <a:blip r:embed="rId148"/>
                <a:stretch>
                  <a:fillRect/>
                </a:stretch>
              </p:blipFill>
              <p:spPr>
                <a:xfrm>
                  <a:off x="10409515" y="2307430"/>
                  <a:ext cx="4834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4" name="Ink 83">
                  <a:extLst>
                    <a:ext uri="{FF2B5EF4-FFF2-40B4-BE49-F238E27FC236}">
                      <a16:creationId xmlns:a16="http://schemas.microsoft.com/office/drawing/2014/main" id="{5BD2ECA0-F1A6-CE2E-67B8-4C7AFF06772D}"/>
                    </a:ext>
                  </a:extLst>
                </p14:cNvPr>
                <p14:cNvContentPartPr/>
                <p14:nvPr/>
              </p14:nvContentPartPr>
              <p14:xfrm>
                <a:off x="10941235" y="2107990"/>
                <a:ext cx="149760" cy="313920"/>
              </p14:xfrm>
            </p:contentPart>
          </mc:Choice>
          <mc:Fallback xmlns="">
            <p:pic>
              <p:nvPicPr>
                <p:cNvPr id="84" name="Ink 83">
                  <a:extLst>
                    <a:ext uri="{FF2B5EF4-FFF2-40B4-BE49-F238E27FC236}">
                      <a16:creationId xmlns:a16="http://schemas.microsoft.com/office/drawing/2014/main" id="{5BD2ECA0-F1A6-CE2E-67B8-4C7AFF06772D}"/>
                    </a:ext>
                  </a:extLst>
                </p:cNvPr>
                <p:cNvPicPr/>
                <p:nvPr/>
              </p:nvPicPr>
              <p:blipFill>
                <a:blip r:embed="rId150"/>
                <a:stretch>
                  <a:fillRect/>
                </a:stretch>
              </p:blipFill>
              <p:spPr>
                <a:xfrm>
                  <a:off x="10935115" y="2101870"/>
                  <a:ext cx="16200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6" name="Ink 85">
                  <a:extLst>
                    <a:ext uri="{FF2B5EF4-FFF2-40B4-BE49-F238E27FC236}">
                      <a16:creationId xmlns:a16="http://schemas.microsoft.com/office/drawing/2014/main" id="{118039A8-35B5-8256-D1DE-C7443747B2BA}"/>
                    </a:ext>
                  </a:extLst>
                </p14:cNvPr>
                <p14:cNvContentPartPr/>
                <p14:nvPr/>
              </p14:nvContentPartPr>
              <p14:xfrm>
                <a:off x="11176675" y="2315710"/>
                <a:ext cx="7560" cy="19080"/>
              </p14:xfrm>
            </p:contentPart>
          </mc:Choice>
          <mc:Fallback xmlns="">
            <p:pic>
              <p:nvPicPr>
                <p:cNvPr id="86" name="Ink 85">
                  <a:extLst>
                    <a:ext uri="{FF2B5EF4-FFF2-40B4-BE49-F238E27FC236}">
                      <a16:creationId xmlns:a16="http://schemas.microsoft.com/office/drawing/2014/main" id="{118039A8-35B5-8256-D1DE-C7443747B2BA}"/>
                    </a:ext>
                  </a:extLst>
                </p:cNvPr>
                <p:cNvPicPr/>
                <p:nvPr/>
              </p:nvPicPr>
              <p:blipFill>
                <a:blip r:embed="rId152"/>
                <a:stretch>
                  <a:fillRect/>
                </a:stretch>
              </p:blipFill>
              <p:spPr>
                <a:xfrm>
                  <a:off x="11170555" y="2309590"/>
                  <a:ext cx="1980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7" name="Ink 86">
                  <a:extLst>
                    <a:ext uri="{FF2B5EF4-FFF2-40B4-BE49-F238E27FC236}">
                      <a16:creationId xmlns:a16="http://schemas.microsoft.com/office/drawing/2014/main" id="{CC8F2BB0-923B-D2AA-0025-93D2E978528A}"/>
                    </a:ext>
                  </a:extLst>
                </p14:cNvPr>
                <p14:cNvContentPartPr/>
                <p14:nvPr/>
              </p14:nvContentPartPr>
              <p14:xfrm>
                <a:off x="11258755" y="1973710"/>
                <a:ext cx="195480" cy="411840"/>
              </p14:xfrm>
            </p:contentPart>
          </mc:Choice>
          <mc:Fallback xmlns="">
            <p:pic>
              <p:nvPicPr>
                <p:cNvPr id="87" name="Ink 86">
                  <a:extLst>
                    <a:ext uri="{FF2B5EF4-FFF2-40B4-BE49-F238E27FC236}">
                      <a16:creationId xmlns:a16="http://schemas.microsoft.com/office/drawing/2014/main" id="{CC8F2BB0-923B-D2AA-0025-93D2E978528A}"/>
                    </a:ext>
                  </a:extLst>
                </p:cNvPr>
                <p:cNvPicPr/>
                <p:nvPr/>
              </p:nvPicPr>
              <p:blipFill>
                <a:blip r:embed="rId154"/>
                <a:stretch>
                  <a:fillRect/>
                </a:stretch>
              </p:blipFill>
              <p:spPr>
                <a:xfrm>
                  <a:off x="11252635" y="1967590"/>
                  <a:ext cx="207720" cy="4240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8" name="Ink 87">
                  <a:extLst>
                    <a:ext uri="{FF2B5EF4-FFF2-40B4-BE49-F238E27FC236}">
                      <a16:creationId xmlns:a16="http://schemas.microsoft.com/office/drawing/2014/main" id="{EFC252B7-3E8E-16C3-1F3A-71DED1EC86C7}"/>
                    </a:ext>
                  </a:extLst>
                </p14:cNvPr>
                <p14:cNvContentPartPr/>
                <p14:nvPr/>
              </p14:nvContentPartPr>
              <p14:xfrm>
                <a:off x="11459635" y="2274670"/>
                <a:ext cx="134640" cy="86400"/>
              </p14:xfrm>
            </p:contentPart>
          </mc:Choice>
          <mc:Fallback xmlns="">
            <p:pic>
              <p:nvPicPr>
                <p:cNvPr id="88" name="Ink 87">
                  <a:extLst>
                    <a:ext uri="{FF2B5EF4-FFF2-40B4-BE49-F238E27FC236}">
                      <a16:creationId xmlns:a16="http://schemas.microsoft.com/office/drawing/2014/main" id="{EFC252B7-3E8E-16C3-1F3A-71DED1EC86C7}"/>
                    </a:ext>
                  </a:extLst>
                </p:cNvPr>
                <p:cNvPicPr/>
                <p:nvPr/>
              </p:nvPicPr>
              <p:blipFill>
                <a:blip r:embed="rId156"/>
                <a:stretch>
                  <a:fillRect/>
                </a:stretch>
              </p:blipFill>
              <p:spPr>
                <a:xfrm>
                  <a:off x="11453515" y="2268550"/>
                  <a:ext cx="14688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89" name="Ink 88">
                  <a:extLst>
                    <a:ext uri="{FF2B5EF4-FFF2-40B4-BE49-F238E27FC236}">
                      <a16:creationId xmlns:a16="http://schemas.microsoft.com/office/drawing/2014/main" id="{5E9C3F94-A04A-EA59-FA23-26F42C1FD42D}"/>
                    </a:ext>
                  </a:extLst>
                </p14:cNvPr>
                <p14:cNvContentPartPr/>
                <p14:nvPr/>
              </p14:nvContentPartPr>
              <p14:xfrm>
                <a:off x="11700115" y="2197630"/>
                <a:ext cx="69120" cy="182880"/>
              </p14:xfrm>
            </p:contentPart>
          </mc:Choice>
          <mc:Fallback xmlns="">
            <p:pic>
              <p:nvPicPr>
                <p:cNvPr id="89" name="Ink 88">
                  <a:extLst>
                    <a:ext uri="{FF2B5EF4-FFF2-40B4-BE49-F238E27FC236}">
                      <a16:creationId xmlns:a16="http://schemas.microsoft.com/office/drawing/2014/main" id="{5E9C3F94-A04A-EA59-FA23-26F42C1FD42D}"/>
                    </a:ext>
                  </a:extLst>
                </p:cNvPr>
                <p:cNvPicPr/>
                <p:nvPr/>
              </p:nvPicPr>
              <p:blipFill>
                <a:blip r:embed="rId158"/>
                <a:stretch>
                  <a:fillRect/>
                </a:stretch>
              </p:blipFill>
              <p:spPr>
                <a:xfrm>
                  <a:off x="11693995" y="2191510"/>
                  <a:ext cx="8136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0" name="Ink 89">
                  <a:extLst>
                    <a:ext uri="{FF2B5EF4-FFF2-40B4-BE49-F238E27FC236}">
                      <a16:creationId xmlns:a16="http://schemas.microsoft.com/office/drawing/2014/main" id="{65DD587D-5561-5752-409F-DA5D271410BB}"/>
                    </a:ext>
                  </a:extLst>
                </p14:cNvPr>
                <p14:cNvContentPartPr/>
                <p14:nvPr/>
              </p14:nvContentPartPr>
              <p14:xfrm>
                <a:off x="8814355" y="2430910"/>
                <a:ext cx="3012840" cy="389880"/>
              </p14:xfrm>
            </p:contentPart>
          </mc:Choice>
          <mc:Fallback xmlns="">
            <p:pic>
              <p:nvPicPr>
                <p:cNvPr id="90" name="Ink 89">
                  <a:extLst>
                    <a:ext uri="{FF2B5EF4-FFF2-40B4-BE49-F238E27FC236}">
                      <a16:creationId xmlns:a16="http://schemas.microsoft.com/office/drawing/2014/main" id="{65DD587D-5561-5752-409F-DA5D271410BB}"/>
                    </a:ext>
                  </a:extLst>
                </p:cNvPr>
                <p:cNvPicPr/>
                <p:nvPr/>
              </p:nvPicPr>
              <p:blipFill>
                <a:blip r:embed="rId160"/>
                <a:stretch>
                  <a:fillRect/>
                </a:stretch>
              </p:blipFill>
              <p:spPr>
                <a:xfrm>
                  <a:off x="8808235" y="2424790"/>
                  <a:ext cx="3025080" cy="402120"/>
                </a:xfrm>
                <a:prstGeom prst="rect">
                  <a:avLst/>
                </a:prstGeom>
              </p:spPr>
            </p:pic>
          </mc:Fallback>
        </mc:AlternateContent>
      </p:grpSp>
    </p:spTree>
    <p:extLst>
      <p:ext uri="{BB962C8B-B14F-4D97-AF65-F5344CB8AC3E}">
        <p14:creationId xmlns:p14="http://schemas.microsoft.com/office/powerpoint/2010/main" val="2499751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8ADDE-92C3-CCC5-1B54-40A4B6F22282}"/>
              </a:ext>
            </a:extLst>
          </p:cNvPr>
          <p:cNvSpPr>
            <a:spLocks noGrp="1"/>
          </p:cNvSpPr>
          <p:nvPr>
            <p:ph type="title"/>
          </p:nvPr>
        </p:nvSpPr>
        <p:spPr>
          <a:xfrm>
            <a:off x="114300" y="160569"/>
            <a:ext cx="10045700" cy="764364"/>
          </a:xfrm>
        </p:spPr>
        <p:txBody>
          <a:bodyPr>
            <a:normAutofit fontScale="90000"/>
          </a:bodyPr>
          <a:lstStyle/>
          <a:p>
            <a:br>
              <a:rPr lang="en-US" altLang="zh-CN" dirty="0">
                <a:ea typeface="WenQuanYi Micro Hei"/>
                <a:cs typeface="Times New Roman" panose="02020603050405020304" pitchFamily="18" charset="0"/>
              </a:rPr>
            </a:br>
            <a:r>
              <a:rPr lang="en-US" altLang="zh-CN" dirty="0">
                <a:ea typeface="WenQuanYi Micro Hei"/>
                <a:cs typeface="Times New Roman" panose="02020603050405020304" pitchFamily="18" charset="0"/>
              </a:rPr>
              <a:t>Testing the mean of a single population</a:t>
            </a:r>
            <a:br>
              <a:rPr lang="en-US" dirty="0"/>
            </a:br>
            <a:endParaRPr lang="en-IN" dirty="0"/>
          </a:p>
        </p:txBody>
      </p:sp>
      <p:sp>
        <p:nvSpPr>
          <p:cNvPr id="3" name="Text Placeholder 2">
            <a:extLst>
              <a:ext uri="{FF2B5EF4-FFF2-40B4-BE49-F238E27FC236}">
                <a16:creationId xmlns:a16="http://schemas.microsoft.com/office/drawing/2014/main" id="{13AF2CB7-4D23-8D59-8857-ADF4B3CB26BE}"/>
              </a:ext>
            </a:extLst>
          </p:cNvPr>
          <p:cNvSpPr>
            <a:spLocks noGrp="1"/>
          </p:cNvSpPr>
          <p:nvPr>
            <p:ph type="body" sz="quarter" idx="13"/>
          </p:nvPr>
        </p:nvSpPr>
        <p:spPr>
          <a:xfrm>
            <a:off x="114300" y="1057275"/>
            <a:ext cx="11982450" cy="5640156"/>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FFB52FF2-A3E5-9990-FBCF-C143D6A37AD3}"/>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0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0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grpSp>
        <p:nvGrpSpPr>
          <p:cNvPr id="6" name="Group 5">
            <a:extLst>
              <a:ext uri="{FF2B5EF4-FFF2-40B4-BE49-F238E27FC236}">
                <a16:creationId xmlns:a16="http://schemas.microsoft.com/office/drawing/2014/main" id="{419DF48A-5015-6307-3623-9F0F3B93AB33}"/>
              </a:ext>
            </a:extLst>
          </p:cNvPr>
          <p:cNvGrpSpPr/>
          <p:nvPr/>
        </p:nvGrpSpPr>
        <p:grpSpPr>
          <a:xfrm>
            <a:off x="1123042" y="1350169"/>
            <a:ext cx="7940050" cy="677109"/>
            <a:chOff x="375557" y="1947820"/>
            <a:chExt cx="12847313" cy="609801"/>
          </a:xfrm>
        </p:grpSpPr>
        <p:sp>
          <p:nvSpPr>
            <p:cNvPr id="7" name="Rectangle 6">
              <a:extLst>
                <a:ext uri="{FF2B5EF4-FFF2-40B4-BE49-F238E27FC236}">
                  <a16:creationId xmlns:a16="http://schemas.microsoft.com/office/drawing/2014/main" id="{5B5DEC6C-0EC6-9DA8-071B-A39E1C57CAF8}"/>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8" name="TextBox 7">
              <a:extLst>
                <a:ext uri="{FF2B5EF4-FFF2-40B4-BE49-F238E27FC236}">
                  <a16:creationId xmlns:a16="http://schemas.microsoft.com/office/drawing/2014/main" id="{9E8E6411-CD52-88EB-5226-F810A1D8FAD4}"/>
                </a:ext>
              </a:extLst>
            </p:cNvPr>
            <p:cNvSpPr txBox="1"/>
            <p:nvPr/>
          </p:nvSpPr>
          <p:spPr>
            <a:xfrm>
              <a:off x="417333" y="1947820"/>
              <a:ext cx="12805537"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State null and alternative hypothesis</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9" name="Rectangle 8">
            <a:extLst>
              <a:ext uri="{FF2B5EF4-FFF2-40B4-BE49-F238E27FC236}">
                <a16:creationId xmlns:a16="http://schemas.microsoft.com/office/drawing/2014/main" id="{2C4834AB-C557-E16F-4DEA-7CD8AC87E509}"/>
              </a:ext>
            </a:extLst>
          </p:cNvPr>
          <p:cNvSpPr/>
          <p:nvPr/>
        </p:nvSpPr>
        <p:spPr>
          <a:xfrm>
            <a:off x="468826" y="1350169"/>
            <a:ext cx="676700" cy="666066"/>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1</a:t>
            </a:r>
          </a:p>
        </p:txBody>
      </p:sp>
      <p:grpSp>
        <p:nvGrpSpPr>
          <p:cNvPr id="10" name="Group 9">
            <a:extLst>
              <a:ext uri="{FF2B5EF4-FFF2-40B4-BE49-F238E27FC236}">
                <a16:creationId xmlns:a16="http://schemas.microsoft.com/office/drawing/2014/main" id="{01AF8747-E559-BD10-D405-FC632E39CCAF}"/>
              </a:ext>
            </a:extLst>
          </p:cNvPr>
          <p:cNvGrpSpPr/>
          <p:nvPr/>
        </p:nvGrpSpPr>
        <p:grpSpPr>
          <a:xfrm>
            <a:off x="1128481" y="2335348"/>
            <a:ext cx="7940050" cy="666066"/>
            <a:chOff x="375557" y="1947820"/>
            <a:chExt cx="12847313" cy="609801"/>
          </a:xfrm>
        </p:grpSpPr>
        <p:sp>
          <p:nvSpPr>
            <p:cNvPr id="11" name="Rectangle 10">
              <a:extLst>
                <a:ext uri="{FF2B5EF4-FFF2-40B4-BE49-F238E27FC236}">
                  <a16:creationId xmlns:a16="http://schemas.microsoft.com/office/drawing/2014/main" id="{D97F71C1-6710-5E2E-3A57-CB549AC9B80F}"/>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2" name="TextBox 11">
              <a:extLst>
                <a:ext uri="{FF2B5EF4-FFF2-40B4-BE49-F238E27FC236}">
                  <a16:creationId xmlns:a16="http://schemas.microsoft.com/office/drawing/2014/main" id="{D7B2F4B8-A981-4C47-DA2D-658DDDCAEB50}"/>
                </a:ext>
              </a:extLst>
            </p:cNvPr>
            <p:cNvSpPr txBox="1"/>
            <p:nvPr/>
          </p:nvSpPr>
          <p:spPr>
            <a:xfrm>
              <a:off x="417333" y="1947820"/>
              <a:ext cx="12805537"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Specify the level of significance ‘</a:t>
              </a:r>
              <a:r>
                <a:rPr kumimoji="0" lang="el-GR"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α</a:t>
              </a: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13" name="Rectangle 12">
            <a:extLst>
              <a:ext uri="{FF2B5EF4-FFF2-40B4-BE49-F238E27FC236}">
                <a16:creationId xmlns:a16="http://schemas.microsoft.com/office/drawing/2014/main" id="{0954FF91-76E2-07C2-2332-D61B9202E162}"/>
              </a:ext>
            </a:extLst>
          </p:cNvPr>
          <p:cNvSpPr/>
          <p:nvPr/>
        </p:nvSpPr>
        <p:spPr>
          <a:xfrm>
            <a:off x="474265" y="2335348"/>
            <a:ext cx="676700" cy="666066"/>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2</a:t>
            </a:r>
          </a:p>
        </p:txBody>
      </p:sp>
      <p:grpSp>
        <p:nvGrpSpPr>
          <p:cNvPr id="14" name="Group 13">
            <a:extLst>
              <a:ext uri="{FF2B5EF4-FFF2-40B4-BE49-F238E27FC236}">
                <a16:creationId xmlns:a16="http://schemas.microsoft.com/office/drawing/2014/main" id="{B8BFBA47-0B31-65CF-FC3E-63E52BD16E02}"/>
              </a:ext>
            </a:extLst>
          </p:cNvPr>
          <p:cNvGrpSpPr/>
          <p:nvPr/>
        </p:nvGrpSpPr>
        <p:grpSpPr>
          <a:xfrm>
            <a:off x="1126308" y="3165994"/>
            <a:ext cx="7940050" cy="611173"/>
            <a:chOff x="375557" y="1947820"/>
            <a:chExt cx="12847313" cy="609801"/>
          </a:xfrm>
        </p:grpSpPr>
        <p:sp>
          <p:nvSpPr>
            <p:cNvPr id="15" name="Rectangle 14">
              <a:extLst>
                <a:ext uri="{FF2B5EF4-FFF2-40B4-BE49-F238E27FC236}">
                  <a16:creationId xmlns:a16="http://schemas.microsoft.com/office/drawing/2014/main" id="{E76BC397-D86F-3985-7082-617A513F4678}"/>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6" name="TextBox 15">
              <a:extLst>
                <a:ext uri="{FF2B5EF4-FFF2-40B4-BE49-F238E27FC236}">
                  <a16:creationId xmlns:a16="http://schemas.microsoft.com/office/drawing/2014/main" id="{A914F16A-E5F1-AB73-AB7C-24680AB4B79C}"/>
                </a:ext>
              </a:extLst>
            </p:cNvPr>
            <p:cNvSpPr txBox="1"/>
            <p:nvPr/>
          </p:nvSpPr>
          <p:spPr>
            <a:xfrm>
              <a:off x="417333" y="1947820"/>
              <a:ext cx="12805537"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Student’s t-distribution</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17" name="Rectangle 16">
            <a:extLst>
              <a:ext uri="{FF2B5EF4-FFF2-40B4-BE49-F238E27FC236}">
                <a16:creationId xmlns:a16="http://schemas.microsoft.com/office/drawing/2014/main" id="{98E7C671-A057-79AA-3EEA-552CFCADADA8}"/>
              </a:ext>
            </a:extLst>
          </p:cNvPr>
          <p:cNvSpPr/>
          <p:nvPr/>
        </p:nvSpPr>
        <p:spPr>
          <a:xfrm>
            <a:off x="463375" y="3185808"/>
            <a:ext cx="676700" cy="591359"/>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3</a:t>
            </a:r>
          </a:p>
        </p:txBody>
      </p:sp>
      <p:grpSp>
        <p:nvGrpSpPr>
          <p:cNvPr id="18" name="Group 17">
            <a:extLst>
              <a:ext uri="{FF2B5EF4-FFF2-40B4-BE49-F238E27FC236}">
                <a16:creationId xmlns:a16="http://schemas.microsoft.com/office/drawing/2014/main" id="{745A2229-CAE8-1283-0528-EC9F77CC82A5}"/>
              </a:ext>
            </a:extLst>
          </p:cNvPr>
          <p:cNvGrpSpPr/>
          <p:nvPr/>
        </p:nvGrpSpPr>
        <p:grpSpPr>
          <a:xfrm>
            <a:off x="1112152" y="3840041"/>
            <a:ext cx="7940050" cy="672122"/>
            <a:chOff x="375557" y="1947820"/>
            <a:chExt cx="12847313" cy="609801"/>
          </a:xfrm>
        </p:grpSpPr>
        <p:sp>
          <p:nvSpPr>
            <p:cNvPr id="19" name="Rectangle 18">
              <a:extLst>
                <a:ext uri="{FF2B5EF4-FFF2-40B4-BE49-F238E27FC236}">
                  <a16:creationId xmlns:a16="http://schemas.microsoft.com/office/drawing/2014/main" id="{9AC1DA39-87B6-C844-1FEE-EA73DE99518E}"/>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20" name="TextBox 19">
              <a:extLst>
                <a:ext uri="{FF2B5EF4-FFF2-40B4-BE49-F238E27FC236}">
                  <a16:creationId xmlns:a16="http://schemas.microsoft.com/office/drawing/2014/main" id="{E726E824-D6D5-DC59-48C8-96A9087567FA}"/>
                </a:ext>
              </a:extLst>
            </p:cNvPr>
            <p:cNvSpPr txBox="1"/>
            <p:nvPr/>
          </p:nvSpPr>
          <p:spPr>
            <a:xfrm>
              <a:off x="417333" y="1947820"/>
              <a:ext cx="12805537"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Compute the test statistic</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21" name="Rectangle 20">
            <a:extLst>
              <a:ext uri="{FF2B5EF4-FFF2-40B4-BE49-F238E27FC236}">
                <a16:creationId xmlns:a16="http://schemas.microsoft.com/office/drawing/2014/main" id="{C6C8F9B3-C08E-B32F-8F77-61617A25D16E}"/>
              </a:ext>
            </a:extLst>
          </p:cNvPr>
          <p:cNvSpPr/>
          <p:nvPr/>
        </p:nvSpPr>
        <p:spPr>
          <a:xfrm>
            <a:off x="417502" y="3853781"/>
            <a:ext cx="676700" cy="666066"/>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4</a:t>
            </a:r>
          </a:p>
        </p:txBody>
      </p:sp>
      <p:grpSp>
        <p:nvGrpSpPr>
          <p:cNvPr id="22" name="Group 21">
            <a:extLst>
              <a:ext uri="{FF2B5EF4-FFF2-40B4-BE49-F238E27FC236}">
                <a16:creationId xmlns:a16="http://schemas.microsoft.com/office/drawing/2014/main" id="{E50B65E5-3C61-1B5E-7A53-C523B14834D8}"/>
              </a:ext>
            </a:extLst>
          </p:cNvPr>
          <p:cNvGrpSpPr/>
          <p:nvPr/>
        </p:nvGrpSpPr>
        <p:grpSpPr>
          <a:xfrm>
            <a:off x="1049853" y="4604200"/>
            <a:ext cx="7914231" cy="764711"/>
            <a:chOff x="248353" y="1416591"/>
            <a:chExt cx="12805537" cy="552195"/>
          </a:xfrm>
        </p:grpSpPr>
        <p:sp>
          <p:nvSpPr>
            <p:cNvPr id="23" name="Rectangle 22">
              <a:extLst>
                <a:ext uri="{FF2B5EF4-FFF2-40B4-BE49-F238E27FC236}">
                  <a16:creationId xmlns:a16="http://schemas.microsoft.com/office/drawing/2014/main" id="{F999CF1C-68F8-ACC0-56FF-6DD22E174D04}"/>
                </a:ext>
              </a:extLst>
            </p:cNvPr>
            <p:cNvSpPr/>
            <p:nvPr/>
          </p:nvSpPr>
          <p:spPr>
            <a:xfrm>
              <a:off x="248353" y="1511121"/>
              <a:ext cx="12688092" cy="457665"/>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24" name="TextBox 23">
              <a:extLst>
                <a:ext uri="{FF2B5EF4-FFF2-40B4-BE49-F238E27FC236}">
                  <a16:creationId xmlns:a16="http://schemas.microsoft.com/office/drawing/2014/main" id="{B2D5B223-96E7-50C7-33A9-8C630E0CFA29}"/>
                </a:ext>
              </a:extLst>
            </p:cNvPr>
            <p:cNvSpPr txBox="1"/>
            <p:nvPr/>
          </p:nvSpPr>
          <p:spPr>
            <a:xfrm>
              <a:off x="248353" y="1416591"/>
              <a:ext cx="12805537" cy="47745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Define the critical region/ rejection criteria</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25" name="Rectangle 24">
            <a:extLst>
              <a:ext uri="{FF2B5EF4-FFF2-40B4-BE49-F238E27FC236}">
                <a16:creationId xmlns:a16="http://schemas.microsoft.com/office/drawing/2014/main" id="{62EA097E-AA48-A067-2FFC-D58DB5F199D2}"/>
              </a:ext>
            </a:extLst>
          </p:cNvPr>
          <p:cNvSpPr/>
          <p:nvPr/>
        </p:nvSpPr>
        <p:spPr>
          <a:xfrm>
            <a:off x="417502" y="4707704"/>
            <a:ext cx="676700" cy="666066"/>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5</a:t>
            </a:r>
          </a:p>
        </p:txBody>
      </p:sp>
      <p:grpSp>
        <p:nvGrpSpPr>
          <p:cNvPr id="26" name="Group 25">
            <a:extLst>
              <a:ext uri="{FF2B5EF4-FFF2-40B4-BE49-F238E27FC236}">
                <a16:creationId xmlns:a16="http://schemas.microsoft.com/office/drawing/2014/main" id="{6F2B5633-5814-E72D-3A93-C0DD02C3B9DD}"/>
              </a:ext>
            </a:extLst>
          </p:cNvPr>
          <p:cNvGrpSpPr/>
          <p:nvPr/>
        </p:nvGrpSpPr>
        <p:grpSpPr>
          <a:xfrm>
            <a:off x="1112152" y="5499822"/>
            <a:ext cx="2684407" cy="592619"/>
            <a:chOff x="375557" y="1947820"/>
            <a:chExt cx="12847313" cy="609801"/>
          </a:xfrm>
        </p:grpSpPr>
        <p:sp>
          <p:nvSpPr>
            <p:cNvPr id="27" name="Rectangle 26">
              <a:extLst>
                <a:ext uri="{FF2B5EF4-FFF2-40B4-BE49-F238E27FC236}">
                  <a16:creationId xmlns:a16="http://schemas.microsoft.com/office/drawing/2014/main" id="{1F4CEF1A-0958-6D66-B47C-AA8DE1B33388}"/>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28" name="TextBox 27">
              <a:extLst>
                <a:ext uri="{FF2B5EF4-FFF2-40B4-BE49-F238E27FC236}">
                  <a16:creationId xmlns:a16="http://schemas.microsoft.com/office/drawing/2014/main" id="{37D1F933-C359-2237-52A6-5D3AA28D532C}"/>
                </a:ext>
              </a:extLst>
            </p:cNvPr>
            <p:cNvSpPr txBox="1"/>
            <p:nvPr/>
          </p:nvSpPr>
          <p:spPr>
            <a:xfrm>
              <a:off x="417333" y="1947820"/>
              <a:ext cx="12805537" cy="47574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Conclusion</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29" name="Rectangle 28">
            <a:extLst>
              <a:ext uri="{FF2B5EF4-FFF2-40B4-BE49-F238E27FC236}">
                <a16:creationId xmlns:a16="http://schemas.microsoft.com/office/drawing/2014/main" id="{3DA6AA5A-5902-BAB5-A086-B7F0EAF04D10}"/>
              </a:ext>
            </a:extLst>
          </p:cNvPr>
          <p:cNvSpPr/>
          <p:nvPr/>
        </p:nvSpPr>
        <p:spPr>
          <a:xfrm>
            <a:off x="417502" y="5538323"/>
            <a:ext cx="676700" cy="554118"/>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6</a:t>
            </a:r>
          </a:p>
        </p:txBody>
      </p:sp>
      <p:sp>
        <p:nvSpPr>
          <p:cNvPr id="30" name="Right Arrow 70">
            <a:extLst>
              <a:ext uri="{FF2B5EF4-FFF2-40B4-BE49-F238E27FC236}">
                <a16:creationId xmlns:a16="http://schemas.microsoft.com/office/drawing/2014/main" id="{92ABFFF4-EBCF-A5B8-12C1-23D06D44B28C}"/>
              </a:ext>
            </a:extLst>
          </p:cNvPr>
          <p:cNvSpPr/>
          <p:nvPr/>
        </p:nvSpPr>
        <p:spPr>
          <a:xfrm>
            <a:off x="8679750" y="1542752"/>
            <a:ext cx="83274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ight Arrow 71">
            <a:extLst>
              <a:ext uri="{FF2B5EF4-FFF2-40B4-BE49-F238E27FC236}">
                <a16:creationId xmlns:a16="http://schemas.microsoft.com/office/drawing/2014/main" id="{43281C47-7B58-5E02-FE79-87F142E6EEEC}"/>
              </a:ext>
            </a:extLst>
          </p:cNvPr>
          <p:cNvSpPr/>
          <p:nvPr/>
        </p:nvSpPr>
        <p:spPr>
          <a:xfrm>
            <a:off x="8563245" y="3951660"/>
            <a:ext cx="83274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2" name="Group 31">
            <a:extLst>
              <a:ext uri="{FF2B5EF4-FFF2-40B4-BE49-F238E27FC236}">
                <a16:creationId xmlns:a16="http://schemas.microsoft.com/office/drawing/2014/main" id="{AA9634EC-DB97-4E0E-0A2B-C95EE493896A}"/>
              </a:ext>
            </a:extLst>
          </p:cNvPr>
          <p:cNvGrpSpPr/>
          <p:nvPr/>
        </p:nvGrpSpPr>
        <p:grpSpPr>
          <a:xfrm>
            <a:off x="3763291" y="5499789"/>
            <a:ext cx="8238210" cy="627565"/>
            <a:chOff x="375557" y="1965945"/>
            <a:chExt cx="12805537" cy="591676"/>
          </a:xfrm>
        </p:grpSpPr>
        <p:sp>
          <p:nvSpPr>
            <p:cNvPr id="33" name="Rectangle 32">
              <a:extLst>
                <a:ext uri="{FF2B5EF4-FFF2-40B4-BE49-F238E27FC236}">
                  <a16:creationId xmlns:a16="http://schemas.microsoft.com/office/drawing/2014/main" id="{1F6EF850-072E-93CE-6001-35BE88E65950}"/>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34" name="TextBox 33">
              <a:extLst>
                <a:ext uri="{FF2B5EF4-FFF2-40B4-BE49-F238E27FC236}">
                  <a16:creationId xmlns:a16="http://schemas.microsoft.com/office/drawing/2014/main" id="{DE1BA92E-A2D2-A1DB-B0C1-9B71A4BBB76A}"/>
                </a:ext>
              </a:extLst>
            </p:cNvPr>
            <p:cNvSpPr txBox="1"/>
            <p:nvPr/>
          </p:nvSpPr>
          <p:spPr>
            <a:xfrm>
              <a:off x="375557" y="1981821"/>
              <a:ext cx="12805537" cy="50817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0000"/>
                  </a:solidFill>
                  <a:effectLst/>
                  <a:uLnTx/>
                  <a:uFillTx/>
                  <a:latin typeface="Helvetica Neue"/>
                  <a:ea typeface="+mn-ea"/>
                  <a:cs typeface="Helvetica" panose="020B0604020202020204" pitchFamily="34" charset="0"/>
                </a:rPr>
                <a:t>Note: </a:t>
              </a:r>
              <a:r>
                <a:rPr kumimoji="0" 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Rejection criteria may be based on critical value or P-value</a:t>
              </a:r>
              <a:endParaRPr kumimoji="0" lang="en-IN" sz="2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pSp>
      <p:pic>
        <p:nvPicPr>
          <p:cNvPr id="35" name="Picture 34">
            <a:extLst>
              <a:ext uri="{FF2B5EF4-FFF2-40B4-BE49-F238E27FC236}">
                <a16:creationId xmlns:a16="http://schemas.microsoft.com/office/drawing/2014/main" id="{1B748EC4-0242-9F4C-DC22-865E24C49261}"/>
              </a:ext>
            </a:extLst>
          </p:cNvPr>
          <p:cNvPicPr>
            <a:picLocks noChangeAspect="1"/>
          </p:cNvPicPr>
          <p:nvPr/>
        </p:nvPicPr>
        <p:blipFill>
          <a:blip r:embed="rId2"/>
          <a:stretch>
            <a:fillRect/>
          </a:stretch>
        </p:blipFill>
        <p:spPr>
          <a:xfrm>
            <a:off x="9512493" y="1335008"/>
            <a:ext cx="2574732" cy="2085975"/>
          </a:xfrm>
          <a:prstGeom prst="rect">
            <a:avLst/>
          </a:prstGeom>
        </p:spPr>
      </p:pic>
      <p:pic>
        <p:nvPicPr>
          <p:cNvPr id="36" name="Picture 35">
            <a:extLst>
              <a:ext uri="{FF2B5EF4-FFF2-40B4-BE49-F238E27FC236}">
                <a16:creationId xmlns:a16="http://schemas.microsoft.com/office/drawing/2014/main" id="{FBC5AEC0-3B63-ACDC-5759-F6F1703B7E47}"/>
              </a:ext>
            </a:extLst>
          </p:cNvPr>
          <p:cNvPicPr>
            <a:picLocks noChangeAspect="1"/>
          </p:cNvPicPr>
          <p:nvPr/>
        </p:nvPicPr>
        <p:blipFill>
          <a:blip r:embed="rId3"/>
          <a:stretch>
            <a:fillRect/>
          </a:stretch>
        </p:blipFill>
        <p:spPr>
          <a:xfrm>
            <a:off x="9395988" y="3637254"/>
            <a:ext cx="2691237" cy="1711473"/>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7D3FC8D-74F4-3704-0159-62DB4D3B8221}"/>
                  </a:ext>
                </a:extLst>
              </p14:cNvPr>
              <p14:cNvContentPartPr/>
              <p14:nvPr/>
            </p14:nvContentPartPr>
            <p14:xfrm>
              <a:off x="10795049" y="1379996"/>
              <a:ext cx="1222560" cy="1883160"/>
            </p14:xfrm>
          </p:contentPart>
        </mc:Choice>
        <mc:Fallback xmlns="">
          <p:pic>
            <p:nvPicPr>
              <p:cNvPr id="4" name="Ink 3">
                <a:extLst>
                  <a:ext uri="{FF2B5EF4-FFF2-40B4-BE49-F238E27FC236}">
                    <a16:creationId xmlns:a16="http://schemas.microsoft.com/office/drawing/2014/main" id="{97D3FC8D-74F4-3704-0159-62DB4D3B8221}"/>
                  </a:ext>
                </a:extLst>
              </p:cNvPr>
              <p:cNvPicPr/>
              <p:nvPr/>
            </p:nvPicPr>
            <p:blipFill>
              <a:blip r:embed="rId5"/>
              <a:stretch>
                <a:fillRect/>
              </a:stretch>
            </p:blipFill>
            <p:spPr>
              <a:xfrm>
                <a:off x="10790729" y="1375676"/>
                <a:ext cx="1231200" cy="1891800"/>
              </a:xfrm>
              <a:prstGeom prst="rect">
                <a:avLst/>
              </a:prstGeom>
            </p:spPr>
          </p:pic>
        </mc:Fallback>
      </mc:AlternateContent>
    </p:spTree>
    <p:extLst>
      <p:ext uri="{BB962C8B-B14F-4D97-AF65-F5344CB8AC3E}">
        <p14:creationId xmlns:p14="http://schemas.microsoft.com/office/powerpoint/2010/main" val="153844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0-#ppt_w/2"/>
                                          </p:val>
                                        </p:tav>
                                        <p:tav tm="100000">
                                          <p:val>
                                            <p:strVal val="#ppt_x"/>
                                          </p:val>
                                        </p:tav>
                                      </p:tavLst>
                                    </p:anim>
                                    <p:anim calcmode="lin" valueType="num">
                                      <p:cBhvr additive="base">
                                        <p:cTn id="16" dur="500" fill="hold"/>
                                        <p:tgtEl>
                                          <p:spTgt spid="30"/>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3" presetClass="entr" presetSubtype="16" fill="hold" nodeType="afterEffect">
                                  <p:stCondLst>
                                    <p:cond delay="0"/>
                                  </p:stCondLst>
                                  <p:childTnLst>
                                    <p:set>
                                      <p:cBhvr>
                                        <p:cTn id="19" dur="1" fill="hold">
                                          <p:stCondLst>
                                            <p:cond delay="0"/>
                                          </p:stCondLst>
                                        </p:cTn>
                                        <p:tgtEl>
                                          <p:spTgt spid="35"/>
                                        </p:tgtEl>
                                        <p:attrNameLst>
                                          <p:attrName>style.visibility</p:attrName>
                                        </p:attrNameLst>
                                      </p:cBhvr>
                                      <p:to>
                                        <p:strVal val="visible"/>
                                      </p:to>
                                    </p:set>
                                    <p:anim calcmode="lin" valueType="num">
                                      <p:cBhvr>
                                        <p:cTn id="20" dur="500" fill="hold"/>
                                        <p:tgtEl>
                                          <p:spTgt spid="35"/>
                                        </p:tgtEl>
                                        <p:attrNameLst>
                                          <p:attrName>ppt_w</p:attrName>
                                        </p:attrNameLst>
                                      </p:cBhvr>
                                      <p:tavLst>
                                        <p:tav tm="0">
                                          <p:val>
                                            <p:fltVal val="0"/>
                                          </p:val>
                                        </p:tav>
                                        <p:tav tm="100000">
                                          <p:val>
                                            <p:strVal val="#ppt_w"/>
                                          </p:val>
                                        </p:tav>
                                      </p:tavLst>
                                    </p:anim>
                                    <p:anim calcmode="lin" valueType="num">
                                      <p:cBhvr>
                                        <p:cTn id="21" dur="500" fill="hold"/>
                                        <p:tgtEl>
                                          <p:spTgt spid="35"/>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0-#ppt_w/2"/>
                                          </p:val>
                                        </p:tav>
                                        <p:tav tm="100000">
                                          <p:val>
                                            <p:strVal val="#ppt_x"/>
                                          </p:val>
                                        </p:tav>
                                      </p:tavLst>
                                    </p:anim>
                                    <p:anim calcmode="lin" valueType="num">
                                      <p:cBhvr additive="base">
                                        <p:cTn id="27" dur="500" fill="hold"/>
                                        <p:tgtEl>
                                          <p:spTgt spid="13"/>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0-#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0-#ppt_w/2"/>
                                          </p:val>
                                        </p:tav>
                                        <p:tav tm="100000">
                                          <p:val>
                                            <p:strVal val="#ppt_x"/>
                                          </p:val>
                                        </p:tav>
                                      </p:tavLst>
                                    </p:anim>
                                    <p:anim calcmode="lin" valueType="num">
                                      <p:cBhvr additive="base">
                                        <p:cTn id="37" dur="500" fill="hold"/>
                                        <p:tgtEl>
                                          <p:spTgt spid="17"/>
                                        </p:tgtEl>
                                        <p:attrNameLst>
                                          <p:attrName>ppt_y</p:attrName>
                                        </p:attrNameLst>
                                      </p:cBhvr>
                                      <p:tavLst>
                                        <p:tav tm="0">
                                          <p:val>
                                            <p:strVal val="#ppt_y"/>
                                          </p:val>
                                        </p:tav>
                                        <p:tav tm="100000">
                                          <p:val>
                                            <p:strVal val="#ppt_y"/>
                                          </p:val>
                                        </p:tav>
                                      </p:tavLst>
                                    </p:anim>
                                  </p:childTnLst>
                                </p:cTn>
                              </p:par>
                              <p:par>
                                <p:cTn id="38" presetID="2" presetClass="entr" presetSubtype="8"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fill="hold"/>
                                        <p:tgtEl>
                                          <p:spTgt spid="14"/>
                                        </p:tgtEl>
                                        <p:attrNameLst>
                                          <p:attrName>ppt_x</p:attrName>
                                        </p:attrNameLst>
                                      </p:cBhvr>
                                      <p:tavLst>
                                        <p:tav tm="0">
                                          <p:val>
                                            <p:strVal val="0-#ppt_w/2"/>
                                          </p:val>
                                        </p:tav>
                                        <p:tav tm="100000">
                                          <p:val>
                                            <p:strVal val="#ppt_x"/>
                                          </p:val>
                                        </p:tav>
                                      </p:tavLst>
                                    </p:anim>
                                    <p:anim calcmode="lin" valueType="num">
                                      <p:cBhvr additive="base">
                                        <p:cTn id="41"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0-#ppt_w/2"/>
                                          </p:val>
                                        </p:tav>
                                        <p:tav tm="100000">
                                          <p:val>
                                            <p:strVal val="#ppt_x"/>
                                          </p:val>
                                        </p:tav>
                                      </p:tavLst>
                                    </p:anim>
                                    <p:anim calcmode="lin" valueType="num">
                                      <p:cBhvr additive="base">
                                        <p:cTn id="47" dur="500" fill="hold"/>
                                        <p:tgtEl>
                                          <p:spTgt spid="21"/>
                                        </p:tgtEl>
                                        <p:attrNameLst>
                                          <p:attrName>ppt_y</p:attrName>
                                        </p:attrNameLst>
                                      </p:cBhvr>
                                      <p:tavLst>
                                        <p:tav tm="0">
                                          <p:val>
                                            <p:strVal val="#ppt_y"/>
                                          </p:val>
                                        </p:tav>
                                        <p:tav tm="100000">
                                          <p:val>
                                            <p:strVal val="#ppt_y"/>
                                          </p:val>
                                        </p:tav>
                                      </p:tavLst>
                                    </p:anim>
                                  </p:childTnLst>
                                </p:cTn>
                              </p:par>
                              <p:par>
                                <p:cTn id="48" presetID="2" presetClass="entr" presetSubtype="8"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0-#ppt_w/2"/>
                                          </p:val>
                                        </p:tav>
                                        <p:tav tm="100000">
                                          <p:val>
                                            <p:strVal val="#ppt_x"/>
                                          </p:val>
                                        </p:tav>
                                      </p:tavLst>
                                    </p:anim>
                                    <p:anim calcmode="lin" valueType="num">
                                      <p:cBhvr additive="base">
                                        <p:cTn id="51" dur="500" fill="hold"/>
                                        <p:tgtEl>
                                          <p:spTgt spid="18"/>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 calcmode="lin" valueType="num">
                                      <p:cBhvr additive="base">
                                        <p:cTn id="54" dur="500" fill="hold"/>
                                        <p:tgtEl>
                                          <p:spTgt spid="31"/>
                                        </p:tgtEl>
                                        <p:attrNameLst>
                                          <p:attrName>ppt_x</p:attrName>
                                        </p:attrNameLst>
                                      </p:cBhvr>
                                      <p:tavLst>
                                        <p:tav tm="0">
                                          <p:val>
                                            <p:strVal val="0-#ppt_w/2"/>
                                          </p:val>
                                        </p:tav>
                                        <p:tav tm="100000">
                                          <p:val>
                                            <p:strVal val="#ppt_x"/>
                                          </p:val>
                                        </p:tav>
                                      </p:tavLst>
                                    </p:anim>
                                    <p:anim calcmode="lin" valueType="num">
                                      <p:cBhvr additive="base">
                                        <p:cTn id="55" dur="500" fill="hold"/>
                                        <p:tgtEl>
                                          <p:spTgt spid="31"/>
                                        </p:tgtEl>
                                        <p:attrNameLst>
                                          <p:attrName>ppt_y</p:attrName>
                                        </p:attrNameLst>
                                      </p:cBhvr>
                                      <p:tavLst>
                                        <p:tav tm="0">
                                          <p:val>
                                            <p:strVal val="#ppt_y"/>
                                          </p:val>
                                        </p:tav>
                                        <p:tav tm="100000">
                                          <p:val>
                                            <p:strVal val="#ppt_y"/>
                                          </p:val>
                                        </p:tav>
                                      </p:tavLst>
                                    </p:anim>
                                  </p:childTnLst>
                                </p:cTn>
                              </p:par>
                            </p:childTnLst>
                          </p:cTn>
                        </p:par>
                        <p:par>
                          <p:cTn id="56" fill="hold">
                            <p:stCondLst>
                              <p:cond delay="500"/>
                            </p:stCondLst>
                            <p:childTnLst>
                              <p:par>
                                <p:cTn id="57" presetID="23" presetClass="entr" presetSubtype="16" fill="hold" nodeType="afterEffect">
                                  <p:stCondLst>
                                    <p:cond delay="0"/>
                                  </p:stCondLst>
                                  <p:childTnLst>
                                    <p:set>
                                      <p:cBhvr>
                                        <p:cTn id="58" dur="1" fill="hold">
                                          <p:stCondLst>
                                            <p:cond delay="0"/>
                                          </p:stCondLst>
                                        </p:cTn>
                                        <p:tgtEl>
                                          <p:spTgt spid="36"/>
                                        </p:tgtEl>
                                        <p:attrNameLst>
                                          <p:attrName>style.visibility</p:attrName>
                                        </p:attrNameLst>
                                      </p:cBhvr>
                                      <p:to>
                                        <p:strVal val="visible"/>
                                      </p:to>
                                    </p:set>
                                    <p:anim calcmode="lin" valueType="num">
                                      <p:cBhvr>
                                        <p:cTn id="59" dur="500" fill="hold"/>
                                        <p:tgtEl>
                                          <p:spTgt spid="36"/>
                                        </p:tgtEl>
                                        <p:attrNameLst>
                                          <p:attrName>ppt_w</p:attrName>
                                        </p:attrNameLst>
                                      </p:cBhvr>
                                      <p:tavLst>
                                        <p:tav tm="0">
                                          <p:val>
                                            <p:fltVal val="0"/>
                                          </p:val>
                                        </p:tav>
                                        <p:tav tm="100000">
                                          <p:val>
                                            <p:strVal val="#ppt_w"/>
                                          </p:val>
                                        </p:tav>
                                      </p:tavLst>
                                    </p:anim>
                                    <p:anim calcmode="lin" valueType="num">
                                      <p:cBhvr>
                                        <p:cTn id="60" dur="500" fill="hold"/>
                                        <p:tgtEl>
                                          <p:spTgt spid="36"/>
                                        </p:tgtEl>
                                        <p:attrNameLst>
                                          <p:attrName>ppt_h</p:attrName>
                                        </p:attrNameLst>
                                      </p:cBhvr>
                                      <p:tavLst>
                                        <p:tav tm="0">
                                          <p:val>
                                            <p:flt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25"/>
                                        </p:tgtEl>
                                        <p:attrNameLst>
                                          <p:attrName>style.visibility</p:attrName>
                                        </p:attrNameLst>
                                      </p:cBhvr>
                                      <p:to>
                                        <p:strVal val="visible"/>
                                      </p:to>
                                    </p:set>
                                    <p:anim calcmode="lin" valueType="num">
                                      <p:cBhvr additive="base">
                                        <p:cTn id="65" dur="500" fill="hold"/>
                                        <p:tgtEl>
                                          <p:spTgt spid="25"/>
                                        </p:tgtEl>
                                        <p:attrNameLst>
                                          <p:attrName>ppt_x</p:attrName>
                                        </p:attrNameLst>
                                      </p:cBhvr>
                                      <p:tavLst>
                                        <p:tav tm="0">
                                          <p:val>
                                            <p:strVal val="0-#ppt_w/2"/>
                                          </p:val>
                                        </p:tav>
                                        <p:tav tm="100000">
                                          <p:val>
                                            <p:strVal val="#ppt_x"/>
                                          </p:val>
                                        </p:tav>
                                      </p:tavLst>
                                    </p:anim>
                                    <p:anim calcmode="lin" valueType="num">
                                      <p:cBhvr additive="base">
                                        <p:cTn id="66" dur="500" fill="hold"/>
                                        <p:tgtEl>
                                          <p:spTgt spid="25"/>
                                        </p:tgtEl>
                                        <p:attrNameLst>
                                          <p:attrName>ppt_y</p:attrName>
                                        </p:attrNameLst>
                                      </p:cBhvr>
                                      <p:tavLst>
                                        <p:tav tm="0">
                                          <p:val>
                                            <p:strVal val="#ppt_y"/>
                                          </p:val>
                                        </p:tav>
                                        <p:tav tm="100000">
                                          <p:val>
                                            <p:strVal val="#ppt_y"/>
                                          </p:val>
                                        </p:tav>
                                      </p:tavLst>
                                    </p:anim>
                                  </p:childTnLst>
                                </p:cTn>
                              </p:par>
                              <p:par>
                                <p:cTn id="67" presetID="2" presetClass="entr" presetSubtype="8"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additive="base">
                                        <p:cTn id="69" dur="500" fill="hold"/>
                                        <p:tgtEl>
                                          <p:spTgt spid="22"/>
                                        </p:tgtEl>
                                        <p:attrNameLst>
                                          <p:attrName>ppt_x</p:attrName>
                                        </p:attrNameLst>
                                      </p:cBhvr>
                                      <p:tavLst>
                                        <p:tav tm="0">
                                          <p:val>
                                            <p:strVal val="0-#ppt_w/2"/>
                                          </p:val>
                                        </p:tav>
                                        <p:tav tm="100000">
                                          <p:val>
                                            <p:strVal val="#ppt_x"/>
                                          </p:val>
                                        </p:tav>
                                      </p:tavLst>
                                    </p:anim>
                                    <p:anim calcmode="lin" valueType="num">
                                      <p:cBhvr additive="base">
                                        <p:cTn id="70"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29"/>
                                        </p:tgtEl>
                                        <p:attrNameLst>
                                          <p:attrName>style.visibility</p:attrName>
                                        </p:attrNameLst>
                                      </p:cBhvr>
                                      <p:to>
                                        <p:strVal val="visible"/>
                                      </p:to>
                                    </p:set>
                                    <p:anim calcmode="lin" valueType="num">
                                      <p:cBhvr additive="base">
                                        <p:cTn id="75" dur="500" fill="hold"/>
                                        <p:tgtEl>
                                          <p:spTgt spid="29"/>
                                        </p:tgtEl>
                                        <p:attrNameLst>
                                          <p:attrName>ppt_x</p:attrName>
                                        </p:attrNameLst>
                                      </p:cBhvr>
                                      <p:tavLst>
                                        <p:tav tm="0">
                                          <p:val>
                                            <p:strVal val="0-#ppt_w/2"/>
                                          </p:val>
                                        </p:tav>
                                        <p:tav tm="100000">
                                          <p:val>
                                            <p:strVal val="#ppt_x"/>
                                          </p:val>
                                        </p:tav>
                                      </p:tavLst>
                                    </p:anim>
                                    <p:anim calcmode="lin" valueType="num">
                                      <p:cBhvr additive="base">
                                        <p:cTn id="76" dur="500" fill="hold"/>
                                        <p:tgtEl>
                                          <p:spTgt spid="29"/>
                                        </p:tgtEl>
                                        <p:attrNameLst>
                                          <p:attrName>ppt_y</p:attrName>
                                        </p:attrNameLst>
                                      </p:cBhvr>
                                      <p:tavLst>
                                        <p:tav tm="0">
                                          <p:val>
                                            <p:strVal val="#ppt_y"/>
                                          </p:val>
                                        </p:tav>
                                        <p:tav tm="100000">
                                          <p:val>
                                            <p:strVal val="#ppt_y"/>
                                          </p:val>
                                        </p:tav>
                                      </p:tavLst>
                                    </p:anim>
                                  </p:childTnLst>
                                </p:cTn>
                              </p:par>
                              <p:par>
                                <p:cTn id="77" presetID="2" presetClass="entr" presetSubtype="8" fill="hold" nodeType="withEffect">
                                  <p:stCondLst>
                                    <p:cond delay="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0-#ppt_w/2"/>
                                          </p:val>
                                        </p:tav>
                                        <p:tav tm="100000">
                                          <p:val>
                                            <p:strVal val="#ppt_x"/>
                                          </p:val>
                                        </p:tav>
                                      </p:tavLst>
                                    </p:anim>
                                    <p:anim calcmode="lin" valueType="num">
                                      <p:cBhvr additive="base">
                                        <p:cTn id="80" dur="500" fill="hold"/>
                                        <p:tgtEl>
                                          <p:spTgt spid="26"/>
                                        </p:tgtEl>
                                        <p:attrNameLst>
                                          <p:attrName>ppt_y</p:attrName>
                                        </p:attrNameLst>
                                      </p:cBhvr>
                                      <p:tavLst>
                                        <p:tav tm="0">
                                          <p:val>
                                            <p:strVal val="#ppt_y"/>
                                          </p:val>
                                        </p:tav>
                                        <p:tav tm="100000">
                                          <p:val>
                                            <p:strVal val="#ppt_y"/>
                                          </p:val>
                                        </p:tav>
                                      </p:tavLst>
                                    </p:anim>
                                  </p:childTnLst>
                                </p:cTn>
                              </p:par>
                              <p:par>
                                <p:cTn id="81" presetID="2" presetClass="entr" presetSubtype="8" fill="hold" nodeType="withEffect">
                                  <p:stCondLst>
                                    <p:cond delay="0"/>
                                  </p:stCondLst>
                                  <p:childTnLst>
                                    <p:set>
                                      <p:cBhvr>
                                        <p:cTn id="82" dur="1" fill="hold">
                                          <p:stCondLst>
                                            <p:cond delay="0"/>
                                          </p:stCondLst>
                                        </p:cTn>
                                        <p:tgtEl>
                                          <p:spTgt spid="32"/>
                                        </p:tgtEl>
                                        <p:attrNameLst>
                                          <p:attrName>style.visibility</p:attrName>
                                        </p:attrNameLst>
                                      </p:cBhvr>
                                      <p:to>
                                        <p:strVal val="visible"/>
                                      </p:to>
                                    </p:set>
                                    <p:anim calcmode="lin" valueType="num">
                                      <p:cBhvr additive="base">
                                        <p:cTn id="83" dur="500" fill="hold"/>
                                        <p:tgtEl>
                                          <p:spTgt spid="32"/>
                                        </p:tgtEl>
                                        <p:attrNameLst>
                                          <p:attrName>ppt_x</p:attrName>
                                        </p:attrNameLst>
                                      </p:cBhvr>
                                      <p:tavLst>
                                        <p:tav tm="0">
                                          <p:val>
                                            <p:strVal val="0-#ppt_w/2"/>
                                          </p:val>
                                        </p:tav>
                                        <p:tav tm="100000">
                                          <p:val>
                                            <p:strVal val="#ppt_x"/>
                                          </p:val>
                                        </p:tav>
                                      </p:tavLst>
                                    </p:anim>
                                    <p:anim calcmode="lin" valueType="num">
                                      <p:cBhvr additive="base">
                                        <p:cTn id="84"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1" grpId="0" animBg="1"/>
      <p:bldP spid="25" grpId="0" animBg="1"/>
      <p:bldP spid="29" grpId="0" animBg="1"/>
      <p:bldP spid="30" grpId="0" animBg="1"/>
      <p:bldP spid="3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B23D3-05A5-AFD1-E12C-7C761BAC6165}"/>
              </a:ext>
            </a:extLst>
          </p:cNvPr>
          <p:cNvSpPr>
            <a:spLocks noGrp="1"/>
          </p:cNvSpPr>
          <p:nvPr>
            <p:ph type="title"/>
          </p:nvPr>
        </p:nvSpPr>
        <p:spPr>
          <a:xfrm>
            <a:off x="76200" y="228600"/>
            <a:ext cx="9931400" cy="764364"/>
          </a:xfrm>
        </p:spPr>
        <p:txBody>
          <a:bodyPr/>
          <a:lstStyle/>
          <a:p>
            <a:r>
              <a:rPr lang="en-US" altLang="zh-CN" dirty="0">
                <a:ea typeface="WenQuanYi Micro Hei"/>
                <a:cs typeface="Times New Roman" panose="02020603050405020304" pitchFamily="18" charset="0"/>
              </a:rPr>
              <a:t>Testing the mean of a single population</a:t>
            </a:r>
            <a:br>
              <a:rPr lang="en-US" dirty="0"/>
            </a:br>
            <a:endParaRPr lang="en-IN" dirty="0"/>
          </a:p>
        </p:txBody>
      </p:sp>
      <p:sp>
        <p:nvSpPr>
          <p:cNvPr id="3" name="Text Placeholder 2">
            <a:extLst>
              <a:ext uri="{FF2B5EF4-FFF2-40B4-BE49-F238E27FC236}">
                <a16:creationId xmlns:a16="http://schemas.microsoft.com/office/drawing/2014/main" id="{BEF1C8B2-2C55-A2EA-D9EB-E51E965D322A}"/>
              </a:ext>
            </a:extLst>
          </p:cNvPr>
          <p:cNvSpPr>
            <a:spLocks noGrp="1"/>
          </p:cNvSpPr>
          <p:nvPr>
            <p:ph type="body" sz="quarter" idx="13"/>
          </p:nvPr>
        </p:nvSpPr>
        <p:spPr>
          <a:xfrm>
            <a:off x="838201" y="1143000"/>
            <a:ext cx="10668000" cy="5372099"/>
          </a:xfrm>
        </p:spPr>
        <p:txBody>
          <a:bodyPr/>
          <a:lstStyle/>
          <a:p>
            <a:pPr marL="0" indent="0">
              <a:lnSpc>
                <a:spcPct val="150000"/>
              </a:lnSpc>
              <a:buNone/>
            </a:pPr>
            <a:r>
              <a:rPr lang="en-US" sz="2400" dirty="0">
                <a:latin typeface="+mn-lt"/>
                <a:cs typeface="Times New Roman" panose="02020603050405020304" pitchFamily="18" charset="0"/>
              </a:rPr>
              <a:t>It is claimed that sports-car owners drive on the average 18580 kms per year. A consumer firm believes that the average milage is probably higher. To check, the consumer firm obtained information from randomly selected 10 sports-car owners that resulted in a sample mean of 17352 kms with a sample standard deviation of 2012 kms. What can be concluded about this claim at</a:t>
            </a:r>
          </a:p>
          <a:p>
            <a:pPr marL="0" indent="0">
              <a:lnSpc>
                <a:spcPct val="150000"/>
              </a:lnSpc>
              <a:buNone/>
            </a:pPr>
            <a:r>
              <a:rPr lang="en-US" sz="2400" dirty="0">
                <a:solidFill>
                  <a:srgbClr val="FF0000"/>
                </a:solidFill>
                <a:latin typeface="+mn-lt"/>
                <a:cs typeface="Times New Roman" panose="02020603050405020304" pitchFamily="18" charset="0"/>
              </a:rPr>
              <a:t>(a) </a:t>
            </a:r>
            <a:r>
              <a:rPr lang="en-US" sz="2400" dirty="0">
                <a:latin typeface="+mn-lt"/>
                <a:cs typeface="Times New Roman" panose="02020603050405020304" pitchFamily="18" charset="0"/>
              </a:rPr>
              <a:t>5% level of significance </a:t>
            </a:r>
          </a:p>
          <a:p>
            <a:pPr marL="0" indent="0">
              <a:lnSpc>
                <a:spcPct val="150000"/>
              </a:lnSpc>
              <a:buNone/>
            </a:pPr>
            <a:r>
              <a:rPr lang="en-IN" sz="2400" dirty="0">
                <a:solidFill>
                  <a:srgbClr val="FF0000"/>
                </a:solidFill>
                <a:latin typeface="+mn-lt"/>
                <a:cs typeface="Times New Roman" panose="02020603050405020304" pitchFamily="18" charset="0"/>
              </a:rPr>
              <a:t>(b) </a:t>
            </a:r>
            <a:r>
              <a:rPr lang="en-US" sz="2400" dirty="0">
                <a:latin typeface="+mn-lt"/>
                <a:cs typeface="Times New Roman" panose="02020603050405020304" pitchFamily="18" charset="0"/>
              </a:rPr>
              <a:t>1% level of significance</a:t>
            </a:r>
            <a:endParaRPr lang="en-IN" sz="2400" dirty="0">
              <a:solidFill>
                <a:srgbClr val="FF0000"/>
              </a:solidFill>
              <a:latin typeface="+mn-lt"/>
              <a:cs typeface="Times New Roman" panose="02020603050405020304" pitchFamily="18" charset="0"/>
            </a:endParaRPr>
          </a:p>
          <a:p>
            <a:pPr marL="0"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8BE1DE3-11D5-1F38-5A4F-970F1D4BC22B}"/>
                  </a:ext>
                </a:extLst>
              </p14:cNvPr>
              <p14:cNvContentPartPr/>
              <p14:nvPr/>
            </p14:nvContentPartPr>
            <p14:xfrm>
              <a:off x="7241129" y="2765996"/>
              <a:ext cx="3929400" cy="114840"/>
            </p14:xfrm>
          </p:contentPart>
        </mc:Choice>
        <mc:Fallback xmlns="">
          <p:pic>
            <p:nvPicPr>
              <p:cNvPr id="4" name="Ink 3">
                <a:extLst>
                  <a:ext uri="{FF2B5EF4-FFF2-40B4-BE49-F238E27FC236}">
                    <a16:creationId xmlns:a16="http://schemas.microsoft.com/office/drawing/2014/main" id="{68BE1DE3-11D5-1F38-5A4F-970F1D4BC22B}"/>
                  </a:ext>
                </a:extLst>
              </p:cNvPr>
              <p:cNvPicPr/>
              <p:nvPr/>
            </p:nvPicPr>
            <p:blipFill>
              <a:blip r:embed="rId3"/>
              <a:stretch>
                <a:fillRect/>
              </a:stretch>
            </p:blipFill>
            <p:spPr>
              <a:xfrm>
                <a:off x="7235009" y="2759876"/>
                <a:ext cx="39416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9313B1D-9C79-A8C8-EDFD-C3CDBC8B4338}"/>
                  </a:ext>
                </a:extLst>
              </p14:cNvPr>
              <p14:cNvContentPartPr/>
              <p14:nvPr/>
            </p14:nvContentPartPr>
            <p14:xfrm>
              <a:off x="3964409" y="3368636"/>
              <a:ext cx="2629080" cy="75960"/>
            </p14:xfrm>
          </p:contentPart>
        </mc:Choice>
        <mc:Fallback xmlns="">
          <p:pic>
            <p:nvPicPr>
              <p:cNvPr id="5" name="Ink 4">
                <a:extLst>
                  <a:ext uri="{FF2B5EF4-FFF2-40B4-BE49-F238E27FC236}">
                    <a16:creationId xmlns:a16="http://schemas.microsoft.com/office/drawing/2014/main" id="{99313B1D-9C79-A8C8-EDFD-C3CDBC8B4338}"/>
                  </a:ext>
                </a:extLst>
              </p:cNvPr>
              <p:cNvPicPr/>
              <p:nvPr/>
            </p:nvPicPr>
            <p:blipFill>
              <a:blip r:embed="rId5"/>
              <a:stretch>
                <a:fillRect/>
              </a:stretch>
            </p:blipFill>
            <p:spPr>
              <a:xfrm>
                <a:off x="3958289" y="3362516"/>
                <a:ext cx="264132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731E3BED-AE83-5961-40CE-E399788884BC}"/>
                  </a:ext>
                </a:extLst>
              </p14:cNvPr>
              <p14:cNvContentPartPr/>
              <p14:nvPr/>
            </p14:nvContentPartPr>
            <p14:xfrm>
              <a:off x="968849" y="3861836"/>
              <a:ext cx="1283040" cy="71280"/>
            </p14:xfrm>
          </p:contentPart>
        </mc:Choice>
        <mc:Fallback xmlns="">
          <p:pic>
            <p:nvPicPr>
              <p:cNvPr id="6" name="Ink 5">
                <a:extLst>
                  <a:ext uri="{FF2B5EF4-FFF2-40B4-BE49-F238E27FC236}">
                    <a16:creationId xmlns:a16="http://schemas.microsoft.com/office/drawing/2014/main" id="{731E3BED-AE83-5961-40CE-E399788884BC}"/>
                  </a:ext>
                </a:extLst>
              </p:cNvPr>
              <p:cNvPicPr/>
              <p:nvPr/>
            </p:nvPicPr>
            <p:blipFill>
              <a:blip r:embed="rId7"/>
              <a:stretch>
                <a:fillRect/>
              </a:stretch>
            </p:blipFill>
            <p:spPr>
              <a:xfrm>
                <a:off x="962729" y="3855716"/>
                <a:ext cx="1295280" cy="83520"/>
              </a:xfrm>
              <a:prstGeom prst="rect">
                <a:avLst/>
              </a:prstGeom>
            </p:spPr>
          </p:pic>
        </mc:Fallback>
      </mc:AlternateContent>
    </p:spTree>
    <p:extLst>
      <p:ext uri="{BB962C8B-B14F-4D97-AF65-F5344CB8AC3E}">
        <p14:creationId xmlns:p14="http://schemas.microsoft.com/office/powerpoint/2010/main" val="3668185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E81F7-FD87-C7A0-545D-E43DF30350E1}"/>
              </a:ext>
            </a:extLst>
          </p:cNvPr>
          <p:cNvSpPr>
            <a:spLocks noGrp="1"/>
          </p:cNvSpPr>
          <p:nvPr>
            <p:ph type="title"/>
          </p:nvPr>
        </p:nvSpPr>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F84EE442-A7B4-6BBD-CF09-B76393BCE122}"/>
              </a:ext>
            </a:extLst>
          </p:cNvPr>
          <p:cNvSpPr>
            <a:spLocks noGrp="1"/>
          </p:cNvSpPr>
          <p:nvPr>
            <p:ph type="body" sz="quarter" idx="13"/>
          </p:nvPr>
        </p:nvSpPr>
        <p:spPr>
          <a:xfrm>
            <a:off x="123824" y="1028701"/>
            <a:ext cx="11972925" cy="5668730"/>
          </a:xfrm>
        </p:spPr>
        <p:txBody>
          <a:bodyPr/>
          <a:lstStyle/>
          <a:p>
            <a:pPr marL="0" indent="0">
              <a:buNone/>
            </a:pPr>
            <a:r>
              <a:rPr lang="en-US" dirty="0"/>
              <a:t>.</a:t>
            </a:r>
            <a:endParaRPr lang="en-IN" dirty="0"/>
          </a:p>
        </p:txBody>
      </p:sp>
      <p:sp>
        <p:nvSpPr>
          <p:cNvPr id="18" name="Content Placeholder 2">
            <a:extLst>
              <a:ext uri="{FF2B5EF4-FFF2-40B4-BE49-F238E27FC236}">
                <a16:creationId xmlns:a16="http://schemas.microsoft.com/office/drawing/2014/main" id="{6AE50577-59CA-9252-B9E9-873DBE7EA68E}"/>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0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0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pic>
        <p:nvPicPr>
          <p:cNvPr id="29" name="Picture 28">
            <a:extLst>
              <a:ext uri="{FF2B5EF4-FFF2-40B4-BE49-F238E27FC236}">
                <a16:creationId xmlns:a16="http://schemas.microsoft.com/office/drawing/2014/main" id="{E390548E-B055-420E-F628-B4F7825D382A}"/>
              </a:ext>
            </a:extLst>
          </p:cNvPr>
          <p:cNvPicPr>
            <a:picLocks noChangeAspect="1"/>
          </p:cNvPicPr>
          <p:nvPr/>
        </p:nvPicPr>
        <p:blipFill>
          <a:blip r:embed="rId2"/>
          <a:stretch>
            <a:fillRect/>
          </a:stretch>
        </p:blipFill>
        <p:spPr>
          <a:xfrm>
            <a:off x="1163108" y="1066800"/>
            <a:ext cx="3942291" cy="533400"/>
          </a:xfrm>
          <a:prstGeom prst="rect">
            <a:avLst/>
          </a:prstGeom>
        </p:spPr>
      </p:pic>
      <p:pic>
        <p:nvPicPr>
          <p:cNvPr id="30" name="Picture 29">
            <a:extLst>
              <a:ext uri="{FF2B5EF4-FFF2-40B4-BE49-F238E27FC236}">
                <a16:creationId xmlns:a16="http://schemas.microsoft.com/office/drawing/2014/main" id="{4DE9A03F-C8E3-DF09-28E5-4C4D74E1E409}"/>
              </a:ext>
            </a:extLst>
          </p:cNvPr>
          <p:cNvPicPr>
            <a:picLocks noChangeAspect="1"/>
          </p:cNvPicPr>
          <p:nvPr/>
        </p:nvPicPr>
        <p:blipFill>
          <a:blip r:embed="rId3"/>
          <a:stretch>
            <a:fillRect/>
          </a:stretch>
        </p:blipFill>
        <p:spPr>
          <a:xfrm>
            <a:off x="5582709" y="1066801"/>
            <a:ext cx="3942291" cy="609600"/>
          </a:xfrm>
          <a:prstGeom prst="rect">
            <a:avLst/>
          </a:prstGeom>
        </p:spPr>
      </p:pic>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F47F856-3705-46EE-9B40-2FC41F26483D}"/>
                  </a:ext>
                </a:extLst>
              </p:cNvPr>
              <p:cNvSpPr txBox="1"/>
              <p:nvPr/>
            </p:nvSpPr>
            <p:spPr>
              <a:xfrm>
                <a:off x="685800" y="1981200"/>
                <a:ext cx="10820400" cy="226600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Helvetica" panose="020B0604020202020204" pitchFamily="34" charset="0"/>
                      </a:rPr>
                      <m:t>𝑡</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Helvetica" panose="020B0604020202020204" pitchFamily="34" charset="0"/>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Helvetica" panose="020B0604020202020204" pitchFamily="34" charset="0"/>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Helvetica" panose="020B0604020202020204" pitchFamily="34" charset="0"/>
                          </a:rPr>
                          <m:t>17352−18580</m:t>
                        </m:r>
                      </m:num>
                      <m:den>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Helvetica" panose="020B0604020202020204" pitchFamily="34" charset="0"/>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Helvetica" panose="020B0604020202020204" pitchFamily="34" charset="0"/>
                              </a:rPr>
                              <m:t>2012</m:t>
                            </m:r>
                          </m:num>
                          <m:den>
                            <m:rad>
                              <m:radPr>
                                <m:degHide m:val="on"/>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Helvetica" panose="020B0604020202020204" pitchFamily="34" charset="0"/>
                                  </a:rPr>
                                </m:ctrlPr>
                              </m:radPr>
                              <m:deg/>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Helvetica" panose="020B0604020202020204" pitchFamily="34" charset="0"/>
                                  </a:rPr>
                                  <m:t>10</m:t>
                                </m:r>
                              </m:e>
                            </m:rad>
                          </m:den>
                        </m:f>
                      </m:den>
                    </m:f>
                  </m:oMath>
                </a14:m>
                <a:r>
                  <a:rPr kumimoji="0" lang="en-US" sz="2400" b="0" i="0" u="none" strike="noStrike" kern="1200" cap="none" spc="0" normalizeH="0" baseline="0" noProof="0" dirty="0">
                    <a:ln>
                      <a:noFill/>
                    </a:ln>
                    <a:solidFill>
                      <a:prstClr val="black"/>
                    </a:solidFill>
                    <a:effectLst/>
                    <a:uLnTx/>
                    <a:uFillTx/>
                    <a:ea typeface="+mn-ea"/>
                    <a:cs typeface="Helvetica" panose="020B0604020202020204" pitchFamily="34" charset="0"/>
                  </a:rPr>
                  <a:t>=</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Helvetica" panose="020B0604020202020204" pitchFamily="34" charset="0"/>
                      </a:rPr>
                      <m:t>−1.929</m:t>
                    </m:r>
                  </m:oMath>
                </a14:m>
                <a:r>
                  <a:rPr kumimoji="0" lang="en-US" sz="2400" b="0" i="0" u="none" strike="noStrike" kern="1200" cap="none" spc="0" normalizeH="0" baseline="0" noProof="0" dirty="0">
                    <a:ln>
                      <a:noFill/>
                    </a:ln>
                    <a:solidFill>
                      <a:prstClr val="black"/>
                    </a:solidFill>
                    <a:effectLst/>
                    <a:uLnTx/>
                    <a:uFillTx/>
                    <a:ea typeface="+mn-ea"/>
                    <a:cs typeface="Helvetica" panose="020B0604020202020204" pitchFamily="34" charset="0"/>
                  </a:rPr>
                  <a:t> which is less than 1.833. So, </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ea typeface="+mn-ea"/>
                  </a:rPr>
                  <a:t>At 5% level: Fail to reject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𝐻</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sub>
                    </m:sSub>
                  </m:oMath>
                </a14:m>
                <a:r>
                  <a:rPr kumimoji="0" lang="en-US" sz="2400" b="0" i="0" u="none" strike="noStrike" kern="1200" cap="none" spc="0" normalizeH="0" baseline="0" noProof="0" dirty="0">
                    <a:ln>
                      <a:noFill/>
                    </a:ln>
                    <a:solidFill>
                      <a:prstClr val="black"/>
                    </a:solidFill>
                    <a:effectLst/>
                    <a:uLnTx/>
                    <a:uFillTx/>
                    <a:ea typeface="+mn-ea"/>
                  </a:rPr>
                  <a:t> — no evidence that mileage is higher</a:t>
                </a:r>
              </a:p>
              <a:p>
                <a:pPr>
                  <a:lnSpc>
                    <a:spcPct val="120000"/>
                  </a:lnSpc>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1% level: Fail to reject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𝐻</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no evidence that mileage is higher</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endParaRPr kumimoji="0" lang="en-US" sz="24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ea typeface="+mn-ea"/>
                  </a:rPr>
                  <a:t>.</a:t>
                </a:r>
                <a:endParaRPr kumimoji="0" lang="en-US" sz="2400" b="0" i="0" u="none" strike="noStrike" kern="1200" cap="none" spc="0" normalizeH="0" baseline="0" noProof="0" dirty="0">
                  <a:ln>
                    <a:noFill/>
                  </a:ln>
                  <a:solidFill>
                    <a:prstClr val="black"/>
                  </a:solidFill>
                  <a:effectLst/>
                  <a:uLnTx/>
                  <a:uFillTx/>
                  <a:ea typeface="+mn-ea"/>
                  <a:cs typeface="Helvetica" panose="020B0604020202020204" pitchFamily="34" charset="0"/>
                </a:endParaRPr>
              </a:p>
            </p:txBody>
          </p:sp>
        </mc:Choice>
        <mc:Fallback xmlns="">
          <p:sp>
            <p:nvSpPr>
              <p:cNvPr id="31" name="TextBox 30">
                <a:extLst>
                  <a:ext uri="{FF2B5EF4-FFF2-40B4-BE49-F238E27FC236}">
                    <a16:creationId xmlns:a16="http://schemas.microsoft.com/office/drawing/2014/main" id="{FF47F856-3705-46EE-9B40-2FC41F26483D}"/>
                  </a:ext>
                </a:extLst>
              </p:cNvPr>
              <p:cNvSpPr txBox="1">
                <a:spLocks noRot="1" noChangeAspect="1" noMove="1" noResize="1" noEditPoints="1" noAdjustHandles="1" noChangeArrowheads="1" noChangeShapeType="1" noTextEdit="1"/>
              </p:cNvSpPr>
              <p:nvPr/>
            </p:nvSpPr>
            <p:spPr>
              <a:xfrm>
                <a:off x="685800" y="1981200"/>
                <a:ext cx="10820400" cy="2266005"/>
              </a:xfrm>
              <a:prstGeom prst="rect">
                <a:avLst/>
              </a:prstGeom>
              <a:blipFill>
                <a:blip r:embed="rId4"/>
                <a:stretch>
                  <a:fillRect l="-901" b="-5108"/>
                </a:stretch>
              </a:blipFill>
            </p:spPr>
            <p:txBody>
              <a:bodyPr/>
              <a:lstStyle/>
              <a:p>
                <a:r>
                  <a:rPr lang="en-IN">
                    <a:noFill/>
                  </a:rPr>
                  <a:t> </a:t>
                </a:r>
              </a:p>
            </p:txBody>
          </p:sp>
        </mc:Fallback>
      </mc:AlternateContent>
      <p:sp>
        <p:nvSpPr>
          <p:cNvPr id="32" name="TextBox 31">
            <a:extLst>
              <a:ext uri="{FF2B5EF4-FFF2-40B4-BE49-F238E27FC236}">
                <a16:creationId xmlns:a16="http://schemas.microsoft.com/office/drawing/2014/main" id="{7204B696-0714-4FFF-8A02-331BB89105F7}"/>
              </a:ext>
            </a:extLst>
          </p:cNvPr>
          <p:cNvSpPr txBox="1"/>
          <p:nvPr/>
        </p:nvSpPr>
        <p:spPr>
          <a:xfrm>
            <a:off x="4343400" y="396240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srgbClr val="0000FF"/>
                </a:solidFill>
                <a:effectLst/>
                <a:uLnTx/>
                <a:uFillTx/>
                <a:latin typeface="Times New Roman" panose="02020603050405020304" pitchFamily="18" charset="0"/>
                <a:ea typeface="+mj-ea"/>
                <a:cs typeface="Times New Roman" panose="02020603050405020304" pitchFamily="18" charset="0"/>
              </a:rPr>
              <a:t>At 1% level of significance with critical value 2.262</a:t>
            </a:r>
          </a:p>
        </p:txBody>
      </p:sp>
      <p:grpSp>
        <p:nvGrpSpPr>
          <p:cNvPr id="6" name="Group 5">
            <a:extLst>
              <a:ext uri="{FF2B5EF4-FFF2-40B4-BE49-F238E27FC236}">
                <a16:creationId xmlns:a16="http://schemas.microsoft.com/office/drawing/2014/main" id="{3C3C37FA-B05C-F3CF-59FC-9B2278C555C0}"/>
              </a:ext>
            </a:extLst>
          </p:cNvPr>
          <p:cNvGrpSpPr/>
          <p:nvPr/>
        </p:nvGrpSpPr>
        <p:grpSpPr>
          <a:xfrm>
            <a:off x="2905289" y="2614436"/>
            <a:ext cx="1091520" cy="104040"/>
            <a:chOff x="2905289" y="2614436"/>
            <a:chExt cx="1091520" cy="104040"/>
          </a:xfrm>
        </p:grpSpPr>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13E3F3A4-ADEA-74B4-E397-3648FBC15E3C}"/>
                    </a:ext>
                  </a:extLst>
                </p14:cNvPr>
                <p14:cNvContentPartPr/>
                <p14:nvPr/>
              </p14:nvContentPartPr>
              <p14:xfrm>
                <a:off x="3038489" y="2663036"/>
                <a:ext cx="10800" cy="360"/>
              </p14:xfrm>
            </p:contentPart>
          </mc:Choice>
          <mc:Fallback xmlns="">
            <p:pic>
              <p:nvPicPr>
                <p:cNvPr id="4" name="Ink 3">
                  <a:extLst>
                    <a:ext uri="{FF2B5EF4-FFF2-40B4-BE49-F238E27FC236}">
                      <a16:creationId xmlns:a16="http://schemas.microsoft.com/office/drawing/2014/main" id="{13E3F3A4-ADEA-74B4-E397-3648FBC15E3C}"/>
                    </a:ext>
                  </a:extLst>
                </p:cNvPr>
                <p:cNvPicPr/>
                <p:nvPr/>
              </p:nvPicPr>
              <p:blipFill>
                <a:blip r:embed="rId6"/>
                <a:stretch>
                  <a:fillRect/>
                </a:stretch>
              </p:blipFill>
              <p:spPr>
                <a:xfrm>
                  <a:off x="3032369" y="2656916"/>
                  <a:ext cx="23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5277CDDE-4A2E-7002-E3ED-4BB121CD8BBE}"/>
                    </a:ext>
                  </a:extLst>
                </p14:cNvPr>
                <p14:cNvContentPartPr/>
                <p14:nvPr/>
              </p14:nvContentPartPr>
              <p14:xfrm>
                <a:off x="2905289" y="2614436"/>
                <a:ext cx="1091520" cy="104040"/>
              </p14:xfrm>
            </p:contentPart>
          </mc:Choice>
          <mc:Fallback xmlns="">
            <p:pic>
              <p:nvPicPr>
                <p:cNvPr id="5" name="Ink 4">
                  <a:extLst>
                    <a:ext uri="{FF2B5EF4-FFF2-40B4-BE49-F238E27FC236}">
                      <a16:creationId xmlns:a16="http://schemas.microsoft.com/office/drawing/2014/main" id="{5277CDDE-4A2E-7002-E3ED-4BB121CD8BBE}"/>
                    </a:ext>
                  </a:extLst>
                </p:cNvPr>
                <p:cNvPicPr/>
                <p:nvPr/>
              </p:nvPicPr>
              <p:blipFill>
                <a:blip r:embed="rId8"/>
                <a:stretch>
                  <a:fillRect/>
                </a:stretch>
              </p:blipFill>
              <p:spPr>
                <a:xfrm>
                  <a:off x="2899169" y="2608316"/>
                  <a:ext cx="1103760" cy="116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5446B9ED-FF58-0E6C-8433-383A8222F777}"/>
                  </a:ext>
                </a:extLst>
              </p14:cNvPr>
              <p14:cNvContentPartPr/>
              <p14:nvPr/>
            </p14:nvContentPartPr>
            <p14:xfrm>
              <a:off x="6028289" y="2575916"/>
              <a:ext cx="1275840" cy="85680"/>
            </p14:xfrm>
          </p:contentPart>
        </mc:Choice>
        <mc:Fallback xmlns="">
          <p:pic>
            <p:nvPicPr>
              <p:cNvPr id="7" name="Ink 6">
                <a:extLst>
                  <a:ext uri="{FF2B5EF4-FFF2-40B4-BE49-F238E27FC236}">
                    <a16:creationId xmlns:a16="http://schemas.microsoft.com/office/drawing/2014/main" id="{5446B9ED-FF58-0E6C-8433-383A8222F777}"/>
                  </a:ext>
                </a:extLst>
              </p:cNvPr>
              <p:cNvPicPr/>
              <p:nvPr/>
            </p:nvPicPr>
            <p:blipFill>
              <a:blip r:embed="rId10"/>
              <a:stretch>
                <a:fillRect/>
              </a:stretch>
            </p:blipFill>
            <p:spPr>
              <a:xfrm>
                <a:off x="6022169" y="2569796"/>
                <a:ext cx="1288080" cy="97920"/>
              </a:xfrm>
              <a:prstGeom prst="rect">
                <a:avLst/>
              </a:prstGeom>
            </p:spPr>
          </p:pic>
        </mc:Fallback>
      </mc:AlternateContent>
    </p:spTree>
    <p:extLst>
      <p:ext uri="{BB962C8B-B14F-4D97-AF65-F5344CB8AC3E}">
        <p14:creationId xmlns:p14="http://schemas.microsoft.com/office/powerpoint/2010/main" val="3561023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48BAD-E05C-C268-E953-F79131CC6479}"/>
              </a:ext>
            </a:extLst>
          </p:cNvPr>
          <p:cNvSpPr>
            <a:spLocks noGrp="1"/>
          </p:cNvSpPr>
          <p:nvPr>
            <p:ph type="title"/>
          </p:nvPr>
        </p:nvSpPr>
        <p:spPr/>
        <p:txBody>
          <a:bodyPr>
            <a:normAutofit fontScale="90000"/>
          </a:bodyPr>
          <a:lstStyle/>
          <a:p>
            <a:r>
              <a:rPr lang="en-US" altLang="zh-CN" dirty="0">
                <a:ea typeface="WenQuanYi Micro Hei"/>
                <a:cs typeface="Times New Roman" panose="02020603050405020304" pitchFamily="18" charset="0"/>
              </a:rPr>
              <a:t>Testing the difference between means of two population (µ</a:t>
            </a:r>
            <a:r>
              <a:rPr lang="en-US" altLang="zh-CN" baseline="-25000" dirty="0">
                <a:ea typeface="WenQuanYi Micro Hei"/>
                <a:cs typeface="Times New Roman" panose="02020603050405020304" pitchFamily="18" charset="0"/>
              </a:rPr>
              <a:t>1</a:t>
            </a:r>
            <a:r>
              <a:rPr lang="en-US" altLang="zh-CN" dirty="0">
                <a:ea typeface="WenQuanYi Micro Hei"/>
                <a:cs typeface="Times New Roman" panose="02020603050405020304" pitchFamily="18" charset="0"/>
              </a:rPr>
              <a:t> – µ</a:t>
            </a:r>
            <a:r>
              <a:rPr lang="en-US" altLang="zh-CN" baseline="-25000" dirty="0">
                <a:ea typeface="WenQuanYi Micro Hei"/>
                <a:cs typeface="Times New Roman" panose="02020603050405020304" pitchFamily="18" charset="0"/>
              </a:rPr>
              <a:t>2</a:t>
            </a:r>
            <a:r>
              <a:rPr lang="en-US" altLang="zh-CN" dirty="0">
                <a:ea typeface="WenQuanYi Micro Hei"/>
                <a:cs typeface="Times New Roman" panose="02020603050405020304" pitchFamily="18" charset="0"/>
              </a:rPr>
              <a:t>)</a:t>
            </a:r>
            <a:br>
              <a:rPr lang="en-US" dirty="0"/>
            </a:br>
            <a:endParaRPr lang="en-IN" dirty="0"/>
          </a:p>
        </p:txBody>
      </p:sp>
      <p:sp>
        <p:nvSpPr>
          <p:cNvPr id="3" name="Text Placeholder 2">
            <a:extLst>
              <a:ext uri="{FF2B5EF4-FFF2-40B4-BE49-F238E27FC236}">
                <a16:creationId xmlns:a16="http://schemas.microsoft.com/office/drawing/2014/main" id="{6C5388DD-314F-BF99-2B74-96B17AA5255A}"/>
              </a:ext>
            </a:extLst>
          </p:cNvPr>
          <p:cNvSpPr>
            <a:spLocks noGrp="1"/>
          </p:cNvSpPr>
          <p:nvPr>
            <p:ph type="body" sz="quarter" idx="13"/>
          </p:nvPr>
        </p:nvSpPr>
        <p:spPr>
          <a:xfrm>
            <a:off x="95250" y="1019175"/>
            <a:ext cx="11963399" cy="5753100"/>
          </a:xfrm>
        </p:spPr>
        <p:txBody>
          <a:bodyPr/>
          <a:lstStyle/>
          <a:p>
            <a:pPr marL="0" indent="0">
              <a:buNone/>
            </a:pPr>
            <a:r>
              <a:rPr lang="en-IN" dirty="0"/>
              <a:t>.</a:t>
            </a:r>
          </a:p>
        </p:txBody>
      </p:sp>
      <p:sp>
        <p:nvSpPr>
          <p:cNvPr id="5" name="Content Placeholder 2">
            <a:extLst>
              <a:ext uri="{FF2B5EF4-FFF2-40B4-BE49-F238E27FC236}">
                <a16:creationId xmlns:a16="http://schemas.microsoft.com/office/drawing/2014/main" id="{F3C044D8-D4C8-2FD7-8A3A-04A3BC63D445}"/>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0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0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grpSp>
        <p:nvGrpSpPr>
          <p:cNvPr id="32" name="Group 31">
            <a:extLst>
              <a:ext uri="{FF2B5EF4-FFF2-40B4-BE49-F238E27FC236}">
                <a16:creationId xmlns:a16="http://schemas.microsoft.com/office/drawing/2014/main" id="{A5F3158C-B16C-2384-CADC-DE4DED55A655}"/>
              </a:ext>
            </a:extLst>
          </p:cNvPr>
          <p:cNvGrpSpPr/>
          <p:nvPr/>
        </p:nvGrpSpPr>
        <p:grpSpPr>
          <a:xfrm>
            <a:off x="1752600" y="5638800"/>
            <a:ext cx="8990052" cy="819386"/>
            <a:chOff x="375557" y="1965945"/>
            <a:chExt cx="12847313" cy="591676"/>
          </a:xfrm>
        </p:grpSpPr>
        <p:sp>
          <p:nvSpPr>
            <p:cNvPr id="33" name="Rectangle 32">
              <a:extLst>
                <a:ext uri="{FF2B5EF4-FFF2-40B4-BE49-F238E27FC236}">
                  <a16:creationId xmlns:a16="http://schemas.microsoft.com/office/drawing/2014/main" id="{7DA82897-C11D-5CA4-2ECE-7AE4FB3FCEA8}"/>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34" name="TextBox 33">
              <a:extLst>
                <a:ext uri="{FF2B5EF4-FFF2-40B4-BE49-F238E27FC236}">
                  <a16:creationId xmlns:a16="http://schemas.microsoft.com/office/drawing/2014/main" id="{7BC8EF50-D4C9-0090-6131-285E3E5D2422}"/>
                </a:ext>
              </a:extLst>
            </p:cNvPr>
            <p:cNvSpPr txBox="1"/>
            <p:nvPr/>
          </p:nvSpPr>
          <p:spPr>
            <a:xfrm>
              <a:off x="417333" y="2064679"/>
              <a:ext cx="12805537" cy="43337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0000"/>
                  </a:solidFill>
                  <a:effectLst/>
                  <a:uLnTx/>
                  <a:uFillTx/>
                  <a:latin typeface="Helvetica Neue"/>
                  <a:ea typeface="+mn-ea"/>
                  <a:cs typeface="Helvetica" panose="020B0604020202020204" pitchFamily="34" charset="0"/>
                </a:rPr>
                <a:t>Note: Rejection criteria may be based on critical value or P-value</a:t>
              </a:r>
              <a:endParaRPr kumimoji="0" lang="en-IN" sz="2200" b="1" i="0" u="none" strike="noStrike" kern="1200" cap="none" spc="0" normalizeH="0" baseline="0" noProof="0" dirty="0">
                <a:ln>
                  <a:noFill/>
                </a:ln>
                <a:solidFill>
                  <a:srgbClr val="FF0000"/>
                </a:solidFill>
                <a:effectLst/>
                <a:uLnTx/>
                <a:uFillTx/>
                <a:latin typeface="Helvetica Neue"/>
                <a:ea typeface="+mn-ea"/>
                <a:cs typeface="Helvetica" panose="020B0604020202020204" pitchFamily="34" charset="0"/>
              </a:endParaRPr>
            </a:p>
          </p:txBody>
        </p:sp>
      </p:grpSp>
      <p:grpSp>
        <p:nvGrpSpPr>
          <p:cNvPr id="35" name="Group 34">
            <a:extLst>
              <a:ext uri="{FF2B5EF4-FFF2-40B4-BE49-F238E27FC236}">
                <a16:creationId xmlns:a16="http://schemas.microsoft.com/office/drawing/2014/main" id="{0B7A0705-C0F0-1E1F-C917-C0566F6724DB}"/>
              </a:ext>
            </a:extLst>
          </p:cNvPr>
          <p:cNvGrpSpPr/>
          <p:nvPr/>
        </p:nvGrpSpPr>
        <p:grpSpPr>
          <a:xfrm>
            <a:off x="4148769" y="4114800"/>
            <a:ext cx="4490646" cy="1015662"/>
            <a:chOff x="375557" y="1934407"/>
            <a:chExt cx="12847313" cy="733407"/>
          </a:xfrm>
        </p:grpSpPr>
        <p:sp>
          <p:nvSpPr>
            <p:cNvPr id="36" name="Rectangle 35">
              <a:extLst>
                <a:ext uri="{FF2B5EF4-FFF2-40B4-BE49-F238E27FC236}">
                  <a16:creationId xmlns:a16="http://schemas.microsoft.com/office/drawing/2014/main" id="{CE4F641C-1252-B8C4-15E1-25D6F0DADEFC}"/>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37" name="TextBox 36">
              <a:extLst>
                <a:ext uri="{FF2B5EF4-FFF2-40B4-BE49-F238E27FC236}">
                  <a16:creationId xmlns:a16="http://schemas.microsoft.com/office/drawing/2014/main" id="{A220C7A9-4B03-91FD-AE53-57EE215AF90A}"/>
                </a:ext>
              </a:extLst>
            </p:cNvPr>
            <p:cNvSpPr txBox="1"/>
            <p:nvPr/>
          </p:nvSpPr>
          <p:spPr>
            <a:xfrm>
              <a:off x="417332" y="1934407"/>
              <a:ext cx="12805538" cy="73340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FF"/>
                  </a:solidFill>
                  <a:effectLst/>
                  <a:uLnTx/>
                  <a:uFillTx/>
                  <a:latin typeface="Helvetica Neue"/>
                  <a:ea typeface="+mn-ea"/>
                  <a:cs typeface="Helvetica" panose="020B0604020202020204" pitchFamily="34" charset="0"/>
                </a:rPr>
                <a:t>Note: If sample sizes are unequal compute pooled SE</a:t>
              </a:r>
              <a:endParaRPr kumimoji="0" lang="en-IN" sz="2000" b="1" i="0" u="none" strike="noStrike" kern="1200" cap="none" spc="0" normalizeH="0" baseline="0" noProof="0" dirty="0">
                <a:ln>
                  <a:noFill/>
                </a:ln>
                <a:solidFill>
                  <a:srgbClr val="0000FF"/>
                </a:solidFill>
                <a:effectLst/>
                <a:uLnTx/>
                <a:uFillTx/>
                <a:latin typeface="Helvetica Neue"/>
                <a:ea typeface="+mn-ea"/>
                <a:cs typeface="Helvetica" panose="020B0604020202020204" pitchFamily="34" charset="0"/>
              </a:endParaRPr>
            </a:p>
          </p:txBody>
        </p:sp>
      </p:grpSp>
      <p:pic>
        <p:nvPicPr>
          <p:cNvPr id="38" name="Picture 37">
            <a:extLst>
              <a:ext uri="{FF2B5EF4-FFF2-40B4-BE49-F238E27FC236}">
                <a16:creationId xmlns:a16="http://schemas.microsoft.com/office/drawing/2014/main" id="{F36CCA8D-8C90-5436-A878-9F2462C8B6C7}"/>
              </a:ext>
            </a:extLst>
          </p:cNvPr>
          <p:cNvPicPr>
            <a:picLocks noChangeAspect="1"/>
          </p:cNvPicPr>
          <p:nvPr/>
        </p:nvPicPr>
        <p:blipFill>
          <a:blip r:embed="rId2"/>
          <a:stretch>
            <a:fillRect/>
          </a:stretch>
        </p:blipFill>
        <p:spPr>
          <a:xfrm>
            <a:off x="728870" y="1345610"/>
            <a:ext cx="2810148" cy="1778031"/>
          </a:xfrm>
          <a:prstGeom prst="rect">
            <a:avLst/>
          </a:prstGeom>
        </p:spPr>
      </p:pic>
      <p:pic>
        <p:nvPicPr>
          <p:cNvPr id="39" name="Picture 38">
            <a:extLst>
              <a:ext uri="{FF2B5EF4-FFF2-40B4-BE49-F238E27FC236}">
                <a16:creationId xmlns:a16="http://schemas.microsoft.com/office/drawing/2014/main" id="{81356CAE-0080-6ED5-61E4-B9A1594A4B9F}"/>
              </a:ext>
            </a:extLst>
          </p:cNvPr>
          <p:cNvPicPr>
            <a:picLocks noChangeAspect="1"/>
          </p:cNvPicPr>
          <p:nvPr/>
        </p:nvPicPr>
        <p:blipFill>
          <a:blip r:embed="rId3"/>
          <a:stretch>
            <a:fillRect/>
          </a:stretch>
        </p:blipFill>
        <p:spPr>
          <a:xfrm>
            <a:off x="5490633" y="1846635"/>
            <a:ext cx="2742534" cy="18669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3DC047E-04F2-A8E9-2398-5AD1AF47C257}"/>
                  </a:ext>
                </a:extLst>
              </p14:cNvPr>
              <p14:cNvContentPartPr/>
              <p14:nvPr/>
            </p14:nvContentPartPr>
            <p14:xfrm>
              <a:off x="4761809" y="1663676"/>
              <a:ext cx="4014360" cy="2237400"/>
            </p14:xfrm>
          </p:contentPart>
        </mc:Choice>
        <mc:Fallback xmlns="">
          <p:pic>
            <p:nvPicPr>
              <p:cNvPr id="4" name="Ink 3">
                <a:extLst>
                  <a:ext uri="{FF2B5EF4-FFF2-40B4-BE49-F238E27FC236}">
                    <a16:creationId xmlns:a16="http://schemas.microsoft.com/office/drawing/2014/main" id="{E3DC047E-04F2-A8E9-2398-5AD1AF47C257}"/>
                  </a:ext>
                </a:extLst>
              </p:cNvPr>
              <p:cNvPicPr/>
              <p:nvPr/>
            </p:nvPicPr>
            <p:blipFill>
              <a:blip r:embed="rId5"/>
              <a:stretch>
                <a:fillRect/>
              </a:stretch>
            </p:blipFill>
            <p:spPr>
              <a:xfrm>
                <a:off x="4755689" y="1657556"/>
                <a:ext cx="4026600" cy="2249640"/>
              </a:xfrm>
              <a:prstGeom prst="rect">
                <a:avLst/>
              </a:prstGeom>
            </p:spPr>
          </p:pic>
        </mc:Fallback>
      </mc:AlternateContent>
    </p:spTree>
    <p:extLst>
      <p:ext uri="{BB962C8B-B14F-4D97-AF65-F5344CB8AC3E}">
        <p14:creationId xmlns:p14="http://schemas.microsoft.com/office/powerpoint/2010/main" val="26857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39"/>
                                        </p:tgtEl>
                                        <p:attrNameLst>
                                          <p:attrName>style.visibility</p:attrName>
                                        </p:attrNameLst>
                                      </p:cBhvr>
                                      <p:to>
                                        <p:strVal val="visible"/>
                                      </p:to>
                                    </p:set>
                                    <p:anim calcmode="lin" valueType="num">
                                      <p:cBhvr>
                                        <p:cTn id="12" dur="500" fill="hold"/>
                                        <p:tgtEl>
                                          <p:spTgt spid="39"/>
                                        </p:tgtEl>
                                        <p:attrNameLst>
                                          <p:attrName>ppt_w</p:attrName>
                                        </p:attrNameLst>
                                      </p:cBhvr>
                                      <p:tavLst>
                                        <p:tav tm="0">
                                          <p:val>
                                            <p:fltVal val="0"/>
                                          </p:val>
                                        </p:tav>
                                        <p:tav tm="100000">
                                          <p:val>
                                            <p:strVal val="#ppt_w"/>
                                          </p:val>
                                        </p:tav>
                                      </p:tavLst>
                                    </p:anim>
                                    <p:anim calcmode="lin" valueType="num">
                                      <p:cBhvr>
                                        <p:cTn id="13" dur="500" fill="hold"/>
                                        <p:tgtEl>
                                          <p:spTgt spid="39"/>
                                        </p:tgtEl>
                                        <p:attrNameLst>
                                          <p:attrName>ppt_h</p:attrName>
                                        </p:attrNameLst>
                                      </p:cBhvr>
                                      <p:tavLst>
                                        <p:tav tm="0">
                                          <p:val>
                                            <p:fltVal val="0"/>
                                          </p:val>
                                        </p:tav>
                                        <p:tav tm="100000">
                                          <p:val>
                                            <p:strVal val="#ppt_h"/>
                                          </p:val>
                                        </p:tav>
                                      </p:tavLst>
                                    </p:anim>
                                  </p:childTnLst>
                                </p:cTn>
                              </p:par>
                              <p:par>
                                <p:cTn id="14" presetID="2" presetClass="entr" presetSubtype="8" fill="hold" nodeType="withEffect">
                                  <p:stCondLst>
                                    <p:cond delay="0"/>
                                  </p:stCondLst>
                                  <p:childTnLst>
                                    <p:set>
                                      <p:cBhvr>
                                        <p:cTn id="15" dur="1" fill="hold">
                                          <p:stCondLst>
                                            <p:cond delay="0"/>
                                          </p:stCondLst>
                                        </p:cTn>
                                        <p:tgtEl>
                                          <p:spTgt spid="32"/>
                                        </p:tgtEl>
                                        <p:attrNameLst>
                                          <p:attrName>style.visibility</p:attrName>
                                        </p:attrNameLst>
                                      </p:cBhvr>
                                      <p:to>
                                        <p:strVal val="visible"/>
                                      </p:to>
                                    </p:set>
                                    <p:anim calcmode="lin" valueType="num">
                                      <p:cBhvr additive="base">
                                        <p:cTn id="16" dur="500" fill="hold"/>
                                        <p:tgtEl>
                                          <p:spTgt spid="32"/>
                                        </p:tgtEl>
                                        <p:attrNameLst>
                                          <p:attrName>ppt_x</p:attrName>
                                        </p:attrNameLst>
                                      </p:cBhvr>
                                      <p:tavLst>
                                        <p:tav tm="0">
                                          <p:val>
                                            <p:strVal val="0-#ppt_w/2"/>
                                          </p:val>
                                        </p:tav>
                                        <p:tav tm="100000">
                                          <p:val>
                                            <p:strVal val="#ppt_x"/>
                                          </p:val>
                                        </p:tav>
                                      </p:tavLst>
                                    </p:anim>
                                    <p:anim calcmode="lin" valueType="num">
                                      <p:cBhvr additive="base">
                                        <p:cTn id="17" dur="500" fill="hold"/>
                                        <p:tgtEl>
                                          <p:spTgt spid="32"/>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9" dur="1" fill="hold">
                                          <p:stCondLst>
                                            <p:cond delay="0"/>
                                          </p:stCondLst>
                                        </p:cTn>
                                        <p:tgtEl>
                                          <p:spTgt spid="35"/>
                                        </p:tgtEl>
                                        <p:attrNameLst>
                                          <p:attrName>style.visibility</p:attrName>
                                        </p:attrNameLst>
                                      </p:cBhvr>
                                      <p:to>
                                        <p:strVal val="visible"/>
                                      </p:to>
                                    </p:set>
                                    <p:anim calcmode="lin" valueType="num">
                                      <p:cBhvr additive="base">
                                        <p:cTn id="20" dur="500" fill="hold"/>
                                        <p:tgtEl>
                                          <p:spTgt spid="35"/>
                                        </p:tgtEl>
                                        <p:attrNameLst>
                                          <p:attrName>ppt_x</p:attrName>
                                        </p:attrNameLst>
                                      </p:cBhvr>
                                      <p:tavLst>
                                        <p:tav tm="0">
                                          <p:val>
                                            <p:strVal val="0-#ppt_w/2"/>
                                          </p:val>
                                        </p:tav>
                                        <p:tav tm="100000">
                                          <p:val>
                                            <p:strVal val="#ppt_x"/>
                                          </p:val>
                                        </p:tav>
                                      </p:tavLst>
                                    </p:anim>
                                    <p:anim calcmode="lin" valueType="num">
                                      <p:cBhvr additive="base">
                                        <p:cTn id="21" dur="5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910D3-8C81-1402-4293-6E16851D5EB0}"/>
              </a:ext>
            </a:extLst>
          </p:cNvPr>
          <p:cNvSpPr>
            <a:spLocks noGrp="1"/>
          </p:cNvSpPr>
          <p:nvPr>
            <p:ph type="title"/>
          </p:nvPr>
        </p:nvSpPr>
        <p:spPr/>
        <p:txBody>
          <a:bodyPr/>
          <a:lstStyle/>
          <a:p>
            <a:r>
              <a:rPr lang="en-IN" dirty="0"/>
              <a:t>Example</a:t>
            </a:r>
          </a:p>
        </p:txBody>
      </p:sp>
      <p:sp>
        <p:nvSpPr>
          <p:cNvPr id="3" name="Text Placeholder 2">
            <a:extLst>
              <a:ext uri="{FF2B5EF4-FFF2-40B4-BE49-F238E27FC236}">
                <a16:creationId xmlns:a16="http://schemas.microsoft.com/office/drawing/2014/main" id="{D463606F-3DA8-A9C8-14FD-F24A901291E9}"/>
              </a:ext>
            </a:extLst>
          </p:cNvPr>
          <p:cNvSpPr>
            <a:spLocks noGrp="1"/>
          </p:cNvSpPr>
          <p:nvPr>
            <p:ph type="body" sz="quarter" idx="13"/>
          </p:nvPr>
        </p:nvSpPr>
        <p:spPr>
          <a:xfrm>
            <a:off x="685800" y="1038225"/>
            <a:ext cx="10515600" cy="3152775"/>
          </a:xfrm>
        </p:spPr>
        <p:txBody>
          <a:bodyPr>
            <a:normAutofit fontScale="85000" lnSpcReduction="10000"/>
          </a:bodyPr>
          <a:lstStyle/>
          <a:p>
            <a:pPr marL="0" indent="0" algn="just">
              <a:lnSpc>
                <a:spcPct val="150000"/>
              </a:lnSpc>
              <a:spcBef>
                <a:spcPts val="0"/>
              </a:spcBef>
              <a:buNone/>
            </a:pPr>
            <a:r>
              <a:rPr lang="en-US" sz="2400" dirty="0">
                <a:latin typeface="+mn-lt"/>
              </a:rPr>
              <a:t> </a:t>
            </a:r>
            <a:r>
              <a:rPr lang="en-US" sz="2400" dirty="0">
                <a:latin typeface="+mn-lt"/>
                <a:cs typeface="Times New Roman" panose="02020603050405020304" pitchFamily="18" charset="0"/>
              </a:rPr>
              <a:t>The manager of a courier service believes that packets delivered at the beginning of the month are heavier than those delivered at the end of  month. As an experiment, he weighed a random sample of 15 packets at the beginning of the month and found that the mean weight was 5.25 kg</a:t>
            </a:r>
            <a:r>
              <a:rPr lang="en-IN" sz="2400" dirty="0">
                <a:latin typeface="+mn-lt"/>
                <a:cs typeface="Times New Roman" panose="02020603050405020304" pitchFamily="18" charset="0"/>
              </a:rPr>
              <a:t>. A randomly selected 10 packets at the end of the month had a mean weight of 4.56 kg. It was observed from the past experience that the sample variances are 1.20 kg and 1.15 kg. At 5% level of significance, can it be concluded that the packets delivered at the beginning of the month weigh more? Also find P-value and 95% confidence interval for the difference between the means.</a:t>
            </a:r>
            <a:endParaRPr lang="en-IN" dirty="0"/>
          </a:p>
        </p:txBody>
      </p:sp>
      <p:grpSp>
        <p:nvGrpSpPr>
          <p:cNvPr id="43" name="Group 42">
            <a:extLst>
              <a:ext uri="{FF2B5EF4-FFF2-40B4-BE49-F238E27FC236}">
                <a16:creationId xmlns:a16="http://schemas.microsoft.com/office/drawing/2014/main" id="{53BDB3DB-E3A5-5A9C-4BAA-D3ABB780CB8A}"/>
              </a:ext>
            </a:extLst>
          </p:cNvPr>
          <p:cNvGrpSpPr/>
          <p:nvPr/>
        </p:nvGrpSpPr>
        <p:grpSpPr>
          <a:xfrm>
            <a:off x="2658689" y="4274036"/>
            <a:ext cx="9315720" cy="1852200"/>
            <a:chOff x="2658689" y="4274036"/>
            <a:chExt cx="9315720" cy="185220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6AD6A8F-CB59-8E91-3F90-CF196709C708}"/>
                    </a:ext>
                  </a:extLst>
                </p14:cNvPr>
                <p14:cNvContentPartPr/>
                <p14:nvPr/>
              </p14:nvContentPartPr>
              <p14:xfrm>
                <a:off x="2658689" y="4496156"/>
                <a:ext cx="863640" cy="535320"/>
              </p14:xfrm>
            </p:contentPart>
          </mc:Choice>
          <mc:Fallback xmlns="">
            <p:pic>
              <p:nvPicPr>
                <p:cNvPr id="4" name="Ink 3">
                  <a:extLst>
                    <a:ext uri="{FF2B5EF4-FFF2-40B4-BE49-F238E27FC236}">
                      <a16:creationId xmlns:a16="http://schemas.microsoft.com/office/drawing/2014/main" id="{B6AD6A8F-CB59-8E91-3F90-CF196709C708}"/>
                    </a:ext>
                  </a:extLst>
                </p:cNvPr>
                <p:cNvPicPr/>
                <p:nvPr/>
              </p:nvPicPr>
              <p:blipFill>
                <a:blip r:embed="rId3"/>
                <a:stretch>
                  <a:fillRect/>
                </a:stretch>
              </p:blipFill>
              <p:spPr>
                <a:xfrm>
                  <a:off x="2652569" y="4490036"/>
                  <a:ext cx="875880" cy="547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708487B-416D-8251-3EE2-D6A23BBBEF1F}"/>
                    </a:ext>
                  </a:extLst>
                </p14:cNvPr>
                <p14:cNvContentPartPr/>
                <p14:nvPr/>
              </p14:nvContentPartPr>
              <p14:xfrm>
                <a:off x="3908609" y="4833116"/>
                <a:ext cx="512280" cy="207360"/>
              </p14:xfrm>
            </p:contentPart>
          </mc:Choice>
          <mc:Fallback xmlns="">
            <p:pic>
              <p:nvPicPr>
                <p:cNvPr id="5" name="Ink 4">
                  <a:extLst>
                    <a:ext uri="{FF2B5EF4-FFF2-40B4-BE49-F238E27FC236}">
                      <a16:creationId xmlns:a16="http://schemas.microsoft.com/office/drawing/2014/main" id="{C708487B-416D-8251-3EE2-D6A23BBBEF1F}"/>
                    </a:ext>
                  </a:extLst>
                </p:cNvPr>
                <p:cNvPicPr/>
                <p:nvPr/>
              </p:nvPicPr>
              <p:blipFill>
                <a:blip r:embed="rId5"/>
                <a:stretch>
                  <a:fillRect/>
                </a:stretch>
              </p:blipFill>
              <p:spPr>
                <a:xfrm>
                  <a:off x="3902489" y="4826996"/>
                  <a:ext cx="52452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5D759C96-6CEA-78FD-1DAF-DC5C34B6F62E}"/>
                    </a:ext>
                  </a:extLst>
                </p14:cNvPr>
                <p14:cNvContentPartPr/>
                <p14:nvPr/>
              </p14:nvContentPartPr>
              <p14:xfrm>
                <a:off x="4373009" y="4905116"/>
                <a:ext cx="321120" cy="234720"/>
              </p14:xfrm>
            </p:contentPart>
          </mc:Choice>
          <mc:Fallback xmlns="">
            <p:pic>
              <p:nvPicPr>
                <p:cNvPr id="6" name="Ink 5">
                  <a:extLst>
                    <a:ext uri="{FF2B5EF4-FFF2-40B4-BE49-F238E27FC236}">
                      <a16:creationId xmlns:a16="http://schemas.microsoft.com/office/drawing/2014/main" id="{5D759C96-6CEA-78FD-1DAF-DC5C34B6F62E}"/>
                    </a:ext>
                  </a:extLst>
                </p:cNvPr>
                <p:cNvPicPr/>
                <p:nvPr/>
              </p:nvPicPr>
              <p:blipFill>
                <a:blip r:embed="rId7"/>
                <a:stretch>
                  <a:fillRect/>
                </a:stretch>
              </p:blipFill>
              <p:spPr>
                <a:xfrm>
                  <a:off x="4366889" y="4898996"/>
                  <a:ext cx="33336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F79AD6C3-E1FB-88B2-BF94-09ACA85DCE60}"/>
                    </a:ext>
                  </a:extLst>
                </p14:cNvPr>
                <p14:cNvContentPartPr/>
                <p14:nvPr/>
              </p14:nvContentPartPr>
              <p14:xfrm>
                <a:off x="5038649" y="4898996"/>
                <a:ext cx="252360" cy="230400"/>
              </p14:xfrm>
            </p:contentPart>
          </mc:Choice>
          <mc:Fallback xmlns="">
            <p:pic>
              <p:nvPicPr>
                <p:cNvPr id="7" name="Ink 6">
                  <a:extLst>
                    <a:ext uri="{FF2B5EF4-FFF2-40B4-BE49-F238E27FC236}">
                      <a16:creationId xmlns:a16="http://schemas.microsoft.com/office/drawing/2014/main" id="{F79AD6C3-E1FB-88B2-BF94-09ACA85DCE60}"/>
                    </a:ext>
                  </a:extLst>
                </p:cNvPr>
                <p:cNvPicPr/>
                <p:nvPr/>
              </p:nvPicPr>
              <p:blipFill>
                <a:blip r:embed="rId9"/>
                <a:stretch>
                  <a:fillRect/>
                </a:stretch>
              </p:blipFill>
              <p:spPr>
                <a:xfrm>
                  <a:off x="5032529" y="4892876"/>
                  <a:ext cx="26460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EBE1AB86-F661-0F41-DE53-0A670A6C78DF}"/>
                    </a:ext>
                  </a:extLst>
                </p14:cNvPr>
                <p14:cNvContentPartPr/>
                <p14:nvPr/>
              </p14:nvContentPartPr>
              <p14:xfrm>
                <a:off x="5375609" y="4838876"/>
                <a:ext cx="163440" cy="194040"/>
              </p14:xfrm>
            </p:contentPart>
          </mc:Choice>
          <mc:Fallback xmlns="">
            <p:pic>
              <p:nvPicPr>
                <p:cNvPr id="8" name="Ink 7">
                  <a:extLst>
                    <a:ext uri="{FF2B5EF4-FFF2-40B4-BE49-F238E27FC236}">
                      <a16:creationId xmlns:a16="http://schemas.microsoft.com/office/drawing/2014/main" id="{EBE1AB86-F661-0F41-DE53-0A670A6C78DF}"/>
                    </a:ext>
                  </a:extLst>
                </p:cNvPr>
                <p:cNvPicPr/>
                <p:nvPr/>
              </p:nvPicPr>
              <p:blipFill>
                <a:blip r:embed="rId11"/>
                <a:stretch>
                  <a:fillRect/>
                </a:stretch>
              </p:blipFill>
              <p:spPr>
                <a:xfrm>
                  <a:off x="5369489" y="4832756"/>
                  <a:ext cx="17568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B8A314AE-7F9C-3AAB-3AC9-48462CE07E5E}"/>
                    </a:ext>
                  </a:extLst>
                </p14:cNvPr>
                <p14:cNvContentPartPr/>
                <p14:nvPr/>
              </p14:nvContentPartPr>
              <p14:xfrm>
                <a:off x="5599529" y="4823396"/>
                <a:ext cx="210960" cy="232920"/>
              </p14:xfrm>
            </p:contentPart>
          </mc:Choice>
          <mc:Fallback xmlns="">
            <p:pic>
              <p:nvPicPr>
                <p:cNvPr id="9" name="Ink 8">
                  <a:extLst>
                    <a:ext uri="{FF2B5EF4-FFF2-40B4-BE49-F238E27FC236}">
                      <a16:creationId xmlns:a16="http://schemas.microsoft.com/office/drawing/2014/main" id="{B8A314AE-7F9C-3AAB-3AC9-48462CE07E5E}"/>
                    </a:ext>
                  </a:extLst>
                </p:cNvPr>
                <p:cNvPicPr/>
                <p:nvPr/>
              </p:nvPicPr>
              <p:blipFill>
                <a:blip r:embed="rId13"/>
                <a:stretch>
                  <a:fillRect/>
                </a:stretch>
              </p:blipFill>
              <p:spPr>
                <a:xfrm>
                  <a:off x="5593409" y="4817276"/>
                  <a:ext cx="2232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AE68FEB5-DE60-202C-1473-B3A9371AA27C}"/>
                    </a:ext>
                  </a:extLst>
                </p14:cNvPr>
                <p14:cNvContentPartPr/>
                <p14:nvPr/>
              </p14:nvContentPartPr>
              <p14:xfrm>
                <a:off x="5926769" y="4869476"/>
                <a:ext cx="47520" cy="21600"/>
              </p14:xfrm>
            </p:contentPart>
          </mc:Choice>
          <mc:Fallback xmlns="">
            <p:pic>
              <p:nvPicPr>
                <p:cNvPr id="10" name="Ink 9">
                  <a:extLst>
                    <a:ext uri="{FF2B5EF4-FFF2-40B4-BE49-F238E27FC236}">
                      <a16:creationId xmlns:a16="http://schemas.microsoft.com/office/drawing/2014/main" id="{AE68FEB5-DE60-202C-1473-B3A9371AA27C}"/>
                    </a:ext>
                  </a:extLst>
                </p:cNvPr>
                <p:cNvPicPr/>
                <p:nvPr/>
              </p:nvPicPr>
              <p:blipFill>
                <a:blip r:embed="rId15"/>
                <a:stretch>
                  <a:fillRect/>
                </a:stretch>
              </p:blipFill>
              <p:spPr>
                <a:xfrm>
                  <a:off x="5920649" y="4863356"/>
                  <a:ext cx="597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74B065FC-6E2C-83BD-6621-0ED618088B88}"/>
                    </a:ext>
                  </a:extLst>
                </p14:cNvPr>
                <p14:cNvContentPartPr/>
                <p14:nvPr/>
              </p14:nvContentPartPr>
              <p14:xfrm>
                <a:off x="5853329" y="4859036"/>
                <a:ext cx="1428480" cy="538560"/>
              </p14:xfrm>
            </p:contentPart>
          </mc:Choice>
          <mc:Fallback xmlns="">
            <p:pic>
              <p:nvPicPr>
                <p:cNvPr id="11" name="Ink 10">
                  <a:extLst>
                    <a:ext uri="{FF2B5EF4-FFF2-40B4-BE49-F238E27FC236}">
                      <a16:creationId xmlns:a16="http://schemas.microsoft.com/office/drawing/2014/main" id="{74B065FC-6E2C-83BD-6621-0ED618088B88}"/>
                    </a:ext>
                  </a:extLst>
                </p:cNvPr>
                <p:cNvPicPr/>
                <p:nvPr/>
              </p:nvPicPr>
              <p:blipFill>
                <a:blip r:embed="rId17"/>
                <a:stretch>
                  <a:fillRect/>
                </a:stretch>
              </p:blipFill>
              <p:spPr>
                <a:xfrm>
                  <a:off x="5847209" y="4852916"/>
                  <a:ext cx="1440720" cy="550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3BA6955D-2347-4DEE-EC4A-458C04E3AEED}"/>
                    </a:ext>
                  </a:extLst>
                </p14:cNvPr>
                <p14:cNvContentPartPr/>
                <p14:nvPr/>
              </p14:nvContentPartPr>
              <p14:xfrm>
                <a:off x="6657209" y="4504796"/>
                <a:ext cx="55800" cy="46440"/>
              </p14:xfrm>
            </p:contentPart>
          </mc:Choice>
          <mc:Fallback xmlns="">
            <p:pic>
              <p:nvPicPr>
                <p:cNvPr id="12" name="Ink 11">
                  <a:extLst>
                    <a:ext uri="{FF2B5EF4-FFF2-40B4-BE49-F238E27FC236}">
                      <a16:creationId xmlns:a16="http://schemas.microsoft.com/office/drawing/2014/main" id="{3BA6955D-2347-4DEE-EC4A-458C04E3AEED}"/>
                    </a:ext>
                  </a:extLst>
                </p:cNvPr>
                <p:cNvPicPr/>
                <p:nvPr/>
              </p:nvPicPr>
              <p:blipFill>
                <a:blip r:embed="rId19"/>
                <a:stretch>
                  <a:fillRect/>
                </a:stretch>
              </p:blipFill>
              <p:spPr>
                <a:xfrm>
                  <a:off x="6651089" y="4498676"/>
                  <a:ext cx="680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FD987A26-E67D-6F7C-8B79-5BE4C2E6BF49}"/>
                    </a:ext>
                  </a:extLst>
                </p14:cNvPr>
                <p14:cNvContentPartPr/>
                <p14:nvPr/>
              </p14:nvContentPartPr>
              <p14:xfrm>
                <a:off x="7514729" y="4824836"/>
                <a:ext cx="28800" cy="43920"/>
              </p14:xfrm>
            </p:contentPart>
          </mc:Choice>
          <mc:Fallback xmlns="">
            <p:pic>
              <p:nvPicPr>
                <p:cNvPr id="13" name="Ink 12">
                  <a:extLst>
                    <a:ext uri="{FF2B5EF4-FFF2-40B4-BE49-F238E27FC236}">
                      <a16:creationId xmlns:a16="http://schemas.microsoft.com/office/drawing/2014/main" id="{FD987A26-E67D-6F7C-8B79-5BE4C2E6BF49}"/>
                    </a:ext>
                  </a:extLst>
                </p:cNvPr>
                <p:cNvPicPr/>
                <p:nvPr/>
              </p:nvPicPr>
              <p:blipFill>
                <a:blip r:embed="rId21"/>
                <a:stretch>
                  <a:fillRect/>
                </a:stretch>
              </p:blipFill>
              <p:spPr>
                <a:xfrm>
                  <a:off x="7508609" y="4818716"/>
                  <a:ext cx="4104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6732C9AC-2BBA-0BDD-47B5-962DC5DDAD59}"/>
                    </a:ext>
                  </a:extLst>
                </p14:cNvPr>
                <p14:cNvContentPartPr/>
                <p14:nvPr/>
              </p14:nvContentPartPr>
              <p14:xfrm>
                <a:off x="7573769" y="4385276"/>
                <a:ext cx="141840" cy="628920"/>
              </p14:xfrm>
            </p:contentPart>
          </mc:Choice>
          <mc:Fallback xmlns="">
            <p:pic>
              <p:nvPicPr>
                <p:cNvPr id="14" name="Ink 13">
                  <a:extLst>
                    <a:ext uri="{FF2B5EF4-FFF2-40B4-BE49-F238E27FC236}">
                      <a16:creationId xmlns:a16="http://schemas.microsoft.com/office/drawing/2014/main" id="{6732C9AC-2BBA-0BDD-47B5-962DC5DDAD59}"/>
                    </a:ext>
                  </a:extLst>
                </p:cNvPr>
                <p:cNvPicPr/>
                <p:nvPr/>
              </p:nvPicPr>
              <p:blipFill>
                <a:blip r:embed="rId23"/>
                <a:stretch>
                  <a:fillRect/>
                </a:stretch>
              </p:blipFill>
              <p:spPr>
                <a:xfrm>
                  <a:off x="7567649" y="4379156"/>
                  <a:ext cx="154080" cy="641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F44532D4-33E6-33B9-B4C3-14DC7C8560FC}"/>
                    </a:ext>
                  </a:extLst>
                </p14:cNvPr>
                <p14:cNvContentPartPr/>
                <p14:nvPr/>
              </p14:nvContentPartPr>
              <p14:xfrm>
                <a:off x="7545329" y="4602716"/>
                <a:ext cx="436320" cy="328320"/>
              </p14:xfrm>
            </p:contentPart>
          </mc:Choice>
          <mc:Fallback xmlns="">
            <p:pic>
              <p:nvPicPr>
                <p:cNvPr id="15" name="Ink 14">
                  <a:extLst>
                    <a:ext uri="{FF2B5EF4-FFF2-40B4-BE49-F238E27FC236}">
                      <a16:creationId xmlns:a16="http://schemas.microsoft.com/office/drawing/2014/main" id="{F44532D4-33E6-33B9-B4C3-14DC7C8560FC}"/>
                    </a:ext>
                  </a:extLst>
                </p:cNvPr>
                <p:cNvPicPr/>
                <p:nvPr/>
              </p:nvPicPr>
              <p:blipFill>
                <a:blip r:embed="rId25"/>
                <a:stretch>
                  <a:fillRect/>
                </a:stretch>
              </p:blipFill>
              <p:spPr>
                <a:xfrm>
                  <a:off x="7539209" y="4596596"/>
                  <a:ext cx="44856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1F1F9CCC-2419-2B35-2052-F0633178E168}"/>
                    </a:ext>
                  </a:extLst>
                </p14:cNvPr>
                <p14:cNvContentPartPr/>
                <p14:nvPr/>
              </p14:nvContentPartPr>
              <p14:xfrm>
                <a:off x="8059049" y="4553396"/>
                <a:ext cx="313920" cy="534960"/>
              </p14:xfrm>
            </p:contentPart>
          </mc:Choice>
          <mc:Fallback xmlns="">
            <p:pic>
              <p:nvPicPr>
                <p:cNvPr id="16" name="Ink 15">
                  <a:extLst>
                    <a:ext uri="{FF2B5EF4-FFF2-40B4-BE49-F238E27FC236}">
                      <a16:creationId xmlns:a16="http://schemas.microsoft.com/office/drawing/2014/main" id="{1F1F9CCC-2419-2B35-2052-F0633178E168}"/>
                    </a:ext>
                  </a:extLst>
                </p:cNvPr>
                <p:cNvPicPr/>
                <p:nvPr/>
              </p:nvPicPr>
              <p:blipFill>
                <a:blip r:embed="rId27"/>
                <a:stretch>
                  <a:fillRect/>
                </a:stretch>
              </p:blipFill>
              <p:spPr>
                <a:xfrm>
                  <a:off x="8052929" y="4547276"/>
                  <a:ext cx="326160" cy="547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6D3BCACF-7D10-B2A2-C0C8-40B9BBE9A50F}"/>
                    </a:ext>
                  </a:extLst>
                </p14:cNvPr>
                <p14:cNvContentPartPr/>
                <p14:nvPr/>
              </p14:nvContentPartPr>
              <p14:xfrm>
                <a:off x="8425529" y="4637276"/>
                <a:ext cx="82800" cy="12240"/>
              </p14:xfrm>
            </p:contentPart>
          </mc:Choice>
          <mc:Fallback xmlns="">
            <p:pic>
              <p:nvPicPr>
                <p:cNvPr id="17" name="Ink 16">
                  <a:extLst>
                    <a:ext uri="{FF2B5EF4-FFF2-40B4-BE49-F238E27FC236}">
                      <a16:creationId xmlns:a16="http://schemas.microsoft.com/office/drawing/2014/main" id="{6D3BCACF-7D10-B2A2-C0C8-40B9BBE9A50F}"/>
                    </a:ext>
                  </a:extLst>
                </p:cNvPr>
                <p:cNvPicPr/>
                <p:nvPr/>
              </p:nvPicPr>
              <p:blipFill>
                <a:blip r:embed="rId29"/>
                <a:stretch>
                  <a:fillRect/>
                </a:stretch>
              </p:blipFill>
              <p:spPr>
                <a:xfrm>
                  <a:off x="8419409" y="4631156"/>
                  <a:ext cx="950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D0C63A22-F827-3495-3F0F-5F3AA6F9D05D}"/>
                    </a:ext>
                  </a:extLst>
                </p14:cNvPr>
                <p14:cNvContentPartPr/>
                <p14:nvPr/>
              </p14:nvContentPartPr>
              <p14:xfrm>
                <a:off x="8868689" y="4433516"/>
                <a:ext cx="71640" cy="493200"/>
              </p14:xfrm>
            </p:contentPart>
          </mc:Choice>
          <mc:Fallback xmlns="">
            <p:pic>
              <p:nvPicPr>
                <p:cNvPr id="18" name="Ink 17">
                  <a:extLst>
                    <a:ext uri="{FF2B5EF4-FFF2-40B4-BE49-F238E27FC236}">
                      <a16:creationId xmlns:a16="http://schemas.microsoft.com/office/drawing/2014/main" id="{D0C63A22-F827-3495-3F0F-5F3AA6F9D05D}"/>
                    </a:ext>
                  </a:extLst>
                </p:cNvPr>
                <p:cNvPicPr/>
                <p:nvPr/>
              </p:nvPicPr>
              <p:blipFill>
                <a:blip r:embed="rId31"/>
                <a:stretch>
                  <a:fillRect/>
                </a:stretch>
              </p:blipFill>
              <p:spPr>
                <a:xfrm>
                  <a:off x="8862569" y="4427396"/>
                  <a:ext cx="83880" cy="505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CEF2E1F1-DBEC-6EC5-292F-1C28E8CEC725}"/>
                    </a:ext>
                  </a:extLst>
                </p14:cNvPr>
                <p14:cNvContentPartPr/>
                <p14:nvPr/>
              </p14:nvContentPartPr>
              <p14:xfrm>
                <a:off x="8792729" y="4517396"/>
                <a:ext cx="720000" cy="470880"/>
              </p14:xfrm>
            </p:contentPart>
          </mc:Choice>
          <mc:Fallback xmlns="">
            <p:pic>
              <p:nvPicPr>
                <p:cNvPr id="19" name="Ink 18">
                  <a:extLst>
                    <a:ext uri="{FF2B5EF4-FFF2-40B4-BE49-F238E27FC236}">
                      <a16:creationId xmlns:a16="http://schemas.microsoft.com/office/drawing/2014/main" id="{CEF2E1F1-DBEC-6EC5-292F-1C28E8CEC725}"/>
                    </a:ext>
                  </a:extLst>
                </p:cNvPr>
                <p:cNvPicPr/>
                <p:nvPr/>
              </p:nvPicPr>
              <p:blipFill>
                <a:blip r:embed="rId33"/>
                <a:stretch>
                  <a:fillRect/>
                </a:stretch>
              </p:blipFill>
              <p:spPr>
                <a:xfrm>
                  <a:off x="8786609" y="4511276"/>
                  <a:ext cx="732240" cy="483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8E8A88D3-63BF-9EB9-8EE8-6818F6C30F64}"/>
                    </a:ext>
                  </a:extLst>
                </p14:cNvPr>
                <p14:cNvContentPartPr/>
                <p14:nvPr/>
              </p14:nvContentPartPr>
              <p14:xfrm>
                <a:off x="9810449" y="4496876"/>
                <a:ext cx="59760" cy="788400"/>
              </p14:xfrm>
            </p:contentPart>
          </mc:Choice>
          <mc:Fallback xmlns="">
            <p:pic>
              <p:nvPicPr>
                <p:cNvPr id="20" name="Ink 19">
                  <a:extLst>
                    <a:ext uri="{FF2B5EF4-FFF2-40B4-BE49-F238E27FC236}">
                      <a16:creationId xmlns:a16="http://schemas.microsoft.com/office/drawing/2014/main" id="{8E8A88D3-63BF-9EB9-8EE8-6818F6C30F64}"/>
                    </a:ext>
                  </a:extLst>
                </p:cNvPr>
                <p:cNvPicPr/>
                <p:nvPr/>
              </p:nvPicPr>
              <p:blipFill>
                <a:blip r:embed="rId35"/>
                <a:stretch>
                  <a:fillRect/>
                </a:stretch>
              </p:blipFill>
              <p:spPr>
                <a:xfrm>
                  <a:off x="9804329" y="4490756"/>
                  <a:ext cx="72000" cy="800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B074B4E4-174F-195E-B3A4-D72A06FD2A4F}"/>
                    </a:ext>
                  </a:extLst>
                </p14:cNvPr>
                <p14:cNvContentPartPr/>
                <p14:nvPr/>
              </p14:nvContentPartPr>
              <p14:xfrm>
                <a:off x="9770849" y="4708556"/>
                <a:ext cx="161640" cy="233280"/>
              </p14:xfrm>
            </p:contentPart>
          </mc:Choice>
          <mc:Fallback xmlns="">
            <p:pic>
              <p:nvPicPr>
                <p:cNvPr id="21" name="Ink 20">
                  <a:extLst>
                    <a:ext uri="{FF2B5EF4-FFF2-40B4-BE49-F238E27FC236}">
                      <a16:creationId xmlns:a16="http://schemas.microsoft.com/office/drawing/2014/main" id="{B074B4E4-174F-195E-B3A4-D72A06FD2A4F}"/>
                    </a:ext>
                  </a:extLst>
                </p:cNvPr>
                <p:cNvPicPr/>
                <p:nvPr/>
              </p:nvPicPr>
              <p:blipFill>
                <a:blip r:embed="rId37"/>
                <a:stretch>
                  <a:fillRect/>
                </a:stretch>
              </p:blipFill>
              <p:spPr>
                <a:xfrm>
                  <a:off x="9764729" y="4702436"/>
                  <a:ext cx="1738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713B2615-83BB-AFF2-94A0-3959B40DF298}"/>
                    </a:ext>
                  </a:extLst>
                </p14:cNvPr>
                <p14:cNvContentPartPr/>
                <p14:nvPr/>
              </p14:nvContentPartPr>
              <p14:xfrm>
                <a:off x="10049129" y="4464836"/>
                <a:ext cx="398880" cy="925560"/>
              </p14:xfrm>
            </p:contentPart>
          </mc:Choice>
          <mc:Fallback xmlns="">
            <p:pic>
              <p:nvPicPr>
                <p:cNvPr id="22" name="Ink 21">
                  <a:extLst>
                    <a:ext uri="{FF2B5EF4-FFF2-40B4-BE49-F238E27FC236}">
                      <a16:creationId xmlns:a16="http://schemas.microsoft.com/office/drawing/2014/main" id="{713B2615-83BB-AFF2-94A0-3959B40DF298}"/>
                    </a:ext>
                  </a:extLst>
                </p:cNvPr>
                <p:cNvPicPr/>
                <p:nvPr/>
              </p:nvPicPr>
              <p:blipFill>
                <a:blip r:embed="rId39"/>
                <a:stretch>
                  <a:fillRect/>
                </a:stretch>
              </p:blipFill>
              <p:spPr>
                <a:xfrm>
                  <a:off x="10043009" y="4458716"/>
                  <a:ext cx="411120" cy="937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0417E25D-F343-12C3-41FA-6A00D54BEA17}"/>
                    </a:ext>
                  </a:extLst>
                </p14:cNvPr>
                <p14:cNvContentPartPr/>
                <p14:nvPr/>
              </p14:nvContentPartPr>
              <p14:xfrm>
                <a:off x="10554209" y="4406876"/>
                <a:ext cx="345960" cy="517320"/>
              </p14:xfrm>
            </p:contentPart>
          </mc:Choice>
          <mc:Fallback xmlns="">
            <p:pic>
              <p:nvPicPr>
                <p:cNvPr id="23" name="Ink 22">
                  <a:extLst>
                    <a:ext uri="{FF2B5EF4-FFF2-40B4-BE49-F238E27FC236}">
                      <a16:creationId xmlns:a16="http://schemas.microsoft.com/office/drawing/2014/main" id="{0417E25D-F343-12C3-41FA-6A00D54BEA17}"/>
                    </a:ext>
                  </a:extLst>
                </p:cNvPr>
                <p:cNvPicPr/>
                <p:nvPr/>
              </p:nvPicPr>
              <p:blipFill>
                <a:blip r:embed="rId41"/>
                <a:stretch>
                  <a:fillRect/>
                </a:stretch>
              </p:blipFill>
              <p:spPr>
                <a:xfrm>
                  <a:off x="10548089" y="4400756"/>
                  <a:ext cx="358200" cy="529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985CD29D-A912-6F8D-C22D-4E4FFA153BDA}"/>
                    </a:ext>
                  </a:extLst>
                </p14:cNvPr>
                <p14:cNvContentPartPr/>
                <p14:nvPr/>
              </p14:nvContentPartPr>
              <p14:xfrm>
                <a:off x="10983689" y="4274036"/>
                <a:ext cx="990720" cy="618480"/>
              </p14:xfrm>
            </p:contentPart>
          </mc:Choice>
          <mc:Fallback xmlns="">
            <p:pic>
              <p:nvPicPr>
                <p:cNvPr id="24" name="Ink 23">
                  <a:extLst>
                    <a:ext uri="{FF2B5EF4-FFF2-40B4-BE49-F238E27FC236}">
                      <a16:creationId xmlns:a16="http://schemas.microsoft.com/office/drawing/2014/main" id="{985CD29D-A912-6F8D-C22D-4E4FFA153BDA}"/>
                    </a:ext>
                  </a:extLst>
                </p:cNvPr>
                <p:cNvPicPr/>
                <p:nvPr/>
              </p:nvPicPr>
              <p:blipFill>
                <a:blip r:embed="rId43"/>
                <a:stretch>
                  <a:fillRect/>
                </a:stretch>
              </p:blipFill>
              <p:spPr>
                <a:xfrm>
                  <a:off x="10977569" y="4267916"/>
                  <a:ext cx="100296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017DE84C-92C3-2ACB-E1AF-308E4D38C077}"/>
                    </a:ext>
                  </a:extLst>
                </p14:cNvPr>
                <p14:cNvContentPartPr/>
                <p14:nvPr/>
              </p14:nvContentPartPr>
              <p14:xfrm>
                <a:off x="11546369" y="4554476"/>
                <a:ext cx="60480" cy="10800"/>
              </p14:xfrm>
            </p:contentPart>
          </mc:Choice>
          <mc:Fallback xmlns="">
            <p:pic>
              <p:nvPicPr>
                <p:cNvPr id="25" name="Ink 24">
                  <a:extLst>
                    <a:ext uri="{FF2B5EF4-FFF2-40B4-BE49-F238E27FC236}">
                      <a16:creationId xmlns:a16="http://schemas.microsoft.com/office/drawing/2014/main" id="{017DE84C-92C3-2ACB-E1AF-308E4D38C077}"/>
                    </a:ext>
                  </a:extLst>
                </p:cNvPr>
                <p:cNvPicPr/>
                <p:nvPr/>
              </p:nvPicPr>
              <p:blipFill>
                <a:blip r:embed="rId45"/>
                <a:stretch>
                  <a:fillRect/>
                </a:stretch>
              </p:blipFill>
              <p:spPr>
                <a:xfrm>
                  <a:off x="11540249" y="4548356"/>
                  <a:ext cx="727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Ink 25">
                  <a:extLst>
                    <a:ext uri="{FF2B5EF4-FFF2-40B4-BE49-F238E27FC236}">
                      <a16:creationId xmlns:a16="http://schemas.microsoft.com/office/drawing/2014/main" id="{BCABBCB8-0A95-BDCB-07DF-A83351F55D0A}"/>
                    </a:ext>
                  </a:extLst>
                </p14:cNvPr>
                <p14:cNvContentPartPr/>
                <p14:nvPr/>
              </p14:nvContentPartPr>
              <p14:xfrm>
                <a:off x="11297609" y="4378796"/>
                <a:ext cx="238680" cy="63000"/>
              </p14:xfrm>
            </p:contentPart>
          </mc:Choice>
          <mc:Fallback xmlns="">
            <p:pic>
              <p:nvPicPr>
                <p:cNvPr id="26" name="Ink 25">
                  <a:extLst>
                    <a:ext uri="{FF2B5EF4-FFF2-40B4-BE49-F238E27FC236}">
                      <a16:creationId xmlns:a16="http://schemas.microsoft.com/office/drawing/2014/main" id="{BCABBCB8-0A95-BDCB-07DF-A83351F55D0A}"/>
                    </a:ext>
                  </a:extLst>
                </p:cNvPr>
                <p:cNvPicPr/>
                <p:nvPr/>
              </p:nvPicPr>
              <p:blipFill>
                <a:blip r:embed="rId47"/>
                <a:stretch>
                  <a:fillRect/>
                </a:stretch>
              </p:blipFill>
              <p:spPr>
                <a:xfrm>
                  <a:off x="11291489" y="4372676"/>
                  <a:ext cx="25092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177D603C-D2F4-81BC-1721-8A6791DE0400}"/>
                    </a:ext>
                  </a:extLst>
                </p14:cNvPr>
                <p14:cNvContentPartPr/>
                <p14:nvPr/>
              </p14:nvContentPartPr>
              <p14:xfrm>
                <a:off x="3714569" y="5146676"/>
                <a:ext cx="69840" cy="54720"/>
              </p14:xfrm>
            </p:contentPart>
          </mc:Choice>
          <mc:Fallback xmlns="">
            <p:pic>
              <p:nvPicPr>
                <p:cNvPr id="30" name="Ink 29">
                  <a:extLst>
                    <a:ext uri="{FF2B5EF4-FFF2-40B4-BE49-F238E27FC236}">
                      <a16:creationId xmlns:a16="http://schemas.microsoft.com/office/drawing/2014/main" id="{177D603C-D2F4-81BC-1721-8A6791DE0400}"/>
                    </a:ext>
                  </a:extLst>
                </p:cNvPr>
                <p:cNvPicPr/>
                <p:nvPr/>
              </p:nvPicPr>
              <p:blipFill>
                <a:blip r:embed="rId49"/>
                <a:stretch>
                  <a:fillRect/>
                </a:stretch>
              </p:blipFill>
              <p:spPr>
                <a:xfrm>
                  <a:off x="3708449" y="5140556"/>
                  <a:ext cx="8208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8807C6FB-B992-ED31-5C05-1129232C7B06}"/>
                    </a:ext>
                  </a:extLst>
                </p14:cNvPr>
                <p14:cNvContentPartPr/>
                <p14:nvPr/>
              </p14:nvContentPartPr>
              <p14:xfrm>
                <a:off x="2809529" y="5356916"/>
                <a:ext cx="154800" cy="282600"/>
              </p14:xfrm>
            </p:contentPart>
          </mc:Choice>
          <mc:Fallback xmlns="">
            <p:pic>
              <p:nvPicPr>
                <p:cNvPr id="28" name="Ink 27">
                  <a:extLst>
                    <a:ext uri="{FF2B5EF4-FFF2-40B4-BE49-F238E27FC236}">
                      <a16:creationId xmlns:a16="http://schemas.microsoft.com/office/drawing/2014/main" id="{8807C6FB-B992-ED31-5C05-1129232C7B06}"/>
                    </a:ext>
                  </a:extLst>
                </p:cNvPr>
                <p:cNvPicPr/>
                <p:nvPr/>
              </p:nvPicPr>
              <p:blipFill>
                <a:blip r:embed="rId51"/>
                <a:stretch>
                  <a:fillRect/>
                </a:stretch>
              </p:blipFill>
              <p:spPr>
                <a:xfrm>
                  <a:off x="2803409" y="5350796"/>
                  <a:ext cx="16704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3AFD8C84-7D41-CFF5-77BC-8B5D4ECE7F89}"/>
                    </a:ext>
                  </a:extLst>
                </p14:cNvPr>
                <p14:cNvContentPartPr/>
                <p14:nvPr/>
              </p14:nvContentPartPr>
              <p14:xfrm>
                <a:off x="3056129" y="5489756"/>
                <a:ext cx="717480" cy="229320"/>
              </p14:xfrm>
            </p:contentPart>
          </mc:Choice>
          <mc:Fallback xmlns="">
            <p:pic>
              <p:nvPicPr>
                <p:cNvPr id="29" name="Ink 28">
                  <a:extLst>
                    <a:ext uri="{FF2B5EF4-FFF2-40B4-BE49-F238E27FC236}">
                      <a16:creationId xmlns:a16="http://schemas.microsoft.com/office/drawing/2014/main" id="{3AFD8C84-7D41-CFF5-77BC-8B5D4ECE7F89}"/>
                    </a:ext>
                  </a:extLst>
                </p:cNvPr>
                <p:cNvPicPr/>
                <p:nvPr/>
              </p:nvPicPr>
              <p:blipFill>
                <a:blip r:embed="rId53"/>
                <a:stretch>
                  <a:fillRect/>
                </a:stretch>
              </p:blipFill>
              <p:spPr>
                <a:xfrm>
                  <a:off x="3050009" y="5483636"/>
                  <a:ext cx="72972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F6F9EC7C-0D7C-7F6C-E1F9-51E2657ADE0A}"/>
                    </a:ext>
                  </a:extLst>
                </p14:cNvPr>
                <p14:cNvContentPartPr/>
                <p14:nvPr/>
              </p14:nvContentPartPr>
              <p14:xfrm>
                <a:off x="3845969" y="5536196"/>
                <a:ext cx="474120" cy="102960"/>
              </p14:xfrm>
            </p:contentPart>
          </mc:Choice>
          <mc:Fallback xmlns="">
            <p:pic>
              <p:nvPicPr>
                <p:cNvPr id="31" name="Ink 30">
                  <a:extLst>
                    <a:ext uri="{FF2B5EF4-FFF2-40B4-BE49-F238E27FC236}">
                      <a16:creationId xmlns:a16="http://schemas.microsoft.com/office/drawing/2014/main" id="{F6F9EC7C-0D7C-7F6C-E1F9-51E2657ADE0A}"/>
                    </a:ext>
                  </a:extLst>
                </p:cNvPr>
                <p:cNvPicPr/>
                <p:nvPr/>
              </p:nvPicPr>
              <p:blipFill>
                <a:blip r:embed="rId55"/>
                <a:stretch>
                  <a:fillRect/>
                </a:stretch>
              </p:blipFill>
              <p:spPr>
                <a:xfrm>
                  <a:off x="3839849" y="5530076"/>
                  <a:ext cx="48636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1E26354E-A231-1C0A-B77D-14D50C0A75A5}"/>
                    </a:ext>
                  </a:extLst>
                </p14:cNvPr>
                <p14:cNvContentPartPr/>
                <p14:nvPr/>
              </p14:nvContentPartPr>
              <p14:xfrm>
                <a:off x="4446809" y="5480756"/>
                <a:ext cx="192960" cy="179640"/>
              </p14:xfrm>
            </p:contentPart>
          </mc:Choice>
          <mc:Fallback xmlns="">
            <p:pic>
              <p:nvPicPr>
                <p:cNvPr id="32" name="Ink 31">
                  <a:extLst>
                    <a:ext uri="{FF2B5EF4-FFF2-40B4-BE49-F238E27FC236}">
                      <a16:creationId xmlns:a16="http://schemas.microsoft.com/office/drawing/2014/main" id="{1E26354E-A231-1C0A-B77D-14D50C0A75A5}"/>
                    </a:ext>
                  </a:extLst>
                </p:cNvPr>
                <p:cNvPicPr/>
                <p:nvPr/>
              </p:nvPicPr>
              <p:blipFill>
                <a:blip r:embed="rId57"/>
                <a:stretch>
                  <a:fillRect/>
                </a:stretch>
              </p:blipFill>
              <p:spPr>
                <a:xfrm>
                  <a:off x="4440689" y="5474636"/>
                  <a:ext cx="20520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09800361-C2CC-B127-9B18-A77321622DF5}"/>
                    </a:ext>
                  </a:extLst>
                </p14:cNvPr>
                <p14:cNvContentPartPr/>
                <p14:nvPr/>
              </p14:nvContentPartPr>
              <p14:xfrm>
                <a:off x="4672529" y="5521076"/>
                <a:ext cx="467640" cy="217080"/>
              </p14:xfrm>
            </p:contentPart>
          </mc:Choice>
          <mc:Fallback xmlns="">
            <p:pic>
              <p:nvPicPr>
                <p:cNvPr id="35" name="Ink 34">
                  <a:extLst>
                    <a:ext uri="{FF2B5EF4-FFF2-40B4-BE49-F238E27FC236}">
                      <a16:creationId xmlns:a16="http://schemas.microsoft.com/office/drawing/2014/main" id="{09800361-C2CC-B127-9B18-A77321622DF5}"/>
                    </a:ext>
                  </a:extLst>
                </p:cNvPr>
                <p:cNvPicPr/>
                <p:nvPr/>
              </p:nvPicPr>
              <p:blipFill>
                <a:blip r:embed="rId59"/>
                <a:stretch>
                  <a:fillRect/>
                </a:stretch>
              </p:blipFill>
              <p:spPr>
                <a:xfrm>
                  <a:off x="4666409" y="5514956"/>
                  <a:ext cx="47988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5B4DD79A-6A37-3F30-F737-E076527F595B}"/>
                    </a:ext>
                  </a:extLst>
                </p14:cNvPr>
                <p14:cNvContentPartPr/>
                <p14:nvPr/>
              </p14:nvContentPartPr>
              <p14:xfrm>
                <a:off x="5433929" y="5435396"/>
                <a:ext cx="501480" cy="270360"/>
              </p14:xfrm>
            </p:contentPart>
          </mc:Choice>
          <mc:Fallback xmlns="">
            <p:pic>
              <p:nvPicPr>
                <p:cNvPr id="37" name="Ink 36">
                  <a:extLst>
                    <a:ext uri="{FF2B5EF4-FFF2-40B4-BE49-F238E27FC236}">
                      <a16:creationId xmlns:a16="http://schemas.microsoft.com/office/drawing/2014/main" id="{5B4DD79A-6A37-3F30-F737-E076527F595B}"/>
                    </a:ext>
                  </a:extLst>
                </p:cNvPr>
                <p:cNvPicPr/>
                <p:nvPr/>
              </p:nvPicPr>
              <p:blipFill>
                <a:blip r:embed="rId61"/>
                <a:stretch>
                  <a:fillRect/>
                </a:stretch>
              </p:blipFill>
              <p:spPr>
                <a:xfrm>
                  <a:off x="5427809" y="5429276"/>
                  <a:ext cx="51372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AF97F4A7-7E2B-4443-C1B3-7981B656F41A}"/>
                    </a:ext>
                  </a:extLst>
                </p14:cNvPr>
                <p14:cNvContentPartPr/>
                <p14:nvPr/>
              </p14:nvContentPartPr>
              <p14:xfrm>
                <a:off x="6003449" y="5472476"/>
                <a:ext cx="159480" cy="156240"/>
              </p14:xfrm>
            </p:contentPart>
          </mc:Choice>
          <mc:Fallback xmlns="">
            <p:pic>
              <p:nvPicPr>
                <p:cNvPr id="38" name="Ink 37">
                  <a:extLst>
                    <a:ext uri="{FF2B5EF4-FFF2-40B4-BE49-F238E27FC236}">
                      <a16:creationId xmlns:a16="http://schemas.microsoft.com/office/drawing/2014/main" id="{AF97F4A7-7E2B-4443-C1B3-7981B656F41A}"/>
                    </a:ext>
                  </a:extLst>
                </p:cNvPr>
                <p:cNvPicPr/>
                <p:nvPr/>
              </p:nvPicPr>
              <p:blipFill>
                <a:blip r:embed="rId63"/>
                <a:stretch>
                  <a:fillRect/>
                </a:stretch>
              </p:blipFill>
              <p:spPr>
                <a:xfrm>
                  <a:off x="5997329" y="5466356"/>
                  <a:ext cx="17172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3DD74E99-907C-8AA1-84E4-0ABA77B93C80}"/>
                    </a:ext>
                  </a:extLst>
                </p14:cNvPr>
                <p14:cNvContentPartPr/>
                <p14:nvPr/>
              </p14:nvContentPartPr>
              <p14:xfrm>
                <a:off x="6443369" y="5438276"/>
                <a:ext cx="179640" cy="177840"/>
              </p14:xfrm>
            </p:contentPart>
          </mc:Choice>
          <mc:Fallback xmlns="">
            <p:pic>
              <p:nvPicPr>
                <p:cNvPr id="39" name="Ink 38">
                  <a:extLst>
                    <a:ext uri="{FF2B5EF4-FFF2-40B4-BE49-F238E27FC236}">
                      <a16:creationId xmlns:a16="http://schemas.microsoft.com/office/drawing/2014/main" id="{3DD74E99-907C-8AA1-84E4-0ABA77B93C80}"/>
                    </a:ext>
                  </a:extLst>
                </p:cNvPr>
                <p:cNvPicPr/>
                <p:nvPr/>
              </p:nvPicPr>
              <p:blipFill>
                <a:blip r:embed="rId65"/>
                <a:stretch>
                  <a:fillRect/>
                </a:stretch>
              </p:blipFill>
              <p:spPr>
                <a:xfrm>
                  <a:off x="6437249" y="5432156"/>
                  <a:ext cx="19188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110F512C-9066-181A-030F-E17C791BEBF0}"/>
                    </a:ext>
                  </a:extLst>
                </p14:cNvPr>
                <p14:cNvContentPartPr/>
                <p14:nvPr/>
              </p14:nvContentPartPr>
              <p14:xfrm>
                <a:off x="6587369" y="5394716"/>
                <a:ext cx="758160" cy="731520"/>
              </p14:xfrm>
            </p:contentPart>
          </mc:Choice>
          <mc:Fallback xmlns="">
            <p:pic>
              <p:nvPicPr>
                <p:cNvPr id="40" name="Ink 39">
                  <a:extLst>
                    <a:ext uri="{FF2B5EF4-FFF2-40B4-BE49-F238E27FC236}">
                      <a16:creationId xmlns:a16="http://schemas.microsoft.com/office/drawing/2014/main" id="{110F512C-9066-181A-030F-E17C791BEBF0}"/>
                    </a:ext>
                  </a:extLst>
                </p:cNvPr>
                <p:cNvPicPr/>
                <p:nvPr/>
              </p:nvPicPr>
              <p:blipFill>
                <a:blip r:embed="rId67"/>
                <a:stretch>
                  <a:fillRect/>
                </a:stretch>
              </p:blipFill>
              <p:spPr>
                <a:xfrm>
                  <a:off x="6581249" y="5388596"/>
                  <a:ext cx="770400" cy="7437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ECDC9709-B5A3-4451-9931-D5E027113CB8}"/>
                    </a:ext>
                  </a:extLst>
                </p14:cNvPr>
                <p14:cNvContentPartPr/>
                <p14:nvPr/>
              </p14:nvContentPartPr>
              <p14:xfrm>
                <a:off x="7363889" y="5283476"/>
                <a:ext cx="631440" cy="334440"/>
              </p14:xfrm>
            </p:contentPart>
          </mc:Choice>
          <mc:Fallback xmlns="">
            <p:pic>
              <p:nvPicPr>
                <p:cNvPr id="41" name="Ink 40">
                  <a:extLst>
                    <a:ext uri="{FF2B5EF4-FFF2-40B4-BE49-F238E27FC236}">
                      <a16:creationId xmlns:a16="http://schemas.microsoft.com/office/drawing/2014/main" id="{ECDC9709-B5A3-4451-9931-D5E027113CB8}"/>
                    </a:ext>
                  </a:extLst>
                </p:cNvPr>
                <p:cNvPicPr/>
                <p:nvPr/>
              </p:nvPicPr>
              <p:blipFill>
                <a:blip r:embed="rId69"/>
                <a:stretch>
                  <a:fillRect/>
                </a:stretch>
              </p:blipFill>
              <p:spPr>
                <a:xfrm>
                  <a:off x="7357769" y="5277356"/>
                  <a:ext cx="64368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CAE96E03-02EC-6601-749D-0FB986D8D06C}"/>
                    </a:ext>
                  </a:extLst>
                </p14:cNvPr>
                <p14:cNvContentPartPr/>
                <p14:nvPr/>
              </p14:nvContentPartPr>
              <p14:xfrm>
                <a:off x="4911929" y="5800436"/>
                <a:ext cx="3355560" cy="118080"/>
              </p14:xfrm>
            </p:contentPart>
          </mc:Choice>
          <mc:Fallback xmlns="">
            <p:pic>
              <p:nvPicPr>
                <p:cNvPr id="42" name="Ink 41">
                  <a:extLst>
                    <a:ext uri="{FF2B5EF4-FFF2-40B4-BE49-F238E27FC236}">
                      <a16:creationId xmlns:a16="http://schemas.microsoft.com/office/drawing/2014/main" id="{CAE96E03-02EC-6601-749D-0FB986D8D06C}"/>
                    </a:ext>
                  </a:extLst>
                </p:cNvPr>
                <p:cNvPicPr/>
                <p:nvPr/>
              </p:nvPicPr>
              <p:blipFill>
                <a:blip r:embed="rId71"/>
                <a:stretch>
                  <a:fillRect/>
                </a:stretch>
              </p:blipFill>
              <p:spPr>
                <a:xfrm>
                  <a:off x="4905809" y="5794316"/>
                  <a:ext cx="3367800" cy="130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2512749B-A4E1-4F2D-9578-5C6D6AC15F5F}"/>
                  </a:ext>
                </a:extLst>
              </p14:cNvPr>
              <p14:cNvContentPartPr/>
              <p14:nvPr/>
            </p14:nvContentPartPr>
            <p14:xfrm>
              <a:off x="2764529" y="1531556"/>
              <a:ext cx="8494200" cy="75960"/>
            </p14:xfrm>
          </p:contentPart>
        </mc:Choice>
        <mc:Fallback xmlns="">
          <p:pic>
            <p:nvPicPr>
              <p:cNvPr id="44" name="Ink 43">
                <a:extLst>
                  <a:ext uri="{FF2B5EF4-FFF2-40B4-BE49-F238E27FC236}">
                    <a16:creationId xmlns:a16="http://schemas.microsoft.com/office/drawing/2014/main" id="{2512749B-A4E1-4F2D-9578-5C6D6AC15F5F}"/>
                  </a:ext>
                </a:extLst>
              </p:cNvPr>
              <p:cNvPicPr/>
              <p:nvPr/>
            </p:nvPicPr>
            <p:blipFill>
              <a:blip r:embed="rId73"/>
              <a:stretch>
                <a:fillRect/>
              </a:stretch>
            </p:blipFill>
            <p:spPr>
              <a:xfrm>
                <a:off x="2758409" y="1525436"/>
                <a:ext cx="850644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95CB4EA3-E7CA-9C19-703C-FF00003311A9}"/>
                  </a:ext>
                </a:extLst>
              </p14:cNvPr>
              <p14:cNvContentPartPr/>
              <p14:nvPr/>
            </p14:nvContentPartPr>
            <p14:xfrm>
              <a:off x="764729" y="1931516"/>
              <a:ext cx="5304600" cy="720"/>
            </p14:xfrm>
          </p:contentPart>
        </mc:Choice>
        <mc:Fallback xmlns="">
          <p:pic>
            <p:nvPicPr>
              <p:cNvPr id="46" name="Ink 45">
                <a:extLst>
                  <a:ext uri="{FF2B5EF4-FFF2-40B4-BE49-F238E27FC236}">
                    <a16:creationId xmlns:a16="http://schemas.microsoft.com/office/drawing/2014/main" id="{95CB4EA3-E7CA-9C19-703C-FF00003311A9}"/>
                  </a:ext>
                </a:extLst>
              </p:cNvPr>
              <p:cNvPicPr/>
              <p:nvPr/>
            </p:nvPicPr>
            <p:blipFill>
              <a:blip r:embed="rId75"/>
              <a:stretch>
                <a:fillRect/>
              </a:stretch>
            </p:blipFill>
            <p:spPr>
              <a:xfrm>
                <a:off x="758609" y="1919276"/>
                <a:ext cx="53168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A059274D-9B5C-2575-9969-7EB1B94E9EB4}"/>
                  </a:ext>
                </a:extLst>
              </p14:cNvPr>
              <p14:cNvContentPartPr/>
              <p14:nvPr/>
            </p14:nvContentPartPr>
            <p14:xfrm>
              <a:off x="10328849" y="2728196"/>
              <a:ext cx="811080" cy="43920"/>
            </p14:xfrm>
          </p:contentPart>
        </mc:Choice>
        <mc:Fallback xmlns="">
          <p:pic>
            <p:nvPicPr>
              <p:cNvPr id="47" name="Ink 46">
                <a:extLst>
                  <a:ext uri="{FF2B5EF4-FFF2-40B4-BE49-F238E27FC236}">
                    <a16:creationId xmlns:a16="http://schemas.microsoft.com/office/drawing/2014/main" id="{A059274D-9B5C-2575-9969-7EB1B94E9EB4}"/>
                  </a:ext>
                </a:extLst>
              </p:cNvPr>
              <p:cNvPicPr/>
              <p:nvPr/>
            </p:nvPicPr>
            <p:blipFill>
              <a:blip r:embed="rId77"/>
              <a:stretch>
                <a:fillRect/>
              </a:stretch>
            </p:blipFill>
            <p:spPr>
              <a:xfrm>
                <a:off x="10322729" y="2722076"/>
                <a:ext cx="82332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18FFA39A-C49E-B6DC-B096-CE19B324C67A}"/>
                  </a:ext>
                </a:extLst>
              </p14:cNvPr>
              <p14:cNvContentPartPr/>
              <p14:nvPr/>
            </p14:nvContentPartPr>
            <p14:xfrm>
              <a:off x="660689" y="3167036"/>
              <a:ext cx="10423440" cy="720"/>
            </p14:xfrm>
          </p:contentPart>
        </mc:Choice>
        <mc:Fallback xmlns="">
          <p:pic>
            <p:nvPicPr>
              <p:cNvPr id="49" name="Ink 48">
                <a:extLst>
                  <a:ext uri="{FF2B5EF4-FFF2-40B4-BE49-F238E27FC236}">
                    <a16:creationId xmlns:a16="http://schemas.microsoft.com/office/drawing/2014/main" id="{18FFA39A-C49E-B6DC-B096-CE19B324C67A}"/>
                  </a:ext>
                </a:extLst>
              </p:cNvPr>
              <p:cNvPicPr/>
              <p:nvPr/>
            </p:nvPicPr>
            <p:blipFill>
              <a:blip r:embed="rId79"/>
              <a:stretch>
                <a:fillRect/>
              </a:stretch>
            </p:blipFill>
            <p:spPr>
              <a:xfrm>
                <a:off x="654569" y="3154796"/>
                <a:ext cx="10435680" cy="25200"/>
              </a:xfrm>
              <a:prstGeom prst="rect">
                <a:avLst/>
              </a:prstGeom>
            </p:spPr>
          </p:pic>
        </mc:Fallback>
      </mc:AlternateContent>
    </p:spTree>
    <p:extLst>
      <p:ext uri="{BB962C8B-B14F-4D97-AF65-F5344CB8AC3E}">
        <p14:creationId xmlns:p14="http://schemas.microsoft.com/office/powerpoint/2010/main" val="15402386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A7838-1702-48CD-FF2B-C2BF7FBA395E}"/>
              </a:ext>
            </a:extLst>
          </p:cNvPr>
          <p:cNvSpPr>
            <a:spLocks noGrp="1"/>
          </p:cNvSpPr>
          <p:nvPr>
            <p:ph type="title"/>
          </p:nvPr>
        </p:nvSpPr>
        <p:spPr/>
        <p:txBody>
          <a:bodyPr/>
          <a:lstStyle/>
          <a:p>
            <a:r>
              <a:rPr lang="en-IN" dirty="0"/>
              <a:t>Solution</a:t>
            </a:r>
          </a:p>
        </p:txBody>
      </p:sp>
      <p:sp>
        <p:nvSpPr>
          <p:cNvPr id="3" name="Text Placeholder 2">
            <a:extLst>
              <a:ext uri="{FF2B5EF4-FFF2-40B4-BE49-F238E27FC236}">
                <a16:creationId xmlns:a16="http://schemas.microsoft.com/office/drawing/2014/main" id="{390457AC-FD21-0614-DEF3-48B3CF01AA0E}"/>
              </a:ext>
            </a:extLst>
          </p:cNvPr>
          <p:cNvSpPr>
            <a:spLocks noGrp="1"/>
          </p:cNvSpPr>
          <p:nvPr>
            <p:ph type="body" sz="quarter" idx="13"/>
          </p:nvPr>
        </p:nvSpPr>
        <p:spPr>
          <a:xfrm>
            <a:off x="0" y="1028701"/>
            <a:ext cx="12115800" cy="5823318"/>
          </a:xfrm>
        </p:spPr>
        <p:txBody>
          <a:bodyPr/>
          <a:lstStyle/>
          <a:p>
            <a:pPr marL="0" indent="0">
              <a:buNone/>
            </a:pP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a:p>
            <a:pPr marL="0" indent="0">
              <a:buNone/>
            </a:pPr>
            <a:endParaRPr lang="en-IN" dirty="0"/>
          </a:p>
        </p:txBody>
      </p:sp>
      <p:sp>
        <p:nvSpPr>
          <p:cNvPr id="24" name="Content Placeholder 2">
            <a:extLst>
              <a:ext uri="{FF2B5EF4-FFF2-40B4-BE49-F238E27FC236}">
                <a16:creationId xmlns:a16="http://schemas.microsoft.com/office/drawing/2014/main" id="{8F94A035-98EE-18DE-0CFF-4B9EBF9D2FB4}"/>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0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000" b="1" i="0" u="none" strike="noStrike" kern="1200" cap="none" spc="-173" normalizeH="0" baseline="0" noProof="0" dirty="0">
              <a:ln>
                <a:noFill/>
              </a:ln>
              <a:solidFill>
                <a:prstClr val="black"/>
              </a:solidFill>
              <a:effectLst/>
              <a:uLnTx/>
              <a:uFillTx/>
              <a:latin typeface="Helvetica Neue"/>
              <a:ea typeface="+mn-ea"/>
              <a:cs typeface="Arial" pitchFamily="34"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0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sp>
        <p:nvSpPr>
          <p:cNvPr id="25" name="Title 2">
            <a:extLst>
              <a:ext uri="{FF2B5EF4-FFF2-40B4-BE49-F238E27FC236}">
                <a16:creationId xmlns:a16="http://schemas.microsoft.com/office/drawing/2014/main" id="{26D50779-D3A4-8956-68F6-9BC59EDE908F}"/>
              </a:ext>
            </a:extLst>
          </p:cNvPr>
          <p:cNvSpPr txBox="1">
            <a:spLocks/>
          </p:cNvSpPr>
          <p:nvPr/>
        </p:nvSpPr>
        <p:spPr>
          <a:xfrm>
            <a:off x="203319" y="1250527"/>
            <a:ext cx="12815083" cy="63234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At 5% (0.05) level of significance with critical value 2.069 (</a:t>
            </a:r>
            <a:r>
              <a:rPr kumimoji="0" lang="en-US" altLang="en-US" sz="2800" b="0" i="0" u="none" strike="noStrike" kern="1200" cap="none" spc="0" normalizeH="0" baseline="0" noProof="0" dirty="0" err="1">
                <a:ln>
                  <a:noFill/>
                </a:ln>
                <a:solidFill>
                  <a:srgbClr val="FF0000"/>
                </a:solidFill>
                <a:effectLst/>
                <a:uLnTx/>
                <a:uFillTx/>
                <a:latin typeface="Times New Roman" panose="02020603050405020304" pitchFamily="18" charset="0"/>
                <a:ea typeface="+mj-ea"/>
                <a:cs typeface="Times New Roman" panose="02020603050405020304" pitchFamily="18" charset="0"/>
              </a:rPr>
              <a:t>dF</a:t>
            </a:r>
            <a:r>
              <a:rPr kumimoji="0" lang="en-US"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rPr>
              <a:t>=23)</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p>
        </p:txBody>
      </p:sp>
      <p:sp>
        <p:nvSpPr>
          <p:cNvPr id="26" name="Rectangle 25">
            <a:extLst>
              <a:ext uri="{FF2B5EF4-FFF2-40B4-BE49-F238E27FC236}">
                <a16:creationId xmlns:a16="http://schemas.microsoft.com/office/drawing/2014/main" id="{3441E9AD-91BE-5515-70F9-B338016EEAEA}"/>
              </a:ext>
            </a:extLst>
          </p:cNvPr>
          <p:cNvSpPr>
            <a:spLocks noChangeArrowheads="1"/>
          </p:cNvSpPr>
          <p:nvPr/>
        </p:nvSpPr>
        <p:spPr bwMode="auto">
          <a:xfrm>
            <a:off x="4286250" y="1639669"/>
            <a:ext cx="267516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Hypothesis to test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H</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0</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a:t>
            </a:r>
            <a:r>
              <a:rPr kumimoji="0" lang="el-GR"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μ</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1</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 </a:t>
            </a:r>
            <a:r>
              <a:rPr kumimoji="0" lang="el-GR"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μ</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2 </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0</a:t>
            </a:r>
            <a:r>
              <a:rPr kumimoji="0" lang="en-US" altLang="en-US" sz="2800" b="1" i="0" u="none" strike="noStrike" kern="1200" cap="none" spc="0" normalizeH="0" baseline="-2500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vs</a:t>
            </a:r>
            <a:r>
              <a:rPr kumimoji="0" lang="en-US"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H</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1</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a:t>
            </a:r>
            <a:r>
              <a:rPr kumimoji="0" lang="el-GR"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μ</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1</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 </a:t>
            </a:r>
            <a:r>
              <a:rPr kumimoji="0" lang="el-GR"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μ</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2 </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0</a:t>
            </a:r>
          </a:p>
        </p:txBody>
      </p:sp>
      <p:sp>
        <p:nvSpPr>
          <p:cNvPr id="31" name="Title 2">
            <a:extLst>
              <a:ext uri="{FF2B5EF4-FFF2-40B4-BE49-F238E27FC236}">
                <a16:creationId xmlns:a16="http://schemas.microsoft.com/office/drawing/2014/main" id="{D8091A93-27AE-33EC-1CDA-836D9390295B}"/>
              </a:ext>
            </a:extLst>
          </p:cNvPr>
          <p:cNvSpPr txBox="1">
            <a:spLocks/>
          </p:cNvSpPr>
          <p:nvPr/>
        </p:nvSpPr>
        <p:spPr>
          <a:xfrm>
            <a:off x="609600" y="5791200"/>
            <a:ext cx="10875380" cy="855014"/>
          </a:xfrm>
          <a:prstGeom prst="rect">
            <a:avLst/>
          </a:prstGeom>
          <a:no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ko-KR" sz="24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Critical value for </a:t>
            </a:r>
            <a:r>
              <a:rPr kumimoji="0" lang="el-GR" altLang="ko-KR" sz="24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α</a:t>
            </a:r>
            <a:r>
              <a:rPr kumimoji="0" lang="en-US" altLang="ko-KR" sz="24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 = 0.05 is 1.714. Since t = 2.233 &gt; 2.069, Reject H</a:t>
            </a:r>
            <a:r>
              <a:rPr kumimoji="0" lang="en-US" altLang="ko-KR" sz="2400" b="0" i="0" u="none" strike="noStrike" kern="1200" cap="none" spc="0" normalizeH="0" baseline="-2500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0,</a:t>
            </a:r>
            <a:r>
              <a:rPr kumimoji="0" lang="en-US" altLang="ko-KR" sz="24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 Don’t reject H</a:t>
            </a:r>
            <a:r>
              <a:rPr kumimoji="0" lang="en-US" altLang="ko-KR" sz="2400" b="0" i="0" u="none" strike="noStrike" kern="1200" cap="none" spc="0" normalizeH="0" baseline="-2500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1</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sp>
        <p:nvSpPr>
          <p:cNvPr id="34" name="Title 2">
            <a:extLst>
              <a:ext uri="{FF2B5EF4-FFF2-40B4-BE49-F238E27FC236}">
                <a16:creationId xmlns:a16="http://schemas.microsoft.com/office/drawing/2014/main" id="{7AB0498D-87E1-7AC1-94CE-472409CD9B29}"/>
              </a:ext>
            </a:extLst>
          </p:cNvPr>
          <p:cNvSpPr txBox="1">
            <a:spLocks/>
          </p:cNvSpPr>
          <p:nvPr/>
        </p:nvSpPr>
        <p:spPr>
          <a:xfrm>
            <a:off x="6969696" y="3917151"/>
            <a:ext cx="1226312" cy="63234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4000" b="1" i="0" u="none" strike="noStrike" kern="1200" cap="none" spc="0" normalizeH="0" baseline="0" noProof="0" dirty="0">
              <a:ln>
                <a:noFill/>
              </a:ln>
              <a:solidFill>
                <a:srgbClr val="0033CC"/>
              </a:solidFill>
              <a:effectLst/>
              <a:uLnTx/>
              <a:uFillTx/>
              <a:latin typeface="Helvetica Neue"/>
              <a:ea typeface="+mj-ea"/>
              <a:cs typeface="Helvetica" panose="020B0604020202020204" pitchFamily="34" charset="0"/>
            </a:endParaRPr>
          </a:p>
        </p:txBody>
      </p:sp>
      <p:pic>
        <p:nvPicPr>
          <p:cNvPr id="35" name="Picture 2">
            <a:extLst>
              <a:ext uri="{FF2B5EF4-FFF2-40B4-BE49-F238E27FC236}">
                <a16:creationId xmlns:a16="http://schemas.microsoft.com/office/drawing/2014/main" id="{2E325FB4-46CA-EAAA-5D68-83D83161ED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6865" y="1783335"/>
            <a:ext cx="3788028" cy="30038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 name="Rectangle 10">
            <a:extLst>
              <a:ext uri="{FF2B5EF4-FFF2-40B4-BE49-F238E27FC236}">
                <a16:creationId xmlns:a16="http://schemas.microsoft.com/office/drawing/2014/main" id="{32D4E2B5-B7B1-764C-D4EE-824B5C57445B}"/>
              </a:ext>
            </a:extLst>
          </p:cNvPr>
          <p:cNvSpPr>
            <a:spLocks noChangeArrowheads="1"/>
          </p:cNvSpPr>
          <p:nvPr/>
        </p:nvSpPr>
        <p:spPr bwMode="auto">
          <a:xfrm>
            <a:off x="9775259" y="5285549"/>
            <a:ext cx="1505540" cy="461665"/>
          </a:xfrm>
          <a:prstGeom prst="rect">
            <a:avLst/>
          </a:prstGeom>
          <a:solidFill>
            <a:srgbClr val="C00000"/>
          </a:solidFill>
          <a:ln>
            <a:noFill/>
          </a:ln>
          <a:effectLst/>
        </p:spPr>
        <p:txBody>
          <a:bodyPr wrap="none"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t</a:t>
            </a:r>
            <a:r>
              <a:rPr kumimoji="0" lang="el-GR" altLang="en-US" sz="2400" b="1" i="0" u="none" strike="noStrike" kern="1200" cap="none" spc="0" normalizeH="0" baseline="-25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α</a:t>
            </a:r>
            <a:r>
              <a:rPr kumimoji="0" lang="en-US" altLang="en-US" sz="2400" b="1" i="0" u="none" strike="noStrike" kern="1200" cap="none" spc="0" normalizeH="0" baseline="-25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/2</a:t>
            </a:r>
            <a:r>
              <a:rPr kumimoji="0" lang="en-US" altLang="en-US" sz="24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sym typeface="Mathematica1" pitchFamily="2" charset="2"/>
              </a:rPr>
              <a:t>= 2.069</a:t>
            </a:r>
          </a:p>
        </p:txBody>
      </p:sp>
      <p:cxnSp>
        <p:nvCxnSpPr>
          <p:cNvPr id="37" name="Straight Arrow Connector 36">
            <a:extLst>
              <a:ext uri="{FF2B5EF4-FFF2-40B4-BE49-F238E27FC236}">
                <a16:creationId xmlns:a16="http://schemas.microsoft.com/office/drawing/2014/main" id="{01FA5829-0865-6778-B919-700231805317}"/>
              </a:ext>
            </a:extLst>
          </p:cNvPr>
          <p:cNvCxnSpPr/>
          <p:nvPr/>
        </p:nvCxnSpPr>
        <p:spPr>
          <a:xfrm flipV="1">
            <a:off x="10599809" y="4238625"/>
            <a:ext cx="0" cy="989178"/>
          </a:xfrm>
          <a:prstGeom prst="straightConnector1">
            <a:avLst/>
          </a:prstGeom>
          <a:ln w="19050">
            <a:solidFill>
              <a:srgbClr val="0033CC"/>
            </a:solidFill>
            <a:tailEnd type="arrow"/>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757AD91D-825C-965C-FCD7-25A03AC06BFA}"/>
              </a:ext>
            </a:extLst>
          </p:cNvPr>
          <p:cNvPicPr>
            <a:picLocks noChangeAspect="1"/>
          </p:cNvPicPr>
          <p:nvPr/>
        </p:nvPicPr>
        <p:blipFill>
          <a:blip r:embed="rId3"/>
          <a:stretch>
            <a:fillRect/>
          </a:stretch>
        </p:blipFill>
        <p:spPr>
          <a:xfrm>
            <a:off x="203320" y="1781647"/>
            <a:ext cx="3788027" cy="1496967"/>
          </a:xfrm>
          <a:prstGeom prst="rect">
            <a:avLst/>
          </a:prstGeom>
        </p:spPr>
      </p:pic>
      <mc:AlternateContent xmlns:mc="http://schemas.openxmlformats.org/markup-compatibility/2006" xmlns:a14="http://schemas.microsoft.com/office/drawing/2010/main">
        <mc:Choice Requires="a14">
          <p:sp>
            <p:nvSpPr>
              <p:cNvPr id="42" name="Object 4">
                <a:extLst>
                  <a:ext uri="{FF2B5EF4-FFF2-40B4-BE49-F238E27FC236}">
                    <a16:creationId xmlns:a16="http://schemas.microsoft.com/office/drawing/2014/main" id="{76253C9B-8169-9107-A35C-FE990C5667BD}"/>
                  </a:ext>
                </a:extLst>
              </p:cNvPr>
              <p:cNvSpPr txBox="1"/>
              <p:nvPr/>
            </p:nvSpPr>
            <p:spPr bwMode="auto">
              <a:xfrm>
                <a:off x="76200" y="3703638"/>
                <a:ext cx="2524125" cy="534987"/>
              </a:xfrm>
              <a:prstGeom prst="rect">
                <a:avLst/>
              </a:prstGeom>
              <a:solidFill>
                <a:srgbClr val="FFABFF"/>
              </a:solidFill>
              <a:ln w="9525">
                <a:noFill/>
                <a:miter lim="800000"/>
                <a:headEnd/>
                <a:tailEnd/>
              </a:ln>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nor/>
                        </m:rPr>
                        <a:rPr kumimoji="0" lang="en-IN"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IN"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IN"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P</m:t>
                      </m:r>
                      <m:r>
                        <a:rPr kumimoji="0" lang="en-IN"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nor/>
                        </m:rPr>
                        <a:rPr kumimoji="0" lang="en-IN"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0.0</m:t>
                      </m:r>
                      <m:r>
                        <m:rPr>
                          <m:nor/>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25</m:t>
                      </m:r>
                    </m:oMath>
                  </m:oMathPara>
                </a14:m>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2" name="Object 4">
                <a:extLst>
                  <a:ext uri="{FF2B5EF4-FFF2-40B4-BE49-F238E27FC236}">
                    <a16:creationId xmlns:a16="http://schemas.microsoft.com/office/drawing/2014/main" id="{76253C9B-8169-9107-A35C-FE990C5667BD}"/>
                  </a:ext>
                </a:extLst>
              </p:cNvPr>
              <p:cNvSpPr txBox="1">
                <a:spLocks noRot="1" noChangeAspect="1" noMove="1" noResize="1" noEditPoints="1" noAdjustHandles="1" noChangeArrowheads="1" noChangeShapeType="1" noTextEdit="1"/>
              </p:cNvSpPr>
              <p:nvPr/>
            </p:nvSpPr>
            <p:spPr bwMode="auto">
              <a:xfrm>
                <a:off x="76200" y="3703638"/>
                <a:ext cx="2524125" cy="534987"/>
              </a:xfrm>
              <a:prstGeom prst="rect">
                <a:avLst/>
              </a:prstGeom>
              <a:blipFill>
                <a:blip r:embed="rId4"/>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CCA3DCC4-FDD2-F1AD-DFE5-1711304EDE2B}"/>
                  </a:ext>
                </a:extLst>
              </p14:cNvPr>
              <p14:cNvContentPartPr/>
              <p14:nvPr/>
            </p14:nvContentPartPr>
            <p14:xfrm>
              <a:off x="400049" y="2496716"/>
              <a:ext cx="471240" cy="560880"/>
            </p14:xfrm>
          </p:contentPart>
        </mc:Choice>
        <mc:Fallback xmlns="">
          <p:pic>
            <p:nvPicPr>
              <p:cNvPr id="4" name="Ink 3">
                <a:extLst>
                  <a:ext uri="{FF2B5EF4-FFF2-40B4-BE49-F238E27FC236}">
                    <a16:creationId xmlns:a16="http://schemas.microsoft.com/office/drawing/2014/main" id="{CCA3DCC4-FDD2-F1AD-DFE5-1711304EDE2B}"/>
                  </a:ext>
                </a:extLst>
              </p:cNvPr>
              <p:cNvPicPr/>
              <p:nvPr/>
            </p:nvPicPr>
            <p:blipFill>
              <a:blip r:embed="rId6"/>
              <a:stretch>
                <a:fillRect/>
              </a:stretch>
            </p:blipFill>
            <p:spPr>
              <a:xfrm>
                <a:off x="393929" y="2490596"/>
                <a:ext cx="483480" cy="573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3C78765B-DCD2-B545-152D-145A7C354BCB}"/>
                  </a:ext>
                </a:extLst>
              </p14:cNvPr>
              <p14:cNvContentPartPr/>
              <p14:nvPr/>
            </p14:nvContentPartPr>
            <p14:xfrm>
              <a:off x="1958129" y="4429556"/>
              <a:ext cx="333360" cy="18720"/>
            </p14:xfrm>
          </p:contentPart>
        </mc:Choice>
        <mc:Fallback xmlns="">
          <p:pic>
            <p:nvPicPr>
              <p:cNvPr id="12" name="Ink 11">
                <a:extLst>
                  <a:ext uri="{FF2B5EF4-FFF2-40B4-BE49-F238E27FC236}">
                    <a16:creationId xmlns:a16="http://schemas.microsoft.com/office/drawing/2014/main" id="{3C78765B-DCD2-B545-152D-145A7C354BCB}"/>
                  </a:ext>
                </a:extLst>
              </p:cNvPr>
              <p:cNvPicPr/>
              <p:nvPr/>
            </p:nvPicPr>
            <p:blipFill>
              <a:blip r:embed="rId8"/>
              <a:stretch>
                <a:fillRect/>
              </a:stretch>
            </p:blipFill>
            <p:spPr>
              <a:xfrm>
                <a:off x="1952009" y="4423436"/>
                <a:ext cx="3456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1" name="Ink 20">
                <a:extLst>
                  <a:ext uri="{FF2B5EF4-FFF2-40B4-BE49-F238E27FC236}">
                    <a16:creationId xmlns:a16="http://schemas.microsoft.com/office/drawing/2014/main" id="{F2C99733-0465-623D-F6C4-C0CA3404813F}"/>
                  </a:ext>
                </a:extLst>
              </p14:cNvPr>
              <p14:cNvContentPartPr/>
              <p14:nvPr/>
            </p14:nvContentPartPr>
            <p14:xfrm>
              <a:off x="3380489" y="4395356"/>
              <a:ext cx="351720" cy="28800"/>
            </p14:xfrm>
          </p:contentPart>
        </mc:Choice>
        <mc:Fallback xmlns="">
          <p:pic>
            <p:nvPicPr>
              <p:cNvPr id="21" name="Ink 20">
                <a:extLst>
                  <a:ext uri="{FF2B5EF4-FFF2-40B4-BE49-F238E27FC236}">
                    <a16:creationId xmlns:a16="http://schemas.microsoft.com/office/drawing/2014/main" id="{F2C99733-0465-623D-F6C4-C0CA3404813F}"/>
                  </a:ext>
                </a:extLst>
              </p:cNvPr>
              <p:cNvPicPr/>
              <p:nvPr/>
            </p:nvPicPr>
            <p:blipFill>
              <a:blip r:embed="rId10"/>
              <a:stretch>
                <a:fillRect/>
              </a:stretch>
            </p:blipFill>
            <p:spPr>
              <a:xfrm>
                <a:off x="3374369" y="4389236"/>
                <a:ext cx="363960" cy="41040"/>
              </a:xfrm>
              <a:prstGeom prst="rect">
                <a:avLst/>
              </a:prstGeom>
            </p:spPr>
          </p:pic>
        </mc:Fallback>
      </mc:AlternateContent>
      <p:grpSp>
        <p:nvGrpSpPr>
          <p:cNvPr id="57" name="Group 56">
            <a:extLst>
              <a:ext uri="{FF2B5EF4-FFF2-40B4-BE49-F238E27FC236}">
                <a16:creationId xmlns:a16="http://schemas.microsoft.com/office/drawing/2014/main" id="{155948B4-9F18-686F-4007-46884A76B133}"/>
              </a:ext>
            </a:extLst>
          </p:cNvPr>
          <p:cNvGrpSpPr/>
          <p:nvPr/>
        </p:nvGrpSpPr>
        <p:grpSpPr>
          <a:xfrm>
            <a:off x="492209" y="4579316"/>
            <a:ext cx="3843000" cy="1456200"/>
            <a:chOff x="492209" y="4579316"/>
            <a:chExt cx="3843000" cy="1456200"/>
          </a:xfrm>
        </p:grpSpPr>
        <mc:AlternateContent xmlns:mc="http://schemas.openxmlformats.org/markup-compatibility/2006" xmlns:p14="http://schemas.microsoft.com/office/powerpoint/2010/main">
          <mc:Choice Requires="p14">
            <p:contentPart p14:bwMode="auto" r:id="rId11">
              <p14:nvContentPartPr>
                <p14:cNvPr id="5" name="Ink 4">
                  <a:extLst>
                    <a:ext uri="{FF2B5EF4-FFF2-40B4-BE49-F238E27FC236}">
                      <a16:creationId xmlns:a16="http://schemas.microsoft.com/office/drawing/2014/main" id="{87254FDE-436A-74AC-00FB-E9AFA12AFFFA}"/>
                    </a:ext>
                  </a:extLst>
                </p14:cNvPr>
                <p14:cNvContentPartPr/>
                <p14:nvPr/>
              </p14:nvContentPartPr>
              <p14:xfrm>
                <a:off x="642689" y="4770476"/>
                <a:ext cx="210960" cy="463320"/>
              </p14:xfrm>
            </p:contentPart>
          </mc:Choice>
          <mc:Fallback xmlns="">
            <p:pic>
              <p:nvPicPr>
                <p:cNvPr id="5" name="Ink 4">
                  <a:extLst>
                    <a:ext uri="{FF2B5EF4-FFF2-40B4-BE49-F238E27FC236}">
                      <a16:creationId xmlns:a16="http://schemas.microsoft.com/office/drawing/2014/main" id="{87254FDE-436A-74AC-00FB-E9AFA12AFFFA}"/>
                    </a:ext>
                  </a:extLst>
                </p:cNvPr>
                <p:cNvPicPr/>
                <p:nvPr/>
              </p:nvPicPr>
              <p:blipFill>
                <a:blip r:embed="rId12"/>
                <a:stretch>
                  <a:fillRect/>
                </a:stretch>
              </p:blipFill>
              <p:spPr>
                <a:xfrm>
                  <a:off x="636569" y="4764356"/>
                  <a:ext cx="223200" cy="475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 name="Ink 5">
                  <a:extLst>
                    <a:ext uri="{FF2B5EF4-FFF2-40B4-BE49-F238E27FC236}">
                      <a16:creationId xmlns:a16="http://schemas.microsoft.com/office/drawing/2014/main" id="{F53D6CD7-5C10-1637-4960-2D65FEA6924E}"/>
                    </a:ext>
                  </a:extLst>
                </p14:cNvPr>
                <p14:cNvContentPartPr/>
                <p14:nvPr/>
              </p14:nvContentPartPr>
              <p14:xfrm>
                <a:off x="492209" y="4988636"/>
                <a:ext cx="344880" cy="9720"/>
              </p14:xfrm>
            </p:contentPart>
          </mc:Choice>
          <mc:Fallback xmlns="">
            <p:pic>
              <p:nvPicPr>
                <p:cNvPr id="6" name="Ink 5">
                  <a:extLst>
                    <a:ext uri="{FF2B5EF4-FFF2-40B4-BE49-F238E27FC236}">
                      <a16:creationId xmlns:a16="http://schemas.microsoft.com/office/drawing/2014/main" id="{F53D6CD7-5C10-1637-4960-2D65FEA6924E}"/>
                    </a:ext>
                  </a:extLst>
                </p:cNvPr>
                <p:cNvPicPr/>
                <p:nvPr/>
              </p:nvPicPr>
              <p:blipFill>
                <a:blip r:embed="rId14"/>
                <a:stretch>
                  <a:fillRect/>
                </a:stretch>
              </p:blipFill>
              <p:spPr>
                <a:xfrm>
                  <a:off x="486089" y="4982516"/>
                  <a:ext cx="3571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 name="Ink 6">
                  <a:extLst>
                    <a:ext uri="{FF2B5EF4-FFF2-40B4-BE49-F238E27FC236}">
                      <a16:creationId xmlns:a16="http://schemas.microsoft.com/office/drawing/2014/main" id="{A9655223-37DB-5876-18BE-8093FC343089}"/>
                    </a:ext>
                  </a:extLst>
                </p14:cNvPr>
                <p14:cNvContentPartPr/>
                <p14:nvPr/>
              </p14:nvContentPartPr>
              <p14:xfrm>
                <a:off x="1133009" y="4965236"/>
                <a:ext cx="78120" cy="37080"/>
              </p14:xfrm>
            </p:contentPart>
          </mc:Choice>
          <mc:Fallback xmlns="">
            <p:pic>
              <p:nvPicPr>
                <p:cNvPr id="7" name="Ink 6">
                  <a:extLst>
                    <a:ext uri="{FF2B5EF4-FFF2-40B4-BE49-F238E27FC236}">
                      <a16:creationId xmlns:a16="http://schemas.microsoft.com/office/drawing/2014/main" id="{A9655223-37DB-5876-18BE-8093FC343089}"/>
                    </a:ext>
                  </a:extLst>
                </p:cNvPr>
                <p:cNvPicPr/>
                <p:nvPr/>
              </p:nvPicPr>
              <p:blipFill>
                <a:blip r:embed="rId16"/>
                <a:stretch>
                  <a:fillRect/>
                </a:stretch>
              </p:blipFill>
              <p:spPr>
                <a:xfrm>
                  <a:off x="1126889" y="4959116"/>
                  <a:ext cx="903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8" name="Ink 7">
                  <a:extLst>
                    <a:ext uri="{FF2B5EF4-FFF2-40B4-BE49-F238E27FC236}">
                      <a16:creationId xmlns:a16="http://schemas.microsoft.com/office/drawing/2014/main" id="{C3C51428-1FAB-15B0-25D6-B552DA231959}"/>
                    </a:ext>
                  </a:extLst>
                </p14:cNvPr>
                <p14:cNvContentPartPr/>
                <p14:nvPr/>
              </p14:nvContentPartPr>
              <p14:xfrm>
                <a:off x="1160009" y="5021756"/>
                <a:ext cx="236160" cy="51120"/>
              </p14:xfrm>
            </p:contentPart>
          </mc:Choice>
          <mc:Fallback xmlns="">
            <p:pic>
              <p:nvPicPr>
                <p:cNvPr id="8" name="Ink 7">
                  <a:extLst>
                    <a:ext uri="{FF2B5EF4-FFF2-40B4-BE49-F238E27FC236}">
                      <a16:creationId xmlns:a16="http://schemas.microsoft.com/office/drawing/2014/main" id="{C3C51428-1FAB-15B0-25D6-B552DA231959}"/>
                    </a:ext>
                  </a:extLst>
                </p:cNvPr>
                <p:cNvPicPr/>
                <p:nvPr/>
              </p:nvPicPr>
              <p:blipFill>
                <a:blip r:embed="rId18"/>
                <a:stretch>
                  <a:fillRect/>
                </a:stretch>
              </p:blipFill>
              <p:spPr>
                <a:xfrm>
                  <a:off x="1153889" y="5015636"/>
                  <a:ext cx="2484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9" name="Ink 8">
                  <a:extLst>
                    <a:ext uri="{FF2B5EF4-FFF2-40B4-BE49-F238E27FC236}">
                      <a16:creationId xmlns:a16="http://schemas.microsoft.com/office/drawing/2014/main" id="{F989F352-7455-54BB-5BCD-BA4B3880AD0B}"/>
                    </a:ext>
                  </a:extLst>
                </p14:cNvPr>
                <p14:cNvContentPartPr/>
                <p14:nvPr/>
              </p14:nvContentPartPr>
              <p14:xfrm>
                <a:off x="1921409" y="4639436"/>
                <a:ext cx="309240" cy="314640"/>
              </p14:xfrm>
            </p:contentPart>
          </mc:Choice>
          <mc:Fallback xmlns="">
            <p:pic>
              <p:nvPicPr>
                <p:cNvPr id="9" name="Ink 8">
                  <a:extLst>
                    <a:ext uri="{FF2B5EF4-FFF2-40B4-BE49-F238E27FC236}">
                      <a16:creationId xmlns:a16="http://schemas.microsoft.com/office/drawing/2014/main" id="{F989F352-7455-54BB-5BCD-BA4B3880AD0B}"/>
                    </a:ext>
                  </a:extLst>
                </p:cNvPr>
                <p:cNvPicPr/>
                <p:nvPr/>
              </p:nvPicPr>
              <p:blipFill>
                <a:blip r:embed="rId20"/>
                <a:stretch>
                  <a:fillRect/>
                </a:stretch>
              </p:blipFill>
              <p:spPr>
                <a:xfrm>
                  <a:off x="1915289" y="4633316"/>
                  <a:ext cx="32148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 name="Ink 9">
                  <a:extLst>
                    <a:ext uri="{FF2B5EF4-FFF2-40B4-BE49-F238E27FC236}">
                      <a16:creationId xmlns:a16="http://schemas.microsoft.com/office/drawing/2014/main" id="{0CACC7BD-DB6A-C3E0-D2C4-26B17A8E1B4C}"/>
                    </a:ext>
                  </a:extLst>
                </p14:cNvPr>
                <p14:cNvContentPartPr/>
                <p14:nvPr/>
              </p14:nvContentPartPr>
              <p14:xfrm>
                <a:off x="1937609" y="4695956"/>
                <a:ext cx="208440" cy="307080"/>
              </p14:xfrm>
            </p:contentPart>
          </mc:Choice>
          <mc:Fallback xmlns="">
            <p:pic>
              <p:nvPicPr>
                <p:cNvPr id="10" name="Ink 9">
                  <a:extLst>
                    <a:ext uri="{FF2B5EF4-FFF2-40B4-BE49-F238E27FC236}">
                      <a16:creationId xmlns:a16="http://schemas.microsoft.com/office/drawing/2014/main" id="{0CACC7BD-DB6A-C3E0-D2C4-26B17A8E1B4C}"/>
                    </a:ext>
                  </a:extLst>
                </p:cNvPr>
                <p:cNvPicPr/>
                <p:nvPr/>
              </p:nvPicPr>
              <p:blipFill>
                <a:blip r:embed="rId22"/>
                <a:stretch>
                  <a:fillRect/>
                </a:stretch>
              </p:blipFill>
              <p:spPr>
                <a:xfrm>
                  <a:off x="1931489" y="4689836"/>
                  <a:ext cx="22068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1" name="Ink 10">
                  <a:extLst>
                    <a:ext uri="{FF2B5EF4-FFF2-40B4-BE49-F238E27FC236}">
                      <a16:creationId xmlns:a16="http://schemas.microsoft.com/office/drawing/2014/main" id="{70DE68AC-1C46-4C44-664C-0D92FA64BB4A}"/>
                    </a:ext>
                  </a:extLst>
                </p14:cNvPr>
                <p14:cNvContentPartPr/>
                <p14:nvPr/>
              </p14:nvContentPartPr>
              <p14:xfrm>
                <a:off x="2283209" y="4907276"/>
                <a:ext cx="33480" cy="113760"/>
              </p14:xfrm>
            </p:contentPart>
          </mc:Choice>
          <mc:Fallback xmlns="">
            <p:pic>
              <p:nvPicPr>
                <p:cNvPr id="11" name="Ink 10">
                  <a:extLst>
                    <a:ext uri="{FF2B5EF4-FFF2-40B4-BE49-F238E27FC236}">
                      <a16:creationId xmlns:a16="http://schemas.microsoft.com/office/drawing/2014/main" id="{70DE68AC-1C46-4C44-664C-0D92FA64BB4A}"/>
                    </a:ext>
                  </a:extLst>
                </p:cNvPr>
                <p:cNvPicPr/>
                <p:nvPr/>
              </p:nvPicPr>
              <p:blipFill>
                <a:blip r:embed="rId24"/>
                <a:stretch>
                  <a:fillRect/>
                </a:stretch>
              </p:blipFill>
              <p:spPr>
                <a:xfrm>
                  <a:off x="2277089" y="4901156"/>
                  <a:ext cx="457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3" name="Ink 12">
                  <a:extLst>
                    <a:ext uri="{FF2B5EF4-FFF2-40B4-BE49-F238E27FC236}">
                      <a16:creationId xmlns:a16="http://schemas.microsoft.com/office/drawing/2014/main" id="{F0B4C250-C9DB-FF60-053A-452A92651830}"/>
                    </a:ext>
                  </a:extLst>
                </p14:cNvPr>
                <p14:cNvContentPartPr/>
                <p14:nvPr/>
              </p14:nvContentPartPr>
              <p14:xfrm>
                <a:off x="2703329" y="4766516"/>
                <a:ext cx="302400" cy="19440"/>
              </p14:xfrm>
            </p:contentPart>
          </mc:Choice>
          <mc:Fallback xmlns="">
            <p:pic>
              <p:nvPicPr>
                <p:cNvPr id="13" name="Ink 12">
                  <a:extLst>
                    <a:ext uri="{FF2B5EF4-FFF2-40B4-BE49-F238E27FC236}">
                      <a16:creationId xmlns:a16="http://schemas.microsoft.com/office/drawing/2014/main" id="{F0B4C250-C9DB-FF60-053A-452A92651830}"/>
                    </a:ext>
                  </a:extLst>
                </p:cNvPr>
                <p:cNvPicPr/>
                <p:nvPr/>
              </p:nvPicPr>
              <p:blipFill>
                <a:blip r:embed="rId26"/>
                <a:stretch>
                  <a:fillRect/>
                </a:stretch>
              </p:blipFill>
              <p:spPr>
                <a:xfrm>
                  <a:off x="2697209" y="4760396"/>
                  <a:ext cx="3146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4" name="Ink 13">
                  <a:extLst>
                    <a:ext uri="{FF2B5EF4-FFF2-40B4-BE49-F238E27FC236}">
                      <a16:creationId xmlns:a16="http://schemas.microsoft.com/office/drawing/2014/main" id="{9DDE5A25-9104-BC55-5E37-9979E873B7DA}"/>
                    </a:ext>
                  </a:extLst>
                </p14:cNvPr>
                <p14:cNvContentPartPr/>
                <p14:nvPr/>
              </p14:nvContentPartPr>
              <p14:xfrm>
                <a:off x="3374729" y="4579316"/>
                <a:ext cx="263520" cy="334440"/>
              </p14:xfrm>
            </p:contentPart>
          </mc:Choice>
          <mc:Fallback xmlns="">
            <p:pic>
              <p:nvPicPr>
                <p:cNvPr id="14" name="Ink 13">
                  <a:extLst>
                    <a:ext uri="{FF2B5EF4-FFF2-40B4-BE49-F238E27FC236}">
                      <a16:creationId xmlns:a16="http://schemas.microsoft.com/office/drawing/2014/main" id="{9DDE5A25-9104-BC55-5E37-9979E873B7DA}"/>
                    </a:ext>
                  </a:extLst>
                </p:cNvPr>
                <p:cNvPicPr/>
                <p:nvPr/>
              </p:nvPicPr>
              <p:blipFill>
                <a:blip r:embed="rId28"/>
                <a:stretch>
                  <a:fillRect/>
                </a:stretch>
              </p:blipFill>
              <p:spPr>
                <a:xfrm>
                  <a:off x="3368609" y="4573196"/>
                  <a:ext cx="27576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5" name="Ink 14">
                  <a:extLst>
                    <a:ext uri="{FF2B5EF4-FFF2-40B4-BE49-F238E27FC236}">
                      <a16:creationId xmlns:a16="http://schemas.microsoft.com/office/drawing/2014/main" id="{444A0C95-00AF-DCA3-6EDE-777547E74849}"/>
                    </a:ext>
                  </a:extLst>
                </p14:cNvPr>
                <p14:cNvContentPartPr/>
                <p14:nvPr/>
              </p14:nvContentPartPr>
              <p14:xfrm>
                <a:off x="3359249" y="4608836"/>
                <a:ext cx="204480" cy="241920"/>
              </p14:xfrm>
            </p:contentPart>
          </mc:Choice>
          <mc:Fallback xmlns="">
            <p:pic>
              <p:nvPicPr>
                <p:cNvPr id="15" name="Ink 14">
                  <a:extLst>
                    <a:ext uri="{FF2B5EF4-FFF2-40B4-BE49-F238E27FC236}">
                      <a16:creationId xmlns:a16="http://schemas.microsoft.com/office/drawing/2014/main" id="{444A0C95-00AF-DCA3-6EDE-777547E74849}"/>
                    </a:ext>
                  </a:extLst>
                </p:cNvPr>
                <p:cNvPicPr/>
                <p:nvPr/>
              </p:nvPicPr>
              <p:blipFill>
                <a:blip r:embed="rId30"/>
                <a:stretch>
                  <a:fillRect/>
                </a:stretch>
              </p:blipFill>
              <p:spPr>
                <a:xfrm>
                  <a:off x="3353129" y="4602716"/>
                  <a:ext cx="2167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6" name="Ink 15">
                  <a:extLst>
                    <a:ext uri="{FF2B5EF4-FFF2-40B4-BE49-F238E27FC236}">
                      <a16:creationId xmlns:a16="http://schemas.microsoft.com/office/drawing/2014/main" id="{9F217FBF-51B4-2B0D-EC84-00B3766C3EF4}"/>
                    </a:ext>
                  </a:extLst>
                </p14:cNvPr>
                <p14:cNvContentPartPr/>
                <p14:nvPr/>
              </p14:nvContentPartPr>
              <p14:xfrm>
                <a:off x="3677849" y="4781636"/>
                <a:ext cx="324720" cy="120960"/>
              </p14:xfrm>
            </p:contentPart>
          </mc:Choice>
          <mc:Fallback xmlns="">
            <p:pic>
              <p:nvPicPr>
                <p:cNvPr id="16" name="Ink 15">
                  <a:extLst>
                    <a:ext uri="{FF2B5EF4-FFF2-40B4-BE49-F238E27FC236}">
                      <a16:creationId xmlns:a16="http://schemas.microsoft.com/office/drawing/2014/main" id="{9F217FBF-51B4-2B0D-EC84-00B3766C3EF4}"/>
                    </a:ext>
                  </a:extLst>
                </p:cNvPr>
                <p:cNvPicPr/>
                <p:nvPr/>
              </p:nvPicPr>
              <p:blipFill>
                <a:blip r:embed="rId32"/>
                <a:stretch>
                  <a:fillRect/>
                </a:stretch>
              </p:blipFill>
              <p:spPr>
                <a:xfrm>
                  <a:off x="3671729" y="4775516"/>
                  <a:ext cx="33696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AE0866F5-380B-BE24-45AA-4EA2DFA44E48}"/>
                    </a:ext>
                  </a:extLst>
                </p14:cNvPr>
                <p14:cNvContentPartPr/>
                <p14:nvPr/>
              </p14:nvContentPartPr>
              <p14:xfrm>
                <a:off x="1725209" y="5084396"/>
                <a:ext cx="2527560" cy="24840"/>
              </p14:xfrm>
            </p:contentPart>
          </mc:Choice>
          <mc:Fallback xmlns="">
            <p:pic>
              <p:nvPicPr>
                <p:cNvPr id="22" name="Ink 21">
                  <a:extLst>
                    <a:ext uri="{FF2B5EF4-FFF2-40B4-BE49-F238E27FC236}">
                      <a16:creationId xmlns:a16="http://schemas.microsoft.com/office/drawing/2014/main" id="{AE0866F5-380B-BE24-45AA-4EA2DFA44E48}"/>
                    </a:ext>
                  </a:extLst>
                </p:cNvPr>
                <p:cNvPicPr/>
                <p:nvPr/>
              </p:nvPicPr>
              <p:blipFill>
                <a:blip r:embed="rId34"/>
                <a:stretch>
                  <a:fillRect/>
                </a:stretch>
              </p:blipFill>
              <p:spPr>
                <a:xfrm>
                  <a:off x="1719089" y="5078276"/>
                  <a:ext cx="25398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90008EDC-D143-0BF4-4A9F-C104E7A0A223}"/>
                    </a:ext>
                  </a:extLst>
                </p14:cNvPr>
                <p14:cNvContentPartPr/>
                <p14:nvPr/>
              </p14:nvContentPartPr>
              <p14:xfrm>
                <a:off x="1667609" y="5230556"/>
                <a:ext cx="1958760" cy="761400"/>
              </p14:xfrm>
            </p:contentPart>
          </mc:Choice>
          <mc:Fallback xmlns="">
            <p:pic>
              <p:nvPicPr>
                <p:cNvPr id="23" name="Ink 22">
                  <a:extLst>
                    <a:ext uri="{FF2B5EF4-FFF2-40B4-BE49-F238E27FC236}">
                      <a16:creationId xmlns:a16="http://schemas.microsoft.com/office/drawing/2014/main" id="{90008EDC-D143-0BF4-4A9F-C104E7A0A223}"/>
                    </a:ext>
                  </a:extLst>
                </p:cNvPr>
                <p:cNvPicPr/>
                <p:nvPr/>
              </p:nvPicPr>
              <p:blipFill>
                <a:blip r:embed="rId36"/>
                <a:stretch>
                  <a:fillRect/>
                </a:stretch>
              </p:blipFill>
              <p:spPr>
                <a:xfrm>
                  <a:off x="1661489" y="5224436"/>
                  <a:ext cx="1971000" cy="7736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7" name="Ink 26">
                  <a:extLst>
                    <a:ext uri="{FF2B5EF4-FFF2-40B4-BE49-F238E27FC236}">
                      <a16:creationId xmlns:a16="http://schemas.microsoft.com/office/drawing/2014/main" id="{83632E12-C4C9-9097-03D6-06F6414F1858}"/>
                    </a:ext>
                  </a:extLst>
                </p14:cNvPr>
                <p14:cNvContentPartPr/>
                <p14:nvPr/>
              </p14:nvContentPartPr>
              <p14:xfrm>
                <a:off x="1993409" y="5388956"/>
                <a:ext cx="179280" cy="201600"/>
              </p14:xfrm>
            </p:contentPart>
          </mc:Choice>
          <mc:Fallback xmlns="">
            <p:pic>
              <p:nvPicPr>
                <p:cNvPr id="27" name="Ink 26">
                  <a:extLst>
                    <a:ext uri="{FF2B5EF4-FFF2-40B4-BE49-F238E27FC236}">
                      <a16:creationId xmlns:a16="http://schemas.microsoft.com/office/drawing/2014/main" id="{83632E12-C4C9-9097-03D6-06F6414F1858}"/>
                    </a:ext>
                  </a:extLst>
                </p:cNvPr>
                <p:cNvPicPr/>
                <p:nvPr/>
              </p:nvPicPr>
              <p:blipFill>
                <a:blip r:embed="rId38"/>
                <a:stretch>
                  <a:fillRect/>
                </a:stretch>
              </p:blipFill>
              <p:spPr>
                <a:xfrm>
                  <a:off x="1987289" y="5382836"/>
                  <a:ext cx="19152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8" name="Ink 27">
                  <a:extLst>
                    <a:ext uri="{FF2B5EF4-FFF2-40B4-BE49-F238E27FC236}">
                      <a16:creationId xmlns:a16="http://schemas.microsoft.com/office/drawing/2014/main" id="{3E4279B4-8E63-00AA-33DA-7276D191861F}"/>
                    </a:ext>
                  </a:extLst>
                </p14:cNvPr>
                <p14:cNvContentPartPr/>
                <p14:nvPr/>
              </p14:nvContentPartPr>
              <p14:xfrm>
                <a:off x="2283569" y="5459156"/>
                <a:ext cx="123840" cy="458280"/>
              </p14:xfrm>
            </p:contentPart>
          </mc:Choice>
          <mc:Fallback xmlns="">
            <p:pic>
              <p:nvPicPr>
                <p:cNvPr id="28" name="Ink 27">
                  <a:extLst>
                    <a:ext uri="{FF2B5EF4-FFF2-40B4-BE49-F238E27FC236}">
                      <a16:creationId xmlns:a16="http://schemas.microsoft.com/office/drawing/2014/main" id="{3E4279B4-8E63-00AA-33DA-7276D191861F}"/>
                    </a:ext>
                  </a:extLst>
                </p:cNvPr>
                <p:cNvPicPr/>
                <p:nvPr/>
              </p:nvPicPr>
              <p:blipFill>
                <a:blip r:embed="rId40"/>
                <a:stretch>
                  <a:fillRect/>
                </a:stretch>
              </p:blipFill>
              <p:spPr>
                <a:xfrm>
                  <a:off x="2277449" y="5453036"/>
                  <a:ext cx="13608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9" name="Ink 28">
                  <a:extLst>
                    <a:ext uri="{FF2B5EF4-FFF2-40B4-BE49-F238E27FC236}">
                      <a16:creationId xmlns:a16="http://schemas.microsoft.com/office/drawing/2014/main" id="{A28CD451-9028-C39A-614B-774813F1F51F}"/>
                    </a:ext>
                  </a:extLst>
                </p14:cNvPr>
                <p14:cNvContentPartPr/>
                <p14:nvPr/>
              </p14:nvContentPartPr>
              <p14:xfrm>
                <a:off x="2482649" y="5296796"/>
                <a:ext cx="238320" cy="84600"/>
              </p14:xfrm>
            </p:contentPart>
          </mc:Choice>
          <mc:Fallback xmlns="">
            <p:pic>
              <p:nvPicPr>
                <p:cNvPr id="29" name="Ink 28">
                  <a:extLst>
                    <a:ext uri="{FF2B5EF4-FFF2-40B4-BE49-F238E27FC236}">
                      <a16:creationId xmlns:a16="http://schemas.microsoft.com/office/drawing/2014/main" id="{A28CD451-9028-C39A-614B-774813F1F51F}"/>
                    </a:ext>
                  </a:extLst>
                </p:cNvPr>
                <p:cNvPicPr/>
                <p:nvPr/>
              </p:nvPicPr>
              <p:blipFill>
                <a:blip r:embed="rId42"/>
                <a:stretch>
                  <a:fillRect/>
                </a:stretch>
              </p:blipFill>
              <p:spPr>
                <a:xfrm>
                  <a:off x="2476529" y="5290676"/>
                  <a:ext cx="25056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2" name="Ink 31">
                  <a:extLst>
                    <a:ext uri="{FF2B5EF4-FFF2-40B4-BE49-F238E27FC236}">
                      <a16:creationId xmlns:a16="http://schemas.microsoft.com/office/drawing/2014/main" id="{91915757-D09C-8EC2-F08F-6F12B3A8A32E}"/>
                    </a:ext>
                  </a:extLst>
                </p14:cNvPr>
                <p14:cNvContentPartPr/>
                <p14:nvPr/>
              </p14:nvContentPartPr>
              <p14:xfrm>
                <a:off x="2376449" y="5302556"/>
                <a:ext cx="131400" cy="51120"/>
              </p14:xfrm>
            </p:contentPart>
          </mc:Choice>
          <mc:Fallback xmlns="">
            <p:pic>
              <p:nvPicPr>
                <p:cNvPr id="32" name="Ink 31">
                  <a:extLst>
                    <a:ext uri="{FF2B5EF4-FFF2-40B4-BE49-F238E27FC236}">
                      <a16:creationId xmlns:a16="http://schemas.microsoft.com/office/drawing/2014/main" id="{91915757-D09C-8EC2-F08F-6F12B3A8A32E}"/>
                    </a:ext>
                  </a:extLst>
                </p:cNvPr>
                <p:cNvPicPr/>
                <p:nvPr/>
              </p:nvPicPr>
              <p:blipFill>
                <a:blip r:embed="rId44"/>
                <a:stretch>
                  <a:fillRect/>
                </a:stretch>
              </p:blipFill>
              <p:spPr>
                <a:xfrm>
                  <a:off x="2370329" y="5296436"/>
                  <a:ext cx="14364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3" name="Ink 32">
                  <a:extLst>
                    <a:ext uri="{FF2B5EF4-FFF2-40B4-BE49-F238E27FC236}">
                      <a16:creationId xmlns:a16="http://schemas.microsoft.com/office/drawing/2014/main" id="{BED171F9-E948-1BB1-95C4-B4B0C7720B05}"/>
                    </a:ext>
                  </a:extLst>
                </p14:cNvPr>
                <p14:cNvContentPartPr/>
                <p14:nvPr/>
              </p14:nvContentPartPr>
              <p14:xfrm>
                <a:off x="2830409" y="5556716"/>
                <a:ext cx="195840" cy="27000"/>
              </p14:xfrm>
            </p:contentPart>
          </mc:Choice>
          <mc:Fallback xmlns="">
            <p:pic>
              <p:nvPicPr>
                <p:cNvPr id="33" name="Ink 32">
                  <a:extLst>
                    <a:ext uri="{FF2B5EF4-FFF2-40B4-BE49-F238E27FC236}">
                      <a16:creationId xmlns:a16="http://schemas.microsoft.com/office/drawing/2014/main" id="{BED171F9-E948-1BB1-95C4-B4B0C7720B05}"/>
                    </a:ext>
                  </a:extLst>
                </p:cNvPr>
                <p:cNvPicPr/>
                <p:nvPr/>
              </p:nvPicPr>
              <p:blipFill>
                <a:blip r:embed="rId46"/>
                <a:stretch>
                  <a:fillRect/>
                </a:stretch>
              </p:blipFill>
              <p:spPr>
                <a:xfrm>
                  <a:off x="2824289" y="5550596"/>
                  <a:ext cx="2080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8" name="Ink 37">
                  <a:extLst>
                    <a:ext uri="{FF2B5EF4-FFF2-40B4-BE49-F238E27FC236}">
                      <a16:creationId xmlns:a16="http://schemas.microsoft.com/office/drawing/2014/main" id="{BAE74653-EFC6-E379-F38C-71C9E9CB1387}"/>
                    </a:ext>
                  </a:extLst>
                </p14:cNvPr>
                <p14:cNvContentPartPr/>
                <p14:nvPr/>
              </p14:nvContentPartPr>
              <p14:xfrm>
                <a:off x="2953529" y="5426396"/>
                <a:ext cx="21600" cy="8640"/>
              </p14:xfrm>
            </p:contentPart>
          </mc:Choice>
          <mc:Fallback xmlns="">
            <p:pic>
              <p:nvPicPr>
                <p:cNvPr id="38" name="Ink 37">
                  <a:extLst>
                    <a:ext uri="{FF2B5EF4-FFF2-40B4-BE49-F238E27FC236}">
                      <a16:creationId xmlns:a16="http://schemas.microsoft.com/office/drawing/2014/main" id="{BAE74653-EFC6-E379-F38C-71C9E9CB1387}"/>
                    </a:ext>
                  </a:extLst>
                </p:cNvPr>
                <p:cNvPicPr/>
                <p:nvPr/>
              </p:nvPicPr>
              <p:blipFill>
                <a:blip r:embed="rId48"/>
                <a:stretch>
                  <a:fillRect/>
                </a:stretch>
              </p:blipFill>
              <p:spPr>
                <a:xfrm>
                  <a:off x="2947409" y="5420276"/>
                  <a:ext cx="338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9" name="Ink 38">
                  <a:extLst>
                    <a:ext uri="{FF2B5EF4-FFF2-40B4-BE49-F238E27FC236}">
                      <a16:creationId xmlns:a16="http://schemas.microsoft.com/office/drawing/2014/main" id="{AF98D799-ADE0-86A9-6EE0-549C16013949}"/>
                    </a:ext>
                  </a:extLst>
                </p14:cNvPr>
                <p14:cNvContentPartPr/>
                <p14:nvPr/>
              </p14:nvContentPartPr>
              <p14:xfrm>
                <a:off x="2942729" y="5426396"/>
                <a:ext cx="81000" cy="285840"/>
              </p14:xfrm>
            </p:contentPart>
          </mc:Choice>
          <mc:Fallback xmlns="">
            <p:pic>
              <p:nvPicPr>
                <p:cNvPr id="39" name="Ink 38">
                  <a:extLst>
                    <a:ext uri="{FF2B5EF4-FFF2-40B4-BE49-F238E27FC236}">
                      <a16:creationId xmlns:a16="http://schemas.microsoft.com/office/drawing/2014/main" id="{AF98D799-ADE0-86A9-6EE0-549C16013949}"/>
                    </a:ext>
                  </a:extLst>
                </p:cNvPr>
                <p:cNvPicPr/>
                <p:nvPr/>
              </p:nvPicPr>
              <p:blipFill>
                <a:blip r:embed="rId50"/>
                <a:stretch>
                  <a:fillRect/>
                </a:stretch>
              </p:blipFill>
              <p:spPr>
                <a:xfrm>
                  <a:off x="2936609" y="5420276"/>
                  <a:ext cx="9324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0" name="Ink 39">
                  <a:extLst>
                    <a:ext uri="{FF2B5EF4-FFF2-40B4-BE49-F238E27FC236}">
                      <a16:creationId xmlns:a16="http://schemas.microsoft.com/office/drawing/2014/main" id="{B8ED8F2B-3E85-8814-A281-94BD2F063F64}"/>
                    </a:ext>
                  </a:extLst>
                </p14:cNvPr>
                <p14:cNvContentPartPr/>
                <p14:nvPr/>
              </p14:nvContentPartPr>
              <p14:xfrm>
                <a:off x="3415769" y="5363036"/>
                <a:ext cx="167040" cy="212400"/>
              </p14:xfrm>
            </p:contentPart>
          </mc:Choice>
          <mc:Fallback xmlns="">
            <p:pic>
              <p:nvPicPr>
                <p:cNvPr id="40" name="Ink 39">
                  <a:extLst>
                    <a:ext uri="{FF2B5EF4-FFF2-40B4-BE49-F238E27FC236}">
                      <a16:creationId xmlns:a16="http://schemas.microsoft.com/office/drawing/2014/main" id="{B8ED8F2B-3E85-8814-A281-94BD2F063F64}"/>
                    </a:ext>
                  </a:extLst>
                </p:cNvPr>
                <p:cNvPicPr/>
                <p:nvPr/>
              </p:nvPicPr>
              <p:blipFill>
                <a:blip r:embed="rId52"/>
                <a:stretch>
                  <a:fillRect/>
                </a:stretch>
              </p:blipFill>
              <p:spPr>
                <a:xfrm>
                  <a:off x="3409649" y="5356916"/>
                  <a:ext cx="17928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3" name="Ink 42">
                  <a:extLst>
                    <a:ext uri="{FF2B5EF4-FFF2-40B4-BE49-F238E27FC236}">
                      <a16:creationId xmlns:a16="http://schemas.microsoft.com/office/drawing/2014/main" id="{933EFD36-E4DE-0CD7-6C62-04CB2830ACD4}"/>
                    </a:ext>
                  </a:extLst>
                </p14:cNvPr>
                <p14:cNvContentPartPr/>
                <p14:nvPr/>
              </p14:nvContentPartPr>
              <p14:xfrm>
                <a:off x="3700529" y="5525396"/>
                <a:ext cx="84960" cy="339120"/>
              </p14:xfrm>
            </p:contentPart>
          </mc:Choice>
          <mc:Fallback xmlns="">
            <p:pic>
              <p:nvPicPr>
                <p:cNvPr id="43" name="Ink 42">
                  <a:extLst>
                    <a:ext uri="{FF2B5EF4-FFF2-40B4-BE49-F238E27FC236}">
                      <a16:creationId xmlns:a16="http://schemas.microsoft.com/office/drawing/2014/main" id="{933EFD36-E4DE-0CD7-6C62-04CB2830ACD4}"/>
                    </a:ext>
                  </a:extLst>
                </p:cNvPr>
                <p:cNvPicPr/>
                <p:nvPr/>
              </p:nvPicPr>
              <p:blipFill>
                <a:blip r:embed="rId54"/>
                <a:stretch>
                  <a:fillRect/>
                </a:stretch>
              </p:blipFill>
              <p:spPr>
                <a:xfrm>
                  <a:off x="3694409" y="5519276"/>
                  <a:ext cx="9720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4" name="Ink 43">
                  <a:extLst>
                    <a:ext uri="{FF2B5EF4-FFF2-40B4-BE49-F238E27FC236}">
                      <a16:creationId xmlns:a16="http://schemas.microsoft.com/office/drawing/2014/main" id="{292D48B9-DFC1-3181-7CE7-F242EF773E16}"/>
                    </a:ext>
                  </a:extLst>
                </p14:cNvPr>
                <p14:cNvContentPartPr/>
                <p14:nvPr/>
              </p14:nvContentPartPr>
              <p14:xfrm>
                <a:off x="3723929" y="5490116"/>
                <a:ext cx="125640" cy="120600"/>
              </p14:xfrm>
            </p:contentPart>
          </mc:Choice>
          <mc:Fallback xmlns="">
            <p:pic>
              <p:nvPicPr>
                <p:cNvPr id="44" name="Ink 43">
                  <a:extLst>
                    <a:ext uri="{FF2B5EF4-FFF2-40B4-BE49-F238E27FC236}">
                      <a16:creationId xmlns:a16="http://schemas.microsoft.com/office/drawing/2014/main" id="{292D48B9-DFC1-3181-7CE7-F242EF773E16}"/>
                    </a:ext>
                  </a:extLst>
                </p:cNvPr>
                <p:cNvPicPr/>
                <p:nvPr/>
              </p:nvPicPr>
              <p:blipFill>
                <a:blip r:embed="rId56"/>
                <a:stretch>
                  <a:fillRect/>
                </a:stretch>
              </p:blipFill>
              <p:spPr>
                <a:xfrm>
                  <a:off x="3717809" y="5483996"/>
                  <a:ext cx="1378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5" name="Ink 44">
                  <a:extLst>
                    <a:ext uri="{FF2B5EF4-FFF2-40B4-BE49-F238E27FC236}">
                      <a16:creationId xmlns:a16="http://schemas.microsoft.com/office/drawing/2014/main" id="{73C7F421-A1ED-44E4-9DB5-CB355422387F}"/>
                    </a:ext>
                  </a:extLst>
                </p14:cNvPr>
                <p14:cNvContentPartPr/>
                <p14:nvPr/>
              </p14:nvContentPartPr>
              <p14:xfrm>
                <a:off x="3904289" y="5319116"/>
                <a:ext cx="285120" cy="98280"/>
              </p14:xfrm>
            </p:contentPart>
          </mc:Choice>
          <mc:Fallback xmlns="">
            <p:pic>
              <p:nvPicPr>
                <p:cNvPr id="45" name="Ink 44">
                  <a:extLst>
                    <a:ext uri="{FF2B5EF4-FFF2-40B4-BE49-F238E27FC236}">
                      <a16:creationId xmlns:a16="http://schemas.microsoft.com/office/drawing/2014/main" id="{73C7F421-A1ED-44E4-9DB5-CB355422387F}"/>
                    </a:ext>
                  </a:extLst>
                </p:cNvPr>
                <p:cNvPicPr/>
                <p:nvPr/>
              </p:nvPicPr>
              <p:blipFill>
                <a:blip r:embed="rId58"/>
                <a:stretch>
                  <a:fillRect/>
                </a:stretch>
              </p:blipFill>
              <p:spPr>
                <a:xfrm>
                  <a:off x="3898169" y="5312996"/>
                  <a:ext cx="29736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6" name="Ink 45">
                  <a:extLst>
                    <a:ext uri="{FF2B5EF4-FFF2-40B4-BE49-F238E27FC236}">
                      <a16:creationId xmlns:a16="http://schemas.microsoft.com/office/drawing/2014/main" id="{4554190E-E830-C455-3304-C45B87D3D012}"/>
                    </a:ext>
                  </a:extLst>
                </p14:cNvPr>
                <p14:cNvContentPartPr/>
                <p14:nvPr/>
              </p14:nvContentPartPr>
              <p14:xfrm>
                <a:off x="3368609" y="5219396"/>
                <a:ext cx="966600" cy="39960"/>
              </p14:xfrm>
            </p:contentPart>
          </mc:Choice>
          <mc:Fallback xmlns="">
            <p:pic>
              <p:nvPicPr>
                <p:cNvPr id="46" name="Ink 45">
                  <a:extLst>
                    <a:ext uri="{FF2B5EF4-FFF2-40B4-BE49-F238E27FC236}">
                      <a16:creationId xmlns:a16="http://schemas.microsoft.com/office/drawing/2014/main" id="{4554190E-E830-C455-3304-C45B87D3D012}"/>
                    </a:ext>
                  </a:extLst>
                </p:cNvPr>
                <p:cNvPicPr/>
                <p:nvPr/>
              </p:nvPicPr>
              <p:blipFill>
                <a:blip r:embed="rId60"/>
                <a:stretch>
                  <a:fillRect/>
                </a:stretch>
              </p:blipFill>
              <p:spPr>
                <a:xfrm>
                  <a:off x="3362489" y="5213276"/>
                  <a:ext cx="9788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7" name="Ink 46">
                  <a:extLst>
                    <a:ext uri="{FF2B5EF4-FFF2-40B4-BE49-F238E27FC236}">
                      <a16:creationId xmlns:a16="http://schemas.microsoft.com/office/drawing/2014/main" id="{31E1A2EA-8EE1-C37B-C433-A2E476377873}"/>
                    </a:ext>
                  </a:extLst>
                </p14:cNvPr>
                <p14:cNvContentPartPr/>
                <p14:nvPr/>
              </p14:nvContentPartPr>
              <p14:xfrm>
                <a:off x="1828529" y="5612876"/>
                <a:ext cx="855360" cy="34920"/>
              </p14:xfrm>
            </p:contentPart>
          </mc:Choice>
          <mc:Fallback xmlns="">
            <p:pic>
              <p:nvPicPr>
                <p:cNvPr id="47" name="Ink 46">
                  <a:extLst>
                    <a:ext uri="{FF2B5EF4-FFF2-40B4-BE49-F238E27FC236}">
                      <a16:creationId xmlns:a16="http://schemas.microsoft.com/office/drawing/2014/main" id="{31E1A2EA-8EE1-C37B-C433-A2E476377873}"/>
                    </a:ext>
                  </a:extLst>
                </p:cNvPr>
                <p:cNvPicPr/>
                <p:nvPr/>
              </p:nvPicPr>
              <p:blipFill>
                <a:blip r:embed="rId62"/>
                <a:stretch>
                  <a:fillRect/>
                </a:stretch>
              </p:blipFill>
              <p:spPr>
                <a:xfrm>
                  <a:off x="1822409" y="5606756"/>
                  <a:ext cx="8676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8" name="Ink 47">
                  <a:extLst>
                    <a:ext uri="{FF2B5EF4-FFF2-40B4-BE49-F238E27FC236}">
                      <a16:creationId xmlns:a16="http://schemas.microsoft.com/office/drawing/2014/main" id="{8EDF6663-B365-116B-3389-2E48C512DF19}"/>
                    </a:ext>
                  </a:extLst>
                </p14:cNvPr>
                <p14:cNvContentPartPr/>
                <p14:nvPr/>
              </p14:nvContentPartPr>
              <p14:xfrm>
                <a:off x="2069729" y="5791076"/>
                <a:ext cx="360" cy="360"/>
              </p14:xfrm>
            </p:contentPart>
          </mc:Choice>
          <mc:Fallback xmlns="">
            <p:pic>
              <p:nvPicPr>
                <p:cNvPr id="48" name="Ink 47">
                  <a:extLst>
                    <a:ext uri="{FF2B5EF4-FFF2-40B4-BE49-F238E27FC236}">
                      <a16:creationId xmlns:a16="http://schemas.microsoft.com/office/drawing/2014/main" id="{8EDF6663-B365-116B-3389-2E48C512DF19}"/>
                    </a:ext>
                  </a:extLst>
                </p:cNvPr>
                <p:cNvPicPr/>
                <p:nvPr/>
              </p:nvPicPr>
              <p:blipFill>
                <a:blip r:embed="rId64"/>
                <a:stretch>
                  <a:fillRect/>
                </a:stretch>
              </p:blipFill>
              <p:spPr>
                <a:xfrm>
                  <a:off x="2063609" y="57849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9" name="Ink 48">
                  <a:extLst>
                    <a:ext uri="{FF2B5EF4-FFF2-40B4-BE49-F238E27FC236}">
                      <a16:creationId xmlns:a16="http://schemas.microsoft.com/office/drawing/2014/main" id="{4790C64A-A2F3-D72B-3EED-F429F0DB30FA}"/>
                    </a:ext>
                  </a:extLst>
                </p14:cNvPr>
                <p14:cNvContentPartPr/>
                <p14:nvPr/>
              </p14:nvContentPartPr>
              <p14:xfrm>
                <a:off x="2051009" y="5766236"/>
                <a:ext cx="151560" cy="171360"/>
              </p14:xfrm>
            </p:contentPart>
          </mc:Choice>
          <mc:Fallback xmlns="">
            <p:pic>
              <p:nvPicPr>
                <p:cNvPr id="49" name="Ink 48">
                  <a:extLst>
                    <a:ext uri="{FF2B5EF4-FFF2-40B4-BE49-F238E27FC236}">
                      <a16:creationId xmlns:a16="http://schemas.microsoft.com/office/drawing/2014/main" id="{4790C64A-A2F3-D72B-3EED-F429F0DB30FA}"/>
                    </a:ext>
                  </a:extLst>
                </p:cNvPr>
                <p:cNvPicPr/>
                <p:nvPr/>
              </p:nvPicPr>
              <p:blipFill>
                <a:blip r:embed="rId66"/>
                <a:stretch>
                  <a:fillRect/>
                </a:stretch>
              </p:blipFill>
              <p:spPr>
                <a:xfrm>
                  <a:off x="2044889" y="5760116"/>
                  <a:ext cx="16380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0" name="Ink 49">
                  <a:extLst>
                    <a:ext uri="{FF2B5EF4-FFF2-40B4-BE49-F238E27FC236}">
                      <a16:creationId xmlns:a16="http://schemas.microsoft.com/office/drawing/2014/main" id="{E4AA1E06-6638-B095-E54D-B28586D85707}"/>
                    </a:ext>
                  </a:extLst>
                </p14:cNvPr>
                <p14:cNvContentPartPr/>
                <p14:nvPr/>
              </p14:nvContentPartPr>
              <p14:xfrm>
                <a:off x="2287889" y="5890076"/>
                <a:ext cx="20520" cy="145440"/>
              </p14:xfrm>
            </p:contentPart>
          </mc:Choice>
          <mc:Fallback xmlns="">
            <p:pic>
              <p:nvPicPr>
                <p:cNvPr id="50" name="Ink 49">
                  <a:extLst>
                    <a:ext uri="{FF2B5EF4-FFF2-40B4-BE49-F238E27FC236}">
                      <a16:creationId xmlns:a16="http://schemas.microsoft.com/office/drawing/2014/main" id="{E4AA1E06-6638-B095-E54D-B28586D85707}"/>
                    </a:ext>
                  </a:extLst>
                </p:cNvPr>
                <p:cNvPicPr/>
                <p:nvPr/>
              </p:nvPicPr>
              <p:blipFill>
                <a:blip r:embed="rId68"/>
                <a:stretch>
                  <a:fillRect/>
                </a:stretch>
              </p:blipFill>
              <p:spPr>
                <a:xfrm>
                  <a:off x="2281769" y="5883956"/>
                  <a:ext cx="327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2" name="Ink 51">
                  <a:extLst>
                    <a:ext uri="{FF2B5EF4-FFF2-40B4-BE49-F238E27FC236}">
                      <a16:creationId xmlns:a16="http://schemas.microsoft.com/office/drawing/2014/main" id="{774B606C-0620-8B6A-FBA1-23CA218298C5}"/>
                    </a:ext>
                  </a:extLst>
                </p14:cNvPr>
                <p14:cNvContentPartPr/>
                <p14:nvPr/>
              </p14:nvContentPartPr>
              <p14:xfrm>
                <a:off x="3407849" y="5624756"/>
                <a:ext cx="897480" cy="39960"/>
              </p14:xfrm>
            </p:contentPart>
          </mc:Choice>
          <mc:Fallback xmlns="">
            <p:pic>
              <p:nvPicPr>
                <p:cNvPr id="52" name="Ink 51">
                  <a:extLst>
                    <a:ext uri="{FF2B5EF4-FFF2-40B4-BE49-F238E27FC236}">
                      <a16:creationId xmlns:a16="http://schemas.microsoft.com/office/drawing/2014/main" id="{774B606C-0620-8B6A-FBA1-23CA218298C5}"/>
                    </a:ext>
                  </a:extLst>
                </p:cNvPr>
                <p:cNvPicPr/>
                <p:nvPr/>
              </p:nvPicPr>
              <p:blipFill>
                <a:blip r:embed="rId70"/>
                <a:stretch>
                  <a:fillRect/>
                </a:stretch>
              </p:blipFill>
              <p:spPr>
                <a:xfrm>
                  <a:off x="3401729" y="5618636"/>
                  <a:ext cx="90972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4" name="Ink 53">
                  <a:extLst>
                    <a:ext uri="{FF2B5EF4-FFF2-40B4-BE49-F238E27FC236}">
                      <a16:creationId xmlns:a16="http://schemas.microsoft.com/office/drawing/2014/main" id="{3EFA9C22-1A50-A707-719B-BD98999422E3}"/>
                    </a:ext>
                  </a:extLst>
                </p14:cNvPr>
                <p14:cNvContentPartPr/>
                <p14:nvPr/>
              </p14:nvContentPartPr>
              <p14:xfrm>
                <a:off x="3642569" y="5767316"/>
                <a:ext cx="196200" cy="199800"/>
              </p14:xfrm>
            </p:contentPart>
          </mc:Choice>
          <mc:Fallback xmlns="">
            <p:pic>
              <p:nvPicPr>
                <p:cNvPr id="54" name="Ink 53">
                  <a:extLst>
                    <a:ext uri="{FF2B5EF4-FFF2-40B4-BE49-F238E27FC236}">
                      <a16:creationId xmlns:a16="http://schemas.microsoft.com/office/drawing/2014/main" id="{3EFA9C22-1A50-A707-719B-BD98999422E3}"/>
                    </a:ext>
                  </a:extLst>
                </p:cNvPr>
                <p:cNvPicPr/>
                <p:nvPr/>
              </p:nvPicPr>
              <p:blipFill>
                <a:blip r:embed="rId72"/>
                <a:stretch>
                  <a:fillRect/>
                </a:stretch>
              </p:blipFill>
              <p:spPr>
                <a:xfrm>
                  <a:off x="3636449" y="5761196"/>
                  <a:ext cx="20844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6" name="Ink 55">
                  <a:extLst>
                    <a:ext uri="{FF2B5EF4-FFF2-40B4-BE49-F238E27FC236}">
                      <a16:creationId xmlns:a16="http://schemas.microsoft.com/office/drawing/2014/main" id="{3CDCBE81-85F1-BA7E-87A7-3D0801DC5B7B}"/>
                    </a:ext>
                  </a:extLst>
                </p14:cNvPr>
                <p14:cNvContentPartPr/>
                <p14:nvPr/>
              </p14:nvContentPartPr>
              <p14:xfrm>
                <a:off x="3929849" y="5880716"/>
                <a:ext cx="372960" cy="95040"/>
              </p14:xfrm>
            </p:contentPart>
          </mc:Choice>
          <mc:Fallback xmlns="">
            <p:pic>
              <p:nvPicPr>
                <p:cNvPr id="56" name="Ink 55">
                  <a:extLst>
                    <a:ext uri="{FF2B5EF4-FFF2-40B4-BE49-F238E27FC236}">
                      <a16:creationId xmlns:a16="http://schemas.microsoft.com/office/drawing/2014/main" id="{3CDCBE81-85F1-BA7E-87A7-3D0801DC5B7B}"/>
                    </a:ext>
                  </a:extLst>
                </p:cNvPr>
                <p:cNvPicPr/>
                <p:nvPr/>
              </p:nvPicPr>
              <p:blipFill>
                <a:blip r:embed="rId74"/>
                <a:stretch>
                  <a:fillRect/>
                </a:stretch>
              </p:blipFill>
              <p:spPr>
                <a:xfrm>
                  <a:off x="3923729" y="5874596"/>
                  <a:ext cx="385200" cy="107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5">
            <p14:nvContentPartPr>
              <p14:cNvPr id="58" name="Ink 57">
                <a:extLst>
                  <a:ext uri="{FF2B5EF4-FFF2-40B4-BE49-F238E27FC236}">
                    <a16:creationId xmlns:a16="http://schemas.microsoft.com/office/drawing/2014/main" id="{67BADEEA-DFFC-724F-3E40-303AE02B223B}"/>
                  </a:ext>
                </a:extLst>
              </p14:cNvPr>
              <p14:cNvContentPartPr/>
              <p14:nvPr/>
            </p14:nvContentPartPr>
            <p14:xfrm>
              <a:off x="1083329" y="2362436"/>
              <a:ext cx="15840" cy="360"/>
            </p14:xfrm>
          </p:contentPart>
        </mc:Choice>
        <mc:Fallback xmlns="">
          <p:pic>
            <p:nvPicPr>
              <p:cNvPr id="58" name="Ink 57">
                <a:extLst>
                  <a:ext uri="{FF2B5EF4-FFF2-40B4-BE49-F238E27FC236}">
                    <a16:creationId xmlns:a16="http://schemas.microsoft.com/office/drawing/2014/main" id="{67BADEEA-DFFC-724F-3E40-303AE02B223B}"/>
                  </a:ext>
                </a:extLst>
              </p:cNvPr>
              <p:cNvPicPr/>
              <p:nvPr/>
            </p:nvPicPr>
            <p:blipFill>
              <a:blip r:embed="rId76"/>
              <a:stretch>
                <a:fillRect/>
              </a:stretch>
            </p:blipFill>
            <p:spPr>
              <a:xfrm>
                <a:off x="1077209" y="2356316"/>
                <a:ext cx="28080" cy="12600"/>
              </a:xfrm>
              <a:prstGeom prst="rect">
                <a:avLst/>
              </a:prstGeom>
            </p:spPr>
          </p:pic>
        </mc:Fallback>
      </mc:AlternateContent>
    </p:spTree>
    <p:extLst>
      <p:ext uri="{BB962C8B-B14F-4D97-AF65-F5344CB8AC3E}">
        <p14:creationId xmlns:p14="http://schemas.microsoft.com/office/powerpoint/2010/main" val="335905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par>
                                <p:cTn id="19" presetID="53" presetClass="entr" presetSubtype="16"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par>
                                <p:cTn id="24" presetID="2" presetClass="entr" presetSubtype="4" fill="hold" nodeType="withEffect">
                                  <p:stCondLst>
                                    <p:cond delay="0"/>
                                  </p:stCondLst>
                                  <p:childTnLst>
                                    <p:set>
                                      <p:cBhvr>
                                        <p:cTn id="25" dur="1" fill="hold">
                                          <p:stCondLst>
                                            <p:cond delay="0"/>
                                          </p:stCondLst>
                                        </p:cTn>
                                        <p:tgtEl>
                                          <p:spTgt spid="37"/>
                                        </p:tgtEl>
                                        <p:attrNameLst>
                                          <p:attrName>style.visibility</p:attrName>
                                        </p:attrNameLst>
                                      </p:cBhvr>
                                      <p:to>
                                        <p:strVal val="visible"/>
                                      </p:to>
                                    </p:set>
                                    <p:anim calcmode="lin" valueType="num">
                                      <p:cBhvr additive="base">
                                        <p:cTn id="26" dur="500" fill="hold"/>
                                        <p:tgtEl>
                                          <p:spTgt spid="37"/>
                                        </p:tgtEl>
                                        <p:attrNameLst>
                                          <p:attrName>ppt_x</p:attrName>
                                        </p:attrNameLst>
                                      </p:cBhvr>
                                      <p:tavLst>
                                        <p:tav tm="0">
                                          <p:val>
                                            <p:strVal val="#ppt_x"/>
                                          </p:val>
                                        </p:tav>
                                        <p:tav tm="100000">
                                          <p:val>
                                            <p:strVal val="#ppt_x"/>
                                          </p:val>
                                        </p:tav>
                                      </p:tavLst>
                                    </p:anim>
                                    <p:anim calcmode="lin" valueType="num">
                                      <p:cBhvr additive="base">
                                        <p:cTn id="27" dur="500" fill="hold"/>
                                        <p:tgtEl>
                                          <p:spTgt spid="37"/>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 calcmode="lin" valueType="num">
                                      <p:cBhvr additive="base">
                                        <p:cTn id="30" dur="500" fill="hold"/>
                                        <p:tgtEl>
                                          <p:spTgt spid="36"/>
                                        </p:tgtEl>
                                        <p:attrNameLst>
                                          <p:attrName>ppt_x</p:attrName>
                                        </p:attrNameLst>
                                      </p:cBhvr>
                                      <p:tavLst>
                                        <p:tav tm="0">
                                          <p:val>
                                            <p:strVal val="#ppt_x"/>
                                          </p:val>
                                        </p:tav>
                                        <p:tav tm="100000">
                                          <p:val>
                                            <p:strVal val="#ppt_x"/>
                                          </p:val>
                                        </p:tav>
                                      </p:tavLst>
                                    </p:anim>
                                    <p:anim calcmode="lin" valueType="num">
                                      <p:cBhvr additive="base">
                                        <p:cTn id="31" dur="500" fill="hold"/>
                                        <p:tgtEl>
                                          <p:spTgt spid="36"/>
                                        </p:tgtEl>
                                        <p:attrNameLst>
                                          <p:attrName>ppt_y</p:attrName>
                                        </p:attrNameLst>
                                      </p:cBhvr>
                                      <p:tavLst>
                                        <p:tav tm="0">
                                          <p:val>
                                            <p:strVal val="1+#ppt_h/2"/>
                                          </p:val>
                                        </p:tav>
                                        <p:tav tm="100000">
                                          <p:val>
                                            <p:strVal val="#ppt_y"/>
                                          </p:val>
                                        </p:tav>
                                      </p:tavLst>
                                    </p:anim>
                                  </p:childTnLst>
                                </p:cTn>
                              </p:par>
                              <p:par>
                                <p:cTn id="32" presetID="53" presetClass="entr" presetSubtype="16"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p:cTn id="34" dur="500" fill="hold"/>
                                        <p:tgtEl>
                                          <p:spTgt spid="31"/>
                                        </p:tgtEl>
                                        <p:attrNameLst>
                                          <p:attrName>ppt_w</p:attrName>
                                        </p:attrNameLst>
                                      </p:cBhvr>
                                      <p:tavLst>
                                        <p:tav tm="0">
                                          <p:val>
                                            <p:fltVal val="0"/>
                                          </p:val>
                                        </p:tav>
                                        <p:tav tm="100000">
                                          <p:val>
                                            <p:strVal val="#ppt_w"/>
                                          </p:val>
                                        </p:tav>
                                      </p:tavLst>
                                    </p:anim>
                                    <p:anim calcmode="lin" valueType="num">
                                      <p:cBhvr>
                                        <p:cTn id="35" dur="500" fill="hold"/>
                                        <p:tgtEl>
                                          <p:spTgt spid="31"/>
                                        </p:tgtEl>
                                        <p:attrNameLst>
                                          <p:attrName>ppt_h</p:attrName>
                                        </p:attrNameLst>
                                      </p:cBhvr>
                                      <p:tavLst>
                                        <p:tav tm="0">
                                          <p:val>
                                            <p:fltVal val="0"/>
                                          </p:val>
                                        </p:tav>
                                        <p:tav tm="100000">
                                          <p:val>
                                            <p:strVal val="#ppt_h"/>
                                          </p:val>
                                        </p:tav>
                                      </p:tavLst>
                                    </p:anim>
                                    <p:animEffect transition="in" filter="fade">
                                      <p:cBhvr>
                                        <p:cTn id="36" dur="500"/>
                                        <p:tgtEl>
                                          <p:spTgt spid="31"/>
                                        </p:tgtEl>
                                      </p:cBhvr>
                                    </p:animEffect>
                                  </p:childTnLst>
                                </p:cTn>
                              </p:par>
                              <p:par>
                                <p:cTn id="37" presetID="22" presetClass="entr" presetSubtype="8" fill="hold" grpId="0" nodeType="withEffect" nodePh="1">
                                  <p:stCondLst>
                                    <p:cond delay="0"/>
                                  </p:stCondLst>
                                  <p:endCondLst>
                                    <p:cond evt="begin" delay="0">
                                      <p:tn val="37"/>
                                    </p:cond>
                                  </p:endCondLst>
                                  <p:childTnLst>
                                    <p:set>
                                      <p:cBhvr>
                                        <p:cTn id="38" dur="1" fill="hold">
                                          <p:stCondLst>
                                            <p:cond delay="0"/>
                                          </p:stCondLst>
                                        </p:cTn>
                                        <p:tgtEl>
                                          <p:spTgt spid="34"/>
                                        </p:tgtEl>
                                        <p:attrNameLst>
                                          <p:attrName>style.visibility</p:attrName>
                                        </p:attrNameLst>
                                      </p:cBhvr>
                                      <p:to>
                                        <p:strVal val="visible"/>
                                      </p:to>
                                    </p:set>
                                    <p:animEffect transition="in" filter="wipe(left)">
                                      <p:cBhvr>
                                        <p:cTn id="3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31" grpId="0"/>
      <p:bldP spid="34" grpId="0"/>
      <p:bldP spid="3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19F-0A07-E5FF-C31F-A672CECEA53D}"/>
              </a:ext>
            </a:extLst>
          </p:cNvPr>
          <p:cNvSpPr>
            <a:spLocks noGrp="1"/>
          </p:cNvSpPr>
          <p:nvPr>
            <p:ph type="title"/>
          </p:nvPr>
        </p:nvSpPr>
        <p:spPr>
          <a:xfrm>
            <a:off x="381000" y="226236"/>
            <a:ext cx="9321800" cy="764364"/>
          </a:xfrm>
        </p:spPr>
        <p:txBody>
          <a:bodyPr/>
          <a:lstStyle/>
          <a:p>
            <a:r>
              <a:rPr lang="en-US" altLang="zh-CN" dirty="0">
                <a:ea typeface="WenQuanYi Micro Hei"/>
                <a:cs typeface="Times New Roman" panose="02020603050405020304" pitchFamily="18" charset="0"/>
              </a:rPr>
              <a:t>Testing the difference between means of paired observations</a:t>
            </a:r>
            <a:br>
              <a:rPr lang="en-US" dirty="0"/>
            </a:br>
            <a:endParaRPr lang="en-IN" dirty="0"/>
          </a:p>
        </p:txBody>
      </p:sp>
      <p:sp>
        <p:nvSpPr>
          <p:cNvPr id="3" name="Text Placeholder 2">
            <a:extLst>
              <a:ext uri="{FF2B5EF4-FFF2-40B4-BE49-F238E27FC236}">
                <a16:creationId xmlns:a16="http://schemas.microsoft.com/office/drawing/2014/main" id="{25603D30-8B89-9ED1-47DF-0C0CACE7C787}"/>
              </a:ext>
            </a:extLst>
          </p:cNvPr>
          <p:cNvSpPr>
            <a:spLocks noGrp="1"/>
          </p:cNvSpPr>
          <p:nvPr>
            <p:ph type="body" sz="quarter" idx="13"/>
          </p:nvPr>
        </p:nvSpPr>
        <p:spPr>
          <a:xfrm>
            <a:off x="123825" y="1009651"/>
            <a:ext cx="11896725" cy="5687780"/>
          </a:xfrm>
        </p:spPr>
        <p:txBody>
          <a:bodyPr/>
          <a:lstStyle/>
          <a:p>
            <a:pPr marL="0" indent="0">
              <a:buNone/>
            </a:pPr>
            <a:r>
              <a:rPr lang="en-US" dirty="0"/>
              <a:t>. </a:t>
            </a:r>
            <a:endParaRPr lang="en-IN" dirty="0"/>
          </a:p>
        </p:txBody>
      </p:sp>
      <p:sp>
        <p:nvSpPr>
          <p:cNvPr id="4" name="Content Placeholder 2">
            <a:extLst>
              <a:ext uri="{FF2B5EF4-FFF2-40B4-BE49-F238E27FC236}">
                <a16:creationId xmlns:a16="http://schemas.microsoft.com/office/drawing/2014/main" id="{33CA5F7F-B3D0-5AD5-01E2-9E98A85B1FAB}"/>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0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0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grpSp>
        <p:nvGrpSpPr>
          <p:cNvPr id="5" name="Group 4">
            <a:extLst>
              <a:ext uri="{FF2B5EF4-FFF2-40B4-BE49-F238E27FC236}">
                <a16:creationId xmlns:a16="http://schemas.microsoft.com/office/drawing/2014/main" id="{C8205795-5AAC-CEC4-F800-6F1661103488}"/>
              </a:ext>
            </a:extLst>
          </p:cNvPr>
          <p:cNvGrpSpPr/>
          <p:nvPr/>
        </p:nvGrpSpPr>
        <p:grpSpPr>
          <a:xfrm>
            <a:off x="1014160" y="896622"/>
            <a:ext cx="7940050" cy="682960"/>
            <a:chOff x="375557" y="1947820"/>
            <a:chExt cx="12847313" cy="609801"/>
          </a:xfrm>
        </p:grpSpPr>
        <p:sp>
          <p:nvSpPr>
            <p:cNvPr id="6" name="Rectangle 5">
              <a:extLst>
                <a:ext uri="{FF2B5EF4-FFF2-40B4-BE49-F238E27FC236}">
                  <a16:creationId xmlns:a16="http://schemas.microsoft.com/office/drawing/2014/main" id="{61A5DB22-B486-9274-0E48-656D14D4FD15}"/>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7" name="TextBox 6">
              <a:extLst>
                <a:ext uri="{FF2B5EF4-FFF2-40B4-BE49-F238E27FC236}">
                  <a16:creationId xmlns:a16="http://schemas.microsoft.com/office/drawing/2014/main" id="{952940F8-DAEA-6FD6-ED2D-B273F5B935EB}"/>
                </a:ext>
              </a:extLst>
            </p:cNvPr>
            <p:cNvSpPr txBox="1"/>
            <p:nvPr/>
          </p:nvSpPr>
          <p:spPr>
            <a:xfrm>
              <a:off x="417333" y="1947820"/>
              <a:ext cx="12805537" cy="590378"/>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State null and alternative hypothesis</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8" name="Rectangle 7">
            <a:extLst>
              <a:ext uri="{FF2B5EF4-FFF2-40B4-BE49-F238E27FC236}">
                <a16:creationId xmlns:a16="http://schemas.microsoft.com/office/drawing/2014/main" id="{D611E044-5513-2DF8-47B8-0876B60354B2}"/>
              </a:ext>
            </a:extLst>
          </p:cNvPr>
          <p:cNvSpPr/>
          <p:nvPr/>
        </p:nvSpPr>
        <p:spPr>
          <a:xfrm>
            <a:off x="307352" y="944805"/>
            <a:ext cx="676700" cy="634777"/>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1</a:t>
            </a:r>
          </a:p>
        </p:txBody>
      </p:sp>
      <p:grpSp>
        <p:nvGrpSpPr>
          <p:cNvPr id="9" name="Group 8">
            <a:extLst>
              <a:ext uri="{FF2B5EF4-FFF2-40B4-BE49-F238E27FC236}">
                <a16:creationId xmlns:a16="http://schemas.microsoft.com/office/drawing/2014/main" id="{86143456-B366-4A6F-D6E5-EEFD48AACB02}"/>
              </a:ext>
            </a:extLst>
          </p:cNvPr>
          <p:cNvGrpSpPr/>
          <p:nvPr/>
        </p:nvGrpSpPr>
        <p:grpSpPr>
          <a:xfrm>
            <a:off x="1014160" y="1608572"/>
            <a:ext cx="7940050" cy="707490"/>
            <a:chOff x="375557" y="1947820"/>
            <a:chExt cx="12847313" cy="609801"/>
          </a:xfrm>
        </p:grpSpPr>
        <p:sp>
          <p:nvSpPr>
            <p:cNvPr id="10" name="Rectangle 9">
              <a:extLst>
                <a:ext uri="{FF2B5EF4-FFF2-40B4-BE49-F238E27FC236}">
                  <a16:creationId xmlns:a16="http://schemas.microsoft.com/office/drawing/2014/main" id="{9D5F9537-334F-D67F-B109-892C116EAA7A}"/>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1" name="TextBox 10">
              <a:extLst>
                <a:ext uri="{FF2B5EF4-FFF2-40B4-BE49-F238E27FC236}">
                  <a16:creationId xmlns:a16="http://schemas.microsoft.com/office/drawing/2014/main" id="{DEAABC01-CF74-6388-38B4-CA63FA2BBE3E}"/>
                </a:ext>
              </a:extLst>
            </p:cNvPr>
            <p:cNvSpPr txBox="1"/>
            <p:nvPr/>
          </p:nvSpPr>
          <p:spPr>
            <a:xfrm>
              <a:off x="417333" y="1947820"/>
              <a:ext cx="12805537" cy="569909"/>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Specify the level of significance ‘</a:t>
              </a:r>
              <a:r>
                <a:rPr kumimoji="0" lang="el-GR"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α</a:t>
              </a: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12" name="Rectangle 11">
            <a:extLst>
              <a:ext uri="{FF2B5EF4-FFF2-40B4-BE49-F238E27FC236}">
                <a16:creationId xmlns:a16="http://schemas.microsoft.com/office/drawing/2014/main" id="{DE09C815-1E53-0E70-2658-B0386FED8F5E}"/>
              </a:ext>
            </a:extLst>
          </p:cNvPr>
          <p:cNvSpPr/>
          <p:nvPr/>
        </p:nvSpPr>
        <p:spPr>
          <a:xfrm>
            <a:off x="337358" y="1625335"/>
            <a:ext cx="676700" cy="686461"/>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2</a:t>
            </a:r>
          </a:p>
        </p:txBody>
      </p:sp>
      <p:grpSp>
        <p:nvGrpSpPr>
          <p:cNvPr id="13" name="Group 12">
            <a:extLst>
              <a:ext uri="{FF2B5EF4-FFF2-40B4-BE49-F238E27FC236}">
                <a16:creationId xmlns:a16="http://schemas.microsoft.com/office/drawing/2014/main" id="{7BDC2865-C777-FCCD-3020-AC8BF24B4E42}"/>
              </a:ext>
            </a:extLst>
          </p:cNvPr>
          <p:cNvGrpSpPr/>
          <p:nvPr/>
        </p:nvGrpSpPr>
        <p:grpSpPr>
          <a:xfrm>
            <a:off x="1067220" y="2421415"/>
            <a:ext cx="7940050" cy="703014"/>
            <a:chOff x="375557" y="1947820"/>
            <a:chExt cx="12847313" cy="609801"/>
          </a:xfrm>
        </p:grpSpPr>
        <p:sp>
          <p:nvSpPr>
            <p:cNvPr id="14" name="Rectangle 13">
              <a:extLst>
                <a:ext uri="{FF2B5EF4-FFF2-40B4-BE49-F238E27FC236}">
                  <a16:creationId xmlns:a16="http://schemas.microsoft.com/office/drawing/2014/main" id="{6AC9C78A-5242-4738-BCB8-1B0F135ADF8D}"/>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5" name="TextBox 14">
              <a:extLst>
                <a:ext uri="{FF2B5EF4-FFF2-40B4-BE49-F238E27FC236}">
                  <a16:creationId xmlns:a16="http://schemas.microsoft.com/office/drawing/2014/main" id="{F2C92AF0-E599-D923-519F-51665CB8483C}"/>
                </a:ext>
              </a:extLst>
            </p:cNvPr>
            <p:cNvSpPr txBox="1"/>
            <p:nvPr/>
          </p:nvSpPr>
          <p:spPr>
            <a:xfrm>
              <a:off x="417333" y="1947820"/>
              <a:ext cx="12805537" cy="57148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Student’s t-distribution</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16" name="Rectangle 15">
            <a:extLst>
              <a:ext uri="{FF2B5EF4-FFF2-40B4-BE49-F238E27FC236}">
                <a16:creationId xmlns:a16="http://schemas.microsoft.com/office/drawing/2014/main" id="{FE97C3D1-26BC-5B1C-68AC-C173F851F1DE}"/>
              </a:ext>
            </a:extLst>
          </p:cNvPr>
          <p:cNvSpPr/>
          <p:nvPr/>
        </p:nvSpPr>
        <p:spPr>
          <a:xfrm>
            <a:off x="390520" y="2428975"/>
            <a:ext cx="676700" cy="695454"/>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3</a:t>
            </a:r>
          </a:p>
        </p:txBody>
      </p:sp>
      <p:grpSp>
        <p:nvGrpSpPr>
          <p:cNvPr id="17" name="Group 16">
            <a:extLst>
              <a:ext uri="{FF2B5EF4-FFF2-40B4-BE49-F238E27FC236}">
                <a16:creationId xmlns:a16="http://schemas.microsoft.com/office/drawing/2014/main" id="{DE051595-70B4-C000-C272-685D137C739C}"/>
              </a:ext>
            </a:extLst>
          </p:cNvPr>
          <p:cNvGrpSpPr/>
          <p:nvPr/>
        </p:nvGrpSpPr>
        <p:grpSpPr>
          <a:xfrm>
            <a:off x="1093039" y="3236025"/>
            <a:ext cx="7940050" cy="704247"/>
            <a:chOff x="375557" y="1947820"/>
            <a:chExt cx="12847313" cy="609801"/>
          </a:xfrm>
        </p:grpSpPr>
        <p:sp>
          <p:nvSpPr>
            <p:cNvPr id="18" name="Rectangle 17">
              <a:extLst>
                <a:ext uri="{FF2B5EF4-FFF2-40B4-BE49-F238E27FC236}">
                  <a16:creationId xmlns:a16="http://schemas.microsoft.com/office/drawing/2014/main" id="{A9F9751E-F479-8C9D-8BCF-D126D849DAD3}"/>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19" name="TextBox 18">
              <a:extLst>
                <a:ext uri="{FF2B5EF4-FFF2-40B4-BE49-F238E27FC236}">
                  <a16:creationId xmlns:a16="http://schemas.microsoft.com/office/drawing/2014/main" id="{6EA9C511-7FD7-4068-4F0E-440706C3D6F2}"/>
                </a:ext>
              </a:extLst>
            </p:cNvPr>
            <p:cNvSpPr txBox="1"/>
            <p:nvPr/>
          </p:nvSpPr>
          <p:spPr>
            <a:xfrm>
              <a:off x="417333" y="1947820"/>
              <a:ext cx="12805537" cy="570479"/>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Compute the test statistic</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20" name="Rectangle 19">
            <a:extLst>
              <a:ext uri="{FF2B5EF4-FFF2-40B4-BE49-F238E27FC236}">
                <a16:creationId xmlns:a16="http://schemas.microsoft.com/office/drawing/2014/main" id="{6434960F-4DD6-AA1D-EB42-CC2CF574DCA2}"/>
              </a:ext>
            </a:extLst>
          </p:cNvPr>
          <p:cNvSpPr/>
          <p:nvPr/>
        </p:nvSpPr>
        <p:spPr>
          <a:xfrm>
            <a:off x="367687" y="3253811"/>
            <a:ext cx="676700" cy="686461"/>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4</a:t>
            </a:r>
          </a:p>
        </p:txBody>
      </p:sp>
      <p:grpSp>
        <p:nvGrpSpPr>
          <p:cNvPr id="21" name="Group 20">
            <a:extLst>
              <a:ext uri="{FF2B5EF4-FFF2-40B4-BE49-F238E27FC236}">
                <a16:creationId xmlns:a16="http://schemas.microsoft.com/office/drawing/2014/main" id="{3CFD95A6-6607-F161-DC9A-16ADA33E5378}"/>
              </a:ext>
            </a:extLst>
          </p:cNvPr>
          <p:cNvGrpSpPr/>
          <p:nvPr/>
        </p:nvGrpSpPr>
        <p:grpSpPr>
          <a:xfrm>
            <a:off x="1080129" y="4080264"/>
            <a:ext cx="7940050" cy="658835"/>
            <a:chOff x="375557" y="1947820"/>
            <a:chExt cx="12847313" cy="662928"/>
          </a:xfrm>
        </p:grpSpPr>
        <p:sp>
          <p:nvSpPr>
            <p:cNvPr id="22" name="Rectangle 21">
              <a:extLst>
                <a:ext uri="{FF2B5EF4-FFF2-40B4-BE49-F238E27FC236}">
                  <a16:creationId xmlns:a16="http://schemas.microsoft.com/office/drawing/2014/main" id="{4E2FAC4E-3FF3-9972-F143-D33E00AA4016}"/>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23" name="TextBox 22">
              <a:extLst>
                <a:ext uri="{FF2B5EF4-FFF2-40B4-BE49-F238E27FC236}">
                  <a16:creationId xmlns:a16="http://schemas.microsoft.com/office/drawing/2014/main" id="{994C0CE9-F2B6-C7AE-4DD3-78FD3E7B9FA2}"/>
                </a:ext>
              </a:extLst>
            </p:cNvPr>
            <p:cNvSpPr txBox="1"/>
            <p:nvPr/>
          </p:nvSpPr>
          <p:spPr>
            <a:xfrm>
              <a:off x="417333" y="1947820"/>
              <a:ext cx="12805537" cy="662928"/>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Define the critical region/ rejection criteria</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24" name="Rectangle 23">
            <a:extLst>
              <a:ext uri="{FF2B5EF4-FFF2-40B4-BE49-F238E27FC236}">
                <a16:creationId xmlns:a16="http://schemas.microsoft.com/office/drawing/2014/main" id="{7BB227F9-FA5C-659E-5EDD-0BAA15849105}"/>
              </a:ext>
            </a:extLst>
          </p:cNvPr>
          <p:cNvSpPr/>
          <p:nvPr/>
        </p:nvSpPr>
        <p:spPr>
          <a:xfrm>
            <a:off x="378435" y="4093492"/>
            <a:ext cx="676700" cy="592808"/>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5</a:t>
            </a:r>
          </a:p>
        </p:txBody>
      </p:sp>
      <p:grpSp>
        <p:nvGrpSpPr>
          <p:cNvPr id="25" name="Group 24">
            <a:extLst>
              <a:ext uri="{FF2B5EF4-FFF2-40B4-BE49-F238E27FC236}">
                <a16:creationId xmlns:a16="http://schemas.microsoft.com/office/drawing/2014/main" id="{5C2BB03E-D98A-5F40-10BC-803C7824758D}"/>
              </a:ext>
            </a:extLst>
          </p:cNvPr>
          <p:cNvGrpSpPr/>
          <p:nvPr/>
        </p:nvGrpSpPr>
        <p:grpSpPr>
          <a:xfrm>
            <a:off x="1080129" y="4847940"/>
            <a:ext cx="2811403" cy="701839"/>
            <a:chOff x="375557" y="1947820"/>
            <a:chExt cx="12847313" cy="609801"/>
          </a:xfrm>
        </p:grpSpPr>
        <p:sp>
          <p:nvSpPr>
            <p:cNvPr id="26" name="Rectangle 25">
              <a:extLst>
                <a:ext uri="{FF2B5EF4-FFF2-40B4-BE49-F238E27FC236}">
                  <a16:creationId xmlns:a16="http://schemas.microsoft.com/office/drawing/2014/main" id="{7FA272BB-A170-9F39-8C0D-DD0C022C4D81}"/>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27" name="TextBox 26">
              <a:extLst>
                <a:ext uri="{FF2B5EF4-FFF2-40B4-BE49-F238E27FC236}">
                  <a16:creationId xmlns:a16="http://schemas.microsoft.com/office/drawing/2014/main" id="{EBBB2896-2C28-7377-8C17-CA8A4DF240EF}"/>
                </a:ext>
              </a:extLst>
            </p:cNvPr>
            <p:cNvSpPr txBox="1"/>
            <p:nvPr/>
          </p:nvSpPr>
          <p:spPr>
            <a:xfrm>
              <a:off x="417333" y="1947820"/>
              <a:ext cx="12805537" cy="57243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Conclusion</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28" name="Rectangle 27">
            <a:extLst>
              <a:ext uri="{FF2B5EF4-FFF2-40B4-BE49-F238E27FC236}">
                <a16:creationId xmlns:a16="http://schemas.microsoft.com/office/drawing/2014/main" id="{0D79FB3D-55F5-9A77-1B33-77FF11FB3A55}"/>
              </a:ext>
            </a:extLst>
          </p:cNvPr>
          <p:cNvSpPr/>
          <p:nvPr/>
        </p:nvSpPr>
        <p:spPr>
          <a:xfrm>
            <a:off x="330149" y="4875086"/>
            <a:ext cx="676700" cy="686461"/>
          </a:xfrm>
          <a:prstGeom prst="rect">
            <a:avLst/>
          </a:prstGeom>
          <a:solidFill>
            <a:schemeClr val="bg2">
              <a:lumMod val="1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white"/>
                </a:solidFill>
                <a:effectLst/>
                <a:uLnTx/>
                <a:uFillTx/>
                <a:latin typeface="Helvetica Neue"/>
                <a:ea typeface="+mn-ea"/>
                <a:cs typeface="Helvetica" panose="020B0604020202020204" pitchFamily="34" charset="0"/>
              </a:rPr>
              <a:t>6</a:t>
            </a:r>
          </a:p>
        </p:txBody>
      </p:sp>
      <p:sp>
        <p:nvSpPr>
          <p:cNvPr id="29" name="Right Arrow 71">
            <a:extLst>
              <a:ext uri="{FF2B5EF4-FFF2-40B4-BE49-F238E27FC236}">
                <a16:creationId xmlns:a16="http://schemas.microsoft.com/office/drawing/2014/main" id="{C399C252-1A8F-D15A-A7E5-7723164EC746}"/>
              </a:ext>
            </a:extLst>
          </p:cNvPr>
          <p:cNvSpPr/>
          <p:nvPr/>
        </p:nvSpPr>
        <p:spPr>
          <a:xfrm>
            <a:off x="8869879" y="986000"/>
            <a:ext cx="83274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ight Arrow 72">
            <a:extLst>
              <a:ext uri="{FF2B5EF4-FFF2-40B4-BE49-F238E27FC236}">
                <a16:creationId xmlns:a16="http://schemas.microsoft.com/office/drawing/2014/main" id="{176A319A-2581-1AF0-46E9-69BB4B2B28D5}"/>
              </a:ext>
            </a:extLst>
          </p:cNvPr>
          <p:cNvSpPr/>
          <p:nvPr/>
        </p:nvSpPr>
        <p:spPr>
          <a:xfrm>
            <a:off x="8915188" y="3368535"/>
            <a:ext cx="83274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Title 2">
            <a:extLst>
              <a:ext uri="{FF2B5EF4-FFF2-40B4-BE49-F238E27FC236}">
                <a16:creationId xmlns:a16="http://schemas.microsoft.com/office/drawing/2014/main" id="{35C1E780-DE73-C122-96AC-C84319E9FE3E}"/>
              </a:ext>
            </a:extLst>
          </p:cNvPr>
          <p:cNvSpPr txBox="1">
            <a:spLocks/>
          </p:cNvSpPr>
          <p:nvPr/>
        </p:nvSpPr>
        <p:spPr>
          <a:xfrm>
            <a:off x="8696325" y="4727756"/>
            <a:ext cx="3495675" cy="569573"/>
          </a:xfrm>
          <a:prstGeom prst="rect">
            <a:avLst/>
          </a:prstGeom>
          <a:solidFill>
            <a:srgbClr val="FFFF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rPr>
              <a:t>But µ</a:t>
            </a:r>
            <a:r>
              <a:rPr kumimoji="0" lang="en-US" altLang="en-US" sz="2400" b="1" i="0" u="none" strike="noStrike" kern="1200" cap="none" spc="0" normalizeH="0" baseline="-25000" noProof="0" dirty="0">
                <a:ln>
                  <a:noFill/>
                </a:ln>
                <a:solidFill>
                  <a:srgbClr val="FF0000"/>
                </a:solidFill>
                <a:effectLst/>
                <a:uLnTx/>
                <a:uFillTx/>
                <a:latin typeface="Times New Roman" panose="02020603050405020304" pitchFamily="18" charset="0"/>
                <a:ea typeface="+mj-ea"/>
                <a:cs typeface="Times New Roman" panose="02020603050405020304" pitchFamily="18" charset="0"/>
              </a:rPr>
              <a:t>d</a:t>
            </a:r>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rPr>
              <a:t> under H</a:t>
            </a:r>
            <a:r>
              <a:rPr kumimoji="0" lang="en-US" altLang="en-US" sz="2400" b="1" i="0" u="none" strike="noStrike" kern="1200" cap="none" spc="0" normalizeH="0" baseline="-25000" noProof="0" dirty="0">
                <a:ln>
                  <a:noFill/>
                </a:ln>
                <a:solidFill>
                  <a:srgbClr val="FF0000"/>
                </a:solidFill>
                <a:effectLst/>
                <a:uLnTx/>
                <a:uFillTx/>
                <a:latin typeface="Times New Roman" panose="02020603050405020304" pitchFamily="18" charset="0"/>
                <a:ea typeface="+mj-ea"/>
                <a:cs typeface="Times New Roman" panose="02020603050405020304" pitchFamily="18" charset="0"/>
              </a:rPr>
              <a:t>0 </a:t>
            </a:r>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rPr>
              <a:t>will be 0</a:t>
            </a:r>
          </a:p>
        </p:txBody>
      </p:sp>
      <p:grpSp>
        <p:nvGrpSpPr>
          <p:cNvPr id="32" name="Group 31">
            <a:extLst>
              <a:ext uri="{FF2B5EF4-FFF2-40B4-BE49-F238E27FC236}">
                <a16:creationId xmlns:a16="http://schemas.microsoft.com/office/drawing/2014/main" id="{87CC1176-EC4A-C577-0092-1AA221894D94}"/>
              </a:ext>
            </a:extLst>
          </p:cNvPr>
          <p:cNvGrpSpPr/>
          <p:nvPr/>
        </p:nvGrpSpPr>
        <p:grpSpPr>
          <a:xfrm>
            <a:off x="3030498" y="5668414"/>
            <a:ext cx="8990052" cy="819386"/>
            <a:chOff x="375557" y="1965945"/>
            <a:chExt cx="12847313" cy="591676"/>
          </a:xfrm>
        </p:grpSpPr>
        <p:sp>
          <p:nvSpPr>
            <p:cNvPr id="33" name="Rectangle 32">
              <a:extLst>
                <a:ext uri="{FF2B5EF4-FFF2-40B4-BE49-F238E27FC236}">
                  <a16:creationId xmlns:a16="http://schemas.microsoft.com/office/drawing/2014/main" id="{C38E0216-463D-33E3-4DD0-422B0CE86A0A}"/>
                </a:ext>
              </a:extLst>
            </p:cNvPr>
            <p:cNvSpPr/>
            <p:nvPr/>
          </p:nvSpPr>
          <p:spPr>
            <a:xfrm>
              <a:off x="375557" y="1965945"/>
              <a:ext cx="12688091" cy="591676"/>
            </a:xfrm>
            <a:prstGeom prst="rect">
              <a:avLst/>
            </a:prstGeom>
            <a:solidFill>
              <a:schemeClr val="bg1"/>
            </a:solidFill>
            <a:ln>
              <a:solidFill>
                <a:srgbClr val="00B0F0"/>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sp>
          <p:nvSpPr>
            <p:cNvPr id="34" name="TextBox 33">
              <a:extLst>
                <a:ext uri="{FF2B5EF4-FFF2-40B4-BE49-F238E27FC236}">
                  <a16:creationId xmlns:a16="http://schemas.microsoft.com/office/drawing/2014/main" id="{2485C9D6-0EB5-424F-4111-412171242E0A}"/>
                </a:ext>
              </a:extLst>
            </p:cNvPr>
            <p:cNvSpPr txBox="1"/>
            <p:nvPr/>
          </p:nvSpPr>
          <p:spPr>
            <a:xfrm>
              <a:off x="417333" y="2064679"/>
              <a:ext cx="12805537" cy="43337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0000"/>
                  </a:solidFill>
                  <a:effectLst/>
                  <a:uLnTx/>
                  <a:uFillTx/>
                  <a:latin typeface="Helvetica Neue"/>
                  <a:ea typeface="+mn-ea"/>
                  <a:cs typeface="Helvetica" panose="020B0604020202020204" pitchFamily="34" charset="0"/>
                </a:rPr>
                <a:t>Note: Rejection criteria may be based on critical value or P-value</a:t>
              </a:r>
              <a:endParaRPr kumimoji="0" lang="en-IN" sz="2200" b="1" i="0" u="none" strike="noStrike" kern="1200" cap="none" spc="0" normalizeH="0" baseline="0" noProof="0" dirty="0">
                <a:ln>
                  <a:noFill/>
                </a:ln>
                <a:solidFill>
                  <a:srgbClr val="FF0000"/>
                </a:solidFill>
                <a:effectLst/>
                <a:uLnTx/>
                <a:uFillTx/>
                <a:latin typeface="Helvetica Neue"/>
                <a:ea typeface="+mn-ea"/>
                <a:cs typeface="Helvetica" panose="020B0604020202020204" pitchFamily="34" charset="0"/>
              </a:endParaRPr>
            </a:p>
          </p:txBody>
        </p:sp>
      </p:grpSp>
      <p:pic>
        <p:nvPicPr>
          <p:cNvPr id="35" name="Picture 34">
            <a:extLst>
              <a:ext uri="{FF2B5EF4-FFF2-40B4-BE49-F238E27FC236}">
                <a16:creationId xmlns:a16="http://schemas.microsoft.com/office/drawing/2014/main" id="{4D338B25-9C03-EC63-D4CE-50E51B65B856}"/>
              </a:ext>
            </a:extLst>
          </p:cNvPr>
          <p:cNvPicPr>
            <a:picLocks noChangeAspect="1"/>
          </p:cNvPicPr>
          <p:nvPr/>
        </p:nvPicPr>
        <p:blipFill>
          <a:blip r:embed="rId2"/>
          <a:stretch>
            <a:fillRect/>
          </a:stretch>
        </p:blipFill>
        <p:spPr>
          <a:xfrm>
            <a:off x="9680327" y="916922"/>
            <a:ext cx="2354296" cy="1577262"/>
          </a:xfrm>
          <a:prstGeom prst="rect">
            <a:avLst/>
          </a:prstGeom>
        </p:spPr>
      </p:pic>
      <p:pic>
        <p:nvPicPr>
          <p:cNvPr id="36" name="Picture 35">
            <a:extLst>
              <a:ext uri="{FF2B5EF4-FFF2-40B4-BE49-F238E27FC236}">
                <a16:creationId xmlns:a16="http://schemas.microsoft.com/office/drawing/2014/main" id="{1DE95F42-CEEF-5568-DE25-5772CF488EEA}"/>
              </a:ext>
            </a:extLst>
          </p:cNvPr>
          <p:cNvPicPr>
            <a:picLocks noChangeAspect="1"/>
          </p:cNvPicPr>
          <p:nvPr/>
        </p:nvPicPr>
        <p:blipFill>
          <a:blip r:embed="rId3"/>
          <a:stretch>
            <a:fillRect/>
          </a:stretch>
        </p:blipFill>
        <p:spPr>
          <a:xfrm>
            <a:off x="9680327" y="2937587"/>
            <a:ext cx="2387848" cy="1577263"/>
          </a:xfrm>
          <a:prstGeom prst="rect">
            <a:avLst/>
          </a:prstGeom>
        </p:spPr>
      </p:pic>
    </p:spTree>
    <p:extLst>
      <p:ext uri="{BB962C8B-B14F-4D97-AF65-F5344CB8AC3E}">
        <p14:creationId xmlns:p14="http://schemas.microsoft.com/office/powerpoint/2010/main" val="2622722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0-#ppt_w/2"/>
                                          </p:val>
                                        </p:tav>
                                        <p:tav tm="100000">
                                          <p:val>
                                            <p:strVal val="#ppt_x"/>
                                          </p:val>
                                        </p:tav>
                                      </p:tavLst>
                                    </p:anim>
                                    <p:anim calcmode="lin" valueType="num">
                                      <p:cBhvr additive="base">
                                        <p:cTn id="16" dur="500" fill="hold"/>
                                        <p:tgtEl>
                                          <p:spTgt spid="29"/>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3" presetClass="entr" presetSubtype="16" fill="hold" nodeType="afterEffect">
                                  <p:stCondLst>
                                    <p:cond delay="0"/>
                                  </p:stCondLst>
                                  <p:childTnLst>
                                    <p:set>
                                      <p:cBhvr>
                                        <p:cTn id="19" dur="1" fill="hold">
                                          <p:stCondLst>
                                            <p:cond delay="0"/>
                                          </p:stCondLst>
                                        </p:cTn>
                                        <p:tgtEl>
                                          <p:spTgt spid="35"/>
                                        </p:tgtEl>
                                        <p:attrNameLst>
                                          <p:attrName>style.visibility</p:attrName>
                                        </p:attrNameLst>
                                      </p:cBhvr>
                                      <p:to>
                                        <p:strVal val="visible"/>
                                      </p:to>
                                    </p:set>
                                    <p:anim calcmode="lin" valueType="num">
                                      <p:cBhvr>
                                        <p:cTn id="20" dur="500" fill="hold"/>
                                        <p:tgtEl>
                                          <p:spTgt spid="35"/>
                                        </p:tgtEl>
                                        <p:attrNameLst>
                                          <p:attrName>ppt_w</p:attrName>
                                        </p:attrNameLst>
                                      </p:cBhvr>
                                      <p:tavLst>
                                        <p:tav tm="0">
                                          <p:val>
                                            <p:fltVal val="0"/>
                                          </p:val>
                                        </p:tav>
                                        <p:tav tm="100000">
                                          <p:val>
                                            <p:strVal val="#ppt_w"/>
                                          </p:val>
                                        </p:tav>
                                      </p:tavLst>
                                    </p:anim>
                                    <p:anim calcmode="lin" valueType="num">
                                      <p:cBhvr>
                                        <p:cTn id="21" dur="500" fill="hold"/>
                                        <p:tgtEl>
                                          <p:spTgt spid="35"/>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0-#ppt_w/2"/>
                                          </p:val>
                                        </p:tav>
                                        <p:tav tm="100000">
                                          <p:val>
                                            <p:strVal val="#ppt_x"/>
                                          </p:val>
                                        </p:tav>
                                      </p:tavLst>
                                    </p:anim>
                                    <p:anim calcmode="lin" valueType="num">
                                      <p:cBhvr additive="base">
                                        <p:cTn id="27" dur="500" fill="hold"/>
                                        <p:tgtEl>
                                          <p:spTgt spid="12"/>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0-#ppt_w/2"/>
                                          </p:val>
                                        </p:tav>
                                        <p:tav tm="100000">
                                          <p:val>
                                            <p:strVal val="#ppt_x"/>
                                          </p:val>
                                        </p:tav>
                                      </p:tavLst>
                                    </p:anim>
                                    <p:anim calcmode="lin" valueType="num">
                                      <p:cBhvr additive="base">
                                        <p:cTn id="3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fill="hold"/>
                                        <p:tgtEl>
                                          <p:spTgt spid="16"/>
                                        </p:tgtEl>
                                        <p:attrNameLst>
                                          <p:attrName>ppt_x</p:attrName>
                                        </p:attrNameLst>
                                      </p:cBhvr>
                                      <p:tavLst>
                                        <p:tav tm="0">
                                          <p:val>
                                            <p:strVal val="0-#ppt_w/2"/>
                                          </p:val>
                                        </p:tav>
                                        <p:tav tm="100000">
                                          <p:val>
                                            <p:strVal val="#ppt_x"/>
                                          </p:val>
                                        </p:tav>
                                      </p:tavLst>
                                    </p:anim>
                                    <p:anim calcmode="lin" valueType="num">
                                      <p:cBhvr additive="base">
                                        <p:cTn id="37" dur="500" fill="hold"/>
                                        <p:tgtEl>
                                          <p:spTgt spid="16"/>
                                        </p:tgtEl>
                                        <p:attrNameLst>
                                          <p:attrName>ppt_y</p:attrName>
                                        </p:attrNameLst>
                                      </p:cBhvr>
                                      <p:tavLst>
                                        <p:tav tm="0">
                                          <p:val>
                                            <p:strVal val="#ppt_y"/>
                                          </p:val>
                                        </p:tav>
                                        <p:tav tm="100000">
                                          <p:val>
                                            <p:strVal val="#ppt_y"/>
                                          </p:val>
                                        </p:tav>
                                      </p:tavLst>
                                    </p:anim>
                                  </p:childTnLst>
                                </p:cTn>
                              </p:par>
                              <p:par>
                                <p:cTn id="38" presetID="2" presetClass="entr" presetSubtype="8"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0-#ppt_w/2"/>
                                          </p:val>
                                        </p:tav>
                                        <p:tav tm="100000">
                                          <p:val>
                                            <p:strVal val="#ppt_x"/>
                                          </p:val>
                                        </p:tav>
                                      </p:tavLst>
                                    </p:anim>
                                    <p:anim calcmode="lin" valueType="num">
                                      <p:cBhvr additive="base">
                                        <p:cTn id="41"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0-#ppt_w/2"/>
                                          </p:val>
                                        </p:tav>
                                        <p:tav tm="100000">
                                          <p:val>
                                            <p:strVal val="#ppt_x"/>
                                          </p:val>
                                        </p:tav>
                                      </p:tavLst>
                                    </p:anim>
                                    <p:anim calcmode="lin" valueType="num">
                                      <p:cBhvr additive="base">
                                        <p:cTn id="47" dur="500" fill="hold"/>
                                        <p:tgtEl>
                                          <p:spTgt spid="20"/>
                                        </p:tgtEl>
                                        <p:attrNameLst>
                                          <p:attrName>ppt_y</p:attrName>
                                        </p:attrNameLst>
                                      </p:cBhvr>
                                      <p:tavLst>
                                        <p:tav tm="0">
                                          <p:val>
                                            <p:strVal val="#ppt_y"/>
                                          </p:val>
                                        </p:tav>
                                        <p:tav tm="100000">
                                          <p:val>
                                            <p:strVal val="#ppt_y"/>
                                          </p:val>
                                        </p:tav>
                                      </p:tavLst>
                                    </p:anim>
                                  </p:childTnLst>
                                </p:cTn>
                              </p:par>
                              <p:par>
                                <p:cTn id="48" presetID="2" presetClass="entr" presetSubtype="8"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fill="hold"/>
                                        <p:tgtEl>
                                          <p:spTgt spid="17"/>
                                        </p:tgtEl>
                                        <p:attrNameLst>
                                          <p:attrName>ppt_x</p:attrName>
                                        </p:attrNameLst>
                                      </p:cBhvr>
                                      <p:tavLst>
                                        <p:tav tm="0">
                                          <p:val>
                                            <p:strVal val="0-#ppt_w/2"/>
                                          </p:val>
                                        </p:tav>
                                        <p:tav tm="100000">
                                          <p:val>
                                            <p:strVal val="#ppt_x"/>
                                          </p:val>
                                        </p:tav>
                                      </p:tavLst>
                                    </p:anim>
                                    <p:anim calcmode="lin" valueType="num">
                                      <p:cBhvr additive="base">
                                        <p:cTn id="51" dur="500" fill="hold"/>
                                        <p:tgtEl>
                                          <p:spTgt spid="17"/>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 calcmode="lin" valueType="num">
                                      <p:cBhvr additive="base">
                                        <p:cTn id="54" dur="500" fill="hold"/>
                                        <p:tgtEl>
                                          <p:spTgt spid="30"/>
                                        </p:tgtEl>
                                        <p:attrNameLst>
                                          <p:attrName>ppt_x</p:attrName>
                                        </p:attrNameLst>
                                      </p:cBhvr>
                                      <p:tavLst>
                                        <p:tav tm="0">
                                          <p:val>
                                            <p:strVal val="0-#ppt_w/2"/>
                                          </p:val>
                                        </p:tav>
                                        <p:tav tm="100000">
                                          <p:val>
                                            <p:strVal val="#ppt_x"/>
                                          </p:val>
                                        </p:tav>
                                      </p:tavLst>
                                    </p:anim>
                                    <p:anim calcmode="lin" valueType="num">
                                      <p:cBhvr additive="base">
                                        <p:cTn id="55" dur="500" fill="hold"/>
                                        <p:tgtEl>
                                          <p:spTgt spid="30"/>
                                        </p:tgtEl>
                                        <p:attrNameLst>
                                          <p:attrName>ppt_y</p:attrName>
                                        </p:attrNameLst>
                                      </p:cBhvr>
                                      <p:tavLst>
                                        <p:tav tm="0">
                                          <p:val>
                                            <p:strVal val="#ppt_y"/>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 calcmode="lin" valueType="num">
                                      <p:cBhvr additive="base">
                                        <p:cTn id="58" dur="500" fill="hold"/>
                                        <p:tgtEl>
                                          <p:spTgt spid="31"/>
                                        </p:tgtEl>
                                        <p:attrNameLst>
                                          <p:attrName>ppt_x</p:attrName>
                                        </p:attrNameLst>
                                      </p:cBhvr>
                                      <p:tavLst>
                                        <p:tav tm="0">
                                          <p:val>
                                            <p:strVal val="#ppt_x"/>
                                          </p:val>
                                        </p:tav>
                                        <p:tav tm="100000">
                                          <p:val>
                                            <p:strVal val="#ppt_x"/>
                                          </p:val>
                                        </p:tav>
                                      </p:tavLst>
                                    </p:anim>
                                    <p:anim calcmode="lin" valueType="num">
                                      <p:cBhvr additive="base">
                                        <p:cTn id="59" dur="500" fill="hold"/>
                                        <p:tgtEl>
                                          <p:spTgt spid="31"/>
                                        </p:tgtEl>
                                        <p:attrNameLst>
                                          <p:attrName>ppt_y</p:attrName>
                                        </p:attrNameLst>
                                      </p:cBhvr>
                                      <p:tavLst>
                                        <p:tav tm="0">
                                          <p:val>
                                            <p:strVal val="1+#ppt_h/2"/>
                                          </p:val>
                                        </p:tav>
                                        <p:tav tm="100000">
                                          <p:val>
                                            <p:strVal val="#ppt_y"/>
                                          </p:val>
                                        </p:tav>
                                      </p:tavLst>
                                    </p:anim>
                                  </p:childTnLst>
                                </p:cTn>
                              </p:par>
                            </p:childTnLst>
                          </p:cTn>
                        </p:par>
                        <p:par>
                          <p:cTn id="60" fill="hold">
                            <p:stCondLst>
                              <p:cond delay="500"/>
                            </p:stCondLst>
                            <p:childTnLst>
                              <p:par>
                                <p:cTn id="61" presetID="23" presetClass="entr" presetSubtype="16" fill="hold" nodeType="afterEffect">
                                  <p:stCondLst>
                                    <p:cond delay="0"/>
                                  </p:stCondLst>
                                  <p:childTnLst>
                                    <p:set>
                                      <p:cBhvr>
                                        <p:cTn id="62" dur="1" fill="hold">
                                          <p:stCondLst>
                                            <p:cond delay="0"/>
                                          </p:stCondLst>
                                        </p:cTn>
                                        <p:tgtEl>
                                          <p:spTgt spid="36"/>
                                        </p:tgtEl>
                                        <p:attrNameLst>
                                          <p:attrName>style.visibility</p:attrName>
                                        </p:attrNameLst>
                                      </p:cBhvr>
                                      <p:to>
                                        <p:strVal val="visible"/>
                                      </p:to>
                                    </p:set>
                                    <p:anim calcmode="lin" valueType="num">
                                      <p:cBhvr>
                                        <p:cTn id="63" dur="500" fill="hold"/>
                                        <p:tgtEl>
                                          <p:spTgt spid="36"/>
                                        </p:tgtEl>
                                        <p:attrNameLst>
                                          <p:attrName>ppt_w</p:attrName>
                                        </p:attrNameLst>
                                      </p:cBhvr>
                                      <p:tavLst>
                                        <p:tav tm="0">
                                          <p:val>
                                            <p:fltVal val="0"/>
                                          </p:val>
                                        </p:tav>
                                        <p:tav tm="100000">
                                          <p:val>
                                            <p:strVal val="#ppt_w"/>
                                          </p:val>
                                        </p:tav>
                                      </p:tavLst>
                                    </p:anim>
                                    <p:anim calcmode="lin" valueType="num">
                                      <p:cBhvr>
                                        <p:cTn id="64" dur="500" fill="hold"/>
                                        <p:tgtEl>
                                          <p:spTgt spid="36"/>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 calcmode="lin" valueType="num">
                                      <p:cBhvr additive="base">
                                        <p:cTn id="69" dur="500" fill="hold"/>
                                        <p:tgtEl>
                                          <p:spTgt spid="24"/>
                                        </p:tgtEl>
                                        <p:attrNameLst>
                                          <p:attrName>ppt_x</p:attrName>
                                        </p:attrNameLst>
                                      </p:cBhvr>
                                      <p:tavLst>
                                        <p:tav tm="0">
                                          <p:val>
                                            <p:strVal val="0-#ppt_w/2"/>
                                          </p:val>
                                        </p:tav>
                                        <p:tav tm="100000">
                                          <p:val>
                                            <p:strVal val="#ppt_x"/>
                                          </p:val>
                                        </p:tav>
                                      </p:tavLst>
                                    </p:anim>
                                    <p:anim calcmode="lin" valueType="num">
                                      <p:cBhvr additive="base">
                                        <p:cTn id="70" dur="500" fill="hold"/>
                                        <p:tgtEl>
                                          <p:spTgt spid="24"/>
                                        </p:tgtEl>
                                        <p:attrNameLst>
                                          <p:attrName>ppt_y</p:attrName>
                                        </p:attrNameLst>
                                      </p:cBhvr>
                                      <p:tavLst>
                                        <p:tav tm="0">
                                          <p:val>
                                            <p:strVal val="#ppt_y"/>
                                          </p:val>
                                        </p:tav>
                                        <p:tav tm="100000">
                                          <p:val>
                                            <p:strVal val="#ppt_y"/>
                                          </p:val>
                                        </p:tav>
                                      </p:tavLst>
                                    </p:anim>
                                  </p:childTnLst>
                                </p:cTn>
                              </p:par>
                              <p:par>
                                <p:cTn id="71" presetID="2" presetClass="entr" presetSubtype="8" fill="hold" nodeType="with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0-#ppt_w/2"/>
                                          </p:val>
                                        </p:tav>
                                        <p:tav tm="100000">
                                          <p:val>
                                            <p:strVal val="#ppt_x"/>
                                          </p:val>
                                        </p:tav>
                                      </p:tavLst>
                                    </p:anim>
                                    <p:anim calcmode="lin" valueType="num">
                                      <p:cBhvr additive="base">
                                        <p:cTn id="7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anim calcmode="lin" valueType="num">
                                      <p:cBhvr additive="base">
                                        <p:cTn id="79" dur="500" fill="hold"/>
                                        <p:tgtEl>
                                          <p:spTgt spid="28"/>
                                        </p:tgtEl>
                                        <p:attrNameLst>
                                          <p:attrName>ppt_x</p:attrName>
                                        </p:attrNameLst>
                                      </p:cBhvr>
                                      <p:tavLst>
                                        <p:tav tm="0">
                                          <p:val>
                                            <p:strVal val="0-#ppt_w/2"/>
                                          </p:val>
                                        </p:tav>
                                        <p:tav tm="100000">
                                          <p:val>
                                            <p:strVal val="#ppt_x"/>
                                          </p:val>
                                        </p:tav>
                                      </p:tavLst>
                                    </p:anim>
                                    <p:anim calcmode="lin" valueType="num">
                                      <p:cBhvr additive="base">
                                        <p:cTn id="80" dur="500" fill="hold"/>
                                        <p:tgtEl>
                                          <p:spTgt spid="28"/>
                                        </p:tgtEl>
                                        <p:attrNameLst>
                                          <p:attrName>ppt_y</p:attrName>
                                        </p:attrNameLst>
                                      </p:cBhvr>
                                      <p:tavLst>
                                        <p:tav tm="0">
                                          <p:val>
                                            <p:strVal val="#ppt_y"/>
                                          </p:val>
                                        </p:tav>
                                        <p:tav tm="100000">
                                          <p:val>
                                            <p:strVal val="#ppt_y"/>
                                          </p:val>
                                        </p:tav>
                                      </p:tavLst>
                                    </p:anim>
                                  </p:childTnLst>
                                </p:cTn>
                              </p:par>
                              <p:par>
                                <p:cTn id="81" presetID="2" presetClass="entr" presetSubtype="8" fill="hold"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0-#ppt_w/2"/>
                                          </p:val>
                                        </p:tav>
                                        <p:tav tm="100000">
                                          <p:val>
                                            <p:strVal val="#ppt_x"/>
                                          </p:val>
                                        </p:tav>
                                      </p:tavLst>
                                    </p:anim>
                                    <p:anim calcmode="lin" valueType="num">
                                      <p:cBhvr additive="base">
                                        <p:cTn id="84" dur="500" fill="hold"/>
                                        <p:tgtEl>
                                          <p:spTgt spid="25"/>
                                        </p:tgtEl>
                                        <p:attrNameLst>
                                          <p:attrName>ppt_y</p:attrName>
                                        </p:attrNameLst>
                                      </p:cBhvr>
                                      <p:tavLst>
                                        <p:tav tm="0">
                                          <p:val>
                                            <p:strVal val="#ppt_y"/>
                                          </p:val>
                                        </p:tav>
                                        <p:tav tm="100000">
                                          <p:val>
                                            <p:strVal val="#ppt_y"/>
                                          </p:val>
                                        </p:tav>
                                      </p:tavLst>
                                    </p:anim>
                                  </p:childTnLst>
                                </p:cTn>
                              </p:par>
                              <p:par>
                                <p:cTn id="85" presetID="2" presetClass="entr" presetSubtype="8"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 calcmode="lin" valueType="num">
                                      <p:cBhvr additive="base">
                                        <p:cTn id="87" dur="500" fill="hold"/>
                                        <p:tgtEl>
                                          <p:spTgt spid="32"/>
                                        </p:tgtEl>
                                        <p:attrNameLst>
                                          <p:attrName>ppt_x</p:attrName>
                                        </p:attrNameLst>
                                      </p:cBhvr>
                                      <p:tavLst>
                                        <p:tav tm="0">
                                          <p:val>
                                            <p:strVal val="0-#ppt_w/2"/>
                                          </p:val>
                                        </p:tav>
                                        <p:tav tm="100000">
                                          <p:val>
                                            <p:strVal val="#ppt_x"/>
                                          </p:val>
                                        </p:tav>
                                      </p:tavLst>
                                    </p:anim>
                                    <p:anim calcmode="lin" valueType="num">
                                      <p:cBhvr additive="base">
                                        <p:cTn id="88"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6" grpId="0" animBg="1"/>
      <p:bldP spid="20" grpId="0" animBg="1"/>
      <p:bldP spid="24" grpId="0" animBg="1"/>
      <p:bldP spid="28" grpId="0" animBg="1"/>
      <p:bldP spid="29" grpId="0" animBg="1"/>
      <p:bldP spid="30" grpId="0" animBg="1"/>
      <p:bldP spid="3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1280E-EBA6-A033-155F-F77571FE4D4D}"/>
              </a:ext>
            </a:extLst>
          </p:cNvPr>
          <p:cNvSpPr>
            <a:spLocks noGrp="1"/>
          </p:cNvSpPr>
          <p:nvPr>
            <p:ph type="title"/>
          </p:nvPr>
        </p:nvSpPr>
        <p:spPr/>
        <p:txBody>
          <a:bodyPr>
            <a:normAutofit/>
          </a:bodyPr>
          <a:lstStyle/>
          <a:p>
            <a:r>
              <a:rPr lang="en-US" dirty="0"/>
              <a:t>Example</a:t>
            </a:r>
            <a:br>
              <a:rPr lang="en-US" dirty="0"/>
            </a:br>
            <a:endParaRPr lang="en-IN" dirty="0"/>
          </a:p>
        </p:txBody>
      </p:sp>
      <p:sp>
        <p:nvSpPr>
          <p:cNvPr id="3" name="Text Placeholder 2">
            <a:extLst>
              <a:ext uri="{FF2B5EF4-FFF2-40B4-BE49-F238E27FC236}">
                <a16:creationId xmlns:a16="http://schemas.microsoft.com/office/drawing/2014/main" id="{0C3B6CE3-5CDD-9D18-6A57-D8336120A8F4}"/>
              </a:ext>
            </a:extLst>
          </p:cNvPr>
          <p:cNvSpPr>
            <a:spLocks noGrp="1"/>
          </p:cNvSpPr>
          <p:nvPr>
            <p:ph type="body" sz="quarter" idx="13"/>
          </p:nvPr>
        </p:nvSpPr>
        <p:spPr>
          <a:xfrm>
            <a:off x="257174" y="1181101"/>
            <a:ext cx="11839575" cy="5516330"/>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24B8EE21-F8C5-5B49-C9DC-9CB48FFA9663}"/>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0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0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graphicFrame>
        <p:nvGraphicFramePr>
          <p:cNvPr id="6" name="Group 6">
            <a:extLst>
              <a:ext uri="{FF2B5EF4-FFF2-40B4-BE49-F238E27FC236}">
                <a16:creationId xmlns:a16="http://schemas.microsoft.com/office/drawing/2014/main" id="{4E4CFEC2-06A6-33AF-F3B0-AC2A8B4BAD74}"/>
              </a:ext>
            </a:extLst>
          </p:cNvPr>
          <p:cNvGraphicFramePr>
            <a:graphicFrameLocks/>
          </p:cNvGraphicFramePr>
          <p:nvPr/>
        </p:nvGraphicFramePr>
        <p:xfrm>
          <a:off x="5191125" y="1000533"/>
          <a:ext cx="6667502" cy="5677030"/>
        </p:xfrm>
        <a:graphic>
          <a:graphicData uri="http://schemas.openxmlformats.org/drawingml/2006/table">
            <a:tbl>
              <a:tblPr/>
              <a:tblGrid>
                <a:gridCol w="2243272">
                  <a:extLst>
                    <a:ext uri="{9D8B030D-6E8A-4147-A177-3AD203B41FA5}">
                      <a16:colId xmlns:a16="http://schemas.microsoft.com/office/drawing/2014/main" val="20000"/>
                    </a:ext>
                  </a:extLst>
                </a:gridCol>
                <a:gridCol w="2243272">
                  <a:extLst>
                    <a:ext uri="{9D8B030D-6E8A-4147-A177-3AD203B41FA5}">
                      <a16:colId xmlns:a16="http://schemas.microsoft.com/office/drawing/2014/main" val="20001"/>
                    </a:ext>
                  </a:extLst>
                </a:gridCol>
                <a:gridCol w="2180958">
                  <a:extLst>
                    <a:ext uri="{9D8B030D-6E8A-4147-A177-3AD203B41FA5}">
                      <a16:colId xmlns:a16="http://schemas.microsoft.com/office/drawing/2014/main" val="20002"/>
                    </a:ext>
                  </a:extLst>
                </a:gridCol>
              </a:tblGrid>
              <a:tr h="567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Subjects</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Before (x)</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After (y)</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7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75</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70</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7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70</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77</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7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46</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57</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7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68</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60</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7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68</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79</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7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43</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64</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7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55</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55</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67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68</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77</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67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77</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76</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7" name="Text Placeholder 3">
            <a:extLst>
              <a:ext uri="{FF2B5EF4-FFF2-40B4-BE49-F238E27FC236}">
                <a16:creationId xmlns:a16="http://schemas.microsoft.com/office/drawing/2014/main" id="{A79B2A59-6377-BE42-48BB-1B2EC9A8D790}"/>
              </a:ext>
            </a:extLst>
          </p:cNvPr>
          <p:cNvSpPr txBox="1">
            <a:spLocks/>
          </p:cNvSpPr>
          <p:nvPr/>
        </p:nvSpPr>
        <p:spPr>
          <a:xfrm>
            <a:off x="181769" y="1261627"/>
            <a:ext cx="4475956" cy="2853173"/>
          </a:xfrm>
          <a:prstGeom prst="rect">
            <a:avLst/>
          </a:prstGeom>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marR="0" lvl="0" indent="0" algn="just" defTabSz="1219170" rtl="0" eaLnBrk="1" fontAlgn="auto" latinLnBrk="0" hangingPunct="1">
              <a:lnSpc>
                <a:spcPct val="100000"/>
              </a:lnSpc>
              <a:spcBef>
                <a:spcPts val="1333"/>
              </a:spcBef>
              <a:spcAft>
                <a:spcPts val="0"/>
              </a:spcAft>
              <a:buClrTx/>
              <a:buSzTx/>
              <a:buFont typeface="Arial" panose="020B0604020202020204" pitchFamily="34" charset="0"/>
              <a:buNone/>
              <a:tabLst/>
              <a:defRPr/>
            </a:pPr>
            <a:r>
              <a:rPr kumimoji="0" lang="en-US" sz="2000" i="0" u="none" strike="noStrike" kern="1200" cap="none" spc="0" normalizeH="0" baseline="0" noProof="0" dirty="0">
                <a:ln>
                  <a:noFill/>
                </a:ln>
                <a:solidFill>
                  <a:prstClr val="black"/>
                </a:solidFill>
                <a:effectLst/>
                <a:uLnTx/>
                <a:uFillTx/>
                <a:ea typeface="+mn-ea"/>
                <a:cs typeface="Times New Roman" panose="02020603050405020304" pitchFamily="18" charset="0"/>
              </a:rPr>
              <a:t>The HRD manager wishes to see if there has been any change in the ability of trainees after a specific training program. The trainees take a aptitude test before and after training program.</a:t>
            </a:r>
          </a:p>
          <a:p>
            <a:pPr marL="0" marR="0" lvl="0" indent="0" algn="just" defTabSz="1219170" rtl="0" eaLnBrk="1" fontAlgn="auto" latinLnBrk="0" hangingPunct="1">
              <a:lnSpc>
                <a:spcPct val="100000"/>
              </a:lnSpc>
              <a:spcBef>
                <a:spcPts val="1333"/>
              </a:spcBef>
              <a:spcAft>
                <a:spcPts val="0"/>
              </a:spcAft>
              <a:buClrTx/>
              <a:buSzTx/>
              <a:buFont typeface="Arial" panose="020B0604020202020204" pitchFamily="34" charset="0"/>
              <a:buNone/>
              <a:tabLst/>
              <a:defRPr/>
            </a:pPr>
            <a:r>
              <a:rPr kumimoji="0" lang="en-US" sz="2000" i="0" u="none" strike="noStrike" kern="1200" cap="none" spc="0" normalizeH="0" baseline="0" noProof="0" dirty="0">
                <a:ln>
                  <a:noFill/>
                </a:ln>
                <a:solidFill>
                  <a:prstClr val="black"/>
                </a:solidFill>
                <a:effectLst/>
                <a:uLnTx/>
                <a:uFillTx/>
                <a:ea typeface="+mn-ea"/>
                <a:cs typeface="Times New Roman" panose="02020603050405020304" pitchFamily="18" charset="0"/>
              </a:rPr>
              <a:t>Test at 5% level of significance is there any difference in the test score after training</a:t>
            </a:r>
          </a:p>
        </p:txBody>
      </p:sp>
    </p:spTree>
    <p:extLst>
      <p:ext uri="{BB962C8B-B14F-4D97-AF65-F5344CB8AC3E}">
        <p14:creationId xmlns:p14="http://schemas.microsoft.com/office/powerpoint/2010/main" val="157829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44F2-FA89-2523-14F5-556940C4E190}"/>
              </a:ext>
            </a:extLst>
          </p:cNvPr>
          <p:cNvSpPr>
            <a:spLocks noGrp="1"/>
          </p:cNvSpPr>
          <p:nvPr>
            <p:ph type="title"/>
          </p:nvPr>
        </p:nvSpPr>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746B6E79-7ACE-50E0-B2C1-DFFAA8665CC3}"/>
              </a:ext>
            </a:extLst>
          </p:cNvPr>
          <p:cNvSpPr>
            <a:spLocks noGrp="1"/>
          </p:cNvSpPr>
          <p:nvPr>
            <p:ph type="body" sz="quarter" idx="13"/>
          </p:nvPr>
        </p:nvSpPr>
        <p:spPr>
          <a:xfrm>
            <a:off x="171450" y="1047751"/>
            <a:ext cx="11896725" cy="5649680"/>
          </a:xfrm>
        </p:spPr>
        <p:txBody>
          <a:bodyPr/>
          <a:lstStyle/>
          <a:p>
            <a:pPr marL="0" indent="0">
              <a:buNone/>
            </a:pPr>
            <a:r>
              <a:rPr lang="en-US" dirty="0"/>
              <a:t>.</a:t>
            </a:r>
            <a:endParaRPr lang="en-IN" dirty="0"/>
          </a:p>
        </p:txBody>
      </p:sp>
      <p:sp>
        <p:nvSpPr>
          <p:cNvPr id="8" name="Content Placeholder 2">
            <a:extLst>
              <a:ext uri="{FF2B5EF4-FFF2-40B4-BE49-F238E27FC236}">
                <a16:creationId xmlns:a16="http://schemas.microsoft.com/office/drawing/2014/main" id="{80E3C124-955E-7F69-AF0A-83A291B15551}"/>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0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0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graphicFrame>
        <p:nvGraphicFramePr>
          <p:cNvPr id="9" name="Group 6">
            <a:extLst>
              <a:ext uri="{FF2B5EF4-FFF2-40B4-BE49-F238E27FC236}">
                <a16:creationId xmlns:a16="http://schemas.microsoft.com/office/drawing/2014/main" id="{537F7C9D-A6AD-ECC2-DEB9-7DE002135FCB}"/>
              </a:ext>
            </a:extLst>
          </p:cNvPr>
          <p:cNvGraphicFramePr>
            <a:graphicFrameLocks/>
          </p:cNvGraphicFramePr>
          <p:nvPr/>
        </p:nvGraphicFramePr>
        <p:xfrm>
          <a:off x="501861" y="1267498"/>
          <a:ext cx="8032539" cy="5225260"/>
        </p:xfrm>
        <a:graphic>
          <a:graphicData uri="http://schemas.openxmlformats.org/drawingml/2006/table">
            <a:tbl>
              <a:tblPr/>
              <a:tblGrid>
                <a:gridCol w="1635474">
                  <a:extLst>
                    <a:ext uri="{9D8B030D-6E8A-4147-A177-3AD203B41FA5}">
                      <a16:colId xmlns:a16="http://schemas.microsoft.com/office/drawing/2014/main" val="20000"/>
                    </a:ext>
                  </a:extLst>
                </a:gridCol>
                <a:gridCol w="1792842">
                  <a:extLst>
                    <a:ext uri="{9D8B030D-6E8A-4147-A177-3AD203B41FA5}">
                      <a16:colId xmlns:a16="http://schemas.microsoft.com/office/drawing/2014/main" val="20001"/>
                    </a:ext>
                  </a:extLst>
                </a:gridCol>
                <a:gridCol w="1532420">
                  <a:extLst>
                    <a:ext uri="{9D8B030D-6E8A-4147-A177-3AD203B41FA5}">
                      <a16:colId xmlns:a16="http://schemas.microsoft.com/office/drawing/2014/main" val="20002"/>
                    </a:ext>
                  </a:extLst>
                </a:gridCol>
                <a:gridCol w="1331881">
                  <a:extLst>
                    <a:ext uri="{9D8B030D-6E8A-4147-A177-3AD203B41FA5}">
                      <a16:colId xmlns:a16="http://schemas.microsoft.com/office/drawing/2014/main" val="20003"/>
                    </a:ext>
                  </a:extLst>
                </a:gridCol>
                <a:gridCol w="1739922">
                  <a:extLst>
                    <a:ext uri="{9D8B030D-6E8A-4147-A177-3AD203B41FA5}">
                      <a16:colId xmlns:a16="http://schemas.microsoft.com/office/drawing/2014/main" val="20004"/>
                    </a:ext>
                  </a:extLst>
                </a:gridCol>
              </a:tblGrid>
              <a:tr h="4440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Subjects</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Before (x)</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After (y)</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 = y-x</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(d-mean)</a:t>
                      </a:r>
                      <a:r>
                        <a:rPr kumimoji="0" lang="en-US" sz="2400" b="1"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2</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40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75</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70</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-5</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100</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40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70</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77</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7</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4</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40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46</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57</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11</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36</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40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dirty="0">
                          <a:solidFill>
                            <a:srgbClr val="000000"/>
                          </a:solidFill>
                          <a:effectLst/>
                          <a:latin typeface="Times New Roman" panose="02020603050405020304" pitchFamily="18" charset="0"/>
                          <a:cs typeface="Times New Roman" panose="02020603050405020304" pitchFamily="18" charset="0"/>
                        </a:rPr>
                        <a:t>68</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60</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-8</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169</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40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68</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79</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11</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36</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40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dirty="0">
                          <a:solidFill>
                            <a:srgbClr val="000000"/>
                          </a:solidFill>
                          <a:effectLst/>
                          <a:latin typeface="Times New Roman" panose="02020603050405020304" pitchFamily="18" charset="0"/>
                          <a:cs typeface="Times New Roman" panose="02020603050405020304" pitchFamily="18" charset="0"/>
                        </a:rPr>
                        <a:t>43</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64</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21</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256</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40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7</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55</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55</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0</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25</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440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dirty="0">
                          <a:solidFill>
                            <a:srgbClr val="000000"/>
                          </a:solidFill>
                          <a:effectLst/>
                          <a:latin typeface="Times New Roman" panose="02020603050405020304" pitchFamily="18" charset="0"/>
                          <a:cs typeface="Times New Roman" panose="02020603050405020304" pitchFamily="18" charset="0"/>
                        </a:rPr>
                        <a:t>68</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dirty="0">
                          <a:solidFill>
                            <a:srgbClr val="000000"/>
                          </a:solidFill>
                          <a:effectLst/>
                          <a:latin typeface="Times New Roman" panose="02020603050405020304" pitchFamily="18" charset="0"/>
                          <a:cs typeface="Times New Roman" panose="02020603050405020304" pitchFamily="18" charset="0"/>
                        </a:rPr>
                        <a:t>77</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9</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16</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440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77</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rtl="0" fontAlgn="ctr"/>
                      <a:r>
                        <a:rPr lang="en-US" sz="2400" b="1" i="0" u="none" strike="noStrike">
                          <a:solidFill>
                            <a:srgbClr val="000000"/>
                          </a:solidFill>
                          <a:effectLst/>
                          <a:latin typeface="Times New Roman" panose="02020603050405020304" pitchFamily="18" charset="0"/>
                          <a:cs typeface="Times New Roman" panose="02020603050405020304" pitchFamily="18" charset="0"/>
                        </a:rPr>
                        <a:t>76</a:t>
                      </a:r>
                    </a:p>
                  </a:txBody>
                  <a:tcPr marL="7620" marR="7620" marT="7620" marB="0" anchor="ctr">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a:solidFill>
                            <a:srgbClr val="000000"/>
                          </a:solidFill>
                          <a:effectLst/>
                          <a:latin typeface="Times New Roman" panose="02020603050405020304" pitchFamily="18" charset="0"/>
                          <a:cs typeface="Times New Roman" panose="02020603050405020304" pitchFamily="18" charset="0"/>
                        </a:rPr>
                        <a:t>-1</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36</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16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a:t>
                      </a:r>
                    </a:p>
                  </a:txBody>
                  <a:tcPr marL="140795" marR="140795" marT="52800" marB="52800" horzOverflow="overflow">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l" fontAlgn="b"/>
                      <a:endParaRPr lang="en-US" sz="2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l" fontAlgn="b"/>
                      <a:endParaRPr lang="en-US" sz="2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45</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678</a:t>
                      </a:r>
                    </a:p>
                  </a:txBody>
                  <a:tcPr marL="7620" marR="7620" marT="7620" marB="0" anchor="b">
                    <a:lnL w="12700"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pic>
        <p:nvPicPr>
          <p:cNvPr id="10" name="Picture 9">
            <a:extLst>
              <a:ext uri="{FF2B5EF4-FFF2-40B4-BE49-F238E27FC236}">
                <a16:creationId xmlns:a16="http://schemas.microsoft.com/office/drawing/2014/main" id="{26C251E0-68BE-7E4A-987D-776B02491DAC}"/>
              </a:ext>
            </a:extLst>
          </p:cNvPr>
          <p:cNvPicPr>
            <a:picLocks noChangeAspect="1"/>
          </p:cNvPicPr>
          <p:nvPr/>
        </p:nvPicPr>
        <p:blipFill>
          <a:blip r:embed="rId2"/>
          <a:stretch>
            <a:fillRect/>
          </a:stretch>
        </p:blipFill>
        <p:spPr>
          <a:xfrm>
            <a:off x="8864812" y="1572298"/>
            <a:ext cx="3031914" cy="1628775"/>
          </a:xfrm>
          <a:prstGeom prst="rect">
            <a:avLst/>
          </a:prstGeom>
        </p:spPr>
      </p:pic>
      <p:pic>
        <p:nvPicPr>
          <p:cNvPr id="11" name="Picture 10">
            <a:extLst>
              <a:ext uri="{FF2B5EF4-FFF2-40B4-BE49-F238E27FC236}">
                <a16:creationId xmlns:a16="http://schemas.microsoft.com/office/drawing/2014/main" id="{44933117-1E32-7E16-1AEF-2592FEE37AE5}"/>
              </a:ext>
            </a:extLst>
          </p:cNvPr>
          <p:cNvPicPr>
            <a:picLocks noChangeAspect="1"/>
          </p:cNvPicPr>
          <p:nvPr/>
        </p:nvPicPr>
        <p:blipFill>
          <a:blip r:embed="rId3"/>
          <a:stretch>
            <a:fillRect/>
          </a:stretch>
        </p:blipFill>
        <p:spPr>
          <a:xfrm>
            <a:off x="8864811" y="3458248"/>
            <a:ext cx="3031915" cy="2914650"/>
          </a:xfrm>
          <a:prstGeom prst="rect">
            <a:avLst/>
          </a:prstGeom>
        </p:spPr>
      </p:pic>
    </p:spTree>
    <p:extLst>
      <p:ext uri="{BB962C8B-B14F-4D97-AF65-F5344CB8AC3E}">
        <p14:creationId xmlns:p14="http://schemas.microsoft.com/office/powerpoint/2010/main" val="6083357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4C4A6-64F3-300A-2FDF-623E54ABFC05}"/>
              </a:ext>
            </a:extLst>
          </p:cNvPr>
          <p:cNvSpPr>
            <a:spLocks noGrp="1"/>
          </p:cNvSpPr>
          <p:nvPr>
            <p:ph type="title"/>
          </p:nvPr>
        </p:nvSpPr>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B2CFF11B-A486-C8FA-A0FA-373E3B761762}"/>
              </a:ext>
            </a:extLst>
          </p:cNvPr>
          <p:cNvSpPr>
            <a:spLocks noGrp="1"/>
          </p:cNvSpPr>
          <p:nvPr>
            <p:ph type="body" sz="quarter" idx="13"/>
          </p:nvPr>
        </p:nvSpPr>
        <p:spPr>
          <a:xfrm>
            <a:off x="171450" y="1028701"/>
            <a:ext cx="11906250" cy="5668730"/>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D535F765-B611-8689-6329-A04E66899FBB}"/>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0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0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sp>
        <p:nvSpPr>
          <p:cNvPr id="6" name="Title 2">
            <a:extLst>
              <a:ext uri="{FF2B5EF4-FFF2-40B4-BE49-F238E27FC236}">
                <a16:creationId xmlns:a16="http://schemas.microsoft.com/office/drawing/2014/main" id="{57A3C36D-ECC2-599D-2E2A-2D047D684DE7}"/>
              </a:ext>
            </a:extLst>
          </p:cNvPr>
          <p:cNvSpPr txBox="1">
            <a:spLocks/>
          </p:cNvSpPr>
          <p:nvPr/>
        </p:nvSpPr>
        <p:spPr>
          <a:xfrm>
            <a:off x="271251" y="1177639"/>
            <a:ext cx="12815083" cy="63234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mj-ea"/>
                <a:cs typeface="Times New Roman" panose="02020603050405020304" pitchFamily="18" charset="0"/>
              </a:rPr>
              <a:t>At 5% (0.05) level of significance with critical value is 1.833</a:t>
            </a:r>
          </a:p>
        </p:txBody>
      </p:sp>
      <p:sp>
        <p:nvSpPr>
          <p:cNvPr id="7" name="Rectangle 10">
            <a:extLst>
              <a:ext uri="{FF2B5EF4-FFF2-40B4-BE49-F238E27FC236}">
                <a16:creationId xmlns:a16="http://schemas.microsoft.com/office/drawing/2014/main" id="{9D7D124B-FC14-28F0-4813-A02FC4A01006}"/>
              </a:ext>
            </a:extLst>
          </p:cNvPr>
          <p:cNvSpPr>
            <a:spLocks noChangeArrowheads="1"/>
          </p:cNvSpPr>
          <p:nvPr/>
        </p:nvSpPr>
        <p:spPr bwMode="auto">
          <a:xfrm>
            <a:off x="6810773" y="1997668"/>
            <a:ext cx="275428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Hypothesis to test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H</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0</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a:t>
            </a:r>
            <a:r>
              <a:rPr kumimoji="0" lang="el-GR"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μ</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d </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0</a:t>
            </a:r>
            <a:r>
              <a:rPr kumimoji="0" lang="en-US" altLang="en-US" sz="2800" b="1" i="0" u="none" strike="noStrike" kern="1200" cap="none" spc="0" normalizeH="0" baseline="-2500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vs</a:t>
            </a:r>
            <a:r>
              <a:rPr kumimoji="0" lang="en-US"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Mathematica1" pitchFamily="2" charset="2"/>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H</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1</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a:t>
            </a:r>
            <a:r>
              <a:rPr kumimoji="0" lang="el-GR"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μ</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d</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 </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athematica1" pitchFamily="2" charset="2"/>
              </a:rPr>
              <a:t>&gt; 0</a:t>
            </a:r>
          </a:p>
        </p:txBody>
      </p:sp>
      <p:grpSp>
        <p:nvGrpSpPr>
          <p:cNvPr id="8" name="Group 7">
            <a:extLst>
              <a:ext uri="{FF2B5EF4-FFF2-40B4-BE49-F238E27FC236}">
                <a16:creationId xmlns:a16="http://schemas.microsoft.com/office/drawing/2014/main" id="{84E75682-6B7B-AB87-A9AA-24070D380C42}"/>
              </a:ext>
            </a:extLst>
          </p:cNvPr>
          <p:cNvGrpSpPr/>
          <p:nvPr/>
        </p:nvGrpSpPr>
        <p:grpSpPr>
          <a:xfrm>
            <a:off x="-24453" y="5339375"/>
            <a:ext cx="12045003" cy="1110343"/>
            <a:chOff x="752217" y="2168154"/>
            <a:chExt cx="4936366" cy="1534482"/>
          </a:xfrm>
        </p:grpSpPr>
        <p:sp>
          <p:nvSpPr>
            <p:cNvPr id="9" name="Vertical Scroll 26">
              <a:extLst>
                <a:ext uri="{FF2B5EF4-FFF2-40B4-BE49-F238E27FC236}">
                  <a16:creationId xmlns:a16="http://schemas.microsoft.com/office/drawing/2014/main" id="{347D04C2-65CC-7717-287D-27CA90BD3ED6}"/>
                </a:ext>
              </a:extLst>
            </p:cNvPr>
            <p:cNvSpPr/>
            <p:nvPr/>
          </p:nvSpPr>
          <p:spPr>
            <a:xfrm>
              <a:off x="752217" y="2168154"/>
              <a:ext cx="4936366" cy="1534482"/>
            </a:xfrm>
            <a:prstGeom prst="verticalScroll">
              <a:avLst/>
            </a:prstGeom>
            <a:solidFill>
              <a:schemeClr val="accent2">
                <a:lumMod val="40000"/>
                <a:lumOff val="6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Helvetica Neue"/>
                <a:ea typeface="+mn-ea"/>
                <a:cs typeface="+mn-cs"/>
              </a:endParaRPr>
            </a:p>
          </p:txBody>
        </p:sp>
        <p:sp>
          <p:nvSpPr>
            <p:cNvPr id="10" name="Round Diagonal Corner Rectangle 27">
              <a:extLst>
                <a:ext uri="{FF2B5EF4-FFF2-40B4-BE49-F238E27FC236}">
                  <a16:creationId xmlns:a16="http://schemas.microsoft.com/office/drawing/2014/main" id="{8E820CA2-0B83-4F80-E277-8CE1E6BC05A0}"/>
                </a:ext>
              </a:extLst>
            </p:cNvPr>
            <p:cNvSpPr/>
            <p:nvPr/>
          </p:nvSpPr>
          <p:spPr>
            <a:xfrm>
              <a:off x="907387" y="2550639"/>
              <a:ext cx="4663314" cy="930164"/>
            </a:xfrm>
            <a:prstGeom prst="round2DiagRect">
              <a:avLst>
                <a:gd name="adj1" fmla="val 0"/>
                <a:gd name="adj2" fmla="val 0"/>
              </a:avLst>
            </a:prstGeom>
            <a:solidFill>
              <a:srgbClr val="F1F8EC"/>
            </a:soli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pSp>
      <p:sp>
        <p:nvSpPr>
          <p:cNvPr id="11" name="Title 2">
            <a:extLst>
              <a:ext uri="{FF2B5EF4-FFF2-40B4-BE49-F238E27FC236}">
                <a16:creationId xmlns:a16="http://schemas.microsoft.com/office/drawing/2014/main" id="{FEF5B662-02D6-71B5-7CD4-627375E64E3C}"/>
              </a:ext>
            </a:extLst>
          </p:cNvPr>
          <p:cNvSpPr txBox="1">
            <a:spLocks/>
          </p:cNvSpPr>
          <p:nvPr/>
        </p:nvSpPr>
        <p:spPr>
          <a:xfrm>
            <a:off x="271251" y="5628365"/>
            <a:ext cx="11378741" cy="673063"/>
          </a:xfrm>
          <a:prstGeom prst="rect">
            <a:avLst/>
          </a:prstGeom>
          <a:no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ko-KR" sz="24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Critical value for </a:t>
            </a:r>
            <a:r>
              <a:rPr kumimoji="0" lang="el-GR" altLang="ko-KR" sz="24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α</a:t>
            </a:r>
            <a:r>
              <a:rPr kumimoji="0" lang="en-US" altLang="ko-KR" sz="24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 = 0.05 is 1.833. Since ǀ t ǀ = 1.629 &lt; 1.833, Don’t reject  H</a:t>
            </a:r>
            <a:r>
              <a:rPr kumimoji="0" lang="en-US" altLang="ko-KR" sz="2400" b="0" i="0" u="none" strike="noStrike" kern="1200" cap="none" spc="0" normalizeH="0" baseline="-2500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0 </a:t>
            </a:r>
            <a:r>
              <a:rPr kumimoji="0" lang="en-US" altLang="ko-KR" sz="24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&amp;</a:t>
            </a:r>
            <a:r>
              <a:rPr kumimoji="0" lang="en-US" altLang="ko-KR" sz="2400" b="0" i="0" u="none" strike="noStrike" kern="1200" cap="none" spc="0" normalizeH="0" baseline="-2500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 </a:t>
            </a:r>
            <a:r>
              <a:rPr kumimoji="0" lang="en-US" altLang="ko-KR" sz="2400" b="0" i="0" u="none" strike="noStrike" kern="1200" cap="none" spc="0" normalizeH="0" baseline="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Reject H</a:t>
            </a:r>
            <a:r>
              <a:rPr kumimoji="0" lang="en-US" altLang="ko-KR" sz="2400" b="0" i="0" u="none" strike="noStrike" kern="1200" cap="none" spc="0" normalizeH="0" baseline="-25000" noProof="0" dirty="0">
                <a:ln>
                  <a:noFill/>
                </a:ln>
                <a:solidFill>
                  <a:prstClr val="black"/>
                </a:solidFill>
                <a:effectLst/>
                <a:uLnTx/>
                <a:uFillTx/>
                <a:latin typeface="Times New Roman" panose="02020603050405020304" pitchFamily="18" charset="0"/>
                <a:ea typeface="Gulim" pitchFamily="34" charset="-127"/>
                <a:cs typeface="Times New Roman" panose="02020603050405020304" pitchFamily="18" charset="0"/>
              </a:rPr>
              <a:t>1</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sp>
        <p:nvSpPr>
          <p:cNvPr id="14" name="Title 2">
            <a:extLst>
              <a:ext uri="{FF2B5EF4-FFF2-40B4-BE49-F238E27FC236}">
                <a16:creationId xmlns:a16="http://schemas.microsoft.com/office/drawing/2014/main" id="{35F6B1AC-E612-63E1-C583-00EA52922533}"/>
              </a:ext>
            </a:extLst>
          </p:cNvPr>
          <p:cNvSpPr txBox="1">
            <a:spLocks/>
          </p:cNvSpPr>
          <p:nvPr/>
        </p:nvSpPr>
        <p:spPr>
          <a:xfrm>
            <a:off x="7389328" y="3844263"/>
            <a:ext cx="1226312" cy="63234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4000" b="1" i="0" u="none" strike="noStrike" kern="1200" cap="none" spc="0" normalizeH="0" baseline="0" noProof="0" dirty="0">
              <a:ln>
                <a:noFill/>
              </a:ln>
              <a:solidFill>
                <a:srgbClr val="0033CC"/>
              </a:solidFill>
              <a:effectLst/>
              <a:uLnTx/>
              <a:uFillTx/>
              <a:latin typeface="Helvetica Neue"/>
              <a:ea typeface="+mj-ea"/>
              <a:cs typeface="Helvetica" panose="020B0604020202020204" pitchFamily="34" charset="0"/>
            </a:endParaRPr>
          </a:p>
        </p:txBody>
      </p:sp>
      <p:pic>
        <p:nvPicPr>
          <p:cNvPr id="16" name="Picture 15">
            <a:extLst>
              <a:ext uri="{FF2B5EF4-FFF2-40B4-BE49-F238E27FC236}">
                <a16:creationId xmlns:a16="http://schemas.microsoft.com/office/drawing/2014/main" id="{66F2B99A-CEE6-C5E9-8A5E-2514292AC3ED}"/>
              </a:ext>
            </a:extLst>
          </p:cNvPr>
          <p:cNvPicPr>
            <a:picLocks noChangeAspect="1"/>
          </p:cNvPicPr>
          <p:nvPr/>
        </p:nvPicPr>
        <p:blipFill>
          <a:blip r:embed="rId2"/>
          <a:stretch>
            <a:fillRect/>
          </a:stretch>
        </p:blipFill>
        <p:spPr>
          <a:xfrm>
            <a:off x="687635" y="1997669"/>
            <a:ext cx="4953000" cy="1297982"/>
          </a:xfrm>
          <a:prstGeom prst="rect">
            <a:avLst/>
          </a:prstGeom>
        </p:spPr>
      </p:pic>
      <p:grpSp>
        <p:nvGrpSpPr>
          <p:cNvPr id="17" name="Group 16">
            <a:extLst>
              <a:ext uri="{FF2B5EF4-FFF2-40B4-BE49-F238E27FC236}">
                <a16:creationId xmlns:a16="http://schemas.microsoft.com/office/drawing/2014/main" id="{D9CC48D1-DE11-66D5-B33D-225551A00883}"/>
              </a:ext>
            </a:extLst>
          </p:cNvPr>
          <p:cNvGrpSpPr/>
          <p:nvPr/>
        </p:nvGrpSpPr>
        <p:grpSpPr>
          <a:xfrm>
            <a:off x="549375" y="4089355"/>
            <a:ext cx="3093950" cy="857096"/>
            <a:chOff x="3187962" y="2769536"/>
            <a:chExt cx="1208307" cy="589884"/>
          </a:xfrm>
          <a:blipFill>
            <a:blip r:embed="rId3"/>
            <a:tile tx="0" ty="0" sx="100000" sy="100000" flip="none" algn="tl"/>
          </a:blipFill>
        </p:grpSpPr>
        <p:sp>
          <p:nvSpPr>
            <p:cNvPr id="18" name="Round Diagonal Corner Rectangle 18">
              <a:extLst>
                <a:ext uri="{FF2B5EF4-FFF2-40B4-BE49-F238E27FC236}">
                  <a16:creationId xmlns:a16="http://schemas.microsoft.com/office/drawing/2014/main" id="{3AD21D32-43A5-4424-3AFB-142C4946D883}"/>
                </a:ext>
              </a:extLst>
            </p:cNvPr>
            <p:cNvSpPr/>
            <p:nvPr/>
          </p:nvSpPr>
          <p:spPr>
            <a:xfrm>
              <a:off x="3187962" y="2769536"/>
              <a:ext cx="1208307" cy="589884"/>
            </a:xfrm>
            <a:prstGeom prst="round2DiagRect">
              <a:avLst>
                <a:gd name="adj1" fmla="val 0"/>
                <a:gd name="adj2" fmla="val 0"/>
              </a:avLst>
            </a:prstGeom>
            <a:grp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Helvetica Neue"/>
                <a:ea typeface="+mn-ea"/>
                <a:cs typeface="Helvetica" panose="020B0604020202020204" pitchFamily="34" charset="0"/>
              </a:endParaRPr>
            </a:p>
          </p:txBody>
        </p:sp>
        <p:graphicFrame>
          <p:nvGraphicFramePr>
            <p:cNvPr id="19" name="Object 18">
              <a:extLst>
                <a:ext uri="{FF2B5EF4-FFF2-40B4-BE49-F238E27FC236}">
                  <a16:creationId xmlns:a16="http://schemas.microsoft.com/office/drawing/2014/main" id="{87ABDBD2-A39F-CEED-5D19-B7D0FC2C7159}"/>
                </a:ext>
              </a:extLst>
            </p:cNvPr>
            <p:cNvGraphicFramePr>
              <a:graphicFrameLocks noChangeAspect="1"/>
            </p:cNvGraphicFramePr>
            <p:nvPr/>
          </p:nvGraphicFramePr>
          <p:xfrm>
            <a:off x="3258062" y="2825052"/>
            <a:ext cx="1128364" cy="494936"/>
          </p:xfrm>
          <a:graphic>
            <a:graphicData uri="http://schemas.openxmlformats.org/presentationml/2006/ole">
              <mc:AlternateContent xmlns:mc="http://schemas.openxmlformats.org/markup-compatibility/2006">
                <mc:Choice xmlns:v="urn:schemas-microsoft-com:vml" Requires="v">
                  <p:oleObj name="Equation" r:id="rId4" imgW="609480" imgH="177480" progId="Equation.3">
                    <p:embed/>
                  </p:oleObj>
                </mc:Choice>
                <mc:Fallback>
                  <p:oleObj name="Equation" r:id="rId4" imgW="609480" imgH="177480" progId="Equation.3">
                    <p:embed/>
                    <p:pic>
                      <p:nvPicPr>
                        <p:cNvPr id="19" name="Object 18">
                          <a:extLst>
                            <a:ext uri="{FF2B5EF4-FFF2-40B4-BE49-F238E27FC236}">
                              <a16:creationId xmlns:a16="http://schemas.microsoft.com/office/drawing/2014/main" id="{87ABDBD2-A39F-CEED-5D19-B7D0FC2C7159}"/>
                            </a:ext>
                          </a:extLst>
                        </p:cNvPr>
                        <p:cNvPicPr/>
                        <p:nvPr/>
                      </p:nvPicPr>
                      <p:blipFill>
                        <a:blip r:embed="rId5"/>
                        <a:stretch>
                          <a:fillRect/>
                        </a:stretch>
                      </p:blipFill>
                      <p:spPr>
                        <a:xfrm>
                          <a:off x="3258062" y="2825052"/>
                          <a:ext cx="1128364" cy="494936"/>
                        </a:xfrm>
                        <a:prstGeom prst="rect">
                          <a:avLst/>
                        </a:prstGeom>
                      </p:spPr>
                    </p:pic>
                  </p:oleObj>
                </mc:Fallback>
              </mc:AlternateContent>
            </a:graphicData>
          </a:graphic>
        </p:graphicFrame>
      </p:grpSp>
      <p:sp>
        <p:nvSpPr>
          <p:cNvPr id="20" name="Rectangle 10">
            <a:extLst>
              <a:ext uri="{FF2B5EF4-FFF2-40B4-BE49-F238E27FC236}">
                <a16:creationId xmlns:a16="http://schemas.microsoft.com/office/drawing/2014/main" id="{CAF57891-1BEE-6345-C991-58A94D37C495}"/>
              </a:ext>
            </a:extLst>
          </p:cNvPr>
          <p:cNvSpPr>
            <a:spLocks noChangeArrowheads="1"/>
          </p:cNvSpPr>
          <p:nvPr/>
        </p:nvSpPr>
        <p:spPr bwMode="auto">
          <a:xfrm>
            <a:off x="687635" y="3426695"/>
            <a:ext cx="39320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3600" b="0" i="0" u="none" strike="noStrike" kern="1200" cap="none" spc="0" normalizeH="0" baseline="0" noProof="0" dirty="0">
                <a:ln>
                  <a:noFill/>
                </a:ln>
                <a:solidFill>
                  <a:srgbClr val="FF0000"/>
                </a:solidFill>
                <a:effectLst/>
                <a:uLnTx/>
                <a:uFillTx/>
                <a:latin typeface="Verdana" panose="020B0604030504040204" pitchFamily="34" charset="0"/>
                <a:ea typeface="Verdana" panose="020B0604030504040204" pitchFamily="34" charset="0"/>
                <a:cs typeface="Arial" panose="020B0604020202020204" pitchFamily="34" charset="0"/>
                <a:sym typeface="Mathematica1" pitchFamily="2" charset="2"/>
              </a:rPr>
              <a:t>P-value is</a:t>
            </a:r>
            <a:endParaRPr kumimoji="0" lang="en-US" altLang="en-US" sz="3600" b="0" i="0" u="none" strike="noStrike" kern="1200" cap="none" spc="0" normalizeH="0" baseline="0" noProof="0" dirty="0">
              <a:ln>
                <a:noFill/>
              </a:ln>
              <a:solidFill>
                <a:srgbClr val="FF0000"/>
              </a:solidFill>
              <a:effectLst/>
              <a:uLnTx/>
              <a:uFillTx/>
              <a:latin typeface="Verdana" panose="020B0604030504040204" pitchFamily="34" charset="0"/>
              <a:ea typeface="Verdana" panose="020B0604030504040204" pitchFamily="34" charset="0"/>
              <a:cs typeface="Arial" panose="020B0604020202020204" pitchFamily="34" charset="0"/>
              <a:sym typeface="Mathematica1" pitchFamily="2" charset="2"/>
            </a:endParaRPr>
          </a:p>
        </p:txBody>
      </p:sp>
    </p:spTree>
    <p:extLst>
      <p:ext uri="{BB962C8B-B14F-4D97-AF65-F5344CB8AC3E}">
        <p14:creationId xmlns:p14="http://schemas.microsoft.com/office/powerpoint/2010/main" val="423271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53" presetClass="entr" presetSubtype="16"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2" presetClass="entr" presetSubtype="8" fill="hold" grpId="0" nodeType="withEffect" nodePh="1">
                                  <p:stCondLst>
                                    <p:cond delay="0"/>
                                  </p:stCondLst>
                                  <p:endCondLst>
                                    <p:cond evt="begin" delay="0">
                                      <p:tn val="30"/>
                                    </p:cond>
                                  </p:end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53" presetClass="entr" presetSubtype="16" fill="hold" nodeType="after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p:cTn id="42" dur="500" fill="hold"/>
                                        <p:tgtEl>
                                          <p:spTgt spid="17"/>
                                        </p:tgtEl>
                                        <p:attrNameLst>
                                          <p:attrName>ppt_w</p:attrName>
                                        </p:attrNameLst>
                                      </p:cBhvr>
                                      <p:tavLst>
                                        <p:tav tm="0">
                                          <p:val>
                                            <p:fltVal val="0"/>
                                          </p:val>
                                        </p:tav>
                                        <p:tav tm="100000">
                                          <p:val>
                                            <p:strVal val="#ppt_w"/>
                                          </p:val>
                                        </p:tav>
                                      </p:tavLst>
                                    </p:anim>
                                    <p:anim calcmode="lin" valueType="num">
                                      <p:cBhvr>
                                        <p:cTn id="43" dur="500" fill="hold"/>
                                        <p:tgtEl>
                                          <p:spTgt spid="17"/>
                                        </p:tgtEl>
                                        <p:attrNameLst>
                                          <p:attrName>ppt_h</p:attrName>
                                        </p:attrNameLst>
                                      </p:cBhvr>
                                      <p:tavLst>
                                        <p:tav tm="0">
                                          <p:val>
                                            <p:fltVal val="0"/>
                                          </p:val>
                                        </p:tav>
                                        <p:tav tm="100000">
                                          <p:val>
                                            <p:strVal val="#ppt_h"/>
                                          </p:val>
                                        </p:tav>
                                      </p:tavLst>
                                    </p:anim>
                                    <p:animEffect transition="in" filter="fade">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4" grpId="0"/>
      <p:bldP spid="2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FB5DA-A6ED-AE81-2230-EE820F3662B9}"/>
              </a:ext>
            </a:extLst>
          </p:cNvPr>
          <p:cNvSpPr>
            <a:spLocks noGrp="1"/>
          </p:cNvSpPr>
          <p:nvPr>
            <p:ph type="title"/>
          </p:nvPr>
        </p:nvSpPr>
        <p:spPr/>
        <p:txBody>
          <a:bodyPr/>
          <a:lstStyle/>
          <a:p>
            <a:r>
              <a:rPr lang="en-US" dirty="0"/>
              <a:t>Chi-square test</a:t>
            </a:r>
            <a:endParaRPr lang="en-IN" dirty="0"/>
          </a:p>
        </p:txBody>
      </p:sp>
      <p:sp>
        <p:nvSpPr>
          <p:cNvPr id="3" name="Text Placeholder 2">
            <a:extLst>
              <a:ext uri="{FF2B5EF4-FFF2-40B4-BE49-F238E27FC236}">
                <a16:creationId xmlns:a16="http://schemas.microsoft.com/office/drawing/2014/main" id="{EF6422BF-3756-BBC4-4909-484BFB57AF0F}"/>
              </a:ext>
            </a:extLst>
          </p:cNvPr>
          <p:cNvSpPr>
            <a:spLocks noGrp="1"/>
          </p:cNvSpPr>
          <p:nvPr>
            <p:ph type="body" sz="quarter" idx="13"/>
          </p:nvPr>
        </p:nvSpPr>
        <p:spPr>
          <a:xfrm>
            <a:off x="762000" y="1047751"/>
            <a:ext cx="10591800" cy="4438649"/>
          </a:xfrm>
        </p:spPr>
        <p:txBody>
          <a:bodyPr>
            <a:normAutofit fontScale="62500" lnSpcReduction="20000"/>
          </a:bodyPr>
          <a:lstStyle/>
          <a:p>
            <a:pPr marL="0" indent="0">
              <a:buNone/>
            </a:pPr>
            <a:r>
              <a:rPr lang="en-US" sz="3100" dirty="0">
                <a:latin typeface="+mn-lt"/>
                <a:cs typeface="Times New Roman" panose="02020603050405020304" pitchFamily="18" charset="0"/>
              </a:rPr>
              <a:t>The is a statistical test used to compare </a:t>
            </a:r>
            <a:r>
              <a:rPr lang="en-US" sz="3100" dirty="0">
                <a:solidFill>
                  <a:schemeClr val="accent1"/>
                </a:solidFill>
                <a:latin typeface="+mn-lt"/>
                <a:cs typeface="Times New Roman" panose="02020603050405020304" pitchFamily="18" charset="0"/>
              </a:rPr>
              <a:t>observed results </a:t>
            </a:r>
            <a:r>
              <a:rPr lang="en-US" sz="3100" dirty="0">
                <a:latin typeface="+mn-lt"/>
                <a:cs typeface="Times New Roman" panose="02020603050405020304" pitchFamily="18" charset="0"/>
              </a:rPr>
              <a:t>with </a:t>
            </a:r>
            <a:r>
              <a:rPr lang="en-US" sz="3100" dirty="0">
                <a:solidFill>
                  <a:schemeClr val="accent1"/>
                </a:solidFill>
                <a:latin typeface="+mn-lt"/>
                <a:cs typeface="Times New Roman" panose="02020603050405020304" pitchFamily="18" charset="0"/>
              </a:rPr>
              <a:t>expected results</a:t>
            </a:r>
            <a:r>
              <a:rPr lang="en-US" sz="3100" dirty="0">
                <a:latin typeface="+mn-lt"/>
                <a:cs typeface="Times New Roman" panose="02020603050405020304" pitchFamily="18" charset="0"/>
              </a:rPr>
              <a:t>. It Chi-Square Test helps to see if there’s a significant difference between them.</a:t>
            </a:r>
          </a:p>
          <a:p>
            <a:pPr marL="0" indent="0">
              <a:buNone/>
            </a:pPr>
            <a:endParaRPr lang="en-US" sz="3100" dirty="0">
              <a:latin typeface="+mn-lt"/>
              <a:cs typeface="Times New Roman" panose="02020603050405020304" pitchFamily="18" charset="0"/>
            </a:endParaRPr>
          </a:p>
          <a:p>
            <a:pPr marL="0" indent="0">
              <a:buNone/>
            </a:pPr>
            <a:r>
              <a:rPr lang="en-IN" sz="3100" b="1" dirty="0">
                <a:latin typeface="+mn-lt"/>
                <a:cs typeface="Times New Roman" panose="02020603050405020304" pitchFamily="18" charset="0"/>
              </a:rPr>
              <a:t>Types of Chi-Square Tests:</a:t>
            </a:r>
          </a:p>
          <a:p>
            <a:pPr marL="0" indent="0">
              <a:buNone/>
            </a:pPr>
            <a:r>
              <a:rPr lang="en-US" sz="3100" b="1" dirty="0">
                <a:latin typeface="+mn-lt"/>
                <a:cs typeface="Times New Roman" panose="02020603050405020304" pitchFamily="18" charset="0"/>
              </a:rPr>
              <a:t>Chi-Square Test for Goodness of Fit</a:t>
            </a:r>
          </a:p>
          <a:p>
            <a:r>
              <a:rPr lang="en-US" sz="3100" dirty="0">
                <a:latin typeface="+mn-lt"/>
                <a:cs typeface="Times New Roman" panose="02020603050405020304" pitchFamily="18" charset="0"/>
              </a:rPr>
              <a:t>Used to see if a sample matches a population.</a:t>
            </a:r>
          </a:p>
          <a:p>
            <a:r>
              <a:rPr lang="en-US" sz="3100" dirty="0">
                <a:latin typeface="+mn-lt"/>
                <a:cs typeface="Times New Roman" panose="02020603050405020304" pitchFamily="18" charset="0"/>
              </a:rPr>
              <a:t>Example: Do dice roll results match the expected equal distribution?	</a:t>
            </a:r>
          </a:p>
          <a:p>
            <a:pPr marL="0" indent="0">
              <a:buNone/>
            </a:pPr>
            <a:endParaRPr lang="en-US" sz="3100" dirty="0">
              <a:latin typeface="+mn-lt"/>
              <a:cs typeface="Times New Roman" panose="02020603050405020304" pitchFamily="18" charset="0"/>
            </a:endParaRPr>
          </a:p>
          <a:p>
            <a:pPr marL="0" indent="0">
              <a:buNone/>
            </a:pPr>
            <a:r>
              <a:rPr lang="en-IN" sz="3100" b="1" dirty="0">
                <a:latin typeface="+mn-lt"/>
                <a:cs typeface="Times New Roman" panose="02020603050405020304" pitchFamily="18" charset="0"/>
              </a:rPr>
              <a:t>Chi-Square Test for Independence</a:t>
            </a:r>
          </a:p>
          <a:p>
            <a:r>
              <a:rPr lang="en-US" sz="3100" dirty="0">
                <a:latin typeface="+mn-lt"/>
                <a:cs typeface="Times New Roman" panose="02020603050405020304" pitchFamily="18" charset="0"/>
              </a:rPr>
              <a:t>Used to see if two variables are related or independent</a:t>
            </a:r>
          </a:p>
          <a:p>
            <a:r>
              <a:rPr lang="en-US" sz="3100" dirty="0">
                <a:latin typeface="+mn-lt"/>
                <a:cs typeface="Times New Roman" panose="02020603050405020304" pitchFamily="18" charset="0"/>
              </a:rPr>
              <a:t>Example: Is there a relationship between gender and subject preference?</a:t>
            </a:r>
            <a:endParaRPr lang="en-IN" sz="3100" dirty="0">
              <a:latin typeface="+mn-lt"/>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       </a:t>
            </a:r>
          </a:p>
          <a:p>
            <a:pPr marL="0" indent="0">
              <a:buNone/>
            </a:pP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78060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D5E62-463E-BE89-DCC8-61635047F168}"/>
              </a:ext>
            </a:extLst>
          </p:cNvPr>
          <p:cNvSpPr>
            <a:spLocks noGrp="1"/>
          </p:cNvSpPr>
          <p:nvPr>
            <p:ph type="title"/>
          </p:nvPr>
        </p:nvSpPr>
        <p:spPr/>
        <p:txBody>
          <a:bodyPr/>
          <a:lstStyle/>
          <a:p>
            <a:r>
              <a:rPr lang="en-US" dirty="0"/>
              <a:t>Chi-square test</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58E70B6-8BF8-F2F5-4796-DEEFC5D02DE5}"/>
                  </a:ext>
                </a:extLst>
              </p:cNvPr>
              <p:cNvSpPr>
                <a:spLocks noGrp="1"/>
              </p:cNvSpPr>
              <p:nvPr>
                <p:ph type="body" sz="quarter" idx="13"/>
              </p:nvPr>
            </p:nvSpPr>
            <p:spPr>
              <a:xfrm>
                <a:off x="1066800" y="1047751"/>
                <a:ext cx="9829800" cy="4972049"/>
              </a:xfrm>
            </p:spPr>
            <p:txBody>
              <a:bodyPr>
                <a:normAutofit/>
              </a:bodyPr>
              <a:lstStyle/>
              <a:p>
                <a:pPr algn="just">
                  <a:lnSpc>
                    <a:spcPct val="100000"/>
                  </a:lnSpc>
                </a:pPr>
                <a:r>
                  <a:rPr lang="en-US" sz="2400" dirty="0">
                    <a:latin typeface="+mn-lt"/>
                    <a:cs typeface="Times New Roman" panose="02020603050405020304" pitchFamily="18" charset="0"/>
                  </a:rPr>
                  <a:t>Chi-square test should be applied only for frequencies. We cannot use them for data in terms of percentages, proportions, means or similar statistical contents.</a:t>
                </a:r>
              </a:p>
              <a:p>
                <a:pPr algn="just">
                  <a:lnSpc>
                    <a:spcPct val="100000"/>
                  </a:lnSpc>
                </a:pPr>
                <a:r>
                  <a:rPr lang="en-US" sz="2400" dirty="0">
                    <a:latin typeface="+mn-lt"/>
                    <a:cs typeface="Times New Roman" panose="02020603050405020304" pitchFamily="18" charset="0"/>
                  </a:rPr>
                  <a:t>Chi-squared is generally applied for nominal rather than ordinal data. </a:t>
                </a:r>
              </a:p>
              <a:p>
                <a:pPr marL="0" indent="0" algn="just">
                  <a:lnSpc>
                    <a:spcPct val="100000"/>
                  </a:lnSpc>
                  <a:buNone/>
                </a:pPr>
                <a:r>
                  <a:rPr lang="en-US" sz="2400" dirty="0">
                    <a:latin typeface="+mn-lt"/>
                    <a:cs typeface="Times New Roman" panose="02020603050405020304" pitchFamily="18" charset="0"/>
                  </a:rPr>
                  <a:t>The data will be presented in an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𝑟</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𝑐</m:t>
                    </m:r>
                  </m:oMath>
                </a14:m>
                <a:r>
                  <a:rPr lang="en-US" sz="2400" dirty="0">
                    <a:latin typeface="+mn-lt"/>
                    <a:cs typeface="Times New Roman" panose="02020603050405020304" pitchFamily="18" charset="0"/>
                  </a:rPr>
                  <a:t> contingency table, where r is the number of rows and c is the number of columns. 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𝑟</m:t>
                    </m:r>
                    <m:r>
                      <a:rPr lang="en-US" sz="2400" b="0" i="1" smtClean="0">
                        <a:latin typeface="Cambria Math" panose="02040503050406030204" pitchFamily="18" charset="0"/>
                        <a:cs typeface="Times New Roman" panose="02020603050405020304" pitchFamily="18" charset="0"/>
                      </a:rPr>
                      <m:t>=2</m:t>
                    </m:r>
                  </m:oMath>
                </a14:m>
                <a:r>
                  <a:rPr lang="en-US" sz="2400" dirty="0">
                    <a:latin typeface="+mn-lt"/>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𝑐</m:t>
                    </m:r>
                    <m:r>
                      <a:rPr lang="en-US" sz="2400" b="0" i="1" smtClean="0">
                        <a:latin typeface="Cambria Math" panose="02040503050406030204" pitchFamily="18" charset="0"/>
                        <a:cs typeface="Times New Roman" panose="02020603050405020304" pitchFamily="18" charset="0"/>
                      </a:rPr>
                      <m:t>=2</m:t>
                    </m:r>
                  </m:oMath>
                </a14:m>
                <a:r>
                  <a:rPr lang="en-US" sz="2400" dirty="0">
                    <a:latin typeface="+mn-lt"/>
                    <a:cs typeface="Times New Roman" panose="02020603050405020304" pitchFamily="18" charset="0"/>
                  </a:rPr>
                  <a:t>, then it is called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2×2</m:t>
                    </m:r>
                  </m:oMath>
                </a14:m>
                <a:r>
                  <a:rPr lang="en-US" sz="2400" dirty="0">
                    <a:latin typeface="+mn-lt"/>
                    <a:cs typeface="Times New Roman" panose="02020603050405020304" pitchFamily="18" charset="0"/>
                  </a:rPr>
                  <a:t> contingency table. In Machine learning it is called as Confusion matrix.</a:t>
                </a:r>
              </a:p>
              <a:p>
                <a:pPr algn="just"/>
                <a:r>
                  <a:rPr lang="en-US" sz="2400" dirty="0">
                    <a:latin typeface="+mn-lt"/>
                    <a:cs typeface="Times New Roman" panose="02020603050405020304" pitchFamily="18" charset="0"/>
                  </a:rPr>
                  <a:t>Chi-square test measures the relationship between two categorical variables, but as this relation may be based on chance, it is appropriate to call it as </a:t>
                </a:r>
                <a:r>
                  <a:rPr lang="en-US" sz="2400" b="1" dirty="0">
                    <a:solidFill>
                      <a:srgbClr val="FF0000"/>
                    </a:solidFill>
                    <a:latin typeface="+mn-lt"/>
                    <a:cs typeface="Times New Roman" panose="02020603050405020304" pitchFamily="18" charset="0"/>
                  </a:rPr>
                  <a:t>ASSOCIATION</a:t>
                </a:r>
                <a:r>
                  <a:rPr lang="en-US" sz="2400" dirty="0">
                    <a:latin typeface="+mn-lt"/>
                    <a:cs typeface="Times New Roman" panose="02020603050405020304" pitchFamily="18" charset="0"/>
                  </a:rPr>
                  <a:t> rather than RELATION </a:t>
                </a:r>
              </a:p>
              <a:p>
                <a:pPr marL="0" indent="0">
                  <a:buNone/>
                </a:pPr>
                <a:endParaRPr lang="en-IN" dirty="0"/>
              </a:p>
            </p:txBody>
          </p:sp>
        </mc:Choice>
        <mc:Fallback xmlns="">
          <p:sp>
            <p:nvSpPr>
              <p:cNvPr id="3" name="Text Placeholder 2">
                <a:extLst>
                  <a:ext uri="{FF2B5EF4-FFF2-40B4-BE49-F238E27FC236}">
                    <a16:creationId xmlns:a16="http://schemas.microsoft.com/office/drawing/2014/main" id="{E58E70B6-8BF8-F2F5-4796-DEEFC5D02DE5}"/>
                  </a:ext>
                </a:extLst>
              </p:cNvPr>
              <p:cNvSpPr>
                <a:spLocks noGrp="1" noRot="1" noChangeAspect="1" noMove="1" noResize="1" noEditPoints="1" noAdjustHandles="1" noChangeArrowheads="1" noChangeShapeType="1" noTextEdit="1"/>
              </p:cNvSpPr>
              <p:nvPr>
                <p:ph type="body" sz="quarter" idx="13"/>
              </p:nvPr>
            </p:nvSpPr>
            <p:spPr>
              <a:xfrm>
                <a:off x="1066800" y="1047751"/>
                <a:ext cx="9829800" cy="4972049"/>
              </a:xfrm>
              <a:blipFill>
                <a:blip r:embed="rId2"/>
                <a:stretch>
                  <a:fillRect l="-930" t="-980" r="-868"/>
                </a:stretch>
              </a:blipFill>
            </p:spPr>
            <p:txBody>
              <a:bodyPr/>
              <a:lstStyle/>
              <a:p>
                <a:r>
                  <a:rPr lang="en-IN">
                    <a:noFill/>
                  </a:rPr>
                  <a:t> </a:t>
                </a:r>
              </a:p>
            </p:txBody>
          </p:sp>
        </mc:Fallback>
      </mc:AlternateContent>
    </p:spTree>
    <p:extLst>
      <p:ext uri="{BB962C8B-B14F-4D97-AF65-F5344CB8AC3E}">
        <p14:creationId xmlns:p14="http://schemas.microsoft.com/office/powerpoint/2010/main" val="36696062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79E0-E189-4C72-1BD7-C76B42ABDB4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Chi-square Test</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E993A94-5D41-E7A7-5567-4278246F2D25}"/>
              </a:ext>
            </a:extLst>
          </p:cNvPr>
          <p:cNvSpPr>
            <a:spLocks noGrp="1"/>
          </p:cNvSpPr>
          <p:nvPr>
            <p:ph type="body" sz="quarter" idx="13"/>
          </p:nvPr>
        </p:nvSpPr>
        <p:spPr>
          <a:xfrm>
            <a:off x="95250" y="1028701"/>
            <a:ext cx="12020550" cy="5668730"/>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18817C4D-5B2C-0070-07DF-080D20F56799}"/>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sp>
        <p:nvSpPr>
          <p:cNvPr id="6" name="Rectangle 3">
            <a:extLst>
              <a:ext uri="{FF2B5EF4-FFF2-40B4-BE49-F238E27FC236}">
                <a16:creationId xmlns:a16="http://schemas.microsoft.com/office/drawing/2014/main" id="{3CBDF286-F122-FC58-D724-2CBFA3479B0B}"/>
              </a:ext>
            </a:extLst>
          </p:cNvPr>
          <p:cNvSpPr txBox="1">
            <a:spLocks noChangeArrowheads="1"/>
          </p:cNvSpPr>
          <p:nvPr/>
        </p:nvSpPr>
        <p:spPr>
          <a:xfrm>
            <a:off x="428076" y="2065941"/>
            <a:ext cx="11419191" cy="868784"/>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The hypothesis to be tested for independence will be</a:t>
            </a:r>
          </a:p>
        </p:txBody>
      </p:sp>
      <p:sp>
        <p:nvSpPr>
          <p:cNvPr id="7" name="Rectangle 3">
            <a:extLst>
              <a:ext uri="{FF2B5EF4-FFF2-40B4-BE49-F238E27FC236}">
                <a16:creationId xmlns:a16="http://schemas.microsoft.com/office/drawing/2014/main" id="{CB44301F-DE4D-B64C-FA6C-438DDE18C5CD}"/>
              </a:ext>
            </a:extLst>
          </p:cNvPr>
          <p:cNvSpPr txBox="1">
            <a:spLocks noChangeArrowheads="1"/>
          </p:cNvSpPr>
          <p:nvPr/>
        </p:nvSpPr>
        <p:spPr>
          <a:xfrm>
            <a:off x="727894" y="2824567"/>
            <a:ext cx="10416356" cy="1408007"/>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H</a:t>
            </a:r>
            <a:r>
              <a:rPr kumimoji="0" lang="en-US" altLang="en-US" sz="32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0</a:t>
            </a:r>
            <a:r>
              <a:rPr kumimoji="0" lang="en-US"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The two categorical variables may be independent (may not be associated)</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4158" b="1" i="0" u="none" strike="noStrike" kern="1200" cap="none" spc="0" normalizeH="0" baseline="0" noProof="0" dirty="0">
              <a:ln>
                <a:noFill/>
              </a:ln>
              <a:solidFill>
                <a:srgbClr val="008000"/>
              </a:solidFill>
              <a:effectLst/>
              <a:uLnTx/>
              <a:uFillTx/>
              <a:latin typeface="Helvetica Nueue"/>
              <a:ea typeface="Verdana" pitchFamily="34" charset="0"/>
              <a:cs typeface="Verdana" pitchFamily="34" charset="0"/>
            </a:endParaRPr>
          </a:p>
        </p:txBody>
      </p:sp>
      <p:sp>
        <p:nvSpPr>
          <p:cNvPr id="8" name="Rectangle 3">
            <a:extLst>
              <a:ext uri="{FF2B5EF4-FFF2-40B4-BE49-F238E27FC236}">
                <a16:creationId xmlns:a16="http://schemas.microsoft.com/office/drawing/2014/main" id="{C879930A-09A9-0F10-0E45-11DF76ABE507}"/>
              </a:ext>
            </a:extLst>
          </p:cNvPr>
          <p:cNvSpPr txBox="1">
            <a:spLocks noChangeArrowheads="1"/>
          </p:cNvSpPr>
          <p:nvPr/>
        </p:nvSpPr>
        <p:spPr>
          <a:xfrm>
            <a:off x="727894" y="4638676"/>
            <a:ext cx="11102156" cy="1190623"/>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H</a:t>
            </a:r>
            <a:r>
              <a:rPr kumimoji="0" lang="en-US" altLang="en-US" sz="3200" b="1" i="0" u="none" strike="noStrike" kern="1200" cap="none" spc="0" normalizeH="0" baseline="-2500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1</a:t>
            </a:r>
            <a:r>
              <a:rPr kumimoji="0" lang="en-US" altLang="en-US" sz="3200" b="1"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 The two categorical variables may not be independent (may be associated)</a:t>
            </a:r>
            <a:endParaRPr kumimoji="0" lang="en-IN" altLang="en-US" sz="3200" b="1"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CF389EAB-0356-5EC9-267A-82F77DF5AF06}"/>
              </a:ext>
            </a:extLst>
          </p:cNvPr>
          <p:cNvGrpSpPr/>
          <p:nvPr/>
        </p:nvGrpSpPr>
        <p:grpSpPr>
          <a:xfrm>
            <a:off x="344733" y="1203168"/>
            <a:ext cx="9767454" cy="904373"/>
            <a:chOff x="9688947" y="3265874"/>
            <a:chExt cx="2818480" cy="904373"/>
          </a:xfrm>
        </p:grpSpPr>
        <p:pic>
          <p:nvPicPr>
            <p:cNvPr id="10" name="Picture 9">
              <a:extLst>
                <a:ext uri="{FF2B5EF4-FFF2-40B4-BE49-F238E27FC236}">
                  <a16:creationId xmlns:a16="http://schemas.microsoft.com/office/drawing/2014/main" id="{9CFA1835-33E9-9767-E6AF-35D68C233F0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5089" t="31952" r="5251" b="33383"/>
            <a:stretch/>
          </p:blipFill>
          <p:spPr>
            <a:xfrm>
              <a:off x="9688947" y="3265874"/>
              <a:ext cx="2818480" cy="904373"/>
            </a:xfrm>
            <a:prstGeom prst="rect">
              <a:avLst/>
            </a:prstGeom>
          </p:spPr>
        </p:pic>
        <p:sp>
          <p:nvSpPr>
            <p:cNvPr id="11" name="Title 2">
              <a:extLst>
                <a:ext uri="{FF2B5EF4-FFF2-40B4-BE49-F238E27FC236}">
                  <a16:creationId xmlns:a16="http://schemas.microsoft.com/office/drawing/2014/main" id="{D9D35CCD-0CDC-53C3-84C9-E952480CCE8E}"/>
                </a:ext>
              </a:extLst>
            </p:cNvPr>
            <p:cNvSpPr txBox="1">
              <a:spLocks/>
            </p:cNvSpPr>
            <p:nvPr/>
          </p:nvSpPr>
          <p:spPr>
            <a:xfrm>
              <a:off x="9946300" y="3490761"/>
              <a:ext cx="2479642" cy="4474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0" cap="none" spc="0" normalizeH="0" baseline="0" noProof="0" dirty="0">
                  <a:ln>
                    <a:noFill/>
                  </a:ln>
                  <a:solidFill>
                    <a:prstClr val="white"/>
                  </a:solidFill>
                  <a:effectLst/>
                  <a:uLnTx/>
                  <a:uFillTx/>
                  <a:latin typeface="Times New Roman" panose="02020603050405020304" pitchFamily="18" charset="0"/>
                  <a:ea typeface="+mj-ea"/>
                  <a:cs typeface="Times New Roman" panose="02020603050405020304" pitchFamily="18" charset="0"/>
                </a:rPr>
                <a:t>Hypothesis for testing independence </a:t>
              </a:r>
            </a:p>
          </p:txBody>
        </p:sp>
      </p:grpSp>
      <p:sp>
        <p:nvSpPr>
          <p:cNvPr id="12" name="TextBox 11">
            <a:extLst>
              <a:ext uri="{FF2B5EF4-FFF2-40B4-BE49-F238E27FC236}">
                <a16:creationId xmlns:a16="http://schemas.microsoft.com/office/drawing/2014/main" id="{CB5F8D91-DAA2-B7C1-903A-F9368A0A7339}"/>
              </a:ext>
            </a:extLst>
          </p:cNvPr>
          <p:cNvSpPr txBox="1"/>
          <p:nvPr/>
        </p:nvSpPr>
        <p:spPr>
          <a:xfrm>
            <a:off x="3970630" y="3879937"/>
            <a:ext cx="3930884"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Observed = Expected</a:t>
            </a:r>
          </a:p>
        </p:txBody>
      </p:sp>
      <p:sp>
        <p:nvSpPr>
          <p:cNvPr id="13" name="TextBox 12">
            <a:extLst>
              <a:ext uri="{FF2B5EF4-FFF2-40B4-BE49-F238E27FC236}">
                <a16:creationId xmlns:a16="http://schemas.microsoft.com/office/drawing/2014/main" id="{1F139CBE-792C-89C2-AF6B-8A684A1813BC}"/>
              </a:ext>
            </a:extLst>
          </p:cNvPr>
          <p:cNvSpPr txBox="1"/>
          <p:nvPr/>
        </p:nvSpPr>
        <p:spPr>
          <a:xfrm>
            <a:off x="3890201" y="5829299"/>
            <a:ext cx="392286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Observed ≠ Expected</a:t>
            </a:r>
          </a:p>
        </p:txBody>
      </p:sp>
    </p:spTree>
    <p:extLst>
      <p:ext uri="{BB962C8B-B14F-4D97-AF65-F5344CB8AC3E}">
        <p14:creationId xmlns:p14="http://schemas.microsoft.com/office/powerpoint/2010/main" val="81699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B7A68-9472-9F4E-3E7C-CB095E74709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Chi-square Test</a:t>
            </a:r>
            <a:endParaRPr lang="en-IN" dirty="0"/>
          </a:p>
        </p:txBody>
      </p:sp>
      <p:sp>
        <p:nvSpPr>
          <p:cNvPr id="3" name="Text Placeholder 2">
            <a:extLst>
              <a:ext uri="{FF2B5EF4-FFF2-40B4-BE49-F238E27FC236}">
                <a16:creationId xmlns:a16="http://schemas.microsoft.com/office/drawing/2014/main" id="{CB0EAA93-6E09-FFCE-2557-2629D70038AC}"/>
              </a:ext>
            </a:extLst>
          </p:cNvPr>
          <p:cNvSpPr>
            <a:spLocks noGrp="1"/>
          </p:cNvSpPr>
          <p:nvPr>
            <p:ph type="body" sz="quarter" idx="13"/>
          </p:nvPr>
        </p:nvSpPr>
        <p:spPr>
          <a:xfrm>
            <a:off x="66674" y="1047751"/>
            <a:ext cx="12030075" cy="5649680"/>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833CE732-5213-EAC3-D917-5DE106115717}"/>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sp>
        <p:nvSpPr>
          <p:cNvPr id="6" name="Rectangle 3">
            <a:extLst>
              <a:ext uri="{FF2B5EF4-FFF2-40B4-BE49-F238E27FC236}">
                <a16:creationId xmlns:a16="http://schemas.microsoft.com/office/drawing/2014/main" id="{408ED8F8-A189-486E-D8D5-0C883CDF266B}"/>
              </a:ext>
            </a:extLst>
          </p:cNvPr>
          <p:cNvSpPr txBox="1">
            <a:spLocks noChangeArrowheads="1"/>
          </p:cNvSpPr>
          <p:nvPr/>
        </p:nvSpPr>
        <p:spPr>
          <a:xfrm>
            <a:off x="344734" y="1895625"/>
            <a:ext cx="11637716" cy="1428533"/>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 check the independence (no association) between the two categorical variables, the statistical test used is Chi-square test given by</a:t>
            </a:r>
            <a:endParaRPr kumimoji="0" lang="en-IN"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86037FC4-D001-A9F9-1D97-46597E4157EA}"/>
                  </a:ext>
                </a:extLst>
              </p:cNvPr>
              <p:cNvSpPr txBox="1">
                <a:spLocks noChangeArrowheads="1"/>
              </p:cNvSpPr>
              <p:nvPr/>
            </p:nvSpPr>
            <p:spPr>
              <a:xfrm>
                <a:off x="95252" y="4949619"/>
                <a:ext cx="12001498" cy="1220370"/>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test-statistic follows Chi-square distribution with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d>
                      <m:dPr>
                        <m:ctrlPr>
                          <a:rPr kumimoji="0" lang="en-US" alt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dPr>
                      <m:e>
                        <m:r>
                          <a:rPr kumimoji="0" lang="en-US" alt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𝑟</m:t>
                        </m:r>
                        <m:r>
                          <a:rPr kumimoji="0" lang="en-US" alt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−1</m:t>
                        </m:r>
                      </m:e>
                    </m:d>
                    <m:d>
                      <m:dPr>
                        <m:ctrlPr>
                          <a:rPr kumimoji="0" lang="en-US" alt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dPr>
                      <m:e>
                        <m:r>
                          <a:rPr kumimoji="0" lang="en-US" alt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𝑐</m:t>
                        </m:r>
                        <m:r>
                          <a:rPr kumimoji="0" lang="en-US" alt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−1</m:t>
                        </m:r>
                      </m:e>
                    </m:d>
                  </m:oMath>
                </a14:m>
                <a:r>
                  <a:rPr kumimoji="0" lang="en-US"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degrees of freedom. r = # of rows, c = # of columns</a:t>
                </a:r>
              </a:p>
            </p:txBody>
          </p:sp>
        </mc:Choice>
        <mc:Fallback xmlns="">
          <p:sp>
            <p:nvSpPr>
              <p:cNvPr id="7" name="Rectangle 3">
                <a:extLst>
                  <a:ext uri="{FF2B5EF4-FFF2-40B4-BE49-F238E27FC236}">
                    <a16:creationId xmlns:a16="http://schemas.microsoft.com/office/drawing/2014/main" id="{86037FC4-D001-A9F9-1D97-46597E4157EA}"/>
                  </a:ext>
                </a:extLst>
              </p:cNvPr>
              <p:cNvSpPr txBox="1">
                <a:spLocks noRot="1" noChangeAspect="1" noMove="1" noResize="1" noEditPoints="1" noAdjustHandles="1" noChangeArrowheads="1" noChangeShapeType="1" noTextEdit="1"/>
              </p:cNvSpPr>
              <p:nvPr/>
            </p:nvSpPr>
            <p:spPr>
              <a:xfrm>
                <a:off x="95252" y="4949619"/>
                <a:ext cx="12001498" cy="1220370"/>
              </a:xfrm>
              <a:prstGeom prst="rect">
                <a:avLst/>
              </a:prstGeom>
              <a:blipFill>
                <a:blip r:embed="rId2"/>
                <a:stretch>
                  <a:fillRect l="-1220" t="-6500" b="-4000"/>
                </a:stretch>
              </a:blipFill>
            </p:spPr>
            <p:txBody>
              <a:bodyPr/>
              <a:lstStyle/>
              <a:p>
                <a:r>
                  <a:rPr lang="en-IN">
                    <a:noFill/>
                  </a:rPr>
                  <a:t> </a:t>
                </a:r>
              </a:p>
            </p:txBody>
          </p:sp>
        </mc:Fallback>
      </mc:AlternateContent>
      <p:grpSp>
        <p:nvGrpSpPr>
          <p:cNvPr id="8" name="Group 7">
            <a:extLst>
              <a:ext uri="{FF2B5EF4-FFF2-40B4-BE49-F238E27FC236}">
                <a16:creationId xmlns:a16="http://schemas.microsoft.com/office/drawing/2014/main" id="{1D20EE71-3309-9BDA-A8D4-482B930CB969}"/>
              </a:ext>
            </a:extLst>
          </p:cNvPr>
          <p:cNvGrpSpPr/>
          <p:nvPr/>
        </p:nvGrpSpPr>
        <p:grpSpPr>
          <a:xfrm>
            <a:off x="324025" y="924933"/>
            <a:ext cx="9485067" cy="904373"/>
            <a:chOff x="9688947" y="3265874"/>
            <a:chExt cx="2736995" cy="904373"/>
          </a:xfrm>
        </p:grpSpPr>
        <p:pic>
          <p:nvPicPr>
            <p:cNvPr id="9" name="Picture 8">
              <a:extLst>
                <a:ext uri="{FF2B5EF4-FFF2-40B4-BE49-F238E27FC236}">
                  <a16:creationId xmlns:a16="http://schemas.microsoft.com/office/drawing/2014/main" id="{1AD7F810-72D2-E348-D5EE-F8D3587FAE2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5089" t="31952" r="5251" b="33383"/>
            <a:stretch/>
          </p:blipFill>
          <p:spPr>
            <a:xfrm>
              <a:off x="9688947" y="3265874"/>
              <a:ext cx="2736995" cy="904373"/>
            </a:xfrm>
            <a:prstGeom prst="rect">
              <a:avLst/>
            </a:prstGeom>
          </p:spPr>
        </p:pic>
        <p:sp>
          <p:nvSpPr>
            <p:cNvPr id="10" name="Title 2">
              <a:extLst>
                <a:ext uri="{FF2B5EF4-FFF2-40B4-BE49-F238E27FC236}">
                  <a16:creationId xmlns:a16="http://schemas.microsoft.com/office/drawing/2014/main" id="{98711C5A-E7E4-573B-2948-8C4A3DB76A7A}"/>
                </a:ext>
              </a:extLst>
            </p:cNvPr>
            <p:cNvSpPr txBox="1">
              <a:spLocks/>
            </p:cNvSpPr>
            <p:nvPr/>
          </p:nvSpPr>
          <p:spPr>
            <a:xfrm>
              <a:off x="9946300" y="3490761"/>
              <a:ext cx="2479642" cy="4474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0" cap="none" spc="0" normalizeH="0" baseline="0" noProof="0" dirty="0">
                  <a:ln>
                    <a:noFill/>
                  </a:ln>
                  <a:solidFill>
                    <a:prstClr val="white"/>
                  </a:solidFill>
                  <a:effectLst/>
                  <a:uLnTx/>
                  <a:uFillTx/>
                  <a:latin typeface="Times New Roman" panose="02020603050405020304" pitchFamily="18" charset="0"/>
                  <a:ea typeface="+mj-ea"/>
                  <a:cs typeface="Times New Roman" panose="02020603050405020304" pitchFamily="18" charset="0"/>
                </a:rPr>
                <a:t>Procedure for testing independence </a:t>
              </a:r>
            </a:p>
          </p:txBody>
        </p:sp>
      </p:grpSp>
      <p:pic>
        <p:nvPicPr>
          <p:cNvPr id="11" name="Picture 10">
            <a:extLst>
              <a:ext uri="{FF2B5EF4-FFF2-40B4-BE49-F238E27FC236}">
                <a16:creationId xmlns:a16="http://schemas.microsoft.com/office/drawing/2014/main" id="{835744E5-B234-F7AA-B2AF-F4E19DE4A240}"/>
              </a:ext>
            </a:extLst>
          </p:cNvPr>
          <p:cNvPicPr>
            <a:picLocks noChangeAspect="1"/>
          </p:cNvPicPr>
          <p:nvPr/>
        </p:nvPicPr>
        <p:blipFill>
          <a:blip r:embed="rId4"/>
          <a:stretch>
            <a:fillRect/>
          </a:stretch>
        </p:blipFill>
        <p:spPr>
          <a:xfrm>
            <a:off x="7603899" y="3151926"/>
            <a:ext cx="4378551" cy="1730603"/>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15E488-33E4-25B7-9E1F-96D5E97A50F0}"/>
                  </a:ext>
                </a:extLst>
              </p:cNvPr>
              <p:cNvSpPr txBox="1"/>
              <p:nvPr/>
            </p:nvSpPr>
            <p:spPr>
              <a:xfrm>
                <a:off x="230435" y="3398268"/>
                <a:ext cx="4357667" cy="1428533"/>
              </a:xfrm>
              <a:prstGeom prst="rect">
                <a:avLst/>
              </a:prstGeom>
              <a:solidFill>
                <a:srgbClr val="FFCCFF"/>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m:rPr>
                              <m:nor/>
                            </m:rPr>
                            <a:rPr kumimoji="0" lang="en-IN" sz="3200" b="0" i="0" u="none" strike="noStrike" kern="1200" cap="none" spc="0" normalizeH="0" baseline="0" noProof="0" dirty="0">
                              <a:ln>
                                <a:noFill/>
                              </a:ln>
                              <a:solidFill>
                                <a:prstClr val="black"/>
                              </a:solidFill>
                              <a:effectLst/>
                              <a:uLnTx/>
                              <a:uFillTx/>
                              <a:latin typeface="Calibri" panose="020F0502020204030204"/>
                              <a:ea typeface="+mn-ea"/>
                              <a:cs typeface="+mn-cs"/>
                              <a:sym typeface="Symbol" panose="05050102010706020507" pitchFamily="18" charset="2"/>
                            </a:rPr>
                            <m:t></m:t>
                          </m:r>
                        </m:e>
                        <m:sup>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ary>
                        <m:naryPr>
                          <m:chr m:val="∑"/>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m:t>
                          </m:r>
                        </m:sup>
                        <m:e>
                          <m:nary>
                            <m:naryPr>
                              <m:chr m:val="∑"/>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p>
                            <m:e>
                              <m:f>
                                <m:f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p>
                                    <m:sSup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𝑂</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𝑖𝑗</m:t>
                                              </m:r>
                                            </m:sub>
                                          </m:s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𝐸</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𝑖𝑗</m:t>
                                              </m:r>
                                            </m:sub>
                                          </m:sSub>
                                        </m:e>
                                      </m:d>
                                    </m:e>
                                    <m:sup>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num>
                                <m:den>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𝐸</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𝑖𝑗</m:t>
                                      </m:r>
                                    </m:sub>
                                  </m:sSub>
                                </m:den>
                              </m:f>
                            </m:e>
                          </m:nary>
                        </m:e>
                      </m:nary>
                    </m:oMath>
                  </m:oMathPara>
                </a14:m>
                <a:endParaRPr kumimoji="0" lang="en-IN"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2" name="TextBox 11">
                <a:extLst>
                  <a:ext uri="{FF2B5EF4-FFF2-40B4-BE49-F238E27FC236}">
                    <a16:creationId xmlns:a16="http://schemas.microsoft.com/office/drawing/2014/main" id="{9615E488-33E4-25B7-9E1F-96D5E97A50F0}"/>
                  </a:ext>
                </a:extLst>
              </p:cNvPr>
              <p:cNvSpPr txBox="1">
                <a:spLocks noRot="1" noChangeAspect="1" noMove="1" noResize="1" noEditPoints="1" noAdjustHandles="1" noChangeArrowheads="1" noChangeShapeType="1" noTextEdit="1"/>
              </p:cNvSpPr>
              <p:nvPr/>
            </p:nvSpPr>
            <p:spPr>
              <a:xfrm>
                <a:off x="230435" y="3398268"/>
                <a:ext cx="4357667" cy="1428533"/>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8590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3" presetClass="entr" presetSubtype="16"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32209-6C9D-E043-7670-F60A915B14FA}"/>
              </a:ext>
            </a:extLst>
          </p:cNvPr>
          <p:cNvSpPr>
            <a:spLocks noGrp="1"/>
          </p:cNvSpPr>
          <p:nvPr>
            <p:ph type="title"/>
          </p:nvPr>
        </p:nvSpPr>
        <p:spPr/>
        <p:txBody>
          <a:bodyPr/>
          <a:lstStyle/>
          <a:p>
            <a:r>
              <a:rPr lang="en-US" dirty="0"/>
              <a:t>Example</a:t>
            </a:r>
            <a:endParaRPr lang="en-IN" dirty="0"/>
          </a:p>
        </p:txBody>
      </p:sp>
      <p:sp>
        <p:nvSpPr>
          <p:cNvPr id="3" name="Text Placeholder 2">
            <a:extLst>
              <a:ext uri="{FF2B5EF4-FFF2-40B4-BE49-F238E27FC236}">
                <a16:creationId xmlns:a16="http://schemas.microsoft.com/office/drawing/2014/main" id="{11F6D02A-7EC8-542D-FD6C-9A390C5EE85C}"/>
              </a:ext>
            </a:extLst>
          </p:cNvPr>
          <p:cNvSpPr>
            <a:spLocks noGrp="1"/>
          </p:cNvSpPr>
          <p:nvPr>
            <p:ph type="body" sz="quarter" idx="13"/>
          </p:nvPr>
        </p:nvSpPr>
        <p:spPr>
          <a:xfrm>
            <a:off x="380999" y="1038225"/>
            <a:ext cx="11201401" cy="3914775"/>
          </a:xfrm>
        </p:spPr>
        <p:txBody>
          <a:bodyPr>
            <a:normAutofit/>
          </a:bodyPr>
          <a:lstStyle/>
          <a:p>
            <a:pPr marL="0" indent="0">
              <a:buNone/>
            </a:pPr>
            <a:r>
              <a:rPr lang="en-US" sz="2000" dirty="0">
                <a:latin typeface="+mn-lt"/>
                <a:cs typeface="Times New Roman" panose="02020603050405020304" pitchFamily="18" charset="0"/>
              </a:rPr>
              <a:t>An RTO department has observed that, on a highway, a greater number of accidents have taken place in the early hours of the day than other timings and wish to associate the outcome of the accidents with timings. A survey findings show that, of the 400 accident cases studied, 280 had met with accident in the early hours and 99 of them were fatal. Further, those who met with accident in the early hours and died was 80. Does this data indicate any association between the time of accident and fatality of the accident. Use </a:t>
            </a:r>
            <a:r>
              <a:rPr lang="el-GR" sz="2000" dirty="0">
                <a:latin typeface="+mn-lt"/>
                <a:cs typeface="Times New Roman" panose="02020603050405020304" pitchFamily="18" charset="0"/>
              </a:rPr>
              <a:t>α</a:t>
            </a:r>
            <a:r>
              <a:rPr lang="en-IN" sz="2000" dirty="0">
                <a:latin typeface="+mn-lt"/>
                <a:cs typeface="Times New Roman" panose="02020603050405020304" pitchFamily="18" charset="0"/>
              </a:rPr>
              <a:t> = 0.05.</a:t>
            </a:r>
          </a:p>
          <a:p>
            <a:pPr marL="0" indent="0">
              <a:buNone/>
            </a:pPr>
            <a:r>
              <a:rPr lang="en-IN" sz="2000" b="1" dirty="0">
                <a:latin typeface="+mn-lt"/>
                <a:cs typeface="Times New Roman" panose="02020603050405020304" pitchFamily="18" charset="0"/>
              </a:rPr>
              <a:t>Solution:</a:t>
            </a:r>
          </a:p>
          <a:p>
            <a:pPr marL="0" indent="0">
              <a:buNone/>
            </a:pPr>
            <a:r>
              <a:rPr lang="en-US" sz="2800" b="1" dirty="0">
                <a:solidFill>
                  <a:srgbClr val="FF0000"/>
                </a:solidFill>
                <a:latin typeface="Times New Roman" panose="02020603050405020304" pitchFamily="18" charset="0"/>
                <a:cs typeface="Times New Roman" panose="02020603050405020304" pitchFamily="18" charset="0"/>
              </a:rPr>
              <a:t>Hypothesis:</a:t>
            </a:r>
          </a:p>
          <a:p>
            <a:pPr marL="0" indent="0" defTabSz="1056041">
              <a:spcBef>
                <a:spcPct val="20000"/>
              </a:spcBef>
              <a:buNone/>
              <a:defRPr/>
            </a:pPr>
            <a:r>
              <a:rPr lang="en-GB" sz="2000" b="1" dirty="0">
                <a:solidFill>
                  <a:srgbClr val="FF0000"/>
                </a:solidFill>
                <a:latin typeface="+mn-lt"/>
                <a:ea typeface="Verdana" pitchFamily="34" charset="0"/>
                <a:cs typeface="Times New Roman" panose="02020603050405020304" pitchFamily="18" charset="0"/>
              </a:rPr>
              <a:t>H</a:t>
            </a:r>
            <a:r>
              <a:rPr lang="en-GB" sz="2000" b="1" baseline="-25000" dirty="0">
                <a:solidFill>
                  <a:srgbClr val="FF0000"/>
                </a:solidFill>
                <a:latin typeface="+mn-lt"/>
                <a:ea typeface="Verdana" pitchFamily="34" charset="0"/>
                <a:cs typeface="Times New Roman" panose="02020603050405020304" pitchFamily="18" charset="0"/>
              </a:rPr>
              <a:t>0</a:t>
            </a:r>
            <a:r>
              <a:rPr lang="en-GB" sz="2000" b="1" dirty="0">
                <a:solidFill>
                  <a:srgbClr val="FF0000"/>
                </a:solidFill>
                <a:latin typeface="+mn-lt"/>
                <a:ea typeface="Verdana" pitchFamily="34" charset="0"/>
                <a:cs typeface="Times New Roman" panose="02020603050405020304" pitchFamily="18" charset="0"/>
              </a:rPr>
              <a:t>:</a:t>
            </a:r>
            <a:r>
              <a:rPr lang="en-GB" sz="2000" b="1" dirty="0">
                <a:latin typeface="+mn-lt"/>
                <a:ea typeface="Verdana" pitchFamily="34" charset="0"/>
                <a:cs typeface="Times New Roman" panose="02020603050405020304" pitchFamily="18" charset="0"/>
              </a:rPr>
              <a:t> </a:t>
            </a:r>
            <a:r>
              <a:rPr lang="en-GB" sz="2000" b="1" dirty="0">
                <a:solidFill>
                  <a:srgbClr val="0000FF"/>
                </a:solidFill>
                <a:latin typeface="+mn-lt"/>
                <a:ea typeface="Verdana" pitchFamily="34" charset="0"/>
                <a:cs typeface="Times New Roman" panose="02020603050405020304" pitchFamily="18" charset="0"/>
              </a:rPr>
              <a:t>Timings of accident and its outcome are independent  (Not associated)</a:t>
            </a:r>
          </a:p>
          <a:p>
            <a:pPr marL="0" indent="0" defTabSz="1056041">
              <a:spcBef>
                <a:spcPct val="20000"/>
              </a:spcBef>
              <a:buNone/>
              <a:defRPr/>
            </a:pPr>
            <a:endParaRPr lang="en-GB" sz="2000" b="1" dirty="0">
              <a:solidFill>
                <a:srgbClr val="0000FF"/>
              </a:solidFill>
              <a:latin typeface="+mn-lt"/>
              <a:ea typeface="Verdana" pitchFamily="34" charset="0"/>
              <a:cs typeface="Times New Roman" panose="02020603050405020304" pitchFamily="18" charset="0"/>
            </a:endParaRPr>
          </a:p>
          <a:p>
            <a:pPr marL="0" indent="0" defTabSz="1056041">
              <a:spcBef>
                <a:spcPct val="20000"/>
              </a:spcBef>
              <a:buNone/>
              <a:defRPr/>
            </a:pPr>
            <a:r>
              <a:rPr lang="en-GB" sz="2000" b="1" dirty="0">
                <a:solidFill>
                  <a:srgbClr val="006600"/>
                </a:solidFill>
                <a:latin typeface="+mn-lt"/>
                <a:ea typeface="Verdana" pitchFamily="34" charset="0"/>
                <a:cs typeface="Times New Roman" panose="02020603050405020304" pitchFamily="18" charset="0"/>
              </a:rPr>
              <a:t>H</a:t>
            </a:r>
            <a:r>
              <a:rPr lang="en-GB" sz="2000" b="1" baseline="-25000" dirty="0">
                <a:solidFill>
                  <a:srgbClr val="006600"/>
                </a:solidFill>
                <a:latin typeface="+mn-lt"/>
                <a:ea typeface="Verdana" pitchFamily="34" charset="0"/>
                <a:cs typeface="Times New Roman" panose="02020603050405020304" pitchFamily="18" charset="0"/>
              </a:rPr>
              <a:t>1</a:t>
            </a:r>
            <a:r>
              <a:rPr lang="en-GB" sz="2000" b="1" dirty="0">
                <a:solidFill>
                  <a:srgbClr val="006600"/>
                </a:solidFill>
                <a:latin typeface="+mn-lt"/>
                <a:ea typeface="Verdana" pitchFamily="34" charset="0"/>
                <a:cs typeface="Times New Roman" panose="02020603050405020304" pitchFamily="18" charset="0"/>
              </a:rPr>
              <a:t>: Timings of accident and its outcome are dependent (Associated)</a:t>
            </a:r>
            <a:endParaRPr lang="en-US" sz="2000" b="1" dirty="0">
              <a:solidFill>
                <a:srgbClr val="006600"/>
              </a:solidFill>
              <a:latin typeface="+mn-lt"/>
              <a:ea typeface="Verdana" pitchFamily="34" charset="0"/>
              <a:cs typeface="Times New Roman" panose="02020603050405020304" pitchFamily="18" charset="0"/>
            </a:endParaRPr>
          </a:p>
          <a:p>
            <a:pPr defTabSz="1056041">
              <a:spcBef>
                <a:spcPct val="20000"/>
              </a:spcBef>
              <a:defRPr/>
            </a:pPr>
            <a:endParaRPr lang="en-US" sz="2000" b="1" dirty="0">
              <a:solidFill>
                <a:srgbClr val="FF0000"/>
              </a:solidFill>
              <a:latin typeface="+mn-lt"/>
              <a:ea typeface="Verdana" pitchFamily="34" charset="0"/>
              <a:cs typeface="Times New Roman" panose="02020603050405020304" pitchFamily="18" charset="0"/>
            </a:endParaRPr>
          </a:p>
          <a:p>
            <a:pPr marL="0" indent="0">
              <a:buNone/>
            </a:pPr>
            <a:endParaRPr lang="en-US" sz="2000" b="1" dirty="0">
              <a:solidFill>
                <a:srgbClr val="FF0000"/>
              </a:solidFill>
              <a:latin typeface="+mn-lt"/>
            </a:endParaRP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9300699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8431D-B8E0-F9E2-6E12-E7B897075569}"/>
              </a:ext>
            </a:extLst>
          </p:cNvPr>
          <p:cNvSpPr>
            <a:spLocks noGrp="1"/>
          </p:cNvSpPr>
          <p:nvPr>
            <p:ph type="title"/>
          </p:nvPr>
        </p:nvSpPr>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D8A6BA38-58F4-A517-63F0-F61B43294CE5}"/>
              </a:ext>
            </a:extLst>
          </p:cNvPr>
          <p:cNvSpPr>
            <a:spLocks noGrp="1"/>
          </p:cNvSpPr>
          <p:nvPr>
            <p:ph type="body" sz="quarter" idx="13"/>
          </p:nvPr>
        </p:nvSpPr>
        <p:spPr>
          <a:xfrm>
            <a:off x="76200" y="1076325"/>
            <a:ext cx="12011025" cy="5621106"/>
          </a:xfrm>
        </p:spPr>
        <p:txBody>
          <a:bodyPr/>
          <a:lstStyle/>
          <a:p>
            <a:pPr marL="0" indent="0">
              <a:buNone/>
            </a:pPr>
            <a:r>
              <a:rPr lang="en-US" dirty="0"/>
              <a:t>.</a:t>
            </a:r>
            <a:endParaRPr lang="en-IN" dirty="0"/>
          </a:p>
        </p:txBody>
      </p:sp>
      <p:sp>
        <p:nvSpPr>
          <p:cNvPr id="11" name="Content Placeholder 2">
            <a:extLst>
              <a:ext uri="{FF2B5EF4-FFF2-40B4-BE49-F238E27FC236}">
                <a16:creationId xmlns:a16="http://schemas.microsoft.com/office/drawing/2014/main" id="{6513B698-6A98-A65A-FF0D-FAFEA150D55B}"/>
              </a:ext>
            </a:extLst>
          </p:cNvPr>
          <p:cNvSpPr txBox="1">
            <a:spLocks/>
          </p:cNvSpPr>
          <p:nvPr/>
        </p:nvSpPr>
        <p:spPr>
          <a:xfrm>
            <a:off x="104775" y="-48712"/>
            <a:ext cx="9311441" cy="739487"/>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graphicFrame>
        <p:nvGraphicFramePr>
          <p:cNvPr id="12" name="Group 2">
            <a:extLst>
              <a:ext uri="{FF2B5EF4-FFF2-40B4-BE49-F238E27FC236}">
                <a16:creationId xmlns:a16="http://schemas.microsoft.com/office/drawing/2014/main" id="{10FCA021-0420-7061-6F32-B9B8F036648C}"/>
              </a:ext>
            </a:extLst>
          </p:cNvPr>
          <p:cNvGraphicFramePr>
            <a:graphicFrameLocks/>
          </p:cNvGraphicFramePr>
          <p:nvPr/>
        </p:nvGraphicFramePr>
        <p:xfrm>
          <a:off x="104775" y="1040763"/>
          <a:ext cx="11858626" cy="3131188"/>
        </p:xfrm>
        <a:graphic>
          <a:graphicData uri="http://schemas.openxmlformats.org/drawingml/2006/table">
            <a:tbl>
              <a:tblPr/>
              <a:tblGrid>
                <a:gridCol w="3574673">
                  <a:extLst>
                    <a:ext uri="{9D8B030D-6E8A-4147-A177-3AD203B41FA5}">
                      <a16:colId xmlns:a16="http://schemas.microsoft.com/office/drawing/2014/main" val="20000"/>
                    </a:ext>
                  </a:extLst>
                </a:gridCol>
                <a:gridCol w="2637198">
                  <a:extLst>
                    <a:ext uri="{9D8B030D-6E8A-4147-A177-3AD203B41FA5}">
                      <a16:colId xmlns:a16="http://schemas.microsoft.com/office/drawing/2014/main" val="20001"/>
                    </a:ext>
                  </a:extLst>
                </a:gridCol>
                <a:gridCol w="3587815">
                  <a:extLst>
                    <a:ext uri="{9D8B030D-6E8A-4147-A177-3AD203B41FA5}">
                      <a16:colId xmlns:a16="http://schemas.microsoft.com/office/drawing/2014/main" val="20002"/>
                    </a:ext>
                  </a:extLst>
                </a:gridCol>
                <a:gridCol w="2058940">
                  <a:extLst>
                    <a:ext uri="{9D8B030D-6E8A-4147-A177-3AD203B41FA5}">
                      <a16:colId xmlns:a16="http://schemas.microsoft.com/office/drawing/2014/main" val="20003"/>
                    </a:ext>
                  </a:extLst>
                </a:gridCol>
              </a:tblGrid>
              <a:tr h="640888">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Early hours of accident</a:t>
                      </a:r>
                    </a:p>
                  </a:txBody>
                  <a:tcPr marL="140452" marR="140452" marT="52800" marB="52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Outcome of accident</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a:ln>
                            <a:noFill/>
                          </a:ln>
                          <a:solidFill>
                            <a:schemeClr val="tx1"/>
                          </a:solidFill>
                          <a:effectLst/>
                          <a:latin typeface="Helvetica Nueue"/>
                        </a:rPr>
                        <a:t>Total</a:t>
                      </a:r>
                    </a:p>
                  </a:txBody>
                  <a:tcPr marL="140452" marR="140452" marT="52800" marB="52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2575">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Fatal</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Non-fatal</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1"/>
                  </a:ext>
                </a:extLst>
              </a:tr>
              <a:tr h="6225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Yes</a:t>
                      </a:r>
                    </a:p>
                  </a:txBody>
                  <a:tcPr marL="140452" marR="140452" marT="52800" marB="52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80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200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280</a:t>
                      </a:r>
                    </a:p>
                  </a:txBody>
                  <a:tcPr marL="140452" marR="140452" marT="52800" marB="52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25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No</a:t>
                      </a:r>
                    </a:p>
                  </a:txBody>
                  <a:tcPr marL="140452" marR="140452" marT="52800" marB="52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19</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101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120</a:t>
                      </a:r>
                    </a:p>
                  </a:txBody>
                  <a:tcPr marL="140452" marR="140452" marT="52800" marB="52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Total</a:t>
                      </a:r>
                    </a:p>
                  </a:txBody>
                  <a:tcPr marL="140452" marR="140452" marT="52800" marB="52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99</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301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tx1"/>
                          </a:solidFill>
                          <a:effectLst/>
                          <a:latin typeface="Helvetica Nueue"/>
                        </a:rPr>
                        <a:t>400</a:t>
                      </a:r>
                    </a:p>
                  </a:txBody>
                  <a:tcPr marL="140452" marR="140452" marT="52800" marB="52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94E2CB9-1A36-CE60-B659-1A53A35857C5}"/>
                  </a:ext>
                </a:extLst>
              </p:cNvPr>
              <p:cNvSpPr txBox="1"/>
              <p:nvPr/>
            </p:nvSpPr>
            <p:spPr>
              <a:xfrm>
                <a:off x="76200" y="4207513"/>
                <a:ext cx="5334659" cy="9251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𝐸</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num>
                        <m:den>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280∗99</m:t>
                          </m:r>
                        </m:num>
                        <m:den>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400</m:t>
                          </m:r>
                        </m:den>
                      </m:f>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=69.3</m:t>
                      </m:r>
                    </m:oMath>
                  </m:oMathPara>
                </a14:m>
                <a:endParaRPr kumimoji="0" lang="en-IN"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3" name="TextBox 12">
                <a:extLst>
                  <a:ext uri="{FF2B5EF4-FFF2-40B4-BE49-F238E27FC236}">
                    <a16:creationId xmlns:a16="http://schemas.microsoft.com/office/drawing/2014/main" id="{594E2CB9-1A36-CE60-B659-1A53A35857C5}"/>
                  </a:ext>
                </a:extLst>
              </p:cNvPr>
              <p:cNvSpPr txBox="1">
                <a:spLocks noRot="1" noChangeAspect="1" noMove="1" noResize="1" noEditPoints="1" noAdjustHandles="1" noChangeArrowheads="1" noChangeShapeType="1" noTextEdit="1"/>
              </p:cNvSpPr>
              <p:nvPr/>
            </p:nvSpPr>
            <p:spPr>
              <a:xfrm>
                <a:off x="76200" y="4207513"/>
                <a:ext cx="5334659" cy="92519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5FE506B-7993-B81A-D117-F78B8092A778}"/>
                  </a:ext>
                </a:extLst>
              </p:cNvPr>
              <p:cNvSpPr txBox="1"/>
              <p:nvPr/>
            </p:nvSpPr>
            <p:spPr>
              <a:xfrm>
                <a:off x="3196" y="5452472"/>
                <a:ext cx="5826643" cy="9251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𝐸</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num>
                        <m:den>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280∗301</m:t>
                          </m:r>
                        </m:num>
                        <m:den>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400</m:t>
                          </m:r>
                        </m:den>
                      </m:f>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=210.7</m:t>
                      </m:r>
                    </m:oMath>
                  </m:oMathPara>
                </a14:m>
                <a:endParaRPr kumimoji="0" lang="en-IN"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4" name="TextBox 13">
                <a:extLst>
                  <a:ext uri="{FF2B5EF4-FFF2-40B4-BE49-F238E27FC236}">
                    <a16:creationId xmlns:a16="http://schemas.microsoft.com/office/drawing/2014/main" id="{E5FE506B-7993-B81A-D117-F78B8092A778}"/>
                  </a:ext>
                </a:extLst>
              </p:cNvPr>
              <p:cNvSpPr txBox="1">
                <a:spLocks noRot="1" noChangeAspect="1" noMove="1" noResize="1" noEditPoints="1" noAdjustHandles="1" noChangeArrowheads="1" noChangeShapeType="1" noTextEdit="1"/>
              </p:cNvSpPr>
              <p:nvPr/>
            </p:nvSpPr>
            <p:spPr>
              <a:xfrm>
                <a:off x="3196" y="5452472"/>
                <a:ext cx="5826643" cy="92519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E9CF50B-DD7C-FB96-865C-D82EA788F032}"/>
                  </a:ext>
                </a:extLst>
              </p:cNvPr>
              <p:cNvSpPr txBox="1"/>
              <p:nvPr/>
            </p:nvSpPr>
            <p:spPr>
              <a:xfrm>
                <a:off x="6362162" y="4207513"/>
                <a:ext cx="5334658" cy="9251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𝐸</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num>
                        <m:den>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120∗99</m:t>
                          </m:r>
                        </m:num>
                        <m:den>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400</m:t>
                          </m:r>
                        </m:den>
                      </m:f>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=29.7</m:t>
                      </m:r>
                    </m:oMath>
                  </m:oMathPara>
                </a14:m>
                <a:endParaRPr kumimoji="0" lang="en-IN"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5" name="TextBox 14">
                <a:extLst>
                  <a:ext uri="{FF2B5EF4-FFF2-40B4-BE49-F238E27FC236}">
                    <a16:creationId xmlns:a16="http://schemas.microsoft.com/office/drawing/2014/main" id="{9E9CF50B-DD7C-FB96-865C-D82EA788F032}"/>
                  </a:ext>
                </a:extLst>
              </p:cNvPr>
              <p:cNvSpPr txBox="1">
                <a:spLocks noRot="1" noChangeAspect="1" noMove="1" noResize="1" noEditPoints="1" noAdjustHandles="1" noChangeArrowheads="1" noChangeShapeType="1" noTextEdit="1"/>
              </p:cNvSpPr>
              <p:nvPr/>
            </p:nvSpPr>
            <p:spPr>
              <a:xfrm>
                <a:off x="6362162" y="4207513"/>
                <a:ext cx="5334658" cy="92519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E41BA87-90D9-1092-4069-280FB8400FFD}"/>
                  </a:ext>
                </a:extLst>
              </p:cNvPr>
              <p:cNvSpPr txBox="1"/>
              <p:nvPr/>
            </p:nvSpPr>
            <p:spPr>
              <a:xfrm>
                <a:off x="6000749" y="5168265"/>
                <a:ext cx="6086475" cy="9251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𝐸</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sub>
                      </m:s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sSub>
                            <m:sSub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num>
                        <m:den>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120∗301</m:t>
                          </m:r>
                        </m:num>
                        <m:den>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400</m:t>
                          </m:r>
                        </m:den>
                      </m:f>
                      <m:r>
                        <a:rPr kumimoji="0" lang="en-IN"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=90.3</m:t>
                      </m:r>
                    </m:oMath>
                  </m:oMathPara>
                </a14:m>
                <a:endParaRPr kumimoji="0" lang="en-IN"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6" name="TextBox 15">
                <a:extLst>
                  <a:ext uri="{FF2B5EF4-FFF2-40B4-BE49-F238E27FC236}">
                    <a16:creationId xmlns:a16="http://schemas.microsoft.com/office/drawing/2014/main" id="{0E41BA87-90D9-1092-4069-280FB8400FFD}"/>
                  </a:ext>
                </a:extLst>
              </p:cNvPr>
              <p:cNvSpPr txBox="1">
                <a:spLocks noRot="1" noChangeAspect="1" noMove="1" noResize="1" noEditPoints="1" noAdjustHandles="1" noChangeArrowheads="1" noChangeShapeType="1" noTextEdit="1"/>
              </p:cNvSpPr>
              <p:nvPr/>
            </p:nvSpPr>
            <p:spPr>
              <a:xfrm>
                <a:off x="6000749" y="5168265"/>
                <a:ext cx="6086475" cy="92519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60CB585-92B9-41FA-5915-BAA62AA1D740}"/>
                  </a:ext>
                </a:extLst>
              </p14:cNvPr>
              <p14:cNvContentPartPr/>
              <p14:nvPr/>
            </p14:nvContentPartPr>
            <p14:xfrm>
              <a:off x="1130489" y="4150196"/>
              <a:ext cx="892080" cy="1271880"/>
            </p14:xfrm>
          </p:contentPart>
        </mc:Choice>
        <mc:Fallback xmlns="">
          <p:pic>
            <p:nvPicPr>
              <p:cNvPr id="4" name="Ink 3">
                <a:extLst>
                  <a:ext uri="{FF2B5EF4-FFF2-40B4-BE49-F238E27FC236}">
                    <a16:creationId xmlns:a16="http://schemas.microsoft.com/office/drawing/2014/main" id="{460CB585-92B9-41FA-5915-BAA62AA1D740}"/>
                  </a:ext>
                </a:extLst>
              </p:cNvPr>
              <p:cNvPicPr/>
              <p:nvPr/>
            </p:nvPicPr>
            <p:blipFill>
              <a:blip r:embed="rId7"/>
              <a:stretch>
                <a:fillRect/>
              </a:stretch>
            </p:blipFill>
            <p:spPr>
              <a:xfrm>
                <a:off x="1124369" y="4144076"/>
                <a:ext cx="904320" cy="128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7E0EDB53-7B59-28C9-E638-F9664C07813D}"/>
                  </a:ext>
                </a:extLst>
              </p14:cNvPr>
              <p14:cNvContentPartPr/>
              <p14:nvPr/>
            </p14:nvContentPartPr>
            <p14:xfrm>
              <a:off x="177209" y="4965236"/>
              <a:ext cx="554760" cy="210240"/>
            </p14:xfrm>
          </p:contentPart>
        </mc:Choice>
        <mc:Fallback xmlns="">
          <p:pic>
            <p:nvPicPr>
              <p:cNvPr id="5" name="Ink 4">
                <a:extLst>
                  <a:ext uri="{FF2B5EF4-FFF2-40B4-BE49-F238E27FC236}">
                    <a16:creationId xmlns:a16="http://schemas.microsoft.com/office/drawing/2014/main" id="{7E0EDB53-7B59-28C9-E638-F9664C07813D}"/>
                  </a:ext>
                </a:extLst>
              </p:cNvPr>
              <p:cNvPicPr/>
              <p:nvPr/>
            </p:nvPicPr>
            <p:blipFill>
              <a:blip r:embed="rId9"/>
              <a:stretch>
                <a:fillRect/>
              </a:stretch>
            </p:blipFill>
            <p:spPr>
              <a:xfrm>
                <a:off x="171089" y="4959116"/>
                <a:ext cx="56700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37BFCF91-C256-1700-7927-C72314135EC8}"/>
                  </a:ext>
                </a:extLst>
              </p14:cNvPr>
              <p14:cNvContentPartPr/>
              <p14:nvPr/>
            </p14:nvContentPartPr>
            <p14:xfrm>
              <a:off x="7251569" y="4094036"/>
              <a:ext cx="1162080" cy="1348200"/>
            </p14:xfrm>
          </p:contentPart>
        </mc:Choice>
        <mc:Fallback xmlns="">
          <p:pic>
            <p:nvPicPr>
              <p:cNvPr id="6" name="Ink 5">
                <a:extLst>
                  <a:ext uri="{FF2B5EF4-FFF2-40B4-BE49-F238E27FC236}">
                    <a16:creationId xmlns:a16="http://schemas.microsoft.com/office/drawing/2014/main" id="{37BFCF91-C256-1700-7927-C72314135EC8}"/>
                  </a:ext>
                </a:extLst>
              </p:cNvPr>
              <p:cNvPicPr/>
              <p:nvPr/>
            </p:nvPicPr>
            <p:blipFill>
              <a:blip r:embed="rId11"/>
              <a:stretch>
                <a:fillRect/>
              </a:stretch>
            </p:blipFill>
            <p:spPr>
              <a:xfrm>
                <a:off x="7245449" y="4087916"/>
                <a:ext cx="1174320" cy="1360440"/>
              </a:xfrm>
              <a:prstGeom prst="rect">
                <a:avLst/>
              </a:prstGeom>
            </p:spPr>
          </p:pic>
        </mc:Fallback>
      </mc:AlternateContent>
      <p:grpSp>
        <p:nvGrpSpPr>
          <p:cNvPr id="19" name="Group 18">
            <a:extLst>
              <a:ext uri="{FF2B5EF4-FFF2-40B4-BE49-F238E27FC236}">
                <a16:creationId xmlns:a16="http://schemas.microsoft.com/office/drawing/2014/main" id="{3EB48E3D-CA16-7A32-895E-995361809D15}"/>
              </a:ext>
            </a:extLst>
          </p:cNvPr>
          <p:cNvGrpSpPr/>
          <p:nvPr/>
        </p:nvGrpSpPr>
        <p:grpSpPr>
          <a:xfrm>
            <a:off x="5613929" y="6111836"/>
            <a:ext cx="3413880" cy="547560"/>
            <a:chOff x="5613929" y="6111836"/>
            <a:chExt cx="3413880" cy="547560"/>
          </a:xfrm>
        </p:grpSpPr>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5D7CF47D-E2B0-E9AB-2BB8-6B8D2BB2799C}"/>
                    </a:ext>
                  </a:extLst>
                </p14:cNvPr>
                <p14:cNvContentPartPr/>
                <p14:nvPr/>
              </p14:nvContentPartPr>
              <p14:xfrm>
                <a:off x="5613929" y="6111836"/>
                <a:ext cx="1018440" cy="547560"/>
              </p14:xfrm>
            </p:contentPart>
          </mc:Choice>
          <mc:Fallback xmlns="">
            <p:pic>
              <p:nvPicPr>
                <p:cNvPr id="7" name="Ink 6">
                  <a:extLst>
                    <a:ext uri="{FF2B5EF4-FFF2-40B4-BE49-F238E27FC236}">
                      <a16:creationId xmlns:a16="http://schemas.microsoft.com/office/drawing/2014/main" id="{5D7CF47D-E2B0-E9AB-2BB8-6B8D2BB2799C}"/>
                    </a:ext>
                  </a:extLst>
                </p:cNvPr>
                <p:cNvPicPr/>
                <p:nvPr/>
              </p:nvPicPr>
              <p:blipFill>
                <a:blip r:embed="rId13"/>
                <a:stretch>
                  <a:fillRect/>
                </a:stretch>
              </p:blipFill>
              <p:spPr>
                <a:xfrm>
                  <a:off x="5607809" y="6105716"/>
                  <a:ext cx="1030680" cy="559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65177595-0963-AF5F-1D61-B1433098BFAE}"/>
                    </a:ext>
                  </a:extLst>
                </p14:cNvPr>
                <p14:cNvContentPartPr/>
                <p14:nvPr/>
              </p14:nvContentPartPr>
              <p14:xfrm>
                <a:off x="6722009" y="6444836"/>
                <a:ext cx="248040" cy="115560"/>
              </p14:xfrm>
            </p:contentPart>
          </mc:Choice>
          <mc:Fallback xmlns="">
            <p:pic>
              <p:nvPicPr>
                <p:cNvPr id="8" name="Ink 7">
                  <a:extLst>
                    <a:ext uri="{FF2B5EF4-FFF2-40B4-BE49-F238E27FC236}">
                      <a16:creationId xmlns:a16="http://schemas.microsoft.com/office/drawing/2014/main" id="{65177595-0963-AF5F-1D61-B1433098BFAE}"/>
                    </a:ext>
                  </a:extLst>
                </p:cNvPr>
                <p:cNvPicPr/>
                <p:nvPr/>
              </p:nvPicPr>
              <p:blipFill>
                <a:blip r:embed="rId15"/>
                <a:stretch>
                  <a:fillRect/>
                </a:stretch>
              </p:blipFill>
              <p:spPr>
                <a:xfrm>
                  <a:off x="6715889" y="6438716"/>
                  <a:ext cx="2602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172B8DF8-4D72-16ED-88BF-07EBA30B6FFF}"/>
                    </a:ext>
                  </a:extLst>
                </p14:cNvPr>
                <p14:cNvContentPartPr/>
                <p14:nvPr/>
              </p14:nvContentPartPr>
              <p14:xfrm>
                <a:off x="7222409" y="6134516"/>
                <a:ext cx="519480" cy="465480"/>
              </p14:xfrm>
            </p:contentPart>
          </mc:Choice>
          <mc:Fallback xmlns="">
            <p:pic>
              <p:nvPicPr>
                <p:cNvPr id="9" name="Ink 8">
                  <a:extLst>
                    <a:ext uri="{FF2B5EF4-FFF2-40B4-BE49-F238E27FC236}">
                      <a16:creationId xmlns:a16="http://schemas.microsoft.com/office/drawing/2014/main" id="{172B8DF8-4D72-16ED-88BF-07EBA30B6FFF}"/>
                    </a:ext>
                  </a:extLst>
                </p:cNvPr>
                <p:cNvPicPr/>
                <p:nvPr/>
              </p:nvPicPr>
              <p:blipFill>
                <a:blip r:embed="rId17"/>
                <a:stretch>
                  <a:fillRect/>
                </a:stretch>
              </p:blipFill>
              <p:spPr>
                <a:xfrm>
                  <a:off x="7216289" y="6128396"/>
                  <a:ext cx="531720" cy="477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7E927226-C213-003C-A59C-6FCA2C2B8D1E}"/>
                    </a:ext>
                  </a:extLst>
                </p14:cNvPr>
                <p14:cNvContentPartPr/>
                <p14:nvPr/>
              </p14:nvContentPartPr>
              <p14:xfrm>
                <a:off x="8089649" y="6122276"/>
                <a:ext cx="51480" cy="497520"/>
              </p14:xfrm>
            </p:contentPart>
          </mc:Choice>
          <mc:Fallback xmlns="">
            <p:pic>
              <p:nvPicPr>
                <p:cNvPr id="10" name="Ink 9">
                  <a:extLst>
                    <a:ext uri="{FF2B5EF4-FFF2-40B4-BE49-F238E27FC236}">
                      <a16:creationId xmlns:a16="http://schemas.microsoft.com/office/drawing/2014/main" id="{7E927226-C213-003C-A59C-6FCA2C2B8D1E}"/>
                    </a:ext>
                  </a:extLst>
                </p:cNvPr>
                <p:cNvPicPr/>
                <p:nvPr/>
              </p:nvPicPr>
              <p:blipFill>
                <a:blip r:embed="rId19"/>
                <a:stretch>
                  <a:fillRect/>
                </a:stretch>
              </p:blipFill>
              <p:spPr>
                <a:xfrm>
                  <a:off x="8083529" y="6116156"/>
                  <a:ext cx="63720" cy="509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10756E6C-3F69-29AE-4BBF-FBB3AF2965EE}"/>
                    </a:ext>
                  </a:extLst>
                </p14:cNvPr>
                <p14:cNvContentPartPr/>
                <p14:nvPr/>
              </p14:nvContentPartPr>
              <p14:xfrm>
                <a:off x="8055089" y="6224156"/>
                <a:ext cx="844200" cy="353520"/>
              </p14:xfrm>
            </p:contentPart>
          </mc:Choice>
          <mc:Fallback xmlns="">
            <p:pic>
              <p:nvPicPr>
                <p:cNvPr id="17" name="Ink 16">
                  <a:extLst>
                    <a:ext uri="{FF2B5EF4-FFF2-40B4-BE49-F238E27FC236}">
                      <a16:creationId xmlns:a16="http://schemas.microsoft.com/office/drawing/2014/main" id="{10756E6C-3F69-29AE-4BBF-FBB3AF2965EE}"/>
                    </a:ext>
                  </a:extLst>
                </p:cNvPr>
                <p:cNvPicPr/>
                <p:nvPr/>
              </p:nvPicPr>
              <p:blipFill>
                <a:blip r:embed="rId21"/>
                <a:stretch>
                  <a:fillRect/>
                </a:stretch>
              </p:blipFill>
              <p:spPr>
                <a:xfrm>
                  <a:off x="8048969" y="6218036"/>
                  <a:ext cx="85644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93C279DC-3390-72E7-3A2F-4DEF91BEA8BF}"/>
                    </a:ext>
                  </a:extLst>
                </p14:cNvPr>
                <p14:cNvContentPartPr/>
                <p14:nvPr/>
              </p14:nvContentPartPr>
              <p14:xfrm>
                <a:off x="8936009" y="6409196"/>
                <a:ext cx="91800" cy="100440"/>
              </p14:xfrm>
            </p:contentPart>
          </mc:Choice>
          <mc:Fallback xmlns="">
            <p:pic>
              <p:nvPicPr>
                <p:cNvPr id="18" name="Ink 17">
                  <a:extLst>
                    <a:ext uri="{FF2B5EF4-FFF2-40B4-BE49-F238E27FC236}">
                      <a16:creationId xmlns:a16="http://schemas.microsoft.com/office/drawing/2014/main" id="{93C279DC-3390-72E7-3A2F-4DEF91BEA8BF}"/>
                    </a:ext>
                  </a:extLst>
                </p:cNvPr>
                <p:cNvPicPr/>
                <p:nvPr/>
              </p:nvPicPr>
              <p:blipFill>
                <a:blip r:embed="rId23"/>
                <a:stretch>
                  <a:fillRect/>
                </a:stretch>
              </p:blipFill>
              <p:spPr>
                <a:xfrm>
                  <a:off x="8929889" y="6403076"/>
                  <a:ext cx="104040" cy="112680"/>
                </a:xfrm>
                <a:prstGeom prst="rect">
                  <a:avLst/>
                </a:prstGeom>
              </p:spPr>
            </p:pic>
          </mc:Fallback>
        </mc:AlternateContent>
      </p:grpSp>
      <p:grpSp>
        <p:nvGrpSpPr>
          <p:cNvPr id="36" name="Group 35">
            <a:extLst>
              <a:ext uri="{FF2B5EF4-FFF2-40B4-BE49-F238E27FC236}">
                <a16:creationId xmlns:a16="http://schemas.microsoft.com/office/drawing/2014/main" id="{1EF4EE07-B102-3753-FC54-494B319E753A}"/>
              </a:ext>
            </a:extLst>
          </p:cNvPr>
          <p:cNvGrpSpPr/>
          <p:nvPr/>
        </p:nvGrpSpPr>
        <p:grpSpPr>
          <a:xfrm>
            <a:off x="9418049" y="6023636"/>
            <a:ext cx="2710080" cy="835560"/>
            <a:chOff x="9418049" y="6023636"/>
            <a:chExt cx="2710080" cy="835560"/>
          </a:xfrm>
        </p:grpSpPr>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51EFE1AA-5C3A-3E3D-365E-A7E97877B427}"/>
                    </a:ext>
                  </a:extLst>
                </p14:cNvPr>
                <p14:cNvContentPartPr/>
                <p14:nvPr/>
              </p14:nvContentPartPr>
              <p14:xfrm>
                <a:off x="9418049" y="6023636"/>
                <a:ext cx="174960" cy="561960"/>
              </p14:xfrm>
            </p:contentPart>
          </mc:Choice>
          <mc:Fallback xmlns="">
            <p:pic>
              <p:nvPicPr>
                <p:cNvPr id="20" name="Ink 19">
                  <a:extLst>
                    <a:ext uri="{FF2B5EF4-FFF2-40B4-BE49-F238E27FC236}">
                      <a16:creationId xmlns:a16="http://schemas.microsoft.com/office/drawing/2014/main" id="{51EFE1AA-5C3A-3E3D-365E-A7E97877B427}"/>
                    </a:ext>
                  </a:extLst>
                </p:cNvPr>
                <p:cNvPicPr/>
                <p:nvPr/>
              </p:nvPicPr>
              <p:blipFill>
                <a:blip r:embed="rId25"/>
                <a:stretch>
                  <a:fillRect/>
                </a:stretch>
              </p:blipFill>
              <p:spPr>
                <a:xfrm>
                  <a:off x="9411929" y="6017516"/>
                  <a:ext cx="187200" cy="574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B9EB0DCF-0F2C-374E-9D50-C5B57EE595CA}"/>
                    </a:ext>
                  </a:extLst>
                </p14:cNvPr>
                <p14:cNvContentPartPr/>
                <p14:nvPr/>
              </p14:nvContentPartPr>
              <p14:xfrm>
                <a:off x="9458009" y="6209756"/>
                <a:ext cx="204480" cy="21600"/>
              </p14:xfrm>
            </p:contentPart>
          </mc:Choice>
          <mc:Fallback xmlns="">
            <p:pic>
              <p:nvPicPr>
                <p:cNvPr id="21" name="Ink 20">
                  <a:extLst>
                    <a:ext uri="{FF2B5EF4-FFF2-40B4-BE49-F238E27FC236}">
                      <a16:creationId xmlns:a16="http://schemas.microsoft.com/office/drawing/2014/main" id="{B9EB0DCF-0F2C-374E-9D50-C5B57EE595CA}"/>
                    </a:ext>
                  </a:extLst>
                </p:cNvPr>
                <p:cNvPicPr/>
                <p:nvPr/>
              </p:nvPicPr>
              <p:blipFill>
                <a:blip r:embed="rId27"/>
                <a:stretch>
                  <a:fillRect/>
                </a:stretch>
              </p:blipFill>
              <p:spPr>
                <a:xfrm>
                  <a:off x="9451889" y="6203636"/>
                  <a:ext cx="2167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 name="Ink 21">
                  <a:extLst>
                    <a:ext uri="{FF2B5EF4-FFF2-40B4-BE49-F238E27FC236}">
                      <a16:creationId xmlns:a16="http://schemas.microsoft.com/office/drawing/2014/main" id="{E2253127-692F-6045-2C2A-8F09F677584F}"/>
                    </a:ext>
                  </a:extLst>
                </p14:cNvPr>
                <p14:cNvContentPartPr/>
                <p14:nvPr/>
              </p14:nvContentPartPr>
              <p14:xfrm>
                <a:off x="9541169" y="6349076"/>
                <a:ext cx="187200" cy="86400"/>
              </p14:xfrm>
            </p:contentPart>
          </mc:Choice>
          <mc:Fallback xmlns="">
            <p:pic>
              <p:nvPicPr>
                <p:cNvPr id="22" name="Ink 21">
                  <a:extLst>
                    <a:ext uri="{FF2B5EF4-FFF2-40B4-BE49-F238E27FC236}">
                      <a16:creationId xmlns:a16="http://schemas.microsoft.com/office/drawing/2014/main" id="{E2253127-692F-6045-2C2A-8F09F677584F}"/>
                    </a:ext>
                  </a:extLst>
                </p:cNvPr>
                <p:cNvPicPr/>
                <p:nvPr/>
              </p:nvPicPr>
              <p:blipFill>
                <a:blip r:embed="rId29"/>
                <a:stretch>
                  <a:fillRect/>
                </a:stretch>
              </p:blipFill>
              <p:spPr>
                <a:xfrm>
                  <a:off x="9535049" y="6342956"/>
                  <a:ext cx="19944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3" name="Ink 22">
                  <a:extLst>
                    <a:ext uri="{FF2B5EF4-FFF2-40B4-BE49-F238E27FC236}">
                      <a16:creationId xmlns:a16="http://schemas.microsoft.com/office/drawing/2014/main" id="{546C7A17-9DEE-168E-4893-7AD24E2C8DF4}"/>
                    </a:ext>
                  </a:extLst>
                </p14:cNvPr>
                <p14:cNvContentPartPr/>
                <p14:nvPr/>
              </p14:nvContentPartPr>
              <p14:xfrm>
                <a:off x="9785969" y="6264836"/>
                <a:ext cx="144360" cy="214560"/>
              </p14:xfrm>
            </p:contentPart>
          </mc:Choice>
          <mc:Fallback xmlns="">
            <p:pic>
              <p:nvPicPr>
                <p:cNvPr id="23" name="Ink 22">
                  <a:extLst>
                    <a:ext uri="{FF2B5EF4-FFF2-40B4-BE49-F238E27FC236}">
                      <a16:creationId xmlns:a16="http://schemas.microsoft.com/office/drawing/2014/main" id="{546C7A17-9DEE-168E-4893-7AD24E2C8DF4}"/>
                    </a:ext>
                  </a:extLst>
                </p:cNvPr>
                <p:cNvPicPr/>
                <p:nvPr/>
              </p:nvPicPr>
              <p:blipFill>
                <a:blip r:embed="rId31"/>
                <a:stretch>
                  <a:fillRect/>
                </a:stretch>
              </p:blipFill>
              <p:spPr>
                <a:xfrm>
                  <a:off x="9779849" y="6258716"/>
                  <a:ext cx="1566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E73C0D5C-2012-5041-2459-2F3EAE0D1586}"/>
                    </a:ext>
                  </a:extLst>
                </p14:cNvPr>
                <p14:cNvContentPartPr/>
                <p14:nvPr/>
              </p14:nvContentPartPr>
              <p14:xfrm>
                <a:off x="9913409" y="6286436"/>
                <a:ext cx="466560" cy="199800"/>
              </p14:xfrm>
            </p:contentPart>
          </mc:Choice>
          <mc:Fallback xmlns="">
            <p:pic>
              <p:nvPicPr>
                <p:cNvPr id="24" name="Ink 23">
                  <a:extLst>
                    <a:ext uri="{FF2B5EF4-FFF2-40B4-BE49-F238E27FC236}">
                      <a16:creationId xmlns:a16="http://schemas.microsoft.com/office/drawing/2014/main" id="{E73C0D5C-2012-5041-2459-2F3EAE0D1586}"/>
                    </a:ext>
                  </a:extLst>
                </p:cNvPr>
                <p:cNvPicPr/>
                <p:nvPr/>
              </p:nvPicPr>
              <p:blipFill>
                <a:blip r:embed="rId33"/>
                <a:stretch>
                  <a:fillRect/>
                </a:stretch>
              </p:blipFill>
              <p:spPr>
                <a:xfrm>
                  <a:off x="9907289" y="6280316"/>
                  <a:ext cx="47880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2D151EDA-8CA9-8DC0-2083-4473FF729415}"/>
                    </a:ext>
                  </a:extLst>
                </p14:cNvPr>
                <p14:cNvContentPartPr/>
                <p14:nvPr/>
              </p14:nvContentPartPr>
              <p14:xfrm>
                <a:off x="10371329" y="6025796"/>
                <a:ext cx="320040" cy="470520"/>
              </p14:xfrm>
            </p:contentPart>
          </mc:Choice>
          <mc:Fallback xmlns="">
            <p:pic>
              <p:nvPicPr>
                <p:cNvPr id="25" name="Ink 24">
                  <a:extLst>
                    <a:ext uri="{FF2B5EF4-FFF2-40B4-BE49-F238E27FC236}">
                      <a16:creationId xmlns:a16="http://schemas.microsoft.com/office/drawing/2014/main" id="{2D151EDA-8CA9-8DC0-2083-4473FF729415}"/>
                    </a:ext>
                  </a:extLst>
                </p:cNvPr>
                <p:cNvPicPr/>
                <p:nvPr/>
              </p:nvPicPr>
              <p:blipFill>
                <a:blip r:embed="rId35"/>
                <a:stretch>
                  <a:fillRect/>
                </a:stretch>
              </p:blipFill>
              <p:spPr>
                <a:xfrm>
                  <a:off x="10365209" y="6019676"/>
                  <a:ext cx="33228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376622AA-640B-5121-DCEE-54603AB0F2EF}"/>
                    </a:ext>
                  </a:extLst>
                </p14:cNvPr>
                <p14:cNvContentPartPr/>
                <p14:nvPr/>
              </p14:nvContentPartPr>
              <p14:xfrm>
                <a:off x="10758329" y="6332516"/>
                <a:ext cx="362520" cy="112320"/>
              </p14:xfrm>
            </p:contentPart>
          </mc:Choice>
          <mc:Fallback xmlns="">
            <p:pic>
              <p:nvPicPr>
                <p:cNvPr id="26" name="Ink 25">
                  <a:extLst>
                    <a:ext uri="{FF2B5EF4-FFF2-40B4-BE49-F238E27FC236}">
                      <a16:creationId xmlns:a16="http://schemas.microsoft.com/office/drawing/2014/main" id="{376622AA-640B-5121-DCEE-54603AB0F2EF}"/>
                    </a:ext>
                  </a:extLst>
                </p:cNvPr>
                <p:cNvPicPr/>
                <p:nvPr/>
              </p:nvPicPr>
              <p:blipFill>
                <a:blip r:embed="rId37"/>
                <a:stretch>
                  <a:fillRect/>
                </a:stretch>
              </p:blipFill>
              <p:spPr>
                <a:xfrm>
                  <a:off x="10752209" y="6326396"/>
                  <a:ext cx="3747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9DB399A8-7BB8-BCE6-4A07-17729F9AA496}"/>
                    </a:ext>
                  </a:extLst>
                </p14:cNvPr>
                <p14:cNvContentPartPr/>
                <p14:nvPr/>
              </p14:nvContentPartPr>
              <p14:xfrm>
                <a:off x="11364569" y="6232436"/>
                <a:ext cx="287640" cy="228240"/>
              </p14:xfrm>
            </p:contentPart>
          </mc:Choice>
          <mc:Fallback xmlns="">
            <p:pic>
              <p:nvPicPr>
                <p:cNvPr id="27" name="Ink 26">
                  <a:extLst>
                    <a:ext uri="{FF2B5EF4-FFF2-40B4-BE49-F238E27FC236}">
                      <a16:creationId xmlns:a16="http://schemas.microsoft.com/office/drawing/2014/main" id="{9DB399A8-7BB8-BCE6-4A07-17729F9AA496}"/>
                    </a:ext>
                  </a:extLst>
                </p:cNvPr>
                <p:cNvPicPr/>
                <p:nvPr/>
              </p:nvPicPr>
              <p:blipFill>
                <a:blip r:embed="rId39"/>
                <a:stretch>
                  <a:fillRect/>
                </a:stretch>
              </p:blipFill>
              <p:spPr>
                <a:xfrm>
                  <a:off x="11358449" y="6226316"/>
                  <a:ext cx="29988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B362AD60-AF9E-8467-F68E-073FE117448D}"/>
                    </a:ext>
                  </a:extLst>
                </p14:cNvPr>
                <p14:cNvContentPartPr/>
                <p14:nvPr/>
              </p14:nvContentPartPr>
              <p14:xfrm>
                <a:off x="11669129" y="6312716"/>
                <a:ext cx="289080" cy="167040"/>
              </p14:xfrm>
            </p:contentPart>
          </mc:Choice>
          <mc:Fallback xmlns="">
            <p:pic>
              <p:nvPicPr>
                <p:cNvPr id="28" name="Ink 27">
                  <a:extLst>
                    <a:ext uri="{FF2B5EF4-FFF2-40B4-BE49-F238E27FC236}">
                      <a16:creationId xmlns:a16="http://schemas.microsoft.com/office/drawing/2014/main" id="{B362AD60-AF9E-8467-F68E-073FE117448D}"/>
                    </a:ext>
                  </a:extLst>
                </p:cNvPr>
                <p:cNvPicPr/>
                <p:nvPr/>
              </p:nvPicPr>
              <p:blipFill>
                <a:blip r:embed="rId41"/>
                <a:stretch>
                  <a:fillRect/>
                </a:stretch>
              </p:blipFill>
              <p:spPr>
                <a:xfrm>
                  <a:off x="11663009" y="6306596"/>
                  <a:ext cx="3013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6ECE9E39-8453-3943-F08A-3E0461F05928}"/>
                    </a:ext>
                  </a:extLst>
                </p14:cNvPr>
                <p14:cNvContentPartPr/>
                <p14:nvPr/>
              </p14:nvContentPartPr>
              <p14:xfrm>
                <a:off x="11989889" y="6330356"/>
                <a:ext cx="138240" cy="98640"/>
              </p14:xfrm>
            </p:contentPart>
          </mc:Choice>
          <mc:Fallback xmlns="">
            <p:pic>
              <p:nvPicPr>
                <p:cNvPr id="29" name="Ink 28">
                  <a:extLst>
                    <a:ext uri="{FF2B5EF4-FFF2-40B4-BE49-F238E27FC236}">
                      <a16:creationId xmlns:a16="http://schemas.microsoft.com/office/drawing/2014/main" id="{6ECE9E39-8453-3943-F08A-3E0461F05928}"/>
                    </a:ext>
                  </a:extLst>
                </p:cNvPr>
                <p:cNvPicPr/>
                <p:nvPr/>
              </p:nvPicPr>
              <p:blipFill>
                <a:blip r:embed="rId43"/>
                <a:stretch>
                  <a:fillRect/>
                </a:stretch>
              </p:blipFill>
              <p:spPr>
                <a:xfrm>
                  <a:off x="11983769" y="6324236"/>
                  <a:ext cx="15048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3B6F1B86-71B8-C142-4F25-EC42351840B2}"/>
                    </a:ext>
                  </a:extLst>
                </p14:cNvPr>
                <p14:cNvContentPartPr/>
                <p14:nvPr/>
              </p14:nvContentPartPr>
              <p14:xfrm>
                <a:off x="10449089" y="6479036"/>
                <a:ext cx="178920" cy="355680"/>
              </p14:xfrm>
            </p:contentPart>
          </mc:Choice>
          <mc:Fallback xmlns="">
            <p:pic>
              <p:nvPicPr>
                <p:cNvPr id="30" name="Ink 29">
                  <a:extLst>
                    <a:ext uri="{FF2B5EF4-FFF2-40B4-BE49-F238E27FC236}">
                      <a16:creationId xmlns:a16="http://schemas.microsoft.com/office/drawing/2014/main" id="{3B6F1B86-71B8-C142-4F25-EC42351840B2}"/>
                    </a:ext>
                  </a:extLst>
                </p:cNvPr>
                <p:cNvPicPr/>
                <p:nvPr/>
              </p:nvPicPr>
              <p:blipFill>
                <a:blip r:embed="rId45"/>
                <a:stretch>
                  <a:fillRect/>
                </a:stretch>
              </p:blipFill>
              <p:spPr>
                <a:xfrm>
                  <a:off x="10442969" y="6472916"/>
                  <a:ext cx="19116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493DA236-9205-3A20-4497-FDFAFF690DC0}"/>
                    </a:ext>
                  </a:extLst>
                </p14:cNvPr>
                <p14:cNvContentPartPr/>
                <p14:nvPr/>
              </p14:nvContentPartPr>
              <p14:xfrm>
                <a:off x="10449089" y="6621596"/>
                <a:ext cx="178560" cy="29880"/>
              </p14:xfrm>
            </p:contentPart>
          </mc:Choice>
          <mc:Fallback xmlns="">
            <p:pic>
              <p:nvPicPr>
                <p:cNvPr id="31" name="Ink 30">
                  <a:extLst>
                    <a:ext uri="{FF2B5EF4-FFF2-40B4-BE49-F238E27FC236}">
                      <a16:creationId xmlns:a16="http://schemas.microsoft.com/office/drawing/2014/main" id="{493DA236-9205-3A20-4497-FDFAFF690DC0}"/>
                    </a:ext>
                  </a:extLst>
                </p:cNvPr>
                <p:cNvPicPr/>
                <p:nvPr/>
              </p:nvPicPr>
              <p:blipFill>
                <a:blip r:embed="rId47"/>
                <a:stretch>
                  <a:fillRect/>
                </a:stretch>
              </p:blipFill>
              <p:spPr>
                <a:xfrm>
                  <a:off x="10442969" y="6615476"/>
                  <a:ext cx="1908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FDECC708-4384-69D9-B516-52DD7E04C986}"/>
                    </a:ext>
                  </a:extLst>
                </p14:cNvPr>
                <p14:cNvContentPartPr/>
                <p14:nvPr/>
              </p14:nvContentPartPr>
              <p14:xfrm>
                <a:off x="10598489" y="6630956"/>
                <a:ext cx="181440" cy="127800"/>
              </p14:xfrm>
            </p:contentPart>
          </mc:Choice>
          <mc:Fallback xmlns="">
            <p:pic>
              <p:nvPicPr>
                <p:cNvPr id="32" name="Ink 31">
                  <a:extLst>
                    <a:ext uri="{FF2B5EF4-FFF2-40B4-BE49-F238E27FC236}">
                      <a16:creationId xmlns:a16="http://schemas.microsoft.com/office/drawing/2014/main" id="{FDECC708-4384-69D9-B516-52DD7E04C986}"/>
                    </a:ext>
                  </a:extLst>
                </p:cNvPr>
                <p:cNvPicPr/>
                <p:nvPr/>
              </p:nvPicPr>
              <p:blipFill>
                <a:blip r:embed="rId49"/>
                <a:stretch>
                  <a:fillRect/>
                </a:stretch>
              </p:blipFill>
              <p:spPr>
                <a:xfrm>
                  <a:off x="10592369" y="6624836"/>
                  <a:ext cx="1936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703143DE-79C8-3FC8-C0B1-4E32A5412FEC}"/>
                    </a:ext>
                  </a:extLst>
                </p14:cNvPr>
                <p14:cNvContentPartPr/>
                <p14:nvPr/>
              </p14:nvContentPartPr>
              <p14:xfrm>
                <a:off x="10872809" y="6678836"/>
                <a:ext cx="436680" cy="128520"/>
              </p14:xfrm>
            </p:contentPart>
          </mc:Choice>
          <mc:Fallback xmlns="">
            <p:pic>
              <p:nvPicPr>
                <p:cNvPr id="33" name="Ink 32">
                  <a:extLst>
                    <a:ext uri="{FF2B5EF4-FFF2-40B4-BE49-F238E27FC236}">
                      <a16:creationId xmlns:a16="http://schemas.microsoft.com/office/drawing/2014/main" id="{703143DE-79C8-3FC8-C0B1-4E32A5412FEC}"/>
                    </a:ext>
                  </a:extLst>
                </p:cNvPr>
                <p:cNvPicPr/>
                <p:nvPr/>
              </p:nvPicPr>
              <p:blipFill>
                <a:blip r:embed="rId51"/>
                <a:stretch>
                  <a:fillRect/>
                </a:stretch>
              </p:blipFill>
              <p:spPr>
                <a:xfrm>
                  <a:off x="10866689" y="6672716"/>
                  <a:ext cx="4489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EDDA941A-C067-28EE-53AF-7184C342576E}"/>
                    </a:ext>
                  </a:extLst>
                </p14:cNvPr>
                <p14:cNvContentPartPr/>
                <p14:nvPr/>
              </p14:nvContentPartPr>
              <p14:xfrm>
                <a:off x="11518289" y="6533756"/>
                <a:ext cx="111960" cy="188640"/>
              </p14:xfrm>
            </p:contentPart>
          </mc:Choice>
          <mc:Fallback xmlns="">
            <p:pic>
              <p:nvPicPr>
                <p:cNvPr id="34" name="Ink 33">
                  <a:extLst>
                    <a:ext uri="{FF2B5EF4-FFF2-40B4-BE49-F238E27FC236}">
                      <a16:creationId xmlns:a16="http://schemas.microsoft.com/office/drawing/2014/main" id="{EDDA941A-C067-28EE-53AF-7184C342576E}"/>
                    </a:ext>
                  </a:extLst>
                </p:cNvPr>
                <p:cNvPicPr/>
                <p:nvPr/>
              </p:nvPicPr>
              <p:blipFill>
                <a:blip r:embed="rId53"/>
                <a:stretch>
                  <a:fillRect/>
                </a:stretch>
              </p:blipFill>
              <p:spPr>
                <a:xfrm>
                  <a:off x="11512169" y="6527636"/>
                  <a:ext cx="1242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CAFA130D-AA8A-41BF-380F-8126A7643488}"/>
                    </a:ext>
                  </a:extLst>
                </p14:cNvPr>
                <p14:cNvContentPartPr/>
                <p14:nvPr/>
              </p14:nvContentPartPr>
              <p14:xfrm>
                <a:off x="11573729" y="6811676"/>
                <a:ext cx="27360" cy="47520"/>
              </p14:xfrm>
            </p:contentPart>
          </mc:Choice>
          <mc:Fallback xmlns="">
            <p:pic>
              <p:nvPicPr>
                <p:cNvPr id="35" name="Ink 34">
                  <a:extLst>
                    <a:ext uri="{FF2B5EF4-FFF2-40B4-BE49-F238E27FC236}">
                      <a16:creationId xmlns:a16="http://schemas.microsoft.com/office/drawing/2014/main" id="{CAFA130D-AA8A-41BF-380F-8126A7643488}"/>
                    </a:ext>
                  </a:extLst>
                </p:cNvPr>
                <p:cNvPicPr/>
                <p:nvPr/>
              </p:nvPicPr>
              <p:blipFill>
                <a:blip r:embed="rId55"/>
                <a:stretch>
                  <a:fillRect/>
                </a:stretch>
              </p:blipFill>
              <p:spPr>
                <a:xfrm>
                  <a:off x="11567609" y="6805556"/>
                  <a:ext cx="39600" cy="59760"/>
                </a:xfrm>
                <a:prstGeom prst="rect">
                  <a:avLst/>
                </a:prstGeom>
              </p:spPr>
            </p:pic>
          </mc:Fallback>
        </mc:AlternateContent>
      </p:grpSp>
    </p:spTree>
    <p:extLst>
      <p:ext uri="{BB962C8B-B14F-4D97-AF65-F5344CB8AC3E}">
        <p14:creationId xmlns:p14="http://schemas.microsoft.com/office/powerpoint/2010/main" val="941461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19896-69CA-95BD-F20E-F36601048ED9}"/>
              </a:ext>
            </a:extLst>
          </p:cNvPr>
          <p:cNvSpPr>
            <a:spLocks noGrp="1"/>
          </p:cNvSpPr>
          <p:nvPr>
            <p:ph type="title"/>
          </p:nvPr>
        </p:nvSpPr>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CAF9FF76-CE74-C429-C10D-412347FC98F5}"/>
              </a:ext>
            </a:extLst>
          </p:cNvPr>
          <p:cNvSpPr>
            <a:spLocks noGrp="1"/>
          </p:cNvSpPr>
          <p:nvPr>
            <p:ph type="body" sz="quarter" idx="13"/>
          </p:nvPr>
        </p:nvSpPr>
        <p:spPr>
          <a:xfrm>
            <a:off x="152400" y="1028701"/>
            <a:ext cx="11925300" cy="5668730"/>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FCB78FA0-C4E7-89A8-6ECD-6825BC05B302}"/>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mc:AlternateContent xmlns:mc="http://schemas.openxmlformats.org/markup-compatibility/2006" xmlns:a14="http://schemas.microsoft.com/office/drawing/2010/main">
        <mc:Choice Requires="a14">
          <p:graphicFrame>
            <p:nvGraphicFramePr>
              <p:cNvPr id="6" name="Group 3">
                <a:extLst>
                  <a:ext uri="{FF2B5EF4-FFF2-40B4-BE49-F238E27FC236}">
                    <a16:creationId xmlns:a16="http://schemas.microsoft.com/office/drawing/2014/main" id="{6435EC56-7B3D-8EC1-F2F5-2FC1C8B94744}"/>
                  </a:ext>
                </a:extLst>
              </p:cNvPr>
              <p:cNvGraphicFramePr>
                <a:graphicFrameLocks/>
              </p:cNvGraphicFramePr>
              <p:nvPr/>
            </p:nvGraphicFramePr>
            <p:xfrm>
              <a:off x="555811" y="1944865"/>
              <a:ext cx="11407589" cy="4570236"/>
            </p:xfrm>
            <a:graphic>
              <a:graphicData uri="http://schemas.openxmlformats.org/drawingml/2006/table">
                <a:tbl>
                  <a:tblPr/>
                  <a:tblGrid>
                    <a:gridCol w="1209893">
                      <a:extLst>
                        <a:ext uri="{9D8B030D-6E8A-4147-A177-3AD203B41FA5}">
                          <a16:colId xmlns:a16="http://schemas.microsoft.com/office/drawing/2014/main" val="20000"/>
                        </a:ext>
                      </a:extLst>
                    </a:gridCol>
                    <a:gridCol w="2663421">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gridCol w="1638300">
                      <a:extLst>
                        <a:ext uri="{9D8B030D-6E8A-4147-A177-3AD203B41FA5}">
                          <a16:colId xmlns:a16="http://schemas.microsoft.com/office/drawing/2014/main" val="20003"/>
                        </a:ext>
                      </a:extLst>
                    </a:gridCol>
                    <a:gridCol w="1733550">
                      <a:extLst>
                        <a:ext uri="{9D8B030D-6E8A-4147-A177-3AD203B41FA5}">
                          <a16:colId xmlns:a16="http://schemas.microsoft.com/office/drawing/2014/main" val="20004"/>
                        </a:ext>
                      </a:extLst>
                    </a:gridCol>
                    <a:gridCol w="1590675">
                      <a:extLst>
                        <a:ext uri="{9D8B030D-6E8A-4147-A177-3AD203B41FA5}">
                          <a16:colId xmlns:a16="http://schemas.microsoft.com/office/drawing/2014/main" val="20005"/>
                        </a:ext>
                      </a:extLst>
                    </a:gridCol>
                  </a:tblGrid>
                  <a:tr h="1394898">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Sl</a:t>
                          </a:r>
                          <a:endPar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No</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Observed</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frequencies</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(O</a:t>
                          </a:r>
                          <a:r>
                            <a:rPr kumimoji="0" lang="en-US" sz="2000" b="1" i="0" u="none" strike="noStrike" cap="none" normalizeH="0" baseline="-30000" dirty="0">
                              <a:ln>
                                <a:noFill/>
                              </a:ln>
                              <a:solidFill>
                                <a:srgbClr val="FF0000"/>
                              </a:solidFill>
                              <a:effectLst/>
                              <a:latin typeface="Times New Roman" panose="02020603050405020304" pitchFamily="18" charset="0"/>
                              <a:cs typeface="Times New Roman" panose="02020603050405020304" pitchFamily="18" charset="0"/>
                            </a:rPr>
                            <a:t>i</a:t>
                          </a: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Expected</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frequencies</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(E</a:t>
                          </a:r>
                          <a:r>
                            <a:rPr kumimoji="0" lang="en-US" sz="2000" b="1" i="0" u="none" strike="noStrike" cap="none" normalizeH="0" baseline="-30000" dirty="0">
                              <a:ln>
                                <a:noFill/>
                              </a:ln>
                              <a:solidFill>
                                <a:srgbClr val="FF0000"/>
                              </a:solidFill>
                              <a:effectLst/>
                              <a:latin typeface="Times New Roman" panose="02020603050405020304" pitchFamily="18" charset="0"/>
                              <a:cs typeface="Times New Roman" panose="02020603050405020304" pitchFamily="18" charset="0"/>
                            </a:rPr>
                            <a:t>i</a:t>
                          </a: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IN" sz="2000" b="1" i="1" u="none" strike="noStrike" cap="none" normalizeH="0" baseline="0" smtClean="0">
                                    <a:ln>
                                      <a:noFill/>
                                    </a:ln>
                                    <a:solidFill>
                                      <a:srgbClr val="FF0000"/>
                                    </a:solidFill>
                                    <a:effectLst/>
                                    <a:latin typeface="Cambria Math" panose="02040503050406030204" pitchFamily="18" charset="0"/>
                                  </a:rPr>
                                  <m:t>(</m:t>
                                </m:r>
                                <m:sSub>
                                  <m:sSubPr>
                                    <m:ctrlPr>
                                      <a:rPr kumimoji="0" lang="en-IN" sz="2000" b="1" i="1" u="none" strike="noStrike" cap="none" normalizeH="0" baseline="0" smtClean="0">
                                        <a:ln>
                                          <a:noFill/>
                                        </a:ln>
                                        <a:solidFill>
                                          <a:srgbClr val="FF0000"/>
                                        </a:solidFill>
                                        <a:effectLst/>
                                        <a:latin typeface="Cambria Math" panose="02040503050406030204" pitchFamily="18" charset="0"/>
                                      </a:rPr>
                                    </m:ctrlPr>
                                  </m:sSubPr>
                                  <m:e>
                                    <m:r>
                                      <a:rPr kumimoji="0" lang="en-IN" sz="2000" b="1" i="1" u="none" strike="noStrike" cap="none" normalizeH="0" baseline="0" smtClean="0">
                                        <a:ln>
                                          <a:noFill/>
                                        </a:ln>
                                        <a:solidFill>
                                          <a:srgbClr val="FF0000"/>
                                        </a:solidFill>
                                        <a:effectLst/>
                                        <a:latin typeface="Cambria Math" panose="02040503050406030204" pitchFamily="18" charset="0"/>
                                      </a:rPr>
                                      <m:t>𝑶</m:t>
                                    </m:r>
                                  </m:e>
                                  <m:sub>
                                    <m:r>
                                      <a:rPr kumimoji="0" lang="en-IN" sz="2000" b="1" i="1" u="none" strike="noStrike" cap="none" normalizeH="0" baseline="0" smtClean="0">
                                        <a:ln>
                                          <a:noFill/>
                                        </a:ln>
                                        <a:solidFill>
                                          <a:srgbClr val="FF0000"/>
                                        </a:solidFill>
                                        <a:effectLst/>
                                        <a:latin typeface="Cambria Math" panose="02040503050406030204" pitchFamily="18" charset="0"/>
                                      </a:rPr>
                                      <m:t>𝒊</m:t>
                                    </m:r>
                                  </m:sub>
                                </m:sSub>
                                <m:r>
                                  <a:rPr kumimoji="0" lang="en-IN" sz="2000" b="1" i="1" u="none" strike="noStrike" cap="none" normalizeH="0" baseline="0" smtClean="0">
                                    <a:ln>
                                      <a:noFill/>
                                    </a:ln>
                                    <a:solidFill>
                                      <a:srgbClr val="FF0000"/>
                                    </a:solidFill>
                                    <a:effectLst/>
                                    <a:latin typeface="Cambria Math" panose="02040503050406030204" pitchFamily="18" charset="0"/>
                                  </a:rPr>
                                  <m:t>−</m:t>
                                </m:r>
                                <m:sSub>
                                  <m:sSubPr>
                                    <m:ctrlPr>
                                      <a:rPr kumimoji="0" lang="en-IN" sz="2000" b="1" i="1" u="none" strike="noStrike" cap="none" normalizeH="0" baseline="0" smtClean="0">
                                        <a:ln>
                                          <a:noFill/>
                                        </a:ln>
                                        <a:solidFill>
                                          <a:srgbClr val="FF0000"/>
                                        </a:solidFill>
                                        <a:effectLst/>
                                        <a:latin typeface="Cambria Math" panose="02040503050406030204" pitchFamily="18" charset="0"/>
                                      </a:rPr>
                                    </m:ctrlPr>
                                  </m:sSubPr>
                                  <m:e>
                                    <m:r>
                                      <a:rPr kumimoji="0" lang="en-IN" sz="2000" b="1" i="1" u="none" strike="noStrike" cap="none" normalizeH="0" baseline="0" smtClean="0">
                                        <a:ln>
                                          <a:noFill/>
                                        </a:ln>
                                        <a:solidFill>
                                          <a:srgbClr val="FF0000"/>
                                        </a:solidFill>
                                        <a:effectLst/>
                                        <a:latin typeface="Cambria Math" panose="02040503050406030204" pitchFamily="18" charset="0"/>
                                      </a:rPr>
                                      <m:t>𝑬</m:t>
                                    </m:r>
                                  </m:e>
                                  <m:sub>
                                    <m:r>
                                      <a:rPr kumimoji="0" lang="en-IN" sz="2000" b="1" i="1" u="none" strike="noStrike" cap="none" normalizeH="0" baseline="0" smtClean="0">
                                        <a:ln>
                                          <a:noFill/>
                                        </a:ln>
                                        <a:solidFill>
                                          <a:srgbClr val="FF0000"/>
                                        </a:solidFill>
                                        <a:effectLst/>
                                        <a:latin typeface="Cambria Math" panose="02040503050406030204" pitchFamily="18" charset="0"/>
                                      </a:rPr>
                                      <m:t>𝒊</m:t>
                                    </m:r>
                                  </m:sub>
                                </m:sSub>
                                <m:r>
                                  <a:rPr kumimoji="0" lang="en-IN" sz="2000" b="1" i="1" u="none" strike="noStrike" cap="none" normalizeH="0" baseline="0" smtClean="0">
                                    <a:ln>
                                      <a:noFill/>
                                    </a:ln>
                                    <a:solidFill>
                                      <a:srgbClr val="FF0000"/>
                                    </a:solidFill>
                                    <a:effectLst/>
                                    <a:latin typeface="Cambria Math" panose="02040503050406030204" pitchFamily="18" charset="0"/>
                                  </a:rPr>
                                  <m:t>)</m:t>
                                </m:r>
                              </m:oMath>
                            </m:oMathPara>
                          </a14:m>
                          <a:endPar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p>
                                  <m:sSupPr>
                                    <m:ctrlPr>
                                      <a:rPr kumimoji="0" lang="en-US" sz="2000" b="1" i="1" u="none" strike="noStrike" cap="none" normalizeH="0" baseline="0" smtClean="0">
                                        <a:ln>
                                          <a:noFill/>
                                        </a:ln>
                                        <a:solidFill>
                                          <a:srgbClr val="FF0000"/>
                                        </a:solidFill>
                                        <a:effectLst/>
                                        <a:latin typeface="Cambria Math" panose="02040503050406030204" pitchFamily="18" charset="0"/>
                                      </a:rPr>
                                    </m:ctrlPr>
                                  </m:sSupPr>
                                  <m:e>
                                    <m:r>
                                      <a:rPr kumimoji="0" lang="en-IN" sz="2000" b="1" i="1" u="none" strike="noStrike" cap="none" normalizeH="0" baseline="0" smtClean="0">
                                        <a:ln>
                                          <a:noFill/>
                                        </a:ln>
                                        <a:solidFill>
                                          <a:srgbClr val="FF0000"/>
                                        </a:solidFill>
                                        <a:effectLst/>
                                        <a:latin typeface="Cambria Math" panose="02040503050406030204" pitchFamily="18" charset="0"/>
                                      </a:rPr>
                                      <m:t>(</m:t>
                                    </m:r>
                                    <m:sSub>
                                      <m:sSubPr>
                                        <m:ctrlPr>
                                          <a:rPr kumimoji="0" lang="en-IN" sz="2000" b="1" i="1" u="none" strike="noStrike" cap="none" normalizeH="0" baseline="0" smtClean="0">
                                            <a:ln>
                                              <a:noFill/>
                                            </a:ln>
                                            <a:solidFill>
                                              <a:srgbClr val="FF0000"/>
                                            </a:solidFill>
                                            <a:effectLst/>
                                            <a:latin typeface="Cambria Math" panose="02040503050406030204" pitchFamily="18" charset="0"/>
                                          </a:rPr>
                                        </m:ctrlPr>
                                      </m:sSubPr>
                                      <m:e>
                                        <m:r>
                                          <a:rPr kumimoji="0" lang="en-IN" sz="2000" b="1" i="1" u="none" strike="noStrike" cap="none" normalizeH="0" baseline="0" smtClean="0">
                                            <a:ln>
                                              <a:noFill/>
                                            </a:ln>
                                            <a:solidFill>
                                              <a:srgbClr val="FF0000"/>
                                            </a:solidFill>
                                            <a:effectLst/>
                                            <a:latin typeface="Cambria Math" panose="02040503050406030204" pitchFamily="18" charset="0"/>
                                          </a:rPr>
                                          <m:t>𝑶</m:t>
                                        </m:r>
                                      </m:e>
                                      <m:sub>
                                        <m:r>
                                          <a:rPr kumimoji="0" lang="en-IN" sz="2000" b="1" i="1" u="none" strike="noStrike" cap="none" normalizeH="0" baseline="0" smtClean="0">
                                            <a:ln>
                                              <a:noFill/>
                                            </a:ln>
                                            <a:solidFill>
                                              <a:srgbClr val="FF0000"/>
                                            </a:solidFill>
                                            <a:effectLst/>
                                            <a:latin typeface="Cambria Math" panose="02040503050406030204" pitchFamily="18" charset="0"/>
                                          </a:rPr>
                                          <m:t>𝒊</m:t>
                                        </m:r>
                                      </m:sub>
                                    </m:sSub>
                                    <m:r>
                                      <a:rPr kumimoji="0" lang="en-IN" sz="2000" b="1" i="1" u="none" strike="noStrike" cap="none" normalizeH="0" baseline="0" smtClean="0">
                                        <a:ln>
                                          <a:noFill/>
                                        </a:ln>
                                        <a:solidFill>
                                          <a:srgbClr val="FF0000"/>
                                        </a:solidFill>
                                        <a:effectLst/>
                                        <a:latin typeface="Cambria Math" panose="02040503050406030204" pitchFamily="18" charset="0"/>
                                      </a:rPr>
                                      <m:t>−</m:t>
                                    </m:r>
                                    <m:sSub>
                                      <m:sSubPr>
                                        <m:ctrlPr>
                                          <a:rPr kumimoji="0" lang="en-IN" sz="2000" b="1" i="1" u="none" strike="noStrike" cap="none" normalizeH="0" baseline="0" smtClean="0">
                                            <a:ln>
                                              <a:noFill/>
                                            </a:ln>
                                            <a:solidFill>
                                              <a:srgbClr val="FF0000"/>
                                            </a:solidFill>
                                            <a:effectLst/>
                                            <a:latin typeface="Cambria Math" panose="02040503050406030204" pitchFamily="18" charset="0"/>
                                          </a:rPr>
                                        </m:ctrlPr>
                                      </m:sSubPr>
                                      <m:e>
                                        <m:r>
                                          <a:rPr kumimoji="0" lang="en-IN" sz="2000" b="1" i="1" u="none" strike="noStrike" cap="none" normalizeH="0" baseline="0" smtClean="0">
                                            <a:ln>
                                              <a:noFill/>
                                            </a:ln>
                                            <a:solidFill>
                                              <a:srgbClr val="FF0000"/>
                                            </a:solidFill>
                                            <a:effectLst/>
                                            <a:latin typeface="Cambria Math" panose="02040503050406030204" pitchFamily="18" charset="0"/>
                                          </a:rPr>
                                          <m:t>𝑬</m:t>
                                        </m:r>
                                      </m:e>
                                      <m:sub>
                                        <m:r>
                                          <a:rPr kumimoji="0" lang="en-IN" sz="2000" b="1" i="1" u="none" strike="noStrike" cap="none" normalizeH="0" baseline="0" smtClean="0">
                                            <a:ln>
                                              <a:noFill/>
                                            </a:ln>
                                            <a:solidFill>
                                              <a:srgbClr val="FF0000"/>
                                            </a:solidFill>
                                            <a:effectLst/>
                                            <a:latin typeface="Cambria Math" panose="02040503050406030204" pitchFamily="18" charset="0"/>
                                          </a:rPr>
                                          <m:t>𝒊</m:t>
                                        </m:r>
                                      </m:sub>
                                    </m:sSub>
                                    <m:r>
                                      <a:rPr kumimoji="0" lang="en-IN" sz="2000" b="1" i="1" u="none" strike="noStrike" cap="none" normalizeH="0" baseline="0" smtClean="0">
                                        <a:ln>
                                          <a:noFill/>
                                        </a:ln>
                                        <a:solidFill>
                                          <a:srgbClr val="FF0000"/>
                                        </a:solidFill>
                                        <a:effectLst/>
                                        <a:latin typeface="Cambria Math" panose="02040503050406030204" pitchFamily="18" charset="0"/>
                                      </a:rPr>
                                      <m:t>)</m:t>
                                    </m:r>
                                  </m:e>
                                  <m:sup>
                                    <m:r>
                                      <a:rPr kumimoji="0" lang="en-IN" sz="2000" b="1" i="1" u="none" strike="noStrike" cap="none" normalizeH="0" baseline="0" smtClean="0">
                                        <a:ln>
                                          <a:noFill/>
                                        </a:ln>
                                        <a:solidFill>
                                          <a:srgbClr val="FF0000"/>
                                        </a:solidFill>
                                        <a:effectLst/>
                                        <a:latin typeface="Cambria Math" panose="02040503050406030204" pitchFamily="18" charset="0"/>
                                      </a:rPr>
                                      <m:t>𝟐</m:t>
                                    </m:r>
                                  </m:sup>
                                </m:sSup>
                              </m:oMath>
                            </m:oMathPara>
                          </a14:m>
                          <a:endPar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f>
                                  <m:fPr>
                                    <m:ctrlPr>
                                      <a:rPr kumimoji="0" lang="en-US" sz="2000" b="1" i="1" u="none" strike="noStrike" cap="none" normalizeH="0" baseline="0" smtClean="0">
                                        <a:ln>
                                          <a:noFill/>
                                        </a:ln>
                                        <a:solidFill>
                                          <a:srgbClr val="FF0000"/>
                                        </a:solidFill>
                                        <a:effectLst/>
                                        <a:latin typeface="Cambria Math" panose="02040503050406030204" pitchFamily="18" charset="0"/>
                                      </a:rPr>
                                    </m:ctrlPr>
                                  </m:fPr>
                                  <m:num>
                                    <m:sSup>
                                      <m:sSupPr>
                                        <m:ctrlPr>
                                          <a:rPr kumimoji="0" lang="en-US" sz="2000" b="1" i="1" u="none" strike="noStrike" cap="none" normalizeH="0" baseline="0" smtClean="0">
                                            <a:ln>
                                              <a:noFill/>
                                            </a:ln>
                                            <a:solidFill>
                                              <a:srgbClr val="FF0000"/>
                                            </a:solidFill>
                                            <a:effectLst/>
                                            <a:latin typeface="Cambria Math" panose="02040503050406030204" pitchFamily="18" charset="0"/>
                                          </a:rPr>
                                        </m:ctrlPr>
                                      </m:sSupPr>
                                      <m:e>
                                        <m:r>
                                          <a:rPr kumimoji="0" lang="en-IN" sz="2000" b="1" i="1" u="none" strike="noStrike" cap="none" normalizeH="0" baseline="0" smtClean="0">
                                            <a:ln>
                                              <a:noFill/>
                                            </a:ln>
                                            <a:solidFill>
                                              <a:srgbClr val="FF0000"/>
                                            </a:solidFill>
                                            <a:effectLst/>
                                            <a:latin typeface="Cambria Math" panose="02040503050406030204" pitchFamily="18" charset="0"/>
                                          </a:rPr>
                                          <m:t>(</m:t>
                                        </m:r>
                                        <m:sSub>
                                          <m:sSubPr>
                                            <m:ctrlPr>
                                              <a:rPr kumimoji="0" lang="en-IN" sz="2000" b="1" i="1" u="none" strike="noStrike" cap="none" normalizeH="0" baseline="0" smtClean="0">
                                                <a:ln>
                                                  <a:noFill/>
                                                </a:ln>
                                                <a:solidFill>
                                                  <a:srgbClr val="FF0000"/>
                                                </a:solidFill>
                                                <a:effectLst/>
                                                <a:latin typeface="Cambria Math" panose="02040503050406030204" pitchFamily="18" charset="0"/>
                                              </a:rPr>
                                            </m:ctrlPr>
                                          </m:sSubPr>
                                          <m:e>
                                            <m:r>
                                              <a:rPr kumimoji="0" lang="en-IN" sz="2000" b="1" i="1" u="none" strike="noStrike" cap="none" normalizeH="0" baseline="0" smtClean="0">
                                                <a:ln>
                                                  <a:noFill/>
                                                </a:ln>
                                                <a:solidFill>
                                                  <a:srgbClr val="FF0000"/>
                                                </a:solidFill>
                                                <a:effectLst/>
                                                <a:latin typeface="Cambria Math" panose="02040503050406030204" pitchFamily="18" charset="0"/>
                                              </a:rPr>
                                              <m:t>𝑶</m:t>
                                            </m:r>
                                          </m:e>
                                          <m:sub>
                                            <m:r>
                                              <a:rPr kumimoji="0" lang="en-IN" sz="2000" b="1" i="1" u="none" strike="noStrike" cap="none" normalizeH="0" baseline="0" smtClean="0">
                                                <a:ln>
                                                  <a:noFill/>
                                                </a:ln>
                                                <a:solidFill>
                                                  <a:srgbClr val="FF0000"/>
                                                </a:solidFill>
                                                <a:effectLst/>
                                                <a:latin typeface="Cambria Math" panose="02040503050406030204" pitchFamily="18" charset="0"/>
                                              </a:rPr>
                                              <m:t>𝒊</m:t>
                                            </m:r>
                                          </m:sub>
                                        </m:sSub>
                                        <m:r>
                                          <a:rPr kumimoji="0" lang="en-IN" sz="2000" b="1" i="1" u="none" strike="noStrike" cap="none" normalizeH="0" baseline="0" smtClean="0">
                                            <a:ln>
                                              <a:noFill/>
                                            </a:ln>
                                            <a:solidFill>
                                              <a:srgbClr val="FF0000"/>
                                            </a:solidFill>
                                            <a:effectLst/>
                                            <a:latin typeface="Cambria Math" panose="02040503050406030204" pitchFamily="18" charset="0"/>
                                          </a:rPr>
                                          <m:t>−</m:t>
                                        </m:r>
                                        <m:sSub>
                                          <m:sSubPr>
                                            <m:ctrlPr>
                                              <a:rPr kumimoji="0" lang="en-IN" sz="2000" b="1" i="1" u="none" strike="noStrike" cap="none" normalizeH="0" baseline="0" smtClean="0">
                                                <a:ln>
                                                  <a:noFill/>
                                                </a:ln>
                                                <a:solidFill>
                                                  <a:srgbClr val="FF0000"/>
                                                </a:solidFill>
                                                <a:effectLst/>
                                                <a:latin typeface="Cambria Math" panose="02040503050406030204" pitchFamily="18" charset="0"/>
                                              </a:rPr>
                                            </m:ctrlPr>
                                          </m:sSubPr>
                                          <m:e>
                                            <m:r>
                                              <a:rPr kumimoji="0" lang="en-IN" sz="2000" b="1" i="1" u="none" strike="noStrike" cap="none" normalizeH="0" baseline="0" smtClean="0">
                                                <a:ln>
                                                  <a:noFill/>
                                                </a:ln>
                                                <a:solidFill>
                                                  <a:srgbClr val="FF0000"/>
                                                </a:solidFill>
                                                <a:effectLst/>
                                                <a:latin typeface="Cambria Math" panose="02040503050406030204" pitchFamily="18" charset="0"/>
                                              </a:rPr>
                                              <m:t>𝑬</m:t>
                                            </m:r>
                                          </m:e>
                                          <m:sub>
                                            <m:r>
                                              <a:rPr kumimoji="0" lang="en-IN" sz="2000" b="1" i="1" u="none" strike="noStrike" cap="none" normalizeH="0" baseline="0" smtClean="0">
                                                <a:ln>
                                                  <a:noFill/>
                                                </a:ln>
                                                <a:solidFill>
                                                  <a:srgbClr val="FF0000"/>
                                                </a:solidFill>
                                                <a:effectLst/>
                                                <a:latin typeface="Cambria Math" panose="02040503050406030204" pitchFamily="18" charset="0"/>
                                              </a:rPr>
                                              <m:t>𝒊</m:t>
                                            </m:r>
                                          </m:sub>
                                        </m:sSub>
                                        <m:r>
                                          <a:rPr kumimoji="0" lang="en-IN" sz="2000" b="1" i="1" u="none" strike="noStrike" cap="none" normalizeH="0" baseline="0" smtClean="0">
                                            <a:ln>
                                              <a:noFill/>
                                            </a:ln>
                                            <a:solidFill>
                                              <a:srgbClr val="FF0000"/>
                                            </a:solidFill>
                                            <a:effectLst/>
                                            <a:latin typeface="Cambria Math" panose="02040503050406030204" pitchFamily="18" charset="0"/>
                                          </a:rPr>
                                          <m:t>)</m:t>
                                        </m:r>
                                      </m:e>
                                      <m:sup>
                                        <m:r>
                                          <a:rPr kumimoji="0" lang="en-IN" sz="2000" b="1" i="1" u="none" strike="noStrike" cap="none" normalizeH="0" baseline="0" smtClean="0">
                                            <a:ln>
                                              <a:noFill/>
                                            </a:ln>
                                            <a:solidFill>
                                              <a:srgbClr val="FF0000"/>
                                            </a:solidFill>
                                            <a:effectLst/>
                                            <a:latin typeface="Cambria Math" panose="02040503050406030204" pitchFamily="18" charset="0"/>
                                          </a:rPr>
                                          <m:t>𝟐</m:t>
                                        </m:r>
                                      </m:sup>
                                    </m:sSup>
                                  </m:num>
                                  <m:den>
                                    <m:sSub>
                                      <m:sSubPr>
                                        <m:ctrlPr>
                                          <a:rPr kumimoji="0" lang="en-US" sz="2000" b="1" i="1" u="none" strike="noStrike" cap="none" normalizeH="0" baseline="0" smtClean="0">
                                            <a:ln>
                                              <a:noFill/>
                                            </a:ln>
                                            <a:solidFill>
                                              <a:srgbClr val="FF0000"/>
                                            </a:solidFill>
                                            <a:effectLst/>
                                            <a:latin typeface="Cambria Math" panose="02040503050406030204" pitchFamily="18" charset="0"/>
                                          </a:rPr>
                                        </m:ctrlPr>
                                      </m:sSubPr>
                                      <m:e>
                                        <m:r>
                                          <a:rPr kumimoji="0" lang="en-IN" sz="2000" b="1" i="1" u="none" strike="noStrike" cap="none" normalizeH="0" baseline="0" smtClean="0">
                                            <a:ln>
                                              <a:noFill/>
                                            </a:ln>
                                            <a:solidFill>
                                              <a:srgbClr val="FF0000"/>
                                            </a:solidFill>
                                            <a:effectLst/>
                                            <a:latin typeface="Cambria Math" panose="02040503050406030204" pitchFamily="18" charset="0"/>
                                          </a:rPr>
                                          <m:t>𝑬</m:t>
                                        </m:r>
                                      </m:e>
                                      <m:sub>
                                        <m:r>
                                          <a:rPr kumimoji="0" lang="en-IN" sz="2000" b="1" i="1" u="none" strike="noStrike" cap="none" normalizeH="0" baseline="0" smtClean="0">
                                            <a:ln>
                                              <a:noFill/>
                                            </a:ln>
                                            <a:solidFill>
                                              <a:srgbClr val="FF0000"/>
                                            </a:solidFill>
                                            <a:effectLst/>
                                            <a:latin typeface="Cambria Math" panose="02040503050406030204" pitchFamily="18" charset="0"/>
                                          </a:rPr>
                                          <m:t>𝒊</m:t>
                                        </m:r>
                                      </m:sub>
                                    </m:sSub>
                                  </m:den>
                                </m:f>
                              </m:oMath>
                            </m:oMathPara>
                          </a14:m>
                          <a:endPar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1050">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69.3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114.49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1.652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269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210.7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114.49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0.543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269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29.7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114.49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3.855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269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90.3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114.49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1.268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86209">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Total</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400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400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Chi-square statistic</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l-GR"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χ</a:t>
                          </a:r>
                          <a:r>
                            <a:rPr kumimoji="0" lang="en-IN" sz="2000" b="1" i="0" u="none" strike="noStrike" cap="none" normalizeH="0" baseline="30000" dirty="0">
                              <a:ln>
                                <a:noFill/>
                              </a:ln>
                              <a:solidFill>
                                <a:srgbClr val="FF0000"/>
                              </a:solidFill>
                              <a:effectLst/>
                              <a:latin typeface="Times New Roman" panose="02020603050405020304" pitchFamily="18" charset="0"/>
                              <a:cs typeface="Times New Roman" panose="02020603050405020304" pitchFamily="18" charset="0"/>
                            </a:rPr>
                            <a:t>2</a:t>
                          </a:r>
                          <a:r>
                            <a:rPr kumimoji="0" lang="en-IN"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 </a:t>
                          </a: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7.318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mc:Choice>
        <mc:Fallback xmlns="">
          <p:graphicFrame>
            <p:nvGraphicFramePr>
              <p:cNvPr id="6" name="Group 3">
                <a:extLst>
                  <a:ext uri="{FF2B5EF4-FFF2-40B4-BE49-F238E27FC236}">
                    <a16:creationId xmlns:a16="http://schemas.microsoft.com/office/drawing/2014/main" id="{6435EC56-7B3D-8EC1-F2F5-2FC1C8B94744}"/>
                  </a:ext>
                </a:extLst>
              </p:cNvPr>
              <p:cNvGraphicFramePr>
                <a:graphicFrameLocks/>
              </p:cNvGraphicFramePr>
              <p:nvPr>
                <p:extLst>
                  <p:ext uri="{D42A27DB-BD31-4B8C-83A1-F6EECF244321}">
                    <p14:modId xmlns:p14="http://schemas.microsoft.com/office/powerpoint/2010/main" val="2686569439"/>
                  </p:ext>
                </p:extLst>
              </p:nvPr>
            </p:nvGraphicFramePr>
            <p:xfrm>
              <a:off x="555811" y="1944865"/>
              <a:ext cx="11407589" cy="4570236"/>
            </p:xfrm>
            <a:graphic>
              <a:graphicData uri="http://schemas.openxmlformats.org/drawingml/2006/table">
                <a:tbl>
                  <a:tblPr/>
                  <a:tblGrid>
                    <a:gridCol w="1209893">
                      <a:extLst>
                        <a:ext uri="{9D8B030D-6E8A-4147-A177-3AD203B41FA5}">
                          <a16:colId xmlns:a16="http://schemas.microsoft.com/office/drawing/2014/main" val="20000"/>
                        </a:ext>
                      </a:extLst>
                    </a:gridCol>
                    <a:gridCol w="2663421">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gridCol w="1638300">
                      <a:extLst>
                        <a:ext uri="{9D8B030D-6E8A-4147-A177-3AD203B41FA5}">
                          <a16:colId xmlns:a16="http://schemas.microsoft.com/office/drawing/2014/main" val="20003"/>
                        </a:ext>
                      </a:extLst>
                    </a:gridCol>
                    <a:gridCol w="1733550">
                      <a:extLst>
                        <a:ext uri="{9D8B030D-6E8A-4147-A177-3AD203B41FA5}">
                          <a16:colId xmlns:a16="http://schemas.microsoft.com/office/drawing/2014/main" val="20004"/>
                        </a:ext>
                      </a:extLst>
                    </a:gridCol>
                    <a:gridCol w="1590675">
                      <a:extLst>
                        <a:ext uri="{9D8B030D-6E8A-4147-A177-3AD203B41FA5}">
                          <a16:colId xmlns:a16="http://schemas.microsoft.com/office/drawing/2014/main" val="20005"/>
                        </a:ext>
                      </a:extLst>
                    </a:gridCol>
                  </a:tblGrid>
                  <a:tr h="1394898">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Sl</a:t>
                          </a:r>
                          <a:endPar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No</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Observed</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frequencies</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(O</a:t>
                          </a:r>
                          <a:r>
                            <a:rPr kumimoji="0" lang="en-US" sz="2000" b="1" i="0" u="none" strike="noStrike" cap="none" normalizeH="0" baseline="-30000" dirty="0">
                              <a:ln>
                                <a:noFill/>
                              </a:ln>
                              <a:solidFill>
                                <a:srgbClr val="FF0000"/>
                              </a:solidFill>
                              <a:effectLst/>
                              <a:latin typeface="Times New Roman" panose="02020603050405020304" pitchFamily="18" charset="0"/>
                              <a:cs typeface="Times New Roman" panose="02020603050405020304" pitchFamily="18" charset="0"/>
                            </a:rPr>
                            <a:t>i</a:t>
                          </a: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Expected</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frequencies</a:t>
                          </a: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(E</a:t>
                          </a:r>
                          <a:r>
                            <a:rPr kumimoji="0" lang="en-US" sz="2000" b="1" i="0" u="none" strike="noStrike" cap="none" normalizeH="0" baseline="-30000" dirty="0">
                              <a:ln>
                                <a:noFill/>
                              </a:ln>
                              <a:solidFill>
                                <a:srgbClr val="FF0000"/>
                              </a:solidFill>
                              <a:effectLst/>
                              <a:latin typeface="Times New Roman" panose="02020603050405020304" pitchFamily="18" charset="0"/>
                              <a:cs typeface="Times New Roman" panose="02020603050405020304" pitchFamily="18" charset="0"/>
                            </a:rPr>
                            <a:t>i</a:t>
                          </a: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395149" t="-873" r="-204478" b="-228384"/>
                          </a:stretch>
                        </a:blipFill>
                      </a:tcPr>
                    </a:tc>
                    <a:tc>
                      <a:txBody>
                        <a:bodyPr/>
                        <a:lstStyle/>
                        <a:p>
                          <a:endParaRPr lang="en-US"/>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465614" t="-873" r="-92281" b="-228384"/>
                          </a:stretch>
                        </a:blipFill>
                      </a:tcPr>
                    </a:tc>
                    <a:tc>
                      <a:txBody>
                        <a:bodyPr/>
                        <a:lstStyle/>
                        <a:p>
                          <a:endParaRPr lang="en-US"/>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617625" t="-873" r="-766" b="-228384"/>
                          </a:stretch>
                        </a:blipFill>
                      </a:tcPr>
                    </a:tc>
                    <a:extLst>
                      <a:ext uri="{0D108BD9-81ED-4DB2-BD59-A6C34878D82A}">
                        <a16:rowId xmlns:a16="http://schemas.microsoft.com/office/drawing/2014/main" val="10000"/>
                      </a:ext>
                    </a:extLst>
                  </a:tr>
                  <a:tr h="621050">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69.3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114.49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1.652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269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210.7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114.49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0.543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269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29.7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114.49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3.855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269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90.3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114.49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r>
                            <a:rPr lang="en-IN" sz="2000" b="1" i="0" u="none" strike="noStrike" dirty="0">
                              <a:solidFill>
                                <a:srgbClr val="000000"/>
                              </a:solidFill>
                              <a:effectLst/>
                              <a:latin typeface="Times New Roman" panose="02020603050405020304" pitchFamily="18" charset="0"/>
                              <a:cs typeface="Times New Roman" panose="02020603050405020304" pitchFamily="18" charset="0"/>
                            </a:rPr>
                            <a:t>1.268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86209">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Total</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400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400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Chi-square statistic</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l-GR"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χ</a:t>
                          </a:r>
                          <a:r>
                            <a:rPr kumimoji="0" lang="en-IN" sz="2000" b="1" i="0" u="none" strike="noStrike" cap="none" normalizeH="0" baseline="30000" dirty="0">
                              <a:ln>
                                <a:noFill/>
                              </a:ln>
                              <a:solidFill>
                                <a:srgbClr val="FF0000"/>
                              </a:solidFill>
                              <a:effectLst/>
                              <a:latin typeface="Times New Roman" panose="02020603050405020304" pitchFamily="18" charset="0"/>
                              <a:cs typeface="Times New Roman" panose="02020603050405020304" pitchFamily="18" charset="0"/>
                            </a:rPr>
                            <a:t>2</a:t>
                          </a:r>
                          <a:r>
                            <a:rPr kumimoji="0" lang="en-IN"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 </a:t>
                          </a:r>
                          <a:r>
                            <a:rPr kumimoji="0" 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7.318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mc:Fallback>
      </mc:AlternateContent>
      <p:sp>
        <p:nvSpPr>
          <p:cNvPr id="7" name="Rectangle 2">
            <a:extLst>
              <a:ext uri="{FF2B5EF4-FFF2-40B4-BE49-F238E27FC236}">
                <a16:creationId xmlns:a16="http://schemas.microsoft.com/office/drawing/2014/main" id="{FD6DDA96-D418-FD96-680F-CA9E534E0647}"/>
              </a:ext>
            </a:extLst>
          </p:cNvPr>
          <p:cNvSpPr txBox="1">
            <a:spLocks noChangeArrowheads="1"/>
          </p:cNvSpPr>
          <p:nvPr/>
        </p:nvSpPr>
        <p:spPr bwMode="auto">
          <a:xfrm>
            <a:off x="344734" y="1168990"/>
            <a:ext cx="11264052" cy="721603"/>
          </a:xfrm>
          <a:prstGeom prst="rect">
            <a:avLst/>
          </a:prstGeom>
          <a:noFill/>
          <a:ln>
            <a:miter lim="800000"/>
            <a:headEnd/>
            <a:tailEnd/>
          </a:ln>
        </p:spPr>
        <p:txBody>
          <a:bodyPr vert="horz" lIns="105601" tIns="52800" rIns="105601" bIns="52800" rtlCol="0" anchor="ctr">
            <a:noAutofit/>
          </a:bodyPr>
          <a:lstStyle/>
          <a:p>
            <a:pPr marL="0" marR="0" lvl="0" indent="0" algn="l" defTabSz="1056041"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Calculation of Chi-square statistic - </a:t>
            </a:r>
            <a:r>
              <a:rPr kumimoji="0" lang="el-GR" sz="32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χ2</a:t>
            </a:r>
            <a:endParaRPr kumimoji="0" 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16876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26783-CCCC-EE8D-D4DF-C356507FF3EC}"/>
              </a:ext>
            </a:extLst>
          </p:cNvPr>
          <p:cNvSpPr>
            <a:spLocks noGrp="1"/>
          </p:cNvSpPr>
          <p:nvPr>
            <p:ph type="title"/>
          </p:nvPr>
        </p:nvSpPr>
        <p:spPr/>
        <p:txBody>
          <a:bodyPr/>
          <a:lstStyle/>
          <a:p>
            <a:r>
              <a:rPr lang="en-US" dirty="0"/>
              <a:t>Chi-square Table</a:t>
            </a:r>
            <a:endParaRPr lang="en-IN" dirty="0"/>
          </a:p>
        </p:txBody>
      </p:sp>
      <p:sp>
        <p:nvSpPr>
          <p:cNvPr id="3" name="Text Placeholder 2">
            <a:extLst>
              <a:ext uri="{FF2B5EF4-FFF2-40B4-BE49-F238E27FC236}">
                <a16:creationId xmlns:a16="http://schemas.microsoft.com/office/drawing/2014/main" id="{5DEC0355-A867-E31D-956C-561E81D49F24}"/>
              </a:ext>
            </a:extLst>
          </p:cNvPr>
          <p:cNvSpPr>
            <a:spLocks noGrp="1"/>
          </p:cNvSpPr>
          <p:nvPr>
            <p:ph type="body" sz="quarter" idx="13"/>
          </p:nvPr>
        </p:nvSpPr>
        <p:spPr>
          <a:xfrm>
            <a:off x="123824" y="1114425"/>
            <a:ext cx="11972925" cy="5583006"/>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4739EC5C-ACFE-25D7-80A7-C45906A3F35A}"/>
              </a:ext>
            </a:extLst>
          </p:cNvPr>
          <p:cNvSpPr txBox="1">
            <a:spLocks/>
          </p:cNvSpPr>
          <p:nvPr/>
        </p:nvSpPr>
        <p:spPr>
          <a:xfrm>
            <a:off x="271052" y="180441"/>
            <a:ext cx="8980255" cy="738481"/>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pic>
        <p:nvPicPr>
          <p:cNvPr id="6" name="Picture 5">
            <a:extLst>
              <a:ext uri="{FF2B5EF4-FFF2-40B4-BE49-F238E27FC236}">
                <a16:creationId xmlns:a16="http://schemas.microsoft.com/office/drawing/2014/main" id="{C420A4D8-725B-3D96-712A-C13D8665FB61}"/>
              </a:ext>
            </a:extLst>
          </p:cNvPr>
          <p:cNvPicPr>
            <a:picLocks noChangeAspect="1"/>
          </p:cNvPicPr>
          <p:nvPr/>
        </p:nvPicPr>
        <p:blipFill>
          <a:blip r:embed="rId2"/>
          <a:stretch>
            <a:fillRect/>
          </a:stretch>
        </p:blipFill>
        <p:spPr>
          <a:xfrm>
            <a:off x="123824" y="1165427"/>
            <a:ext cx="11868151" cy="5532004"/>
          </a:xfrm>
          <a:prstGeom prst="rect">
            <a:avLst/>
          </a:prstGeom>
        </p:spPr>
      </p:pic>
    </p:spTree>
    <p:extLst>
      <p:ext uri="{BB962C8B-B14F-4D97-AF65-F5344CB8AC3E}">
        <p14:creationId xmlns:p14="http://schemas.microsoft.com/office/powerpoint/2010/main" val="7665660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8AD76-F4CA-29A7-3A39-F1B3A5516ACB}"/>
              </a:ext>
            </a:extLst>
          </p:cNvPr>
          <p:cNvSpPr>
            <a:spLocks noGrp="1"/>
          </p:cNvSpPr>
          <p:nvPr>
            <p:ph type="title"/>
          </p:nvPr>
        </p:nvSpPr>
        <p:spPr/>
        <p:txBody>
          <a:bodyPr/>
          <a:lstStyle/>
          <a:p>
            <a:r>
              <a:rPr lang="en-US" dirty="0"/>
              <a:t>Conclusion</a:t>
            </a:r>
            <a:endParaRPr lang="en-IN" dirty="0"/>
          </a:p>
        </p:txBody>
      </p:sp>
      <p:sp>
        <p:nvSpPr>
          <p:cNvPr id="3" name="Text Placeholder 2">
            <a:extLst>
              <a:ext uri="{FF2B5EF4-FFF2-40B4-BE49-F238E27FC236}">
                <a16:creationId xmlns:a16="http://schemas.microsoft.com/office/drawing/2014/main" id="{757CB8EB-EDC9-3864-B073-636D78F0D5F7}"/>
              </a:ext>
            </a:extLst>
          </p:cNvPr>
          <p:cNvSpPr>
            <a:spLocks noGrp="1"/>
          </p:cNvSpPr>
          <p:nvPr>
            <p:ph type="body" sz="quarter" idx="13"/>
          </p:nvPr>
        </p:nvSpPr>
        <p:spPr>
          <a:xfrm>
            <a:off x="180974" y="1019175"/>
            <a:ext cx="11839575" cy="5678256"/>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39214778-A029-5169-109B-9746FA33ACC5}"/>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sp>
        <p:nvSpPr>
          <p:cNvPr id="6" name="Rectangle 2">
            <a:extLst>
              <a:ext uri="{FF2B5EF4-FFF2-40B4-BE49-F238E27FC236}">
                <a16:creationId xmlns:a16="http://schemas.microsoft.com/office/drawing/2014/main" id="{988BFACA-50CB-E6F4-12F0-0D2DAE143E07}"/>
              </a:ext>
            </a:extLst>
          </p:cNvPr>
          <p:cNvSpPr txBox="1">
            <a:spLocks noChangeArrowheads="1"/>
          </p:cNvSpPr>
          <p:nvPr/>
        </p:nvSpPr>
        <p:spPr bwMode="auto">
          <a:xfrm>
            <a:off x="219970" y="944805"/>
            <a:ext cx="4928023" cy="654121"/>
          </a:xfrm>
          <a:prstGeom prst="rect">
            <a:avLst/>
          </a:prstGeom>
          <a:noFill/>
          <a:ln>
            <a:miter lim="800000"/>
            <a:headEnd/>
            <a:tailEnd/>
          </a:ln>
        </p:spPr>
        <p:txBody>
          <a:bodyPr vert="horz" lIns="105601" tIns="52800" rIns="105601" bIns="52800" rtlCol="0" anchor="ctr">
            <a:noAutofit/>
          </a:bodyPr>
          <a:lstStyle/>
          <a:p>
            <a:pPr marL="0" marR="0" lvl="0" indent="0" algn="l" defTabSz="1056041"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Hypothesis</a:t>
            </a:r>
          </a:p>
        </p:txBody>
      </p:sp>
      <p:sp>
        <p:nvSpPr>
          <p:cNvPr id="7" name="Rectangle 3">
            <a:extLst>
              <a:ext uri="{FF2B5EF4-FFF2-40B4-BE49-F238E27FC236}">
                <a16:creationId xmlns:a16="http://schemas.microsoft.com/office/drawing/2014/main" id="{C500B04B-9FCB-37A9-74A0-8B5E55CEB4EA}"/>
              </a:ext>
            </a:extLst>
          </p:cNvPr>
          <p:cNvSpPr txBox="1">
            <a:spLocks noChangeArrowheads="1"/>
          </p:cNvSpPr>
          <p:nvPr/>
        </p:nvSpPr>
        <p:spPr>
          <a:xfrm>
            <a:off x="791739" y="1598926"/>
            <a:ext cx="10704936" cy="1144274"/>
          </a:xfrm>
          <a:prstGeom prst="rect">
            <a:avLst/>
          </a:prstGeom>
          <a:noFill/>
        </p:spPr>
        <p:txBody>
          <a:bodyPr vert="horz" lIns="105601" tIns="52800" rIns="105601" bIns="52800" rtlCol="0">
            <a:noAutofit/>
          </a:bodyPr>
          <a:lstStyle/>
          <a:p>
            <a:pPr marL="0" marR="0" lvl="0" indent="0" algn="l" defTabSz="1056041"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H</a:t>
            </a:r>
            <a:r>
              <a:rPr kumimoji="0" lang="en-GB" sz="2800" b="1" i="0" u="none" strike="noStrike" kern="1200" cap="none" spc="0" normalizeH="0" baseline="-2500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0</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a:t>
            </a:r>
            <a:r>
              <a:rPr kumimoji="0" lang="en-GB" sz="28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Timings of accident and its outcome are independent </a:t>
            </a:r>
          </a:p>
          <a:p>
            <a:pPr marL="0" marR="0" lvl="0" indent="0" algn="l" defTabSz="1056041"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      (Not associated)</a:t>
            </a:r>
            <a:endParaRPr kumimoji="0" 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endParaRPr>
          </a:p>
        </p:txBody>
      </p:sp>
      <p:sp>
        <p:nvSpPr>
          <p:cNvPr id="8" name="Rectangle 3">
            <a:extLst>
              <a:ext uri="{FF2B5EF4-FFF2-40B4-BE49-F238E27FC236}">
                <a16:creationId xmlns:a16="http://schemas.microsoft.com/office/drawing/2014/main" id="{5428706F-CD18-08B6-3FBD-082C7BB2EFB6}"/>
              </a:ext>
            </a:extLst>
          </p:cNvPr>
          <p:cNvSpPr txBox="1">
            <a:spLocks noChangeArrowheads="1"/>
          </p:cNvSpPr>
          <p:nvPr/>
        </p:nvSpPr>
        <p:spPr>
          <a:xfrm>
            <a:off x="791739" y="2736804"/>
            <a:ext cx="10904961" cy="1377997"/>
          </a:xfrm>
          <a:prstGeom prst="rect">
            <a:avLst/>
          </a:prstGeom>
          <a:noFill/>
        </p:spPr>
        <p:txBody>
          <a:bodyPr vert="horz" lIns="105601" tIns="52800" rIns="105601" bIns="52800" rtlCol="0">
            <a:noAutofit/>
          </a:bodyPr>
          <a:lstStyle/>
          <a:p>
            <a:pPr marL="0" marR="0" lvl="0" indent="0" algn="l" defTabSz="1056041"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006600"/>
                </a:solidFill>
                <a:effectLst/>
                <a:uLnTx/>
                <a:uFillTx/>
                <a:latin typeface="Times New Roman" panose="02020603050405020304" pitchFamily="18" charset="0"/>
                <a:ea typeface="Verdana" pitchFamily="34" charset="0"/>
                <a:cs typeface="Times New Roman" panose="02020603050405020304" pitchFamily="18" charset="0"/>
              </a:rPr>
              <a:t>H</a:t>
            </a:r>
            <a:r>
              <a:rPr kumimoji="0" lang="en-GB" sz="2800" b="1" i="0" u="none" strike="noStrike" kern="1200" cap="none" spc="0" normalizeH="0" baseline="-25000" noProof="0" dirty="0">
                <a:ln>
                  <a:noFill/>
                </a:ln>
                <a:solidFill>
                  <a:srgbClr val="006600"/>
                </a:solidFill>
                <a:effectLst/>
                <a:uLnTx/>
                <a:uFillTx/>
                <a:latin typeface="Times New Roman" panose="02020603050405020304" pitchFamily="18" charset="0"/>
                <a:ea typeface="Verdana" pitchFamily="34" charset="0"/>
                <a:cs typeface="Times New Roman" panose="02020603050405020304" pitchFamily="18" charset="0"/>
              </a:rPr>
              <a:t>1</a:t>
            </a:r>
            <a:r>
              <a:rPr kumimoji="0" lang="en-GB" sz="2800" b="1" i="0" u="none" strike="noStrike" kern="1200" cap="none" spc="0" normalizeH="0" baseline="0" noProof="0" dirty="0">
                <a:ln>
                  <a:noFill/>
                </a:ln>
                <a:solidFill>
                  <a:srgbClr val="006600"/>
                </a:solidFill>
                <a:effectLst/>
                <a:uLnTx/>
                <a:uFillTx/>
                <a:latin typeface="Times New Roman" panose="02020603050405020304" pitchFamily="18" charset="0"/>
                <a:ea typeface="Verdana" pitchFamily="34" charset="0"/>
                <a:cs typeface="Times New Roman" panose="02020603050405020304" pitchFamily="18" charset="0"/>
              </a:rPr>
              <a:t>: Timings of accident and its outcome are dependent </a:t>
            </a:r>
          </a:p>
          <a:p>
            <a:pPr marL="0" marR="0" lvl="0" indent="0" algn="l" defTabSz="1056041"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006600"/>
                </a:solidFill>
                <a:effectLst/>
                <a:uLnTx/>
                <a:uFillTx/>
                <a:latin typeface="Times New Roman" panose="02020603050405020304" pitchFamily="18" charset="0"/>
                <a:ea typeface="Verdana" pitchFamily="34" charset="0"/>
                <a:cs typeface="Times New Roman" panose="02020603050405020304" pitchFamily="18" charset="0"/>
              </a:rPr>
              <a:t>      (Associated)</a:t>
            </a:r>
            <a:endParaRPr kumimoji="0" lang="en-US" sz="2800" b="1" i="0" u="none" strike="noStrike" kern="1200" cap="none" spc="0" normalizeH="0" baseline="0" noProof="0" dirty="0">
              <a:ln>
                <a:noFill/>
              </a:ln>
              <a:solidFill>
                <a:srgbClr val="006600"/>
              </a:solidFill>
              <a:effectLst/>
              <a:uLnTx/>
              <a:uFillTx/>
              <a:latin typeface="Times New Roman" panose="02020603050405020304" pitchFamily="18" charset="0"/>
              <a:ea typeface="Verdana" pitchFamily="34" charset="0"/>
              <a:cs typeface="Times New Roman" panose="02020603050405020304" pitchFamily="18" charset="0"/>
            </a:endParaRPr>
          </a:p>
        </p:txBody>
      </p:sp>
      <p:sp>
        <p:nvSpPr>
          <p:cNvPr id="9" name="Rectangle 3">
            <a:extLst>
              <a:ext uri="{FF2B5EF4-FFF2-40B4-BE49-F238E27FC236}">
                <a16:creationId xmlns:a16="http://schemas.microsoft.com/office/drawing/2014/main" id="{E841D661-68AE-2269-21A7-C8ABFA25653B}"/>
              </a:ext>
            </a:extLst>
          </p:cNvPr>
          <p:cNvSpPr txBox="1">
            <a:spLocks noChangeArrowheads="1"/>
          </p:cNvSpPr>
          <p:nvPr/>
        </p:nvSpPr>
        <p:spPr>
          <a:xfrm>
            <a:off x="791739" y="3881077"/>
            <a:ext cx="10704936" cy="616003"/>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a:t>
            </a:r>
            <a:r>
              <a:rPr kumimoji="0" lang="en-GB" sz="2800" b="1" i="0" u="none" strike="noStrike" kern="1200" cap="none" spc="0" normalizeH="0" baseline="3000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2</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7.31</a:t>
            </a:r>
          </a:p>
        </p:txBody>
      </p:sp>
      <p:sp>
        <p:nvSpPr>
          <p:cNvPr id="10" name="Rectangle 3">
            <a:extLst>
              <a:ext uri="{FF2B5EF4-FFF2-40B4-BE49-F238E27FC236}">
                <a16:creationId xmlns:a16="http://schemas.microsoft.com/office/drawing/2014/main" id="{03BF31FC-8C96-6137-4DBF-CCD66D5D01C1}"/>
              </a:ext>
            </a:extLst>
          </p:cNvPr>
          <p:cNvSpPr txBox="1">
            <a:spLocks noChangeArrowheads="1"/>
          </p:cNvSpPr>
          <p:nvPr/>
        </p:nvSpPr>
        <p:spPr>
          <a:xfrm>
            <a:off x="791739" y="4571451"/>
            <a:ext cx="1826770" cy="644725"/>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err="1">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df</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 </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1</a:t>
            </a:r>
            <a:r>
              <a:rPr kumimoji="0" lang="en-GB" sz="3600" b="1" i="0" u="none" strike="noStrike" kern="1200" cap="none" spc="0" normalizeH="0" baseline="0" noProof="0" dirty="0">
                <a:ln>
                  <a:noFill/>
                </a:ln>
                <a:solidFill>
                  <a:srgbClr val="0000FF"/>
                </a:solidFill>
                <a:effectLst/>
                <a:uLnTx/>
                <a:uFillTx/>
                <a:latin typeface="Helvetica Nueue"/>
                <a:ea typeface="Verdana" pitchFamily="34" charset="0"/>
                <a:cs typeface="Verdana" pitchFamily="34" charset="0"/>
              </a:rPr>
              <a:t>,</a:t>
            </a:r>
          </a:p>
        </p:txBody>
      </p:sp>
      <p:sp>
        <p:nvSpPr>
          <p:cNvPr id="11" name="Rectangle 3">
            <a:extLst>
              <a:ext uri="{FF2B5EF4-FFF2-40B4-BE49-F238E27FC236}">
                <a16:creationId xmlns:a16="http://schemas.microsoft.com/office/drawing/2014/main" id="{530E2899-C107-9FA4-5344-1F6CA07DB31E}"/>
              </a:ext>
            </a:extLst>
          </p:cNvPr>
          <p:cNvSpPr txBox="1">
            <a:spLocks noChangeArrowheads="1"/>
          </p:cNvSpPr>
          <p:nvPr/>
        </p:nvSpPr>
        <p:spPr>
          <a:xfrm>
            <a:off x="9596838" y="4762480"/>
            <a:ext cx="2423711" cy="657246"/>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endParaRPr>
          </a:p>
        </p:txBody>
      </p:sp>
      <p:sp>
        <p:nvSpPr>
          <p:cNvPr id="12" name="Rectangle 3">
            <a:extLst>
              <a:ext uri="{FF2B5EF4-FFF2-40B4-BE49-F238E27FC236}">
                <a16:creationId xmlns:a16="http://schemas.microsoft.com/office/drawing/2014/main" id="{DA69A48F-3B33-7594-B1C6-7C03D0369258}"/>
              </a:ext>
            </a:extLst>
          </p:cNvPr>
          <p:cNvSpPr txBox="1">
            <a:spLocks noChangeArrowheads="1"/>
          </p:cNvSpPr>
          <p:nvPr/>
        </p:nvSpPr>
        <p:spPr>
          <a:xfrm>
            <a:off x="791739" y="5331025"/>
            <a:ext cx="11028786" cy="1346534"/>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Inference: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There may be an association between timings of accident and its outcome</a:t>
            </a:r>
            <a:endPar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endParaRPr>
          </a:p>
        </p:txBody>
      </p:sp>
      <p:sp>
        <p:nvSpPr>
          <p:cNvPr id="13" name="Rectangle 3">
            <a:extLst>
              <a:ext uri="{FF2B5EF4-FFF2-40B4-BE49-F238E27FC236}">
                <a16:creationId xmlns:a16="http://schemas.microsoft.com/office/drawing/2014/main" id="{9125EC3B-43BC-BD78-D47D-B2D35594CC70}"/>
              </a:ext>
            </a:extLst>
          </p:cNvPr>
          <p:cNvSpPr txBox="1">
            <a:spLocks noChangeArrowheads="1"/>
          </p:cNvSpPr>
          <p:nvPr/>
        </p:nvSpPr>
        <p:spPr>
          <a:xfrm>
            <a:off x="2535988" y="4686300"/>
            <a:ext cx="7181753" cy="733425"/>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Critical value at </a:t>
            </a:r>
            <a:r>
              <a:rPr kumimoji="0" lang="el-GR"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α</a:t>
            </a:r>
            <a:r>
              <a:rPr kumimoji="0" lang="en-IN"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 = 0.05</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is 3.841,</a:t>
            </a:r>
          </a:p>
        </p:txBody>
      </p:sp>
    </p:spTree>
    <p:extLst>
      <p:ext uri="{BB962C8B-B14F-4D97-AF65-F5344CB8AC3E}">
        <p14:creationId xmlns:p14="http://schemas.microsoft.com/office/powerpoint/2010/main" val="309813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ppt_x"/>
                                          </p:val>
                                        </p:tav>
                                        <p:tav tm="100000">
                                          <p:val>
                                            <p:strVal val="#ppt_x"/>
                                          </p:val>
                                        </p:tav>
                                      </p:tavLst>
                                    </p:anim>
                                    <p:anim calcmode="lin" valueType="num">
                                      <p:cBhvr additive="base">
                                        <p:cTn id="3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nodePh="1">
                                  <p:stCondLst>
                                    <p:cond delay="0"/>
                                  </p:stCondLst>
                                  <p:endCondLst>
                                    <p:cond evt="begin" delay="0">
                                      <p:tn val="40"/>
                                    </p:cond>
                                  </p:end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ppt_x"/>
                                          </p:val>
                                        </p:tav>
                                        <p:tav tm="100000">
                                          <p:val>
                                            <p:strVal val="#ppt_x"/>
                                          </p:val>
                                        </p:tav>
                                      </p:tavLst>
                                    </p:anim>
                                    <p:anim calcmode="lin" valueType="num">
                                      <p:cBhvr additive="base">
                                        <p:cTn id="4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p:bldP spid="10" grpId="0"/>
      <p:bldP spid="11" grpId="0"/>
      <p:bldP spid="12" grpId="0"/>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4AA4-6A80-DF69-AB0B-1A37D60F2DB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a:t>
            </a:r>
            <a:r>
              <a:rPr lang="en-US" dirty="0"/>
              <a:t> </a:t>
            </a:r>
            <a:endParaRPr lang="en-IN" dirty="0"/>
          </a:p>
        </p:txBody>
      </p:sp>
      <p:sp>
        <p:nvSpPr>
          <p:cNvPr id="3" name="Text Placeholder 2">
            <a:extLst>
              <a:ext uri="{FF2B5EF4-FFF2-40B4-BE49-F238E27FC236}">
                <a16:creationId xmlns:a16="http://schemas.microsoft.com/office/drawing/2014/main" id="{FABC0B95-3039-059C-3830-095DF2800DB3}"/>
              </a:ext>
            </a:extLst>
          </p:cNvPr>
          <p:cNvSpPr>
            <a:spLocks noGrp="1"/>
          </p:cNvSpPr>
          <p:nvPr>
            <p:ph type="body" sz="quarter" idx="13"/>
          </p:nvPr>
        </p:nvSpPr>
        <p:spPr>
          <a:xfrm>
            <a:off x="85725" y="1076325"/>
            <a:ext cx="11982450" cy="5621106"/>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25F9A518-2227-4868-3DA3-0DDDBDE73923}"/>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sp>
        <p:nvSpPr>
          <p:cNvPr id="6" name="Rectangle 2">
            <a:extLst>
              <a:ext uri="{FF2B5EF4-FFF2-40B4-BE49-F238E27FC236}">
                <a16:creationId xmlns:a16="http://schemas.microsoft.com/office/drawing/2014/main" id="{5F0A9DC7-3B47-EA9A-0ACB-6C781C637603}"/>
              </a:ext>
            </a:extLst>
          </p:cNvPr>
          <p:cNvSpPr txBox="1">
            <a:spLocks noChangeArrowheads="1"/>
          </p:cNvSpPr>
          <p:nvPr/>
        </p:nvSpPr>
        <p:spPr>
          <a:xfrm>
            <a:off x="123826" y="1265535"/>
            <a:ext cx="11763374" cy="1239540"/>
          </a:xfrm>
          <a:prstGeom prst="rect">
            <a:avLst/>
          </a:prstGeom>
          <a:noFill/>
        </p:spPr>
        <p:txBody>
          <a:bodyPr vert="horz" lIns="105601" tIns="52800" rIns="105601" bIns="52800" rtlCol="0">
            <a:noAutofit/>
          </a:bodyPr>
          <a:lstStyle/>
          <a:p>
            <a:pPr marL="396015" marR="0" lvl="0" indent="-396015" algn="l" defTabSz="1056041" rtl="0" eaLnBrk="1" fontAlgn="auto" latinLnBrk="0" hangingPunct="1">
              <a:lnSpc>
                <a:spcPct val="100000"/>
              </a:lnSpc>
              <a:spcBef>
                <a:spcPct val="2000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Helvetica Nueue"/>
                <a:ea typeface="Verdana" pitchFamily="34" charset="0"/>
                <a:cs typeface="Verdana" pitchFamily="34" charset="0"/>
              </a:rPr>
              <a:t>In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an</a:t>
            </a:r>
            <a:r>
              <a:rPr kumimoji="0" lang="en-US" sz="2800" b="0" i="0" u="none" strike="noStrike" kern="1200" cap="none" spc="0" normalizeH="0" baseline="0" noProof="0" dirty="0">
                <a:ln>
                  <a:noFill/>
                </a:ln>
                <a:solidFill>
                  <a:prstClr val="black"/>
                </a:solidFill>
                <a:effectLst/>
                <a:uLnTx/>
                <a:uFillTx/>
                <a:latin typeface="Helvetica Nueue"/>
                <a:ea typeface="Verdana" pitchFamily="34" charset="0"/>
                <a:cs typeface="Verdana" pitchFamily="34" charset="0"/>
              </a:rPr>
              <a:t> experiment to study the dependence of hypertension on smoking</a:t>
            </a:r>
          </a:p>
          <a:p>
            <a:pPr marL="396015" marR="0" lvl="0" indent="-396015" algn="l" defTabSz="1056041" rtl="0" eaLnBrk="1" fontAlgn="auto" latinLnBrk="0" hangingPunct="1">
              <a:lnSpc>
                <a:spcPct val="100000"/>
              </a:lnSpc>
              <a:spcBef>
                <a:spcPct val="2000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Helvetica Nueue"/>
                <a:ea typeface="Verdana" pitchFamily="34" charset="0"/>
                <a:cs typeface="Verdana" pitchFamily="34" charset="0"/>
              </a:rPr>
              <a:t> habits, the following data were taken on 180 individuals </a:t>
            </a:r>
          </a:p>
        </p:txBody>
      </p:sp>
      <p:graphicFrame>
        <p:nvGraphicFramePr>
          <p:cNvPr id="7" name="Group 3">
            <a:extLst>
              <a:ext uri="{FF2B5EF4-FFF2-40B4-BE49-F238E27FC236}">
                <a16:creationId xmlns:a16="http://schemas.microsoft.com/office/drawing/2014/main" id="{0C49D4ED-FFFC-0A82-5C6B-07525B56FD78}"/>
              </a:ext>
            </a:extLst>
          </p:cNvPr>
          <p:cNvGraphicFramePr>
            <a:graphicFrameLocks/>
          </p:cNvGraphicFramePr>
          <p:nvPr/>
        </p:nvGraphicFramePr>
        <p:xfrm>
          <a:off x="323852" y="2505076"/>
          <a:ext cx="11306173" cy="3924299"/>
        </p:xfrm>
        <a:graphic>
          <a:graphicData uri="http://schemas.openxmlformats.org/drawingml/2006/table">
            <a:tbl>
              <a:tblPr/>
              <a:tblGrid>
                <a:gridCol w="3176679">
                  <a:extLst>
                    <a:ext uri="{9D8B030D-6E8A-4147-A177-3AD203B41FA5}">
                      <a16:colId xmlns:a16="http://schemas.microsoft.com/office/drawing/2014/main" val="20000"/>
                    </a:ext>
                  </a:extLst>
                </a:gridCol>
                <a:gridCol w="2060490">
                  <a:extLst>
                    <a:ext uri="{9D8B030D-6E8A-4147-A177-3AD203B41FA5}">
                      <a16:colId xmlns:a16="http://schemas.microsoft.com/office/drawing/2014/main" val="20001"/>
                    </a:ext>
                  </a:extLst>
                </a:gridCol>
                <a:gridCol w="2461554">
                  <a:extLst>
                    <a:ext uri="{9D8B030D-6E8A-4147-A177-3AD203B41FA5}">
                      <a16:colId xmlns:a16="http://schemas.microsoft.com/office/drawing/2014/main" val="20002"/>
                    </a:ext>
                  </a:extLst>
                </a:gridCol>
                <a:gridCol w="2194179">
                  <a:extLst>
                    <a:ext uri="{9D8B030D-6E8A-4147-A177-3AD203B41FA5}">
                      <a16:colId xmlns:a16="http://schemas.microsoft.com/office/drawing/2014/main" val="20003"/>
                    </a:ext>
                  </a:extLst>
                </a:gridCol>
                <a:gridCol w="1413271">
                  <a:extLst>
                    <a:ext uri="{9D8B030D-6E8A-4147-A177-3AD203B41FA5}">
                      <a16:colId xmlns:a16="http://schemas.microsoft.com/office/drawing/2014/main" val="20004"/>
                    </a:ext>
                  </a:extLst>
                </a:gridCol>
              </a:tblGrid>
              <a:tr h="169959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Hypertension</a:t>
                      </a:r>
                    </a:p>
                  </a:txBody>
                  <a:tcPr marL="140452" marR="140452" marT="52800" marB="52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Non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smokers</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Moderate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smokers</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Heavy</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smokers</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Total</a:t>
                      </a:r>
                    </a:p>
                  </a:txBody>
                  <a:tcPr marL="140452" marR="140452" marT="52800" marB="52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514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Yes</a:t>
                      </a:r>
                    </a:p>
                  </a:txBody>
                  <a:tcPr marL="140452" marR="140452" marT="52800" marB="52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87</a:t>
                      </a:r>
                    </a:p>
                  </a:txBody>
                  <a:tcPr marL="140452" marR="140452" marT="52800" marB="52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514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No</a:t>
                      </a:r>
                    </a:p>
                  </a:txBody>
                  <a:tcPr marL="140452" marR="140452" marT="52800" marB="52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19</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93</a:t>
                      </a:r>
                    </a:p>
                  </a:txBody>
                  <a:tcPr marL="140452" marR="140452" marT="52800" marB="52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44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a:t>
                      </a:r>
                    </a:p>
                  </a:txBody>
                  <a:tcPr marL="140452" marR="140452" marT="52800" marB="52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69</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49</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180</a:t>
                      </a:r>
                    </a:p>
                  </a:txBody>
                  <a:tcPr marL="140452" marR="140452" marT="52800" marB="52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8383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B2B25-D786-353D-03BB-43E470763432}"/>
              </a:ext>
            </a:extLst>
          </p:cNvPr>
          <p:cNvSpPr>
            <a:spLocks noGrp="1"/>
          </p:cNvSpPr>
          <p:nvPr>
            <p:ph type="title"/>
          </p:nvPr>
        </p:nvSpPr>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A0EE61F6-41EB-3902-C935-4F2982538649}"/>
              </a:ext>
            </a:extLst>
          </p:cNvPr>
          <p:cNvSpPr>
            <a:spLocks noGrp="1"/>
          </p:cNvSpPr>
          <p:nvPr>
            <p:ph type="body" sz="quarter" idx="13"/>
          </p:nvPr>
        </p:nvSpPr>
        <p:spPr>
          <a:xfrm>
            <a:off x="95250" y="1009651"/>
            <a:ext cx="11953875" cy="5687780"/>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FE23EA66-540D-8065-8F76-FB0E60BBE9DD}"/>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sp>
        <p:nvSpPr>
          <p:cNvPr id="6" name="Rectangle 2">
            <a:extLst>
              <a:ext uri="{FF2B5EF4-FFF2-40B4-BE49-F238E27FC236}">
                <a16:creationId xmlns:a16="http://schemas.microsoft.com/office/drawing/2014/main" id="{6266844C-3286-0061-8430-6C075B1AD767}"/>
              </a:ext>
            </a:extLst>
          </p:cNvPr>
          <p:cNvSpPr txBox="1">
            <a:spLocks noChangeArrowheads="1"/>
          </p:cNvSpPr>
          <p:nvPr/>
        </p:nvSpPr>
        <p:spPr bwMode="auto">
          <a:xfrm>
            <a:off x="219970" y="980661"/>
            <a:ext cx="4928023" cy="524289"/>
          </a:xfrm>
          <a:prstGeom prst="rect">
            <a:avLst/>
          </a:prstGeom>
          <a:noFill/>
          <a:ln>
            <a:miter lim="800000"/>
            <a:headEnd/>
            <a:tailEnd/>
          </a:ln>
        </p:spPr>
        <p:txBody>
          <a:bodyPr vert="horz" lIns="105601" tIns="52800" rIns="105601" bIns="52800" rtlCol="0" anchor="ctr">
            <a:noAutofit/>
          </a:bodyPr>
          <a:lstStyle/>
          <a:p>
            <a:pPr marL="0" marR="0" lvl="0" indent="0" algn="l" defTabSz="1056041"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Helvetica Nueue"/>
                <a:ea typeface="+mn-ea"/>
                <a:cs typeface="+mn-cs"/>
              </a:rPr>
              <a:t>Hypothesis:</a:t>
            </a:r>
          </a:p>
        </p:txBody>
      </p:sp>
      <p:sp>
        <p:nvSpPr>
          <p:cNvPr id="7" name="Rectangle 3">
            <a:extLst>
              <a:ext uri="{FF2B5EF4-FFF2-40B4-BE49-F238E27FC236}">
                <a16:creationId xmlns:a16="http://schemas.microsoft.com/office/drawing/2014/main" id="{4A928AEE-0DA6-CF4D-E0C7-9C29DBBD6106}"/>
              </a:ext>
            </a:extLst>
          </p:cNvPr>
          <p:cNvSpPr txBox="1">
            <a:spLocks noChangeArrowheads="1"/>
          </p:cNvSpPr>
          <p:nvPr/>
        </p:nvSpPr>
        <p:spPr>
          <a:xfrm>
            <a:off x="142875" y="1504951"/>
            <a:ext cx="11953875" cy="800220"/>
          </a:xfrm>
          <a:prstGeom prst="rect">
            <a:avLst/>
          </a:prstGeom>
          <a:noFill/>
        </p:spPr>
        <p:txBody>
          <a:bodyPr vert="horz" lIns="105601" tIns="52800" rIns="105601" bIns="52800" rtlCol="0">
            <a:noAutofit/>
          </a:bodyPr>
          <a:lstStyle/>
          <a:p>
            <a:pPr marL="0" marR="0" lvl="0" indent="0" algn="l" defTabSz="1056041" rtl="0" eaLnBrk="1" fontAlgn="auto" latinLnBrk="0" hangingPunct="1">
              <a:lnSpc>
                <a:spcPct val="100000"/>
              </a:lnSpc>
              <a:spcBef>
                <a:spcPct val="20000"/>
              </a:spcBef>
              <a:spcAft>
                <a:spcPts val="0"/>
              </a:spcAft>
              <a:buClrTx/>
              <a:buSzTx/>
              <a:buFontTx/>
              <a:buNone/>
              <a:tabLst/>
              <a:defRPr/>
            </a:pPr>
            <a:r>
              <a:rPr kumimoji="0" lang="en-GB" sz="2400" b="1" i="0" u="none" strike="noStrike" kern="1200" cap="none" spc="0" normalizeH="0" baseline="0" noProof="0" dirty="0">
                <a:ln>
                  <a:noFill/>
                </a:ln>
                <a:solidFill>
                  <a:srgbClr val="FF0000"/>
                </a:solidFill>
                <a:effectLst/>
                <a:uLnTx/>
                <a:uFillTx/>
                <a:latin typeface="Helvetica Nueue"/>
                <a:ea typeface="Verdana" pitchFamily="34" charset="0"/>
                <a:cs typeface="Verdana" pitchFamily="34" charset="0"/>
              </a:rPr>
              <a:t>H</a:t>
            </a:r>
            <a:r>
              <a:rPr kumimoji="0" lang="en-GB" sz="2400" b="1" i="0" u="none" strike="noStrike" kern="1200" cap="none" spc="0" normalizeH="0" baseline="-25000" noProof="0" dirty="0">
                <a:ln>
                  <a:noFill/>
                </a:ln>
                <a:solidFill>
                  <a:srgbClr val="FF0000"/>
                </a:solidFill>
                <a:effectLst/>
                <a:uLnTx/>
                <a:uFillTx/>
                <a:latin typeface="Helvetica Nueue"/>
                <a:ea typeface="Verdana" pitchFamily="34" charset="0"/>
                <a:cs typeface="Verdana" pitchFamily="34" charset="0"/>
              </a:rPr>
              <a:t>0</a:t>
            </a:r>
            <a:r>
              <a:rPr kumimoji="0" lang="en-GB" sz="2400" b="1" i="0" u="none" strike="noStrike" kern="1200" cap="none" spc="0" normalizeH="0" baseline="0" noProof="0" dirty="0">
                <a:ln>
                  <a:noFill/>
                </a:ln>
                <a:solidFill>
                  <a:srgbClr val="FF0000"/>
                </a:solidFill>
                <a:effectLst/>
                <a:uLnTx/>
                <a:uFillTx/>
                <a:latin typeface="Helvetica Nueue"/>
                <a:ea typeface="Verdana" pitchFamily="34" charset="0"/>
                <a:cs typeface="Verdana" pitchFamily="34" charset="0"/>
              </a:rPr>
              <a:t>:</a:t>
            </a:r>
            <a:r>
              <a:rPr kumimoji="0" lang="en-GB" sz="2400" b="1" i="0" u="none" strike="noStrike" kern="1200" cap="none" spc="0" normalizeH="0" baseline="0" noProof="0" dirty="0">
                <a:ln>
                  <a:noFill/>
                </a:ln>
                <a:solidFill>
                  <a:prstClr val="black"/>
                </a:solidFill>
                <a:effectLst/>
                <a:uLnTx/>
                <a:uFillTx/>
                <a:latin typeface="Helvetica Nueue"/>
                <a:ea typeface="Verdana" pitchFamily="34" charset="0"/>
                <a:cs typeface="Verdana" pitchFamily="34" charset="0"/>
              </a:rPr>
              <a:t> </a:t>
            </a:r>
            <a:r>
              <a:rPr kumimoji="0" lang="en-GB" sz="24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Smoking habit and hypertension may be  independent (may not be associated)</a:t>
            </a:r>
            <a:endParaRPr kumimoji="0" 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6EEA014C-00A1-EDBB-53DC-D6657AEB3F69}"/>
                  </a:ext>
                </a:extLst>
              </p:cNvPr>
              <p:cNvSpPr txBox="1">
                <a:spLocks noChangeArrowheads="1"/>
              </p:cNvSpPr>
              <p:nvPr/>
            </p:nvSpPr>
            <p:spPr>
              <a:xfrm>
                <a:off x="219971" y="2200275"/>
                <a:ext cx="11229080" cy="4526145"/>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400" b="1" i="0" u="none" strike="noStrike" kern="1200" cap="none" spc="0" normalizeH="0" baseline="0" noProof="0" dirty="0">
                    <a:ln>
                      <a:noFill/>
                    </a:ln>
                    <a:solidFill>
                      <a:srgbClr val="008000"/>
                    </a:solidFill>
                    <a:effectLst/>
                    <a:uLnTx/>
                    <a:uFillTx/>
                    <a:latin typeface="Times New Roman" panose="02020603050405020304" pitchFamily="18" charset="0"/>
                    <a:ea typeface="Verdana" pitchFamily="34" charset="0"/>
                    <a:cs typeface="Times New Roman" panose="02020603050405020304" pitchFamily="18" charset="0"/>
                  </a:rPr>
                  <a:t>H</a:t>
                </a:r>
                <a:r>
                  <a:rPr kumimoji="0" lang="en-GB" sz="2400" b="1" i="0" u="none" strike="noStrike" kern="1200" cap="none" spc="0" normalizeH="0" baseline="-25000" noProof="0" dirty="0">
                    <a:ln>
                      <a:noFill/>
                    </a:ln>
                    <a:solidFill>
                      <a:srgbClr val="008000"/>
                    </a:solidFill>
                    <a:effectLst/>
                    <a:uLnTx/>
                    <a:uFillTx/>
                    <a:latin typeface="Times New Roman" panose="02020603050405020304" pitchFamily="18" charset="0"/>
                    <a:ea typeface="Verdana" pitchFamily="34" charset="0"/>
                    <a:cs typeface="Times New Roman" panose="02020603050405020304" pitchFamily="18" charset="0"/>
                  </a:rPr>
                  <a:t>1</a:t>
                </a:r>
                <a:r>
                  <a:rPr kumimoji="0" lang="en-GB" sz="2400" b="1" i="0" u="none" strike="noStrike" kern="1200" cap="none" spc="0" normalizeH="0" baseline="0" noProof="0" dirty="0">
                    <a:ln>
                      <a:noFill/>
                    </a:ln>
                    <a:solidFill>
                      <a:srgbClr val="008000"/>
                    </a:solidFill>
                    <a:effectLst/>
                    <a:uLnTx/>
                    <a:uFillTx/>
                    <a:latin typeface="Times New Roman" panose="02020603050405020304" pitchFamily="18" charset="0"/>
                    <a:ea typeface="Verdana" pitchFamily="34" charset="0"/>
                    <a:cs typeface="Times New Roman" panose="02020603050405020304" pitchFamily="18" charset="0"/>
                  </a:rPr>
                  <a:t>: Smoking habit and hypertension may not be independent (may be associated)</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400" b="1" i="0" u="none" strike="noStrike" kern="1200" cap="none" spc="0" normalizeH="0" baseline="0" noProof="0" dirty="0">
                    <a:ln>
                      <a:noFill/>
                    </a:ln>
                    <a:solidFill>
                      <a:srgbClr val="006600"/>
                    </a:solidFill>
                    <a:effectLst/>
                    <a:uLnTx/>
                    <a:uFillTx/>
                    <a:latin typeface="Times New Roman" panose="02020603050405020304" pitchFamily="18" charset="0"/>
                    <a:ea typeface="Verdana" pitchFamily="34" charset="0"/>
                    <a:cs typeface="Times New Roman" panose="02020603050405020304" pitchFamily="18" charset="0"/>
                  </a:rPr>
                  <a:t>Calculation of expected frequencies</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GB" sz="2400" b="1" i="0" u="none" strike="noStrike" kern="1200" cap="none" spc="0" normalizeH="0" baseline="0" noProof="0" dirty="0">
                  <a:ln>
                    <a:noFill/>
                  </a:ln>
                  <a:solidFill>
                    <a:srgbClr val="008000"/>
                  </a:solidFill>
                  <a:effectLst/>
                  <a:uLnTx/>
                  <a:uFillTx/>
                  <a:latin typeface="Times New Roman" panose="02020603050405020304" pitchFamily="18" charset="0"/>
                  <a:ea typeface="Verdana" pitchFamily="34" charset="0"/>
                  <a:cs typeface="Times New Roman" panose="02020603050405020304" pitchFamily="18" charset="0"/>
                </a:endParaRPr>
              </a:p>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E</a:t>
                </a:r>
                <a:r>
                  <a:rPr kumimoji="0" lang="en-US" sz="2400" b="1" i="0" u="none" strike="noStrike" kern="1200" cap="none" spc="0" normalizeH="0" baseline="-2500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1</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 </a:t>
                </a:r>
                <a14:m>
                  <m:oMath xmlns:m="http://schemas.openxmlformats.org/officeDocument/2006/math">
                    <m:f>
                      <m:f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Verdana" pitchFamily="34" charset="0"/>
                            <a:cs typeface="Verdana" pitchFamily="34" charset="0"/>
                          </a:rPr>
                        </m:ctrlPr>
                      </m:fPr>
                      <m:num>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𝒓</m:t>
                            </m:r>
                          </m:e>
                          <m: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𝟏</m:t>
                            </m:r>
                          </m:sub>
                        </m:s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𝒄</m:t>
                            </m:r>
                          </m:e>
                          <m: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𝟏</m:t>
                            </m:r>
                          </m:sub>
                        </m:s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num>
                      <m:den>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Verdana" pitchFamily="34" charset="0"/>
                            <a:cs typeface="Verdana" pitchFamily="34" charset="0"/>
                          </a:rPr>
                          <m:t>𝒏</m:t>
                        </m:r>
                      </m:den>
                    </m:f>
                  </m:oMath>
                </a14:m>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(87 x 69)/180 = 33.35                            E</a:t>
                </a:r>
                <a:r>
                  <a:rPr kumimoji="0" lang="en-US" sz="2400" b="1" i="0" u="none" strike="noStrike" kern="1200" cap="none" spc="0" normalizeH="0" baseline="-2500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2</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fPr>
                      <m:num>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𝒓</m:t>
                            </m:r>
                          </m:e>
                          <m: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𝟏</m:t>
                            </m:r>
                          </m:sub>
                        </m:s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𝒄</m:t>
                            </m:r>
                          </m:e>
                          <m: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Verdana" pitchFamily="34" charset="0"/>
                                <a:cs typeface="Verdana" pitchFamily="34" charset="0"/>
                              </a:rPr>
                              <m:t>𝟐</m:t>
                            </m:r>
                          </m:sub>
                        </m:s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num>
                      <m:den>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𝒏</m:t>
                        </m:r>
                      </m:den>
                    </m:f>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 </m:t>
                    </m:r>
                  </m:oMath>
                </a14:m>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(87 x 62)/180 = 29.97</a:t>
                </a:r>
              </a:p>
              <a:p>
                <a:pPr marL="396015" marR="0" lvl="0" indent="-396015" algn="l" defTabSz="1056041" rtl="0" eaLnBrk="1" fontAlgn="auto" latinLnBrk="0" hangingPunct="1">
                  <a:lnSpc>
                    <a:spcPct val="80000"/>
                  </a:lnSpc>
                  <a:spcBef>
                    <a:spcPct val="20000"/>
                  </a:spcBef>
                  <a:spcAft>
                    <a:spcPts val="0"/>
                  </a:spcAft>
                  <a:buClrTx/>
                  <a:buSzTx/>
                  <a:buFont typeface="Arial" pitchFamily="34" charset="0"/>
                  <a:buChar char="•"/>
                  <a:tabLst/>
                  <a:defRPr/>
                </a:pPr>
                <a:endPar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endParaRPr>
              </a:p>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E</a:t>
                </a:r>
                <a:r>
                  <a:rPr kumimoji="0" lang="en-US" sz="2400" b="1" i="0" u="none" strike="noStrike" kern="1200" cap="none" spc="0" normalizeH="0" baseline="-2500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3</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fPr>
                      <m:num>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𝒓</m:t>
                            </m:r>
                          </m:e>
                          <m: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𝟏</m:t>
                            </m:r>
                          </m:sub>
                        </m:s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𝒄</m:t>
                            </m:r>
                          </m:e>
                          <m: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Verdana" pitchFamily="34" charset="0"/>
                                <a:cs typeface="Verdana" pitchFamily="34" charset="0"/>
                              </a:rPr>
                              <m:t>𝟑</m:t>
                            </m:r>
                          </m:sub>
                        </m:s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num>
                      <m:den>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𝒏</m:t>
                        </m:r>
                      </m:den>
                    </m:f>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 </m:t>
                    </m:r>
                  </m:oMath>
                </a14:m>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(87 x 49)/180 = 23.68                           </a:t>
                </a:r>
                <a14:m>
                  <m:oMath xmlns:m="http://schemas.openxmlformats.org/officeDocument/2006/math">
                    <m:sSub>
                      <m:sSub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Verdana" pitchFamily="34" charset="0"/>
                            <a:cs typeface="Times New Roman" panose="02020603050405020304" pitchFamily="18" charset="0"/>
                          </a:rPr>
                        </m:ctrlPr>
                      </m:sSubPr>
                      <m:e>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Verdana" pitchFamily="34" charset="0"/>
                            <a:cs typeface="Times New Roman" panose="02020603050405020304" pitchFamily="18" charset="0"/>
                          </a:rPr>
                          <m:t>𝑬</m:t>
                        </m:r>
                      </m:e>
                      <m: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Verdana" pitchFamily="34" charset="0"/>
                            <a:cs typeface="Times New Roman" panose="02020603050405020304" pitchFamily="18" charset="0"/>
                          </a:rPr>
                          <m:t>𝟒</m:t>
                        </m:r>
                      </m:sub>
                    </m:sSub>
                  </m:oMath>
                </a14:m>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fPr>
                      <m:num>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𝒓</m:t>
                            </m:r>
                          </m:e>
                          <m: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Verdana" pitchFamily="34" charset="0"/>
                                <a:cs typeface="Verdana" pitchFamily="34" charset="0"/>
                              </a:rPr>
                              <m:t>𝟐</m:t>
                            </m:r>
                          </m:sub>
                        </m:s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𝒄</m:t>
                            </m:r>
                          </m:e>
                          <m: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𝟏</m:t>
                            </m:r>
                          </m:sub>
                        </m:s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num>
                      <m:den>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𝒏</m:t>
                        </m:r>
                      </m:den>
                    </m:f>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 </m:t>
                    </m:r>
                  </m:oMath>
                </a14:m>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(93 x 69)/180 = 35.65</a:t>
                </a:r>
              </a:p>
              <a:p>
                <a:pPr marL="396015" marR="0" lvl="0" indent="-396015" algn="l" defTabSz="1056041" rtl="0" eaLnBrk="1" fontAlgn="auto" latinLnBrk="0" hangingPunct="1">
                  <a:lnSpc>
                    <a:spcPct val="80000"/>
                  </a:lnSpc>
                  <a:spcBef>
                    <a:spcPct val="20000"/>
                  </a:spcBef>
                  <a:spcAft>
                    <a:spcPts val="0"/>
                  </a:spcAft>
                  <a:buClrTx/>
                  <a:buSzTx/>
                  <a:buFont typeface="Arial" pitchFamily="34" charset="0"/>
                  <a:buChar char="•"/>
                  <a:tabLst/>
                  <a:defRPr/>
                </a:pPr>
                <a:endPar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endParaRPr>
              </a:p>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E</a:t>
                </a:r>
                <a:r>
                  <a:rPr kumimoji="0" lang="en-US" sz="2400" b="1" i="0" u="none" strike="noStrike" kern="1200" cap="none" spc="0" normalizeH="0" baseline="-2500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5</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fPr>
                      <m:num>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𝒓</m:t>
                            </m:r>
                          </m:e>
                          <m: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Verdana" pitchFamily="34" charset="0"/>
                                <a:cs typeface="Verdana" pitchFamily="34" charset="0"/>
                              </a:rPr>
                              <m:t>𝟐</m:t>
                            </m:r>
                          </m:sub>
                        </m:s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ctrlPr>
                          </m:sSubPr>
                          <m:e>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𝒄</m:t>
                            </m:r>
                          </m:e>
                          <m: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𝟐</m:t>
                            </m:r>
                          </m:sub>
                        </m:sSub>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m:t>
                        </m:r>
                      </m:num>
                      <m:den>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𝒏</m:t>
                        </m:r>
                      </m:den>
                    </m:f>
                    <m: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Verdana" pitchFamily="34" charset="0"/>
                        <a:cs typeface="Verdana" pitchFamily="34" charset="0"/>
                      </a:rPr>
                      <m:t> </m:t>
                    </m:r>
                  </m:oMath>
                </a14:m>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(93 x 62)/180 = 32.03                       E</a:t>
                </a:r>
                <a:r>
                  <a:rPr kumimoji="0" lang="en-US" sz="2400" b="1" i="0" u="none" strike="noStrike" kern="1200" cap="none" spc="0" normalizeH="0" baseline="-2500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6</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 (r</a:t>
                </a:r>
                <a:r>
                  <a:rPr kumimoji="0" lang="en-US" sz="2400" b="1" i="0" u="none" strike="noStrike" kern="1200" cap="none" spc="0" normalizeH="0" baseline="-2500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2</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x c</a:t>
                </a:r>
                <a:r>
                  <a:rPr kumimoji="0" lang="en-US" sz="2400" b="1" i="0" u="none" strike="noStrike" kern="1200" cap="none" spc="0" normalizeH="0" baseline="-2500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3</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)/n= (93 x 49)/180 = 25.32</a:t>
                </a:r>
                <a:endParaRPr kumimoji="0" lang="en-US" sz="2400" b="1" i="0" u="none" strike="noStrike" kern="1200" cap="none" spc="0" normalizeH="0" baseline="0" noProof="0" dirty="0">
                  <a:ln>
                    <a:noFill/>
                  </a:ln>
                  <a:solidFill>
                    <a:srgbClr val="008000"/>
                  </a:solidFill>
                  <a:effectLst/>
                  <a:uLnTx/>
                  <a:uFillTx/>
                  <a:latin typeface="Times New Roman" panose="02020603050405020304" pitchFamily="18" charset="0"/>
                  <a:ea typeface="Verdana" pitchFamily="34" charset="0"/>
                  <a:cs typeface="Times New Roman" panose="02020603050405020304" pitchFamily="18" charset="0"/>
                </a:endParaRPr>
              </a:p>
            </p:txBody>
          </p:sp>
        </mc:Choice>
        <mc:Fallback xmlns="">
          <p:sp>
            <p:nvSpPr>
              <p:cNvPr id="8" name="Rectangle 3">
                <a:extLst>
                  <a:ext uri="{FF2B5EF4-FFF2-40B4-BE49-F238E27FC236}">
                    <a16:creationId xmlns:a16="http://schemas.microsoft.com/office/drawing/2014/main" id="{6EEA014C-00A1-EDBB-53DC-D6657AEB3F69}"/>
                  </a:ext>
                </a:extLst>
              </p:cNvPr>
              <p:cNvSpPr txBox="1">
                <a:spLocks noRot="1" noChangeAspect="1" noMove="1" noResize="1" noEditPoints="1" noAdjustHandles="1" noChangeArrowheads="1" noChangeShapeType="1" noTextEdit="1"/>
              </p:cNvSpPr>
              <p:nvPr/>
            </p:nvSpPr>
            <p:spPr>
              <a:xfrm>
                <a:off x="219971" y="2200275"/>
                <a:ext cx="11229080" cy="4526145"/>
              </a:xfrm>
              <a:prstGeom prst="rect">
                <a:avLst/>
              </a:prstGeom>
              <a:blipFill>
                <a:blip r:embed="rId2"/>
                <a:stretch>
                  <a:fillRect l="-706" t="-943" r="-271"/>
                </a:stretch>
              </a:blipFill>
            </p:spPr>
            <p:txBody>
              <a:bodyPr/>
              <a:lstStyle/>
              <a:p>
                <a:r>
                  <a:rPr lang="en-IN">
                    <a:noFill/>
                  </a:rPr>
                  <a:t> </a:t>
                </a:r>
              </a:p>
            </p:txBody>
          </p:sp>
        </mc:Fallback>
      </mc:AlternateContent>
    </p:spTree>
    <p:extLst>
      <p:ext uri="{BB962C8B-B14F-4D97-AF65-F5344CB8AC3E}">
        <p14:creationId xmlns:p14="http://schemas.microsoft.com/office/powerpoint/2010/main" val="236911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C694C-59E1-E567-597D-8C9192874987}"/>
              </a:ext>
            </a:extLst>
          </p:cNvPr>
          <p:cNvSpPr>
            <a:spLocks noGrp="1"/>
          </p:cNvSpPr>
          <p:nvPr>
            <p:ph type="title"/>
          </p:nvPr>
        </p:nvSpPr>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371F7D75-F492-0912-4C5B-E0221FBB3E4B}"/>
              </a:ext>
            </a:extLst>
          </p:cNvPr>
          <p:cNvSpPr>
            <a:spLocks noGrp="1"/>
          </p:cNvSpPr>
          <p:nvPr>
            <p:ph type="body" sz="quarter" idx="13"/>
          </p:nvPr>
        </p:nvSpPr>
        <p:spPr>
          <a:xfrm>
            <a:off x="123824" y="1057275"/>
            <a:ext cx="11991975" cy="5640156"/>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B68BC683-6D7B-7FBD-F2CD-AC9B1E0AEC5B}"/>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mc:AlternateContent xmlns:mc="http://schemas.openxmlformats.org/markup-compatibility/2006" xmlns:a14="http://schemas.microsoft.com/office/drawing/2010/main">
        <mc:Choice Requires="a14">
          <p:graphicFrame>
            <p:nvGraphicFramePr>
              <p:cNvPr id="6" name="Group 3">
                <a:extLst>
                  <a:ext uri="{FF2B5EF4-FFF2-40B4-BE49-F238E27FC236}">
                    <a16:creationId xmlns:a16="http://schemas.microsoft.com/office/drawing/2014/main" id="{1A5B0C34-364C-A9FA-99EF-DF5145050DDD}"/>
                  </a:ext>
                </a:extLst>
              </p:cNvPr>
              <p:cNvGraphicFramePr>
                <a:graphicFrameLocks/>
              </p:cNvGraphicFramePr>
              <p:nvPr/>
            </p:nvGraphicFramePr>
            <p:xfrm>
              <a:off x="344734" y="1954288"/>
              <a:ext cx="11437691" cy="4834466"/>
            </p:xfrm>
            <a:graphic>
              <a:graphicData uri="http://schemas.openxmlformats.org/drawingml/2006/table">
                <a:tbl>
                  <a:tblPr/>
                  <a:tblGrid>
                    <a:gridCol w="2000768">
                      <a:extLst>
                        <a:ext uri="{9D8B030D-6E8A-4147-A177-3AD203B41FA5}">
                          <a16:colId xmlns:a16="http://schemas.microsoft.com/office/drawing/2014/main" val="20000"/>
                        </a:ext>
                      </a:extLst>
                    </a:gridCol>
                    <a:gridCol w="1468399">
                      <a:extLst>
                        <a:ext uri="{9D8B030D-6E8A-4147-A177-3AD203B41FA5}">
                          <a16:colId xmlns:a16="http://schemas.microsoft.com/office/drawing/2014/main" val="20001"/>
                        </a:ext>
                      </a:extLst>
                    </a:gridCol>
                    <a:gridCol w="1522579">
                      <a:extLst>
                        <a:ext uri="{9D8B030D-6E8A-4147-A177-3AD203B41FA5}">
                          <a16:colId xmlns:a16="http://schemas.microsoft.com/office/drawing/2014/main" val="20002"/>
                        </a:ext>
                      </a:extLst>
                    </a:gridCol>
                    <a:gridCol w="1755852">
                      <a:extLst>
                        <a:ext uri="{9D8B030D-6E8A-4147-A177-3AD203B41FA5}">
                          <a16:colId xmlns:a16="http://schemas.microsoft.com/office/drawing/2014/main" val="20003"/>
                        </a:ext>
                      </a:extLst>
                    </a:gridCol>
                    <a:gridCol w="2503011">
                      <a:extLst>
                        <a:ext uri="{9D8B030D-6E8A-4147-A177-3AD203B41FA5}">
                          <a16:colId xmlns:a16="http://schemas.microsoft.com/office/drawing/2014/main" val="20004"/>
                        </a:ext>
                      </a:extLst>
                    </a:gridCol>
                    <a:gridCol w="2187082">
                      <a:extLst>
                        <a:ext uri="{9D8B030D-6E8A-4147-A177-3AD203B41FA5}">
                          <a16:colId xmlns:a16="http://schemas.microsoft.com/office/drawing/2014/main" val="20005"/>
                        </a:ext>
                      </a:extLst>
                    </a:gridCol>
                  </a:tblGrid>
                  <a:tr h="953254">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Sl</a:t>
                          </a: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No</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r>
                            <a:rPr kumimoji="0" lang="en-US" sz="28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O</a:t>
                          </a:r>
                          <a:r>
                            <a:rPr kumimoji="0" lang="en-US" sz="2800" b="1" i="0" u="none" strike="noStrike" cap="none" normalizeH="0" baseline="-30000" dirty="0" err="1">
                              <a:ln>
                                <a:noFill/>
                              </a:ln>
                              <a:solidFill>
                                <a:srgbClr val="FF0000"/>
                              </a:solidFill>
                              <a:effectLst/>
                              <a:latin typeface="Times New Roman" panose="02020603050405020304" pitchFamily="18" charset="0"/>
                              <a:cs typeface="Times New Roman" panose="02020603050405020304" pitchFamily="18" charset="0"/>
                            </a:rPr>
                            <a:t>i</a:t>
                          </a: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sz="28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E</a:t>
                          </a:r>
                          <a:r>
                            <a:rPr kumimoji="0" lang="en-US" sz="2800" b="1" i="0" u="none" strike="noStrike" cap="none" normalizeH="0" baseline="-30000" dirty="0" err="1">
                              <a:ln>
                                <a:noFill/>
                              </a:ln>
                              <a:solidFill>
                                <a:srgbClr val="FF0000"/>
                              </a:solidFill>
                              <a:effectLst/>
                              <a:latin typeface="Times New Roman" panose="02020603050405020304" pitchFamily="18" charset="0"/>
                              <a:cs typeface="Times New Roman" panose="02020603050405020304" pitchFamily="18" charset="0"/>
                            </a:rPr>
                            <a:t>i</a:t>
                          </a: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IN" sz="2800" b="1" i="1" u="none" strike="noStrike" cap="none" normalizeH="0" baseline="0" smtClean="0">
                                    <a:ln>
                                      <a:noFill/>
                                    </a:ln>
                                    <a:solidFill>
                                      <a:srgbClr val="FF0000"/>
                                    </a:solidFill>
                                    <a:effectLst/>
                                    <a:latin typeface="Cambria Math" panose="02040503050406030204" pitchFamily="18" charset="0"/>
                                  </a:rPr>
                                  <m:t>(</m:t>
                                </m:r>
                                <m:sSub>
                                  <m:sSubPr>
                                    <m:ctrlPr>
                                      <a:rPr kumimoji="0" lang="en-IN" sz="2800" b="1" i="1" u="none" strike="noStrike" cap="none" normalizeH="0" baseline="0" smtClean="0">
                                        <a:ln>
                                          <a:noFill/>
                                        </a:ln>
                                        <a:solidFill>
                                          <a:srgbClr val="FF0000"/>
                                        </a:solidFill>
                                        <a:effectLst/>
                                        <a:latin typeface="Cambria Math" panose="02040503050406030204" pitchFamily="18" charset="0"/>
                                      </a:rPr>
                                    </m:ctrlPr>
                                  </m:sSubPr>
                                  <m:e>
                                    <m:r>
                                      <a:rPr kumimoji="0" lang="en-IN" sz="2800" b="1" i="1" u="none" strike="noStrike" cap="none" normalizeH="0" baseline="0" smtClean="0">
                                        <a:ln>
                                          <a:noFill/>
                                        </a:ln>
                                        <a:solidFill>
                                          <a:srgbClr val="FF0000"/>
                                        </a:solidFill>
                                        <a:effectLst/>
                                        <a:latin typeface="Cambria Math" panose="02040503050406030204" pitchFamily="18" charset="0"/>
                                      </a:rPr>
                                      <m:t>𝑶</m:t>
                                    </m:r>
                                  </m:e>
                                  <m:sub>
                                    <m:r>
                                      <a:rPr kumimoji="0" lang="en-IN" sz="2800" b="1" i="1" u="none" strike="noStrike" cap="none" normalizeH="0" baseline="0" smtClean="0">
                                        <a:ln>
                                          <a:noFill/>
                                        </a:ln>
                                        <a:solidFill>
                                          <a:srgbClr val="FF0000"/>
                                        </a:solidFill>
                                        <a:effectLst/>
                                        <a:latin typeface="Cambria Math" panose="02040503050406030204" pitchFamily="18" charset="0"/>
                                      </a:rPr>
                                      <m:t>𝒊</m:t>
                                    </m:r>
                                  </m:sub>
                                </m:sSub>
                                <m:r>
                                  <a:rPr kumimoji="0" lang="en-IN" sz="2800" b="1" i="1" u="none" strike="noStrike" cap="none" normalizeH="0" baseline="0" smtClean="0">
                                    <a:ln>
                                      <a:noFill/>
                                    </a:ln>
                                    <a:solidFill>
                                      <a:srgbClr val="FF0000"/>
                                    </a:solidFill>
                                    <a:effectLst/>
                                    <a:latin typeface="Cambria Math" panose="02040503050406030204" pitchFamily="18" charset="0"/>
                                  </a:rPr>
                                  <m:t>−</m:t>
                                </m:r>
                                <m:sSub>
                                  <m:sSubPr>
                                    <m:ctrlPr>
                                      <a:rPr kumimoji="0" lang="en-IN" sz="2800" b="1" i="1" u="none" strike="noStrike" cap="none" normalizeH="0" baseline="0" smtClean="0">
                                        <a:ln>
                                          <a:noFill/>
                                        </a:ln>
                                        <a:solidFill>
                                          <a:srgbClr val="FF0000"/>
                                        </a:solidFill>
                                        <a:effectLst/>
                                        <a:latin typeface="Cambria Math" panose="02040503050406030204" pitchFamily="18" charset="0"/>
                                      </a:rPr>
                                    </m:ctrlPr>
                                  </m:sSubPr>
                                  <m:e>
                                    <m:r>
                                      <a:rPr kumimoji="0" lang="en-IN" sz="2800" b="1" i="1" u="none" strike="noStrike" cap="none" normalizeH="0" baseline="0" smtClean="0">
                                        <a:ln>
                                          <a:noFill/>
                                        </a:ln>
                                        <a:solidFill>
                                          <a:srgbClr val="FF0000"/>
                                        </a:solidFill>
                                        <a:effectLst/>
                                        <a:latin typeface="Cambria Math" panose="02040503050406030204" pitchFamily="18" charset="0"/>
                                      </a:rPr>
                                      <m:t>𝑬</m:t>
                                    </m:r>
                                  </m:e>
                                  <m:sub>
                                    <m:r>
                                      <a:rPr kumimoji="0" lang="en-IN" sz="2800" b="1" i="1" u="none" strike="noStrike" cap="none" normalizeH="0" baseline="0" smtClean="0">
                                        <a:ln>
                                          <a:noFill/>
                                        </a:ln>
                                        <a:solidFill>
                                          <a:srgbClr val="FF0000"/>
                                        </a:solidFill>
                                        <a:effectLst/>
                                        <a:latin typeface="Cambria Math" panose="02040503050406030204" pitchFamily="18" charset="0"/>
                                      </a:rPr>
                                      <m:t>𝒊</m:t>
                                    </m:r>
                                  </m:sub>
                                </m:sSub>
                                <m:r>
                                  <a:rPr kumimoji="0" lang="en-IN" sz="2800" b="1" i="1" u="none" strike="noStrike" cap="none" normalizeH="0" baseline="0" smtClean="0">
                                    <a:ln>
                                      <a:noFill/>
                                    </a:ln>
                                    <a:solidFill>
                                      <a:srgbClr val="FF0000"/>
                                    </a:solidFill>
                                    <a:effectLst/>
                                    <a:latin typeface="Cambria Math" panose="02040503050406030204" pitchFamily="18" charset="0"/>
                                  </a:rPr>
                                  <m:t>)</m:t>
                                </m:r>
                              </m:oMath>
                            </m:oMathPara>
                          </a14:m>
                          <a:endPar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p>
                                  <m:sSupPr>
                                    <m:ctrlPr>
                                      <a:rPr kumimoji="0" lang="en-US" sz="2800" b="1" i="1" u="none" strike="noStrike" cap="none" normalizeH="0" baseline="0" smtClean="0">
                                        <a:ln>
                                          <a:noFill/>
                                        </a:ln>
                                        <a:solidFill>
                                          <a:srgbClr val="FF0000"/>
                                        </a:solidFill>
                                        <a:effectLst/>
                                        <a:latin typeface="Cambria Math" panose="02040503050406030204" pitchFamily="18" charset="0"/>
                                      </a:rPr>
                                    </m:ctrlPr>
                                  </m:sSupPr>
                                  <m:e>
                                    <m:r>
                                      <a:rPr kumimoji="0" lang="en-IN" sz="2800" b="1" i="1" u="none" strike="noStrike" cap="none" normalizeH="0" baseline="0" smtClean="0">
                                        <a:ln>
                                          <a:noFill/>
                                        </a:ln>
                                        <a:solidFill>
                                          <a:srgbClr val="FF0000"/>
                                        </a:solidFill>
                                        <a:effectLst/>
                                        <a:latin typeface="Cambria Math" panose="02040503050406030204" pitchFamily="18" charset="0"/>
                                      </a:rPr>
                                      <m:t>(</m:t>
                                    </m:r>
                                    <m:sSub>
                                      <m:sSubPr>
                                        <m:ctrlPr>
                                          <a:rPr kumimoji="0" lang="en-IN" sz="2800" b="1" i="1" u="none" strike="noStrike" cap="none" normalizeH="0" baseline="0" smtClean="0">
                                            <a:ln>
                                              <a:noFill/>
                                            </a:ln>
                                            <a:solidFill>
                                              <a:srgbClr val="FF0000"/>
                                            </a:solidFill>
                                            <a:effectLst/>
                                            <a:latin typeface="Cambria Math" panose="02040503050406030204" pitchFamily="18" charset="0"/>
                                          </a:rPr>
                                        </m:ctrlPr>
                                      </m:sSubPr>
                                      <m:e>
                                        <m:r>
                                          <a:rPr kumimoji="0" lang="en-IN" sz="2800" b="1" i="1" u="none" strike="noStrike" cap="none" normalizeH="0" baseline="0" smtClean="0">
                                            <a:ln>
                                              <a:noFill/>
                                            </a:ln>
                                            <a:solidFill>
                                              <a:srgbClr val="FF0000"/>
                                            </a:solidFill>
                                            <a:effectLst/>
                                            <a:latin typeface="Cambria Math" panose="02040503050406030204" pitchFamily="18" charset="0"/>
                                          </a:rPr>
                                          <m:t>𝑶</m:t>
                                        </m:r>
                                      </m:e>
                                      <m:sub>
                                        <m:r>
                                          <a:rPr kumimoji="0" lang="en-IN" sz="2800" b="1" i="1" u="none" strike="noStrike" cap="none" normalizeH="0" baseline="0" smtClean="0">
                                            <a:ln>
                                              <a:noFill/>
                                            </a:ln>
                                            <a:solidFill>
                                              <a:srgbClr val="FF0000"/>
                                            </a:solidFill>
                                            <a:effectLst/>
                                            <a:latin typeface="Cambria Math" panose="02040503050406030204" pitchFamily="18" charset="0"/>
                                          </a:rPr>
                                          <m:t>𝒊</m:t>
                                        </m:r>
                                      </m:sub>
                                    </m:sSub>
                                    <m:r>
                                      <a:rPr kumimoji="0" lang="en-IN" sz="2800" b="1" i="1" u="none" strike="noStrike" cap="none" normalizeH="0" baseline="0" smtClean="0">
                                        <a:ln>
                                          <a:noFill/>
                                        </a:ln>
                                        <a:solidFill>
                                          <a:srgbClr val="FF0000"/>
                                        </a:solidFill>
                                        <a:effectLst/>
                                        <a:latin typeface="Cambria Math" panose="02040503050406030204" pitchFamily="18" charset="0"/>
                                      </a:rPr>
                                      <m:t>−</m:t>
                                    </m:r>
                                    <m:sSub>
                                      <m:sSubPr>
                                        <m:ctrlPr>
                                          <a:rPr kumimoji="0" lang="en-IN" sz="2800" b="1" i="1" u="none" strike="noStrike" cap="none" normalizeH="0" baseline="0" smtClean="0">
                                            <a:ln>
                                              <a:noFill/>
                                            </a:ln>
                                            <a:solidFill>
                                              <a:srgbClr val="FF0000"/>
                                            </a:solidFill>
                                            <a:effectLst/>
                                            <a:latin typeface="Cambria Math" panose="02040503050406030204" pitchFamily="18" charset="0"/>
                                          </a:rPr>
                                        </m:ctrlPr>
                                      </m:sSubPr>
                                      <m:e>
                                        <m:r>
                                          <a:rPr kumimoji="0" lang="en-IN" sz="2800" b="1" i="1" u="none" strike="noStrike" cap="none" normalizeH="0" baseline="0" smtClean="0">
                                            <a:ln>
                                              <a:noFill/>
                                            </a:ln>
                                            <a:solidFill>
                                              <a:srgbClr val="FF0000"/>
                                            </a:solidFill>
                                            <a:effectLst/>
                                            <a:latin typeface="Cambria Math" panose="02040503050406030204" pitchFamily="18" charset="0"/>
                                          </a:rPr>
                                          <m:t>𝑬</m:t>
                                        </m:r>
                                      </m:e>
                                      <m:sub>
                                        <m:r>
                                          <a:rPr kumimoji="0" lang="en-IN" sz="2800" b="1" i="1" u="none" strike="noStrike" cap="none" normalizeH="0" baseline="0" smtClean="0">
                                            <a:ln>
                                              <a:noFill/>
                                            </a:ln>
                                            <a:solidFill>
                                              <a:srgbClr val="FF0000"/>
                                            </a:solidFill>
                                            <a:effectLst/>
                                            <a:latin typeface="Cambria Math" panose="02040503050406030204" pitchFamily="18" charset="0"/>
                                          </a:rPr>
                                          <m:t>𝒊</m:t>
                                        </m:r>
                                      </m:sub>
                                    </m:sSub>
                                    <m:r>
                                      <a:rPr kumimoji="0" lang="en-IN" sz="2800" b="1" i="1" u="none" strike="noStrike" cap="none" normalizeH="0" baseline="0" smtClean="0">
                                        <a:ln>
                                          <a:noFill/>
                                        </a:ln>
                                        <a:solidFill>
                                          <a:srgbClr val="FF0000"/>
                                        </a:solidFill>
                                        <a:effectLst/>
                                        <a:latin typeface="Cambria Math" panose="02040503050406030204" pitchFamily="18" charset="0"/>
                                      </a:rPr>
                                      <m:t>)</m:t>
                                    </m:r>
                                  </m:e>
                                  <m:sup>
                                    <m:r>
                                      <a:rPr kumimoji="0" lang="en-IN" sz="2800" b="1" i="1" u="none" strike="noStrike" cap="none" normalizeH="0" baseline="0" smtClean="0">
                                        <a:ln>
                                          <a:noFill/>
                                        </a:ln>
                                        <a:solidFill>
                                          <a:srgbClr val="FF0000"/>
                                        </a:solidFill>
                                        <a:effectLst/>
                                        <a:latin typeface="Cambria Math" panose="02040503050406030204" pitchFamily="18" charset="0"/>
                                      </a:rPr>
                                      <m:t>𝟐</m:t>
                                    </m:r>
                                  </m:sup>
                                </m:sSup>
                              </m:oMath>
                            </m:oMathPara>
                          </a14:m>
                          <a:endPar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f>
                                  <m:fPr>
                                    <m:ctrlPr>
                                      <a:rPr kumimoji="0" lang="en-US" sz="2800" b="1" i="1" u="none" strike="noStrike" cap="none" normalizeH="0" baseline="0" smtClean="0">
                                        <a:ln>
                                          <a:noFill/>
                                        </a:ln>
                                        <a:solidFill>
                                          <a:srgbClr val="FF0000"/>
                                        </a:solidFill>
                                        <a:effectLst/>
                                        <a:latin typeface="Cambria Math" panose="02040503050406030204" pitchFamily="18" charset="0"/>
                                      </a:rPr>
                                    </m:ctrlPr>
                                  </m:fPr>
                                  <m:num>
                                    <m:sSup>
                                      <m:sSupPr>
                                        <m:ctrlPr>
                                          <a:rPr kumimoji="0" lang="en-US" sz="2800" b="1" i="1" u="none" strike="noStrike" cap="none" normalizeH="0" baseline="0" smtClean="0">
                                            <a:ln>
                                              <a:noFill/>
                                            </a:ln>
                                            <a:solidFill>
                                              <a:srgbClr val="FF0000"/>
                                            </a:solidFill>
                                            <a:effectLst/>
                                            <a:latin typeface="Cambria Math" panose="02040503050406030204" pitchFamily="18" charset="0"/>
                                          </a:rPr>
                                        </m:ctrlPr>
                                      </m:sSupPr>
                                      <m:e>
                                        <m:r>
                                          <a:rPr kumimoji="0" lang="en-IN" sz="2800" b="1" i="1" u="none" strike="noStrike" cap="none" normalizeH="0" baseline="0" smtClean="0">
                                            <a:ln>
                                              <a:noFill/>
                                            </a:ln>
                                            <a:solidFill>
                                              <a:srgbClr val="FF0000"/>
                                            </a:solidFill>
                                            <a:effectLst/>
                                            <a:latin typeface="Cambria Math" panose="02040503050406030204" pitchFamily="18" charset="0"/>
                                          </a:rPr>
                                          <m:t>(</m:t>
                                        </m:r>
                                        <m:sSub>
                                          <m:sSubPr>
                                            <m:ctrlPr>
                                              <a:rPr kumimoji="0" lang="en-IN" sz="2800" b="1" i="1" u="none" strike="noStrike" cap="none" normalizeH="0" baseline="0" smtClean="0">
                                                <a:ln>
                                                  <a:noFill/>
                                                </a:ln>
                                                <a:solidFill>
                                                  <a:srgbClr val="FF0000"/>
                                                </a:solidFill>
                                                <a:effectLst/>
                                                <a:latin typeface="Cambria Math" panose="02040503050406030204" pitchFamily="18" charset="0"/>
                                              </a:rPr>
                                            </m:ctrlPr>
                                          </m:sSubPr>
                                          <m:e>
                                            <m:r>
                                              <a:rPr kumimoji="0" lang="en-IN" sz="2800" b="1" i="1" u="none" strike="noStrike" cap="none" normalizeH="0" baseline="0" smtClean="0">
                                                <a:ln>
                                                  <a:noFill/>
                                                </a:ln>
                                                <a:solidFill>
                                                  <a:srgbClr val="FF0000"/>
                                                </a:solidFill>
                                                <a:effectLst/>
                                                <a:latin typeface="Cambria Math" panose="02040503050406030204" pitchFamily="18" charset="0"/>
                                              </a:rPr>
                                              <m:t>𝑶</m:t>
                                            </m:r>
                                          </m:e>
                                          <m:sub>
                                            <m:r>
                                              <a:rPr kumimoji="0" lang="en-IN" sz="2800" b="1" i="1" u="none" strike="noStrike" cap="none" normalizeH="0" baseline="0" smtClean="0">
                                                <a:ln>
                                                  <a:noFill/>
                                                </a:ln>
                                                <a:solidFill>
                                                  <a:srgbClr val="FF0000"/>
                                                </a:solidFill>
                                                <a:effectLst/>
                                                <a:latin typeface="Cambria Math" panose="02040503050406030204" pitchFamily="18" charset="0"/>
                                              </a:rPr>
                                              <m:t>𝒊</m:t>
                                            </m:r>
                                          </m:sub>
                                        </m:sSub>
                                        <m:r>
                                          <a:rPr kumimoji="0" lang="en-IN" sz="2800" b="1" i="1" u="none" strike="noStrike" cap="none" normalizeH="0" baseline="0" smtClean="0">
                                            <a:ln>
                                              <a:noFill/>
                                            </a:ln>
                                            <a:solidFill>
                                              <a:srgbClr val="FF0000"/>
                                            </a:solidFill>
                                            <a:effectLst/>
                                            <a:latin typeface="Cambria Math" panose="02040503050406030204" pitchFamily="18" charset="0"/>
                                          </a:rPr>
                                          <m:t>−</m:t>
                                        </m:r>
                                        <m:sSub>
                                          <m:sSubPr>
                                            <m:ctrlPr>
                                              <a:rPr kumimoji="0" lang="en-IN" sz="2800" b="1" i="1" u="none" strike="noStrike" cap="none" normalizeH="0" baseline="0" smtClean="0">
                                                <a:ln>
                                                  <a:noFill/>
                                                </a:ln>
                                                <a:solidFill>
                                                  <a:srgbClr val="FF0000"/>
                                                </a:solidFill>
                                                <a:effectLst/>
                                                <a:latin typeface="Cambria Math" panose="02040503050406030204" pitchFamily="18" charset="0"/>
                                              </a:rPr>
                                            </m:ctrlPr>
                                          </m:sSubPr>
                                          <m:e>
                                            <m:r>
                                              <a:rPr kumimoji="0" lang="en-IN" sz="2800" b="1" i="1" u="none" strike="noStrike" cap="none" normalizeH="0" baseline="0" smtClean="0">
                                                <a:ln>
                                                  <a:noFill/>
                                                </a:ln>
                                                <a:solidFill>
                                                  <a:srgbClr val="FF0000"/>
                                                </a:solidFill>
                                                <a:effectLst/>
                                                <a:latin typeface="Cambria Math" panose="02040503050406030204" pitchFamily="18" charset="0"/>
                                              </a:rPr>
                                              <m:t>𝑬</m:t>
                                            </m:r>
                                          </m:e>
                                          <m:sub>
                                            <m:r>
                                              <a:rPr kumimoji="0" lang="en-IN" sz="2800" b="1" i="1" u="none" strike="noStrike" cap="none" normalizeH="0" baseline="0" smtClean="0">
                                                <a:ln>
                                                  <a:noFill/>
                                                </a:ln>
                                                <a:solidFill>
                                                  <a:srgbClr val="FF0000"/>
                                                </a:solidFill>
                                                <a:effectLst/>
                                                <a:latin typeface="Cambria Math" panose="02040503050406030204" pitchFamily="18" charset="0"/>
                                              </a:rPr>
                                              <m:t>𝒊</m:t>
                                            </m:r>
                                          </m:sub>
                                        </m:sSub>
                                        <m:r>
                                          <a:rPr kumimoji="0" lang="en-IN" sz="2800" b="1" i="1" u="none" strike="noStrike" cap="none" normalizeH="0" baseline="0" smtClean="0">
                                            <a:ln>
                                              <a:noFill/>
                                            </a:ln>
                                            <a:solidFill>
                                              <a:srgbClr val="FF0000"/>
                                            </a:solidFill>
                                            <a:effectLst/>
                                            <a:latin typeface="Cambria Math" panose="02040503050406030204" pitchFamily="18" charset="0"/>
                                          </a:rPr>
                                          <m:t>)</m:t>
                                        </m:r>
                                      </m:e>
                                      <m:sup>
                                        <m:r>
                                          <a:rPr kumimoji="0" lang="en-IN" sz="2800" b="1" i="1" u="none" strike="noStrike" cap="none" normalizeH="0" baseline="0" smtClean="0">
                                            <a:ln>
                                              <a:noFill/>
                                            </a:ln>
                                            <a:solidFill>
                                              <a:srgbClr val="FF0000"/>
                                            </a:solidFill>
                                            <a:effectLst/>
                                            <a:latin typeface="Cambria Math" panose="02040503050406030204" pitchFamily="18" charset="0"/>
                                          </a:rPr>
                                          <m:t>𝟐</m:t>
                                        </m:r>
                                      </m:sup>
                                    </m:sSup>
                                  </m:num>
                                  <m:den>
                                    <m:sSub>
                                      <m:sSubPr>
                                        <m:ctrlPr>
                                          <a:rPr kumimoji="0" lang="en-US" sz="2800" b="1" i="1" u="none" strike="noStrike" cap="none" normalizeH="0" baseline="0" smtClean="0">
                                            <a:ln>
                                              <a:noFill/>
                                            </a:ln>
                                            <a:solidFill>
                                              <a:srgbClr val="FF0000"/>
                                            </a:solidFill>
                                            <a:effectLst/>
                                            <a:latin typeface="Cambria Math" panose="02040503050406030204" pitchFamily="18" charset="0"/>
                                          </a:rPr>
                                        </m:ctrlPr>
                                      </m:sSubPr>
                                      <m:e>
                                        <m:r>
                                          <a:rPr kumimoji="0" lang="en-IN" sz="2800" b="1" i="1" u="none" strike="noStrike" cap="none" normalizeH="0" baseline="0" smtClean="0">
                                            <a:ln>
                                              <a:noFill/>
                                            </a:ln>
                                            <a:solidFill>
                                              <a:srgbClr val="FF0000"/>
                                            </a:solidFill>
                                            <a:effectLst/>
                                            <a:latin typeface="Cambria Math" panose="02040503050406030204" pitchFamily="18" charset="0"/>
                                          </a:rPr>
                                          <m:t>𝑬</m:t>
                                        </m:r>
                                      </m:e>
                                      <m:sub>
                                        <m:r>
                                          <a:rPr kumimoji="0" lang="en-IN" sz="2800" b="1" i="1" u="none" strike="noStrike" cap="none" normalizeH="0" baseline="0" smtClean="0">
                                            <a:ln>
                                              <a:noFill/>
                                            </a:ln>
                                            <a:solidFill>
                                              <a:srgbClr val="FF0000"/>
                                            </a:solidFill>
                                            <a:effectLst/>
                                            <a:latin typeface="Cambria Math" panose="02040503050406030204" pitchFamily="18" charset="0"/>
                                          </a:rPr>
                                          <m:t>𝒊</m:t>
                                        </m:r>
                                      </m:sub>
                                    </m:sSub>
                                  </m:den>
                                </m:f>
                              </m:oMath>
                            </m:oMathPara>
                          </a14:m>
                          <a:endPar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33.35</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- 12.35</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152.52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4.57</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29.97</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6.03</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36.36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23.68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6.32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39.94</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1.69</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35.65</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12.35</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152.52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4.28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32.03</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- 6.03</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36.36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1.14</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19</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25.32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- 6.32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39.94</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Total</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180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180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Chi-square statistic</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l-GR"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χ</a:t>
                          </a:r>
                          <a:r>
                            <a:rPr kumimoji="0" lang="en-IN" sz="2800" b="1" i="0" u="none" strike="noStrike" cap="none" normalizeH="0" baseline="30000" dirty="0">
                              <a:ln>
                                <a:noFill/>
                              </a:ln>
                              <a:solidFill>
                                <a:srgbClr val="FF0000"/>
                              </a:solidFill>
                              <a:effectLst/>
                              <a:latin typeface="Times New Roman" panose="02020603050405020304" pitchFamily="18" charset="0"/>
                              <a:cs typeface="Times New Roman" panose="02020603050405020304" pitchFamily="18" charset="0"/>
                            </a:rPr>
                            <a:t>2</a:t>
                          </a:r>
                          <a:r>
                            <a:rPr kumimoji="0" lang="en-IN"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 </a:t>
                          </a: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14.46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mc:Choice>
        <mc:Fallback xmlns="">
          <p:graphicFrame>
            <p:nvGraphicFramePr>
              <p:cNvPr id="6" name="Group 3">
                <a:extLst>
                  <a:ext uri="{FF2B5EF4-FFF2-40B4-BE49-F238E27FC236}">
                    <a16:creationId xmlns:a16="http://schemas.microsoft.com/office/drawing/2014/main" id="{1A5B0C34-364C-A9FA-99EF-DF5145050DDD}"/>
                  </a:ext>
                </a:extLst>
              </p:cNvPr>
              <p:cNvGraphicFramePr>
                <a:graphicFrameLocks/>
              </p:cNvGraphicFramePr>
              <p:nvPr>
                <p:extLst>
                  <p:ext uri="{D42A27DB-BD31-4B8C-83A1-F6EECF244321}">
                    <p14:modId xmlns:p14="http://schemas.microsoft.com/office/powerpoint/2010/main" val="3858355235"/>
                  </p:ext>
                </p:extLst>
              </p:nvPr>
            </p:nvGraphicFramePr>
            <p:xfrm>
              <a:off x="344734" y="1954288"/>
              <a:ext cx="11437691" cy="4834466"/>
            </p:xfrm>
            <a:graphic>
              <a:graphicData uri="http://schemas.openxmlformats.org/drawingml/2006/table">
                <a:tbl>
                  <a:tblPr/>
                  <a:tblGrid>
                    <a:gridCol w="2000768">
                      <a:extLst>
                        <a:ext uri="{9D8B030D-6E8A-4147-A177-3AD203B41FA5}">
                          <a16:colId xmlns:a16="http://schemas.microsoft.com/office/drawing/2014/main" val="20000"/>
                        </a:ext>
                      </a:extLst>
                    </a:gridCol>
                    <a:gridCol w="1468399">
                      <a:extLst>
                        <a:ext uri="{9D8B030D-6E8A-4147-A177-3AD203B41FA5}">
                          <a16:colId xmlns:a16="http://schemas.microsoft.com/office/drawing/2014/main" val="20001"/>
                        </a:ext>
                      </a:extLst>
                    </a:gridCol>
                    <a:gridCol w="1522579">
                      <a:extLst>
                        <a:ext uri="{9D8B030D-6E8A-4147-A177-3AD203B41FA5}">
                          <a16:colId xmlns:a16="http://schemas.microsoft.com/office/drawing/2014/main" val="20002"/>
                        </a:ext>
                      </a:extLst>
                    </a:gridCol>
                    <a:gridCol w="1755852">
                      <a:extLst>
                        <a:ext uri="{9D8B030D-6E8A-4147-A177-3AD203B41FA5}">
                          <a16:colId xmlns:a16="http://schemas.microsoft.com/office/drawing/2014/main" val="20003"/>
                        </a:ext>
                      </a:extLst>
                    </a:gridCol>
                    <a:gridCol w="2503011">
                      <a:extLst>
                        <a:ext uri="{9D8B030D-6E8A-4147-A177-3AD203B41FA5}">
                          <a16:colId xmlns:a16="http://schemas.microsoft.com/office/drawing/2014/main" val="20004"/>
                        </a:ext>
                      </a:extLst>
                    </a:gridCol>
                    <a:gridCol w="2187082">
                      <a:extLst>
                        <a:ext uri="{9D8B030D-6E8A-4147-A177-3AD203B41FA5}">
                          <a16:colId xmlns:a16="http://schemas.microsoft.com/office/drawing/2014/main" val="20005"/>
                        </a:ext>
                      </a:extLst>
                    </a:gridCol>
                  </a:tblGrid>
                  <a:tr h="104457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Sl</a:t>
                          </a: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No</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r>
                            <a:rPr kumimoji="0" lang="en-US" sz="28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O</a:t>
                          </a:r>
                          <a:r>
                            <a:rPr kumimoji="0" lang="en-US" sz="2800" b="1" i="0" u="none" strike="noStrike" cap="none" normalizeH="0" baseline="-30000" dirty="0" err="1">
                              <a:ln>
                                <a:noFill/>
                              </a:ln>
                              <a:solidFill>
                                <a:srgbClr val="FF0000"/>
                              </a:solidFill>
                              <a:effectLst/>
                              <a:latin typeface="Times New Roman" panose="02020603050405020304" pitchFamily="18" charset="0"/>
                              <a:cs typeface="Times New Roman" panose="02020603050405020304" pitchFamily="18" charset="0"/>
                            </a:rPr>
                            <a:t>i</a:t>
                          </a: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sz="28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E</a:t>
                          </a:r>
                          <a:r>
                            <a:rPr kumimoji="0" lang="en-US" sz="2800" b="1" i="0" u="none" strike="noStrike" cap="none" normalizeH="0" baseline="-30000" dirty="0" err="1">
                              <a:ln>
                                <a:noFill/>
                              </a:ln>
                              <a:solidFill>
                                <a:srgbClr val="FF0000"/>
                              </a:solidFill>
                              <a:effectLst/>
                              <a:latin typeface="Times New Roman" panose="02020603050405020304" pitchFamily="18" charset="0"/>
                              <a:cs typeface="Times New Roman" panose="02020603050405020304" pitchFamily="18" charset="0"/>
                            </a:rPr>
                            <a:t>i</a:t>
                          </a: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84722" t="-581" r="-268056" b="-376163"/>
                          </a:stretch>
                        </a:blipFill>
                      </a:tcPr>
                    </a:tc>
                    <a:tc>
                      <a:txBody>
                        <a:bodyPr/>
                        <a:lstStyle/>
                        <a:p>
                          <a:endParaRPr lang="en-US"/>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69586" t="-581" r="-87835" b="-376163"/>
                          </a:stretch>
                        </a:blipFill>
                      </a:tcPr>
                    </a:tc>
                    <a:tc>
                      <a:txBody>
                        <a:bodyPr/>
                        <a:lstStyle/>
                        <a:p>
                          <a:endParaRPr lang="en-US"/>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423120" t="-581" r="-557" b="-376163"/>
                          </a:stretch>
                        </a:blipFill>
                      </a:tcPr>
                    </a:tc>
                    <a:extLst>
                      <a:ext uri="{0D108BD9-81ED-4DB2-BD59-A6C34878D82A}">
                        <a16:rowId xmlns:a16="http://schemas.microsoft.com/office/drawing/2014/main" val="10000"/>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33.35</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- 12.35</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152.52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4.57</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29.97</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6.03</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36.36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1.21</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23.68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6.32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39.94</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1.69</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35.65</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12.35</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152.52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4.28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32.03</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- 6.03</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36.36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1.14</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19</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25.32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- 6.32</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39.94</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1.58</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14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Total</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180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180</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Chi-square statistic</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l-GR"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χ</a:t>
                          </a:r>
                          <a:r>
                            <a:rPr kumimoji="0" lang="en-IN" sz="2800" b="1" i="0" u="none" strike="noStrike" cap="none" normalizeH="0" baseline="30000" dirty="0">
                              <a:ln>
                                <a:noFill/>
                              </a:ln>
                              <a:solidFill>
                                <a:srgbClr val="FF0000"/>
                              </a:solidFill>
                              <a:effectLst/>
                              <a:latin typeface="Times New Roman" panose="02020603050405020304" pitchFamily="18" charset="0"/>
                              <a:cs typeface="Times New Roman" panose="02020603050405020304" pitchFamily="18" charset="0"/>
                            </a:rPr>
                            <a:t>2</a:t>
                          </a:r>
                          <a:r>
                            <a:rPr kumimoji="0" lang="en-IN"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 </a:t>
                          </a:r>
                          <a:r>
                            <a:rPr kumimoji="0" 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14.46</a:t>
                          </a:r>
                        </a:p>
                      </a:txBody>
                      <a:tcPr marL="140452" marR="140452" marT="52800" marB="52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mc:Fallback>
      </mc:AlternateContent>
      <p:sp>
        <p:nvSpPr>
          <p:cNvPr id="7" name="Rectangle 2">
            <a:extLst>
              <a:ext uri="{FF2B5EF4-FFF2-40B4-BE49-F238E27FC236}">
                <a16:creationId xmlns:a16="http://schemas.microsoft.com/office/drawing/2014/main" id="{D8628D7D-D5E0-93F4-6665-EACF8D143D88}"/>
              </a:ext>
            </a:extLst>
          </p:cNvPr>
          <p:cNvSpPr txBox="1">
            <a:spLocks noChangeArrowheads="1"/>
          </p:cNvSpPr>
          <p:nvPr/>
        </p:nvSpPr>
        <p:spPr bwMode="auto">
          <a:xfrm>
            <a:off x="344734" y="1153438"/>
            <a:ext cx="10657366" cy="735171"/>
          </a:xfrm>
          <a:prstGeom prst="rect">
            <a:avLst/>
          </a:prstGeom>
          <a:noFill/>
          <a:ln>
            <a:miter lim="800000"/>
            <a:headEnd/>
            <a:tailEnd/>
          </a:ln>
        </p:spPr>
        <p:txBody>
          <a:bodyPr vert="horz" lIns="105601" tIns="52800" rIns="105601" bIns="52800" rtlCol="0" anchor="ctr">
            <a:noAutofit/>
          </a:bodyPr>
          <a:lstStyle/>
          <a:p>
            <a:pPr marL="0" marR="0" lvl="0" indent="0" algn="l" defTabSz="1056041"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Verdana" pitchFamily="34" charset="0"/>
                <a:cs typeface="Times New Roman" panose="02020603050405020304" pitchFamily="18" charset="0"/>
              </a:rPr>
              <a:t>Calculation of Chi-square statistic</a:t>
            </a:r>
          </a:p>
        </p:txBody>
      </p:sp>
    </p:spTree>
    <p:extLst>
      <p:ext uri="{BB962C8B-B14F-4D97-AF65-F5344CB8AC3E}">
        <p14:creationId xmlns:p14="http://schemas.microsoft.com/office/powerpoint/2010/main" val="121338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62DDD-A621-AC7C-E458-201A8F0B23E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Interpretation</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D6A9350-1A74-AFBF-6BA6-838ED4232F66}"/>
              </a:ext>
            </a:extLst>
          </p:cNvPr>
          <p:cNvSpPr>
            <a:spLocks noGrp="1"/>
          </p:cNvSpPr>
          <p:nvPr>
            <p:ph type="body" sz="quarter" idx="13"/>
          </p:nvPr>
        </p:nvSpPr>
        <p:spPr>
          <a:xfrm>
            <a:off x="133350" y="1057275"/>
            <a:ext cx="11906250" cy="5640156"/>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BD576815-52CE-041D-90DE-8C69A02A5E06}"/>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sp>
        <p:nvSpPr>
          <p:cNvPr id="6" name="Rectangle 2">
            <a:extLst>
              <a:ext uri="{FF2B5EF4-FFF2-40B4-BE49-F238E27FC236}">
                <a16:creationId xmlns:a16="http://schemas.microsoft.com/office/drawing/2014/main" id="{E2C9820F-E155-4962-9683-2FD262CFBE5E}"/>
              </a:ext>
            </a:extLst>
          </p:cNvPr>
          <p:cNvSpPr txBox="1">
            <a:spLocks noChangeArrowheads="1"/>
          </p:cNvSpPr>
          <p:nvPr/>
        </p:nvSpPr>
        <p:spPr bwMode="auto">
          <a:xfrm>
            <a:off x="219970" y="1223955"/>
            <a:ext cx="4928023" cy="704003"/>
          </a:xfrm>
          <a:prstGeom prst="rect">
            <a:avLst/>
          </a:prstGeom>
          <a:noFill/>
          <a:ln>
            <a:miter lim="800000"/>
            <a:headEnd/>
            <a:tailEnd/>
          </a:ln>
        </p:spPr>
        <p:txBody>
          <a:bodyPr vert="horz" lIns="105601" tIns="52800" rIns="105601" bIns="52800" rtlCol="0" anchor="ctr">
            <a:noAutofit/>
          </a:bodyPr>
          <a:lstStyle/>
          <a:p>
            <a:pPr marL="0" marR="0" lvl="0" indent="0" algn="l" defTabSz="1056041"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Interpretation</a:t>
            </a:r>
          </a:p>
        </p:txBody>
      </p:sp>
      <p:sp>
        <p:nvSpPr>
          <p:cNvPr id="7" name="Rectangle 3">
            <a:extLst>
              <a:ext uri="{FF2B5EF4-FFF2-40B4-BE49-F238E27FC236}">
                <a16:creationId xmlns:a16="http://schemas.microsoft.com/office/drawing/2014/main" id="{7B62D433-B2D4-261E-360C-14F7D83EC549}"/>
              </a:ext>
            </a:extLst>
          </p:cNvPr>
          <p:cNvSpPr txBox="1">
            <a:spLocks noChangeArrowheads="1"/>
          </p:cNvSpPr>
          <p:nvPr/>
        </p:nvSpPr>
        <p:spPr>
          <a:xfrm>
            <a:off x="791739" y="1893944"/>
            <a:ext cx="11180291" cy="842343"/>
          </a:xfrm>
          <a:prstGeom prst="rect">
            <a:avLst/>
          </a:prstGeom>
          <a:noFill/>
        </p:spPr>
        <p:txBody>
          <a:bodyPr vert="horz" lIns="105601" tIns="52800" rIns="105601" bIns="52800" rtlCol="0">
            <a:noAutofit/>
          </a:bodyPr>
          <a:lstStyle/>
          <a:p>
            <a:pPr marL="0" marR="0" lvl="0" indent="0" algn="l" defTabSz="1056041"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H</a:t>
            </a:r>
            <a:r>
              <a:rPr kumimoji="0" lang="en-GB" sz="2800" b="1" i="0" u="none" strike="noStrike" kern="1200" cap="none" spc="0" normalizeH="0" baseline="-2500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0</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a:t>
            </a:r>
            <a:r>
              <a:rPr kumimoji="0" lang="en-GB" sz="2800" b="1" i="0" u="none" strike="noStrike" kern="1200" cap="none" spc="0" normalizeH="0" baseline="0" noProof="0" dirty="0">
                <a:ln>
                  <a:noFill/>
                </a:ln>
                <a:solidFill>
                  <a:prstClr val="black"/>
                </a:solidFill>
                <a:effectLst/>
                <a:uLnTx/>
                <a:uFillTx/>
                <a:latin typeface="Times New Roman" panose="02020603050405020304" pitchFamily="18" charset="0"/>
                <a:ea typeface="Verdana" pitchFamily="34" charset="0"/>
                <a:cs typeface="Times New Roman" panose="02020603050405020304" pitchFamily="18" charset="0"/>
              </a:rPr>
              <a:t>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Smoking habit and hypertension may be independent (may not be associated)</a:t>
            </a:r>
            <a:endParaRPr kumimoji="0" 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endParaRPr>
          </a:p>
        </p:txBody>
      </p:sp>
      <p:sp>
        <p:nvSpPr>
          <p:cNvPr id="8" name="Rectangle 3">
            <a:extLst>
              <a:ext uri="{FF2B5EF4-FFF2-40B4-BE49-F238E27FC236}">
                <a16:creationId xmlns:a16="http://schemas.microsoft.com/office/drawing/2014/main" id="{ED8BA9DE-6432-D355-F27D-CF7429CA25F0}"/>
              </a:ext>
            </a:extLst>
          </p:cNvPr>
          <p:cNvSpPr txBox="1">
            <a:spLocks noChangeArrowheads="1"/>
          </p:cNvSpPr>
          <p:nvPr/>
        </p:nvSpPr>
        <p:spPr>
          <a:xfrm>
            <a:off x="791739" y="2850436"/>
            <a:ext cx="11266911" cy="1083389"/>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008000"/>
                </a:solidFill>
                <a:effectLst/>
                <a:uLnTx/>
                <a:uFillTx/>
                <a:latin typeface="Times New Roman" panose="02020603050405020304" pitchFamily="18" charset="0"/>
                <a:ea typeface="Verdana" pitchFamily="34" charset="0"/>
                <a:cs typeface="Times New Roman" panose="02020603050405020304" pitchFamily="18" charset="0"/>
              </a:rPr>
              <a:t>H</a:t>
            </a:r>
            <a:r>
              <a:rPr kumimoji="0" lang="en-GB" sz="2800" b="1" i="0" u="none" strike="noStrike" kern="1200" cap="none" spc="0" normalizeH="0" baseline="-25000" noProof="0" dirty="0">
                <a:ln>
                  <a:noFill/>
                </a:ln>
                <a:solidFill>
                  <a:srgbClr val="008000"/>
                </a:solidFill>
                <a:effectLst/>
                <a:uLnTx/>
                <a:uFillTx/>
                <a:latin typeface="Times New Roman" panose="02020603050405020304" pitchFamily="18" charset="0"/>
                <a:ea typeface="Verdana" pitchFamily="34" charset="0"/>
                <a:cs typeface="Times New Roman" panose="02020603050405020304" pitchFamily="18" charset="0"/>
              </a:rPr>
              <a:t>1</a:t>
            </a:r>
            <a:r>
              <a:rPr kumimoji="0" lang="en-GB" sz="2800" b="1" i="0" u="none" strike="noStrike" kern="1200" cap="none" spc="0" normalizeH="0" baseline="0" noProof="0" dirty="0">
                <a:ln>
                  <a:noFill/>
                </a:ln>
                <a:solidFill>
                  <a:srgbClr val="008000"/>
                </a:solidFill>
                <a:effectLst/>
                <a:uLnTx/>
                <a:uFillTx/>
                <a:latin typeface="Times New Roman" panose="02020603050405020304" pitchFamily="18" charset="0"/>
                <a:ea typeface="Verdana" pitchFamily="34" charset="0"/>
                <a:cs typeface="Times New Roman" panose="02020603050405020304" pitchFamily="18" charset="0"/>
              </a:rPr>
              <a:t>: Smoking habit and hypertension may not be independent (may be associated)</a:t>
            </a:r>
            <a:endParaRPr kumimoji="0" lang="en-US" sz="2800" b="1" i="0" u="none" strike="noStrike" kern="1200" cap="none" spc="0" normalizeH="0" baseline="0" noProof="0" dirty="0">
              <a:ln>
                <a:noFill/>
              </a:ln>
              <a:solidFill>
                <a:srgbClr val="008000"/>
              </a:solidFill>
              <a:effectLst/>
              <a:uLnTx/>
              <a:uFillTx/>
              <a:latin typeface="Times New Roman" panose="02020603050405020304" pitchFamily="18" charset="0"/>
              <a:ea typeface="Verdana" pitchFamily="34" charset="0"/>
              <a:cs typeface="Times New Roman" panose="02020603050405020304" pitchFamily="18" charset="0"/>
            </a:endParaRPr>
          </a:p>
        </p:txBody>
      </p:sp>
      <p:sp>
        <p:nvSpPr>
          <p:cNvPr id="9" name="Rectangle 3">
            <a:extLst>
              <a:ext uri="{FF2B5EF4-FFF2-40B4-BE49-F238E27FC236}">
                <a16:creationId xmlns:a16="http://schemas.microsoft.com/office/drawing/2014/main" id="{93E6204F-8C17-8571-3417-672BC69329EB}"/>
              </a:ext>
            </a:extLst>
          </p:cNvPr>
          <p:cNvSpPr txBox="1">
            <a:spLocks noChangeArrowheads="1"/>
          </p:cNvSpPr>
          <p:nvPr/>
        </p:nvSpPr>
        <p:spPr>
          <a:xfrm>
            <a:off x="791739" y="3842423"/>
            <a:ext cx="10859197" cy="616003"/>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a:t>
            </a:r>
            <a:r>
              <a:rPr kumimoji="0" lang="en-GB" sz="2800" b="1" i="0" u="none" strike="noStrike" kern="1200" cap="none" spc="0" normalizeH="0" baseline="3000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2</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14.46</a:t>
            </a:r>
          </a:p>
        </p:txBody>
      </p:sp>
      <p:sp>
        <p:nvSpPr>
          <p:cNvPr id="10" name="Rectangle 3">
            <a:extLst>
              <a:ext uri="{FF2B5EF4-FFF2-40B4-BE49-F238E27FC236}">
                <a16:creationId xmlns:a16="http://schemas.microsoft.com/office/drawing/2014/main" id="{A2F2BA50-84FC-AD15-EEB3-199F9FF0A14F}"/>
              </a:ext>
            </a:extLst>
          </p:cNvPr>
          <p:cNvSpPr txBox="1">
            <a:spLocks noChangeArrowheads="1"/>
          </p:cNvSpPr>
          <p:nvPr/>
        </p:nvSpPr>
        <p:spPr>
          <a:xfrm>
            <a:off x="791739" y="4572577"/>
            <a:ext cx="1517316" cy="616003"/>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err="1">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df</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 </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2,</a:t>
            </a:r>
          </a:p>
        </p:txBody>
      </p:sp>
      <p:sp>
        <p:nvSpPr>
          <p:cNvPr id="11" name="Rectangle 3">
            <a:extLst>
              <a:ext uri="{FF2B5EF4-FFF2-40B4-BE49-F238E27FC236}">
                <a16:creationId xmlns:a16="http://schemas.microsoft.com/office/drawing/2014/main" id="{67B19A99-CA2F-D1D6-440D-9E89CF802089}"/>
              </a:ext>
            </a:extLst>
          </p:cNvPr>
          <p:cNvSpPr txBox="1">
            <a:spLocks noChangeArrowheads="1"/>
          </p:cNvSpPr>
          <p:nvPr/>
        </p:nvSpPr>
        <p:spPr>
          <a:xfrm>
            <a:off x="9111646" y="4631998"/>
            <a:ext cx="2539290" cy="665852"/>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P </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&lt;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0.001</a:t>
            </a:r>
          </a:p>
        </p:txBody>
      </p:sp>
      <p:sp>
        <p:nvSpPr>
          <p:cNvPr id="12" name="Rectangle 3">
            <a:extLst>
              <a:ext uri="{FF2B5EF4-FFF2-40B4-BE49-F238E27FC236}">
                <a16:creationId xmlns:a16="http://schemas.microsoft.com/office/drawing/2014/main" id="{9179E45A-C001-C9BC-563E-42506B6FE36C}"/>
              </a:ext>
            </a:extLst>
          </p:cNvPr>
          <p:cNvSpPr txBox="1">
            <a:spLocks noChangeArrowheads="1"/>
          </p:cNvSpPr>
          <p:nvPr/>
        </p:nvSpPr>
        <p:spPr>
          <a:xfrm>
            <a:off x="791739" y="5450413"/>
            <a:ext cx="11180291" cy="1227146"/>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Inference: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There may be an association between smoking and Hypertension</a:t>
            </a:r>
            <a:endPar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endParaRPr>
          </a:p>
        </p:txBody>
      </p:sp>
      <p:sp>
        <p:nvSpPr>
          <p:cNvPr id="13" name="Rectangle 3">
            <a:extLst>
              <a:ext uri="{FF2B5EF4-FFF2-40B4-BE49-F238E27FC236}">
                <a16:creationId xmlns:a16="http://schemas.microsoft.com/office/drawing/2014/main" id="{972F569E-8E7E-B46F-73A9-507502C3D45D}"/>
              </a:ext>
            </a:extLst>
          </p:cNvPr>
          <p:cNvSpPr txBox="1">
            <a:spLocks noChangeArrowheads="1"/>
          </p:cNvSpPr>
          <p:nvPr/>
        </p:nvSpPr>
        <p:spPr>
          <a:xfrm>
            <a:off x="2309056" y="4636880"/>
            <a:ext cx="6311070" cy="665851"/>
          </a:xfrm>
          <a:prstGeom prst="rect">
            <a:avLst/>
          </a:prstGeom>
          <a:noFill/>
        </p:spPr>
        <p:txBody>
          <a:bodyPr vert="horz" lIns="105601" tIns="52800" rIns="105601" bIns="52800" rtlCol="0">
            <a:no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Critical value at </a:t>
            </a:r>
            <a:r>
              <a:rPr kumimoji="0" lang="el-GR"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α</a:t>
            </a:r>
            <a:r>
              <a:rPr kumimoji="0" lang="en-IN"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sym typeface="Symbol" pitchFamily="18" charset="2"/>
              </a:rPr>
              <a:t> = 0.05</a:t>
            </a:r>
            <a:r>
              <a:rPr kumimoji="0" lang="en-GB" sz="2800" b="1" i="0" u="none" strike="noStrike" kern="1200" cap="none" spc="0" normalizeH="0" baseline="0" noProof="0" dirty="0">
                <a:ln>
                  <a:noFill/>
                </a:ln>
                <a:solidFill>
                  <a:srgbClr val="FF0000"/>
                </a:solidFill>
                <a:effectLst/>
                <a:uLnTx/>
                <a:uFillTx/>
                <a:latin typeface="Times New Roman" panose="02020603050405020304" pitchFamily="18" charset="0"/>
                <a:ea typeface="Verdana" pitchFamily="34" charset="0"/>
                <a:cs typeface="Times New Roman" panose="02020603050405020304" pitchFamily="18" charset="0"/>
              </a:rPr>
              <a:t> </a:t>
            </a:r>
            <a:r>
              <a:rPr kumimoji="0" lang="en-GB" sz="2800" b="1" i="0" u="none" strike="noStrike" kern="1200" cap="none" spc="0" normalizeH="0" baseline="0" noProof="0" dirty="0">
                <a:ln>
                  <a:noFill/>
                </a:ln>
                <a:solidFill>
                  <a:srgbClr val="0000FF"/>
                </a:solidFill>
                <a:effectLst/>
                <a:uLnTx/>
                <a:uFillTx/>
                <a:latin typeface="Times New Roman" panose="02020603050405020304" pitchFamily="18" charset="0"/>
                <a:ea typeface="Verdana" pitchFamily="34" charset="0"/>
                <a:cs typeface="Times New Roman" panose="02020603050405020304" pitchFamily="18" charset="0"/>
              </a:rPr>
              <a:t>is 5.99,</a:t>
            </a:r>
          </a:p>
        </p:txBody>
      </p:sp>
    </p:spTree>
    <p:extLst>
      <p:ext uri="{BB962C8B-B14F-4D97-AF65-F5344CB8AC3E}">
        <p14:creationId xmlns:p14="http://schemas.microsoft.com/office/powerpoint/2010/main" val="3952194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ppt_x"/>
                                          </p:val>
                                        </p:tav>
                                        <p:tav tm="100000">
                                          <p:val>
                                            <p:strVal val="#ppt_x"/>
                                          </p:val>
                                        </p:tav>
                                      </p:tavLst>
                                    </p:anim>
                                    <p:anim calcmode="lin" valueType="num">
                                      <p:cBhvr additive="base">
                                        <p:cTn id="3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ppt_x"/>
                                          </p:val>
                                        </p:tav>
                                        <p:tav tm="100000">
                                          <p:val>
                                            <p:strVal val="#ppt_x"/>
                                          </p:val>
                                        </p:tav>
                                      </p:tavLst>
                                    </p:anim>
                                    <p:anim calcmode="lin" valueType="num">
                                      <p:cBhvr additive="base">
                                        <p:cTn id="4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p:bldP spid="10" grpId="0"/>
      <p:bldP spid="11" grpId="0"/>
      <p:bldP spid="12" grpId="0"/>
      <p:bldP spid="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110F6-B08F-779C-51EE-DB11A17FE0B5}"/>
              </a:ext>
            </a:extLst>
          </p:cNvPr>
          <p:cNvSpPr>
            <a:spLocks noGrp="1"/>
          </p:cNvSpPr>
          <p:nvPr>
            <p:ph type="title"/>
          </p:nvPr>
        </p:nvSpPr>
        <p:spPr/>
        <p:txBody>
          <a:bodyPr/>
          <a:lstStyle/>
          <a:p>
            <a:r>
              <a:rPr lang="en-US" altLang="zh-CN" dirty="0">
                <a:ea typeface="WenQuanYi Micro Hei"/>
                <a:cs typeface="Times New Roman" panose="02020603050405020304" pitchFamily="18" charset="0"/>
              </a:rPr>
              <a:t>Chi-square test for Goodness-of-fit</a:t>
            </a:r>
            <a:br>
              <a:rPr lang="en-US" dirty="0"/>
            </a:br>
            <a:endParaRPr lang="en-IN" dirty="0"/>
          </a:p>
        </p:txBody>
      </p:sp>
      <p:sp>
        <p:nvSpPr>
          <p:cNvPr id="3" name="Text Placeholder 2">
            <a:extLst>
              <a:ext uri="{FF2B5EF4-FFF2-40B4-BE49-F238E27FC236}">
                <a16:creationId xmlns:a16="http://schemas.microsoft.com/office/drawing/2014/main" id="{D1121F62-D75F-4E0C-A1EF-3D7A35ACF67F}"/>
              </a:ext>
            </a:extLst>
          </p:cNvPr>
          <p:cNvSpPr>
            <a:spLocks noGrp="1"/>
          </p:cNvSpPr>
          <p:nvPr>
            <p:ph type="body" sz="quarter" idx="13"/>
          </p:nvPr>
        </p:nvSpPr>
        <p:spPr>
          <a:xfrm>
            <a:off x="95250" y="1028701"/>
            <a:ext cx="11944350" cy="5668730"/>
          </a:xfrm>
        </p:spPr>
        <p:txBody>
          <a:bodyPr>
            <a:normAutofit fontScale="85000" lnSpcReduction="10000"/>
          </a:bodyPr>
          <a:lstStyle/>
          <a:p>
            <a:pPr>
              <a:lnSpc>
                <a:spcPct val="150000"/>
              </a:lnSpc>
              <a:spcBef>
                <a:spcPct val="0"/>
              </a:spcBef>
              <a:buFontTx/>
              <a:buNone/>
            </a:pPr>
            <a:r>
              <a:rPr lang="en-US" altLang="en-US" sz="2400" b="1" dirty="0">
                <a:latin typeface="Times New Roman" panose="02020603050405020304" pitchFamily="18" charset="0"/>
                <a:cs typeface="Times New Roman" panose="02020603050405020304" pitchFamily="18" charset="0"/>
              </a:rPr>
              <a:t>A powerful test for testing the significance of the discrepancy between theory and experiment was given by</a:t>
            </a:r>
          </a:p>
          <a:p>
            <a:pPr>
              <a:lnSpc>
                <a:spcPct val="150000"/>
              </a:lnSpc>
              <a:spcBef>
                <a:spcPct val="0"/>
              </a:spcBef>
              <a:buFontTx/>
              <a:buNone/>
            </a:pPr>
            <a:r>
              <a:rPr lang="en-US" altLang="en-US" sz="2400" b="1" dirty="0">
                <a:latin typeface="Times New Roman" panose="02020603050405020304" pitchFamily="18" charset="0"/>
                <a:cs typeface="Times New Roman" panose="02020603050405020304" pitchFamily="18" charset="0"/>
              </a:rPr>
              <a:t> Karl Pearson known as “Chi-square test for Goodness – of – fit”. It enables to find the deviation of the</a:t>
            </a:r>
          </a:p>
          <a:p>
            <a:pPr>
              <a:lnSpc>
                <a:spcPct val="150000"/>
              </a:lnSpc>
              <a:spcBef>
                <a:spcPct val="0"/>
              </a:spcBef>
              <a:buFontTx/>
              <a:buNone/>
            </a:pPr>
            <a:r>
              <a:rPr lang="en-US" altLang="en-US" sz="2400" b="1" dirty="0">
                <a:latin typeface="Times New Roman" panose="02020603050405020304" pitchFamily="18" charset="0"/>
                <a:cs typeface="Times New Roman" panose="02020603050405020304" pitchFamily="18" charset="0"/>
              </a:rPr>
              <a:t>experiment from theory is just by chance or is it really due to the inadequacy of the theory to fit the observed data.</a:t>
            </a:r>
          </a:p>
          <a:p>
            <a:pPr>
              <a:lnSpc>
                <a:spcPct val="150000"/>
              </a:lnSpc>
              <a:spcBef>
                <a:spcPct val="0"/>
              </a:spcBef>
              <a:buFontTx/>
              <a:buNone/>
            </a:pPr>
            <a:r>
              <a:rPr lang="en-US" altLang="en-US" sz="2400" dirty="0">
                <a:latin typeface="Times New Roman" panose="02020603050405020304" pitchFamily="18" charset="0"/>
                <a:cs typeface="Times New Roman" panose="02020603050405020304" pitchFamily="18" charset="0"/>
              </a:rPr>
              <a:t>If O</a:t>
            </a:r>
            <a:r>
              <a:rPr lang="en-US" altLang="en-US" sz="2400" baseline="-25000" dirty="0">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 1, 2, …, n) is a set of observed (experimental) Frequencies and E</a:t>
            </a:r>
            <a:r>
              <a:rPr lang="en-US" altLang="en-US" sz="2400" baseline="-25000" dirty="0">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 1, 2, …, n) is the corresponding</a:t>
            </a:r>
          </a:p>
          <a:p>
            <a:pPr>
              <a:lnSpc>
                <a:spcPct val="150000"/>
              </a:lnSpc>
              <a:spcBef>
                <a:spcPct val="0"/>
              </a:spcBef>
              <a:buFontTx/>
              <a:buNone/>
            </a:pPr>
            <a:r>
              <a:rPr lang="en-US" altLang="en-US" sz="2400" dirty="0">
                <a:latin typeface="Times New Roman" panose="02020603050405020304" pitchFamily="18" charset="0"/>
                <a:cs typeface="Times New Roman" panose="02020603050405020304" pitchFamily="18" charset="0"/>
              </a:rPr>
              <a:t>set of expected (theoretical or hypothetical) frequencies, then the Chi-square test statistic is given by </a:t>
            </a:r>
          </a:p>
          <a:p>
            <a:pPr>
              <a:lnSpc>
                <a:spcPct val="150000"/>
              </a:lnSpc>
              <a:spcBef>
                <a:spcPct val="0"/>
              </a:spcBef>
              <a:buFontTx/>
              <a:buNone/>
            </a:pPr>
            <a:endParaRPr lang="en-US" altLang="en-US" sz="2400" dirty="0">
              <a:latin typeface="Times New Roman" panose="02020603050405020304" pitchFamily="18" charset="0"/>
              <a:cs typeface="Times New Roman" panose="02020603050405020304" pitchFamily="18" charset="0"/>
            </a:endParaRPr>
          </a:p>
          <a:p>
            <a:pPr>
              <a:lnSpc>
                <a:spcPct val="150000"/>
              </a:lnSpc>
              <a:spcBef>
                <a:spcPct val="0"/>
              </a:spcBef>
              <a:buFontTx/>
              <a:buNone/>
            </a:pPr>
            <a:endParaRPr lang="en-US" altLang="en-US" sz="2400" dirty="0">
              <a:latin typeface="Times New Roman" panose="02020603050405020304" pitchFamily="18" charset="0"/>
              <a:cs typeface="Times New Roman" panose="02020603050405020304" pitchFamily="18" charset="0"/>
            </a:endParaRPr>
          </a:p>
          <a:p>
            <a:pPr>
              <a:lnSpc>
                <a:spcPct val="150000"/>
              </a:lnSpc>
              <a:spcBef>
                <a:spcPct val="0"/>
              </a:spcBef>
              <a:buFontTx/>
              <a:buNone/>
            </a:pPr>
            <a:endParaRPr lang="en-US" altLang="en-US" sz="2400" dirty="0">
              <a:latin typeface="Times New Roman" panose="02020603050405020304" pitchFamily="18" charset="0"/>
              <a:cs typeface="Times New Roman" panose="02020603050405020304" pitchFamily="18" charset="0"/>
            </a:endParaRPr>
          </a:p>
          <a:p>
            <a:pPr>
              <a:lnSpc>
                <a:spcPct val="150000"/>
              </a:lnSpc>
              <a:spcBef>
                <a:spcPct val="0"/>
              </a:spcBef>
              <a:buFontTx/>
              <a:buNone/>
            </a:pPr>
            <a:endParaRPr lang="en-US" altLang="en-US" sz="2400" dirty="0">
              <a:latin typeface="Times New Roman" panose="02020603050405020304" pitchFamily="18" charset="0"/>
              <a:cs typeface="Times New Roman" panose="02020603050405020304" pitchFamily="18" charset="0"/>
            </a:endParaRPr>
          </a:p>
          <a:p>
            <a:pPr>
              <a:lnSpc>
                <a:spcPct val="150000"/>
              </a:lnSpc>
              <a:spcBef>
                <a:spcPct val="0"/>
              </a:spcBef>
              <a:buNone/>
            </a:pPr>
            <a:r>
              <a:rPr lang="en-US" altLang="en-US" sz="2400" dirty="0">
                <a:latin typeface="Times New Roman" panose="02020603050405020304" pitchFamily="18" charset="0"/>
                <a:cs typeface="Times New Roman" panose="02020603050405020304" pitchFamily="18" charset="0"/>
              </a:rPr>
              <a:t>follows Chi-square distribution with n – 1 degree of freedom.</a:t>
            </a:r>
          </a:p>
          <a:p>
            <a:pPr>
              <a:lnSpc>
                <a:spcPct val="150000"/>
              </a:lnSpc>
              <a:spcBef>
                <a:spcPct val="0"/>
              </a:spcBef>
              <a:buFontTx/>
              <a:buNone/>
            </a:pPr>
            <a:endParaRPr lang="en-US" altLang="en-US" sz="2000" dirty="0">
              <a:latin typeface="Times New Roman" panose="02020603050405020304" pitchFamily="18" charset="0"/>
              <a:cs typeface="Times New Roman" panose="02020603050405020304" pitchFamily="18" charset="0"/>
            </a:endParaRPr>
          </a:p>
          <a:p>
            <a:pPr>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6" name="Picture 5">
            <a:extLst>
              <a:ext uri="{FF2B5EF4-FFF2-40B4-BE49-F238E27FC236}">
                <a16:creationId xmlns:a16="http://schemas.microsoft.com/office/drawing/2014/main" id="{A17BEABA-DAED-D0EF-893B-3BC06F470E6E}"/>
              </a:ext>
            </a:extLst>
          </p:cNvPr>
          <p:cNvPicPr>
            <a:picLocks noChangeAspect="1"/>
          </p:cNvPicPr>
          <p:nvPr/>
        </p:nvPicPr>
        <p:blipFill>
          <a:blip r:embed="rId2"/>
          <a:stretch>
            <a:fillRect/>
          </a:stretch>
        </p:blipFill>
        <p:spPr>
          <a:xfrm>
            <a:off x="3248025" y="3777644"/>
            <a:ext cx="6019800" cy="1508731"/>
          </a:xfrm>
          <a:prstGeom prst="rect">
            <a:avLst/>
          </a:prstGeom>
        </p:spPr>
      </p:pic>
      <p:grpSp>
        <p:nvGrpSpPr>
          <p:cNvPr id="9" name="Group 8">
            <a:extLst>
              <a:ext uri="{FF2B5EF4-FFF2-40B4-BE49-F238E27FC236}">
                <a16:creationId xmlns:a16="http://schemas.microsoft.com/office/drawing/2014/main" id="{AB528BB9-62AA-F954-BE36-128EDAA4662B}"/>
              </a:ext>
            </a:extLst>
          </p:cNvPr>
          <p:cNvGrpSpPr/>
          <p:nvPr/>
        </p:nvGrpSpPr>
        <p:grpSpPr>
          <a:xfrm>
            <a:off x="2706929" y="2335076"/>
            <a:ext cx="9279000" cy="242280"/>
            <a:chOff x="2706929" y="2335076"/>
            <a:chExt cx="9279000" cy="24228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D6A482C-F531-6320-9A94-C19ABF0E3EA6}"/>
                    </a:ext>
                  </a:extLst>
                </p14:cNvPr>
                <p14:cNvContentPartPr/>
                <p14:nvPr/>
              </p14:nvContentPartPr>
              <p14:xfrm>
                <a:off x="2706929" y="2398796"/>
                <a:ext cx="622800" cy="106560"/>
              </p14:xfrm>
            </p:contentPart>
          </mc:Choice>
          <mc:Fallback xmlns="">
            <p:pic>
              <p:nvPicPr>
                <p:cNvPr id="5" name="Ink 4">
                  <a:extLst>
                    <a:ext uri="{FF2B5EF4-FFF2-40B4-BE49-F238E27FC236}">
                      <a16:creationId xmlns:a16="http://schemas.microsoft.com/office/drawing/2014/main" id="{BD6A482C-F531-6320-9A94-C19ABF0E3EA6}"/>
                    </a:ext>
                  </a:extLst>
                </p:cNvPr>
                <p:cNvPicPr/>
                <p:nvPr/>
              </p:nvPicPr>
              <p:blipFill>
                <a:blip r:embed="rId4"/>
                <a:stretch>
                  <a:fillRect/>
                </a:stretch>
              </p:blipFill>
              <p:spPr>
                <a:xfrm>
                  <a:off x="2700809" y="2392676"/>
                  <a:ext cx="6350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AD5F60CB-F70A-5A7F-A075-1FB3EA7A61B8}"/>
                    </a:ext>
                  </a:extLst>
                </p14:cNvPr>
                <p14:cNvContentPartPr/>
                <p14:nvPr/>
              </p14:nvContentPartPr>
              <p14:xfrm>
                <a:off x="2747969" y="2335076"/>
                <a:ext cx="782640" cy="46440"/>
              </p14:xfrm>
            </p:contentPart>
          </mc:Choice>
          <mc:Fallback xmlns="">
            <p:pic>
              <p:nvPicPr>
                <p:cNvPr id="7" name="Ink 6">
                  <a:extLst>
                    <a:ext uri="{FF2B5EF4-FFF2-40B4-BE49-F238E27FC236}">
                      <a16:creationId xmlns:a16="http://schemas.microsoft.com/office/drawing/2014/main" id="{AD5F60CB-F70A-5A7F-A075-1FB3EA7A61B8}"/>
                    </a:ext>
                  </a:extLst>
                </p:cNvPr>
                <p:cNvPicPr/>
                <p:nvPr/>
              </p:nvPicPr>
              <p:blipFill>
                <a:blip r:embed="rId6"/>
                <a:stretch>
                  <a:fillRect/>
                </a:stretch>
              </p:blipFill>
              <p:spPr>
                <a:xfrm>
                  <a:off x="2741849" y="2328956"/>
                  <a:ext cx="79488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F5D79285-1815-14AC-6C81-9DD2745CAAC8}"/>
                    </a:ext>
                  </a:extLst>
                </p14:cNvPr>
                <p14:cNvContentPartPr/>
                <p14:nvPr/>
              </p14:nvContentPartPr>
              <p14:xfrm>
                <a:off x="3125249" y="2350556"/>
                <a:ext cx="8860680" cy="226800"/>
              </p14:xfrm>
            </p:contentPart>
          </mc:Choice>
          <mc:Fallback xmlns="">
            <p:pic>
              <p:nvPicPr>
                <p:cNvPr id="8" name="Ink 7">
                  <a:extLst>
                    <a:ext uri="{FF2B5EF4-FFF2-40B4-BE49-F238E27FC236}">
                      <a16:creationId xmlns:a16="http://schemas.microsoft.com/office/drawing/2014/main" id="{F5D79285-1815-14AC-6C81-9DD2745CAAC8}"/>
                    </a:ext>
                  </a:extLst>
                </p:cNvPr>
                <p:cNvPicPr/>
                <p:nvPr/>
              </p:nvPicPr>
              <p:blipFill>
                <a:blip r:embed="rId8"/>
                <a:stretch>
                  <a:fillRect/>
                </a:stretch>
              </p:blipFill>
              <p:spPr>
                <a:xfrm>
                  <a:off x="3119129" y="2344436"/>
                  <a:ext cx="8872920" cy="239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E0DD6A09-02E6-95DF-0358-73F7DBB73BF4}"/>
                  </a:ext>
                </a:extLst>
              </p14:cNvPr>
              <p14:cNvContentPartPr/>
              <p14:nvPr/>
            </p14:nvContentPartPr>
            <p14:xfrm>
              <a:off x="251009" y="2826116"/>
              <a:ext cx="983160" cy="39240"/>
            </p14:xfrm>
          </p:contentPart>
        </mc:Choice>
        <mc:Fallback xmlns="">
          <p:pic>
            <p:nvPicPr>
              <p:cNvPr id="10" name="Ink 9">
                <a:extLst>
                  <a:ext uri="{FF2B5EF4-FFF2-40B4-BE49-F238E27FC236}">
                    <a16:creationId xmlns:a16="http://schemas.microsoft.com/office/drawing/2014/main" id="{E0DD6A09-02E6-95DF-0358-73F7DBB73BF4}"/>
                  </a:ext>
                </a:extLst>
              </p:cNvPr>
              <p:cNvPicPr/>
              <p:nvPr/>
            </p:nvPicPr>
            <p:blipFill>
              <a:blip r:embed="rId10"/>
              <a:stretch>
                <a:fillRect/>
              </a:stretch>
            </p:blipFill>
            <p:spPr>
              <a:xfrm>
                <a:off x="244889" y="2819996"/>
                <a:ext cx="9954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7BA3A7DD-4262-4256-30BC-C1A3D3C6BF15}"/>
                  </a:ext>
                </a:extLst>
              </p14:cNvPr>
              <p14:cNvContentPartPr/>
              <p14:nvPr/>
            </p14:nvContentPartPr>
            <p14:xfrm>
              <a:off x="3295529" y="3163076"/>
              <a:ext cx="4017960" cy="158400"/>
            </p14:xfrm>
          </p:contentPart>
        </mc:Choice>
        <mc:Fallback xmlns="">
          <p:pic>
            <p:nvPicPr>
              <p:cNvPr id="11" name="Ink 10">
                <a:extLst>
                  <a:ext uri="{FF2B5EF4-FFF2-40B4-BE49-F238E27FC236}">
                    <a16:creationId xmlns:a16="http://schemas.microsoft.com/office/drawing/2014/main" id="{7BA3A7DD-4262-4256-30BC-C1A3D3C6BF15}"/>
                  </a:ext>
                </a:extLst>
              </p:cNvPr>
              <p:cNvPicPr/>
              <p:nvPr/>
            </p:nvPicPr>
            <p:blipFill>
              <a:blip r:embed="rId12"/>
              <a:stretch>
                <a:fillRect/>
              </a:stretch>
            </p:blipFill>
            <p:spPr>
              <a:xfrm>
                <a:off x="3289409" y="3156956"/>
                <a:ext cx="403020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317D7137-DE1E-D9D5-C87E-280558D9F42B}"/>
                  </a:ext>
                </a:extLst>
              </p14:cNvPr>
              <p14:cNvContentPartPr/>
              <p14:nvPr/>
            </p14:nvContentPartPr>
            <p14:xfrm>
              <a:off x="9771929" y="3126716"/>
              <a:ext cx="2101680" cy="164520"/>
            </p14:xfrm>
          </p:contentPart>
        </mc:Choice>
        <mc:Fallback xmlns="">
          <p:pic>
            <p:nvPicPr>
              <p:cNvPr id="12" name="Ink 11">
                <a:extLst>
                  <a:ext uri="{FF2B5EF4-FFF2-40B4-BE49-F238E27FC236}">
                    <a16:creationId xmlns:a16="http://schemas.microsoft.com/office/drawing/2014/main" id="{317D7137-DE1E-D9D5-C87E-280558D9F42B}"/>
                  </a:ext>
                </a:extLst>
              </p:cNvPr>
              <p:cNvPicPr/>
              <p:nvPr/>
            </p:nvPicPr>
            <p:blipFill>
              <a:blip r:embed="rId14"/>
              <a:stretch>
                <a:fillRect/>
              </a:stretch>
            </p:blipFill>
            <p:spPr>
              <a:xfrm>
                <a:off x="9765809" y="3120596"/>
                <a:ext cx="211392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F28931E9-2F91-2970-3704-98D8BB0C5234}"/>
                  </a:ext>
                </a:extLst>
              </p14:cNvPr>
              <p14:cNvContentPartPr/>
              <p14:nvPr/>
            </p14:nvContentPartPr>
            <p14:xfrm>
              <a:off x="213929" y="3548996"/>
              <a:ext cx="5759280" cy="144360"/>
            </p14:xfrm>
          </p:contentPart>
        </mc:Choice>
        <mc:Fallback xmlns="">
          <p:pic>
            <p:nvPicPr>
              <p:cNvPr id="13" name="Ink 12">
                <a:extLst>
                  <a:ext uri="{FF2B5EF4-FFF2-40B4-BE49-F238E27FC236}">
                    <a16:creationId xmlns:a16="http://schemas.microsoft.com/office/drawing/2014/main" id="{F28931E9-2F91-2970-3704-98D8BB0C5234}"/>
                  </a:ext>
                </a:extLst>
              </p:cNvPr>
              <p:cNvPicPr/>
              <p:nvPr/>
            </p:nvPicPr>
            <p:blipFill>
              <a:blip r:embed="rId16"/>
              <a:stretch>
                <a:fillRect/>
              </a:stretch>
            </p:blipFill>
            <p:spPr>
              <a:xfrm>
                <a:off x="207809" y="3542876"/>
                <a:ext cx="577152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179D5EC4-3690-45C0-9B34-4648FA167A71}"/>
                  </a:ext>
                </a:extLst>
              </p14:cNvPr>
              <p14:cNvContentPartPr/>
              <p14:nvPr/>
            </p14:nvContentPartPr>
            <p14:xfrm>
              <a:off x="8657369" y="4868396"/>
              <a:ext cx="519840" cy="42840"/>
            </p14:xfrm>
          </p:contentPart>
        </mc:Choice>
        <mc:Fallback xmlns="">
          <p:pic>
            <p:nvPicPr>
              <p:cNvPr id="14" name="Ink 13">
                <a:extLst>
                  <a:ext uri="{FF2B5EF4-FFF2-40B4-BE49-F238E27FC236}">
                    <a16:creationId xmlns:a16="http://schemas.microsoft.com/office/drawing/2014/main" id="{179D5EC4-3690-45C0-9B34-4648FA167A71}"/>
                  </a:ext>
                </a:extLst>
              </p:cNvPr>
              <p:cNvPicPr/>
              <p:nvPr/>
            </p:nvPicPr>
            <p:blipFill>
              <a:blip r:embed="rId18"/>
              <a:stretch>
                <a:fillRect/>
              </a:stretch>
            </p:blipFill>
            <p:spPr>
              <a:xfrm>
                <a:off x="8651249" y="4862276"/>
                <a:ext cx="5320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57548AB5-0607-83B1-6282-842BEA347CE0}"/>
                  </a:ext>
                </a:extLst>
              </p14:cNvPr>
              <p14:cNvContentPartPr/>
              <p14:nvPr/>
            </p14:nvContentPartPr>
            <p14:xfrm>
              <a:off x="882809" y="5750396"/>
              <a:ext cx="5535720" cy="147600"/>
            </p14:xfrm>
          </p:contentPart>
        </mc:Choice>
        <mc:Fallback xmlns="">
          <p:pic>
            <p:nvPicPr>
              <p:cNvPr id="15" name="Ink 14">
                <a:extLst>
                  <a:ext uri="{FF2B5EF4-FFF2-40B4-BE49-F238E27FC236}">
                    <a16:creationId xmlns:a16="http://schemas.microsoft.com/office/drawing/2014/main" id="{57548AB5-0607-83B1-6282-842BEA347CE0}"/>
                  </a:ext>
                </a:extLst>
              </p:cNvPr>
              <p:cNvPicPr/>
              <p:nvPr/>
            </p:nvPicPr>
            <p:blipFill>
              <a:blip r:embed="rId20"/>
              <a:stretch>
                <a:fillRect/>
              </a:stretch>
            </p:blipFill>
            <p:spPr>
              <a:xfrm>
                <a:off x="876689" y="5744276"/>
                <a:ext cx="5547960" cy="159840"/>
              </a:xfrm>
              <a:prstGeom prst="rect">
                <a:avLst/>
              </a:prstGeom>
            </p:spPr>
          </p:pic>
        </mc:Fallback>
      </mc:AlternateContent>
    </p:spTree>
    <p:extLst>
      <p:ext uri="{BB962C8B-B14F-4D97-AF65-F5344CB8AC3E}">
        <p14:creationId xmlns:p14="http://schemas.microsoft.com/office/powerpoint/2010/main" val="2401124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0DFD4-A614-0A21-81C7-F54C0CC03A32}"/>
              </a:ext>
            </a:extLst>
          </p:cNvPr>
          <p:cNvSpPr>
            <a:spLocks noGrp="1"/>
          </p:cNvSpPr>
          <p:nvPr>
            <p:ph type="title"/>
          </p:nvPr>
        </p:nvSpPr>
        <p:spPr/>
        <p:txBody>
          <a:bodyPr/>
          <a:lstStyle/>
          <a:p>
            <a:r>
              <a:rPr lang="en-US" dirty="0"/>
              <a:t>Example:</a:t>
            </a:r>
            <a:endParaRPr lang="en-IN" dirty="0"/>
          </a:p>
        </p:txBody>
      </p:sp>
      <p:sp>
        <p:nvSpPr>
          <p:cNvPr id="3" name="Text Placeholder 2">
            <a:extLst>
              <a:ext uri="{FF2B5EF4-FFF2-40B4-BE49-F238E27FC236}">
                <a16:creationId xmlns:a16="http://schemas.microsoft.com/office/drawing/2014/main" id="{6A009A21-9625-67EE-8E63-C1921C9C1965}"/>
              </a:ext>
            </a:extLst>
          </p:cNvPr>
          <p:cNvSpPr>
            <a:spLocks noGrp="1"/>
          </p:cNvSpPr>
          <p:nvPr>
            <p:ph type="body" sz="quarter" idx="13"/>
          </p:nvPr>
        </p:nvSpPr>
        <p:spPr>
          <a:xfrm>
            <a:off x="104774" y="1000125"/>
            <a:ext cx="11991975" cy="5697306"/>
          </a:xfrm>
        </p:spPr>
        <p:txBody>
          <a:bodyPr/>
          <a:lstStyle/>
          <a:p>
            <a:pPr marL="0" indent="0">
              <a:buNone/>
            </a:pPr>
            <a:r>
              <a:rPr lang="en-US" altLang="en-US" sz="2800" b="1" dirty="0">
                <a:latin typeface="Times New Roman" panose="02020603050405020304" pitchFamily="18" charset="0"/>
                <a:cs typeface="Times New Roman" panose="02020603050405020304" pitchFamily="18" charset="0"/>
              </a:rPr>
              <a:t>The following data shows the distribution of digits in numbers chosen at random from a telephone directory. The digits are: </a:t>
            </a:r>
          </a:p>
          <a:p>
            <a:pPr marL="0" indent="0">
              <a:buNone/>
            </a:pPr>
            <a:endParaRPr lang="en-US" altLang="en-US" sz="2800" b="1"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Content Placeholder 2">
            <a:extLst>
              <a:ext uri="{FF2B5EF4-FFF2-40B4-BE49-F238E27FC236}">
                <a16:creationId xmlns:a16="http://schemas.microsoft.com/office/drawing/2014/main" id="{C49005C7-0FD9-AC77-6D4B-254DAD94082B}"/>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graphicFrame>
        <p:nvGraphicFramePr>
          <p:cNvPr id="8" name="Table 7">
            <a:extLst>
              <a:ext uri="{FF2B5EF4-FFF2-40B4-BE49-F238E27FC236}">
                <a16:creationId xmlns:a16="http://schemas.microsoft.com/office/drawing/2014/main" id="{1D4F18AF-FF89-D32C-465B-D7271F4FE4DD}"/>
              </a:ext>
            </a:extLst>
          </p:cNvPr>
          <p:cNvGraphicFramePr>
            <a:graphicFrameLocks noGrp="1"/>
          </p:cNvGraphicFramePr>
          <p:nvPr/>
        </p:nvGraphicFramePr>
        <p:xfrm>
          <a:off x="104774" y="2010234"/>
          <a:ext cx="11686381" cy="1847546"/>
        </p:xfrm>
        <a:graphic>
          <a:graphicData uri="http://schemas.openxmlformats.org/drawingml/2006/table">
            <a:tbl>
              <a:tblPr>
                <a:tableStyleId>{5940675A-B579-460E-94D1-54222C63F5DA}</a:tableStyleId>
              </a:tblPr>
              <a:tblGrid>
                <a:gridCol w="925384">
                  <a:extLst>
                    <a:ext uri="{9D8B030D-6E8A-4147-A177-3AD203B41FA5}">
                      <a16:colId xmlns:a16="http://schemas.microsoft.com/office/drawing/2014/main" val="20000"/>
                    </a:ext>
                  </a:extLst>
                </a:gridCol>
                <a:gridCol w="902952">
                  <a:extLst>
                    <a:ext uri="{9D8B030D-6E8A-4147-A177-3AD203B41FA5}">
                      <a16:colId xmlns:a16="http://schemas.microsoft.com/office/drawing/2014/main" val="20001"/>
                    </a:ext>
                  </a:extLst>
                </a:gridCol>
                <a:gridCol w="1049019">
                  <a:extLst>
                    <a:ext uri="{9D8B030D-6E8A-4147-A177-3AD203B41FA5}">
                      <a16:colId xmlns:a16="http://schemas.microsoft.com/office/drawing/2014/main" val="20002"/>
                    </a:ext>
                  </a:extLst>
                </a:gridCol>
                <a:gridCol w="956068">
                  <a:extLst>
                    <a:ext uri="{9D8B030D-6E8A-4147-A177-3AD203B41FA5}">
                      <a16:colId xmlns:a16="http://schemas.microsoft.com/office/drawing/2014/main" val="20003"/>
                    </a:ext>
                  </a:extLst>
                </a:gridCol>
                <a:gridCol w="929512">
                  <a:extLst>
                    <a:ext uri="{9D8B030D-6E8A-4147-A177-3AD203B41FA5}">
                      <a16:colId xmlns:a16="http://schemas.microsoft.com/office/drawing/2014/main" val="20004"/>
                    </a:ext>
                  </a:extLst>
                </a:gridCol>
                <a:gridCol w="982626">
                  <a:extLst>
                    <a:ext uri="{9D8B030D-6E8A-4147-A177-3AD203B41FA5}">
                      <a16:colId xmlns:a16="http://schemas.microsoft.com/office/drawing/2014/main" val="20005"/>
                    </a:ext>
                  </a:extLst>
                </a:gridCol>
                <a:gridCol w="956068">
                  <a:extLst>
                    <a:ext uri="{9D8B030D-6E8A-4147-A177-3AD203B41FA5}">
                      <a16:colId xmlns:a16="http://schemas.microsoft.com/office/drawing/2014/main" val="20006"/>
                    </a:ext>
                  </a:extLst>
                </a:gridCol>
                <a:gridCol w="1009183">
                  <a:extLst>
                    <a:ext uri="{9D8B030D-6E8A-4147-A177-3AD203B41FA5}">
                      <a16:colId xmlns:a16="http://schemas.microsoft.com/office/drawing/2014/main" val="20007"/>
                    </a:ext>
                  </a:extLst>
                </a:gridCol>
                <a:gridCol w="929512">
                  <a:extLst>
                    <a:ext uri="{9D8B030D-6E8A-4147-A177-3AD203B41FA5}">
                      <a16:colId xmlns:a16="http://schemas.microsoft.com/office/drawing/2014/main" val="20008"/>
                    </a:ext>
                  </a:extLst>
                </a:gridCol>
                <a:gridCol w="916232">
                  <a:extLst>
                    <a:ext uri="{9D8B030D-6E8A-4147-A177-3AD203B41FA5}">
                      <a16:colId xmlns:a16="http://schemas.microsoft.com/office/drawing/2014/main" val="20009"/>
                    </a:ext>
                  </a:extLst>
                </a:gridCol>
                <a:gridCol w="956068">
                  <a:extLst>
                    <a:ext uri="{9D8B030D-6E8A-4147-A177-3AD203B41FA5}">
                      <a16:colId xmlns:a16="http://schemas.microsoft.com/office/drawing/2014/main" val="20010"/>
                    </a:ext>
                  </a:extLst>
                </a:gridCol>
                <a:gridCol w="1173757">
                  <a:extLst>
                    <a:ext uri="{9D8B030D-6E8A-4147-A177-3AD203B41FA5}">
                      <a16:colId xmlns:a16="http://schemas.microsoft.com/office/drawing/2014/main" val="20011"/>
                    </a:ext>
                  </a:extLst>
                </a:gridCol>
              </a:tblGrid>
              <a:tr h="923773">
                <a:tc>
                  <a:txBody>
                    <a:bodyPr/>
                    <a:lstStyle/>
                    <a:p>
                      <a:pPr algn="l" fontAlgn="ctr"/>
                      <a:r>
                        <a:rPr lang="en-US" sz="2800" u="none" strike="noStrike" dirty="0">
                          <a:effectLst/>
                          <a:latin typeface="Times New Roman" panose="02020603050405020304" pitchFamily="18" charset="0"/>
                          <a:cs typeface="Times New Roman" panose="02020603050405020304" pitchFamily="18" charset="0"/>
                        </a:rPr>
                        <a:t>Digits</a:t>
                      </a:r>
                      <a:endParaRPr lang="en-US"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0</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dirty="0">
                          <a:effectLst/>
                          <a:latin typeface="Times New Roman" panose="02020603050405020304" pitchFamily="18" charset="0"/>
                          <a:cs typeface="Times New Roman" panose="02020603050405020304" pitchFamily="18" charset="0"/>
                        </a:rPr>
                        <a:t>1</a:t>
                      </a:r>
                      <a:endParaRPr lang="en-US"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2</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7620" marR="7620" marT="7620" marB="0" anchor="ctr"/>
                </a:tc>
                <a:tc>
                  <a:txBody>
                    <a:bodyPr/>
                    <a:lstStyle/>
                    <a:p>
                      <a:pPr algn="ctr" fontAlgn="ctr"/>
                      <a:r>
                        <a:rPr lang="en-US" sz="2800" u="none" strike="noStrike" dirty="0">
                          <a:effectLst/>
                          <a:latin typeface="Times New Roman" panose="02020603050405020304" pitchFamily="18" charset="0"/>
                          <a:cs typeface="Times New Roman" panose="02020603050405020304" pitchFamily="18" charset="0"/>
                        </a:rPr>
                        <a:t>4</a:t>
                      </a:r>
                      <a:endParaRPr lang="en-US"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5</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6</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7</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8</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9</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Total</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0000"/>
                  </a:ext>
                </a:extLst>
              </a:tr>
              <a:tr h="923773">
                <a:tc>
                  <a:txBody>
                    <a:bodyPr/>
                    <a:lstStyle/>
                    <a:p>
                      <a:pPr algn="l" fontAlgn="ctr"/>
                      <a:r>
                        <a:rPr lang="en-US" sz="2800" u="none" strike="noStrike" dirty="0">
                          <a:effectLst/>
                          <a:latin typeface="Times New Roman" panose="02020603050405020304" pitchFamily="18" charset="0"/>
                          <a:cs typeface="Times New Roman" panose="02020603050405020304" pitchFamily="18" charset="0"/>
                        </a:rPr>
                        <a:t>    f</a:t>
                      </a:r>
                      <a:endParaRPr lang="en-US"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dirty="0">
                          <a:effectLst/>
                          <a:latin typeface="Times New Roman" panose="02020603050405020304" pitchFamily="18" charset="0"/>
                          <a:cs typeface="Times New Roman" panose="02020603050405020304" pitchFamily="18" charset="0"/>
                        </a:rPr>
                        <a:t>1026</a:t>
                      </a:r>
                      <a:endParaRPr lang="en-US"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dirty="0">
                          <a:effectLst/>
                          <a:latin typeface="Times New Roman" panose="02020603050405020304" pitchFamily="18" charset="0"/>
                          <a:cs typeface="Times New Roman" panose="02020603050405020304" pitchFamily="18" charset="0"/>
                        </a:rPr>
                        <a:t>1107</a:t>
                      </a:r>
                      <a:endParaRPr lang="en-US"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dirty="0">
                          <a:effectLst/>
                          <a:latin typeface="Times New Roman" panose="02020603050405020304" pitchFamily="18" charset="0"/>
                          <a:cs typeface="Times New Roman" panose="02020603050405020304" pitchFamily="18" charset="0"/>
                        </a:rPr>
                        <a:t>997</a:t>
                      </a:r>
                      <a:endParaRPr lang="en-US"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966</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1075</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933</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1107</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972</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a:effectLst/>
                          <a:latin typeface="Times New Roman" panose="02020603050405020304" pitchFamily="18" charset="0"/>
                          <a:cs typeface="Times New Roman" panose="02020603050405020304" pitchFamily="18" charset="0"/>
                        </a:rPr>
                        <a:t>954</a:t>
                      </a:r>
                      <a:endParaRPr lang="en-US" sz="2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dirty="0">
                          <a:effectLst/>
                          <a:latin typeface="Times New Roman" panose="02020603050405020304" pitchFamily="18" charset="0"/>
                          <a:cs typeface="Times New Roman" panose="02020603050405020304" pitchFamily="18" charset="0"/>
                        </a:rPr>
                        <a:t>853</a:t>
                      </a:r>
                      <a:endParaRPr lang="en-US"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2800" u="none" strike="noStrike" dirty="0">
                          <a:effectLst/>
                          <a:latin typeface="Times New Roman" panose="02020603050405020304" pitchFamily="18" charset="0"/>
                          <a:cs typeface="Times New Roman" panose="02020603050405020304" pitchFamily="18" charset="0"/>
                        </a:rPr>
                        <a:t>10000</a:t>
                      </a:r>
                      <a:endParaRPr lang="en-US"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0001"/>
                  </a:ext>
                </a:extLst>
              </a:tr>
            </a:tbl>
          </a:graphicData>
        </a:graphic>
      </p:graphicFrame>
      <p:sp>
        <p:nvSpPr>
          <p:cNvPr id="9" name="Text Box 4">
            <a:extLst>
              <a:ext uri="{FF2B5EF4-FFF2-40B4-BE49-F238E27FC236}">
                <a16:creationId xmlns:a16="http://schemas.microsoft.com/office/drawing/2014/main" id="{99A97FEF-4E36-6E2D-8B44-89149B0DC928}"/>
              </a:ext>
            </a:extLst>
          </p:cNvPr>
          <p:cNvSpPr txBox="1">
            <a:spLocks noChangeArrowheads="1"/>
          </p:cNvSpPr>
          <p:nvPr/>
        </p:nvSpPr>
        <p:spPr bwMode="auto">
          <a:xfrm>
            <a:off x="108125" y="4077609"/>
            <a:ext cx="11683030" cy="557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5712" tIns="62856" rIns="125712" bIns="62856">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H</a:t>
            </a:r>
            <a:r>
              <a:rPr kumimoji="0" lang="en-US" altLang="en-US" sz="2800" b="1" i="0" u="none" strike="noStrike" kern="1200" cap="none" spc="0" normalizeH="0" baseline="-25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0</a:t>
            </a:r>
            <a:r>
              <a:rPr kumimoji="0" lang="en-US"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 The digits occur uniformly frequently in the directory</a:t>
            </a:r>
          </a:p>
        </p:txBody>
      </p:sp>
      <p:sp>
        <p:nvSpPr>
          <p:cNvPr id="10" name="Text Box 4">
            <a:extLst>
              <a:ext uri="{FF2B5EF4-FFF2-40B4-BE49-F238E27FC236}">
                <a16:creationId xmlns:a16="http://schemas.microsoft.com/office/drawing/2014/main" id="{70F4E54E-6808-5561-6C4D-EE33867EE5F0}"/>
              </a:ext>
            </a:extLst>
          </p:cNvPr>
          <p:cNvSpPr txBox="1">
            <a:spLocks noChangeArrowheads="1"/>
          </p:cNvSpPr>
          <p:nvPr/>
        </p:nvSpPr>
        <p:spPr bwMode="auto">
          <a:xfrm>
            <a:off x="1" y="5077829"/>
            <a:ext cx="11686381" cy="557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5712" tIns="62856" rIns="125712" bIns="62856">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H</a:t>
            </a:r>
            <a:r>
              <a:rPr kumimoji="0" lang="en-US" altLang="en-US" sz="2800" b="1" i="0" u="none" strike="noStrike" kern="120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The digits do not occur uniformly frequently in the directory</a:t>
            </a:r>
          </a:p>
        </p:txBody>
      </p:sp>
    </p:spTree>
    <p:extLst>
      <p:ext uri="{BB962C8B-B14F-4D97-AF65-F5344CB8AC3E}">
        <p14:creationId xmlns:p14="http://schemas.microsoft.com/office/powerpoint/2010/main" val="5046834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CD0D3-C90E-11C6-15C7-19BD2EFFCA16}"/>
              </a:ext>
            </a:extLst>
          </p:cNvPr>
          <p:cNvSpPr>
            <a:spLocks noGrp="1"/>
          </p:cNvSpPr>
          <p:nvPr>
            <p:ph type="title"/>
          </p:nvPr>
        </p:nvSpPr>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209CFACB-B602-BBF7-7E50-3AE7E278DFB4}"/>
              </a:ext>
            </a:extLst>
          </p:cNvPr>
          <p:cNvSpPr>
            <a:spLocks noGrp="1"/>
          </p:cNvSpPr>
          <p:nvPr>
            <p:ph type="body" sz="quarter" idx="13"/>
          </p:nvPr>
        </p:nvSpPr>
        <p:spPr>
          <a:xfrm>
            <a:off x="85724" y="1085851"/>
            <a:ext cx="11991975" cy="5611580"/>
          </a:xfrm>
        </p:spPr>
        <p:txBody>
          <a:bodyPr/>
          <a:lstStyle/>
          <a:p>
            <a:pPr marL="0" indent="0">
              <a:buNone/>
            </a:pPr>
            <a:r>
              <a:rPr lang="en-US" altLang="en-US" sz="3200" dirty="0">
                <a:latin typeface="Times New Roman" panose="02020603050405020304" pitchFamily="18" charset="0"/>
                <a:cs typeface="Times New Roman" panose="02020603050405020304" pitchFamily="18" charset="0"/>
              </a:rPr>
              <a:t>Under the null hypothesis, the expected frequency for each of the digits 0, 1, …, 9 is 10000 ÷ 10 = 1000. The Chi-square value is  </a:t>
            </a:r>
          </a:p>
          <a:p>
            <a:pPr marL="0" indent="0">
              <a:buNone/>
            </a:pPr>
            <a:endParaRPr lang="en-US" altLang="en-US" sz="3200" dirty="0">
              <a:latin typeface="Times New Roman" panose="02020603050405020304" pitchFamily="18" charset="0"/>
              <a:cs typeface="Times New Roman" panose="02020603050405020304" pitchFamily="18" charset="0"/>
            </a:endParaRPr>
          </a:p>
          <a:p>
            <a:pPr marL="0" indent="0">
              <a:buNone/>
            </a:pPr>
            <a:endParaRPr lang="en-US" altLang="en-US" sz="3200" dirty="0">
              <a:latin typeface="Times New Roman" panose="02020603050405020304" pitchFamily="18" charset="0"/>
              <a:cs typeface="Times New Roman" panose="02020603050405020304" pitchFamily="18" charset="0"/>
            </a:endParaRPr>
          </a:p>
          <a:p>
            <a:pPr marL="0" indent="0">
              <a:buNone/>
            </a:pPr>
            <a:endParaRPr lang="en-US" altLang="en-US" sz="3200" dirty="0">
              <a:latin typeface="Times New Roman" panose="02020603050405020304" pitchFamily="18" charset="0"/>
              <a:cs typeface="Times New Roman" panose="02020603050405020304" pitchFamily="18" charset="0"/>
            </a:endParaRPr>
          </a:p>
          <a:p>
            <a:pPr marL="0" indent="0">
              <a:buNone/>
            </a:pPr>
            <a:endParaRPr lang="en-US" altLang="en-US" sz="3200" dirty="0">
              <a:latin typeface="Times New Roman" panose="02020603050405020304" pitchFamily="18" charset="0"/>
              <a:cs typeface="Times New Roman" panose="02020603050405020304" pitchFamily="18" charset="0"/>
            </a:endParaRPr>
          </a:p>
          <a:p>
            <a:pPr marL="0" indent="0">
              <a:buNone/>
            </a:pPr>
            <a:endParaRPr lang="en-US" altLang="en-US" sz="3200" dirty="0">
              <a:latin typeface="Helvetica Neue"/>
              <a:cs typeface="Arial" charset="0"/>
            </a:endParaRPr>
          </a:p>
          <a:p>
            <a:pPr marL="0" indent="0">
              <a:buNone/>
            </a:pPr>
            <a:r>
              <a:rPr lang="en-US" altLang="en-US" sz="3200" dirty="0">
                <a:latin typeface="Times New Roman" panose="02020603050405020304" pitchFamily="18" charset="0"/>
                <a:cs typeface="Times New Roman" panose="02020603050405020304" pitchFamily="18" charset="0"/>
              </a:rPr>
              <a:t>Since </a:t>
            </a:r>
            <a:r>
              <a:rPr lang="el-GR" altLang="en-US" sz="3200" dirty="0">
                <a:solidFill>
                  <a:srgbClr val="FF0000"/>
                </a:solidFill>
                <a:latin typeface="Times New Roman" panose="02020603050405020304" pitchFamily="18" charset="0"/>
                <a:cs typeface="Times New Roman" panose="02020603050405020304" pitchFamily="18" charset="0"/>
              </a:rPr>
              <a:t>χ</a:t>
            </a:r>
            <a:r>
              <a:rPr lang="en-US" altLang="en-US" sz="3200" dirty="0">
                <a:solidFill>
                  <a:srgbClr val="FF0000"/>
                </a:solidFill>
                <a:latin typeface="Times New Roman" panose="02020603050405020304" pitchFamily="18" charset="0"/>
                <a:cs typeface="Times New Roman" panose="02020603050405020304" pitchFamily="18" charset="0"/>
              </a:rPr>
              <a:t> </a:t>
            </a:r>
            <a:r>
              <a:rPr lang="en-US" altLang="en-US" sz="3200" baseline="30000" dirty="0">
                <a:solidFill>
                  <a:srgbClr val="FF0000"/>
                </a:solidFill>
                <a:latin typeface="Times New Roman" panose="02020603050405020304" pitchFamily="18" charset="0"/>
                <a:cs typeface="Times New Roman" panose="02020603050405020304" pitchFamily="18" charset="0"/>
              </a:rPr>
              <a:t>2</a:t>
            </a:r>
            <a:r>
              <a:rPr lang="en-US" altLang="en-US" sz="3200" dirty="0">
                <a:solidFill>
                  <a:srgbClr val="FF0000"/>
                </a:solidFill>
                <a:latin typeface="Times New Roman" panose="02020603050405020304" pitchFamily="18" charset="0"/>
                <a:cs typeface="Times New Roman" panose="02020603050405020304" pitchFamily="18" charset="0"/>
              </a:rPr>
              <a:t> = 58.542 &gt; 16.919 </a:t>
            </a:r>
            <a:r>
              <a:rPr lang="en-US" altLang="en-US" sz="3200" dirty="0">
                <a:latin typeface="Times New Roman" panose="02020603050405020304" pitchFamily="18" charset="0"/>
                <a:cs typeface="Times New Roman" panose="02020603050405020304" pitchFamily="18" charset="0"/>
              </a:rPr>
              <a:t>(critical value, </a:t>
            </a:r>
            <a:r>
              <a:rPr lang="en-US" altLang="en-US" sz="3200" dirty="0" err="1">
                <a:latin typeface="Times New Roman" panose="02020603050405020304" pitchFamily="18" charset="0"/>
                <a:cs typeface="Times New Roman" panose="02020603050405020304" pitchFamily="18" charset="0"/>
              </a:rPr>
              <a:t>df</a:t>
            </a:r>
            <a:r>
              <a:rPr lang="en-US" altLang="en-US" sz="3200" dirty="0">
                <a:latin typeface="Times New Roman" panose="02020603050405020304" pitchFamily="18" charset="0"/>
                <a:cs typeface="Times New Roman" panose="02020603050405020304" pitchFamily="18" charset="0"/>
              </a:rPr>
              <a:t> = 9), it can be inferred that the digits are not uniformly distributed.</a:t>
            </a:r>
          </a:p>
          <a:p>
            <a:pPr marL="0" indent="0">
              <a:buNone/>
            </a:pPr>
            <a:endParaRPr lang="en-US" altLang="en-US" sz="3200"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5" name="Picture 4">
            <a:extLst>
              <a:ext uri="{FF2B5EF4-FFF2-40B4-BE49-F238E27FC236}">
                <a16:creationId xmlns:a16="http://schemas.microsoft.com/office/drawing/2014/main" id="{4E3C7580-B1EA-127A-0166-E618C6853A02}"/>
              </a:ext>
            </a:extLst>
          </p:cNvPr>
          <p:cNvPicPr>
            <a:picLocks noChangeAspect="1"/>
          </p:cNvPicPr>
          <p:nvPr/>
        </p:nvPicPr>
        <p:blipFill>
          <a:blip r:embed="rId2"/>
          <a:stretch>
            <a:fillRect/>
          </a:stretch>
        </p:blipFill>
        <p:spPr>
          <a:xfrm>
            <a:off x="685799" y="2314575"/>
            <a:ext cx="9829801" cy="2228850"/>
          </a:xfrm>
          <a:prstGeom prst="rect">
            <a:avLst/>
          </a:prstGeom>
        </p:spPr>
      </p:pic>
    </p:spTree>
    <p:extLst>
      <p:ext uri="{BB962C8B-B14F-4D97-AF65-F5344CB8AC3E}">
        <p14:creationId xmlns:p14="http://schemas.microsoft.com/office/powerpoint/2010/main" val="16346080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FFB87-BEDE-5ABD-6A90-182BCAB80922}"/>
              </a:ext>
            </a:extLst>
          </p:cNvPr>
          <p:cNvSpPr>
            <a:spLocks noGrp="1"/>
          </p:cNvSpPr>
          <p:nvPr>
            <p:ph type="title"/>
          </p:nvPr>
        </p:nvSpPr>
        <p:spPr/>
        <p:txBody>
          <a:bodyPr/>
          <a:lstStyle/>
          <a:p>
            <a:r>
              <a:rPr lang="en-US" dirty="0"/>
              <a:t>Example 2</a:t>
            </a:r>
            <a:endParaRPr lang="en-IN" dirty="0"/>
          </a:p>
        </p:txBody>
      </p:sp>
      <p:sp>
        <p:nvSpPr>
          <p:cNvPr id="3" name="Text Placeholder 2">
            <a:extLst>
              <a:ext uri="{FF2B5EF4-FFF2-40B4-BE49-F238E27FC236}">
                <a16:creationId xmlns:a16="http://schemas.microsoft.com/office/drawing/2014/main" id="{4B6710B1-AD5B-9F78-4B75-D16136810C00}"/>
              </a:ext>
            </a:extLst>
          </p:cNvPr>
          <p:cNvSpPr>
            <a:spLocks noGrp="1"/>
          </p:cNvSpPr>
          <p:nvPr>
            <p:ph type="body" sz="quarter" idx="13"/>
          </p:nvPr>
        </p:nvSpPr>
        <p:spPr>
          <a:xfrm>
            <a:off x="104775" y="1085851"/>
            <a:ext cx="11944350" cy="5611580"/>
          </a:xfrm>
        </p:spPr>
        <p:txBody>
          <a:bodyPr/>
          <a:lstStyle/>
          <a:p>
            <a:pPr marL="0" indent="0">
              <a:buNone/>
            </a:pPr>
            <a:r>
              <a:rPr lang="en-US" altLang="en-US" sz="2800" b="1" dirty="0">
                <a:latin typeface="Times New Roman" panose="02020603050405020304" pitchFamily="18" charset="0"/>
                <a:cs typeface="Times New Roman" panose="02020603050405020304" pitchFamily="18" charset="0"/>
              </a:rPr>
              <a:t>A consultant was employed by a city council to study the pattern of bus arrival and departure at a very busy interstate bus terminus. She collected data from the arrival of 200 buses. Based on the data, the average arrival time was found to be </a:t>
            </a:r>
            <a:r>
              <a:rPr lang="el-GR" altLang="en-US" sz="2800" b="1" dirty="0">
                <a:latin typeface="Times New Roman" panose="02020603050405020304" pitchFamily="18" charset="0"/>
                <a:cs typeface="Times New Roman" panose="02020603050405020304" pitchFamily="18" charset="0"/>
              </a:rPr>
              <a:t>λ</a:t>
            </a:r>
            <a:r>
              <a:rPr lang="en-IN" altLang="en-US" sz="2800" b="1" dirty="0">
                <a:latin typeface="Times New Roman" panose="02020603050405020304" pitchFamily="18" charset="0"/>
                <a:cs typeface="Times New Roman" panose="02020603050405020304" pitchFamily="18" charset="0"/>
              </a:rPr>
              <a:t> = 2.96. She divided the arrivals into 6 categories. </a:t>
            </a:r>
            <a:r>
              <a:rPr lang="en-US" altLang="en-US" sz="2800" b="1" dirty="0">
                <a:latin typeface="Times New Roman" panose="02020603050405020304" pitchFamily="18" charset="0"/>
                <a:cs typeface="Times New Roman" panose="02020603050405020304" pitchFamily="18" charset="0"/>
              </a:rPr>
              <a:t>Assuming that the arrivals follow Poisson distribution test whether the arrival distribution follows Poisson law. Use </a:t>
            </a:r>
            <a:r>
              <a:rPr lang="el-GR" altLang="en-US" sz="2800" b="1" dirty="0">
                <a:latin typeface="Times New Roman" panose="02020603050405020304" pitchFamily="18" charset="0"/>
                <a:cs typeface="Times New Roman" panose="02020603050405020304" pitchFamily="18" charset="0"/>
              </a:rPr>
              <a:t>α</a:t>
            </a:r>
            <a:r>
              <a:rPr lang="en-IN" altLang="en-US" sz="2800" b="1" dirty="0">
                <a:latin typeface="Times New Roman" panose="02020603050405020304" pitchFamily="18" charset="0"/>
                <a:cs typeface="Times New Roman" panose="02020603050405020304" pitchFamily="18" charset="0"/>
              </a:rPr>
              <a:t> = 0.01.</a:t>
            </a:r>
          </a:p>
          <a:p>
            <a:pPr marL="0" indent="0">
              <a:buNone/>
            </a:pPr>
            <a:endParaRPr lang="en-IN" altLang="en-US" sz="2800" b="1" dirty="0">
              <a:latin typeface="Times New Roman" panose="02020603050405020304" pitchFamily="18" charset="0"/>
              <a:cs typeface="Times New Roman" panose="02020603050405020304" pitchFamily="18" charset="0"/>
            </a:endParaRPr>
          </a:p>
          <a:p>
            <a:pPr marL="0" indent="0">
              <a:buNone/>
            </a:pPr>
            <a:r>
              <a:rPr lang="en-IN" altLang="en-US" sz="2800" b="1" dirty="0">
                <a:latin typeface="Times New Roman" panose="02020603050405020304" pitchFamily="18" charset="0"/>
                <a:cs typeface="Times New Roman" panose="02020603050405020304" pitchFamily="18" charset="0"/>
              </a:rPr>
              <a:t>Solution: </a:t>
            </a:r>
            <a:r>
              <a:rPr lang="en-IN" altLang="en-US" sz="2800" dirty="0">
                <a:latin typeface="Times New Roman" panose="02020603050405020304" pitchFamily="18" charset="0"/>
                <a:cs typeface="Times New Roman" panose="02020603050405020304" pitchFamily="18" charset="0"/>
              </a:rPr>
              <a:t>The probabilities are to be calculated using Poisson distribution with </a:t>
            </a:r>
            <a:r>
              <a:rPr lang="el-GR" altLang="en-US" sz="2800" dirty="0">
                <a:latin typeface="Times New Roman" panose="02020603050405020304" pitchFamily="18" charset="0"/>
                <a:cs typeface="Times New Roman" panose="02020603050405020304" pitchFamily="18" charset="0"/>
              </a:rPr>
              <a:t>λ</a:t>
            </a:r>
            <a:r>
              <a:rPr lang="en-IN" altLang="en-US" sz="2800" dirty="0">
                <a:latin typeface="Times New Roman" panose="02020603050405020304" pitchFamily="18" charset="0"/>
                <a:cs typeface="Times New Roman" panose="02020603050405020304" pitchFamily="18" charset="0"/>
              </a:rPr>
              <a:t> = 2.96 and x = 0, 1, 2, 3, 4, and ≥ 5. The results are as follows:</a:t>
            </a:r>
            <a:endParaRPr lang="en-US" altLang="en-US" sz="2800" dirty="0">
              <a:latin typeface="Times New Roman" panose="02020603050405020304" pitchFamily="18" charset="0"/>
              <a:cs typeface="Times New Roman" panose="02020603050405020304" pitchFamily="18" charset="0"/>
            </a:endParaRPr>
          </a:p>
          <a:p>
            <a:pPr marL="0" indent="0">
              <a:buNone/>
            </a:pPr>
            <a:endParaRPr lang="en-US" altLang="en-US" sz="2800" b="1"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5676737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6BF19-57CE-C9DF-2509-A59637126D25}"/>
              </a:ext>
            </a:extLst>
          </p:cNvPr>
          <p:cNvSpPr>
            <a:spLocks noGrp="1"/>
          </p:cNvSpPr>
          <p:nvPr>
            <p:ph type="title"/>
          </p:nvPr>
        </p:nvSpPr>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BC93BCA6-6494-F3A8-BAA4-C226C7AC79DF}"/>
              </a:ext>
            </a:extLst>
          </p:cNvPr>
          <p:cNvSpPr>
            <a:spLocks noGrp="1"/>
          </p:cNvSpPr>
          <p:nvPr>
            <p:ph type="body" sz="quarter" idx="13"/>
          </p:nvPr>
        </p:nvSpPr>
        <p:spPr/>
        <p:txBody>
          <a:bodyPr/>
          <a:lstStyle/>
          <a:p>
            <a:pPr marL="0" indent="0">
              <a:buNone/>
            </a:pPr>
            <a:r>
              <a:rPr lang="en-US" dirty="0"/>
              <a:t>. </a:t>
            </a:r>
            <a:endParaRPr lang="en-IN" dirty="0"/>
          </a:p>
        </p:txBody>
      </p:sp>
      <p:sp>
        <p:nvSpPr>
          <p:cNvPr id="5" name="Content Placeholder 2">
            <a:extLst>
              <a:ext uri="{FF2B5EF4-FFF2-40B4-BE49-F238E27FC236}">
                <a16:creationId xmlns:a16="http://schemas.microsoft.com/office/drawing/2014/main" id="{734F1293-EF88-8F5D-C6EF-7E86283F600F}"/>
              </a:ext>
            </a:extLst>
          </p:cNvPr>
          <p:cNvSpPr txBox="1">
            <a:spLocks/>
          </p:cNvSpPr>
          <p:nvPr/>
        </p:nvSpPr>
        <p:spPr>
          <a:xfrm>
            <a:off x="728870" y="135925"/>
            <a:ext cx="9578912" cy="844736"/>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graphicFrame>
        <p:nvGraphicFramePr>
          <p:cNvPr id="6" name="Table 5">
            <a:extLst>
              <a:ext uri="{FF2B5EF4-FFF2-40B4-BE49-F238E27FC236}">
                <a16:creationId xmlns:a16="http://schemas.microsoft.com/office/drawing/2014/main" id="{4A66AA67-B69D-0DE6-BF97-33793E21EE99}"/>
              </a:ext>
            </a:extLst>
          </p:cNvPr>
          <p:cNvGraphicFramePr>
            <a:graphicFrameLocks noGrp="1"/>
          </p:cNvGraphicFramePr>
          <p:nvPr/>
        </p:nvGraphicFramePr>
        <p:xfrm>
          <a:off x="4535356" y="1293019"/>
          <a:ext cx="7418519" cy="4189657"/>
        </p:xfrm>
        <a:graphic>
          <a:graphicData uri="http://schemas.openxmlformats.org/drawingml/2006/table">
            <a:tbl>
              <a:tblPr>
                <a:tableStyleId>{5940675A-B579-460E-94D1-54222C63F5DA}</a:tableStyleId>
              </a:tblPr>
              <a:tblGrid>
                <a:gridCol w="1481106">
                  <a:extLst>
                    <a:ext uri="{9D8B030D-6E8A-4147-A177-3AD203B41FA5}">
                      <a16:colId xmlns:a16="http://schemas.microsoft.com/office/drawing/2014/main" val="20000"/>
                    </a:ext>
                  </a:extLst>
                </a:gridCol>
                <a:gridCol w="987403">
                  <a:extLst>
                    <a:ext uri="{9D8B030D-6E8A-4147-A177-3AD203B41FA5}">
                      <a16:colId xmlns:a16="http://schemas.microsoft.com/office/drawing/2014/main" val="20001"/>
                    </a:ext>
                  </a:extLst>
                </a:gridCol>
                <a:gridCol w="1364176">
                  <a:extLst>
                    <a:ext uri="{9D8B030D-6E8A-4147-A177-3AD203B41FA5}">
                      <a16:colId xmlns:a16="http://schemas.microsoft.com/office/drawing/2014/main" val="20002"/>
                    </a:ext>
                  </a:extLst>
                </a:gridCol>
                <a:gridCol w="1481106">
                  <a:extLst>
                    <a:ext uri="{9D8B030D-6E8A-4147-A177-3AD203B41FA5}">
                      <a16:colId xmlns:a16="http://schemas.microsoft.com/office/drawing/2014/main" val="20003"/>
                    </a:ext>
                  </a:extLst>
                </a:gridCol>
                <a:gridCol w="2104728">
                  <a:extLst>
                    <a:ext uri="{9D8B030D-6E8A-4147-A177-3AD203B41FA5}">
                      <a16:colId xmlns:a16="http://schemas.microsoft.com/office/drawing/2014/main" val="20004"/>
                    </a:ext>
                  </a:extLst>
                </a:gridCol>
              </a:tblGrid>
              <a:tr h="884531">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No. of arrivals</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O</a:t>
                      </a:r>
                      <a:r>
                        <a:rPr lang="en-IN" sz="2800" u="none" strike="noStrike" baseline="-25000" dirty="0">
                          <a:effectLst/>
                          <a:latin typeface="Times New Roman" panose="02020603050405020304" pitchFamily="18" charset="0"/>
                          <a:cs typeface="Times New Roman" panose="02020603050405020304" pitchFamily="18" charset="0"/>
                        </a:rPr>
                        <a:t>i</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p</a:t>
                      </a:r>
                      <a:r>
                        <a:rPr lang="en-IN" sz="2800" u="none" strike="noStrike" baseline="-25000">
                          <a:effectLst/>
                          <a:latin typeface="Times New Roman" panose="02020603050405020304" pitchFamily="18" charset="0"/>
                          <a:cs typeface="Times New Roman" panose="02020603050405020304" pitchFamily="18" charset="0"/>
                        </a:rPr>
                        <a:t>i</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E</a:t>
                      </a:r>
                      <a:r>
                        <a:rPr lang="en-IN" sz="2800" u="none" strike="noStrike" baseline="-25000">
                          <a:effectLst/>
                          <a:latin typeface="Times New Roman" panose="02020603050405020304" pitchFamily="18" charset="0"/>
                          <a:cs typeface="Times New Roman" panose="02020603050405020304" pitchFamily="18" charset="0"/>
                        </a:rPr>
                        <a:t>i</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0"/>
                  </a:ext>
                </a:extLst>
              </a:tr>
              <a:tr h="446543">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0</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10</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0.0524</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10.48</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0.0220</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1"/>
                  </a:ext>
                </a:extLst>
              </a:tr>
              <a:tr h="446543">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1</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13</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0.1545</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30.90</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10.3693</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2"/>
                  </a:ext>
                </a:extLst>
              </a:tr>
              <a:tr h="446543">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2</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45</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0.2277</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45.54</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0.0064</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3"/>
                  </a:ext>
                </a:extLst>
              </a:tr>
              <a:tr h="446543">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3</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49</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0.2238</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44.76</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0.4016</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4"/>
                  </a:ext>
                </a:extLst>
              </a:tr>
              <a:tr h="446543">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4</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32</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0.1651</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33.02</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0.0315</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5"/>
                  </a:ext>
                </a:extLst>
              </a:tr>
              <a:tr h="446543">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 5</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41</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0.1765</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35.30</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IN" sz="2800" u="none" strike="noStrike">
                          <a:effectLst/>
                          <a:latin typeface="Times New Roman" panose="02020603050405020304" pitchFamily="18" charset="0"/>
                          <a:cs typeface="Times New Roman" panose="02020603050405020304" pitchFamily="18" charset="0"/>
                        </a:rPr>
                        <a:t>0.9204</a:t>
                      </a:r>
                      <a:endParaRPr lang="en-I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6"/>
                  </a:ext>
                </a:extLst>
              </a:tr>
              <a:tr h="625868">
                <a:tc gridSpan="4">
                  <a:txBody>
                    <a:bodyPr/>
                    <a:lstStyle/>
                    <a:p>
                      <a:pPr algn="r" fontAlgn="ctr"/>
                      <a:r>
                        <a:rPr lang="en-IN" sz="2800" u="none" strike="noStrike" dirty="0">
                          <a:effectLst/>
                          <a:latin typeface="Times New Roman" panose="02020603050405020304" pitchFamily="18" charset="0"/>
                          <a:cs typeface="Times New Roman" panose="02020603050405020304" pitchFamily="18" charset="0"/>
                        </a:rPr>
                        <a:t> </a:t>
                      </a:r>
                      <a:r>
                        <a:rPr lang="el-GR" sz="2800" u="none" strike="noStrike" dirty="0">
                          <a:effectLst/>
                          <a:latin typeface="Times New Roman" panose="02020603050405020304" pitchFamily="18" charset="0"/>
                          <a:cs typeface="Times New Roman" panose="02020603050405020304" pitchFamily="18" charset="0"/>
                        </a:rPr>
                        <a:t>χ</a:t>
                      </a:r>
                      <a:r>
                        <a:rPr lang="en-IN" sz="2800" u="none" strike="noStrike" baseline="30000" dirty="0">
                          <a:effectLst/>
                          <a:latin typeface="Times New Roman" panose="02020603050405020304" pitchFamily="18" charset="0"/>
                          <a:cs typeface="Times New Roman" panose="02020603050405020304" pitchFamily="18" charset="0"/>
                        </a:rPr>
                        <a:t>2</a:t>
                      </a:r>
                      <a:r>
                        <a:rPr lang="en-IN" sz="2800" u="none" strike="noStrike" baseline="0" dirty="0">
                          <a:effectLst/>
                          <a:latin typeface="Times New Roman" panose="02020603050405020304" pitchFamily="18" charset="0"/>
                          <a:cs typeface="Times New Roman" panose="02020603050405020304" pitchFamily="18" charset="0"/>
                        </a:rPr>
                        <a:t>=</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2800" u="none" strike="noStrike" dirty="0">
                          <a:effectLst/>
                          <a:latin typeface="Times New Roman" panose="02020603050405020304" pitchFamily="18" charset="0"/>
                          <a:cs typeface="Times New Roman" panose="02020603050405020304" pitchFamily="18" charset="0"/>
                        </a:rPr>
                        <a:t>11.7512</a:t>
                      </a:r>
                      <a:endParaRPr lang="en-I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7"/>
                  </a:ext>
                </a:extLst>
              </a:tr>
            </a:tbl>
          </a:graphicData>
        </a:graphic>
      </p:graphicFrame>
      <mc:AlternateContent xmlns:mc="http://schemas.openxmlformats.org/markup-compatibility/2006" xmlns:a14="http://schemas.microsoft.com/office/drawing/2010/main">
        <mc:Choice Requires="a14">
          <p:sp>
            <p:nvSpPr>
              <p:cNvPr id="7" name="Text Box 4">
                <a:extLst>
                  <a:ext uri="{FF2B5EF4-FFF2-40B4-BE49-F238E27FC236}">
                    <a16:creationId xmlns:a16="http://schemas.microsoft.com/office/drawing/2014/main" id="{9ED99DC8-14E3-016D-01A8-716A2B64AB07}"/>
                  </a:ext>
                </a:extLst>
              </p:cNvPr>
              <p:cNvSpPr txBox="1">
                <a:spLocks noChangeArrowheads="1"/>
              </p:cNvSpPr>
              <p:nvPr/>
            </p:nvSpPr>
            <p:spPr bwMode="auto">
              <a:xfrm>
                <a:off x="545432" y="1293019"/>
                <a:ext cx="4073064" cy="446004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125712" tIns="62856" rIns="125712" bIns="62856">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probabilities are to be calculated using Poisson distribution with </a:t>
                </a:r>
                <a:r>
                  <a:rPr kumimoji="0" lang="el-GR"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λ</a:t>
                </a:r>
                <a:r>
                  <a:rPr kumimoji="0" lang="en-I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2.96 and x = 0, 1, 2, 3, 4, and ≥ 5. The formula for calculating the probability in Poisson distribution is</a:t>
                </a:r>
              </a:p>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sSup>
                            <m:sSupPr>
                              <m:ctrlPr>
                                <a:rPr kumimoji="0" lang="en-US"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r>
                                <a:rPr kumimoji="0" lang="en-US"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𝑒</m:t>
                              </m:r>
                            </m:e>
                            <m:sup>
                              <m:r>
                                <a:rPr kumimoji="0" lang="en-US"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r>
                                <a:rPr kumimoji="0" lang="en-US"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𝜆</m:t>
                              </m:r>
                            </m:sup>
                          </m:sSup>
                          <m:sSup>
                            <m:sSupPr>
                              <m:ctrlPr>
                                <a:rPr kumimoji="0" lang="en-US"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r>
                                <a:rPr kumimoji="0" lang="en-US"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𝜆</m:t>
                              </m:r>
                            </m:e>
                            <m:sup>
                              <m:r>
                                <a:rPr kumimoji="0" lang="en-US"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𝑥</m:t>
                              </m:r>
                            </m:sup>
                          </m:sSup>
                        </m:num>
                        <m:den>
                          <m:r>
                            <a:rPr kumimoji="0" lang="en-US"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𝑥</m:t>
                          </m:r>
                          <m:r>
                            <a:rPr kumimoji="0" lang="en-US"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den>
                      </m:f>
                    </m:oMath>
                  </m:oMathPara>
                </a14:m>
                <a:endParaRPr kumimoji="0" lang="en-I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7" name="Text Box 4">
                <a:extLst>
                  <a:ext uri="{FF2B5EF4-FFF2-40B4-BE49-F238E27FC236}">
                    <a16:creationId xmlns:a16="http://schemas.microsoft.com/office/drawing/2014/main" id="{9ED99DC8-14E3-016D-01A8-716A2B64AB07}"/>
                  </a:ext>
                </a:extLst>
              </p:cNvPr>
              <p:cNvSpPr txBox="1">
                <a:spLocks noRot="1" noChangeAspect="1" noMove="1" noResize="1" noEditPoints="1" noAdjustHandles="1" noChangeArrowheads="1" noChangeShapeType="1" noTextEdit="1"/>
              </p:cNvSpPr>
              <p:nvPr/>
            </p:nvSpPr>
            <p:spPr bwMode="auto">
              <a:xfrm>
                <a:off x="545432" y="1293019"/>
                <a:ext cx="4073064" cy="4460049"/>
              </a:xfrm>
              <a:prstGeom prst="rect">
                <a:avLst/>
              </a:prstGeom>
              <a:blipFill>
                <a:blip r:embed="rId2"/>
                <a:stretch>
                  <a:fillRect l="-2093" t="-1093" r="-22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pic>
        <p:nvPicPr>
          <p:cNvPr id="8" name="Picture 7">
            <a:extLst>
              <a:ext uri="{FF2B5EF4-FFF2-40B4-BE49-F238E27FC236}">
                <a16:creationId xmlns:a16="http://schemas.microsoft.com/office/drawing/2014/main" id="{972DB9C8-612F-DB2B-BC7A-9564EE937BC6}"/>
              </a:ext>
            </a:extLst>
          </p:cNvPr>
          <p:cNvPicPr>
            <a:picLocks noChangeAspect="1"/>
          </p:cNvPicPr>
          <p:nvPr/>
        </p:nvPicPr>
        <p:blipFill>
          <a:blip r:embed="rId3"/>
          <a:stretch>
            <a:fillRect/>
          </a:stretch>
        </p:blipFill>
        <p:spPr>
          <a:xfrm>
            <a:off x="10122568" y="1375324"/>
            <a:ext cx="1524000" cy="729702"/>
          </a:xfrm>
          <a:prstGeom prst="rect">
            <a:avLst/>
          </a:prstGeom>
        </p:spPr>
      </p:pic>
      <p:sp>
        <p:nvSpPr>
          <p:cNvPr id="9" name="Text Box 4">
            <a:extLst>
              <a:ext uri="{FF2B5EF4-FFF2-40B4-BE49-F238E27FC236}">
                <a16:creationId xmlns:a16="http://schemas.microsoft.com/office/drawing/2014/main" id="{4D990839-2E4B-EA6B-B3BD-327C90EA5E1B}"/>
              </a:ext>
            </a:extLst>
          </p:cNvPr>
          <p:cNvSpPr txBox="1">
            <a:spLocks noChangeArrowheads="1"/>
          </p:cNvSpPr>
          <p:nvPr/>
        </p:nvSpPr>
        <p:spPr bwMode="auto">
          <a:xfrm>
            <a:off x="164432" y="5564981"/>
            <a:ext cx="11789443" cy="988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5712" tIns="62856" rIns="125712" bIns="62856">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Since </a:t>
            </a:r>
            <a:r>
              <a:rPr kumimoji="0" lang="el-GR"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χ</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800" b="1" i="0" u="none" strike="noStrike" kern="1200" cap="none" spc="0" normalizeH="0" baseline="30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en-US" sz="28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11.7512 </a:t>
            </a:r>
            <a:r>
              <a:rPr kumimoji="0" lang="en-US"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&lt; 13.27 </a:t>
            </a:r>
            <a:r>
              <a:rPr kumimoji="0" lang="en-US"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(critical value at </a:t>
            </a:r>
            <a:r>
              <a:rPr kumimoji="0" lang="en-US" altLang="en-US" sz="2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df</a:t>
            </a:r>
            <a:r>
              <a:rPr kumimoji="0" lang="en-US"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k-2 = 4), it can be inferred that the arrivals and departures follow Poisson law.</a:t>
            </a:r>
          </a:p>
        </p:txBody>
      </p:sp>
    </p:spTree>
    <p:extLst>
      <p:ext uri="{BB962C8B-B14F-4D97-AF65-F5344CB8AC3E}">
        <p14:creationId xmlns:p14="http://schemas.microsoft.com/office/powerpoint/2010/main" val="87381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7B706-9B7A-9BAE-ACD3-59F7F26BFB25}"/>
              </a:ext>
            </a:extLst>
          </p:cNvPr>
          <p:cNvSpPr>
            <a:spLocks noGrp="1"/>
          </p:cNvSpPr>
          <p:nvPr>
            <p:ph type="title"/>
          </p:nvPr>
        </p:nvSpPr>
        <p:spPr/>
        <p:txBody>
          <a:bodyPr/>
          <a:lstStyle/>
          <a:p>
            <a:r>
              <a:rPr lang="en-US" dirty="0"/>
              <a:t>Exercise:</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016315E-43A2-B776-7F7F-64313C58046B}"/>
                  </a:ext>
                </a:extLst>
              </p:cNvPr>
              <p:cNvSpPr>
                <a:spLocks noGrp="1"/>
              </p:cNvSpPr>
              <p:nvPr>
                <p:ph type="body" sz="quarter" idx="13"/>
              </p:nvPr>
            </p:nvSpPr>
            <p:spPr>
              <a:xfrm>
                <a:off x="114300" y="1028701"/>
                <a:ext cx="11953875" cy="5668730"/>
              </a:xfrm>
            </p:spPr>
            <p:txBody>
              <a:bodyPr>
                <a:normAutofit fontScale="92500" lnSpcReduction="10000"/>
              </a:bodyPr>
              <a:lstStyle/>
              <a:p>
                <a:pPr marL="0" indent="0">
                  <a:lnSpc>
                    <a:spcPct val="100000"/>
                  </a:lnSpc>
                  <a:buNone/>
                </a:pPr>
                <a:r>
                  <a:rPr lang="en-US" sz="2400" dirty="0"/>
                  <a:t>1. </a:t>
                </a:r>
                <a:r>
                  <a:rPr lang="en-US" sz="2400" dirty="0">
                    <a:latin typeface="Times New Roman" panose="02020603050405020304" pitchFamily="18" charset="0"/>
                    <a:cs typeface="Times New Roman" panose="02020603050405020304" pitchFamily="18" charset="0"/>
                  </a:rPr>
                  <a:t>Aircrew escape system are powered by a solid propellant. The burning rate of this propellant is an important product characteristic. Specification require that the mean burning rate must be 50 cm/s. From past experience it is known that the population SD is 2 cm/s. A sample of 25 solid propellant were selected randomly to reconfirm the specification stated. The sample mean found was 51.3 cm/s. At 5% level of significance what conclusion should be drawn regarding burning rate?</a:t>
                </a:r>
              </a:p>
              <a:p>
                <a:pPr marL="0" indent="0">
                  <a:lnSpc>
                    <a:spcPct val="100000"/>
                  </a:lnSpc>
                  <a:buNone/>
                </a:pPr>
                <a:r>
                  <a:rPr lang="en-US" sz="2400" b="1" dirty="0">
                    <a:latin typeface="Times New Roman" panose="02020603050405020304" pitchFamily="18" charset="0"/>
                    <a:cs typeface="Times New Roman" panose="02020603050405020304" pitchFamily="18" charset="0"/>
                  </a:rPr>
                  <a:t>Hint:</a:t>
                </a:r>
                <a:r>
                  <a:rPr lang="en-US" sz="2400" dirty="0">
                    <a:latin typeface="Times New Roman" panose="02020603050405020304" pitchFamily="18" charset="0"/>
                    <a:cs typeface="Times New Roman" panose="02020603050405020304" pitchFamily="18" charset="0"/>
                  </a:rPr>
                  <a:t> µ=50, </a:t>
                </a:r>
                <a:r>
                  <a:rPr lang="el-GR" sz="2400" dirty="0">
                    <a:latin typeface="Times New Roman" panose="02020603050405020304" pitchFamily="18" charset="0"/>
                    <a:cs typeface="Times New Roman" panose="02020603050405020304" pitchFamily="18" charset="0"/>
                  </a:rPr>
                  <a:t>σ</a:t>
                </a:r>
                <a:r>
                  <a:rPr lang="en-US" sz="2400" dirty="0">
                    <a:latin typeface="Times New Roman" panose="02020603050405020304" pitchFamily="18" charset="0"/>
                    <a:cs typeface="Times New Roman" panose="02020603050405020304" pitchFamily="18" charset="0"/>
                  </a:rPr>
                  <a:t>=2, n=25, </a:t>
                </a:r>
                <a14:m>
                  <m:oMath xmlns:m="http://schemas.openxmlformats.org/officeDocument/2006/math">
                    <m:acc>
                      <m:accPr>
                        <m:chr m:val="̅"/>
                        <m:ctrlPr>
                          <a:rPr lang="en-IN" sz="2400" i="1">
                            <a:latin typeface="Cambria Math" panose="02040503050406030204" pitchFamily="18" charset="0"/>
                            <a:ea typeface="Cambria Math" panose="02040503050406030204" pitchFamily="18" charset="0"/>
                          </a:rPr>
                        </m:ctrlPr>
                      </m:accPr>
                      <m:e>
                        <m:r>
                          <a:rPr lang="en-IN" sz="2400" i="1">
                            <a:latin typeface="Cambria Math" panose="02040503050406030204" pitchFamily="18" charset="0"/>
                            <a:ea typeface="Cambria Math" panose="02040503050406030204" pitchFamily="18" charset="0"/>
                          </a:rPr>
                          <m:t>𝑋</m:t>
                        </m:r>
                      </m:e>
                    </m:acc>
                  </m:oMath>
                </a14:m>
                <a:r>
                  <a:rPr lang="en-US" sz="2400" dirty="0">
                    <a:latin typeface="Times New Roman" panose="02020603050405020304" pitchFamily="18" charset="0"/>
                    <a:cs typeface="Times New Roman" panose="02020603050405020304" pitchFamily="18" charset="0"/>
                  </a:rPr>
                  <a:t>=51.3, H</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µ=50, H</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µ≠50, (Two tailed test), Z=</a:t>
                </a:r>
                <a:r>
                  <a:rPr lang="en-IN" sz="2400"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r>
                      <a:rPr lang="en-US" sz="2400">
                        <a:latin typeface="Cambria Math" panose="02040503050406030204" pitchFamily="18" charset="0"/>
                        <a:ea typeface="Cambria Math" panose="02040503050406030204" pitchFamily="18" charset="0"/>
                      </a:rPr>
                      <m:t>(</m:t>
                    </m:r>
                    <m:acc>
                      <m:accPr>
                        <m:chr m:val="̅"/>
                        <m:ctrlPr>
                          <a:rPr lang="en-IN" sz="2400" i="1">
                            <a:latin typeface="Cambria Math" panose="02040503050406030204" pitchFamily="18" charset="0"/>
                            <a:ea typeface="Cambria Math" panose="02040503050406030204" pitchFamily="18" charset="0"/>
                          </a:rPr>
                        </m:ctrlPr>
                      </m:accPr>
                      <m:e>
                        <m:r>
                          <a:rPr lang="en-IN" sz="2400" i="1">
                            <a:latin typeface="Cambria Math" panose="02040503050406030204" pitchFamily="18" charset="0"/>
                            <a:ea typeface="Cambria Math" panose="02040503050406030204" pitchFamily="18" charset="0"/>
                          </a:rPr>
                          <m:t>𝑋</m:t>
                        </m:r>
                      </m:e>
                    </m:acc>
                    <m:r>
                      <a:rPr lang="en-US" sz="2400">
                        <a:latin typeface="Cambria Math" panose="02040503050406030204" pitchFamily="18" charset="0"/>
                        <a:ea typeface="Cambria Math" panose="02040503050406030204" pitchFamily="18" charset="0"/>
                      </a:rPr>
                      <m:t>−</m:t>
                    </m:r>
                  </m:oMath>
                </a14:m>
                <a:r>
                  <a:rPr lang="en-US" sz="2400" dirty="0">
                    <a:latin typeface="Times New Roman" panose="02020603050405020304" pitchFamily="18" charset="0"/>
                    <a:cs typeface="Times New Roman" panose="02020603050405020304" pitchFamily="18" charset="0"/>
                  </a:rPr>
                  <a:t> µ)/</a:t>
                </a:r>
                <a:r>
                  <a:rPr lang="el-GR"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a:r>
                <a:r>
                  <a:rPr lang="el-GR" sz="2400" dirty="0">
                    <a:latin typeface="Times New Roman" panose="02020603050405020304" pitchFamily="18" charset="0"/>
                    <a:cs typeface="Times New Roman" panose="02020603050405020304" pitchFamily="18" charset="0"/>
                  </a:rPr>
                  <a:t>σ</a:t>
                </a:r>
                <a:r>
                  <a:rPr lang="en-US" sz="2400" dirty="0">
                    <a:latin typeface="Times New Roman" panose="02020603050405020304" pitchFamily="18" charset="0"/>
                    <a:cs typeface="Times New Roman" panose="02020603050405020304" pitchFamily="18" charset="0"/>
                  </a:rPr>
                  <a:t>/5), Z</a:t>
                </a:r>
                <a:r>
                  <a:rPr lang="en-US" sz="2400" baseline="-25000" dirty="0">
                    <a:latin typeface="Times New Roman" panose="02020603050405020304" pitchFamily="18" charset="0"/>
                    <a:cs typeface="Times New Roman" panose="02020603050405020304" pitchFamily="18" charset="0"/>
                  </a:rPr>
                  <a:t>critical</a:t>
                </a:r>
                <a:r>
                  <a:rPr lang="en-US" sz="2400" dirty="0">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1.96</a:t>
                </a:r>
              </a:p>
              <a:p>
                <a:pPr marL="0" indent="0">
                  <a:lnSpc>
                    <a:spcPct val="100000"/>
                  </a:lnSpc>
                  <a:buNone/>
                </a:pPr>
                <a:r>
                  <a:rPr lang="en-US" sz="2400" dirty="0">
                    <a:latin typeface="Times New Roman" panose="02020603050405020304" pitchFamily="18" charset="0"/>
                    <a:cs typeface="Times New Roman" panose="02020603050405020304" pitchFamily="18" charset="0"/>
                  </a:rPr>
                  <a:t>2. A builder claims that solar water heater are installed in 70% of all homes being constructed today in a city. Would you agree with this claim if a random sample of new homes in this city shows that 28 out of 55 had heat pumps installed? What P-value and confidence interval are related in this situation?</a:t>
                </a:r>
              </a:p>
              <a:p>
                <a:pPr marL="0" indent="0">
                  <a:lnSpc>
                    <a:spcPct val="100000"/>
                  </a:lnSpc>
                  <a:buNone/>
                </a:pPr>
                <a:r>
                  <a:rPr lang="en-US" sz="2400" b="1" dirty="0">
                    <a:latin typeface="Times New Roman" panose="02020603050405020304" pitchFamily="18" charset="0"/>
                    <a:cs typeface="Times New Roman" panose="02020603050405020304" pitchFamily="18" charset="0"/>
                  </a:rPr>
                  <a:t>Hint</a:t>
                </a:r>
                <a:r>
                  <a:rPr lang="en-US" sz="2400" dirty="0">
                    <a:latin typeface="Times New Roman" panose="02020603050405020304" pitchFamily="18" charset="0"/>
                    <a:cs typeface="Times New Roman" panose="02020603050405020304" pitchFamily="18" charset="0"/>
                  </a:rPr>
                  <a:t>: H</a:t>
                </a:r>
                <a:r>
                  <a:rPr lang="en-US" sz="2400" baseline="-25000" dirty="0">
                    <a:latin typeface="Times New Roman" panose="02020603050405020304" pitchFamily="18" charset="0"/>
                    <a:cs typeface="Times New Roman" panose="02020603050405020304" pitchFamily="18" charset="0"/>
                  </a:rPr>
                  <a:t>0 </a:t>
                </a:r>
                <a:r>
                  <a:rPr lang="en-US" sz="2400" dirty="0">
                    <a:latin typeface="Times New Roman" panose="02020603050405020304" pitchFamily="18" charset="0"/>
                    <a:cs typeface="Times New Roman" panose="02020603050405020304" pitchFamily="18" charset="0"/>
                  </a:rPr>
                  <a:t>: p=0.7</a:t>
                </a:r>
              </a:p>
              <a:p>
                <a:pPr marL="0" indent="0">
                  <a:lnSpc>
                    <a:spcPct val="100000"/>
                  </a:lnSpc>
                  <a:buNone/>
                </a:pPr>
                <a:r>
                  <a:rPr lang="en-US" sz="2400" dirty="0">
                    <a:latin typeface="Times New Roman" panose="02020603050405020304" pitchFamily="18" charset="0"/>
                    <a:cs typeface="Times New Roman" panose="02020603050405020304" pitchFamily="18" charset="0"/>
                  </a:rPr>
                  <a:t>          H</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p ≠0.7.</a:t>
                </a:r>
              </a:p>
              <a:p>
                <a:pPr marL="0" indent="0">
                  <a:lnSpc>
                    <a:spcPct val="100000"/>
                  </a:lnSpc>
                  <a:buNone/>
                </a:pPr>
                <a:r>
                  <a:rPr lang="en-US" sz="2400" dirty="0">
                    <a:latin typeface="Times New Roman" panose="02020603050405020304" pitchFamily="18" charset="0"/>
                    <a:cs typeface="Times New Roman" panose="02020603050405020304" pitchFamily="18" charset="0"/>
                  </a:rPr>
                  <a:t>       		SE=</a:t>
                </a:r>
                <a14:m>
                  <m:oMath xmlns:m="http://schemas.openxmlformats.org/officeDocument/2006/math">
                    <m:rad>
                      <m:radPr>
                        <m:degHide m:val="on"/>
                        <m:ctrlPr>
                          <a:rPr lang="en-US" sz="2400" i="1">
                            <a:latin typeface="Cambria Math" panose="02040503050406030204" pitchFamily="18" charset="0"/>
                          </a:rPr>
                        </m:ctrlPr>
                      </m:radPr>
                      <m:deg/>
                      <m:e>
                        <m:r>
                          <m:rPr>
                            <m:sty m:val="p"/>
                          </m:rPr>
                          <a:rPr lang="en-US" sz="2400">
                            <a:latin typeface="Cambria Math" panose="02040503050406030204" pitchFamily="18" charset="0"/>
                          </a:rPr>
                          <m:t>pq</m:t>
                        </m:r>
                        <m:r>
                          <a:rPr lang="en-US" sz="2400">
                            <a:latin typeface="Cambria Math" panose="02040503050406030204" pitchFamily="18" charset="0"/>
                          </a:rPr>
                          <m:t>/</m:t>
                        </m:r>
                        <m:r>
                          <m:rPr>
                            <m:sty m:val="p"/>
                          </m:rPr>
                          <a:rPr lang="en-US" sz="2400">
                            <a:latin typeface="Cambria Math" panose="02040503050406030204" pitchFamily="18" charset="0"/>
                          </a:rPr>
                          <m:t>n</m:t>
                        </m:r>
                      </m:e>
                    </m:rad>
                  </m:oMath>
                </a14:m>
                <a:r>
                  <a:rPr lang="en-US" sz="2400" dirty="0">
                    <a:latin typeface="Times New Roman" panose="02020603050405020304" pitchFamily="18" charset="0"/>
                    <a:cs typeface="Times New Roman" panose="02020603050405020304" pitchFamily="18" charset="0"/>
                  </a:rPr>
                  <a:t>, choose 95% confidence interval for a two tailed test.</a:t>
                </a:r>
              </a:p>
              <a:p>
                <a:pPr marL="0" indent="0">
                  <a:lnSpc>
                    <a:spcPct val="100000"/>
                  </a:lnSpc>
                  <a:buNone/>
                </a:pPr>
                <a:r>
                  <a:rPr lang="en-US" sz="2400" dirty="0">
                    <a:latin typeface="Times New Roman" panose="02020603050405020304" pitchFamily="18" charset="0"/>
                    <a:cs typeface="Times New Roman" panose="02020603050405020304" pitchFamily="18" charset="0"/>
                  </a:rPr>
                  <a:t>	CI=  </a:t>
                </a:r>
                <a14:m>
                  <m:oMath xmlns:m="http://schemas.openxmlformats.org/officeDocument/2006/math">
                    <m:acc>
                      <m:accPr>
                        <m:chr m:val="̂"/>
                        <m:ctrlPr>
                          <a:rPr lang="en-US" sz="2400" i="1">
                            <a:latin typeface="Cambria Math" panose="02040503050406030204" pitchFamily="18" charset="0"/>
                          </a:rPr>
                        </m:ctrlPr>
                      </m:accPr>
                      <m:e>
                        <m:r>
                          <m:rPr>
                            <m:sty m:val="p"/>
                          </m:rPr>
                          <a:rPr lang="en-US" sz="2400">
                            <a:latin typeface="Cambria Math" panose="02040503050406030204" pitchFamily="18" charset="0"/>
                          </a:rPr>
                          <m:t>p</m:t>
                        </m:r>
                      </m:e>
                    </m:acc>
                    <m:r>
                      <a:rPr lang="en-US" sz="2400">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ea typeface="Cambria Math" panose="02040503050406030204" pitchFamily="18" charset="0"/>
                      </a:rPr>
                      <m:t>Z</m:t>
                    </m:r>
                    <m:r>
                      <a:rPr lang="en-US" sz="240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𝑆𝐸</m:t>
                    </m:r>
                  </m:oMath>
                </a14:m>
                <a:endParaRPr lang="en-US" sz="2400" b="0" i="0" dirty="0">
                  <a:latin typeface="Cambria Math" panose="02040503050406030204" pitchFamily="18" charset="0"/>
                  <a:ea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ea typeface="Cambria Math" panose="02040503050406030204" pitchFamily="18" charset="0"/>
                        </a:rPr>
                        <m:t> </m:t>
                      </m:r>
                    </m:oMath>
                  </m:oMathPara>
                </a14:m>
                <a:endParaRPr lang="en-US" sz="2400" dirty="0">
                  <a:latin typeface="Times New Roman" panose="02020603050405020304" pitchFamily="18" charset="0"/>
                  <a:cs typeface="Times New Roman" panose="02020603050405020304" pitchFamily="18" charset="0"/>
                </a:endParaRPr>
              </a:p>
              <a:p>
                <a:pPr marL="0" indent="0">
                  <a:lnSpc>
                    <a:spcPct val="100000"/>
                  </a:lnSpc>
                  <a:buNone/>
                </a:pPr>
                <a:endParaRPr lang="en-US" sz="2200" dirty="0">
                  <a:latin typeface="Times New Roman" panose="02020603050405020304" pitchFamily="18" charset="0"/>
                  <a:cs typeface="Times New Roman" panose="02020603050405020304" pitchFamily="18" charset="0"/>
                </a:endParaRPr>
              </a:p>
              <a:p>
                <a:pPr marL="0" indent="0">
                  <a:buNone/>
                </a:pPr>
                <a:endParaRPr lang="en-IN" dirty="0"/>
              </a:p>
            </p:txBody>
          </p:sp>
        </mc:Choice>
        <mc:Fallback xmlns="">
          <p:sp>
            <p:nvSpPr>
              <p:cNvPr id="3" name="Text Placeholder 2">
                <a:extLst>
                  <a:ext uri="{FF2B5EF4-FFF2-40B4-BE49-F238E27FC236}">
                    <a16:creationId xmlns:a16="http://schemas.microsoft.com/office/drawing/2014/main" id="{D016315E-43A2-B776-7F7F-64313C58046B}"/>
                  </a:ext>
                </a:extLst>
              </p:cNvPr>
              <p:cNvSpPr>
                <a:spLocks noGrp="1" noRot="1" noChangeAspect="1" noMove="1" noResize="1" noEditPoints="1" noAdjustHandles="1" noChangeArrowheads="1" noChangeShapeType="1" noTextEdit="1"/>
              </p:cNvSpPr>
              <p:nvPr>
                <p:ph type="body" sz="quarter" idx="13"/>
              </p:nvPr>
            </p:nvSpPr>
            <p:spPr>
              <a:xfrm>
                <a:off x="114300" y="1028701"/>
                <a:ext cx="11953875" cy="5668730"/>
              </a:xfrm>
              <a:blipFill>
                <a:blip r:embed="rId2"/>
                <a:stretch>
                  <a:fillRect l="-663" t="-1290" r="-561"/>
                </a:stretch>
              </a:blipFill>
            </p:spPr>
            <p:txBody>
              <a:bodyPr/>
              <a:lstStyle/>
              <a:p>
                <a:r>
                  <a:rPr lang="en-IN">
                    <a:noFill/>
                  </a:rPr>
                  <a:t> </a:t>
                </a:r>
              </a:p>
            </p:txBody>
          </p:sp>
        </mc:Fallback>
      </mc:AlternateContent>
    </p:spTree>
    <p:extLst>
      <p:ext uri="{BB962C8B-B14F-4D97-AF65-F5344CB8AC3E}">
        <p14:creationId xmlns:p14="http://schemas.microsoft.com/office/powerpoint/2010/main" val="37324072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19EA8-9650-0FDC-D7C5-49259C010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98476-F1A0-E3F5-8A35-B9DAD42CE20B}"/>
              </a:ext>
            </a:extLst>
          </p:cNvPr>
          <p:cNvSpPr>
            <a:spLocks noGrp="1"/>
          </p:cNvSpPr>
          <p:nvPr>
            <p:ph type="title"/>
          </p:nvPr>
        </p:nvSpPr>
        <p:spPr/>
        <p:txBody>
          <a:bodyPr/>
          <a:lstStyle/>
          <a:p>
            <a:r>
              <a:rPr lang="en-US" dirty="0"/>
              <a:t>Chi-square Table</a:t>
            </a:r>
            <a:endParaRPr lang="en-IN" dirty="0"/>
          </a:p>
        </p:txBody>
      </p:sp>
      <p:sp>
        <p:nvSpPr>
          <p:cNvPr id="3" name="Text Placeholder 2">
            <a:extLst>
              <a:ext uri="{FF2B5EF4-FFF2-40B4-BE49-F238E27FC236}">
                <a16:creationId xmlns:a16="http://schemas.microsoft.com/office/drawing/2014/main" id="{B553B55C-72D8-F52C-D848-872351FE10AF}"/>
              </a:ext>
            </a:extLst>
          </p:cNvPr>
          <p:cNvSpPr>
            <a:spLocks noGrp="1"/>
          </p:cNvSpPr>
          <p:nvPr>
            <p:ph type="body" sz="quarter" idx="13"/>
          </p:nvPr>
        </p:nvSpPr>
        <p:spPr>
          <a:xfrm>
            <a:off x="123824" y="1114425"/>
            <a:ext cx="11972925" cy="5583006"/>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7C1F4898-97D2-6B5D-0C0D-274616AC64CF}"/>
              </a:ext>
            </a:extLst>
          </p:cNvPr>
          <p:cNvSpPr txBox="1">
            <a:spLocks/>
          </p:cNvSpPr>
          <p:nvPr/>
        </p:nvSpPr>
        <p:spPr>
          <a:xfrm>
            <a:off x="271052" y="180441"/>
            <a:ext cx="8980255" cy="738481"/>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altLang="zh-CN" sz="4400" b="1" i="0" u="none" strike="noStrike" kern="1200" cap="none" spc="-173" normalizeH="0" baseline="0" noProof="0" dirty="0">
              <a:ln>
                <a:noFill/>
              </a:ln>
              <a:solidFill>
                <a:srgbClr val="FF0000"/>
              </a:solidFill>
              <a:effectLst/>
              <a:uLnTx/>
              <a:uFillTx/>
              <a:latin typeface="Helvetica Neue"/>
              <a:ea typeface="WenQuanYi Micro Hei"/>
              <a:cs typeface="Times New Roman" panose="02020603050405020304" pitchFamily="18"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44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pic>
        <p:nvPicPr>
          <p:cNvPr id="6" name="Picture 5">
            <a:extLst>
              <a:ext uri="{FF2B5EF4-FFF2-40B4-BE49-F238E27FC236}">
                <a16:creationId xmlns:a16="http://schemas.microsoft.com/office/drawing/2014/main" id="{34994B78-AA08-A084-3A96-0401B7181EED}"/>
              </a:ext>
            </a:extLst>
          </p:cNvPr>
          <p:cNvPicPr>
            <a:picLocks noChangeAspect="1"/>
          </p:cNvPicPr>
          <p:nvPr/>
        </p:nvPicPr>
        <p:blipFill>
          <a:blip r:embed="rId2"/>
          <a:stretch>
            <a:fillRect/>
          </a:stretch>
        </p:blipFill>
        <p:spPr>
          <a:xfrm>
            <a:off x="123824" y="1165427"/>
            <a:ext cx="11868151" cy="5532004"/>
          </a:xfrm>
          <a:prstGeom prst="rect">
            <a:avLst/>
          </a:prstGeom>
        </p:spPr>
      </p:pic>
    </p:spTree>
    <p:extLst>
      <p:ext uri="{BB962C8B-B14F-4D97-AF65-F5344CB8AC3E}">
        <p14:creationId xmlns:p14="http://schemas.microsoft.com/office/powerpoint/2010/main" val="7986459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8F2ED-83D4-E5F6-A2D0-7921755A2154}"/>
              </a:ext>
            </a:extLst>
          </p:cNvPr>
          <p:cNvSpPr>
            <a:spLocks noGrp="1"/>
          </p:cNvSpPr>
          <p:nvPr>
            <p:ph type="title"/>
          </p:nvPr>
        </p:nvSpPr>
        <p:spPr/>
        <p:txBody>
          <a:bodyPr/>
          <a:lstStyle/>
          <a:p>
            <a:r>
              <a:rPr lang="en-US" dirty="0"/>
              <a:t>Exercise </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6438D60-0989-2E7B-01D9-05EA86C55BC7}"/>
                  </a:ext>
                </a:extLst>
              </p:cNvPr>
              <p:cNvSpPr>
                <a:spLocks noGrp="1"/>
              </p:cNvSpPr>
              <p:nvPr>
                <p:ph type="body" sz="quarter" idx="13"/>
              </p:nvPr>
            </p:nvSpPr>
            <p:spPr>
              <a:xfrm>
                <a:off x="152400" y="1009651"/>
                <a:ext cx="11925300" cy="5687780"/>
              </a:xfrm>
            </p:spPr>
            <p:txBody>
              <a:bodyPr>
                <a:normAutofit fontScale="92500" lnSpcReduction="10000"/>
              </a:bodyPr>
              <a:lstStyle/>
              <a:p>
                <a:pPr marL="0" indent="0">
                  <a:lnSpc>
                    <a:spcPct val="100000"/>
                  </a:lnSpc>
                  <a:buNone/>
                </a:pPr>
                <a:r>
                  <a:rPr lang="en-US" sz="2200" dirty="0">
                    <a:latin typeface="Times New Roman" panose="02020603050405020304" pitchFamily="18" charset="0"/>
                    <a:cs typeface="Times New Roman" panose="02020603050405020304" pitchFamily="18" charset="0"/>
                  </a:rPr>
                  <a:t>3. A cigarette manufacturing company claims that its brand A cigarettes outsells its brand B cigarettes by 8%. If it is found that 42 out of a random sample of 200 smokers prefer brand A and 18 out of 100 smokers prefer brand B, test at 5% level of significance, whether 8% difference a valid claim. Also construct 95% CI for (P</a:t>
                </a:r>
                <a:r>
                  <a:rPr lang="en-US" sz="2200" baseline="-25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-P</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and find P-value. </a:t>
                </a:r>
              </a:p>
              <a:p>
                <a:pPr marL="0" indent="0">
                  <a:lnSpc>
                    <a:spcPct val="100000"/>
                  </a:lnSpc>
                  <a:buNone/>
                </a:pPr>
                <a:r>
                  <a:rPr lang="en-US" sz="2200" b="1" dirty="0">
                    <a:latin typeface="Times New Roman" panose="02020603050405020304" pitchFamily="18" charset="0"/>
                    <a:cs typeface="Times New Roman" panose="02020603050405020304" pitchFamily="18" charset="0"/>
                  </a:rPr>
                  <a:t>Hint:</a:t>
                </a:r>
                <a:r>
                  <a:rPr lang="en-US" sz="22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𝑛</m:t>
                        </m:r>
                      </m:e>
                      <m:sub>
                        <m:r>
                          <a:rPr lang="en-US" sz="2200" b="0" i="1" smtClean="0">
                            <a:latin typeface="Cambria Math" panose="02040503050406030204" pitchFamily="18" charset="0"/>
                            <a:cs typeface="Times New Roman" panose="02020603050405020304" pitchFamily="18" charset="0"/>
                          </a:rPr>
                          <m:t>1</m:t>
                        </m:r>
                      </m:sub>
                    </m:sSub>
                  </m:oMath>
                </a14:m>
                <a:r>
                  <a:rPr lang="en-US" sz="2200" dirty="0">
                    <a:latin typeface="Times New Roman" panose="02020603050405020304" pitchFamily="18" charset="0"/>
                    <a:cs typeface="Times New Roman" panose="02020603050405020304" pitchFamily="18" charset="0"/>
                  </a:rPr>
                  <a:t>=200,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𝑛</m:t>
                        </m:r>
                      </m:e>
                      <m:sub>
                        <m:r>
                          <a:rPr lang="en-US" sz="2200" b="0" i="1" smtClean="0">
                            <a:latin typeface="Cambria Math" panose="02040503050406030204" pitchFamily="18" charset="0"/>
                            <a:cs typeface="Times New Roman" panose="02020603050405020304" pitchFamily="18" charset="0"/>
                          </a:rPr>
                          <m:t>2</m:t>
                        </m:r>
                      </m:sub>
                    </m:sSub>
                  </m:oMath>
                </a14:m>
                <a:r>
                  <a:rPr lang="en-US" sz="2200" dirty="0">
                    <a:latin typeface="Times New Roman" panose="02020603050405020304" pitchFamily="18" charset="0"/>
                    <a:cs typeface="Times New Roman" panose="02020603050405020304" pitchFamily="18" charset="0"/>
                  </a:rPr>
                  <a:t>=100,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𝑥</m:t>
                        </m:r>
                      </m:e>
                      <m:sub>
                        <m:r>
                          <a:rPr lang="en-US" sz="2200" b="0" i="1" smtClean="0">
                            <a:latin typeface="Cambria Math" panose="02040503050406030204" pitchFamily="18" charset="0"/>
                            <a:cs typeface="Times New Roman" panose="02020603050405020304" pitchFamily="18" charset="0"/>
                          </a:rPr>
                          <m:t>1</m:t>
                        </m:r>
                      </m:sub>
                    </m:sSub>
                  </m:oMath>
                </a14:m>
                <a:r>
                  <a:rPr lang="en-US" sz="2200" dirty="0">
                    <a:latin typeface="Times New Roman" panose="02020603050405020304" pitchFamily="18" charset="0"/>
                    <a:cs typeface="Times New Roman" panose="02020603050405020304" pitchFamily="18" charset="0"/>
                  </a:rPr>
                  <a:t>=42,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𝑥</m:t>
                        </m:r>
                      </m:e>
                      <m:sub>
                        <m:r>
                          <a:rPr lang="en-US" sz="2200" b="0" i="1" smtClean="0">
                            <a:latin typeface="Cambria Math" panose="02040503050406030204" pitchFamily="18" charset="0"/>
                            <a:cs typeface="Times New Roman" panose="02020603050405020304" pitchFamily="18" charset="0"/>
                          </a:rPr>
                          <m:t>2</m:t>
                        </m:r>
                      </m:sub>
                    </m:sSub>
                  </m:oMath>
                </a14:m>
                <a:r>
                  <a:rPr lang="en-US" sz="2200" dirty="0">
                    <a:latin typeface="Times New Roman" panose="02020603050405020304" pitchFamily="18" charset="0"/>
                    <a:cs typeface="Times New Roman" panose="02020603050405020304" pitchFamily="18" charset="0"/>
                  </a:rPr>
                  <a:t>=18, </a:t>
                </a:r>
              </a:p>
              <a:p>
                <a:pPr marL="0" indent="0">
                  <a:lnSpc>
                    <a:spcPct val="100000"/>
                  </a:lnSpc>
                  <a:buNone/>
                </a:pPr>
                <a:r>
                  <a:rPr lang="en-US" sz="2200" dirty="0">
                    <a:latin typeface="Times New Roman" panose="02020603050405020304" pitchFamily="18" charset="0"/>
                    <a:cs typeface="Times New Roman" panose="02020603050405020304" pitchFamily="18" charset="0"/>
                  </a:rPr>
                  <a:t>Null hypothesis: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𝑝</m:t>
                        </m:r>
                      </m:e>
                      <m:sub>
                        <m:r>
                          <a:rPr lang="en-US" sz="2200" b="0" i="1" smtClean="0">
                            <a:latin typeface="Cambria Math" panose="02040503050406030204" pitchFamily="18" charset="0"/>
                            <a:cs typeface="Times New Roman" panose="02020603050405020304" pitchFamily="18" charset="0"/>
                          </a:rPr>
                          <m:t>1</m:t>
                        </m:r>
                      </m:sub>
                    </m:sSub>
                  </m:oMath>
                </a14:m>
                <a:r>
                  <a:rPr lang="en-US" sz="22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𝑝</m:t>
                        </m:r>
                      </m:e>
                      <m:sub>
                        <m:r>
                          <a:rPr lang="en-US" sz="2200" b="0" i="1" smtClean="0">
                            <a:latin typeface="Cambria Math" panose="02040503050406030204" pitchFamily="18" charset="0"/>
                            <a:cs typeface="Times New Roman" panose="02020603050405020304" pitchFamily="18" charset="0"/>
                          </a:rPr>
                          <m:t>2</m:t>
                        </m:r>
                      </m:sub>
                    </m:sSub>
                  </m:oMath>
                </a14:m>
                <a:r>
                  <a:rPr lang="en-US" sz="2200" dirty="0">
                    <a:latin typeface="Times New Roman" panose="02020603050405020304" pitchFamily="18" charset="0"/>
                    <a:cs typeface="Times New Roman" panose="02020603050405020304" pitchFamily="18" charset="0"/>
                  </a:rPr>
                  <a:t>=0.08, alternative hypothesis: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𝑝</m:t>
                        </m:r>
                      </m:e>
                      <m:sub>
                        <m:r>
                          <a:rPr lang="en-US" sz="2200" b="0" i="1" smtClean="0">
                            <a:latin typeface="Cambria Math" panose="02040503050406030204" pitchFamily="18" charset="0"/>
                            <a:cs typeface="Times New Roman" panose="02020603050405020304" pitchFamily="18" charset="0"/>
                          </a:rPr>
                          <m:t>1</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𝑝</m:t>
                        </m:r>
                      </m:e>
                      <m:sub>
                        <m:r>
                          <a:rPr lang="en-US" sz="2200" b="0" i="1" smtClean="0">
                            <a:latin typeface="Cambria Math" panose="02040503050406030204" pitchFamily="18" charset="0"/>
                            <a:cs typeface="Times New Roman" panose="02020603050405020304" pitchFamily="18" charset="0"/>
                          </a:rPr>
                          <m:t>2</m:t>
                        </m:r>
                      </m:sub>
                    </m:sSub>
                  </m:oMath>
                </a14:m>
                <a:r>
                  <a:rPr lang="en-US" sz="2200" dirty="0">
                    <a:latin typeface="Times New Roman" panose="02020603050405020304" pitchFamily="18" charset="0"/>
                    <a:cs typeface="Times New Roman" panose="02020603050405020304" pitchFamily="18" charset="0"/>
                  </a:rPr>
                  <a:t> ≠0.08, </a:t>
                </a:r>
              </a:p>
              <a:p>
                <a:pPr marL="0" indent="0">
                  <a:lnSpc>
                    <a:spcPct val="100000"/>
                  </a:lnSpc>
                  <a:buNone/>
                </a:pPr>
                <a:r>
                  <a:rPr lang="en-US" sz="2200" dirty="0">
                    <a:latin typeface="Times New Roman" panose="02020603050405020304" pitchFamily="18" charset="0"/>
                    <a:cs typeface="Times New Roman" panose="02020603050405020304" pitchFamily="18" charset="0"/>
                  </a:rPr>
                  <a:t>Find pooled SE where, p=0.2 and q=0.8, CI=0.03 </a:t>
                </a:r>
                <a14:m>
                  <m:oMath xmlns:m="http://schemas.openxmlformats.org/officeDocument/2006/math">
                    <m:r>
                      <a:rPr lang="en-US" sz="2200">
                        <a:latin typeface="Cambria Math" panose="02040503050406030204" pitchFamily="18" charset="0"/>
                        <a:ea typeface="Cambria Math" panose="02040503050406030204" pitchFamily="18" charset="0"/>
                      </a:rPr>
                      <m:t>±</m:t>
                    </m:r>
                  </m:oMath>
                </a14:m>
                <a:r>
                  <a:rPr lang="en-US" sz="2200" dirty="0">
                    <a:latin typeface="Times New Roman" panose="02020603050405020304" pitchFamily="18" charset="0"/>
                    <a:cs typeface="Times New Roman" panose="02020603050405020304" pitchFamily="18" charset="0"/>
                  </a:rPr>
                  <a:t> 0.096</a:t>
                </a:r>
              </a:p>
              <a:p>
                <a:pPr marL="0" indent="0">
                  <a:lnSpc>
                    <a:spcPct val="100000"/>
                  </a:lnSpc>
                  <a:buNone/>
                </a:pPr>
                <a:r>
                  <a:rPr lang="en-US" sz="2200" dirty="0">
                    <a:latin typeface="Times New Roman" panose="02020603050405020304" pitchFamily="18" charset="0"/>
                    <a:cs typeface="Times New Roman" panose="02020603050405020304" pitchFamily="18" charset="0"/>
                  </a:rPr>
                  <a:t>4. </a:t>
                </a:r>
                <a:r>
                  <a:rPr lang="en-US" sz="2400" dirty="0">
                    <a:latin typeface="Times New Roman" panose="02020603050405020304" pitchFamily="18" charset="0"/>
                    <a:cs typeface="Times New Roman" panose="02020603050405020304" pitchFamily="18" charset="0"/>
                  </a:rPr>
                  <a:t>The management of a local health club </a:t>
                </a:r>
                <a:r>
                  <a:rPr lang="en-IN" sz="2400" dirty="0">
                    <a:latin typeface="Times New Roman" panose="02020603050405020304" pitchFamily="18" charset="0"/>
                    <a:cs typeface="Times New Roman" panose="02020603050405020304" pitchFamily="18" charset="0"/>
                  </a:rPr>
                  <a:t>claims that its members lose on the average 7 </a:t>
                </a:r>
                <a:r>
                  <a:rPr lang="en-IN" sz="2400" dirty="0" err="1">
                    <a:latin typeface="Times New Roman" panose="02020603050405020304" pitchFamily="18" charset="0"/>
                    <a:cs typeface="Times New Roman" panose="02020603050405020304" pitchFamily="18" charset="0"/>
                  </a:rPr>
                  <a:t>kgs</a:t>
                </a:r>
                <a:r>
                  <a:rPr lang="en-IN" sz="2400" dirty="0">
                    <a:latin typeface="Times New Roman" panose="02020603050405020304" pitchFamily="18" charset="0"/>
                    <a:cs typeface="Times New Roman" panose="02020603050405020304" pitchFamily="18" charset="0"/>
                  </a:rPr>
                  <a:t> or more within 3 months after joining the club. To check this claim, a consumer agency took a random sample of 15 members of this health club and found that they lost an average of 6.26 </a:t>
                </a:r>
                <a:r>
                  <a:rPr lang="en-IN" sz="2400" dirty="0" err="1">
                    <a:latin typeface="Times New Roman" panose="02020603050405020304" pitchFamily="18" charset="0"/>
                    <a:cs typeface="Times New Roman" panose="02020603050405020304" pitchFamily="18" charset="0"/>
                  </a:rPr>
                  <a:t>kgs</a:t>
                </a:r>
                <a:r>
                  <a:rPr lang="en-IN" sz="2400" dirty="0">
                    <a:latin typeface="Times New Roman" panose="02020603050405020304" pitchFamily="18" charset="0"/>
                    <a:cs typeface="Times New Roman" panose="02020603050405020304" pitchFamily="18" charset="0"/>
                  </a:rPr>
                  <a:t> within the first three months of membership. The sample standard deviation 1.91 </a:t>
                </a:r>
                <a:r>
                  <a:rPr lang="en-IN" sz="2400" dirty="0" err="1">
                    <a:latin typeface="Times New Roman" panose="02020603050405020304" pitchFamily="18" charset="0"/>
                    <a:cs typeface="Times New Roman" panose="02020603050405020304" pitchFamily="18" charset="0"/>
                  </a:rPr>
                  <a:t>kgs</a:t>
                </a:r>
                <a:r>
                  <a:rPr lang="en-IN" sz="2400" dirty="0">
                    <a:latin typeface="Times New Roman" panose="02020603050405020304" pitchFamily="18" charset="0"/>
                    <a:cs typeface="Times New Roman" panose="02020603050405020304" pitchFamily="18" charset="0"/>
                  </a:rPr>
                  <a:t>. Test at 1% level of significance whether the claim made by management of a local health club is acceptable or not? Also find the P-value of this test. </a:t>
                </a:r>
              </a:p>
              <a:p>
                <a:pPr marL="0" indent="0">
                  <a:lnSpc>
                    <a:spcPct val="100000"/>
                  </a:lnSpc>
                  <a:buNone/>
                </a:pPr>
                <a:r>
                  <a:rPr lang="en-IN" sz="2400" dirty="0">
                    <a:latin typeface="Times New Roman" panose="02020603050405020304" pitchFamily="18" charset="0"/>
                    <a:cs typeface="Times New Roman" panose="02020603050405020304" pitchFamily="18" charset="0"/>
                  </a:rPr>
                  <a:t>Hint: </a:t>
                </a:r>
                <a:r>
                  <a:rPr lang="el-GR" sz="2400" dirty="0">
                    <a:latin typeface="Times New Roman" panose="02020603050405020304" pitchFamily="18" charset="0"/>
                    <a:cs typeface="Times New Roman" panose="02020603050405020304" pitchFamily="18" charset="0"/>
                  </a:rPr>
                  <a:t>α</a:t>
                </a:r>
                <a:r>
                  <a:rPr lang="en-US" sz="2400" dirty="0">
                    <a:latin typeface="Times New Roman" panose="02020603050405020304" pitchFamily="18" charset="0"/>
                    <a:cs typeface="Times New Roman" panose="02020603050405020304" pitchFamily="18" charset="0"/>
                  </a:rPr>
                  <a:t>=0.01, one tailed</a:t>
                </a:r>
                <a:endParaRPr lang="en-IN" sz="2400" dirty="0">
                  <a:latin typeface="Times New Roman" panose="02020603050405020304" pitchFamily="18" charset="0"/>
                  <a:cs typeface="Times New Roman" panose="02020603050405020304" pitchFamily="18" charset="0"/>
                </a:endParaRPr>
              </a:p>
              <a:p>
                <a:pPr marL="0" indent="0">
                  <a:lnSpc>
                    <a:spcPct val="100000"/>
                  </a:lnSpc>
                  <a:buNone/>
                </a:pPr>
                <a:r>
                  <a:rPr lang="en-IN" sz="2400" dirty="0">
                    <a:latin typeface="Times New Roman" panose="02020603050405020304" pitchFamily="18" charset="0"/>
                    <a:cs typeface="Times New Roman" panose="02020603050405020304" pitchFamily="18" charset="0"/>
                  </a:rPr>
                  <a:t> H0: µ ≥ 7, H1:  µ &lt; 7, n=15 (&lt;30 =&gt; t-test), </a:t>
                </a:r>
                <a:r>
                  <a:rPr lang="en-IN" sz="2400" dirty="0" err="1">
                    <a:latin typeface="Times New Roman" panose="02020603050405020304" pitchFamily="18" charset="0"/>
                    <a:cs typeface="Times New Roman" panose="02020603050405020304" pitchFamily="18" charset="0"/>
                  </a:rPr>
                  <a:t>dF</a:t>
                </a:r>
                <a:r>
                  <a:rPr lang="en-IN" sz="2400" dirty="0">
                    <a:latin typeface="Times New Roman" panose="02020603050405020304" pitchFamily="18" charset="0"/>
                    <a:cs typeface="Times New Roman" panose="02020603050405020304" pitchFamily="18" charset="0"/>
                  </a:rPr>
                  <a:t>=15-1=14, </a:t>
                </a:r>
                <a14:m>
                  <m:oMath xmlns:m="http://schemas.openxmlformats.org/officeDocument/2006/math">
                    <m:acc>
                      <m:accPr>
                        <m:chr m:val="̅"/>
                        <m:ctrlPr>
                          <a:rPr lang="en-IN" sz="2400" i="1">
                            <a:latin typeface="Cambria Math" panose="02040503050406030204" pitchFamily="18" charset="0"/>
                          </a:rPr>
                        </m:ctrlPr>
                      </m:accPr>
                      <m:e>
                        <m:r>
                          <m:rPr>
                            <m:sty m:val="p"/>
                          </m:rPr>
                          <a:rPr lang="en-US" sz="2400">
                            <a:latin typeface="Cambria Math" panose="02040503050406030204" pitchFamily="18" charset="0"/>
                          </a:rPr>
                          <m:t>x</m:t>
                        </m:r>
                      </m:e>
                    </m:acc>
                  </m:oMath>
                </a14:m>
                <a:r>
                  <a:rPr lang="en-IN" sz="2400" dirty="0">
                    <a:latin typeface="Times New Roman" panose="02020603050405020304" pitchFamily="18" charset="0"/>
                    <a:cs typeface="Times New Roman" panose="02020603050405020304" pitchFamily="18" charset="0"/>
                  </a:rPr>
                  <a:t> = 6.26, s=1.91, p-value= 0.075 (</a:t>
                </a:r>
                <a:r>
                  <a:rPr lang="en-IN" sz="2400" dirty="0" err="1">
                    <a:latin typeface="Times New Roman" panose="02020603050405020304" pitchFamily="18" charset="0"/>
                    <a:cs typeface="Times New Roman" panose="02020603050405020304" pitchFamily="18" charset="0"/>
                  </a:rPr>
                  <a:t>approx</a:t>
                </a:r>
                <a:r>
                  <a:rPr lang="en-IN" sz="2400" dirty="0">
                    <a:latin typeface="Times New Roman" panose="02020603050405020304" pitchFamily="18" charset="0"/>
                    <a:cs typeface="Times New Roman" panose="02020603050405020304" pitchFamily="18" charset="0"/>
                  </a:rPr>
                  <a:t> value via t table between 0.05 to 0.10 at |t|=1.5, </a:t>
                </a:r>
                <a:r>
                  <a:rPr lang="en-IN" sz="2400" dirty="0" err="1">
                    <a:latin typeface="Times New Roman" panose="02020603050405020304" pitchFamily="18" charset="0"/>
                    <a:cs typeface="Times New Roman" panose="02020603050405020304" pitchFamily="18" charset="0"/>
                  </a:rPr>
                  <a:t>df</a:t>
                </a:r>
                <a:r>
                  <a:rPr lang="en-IN" sz="2400" dirty="0">
                    <a:latin typeface="Times New Roman" panose="02020603050405020304" pitchFamily="18" charset="0"/>
                    <a:cs typeface="Times New Roman" panose="02020603050405020304" pitchFamily="18" charset="0"/>
                  </a:rPr>
                  <a:t>=14)</a:t>
                </a:r>
              </a:p>
              <a:p>
                <a:pPr marL="0" indent="0">
                  <a:lnSpc>
                    <a:spcPct val="100000"/>
                  </a:lnSpc>
                  <a:buNone/>
                </a:pPr>
                <a:endParaRPr lang="en-US" sz="2200" dirty="0">
                  <a:latin typeface="Times New Roman" panose="02020603050405020304" pitchFamily="18" charset="0"/>
                  <a:cs typeface="Times New Roman" panose="02020603050405020304" pitchFamily="18" charset="0"/>
                </a:endParaRPr>
              </a:p>
              <a:p>
                <a:pPr marL="0" indent="0">
                  <a:buNone/>
                </a:pPr>
                <a:endParaRPr lang="en-IN" dirty="0"/>
              </a:p>
            </p:txBody>
          </p:sp>
        </mc:Choice>
        <mc:Fallback xmlns="">
          <p:sp>
            <p:nvSpPr>
              <p:cNvPr id="3" name="Text Placeholder 2">
                <a:extLst>
                  <a:ext uri="{FF2B5EF4-FFF2-40B4-BE49-F238E27FC236}">
                    <a16:creationId xmlns:a16="http://schemas.microsoft.com/office/drawing/2014/main" id="{26438D60-0989-2E7B-01D9-05EA86C55BC7}"/>
                  </a:ext>
                </a:extLst>
              </p:cNvPr>
              <p:cNvSpPr>
                <a:spLocks noGrp="1" noRot="1" noChangeAspect="1" noMove="1" noResize="1" noEditPoints="1" noAdjustHandles="1" noChangeArrowheads="1" noChangeShapeType="1" noTextEdit="1"/>
              </p:cNvSpPr>
              <p:nvPr>
                <p:ph type="body" sz="quarter" idx="13"/>
              </p:nvPr>
            </p:nvSpPr>
            <p:spPr>
              <a:xfrm>
                <a:off x="152400" y="1009651"/>
                <a:ext cx="11925300" cy="5687780"/>
              </a:xfrm>
              <a:blipFill>
                <a:blip r:embed="rId2"/>
                <a:stretch>
                  <a:fillRect l="-665" t="-1179" r="-1176"/>
                </a:stretch>
              </a:blipFill>
            </p:spPr>
            <p:txBody>
              <a:bodyPr/>
              <a:lstStyle/>
              <a:p>
                <a:r>
                  <a:rPr lang="en-IN">
                    <a:noFill/>
                  </a:rPr>
                  <a:t> </a:t>
                </a:r>
              </a:p>
            </p:txBody>
          </p:sp>
        </mc:Fallback>
      </mc:AlternateContent>
    </p:spTree>
    <p:extLst>
      <p:ext uri="{BB962C8B-B14F-4D97-AF65-F5344CB8AC3E}">
        <p14:creationId xmlns:p14="http://schemas.microsoft.com/office/powerpoint/2010/main" val="38710134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9559-2F4D-6A63-5CAD-4F1B75C8F330}"/>
              </a:ext>
            </a:extLst>
          </p:cNvPr>
          <p:cNvSpPr>
            <a:spLocks noGrp="1"/>
          </p:cNvSpPr>
          <p:nvPr>
            <p:ph type="title"/>
          </p:nvPr>
        </p:nvSpPr>
        <p:spPr/>
        <p:txBody>
          <a:bodyPr/>
          <a:lstStyle/>
          <a:p>
            <a:r>
              <a:rPr lang="en-US" dirty="0"/>
              <a:t>Exercise</a:t>
            </a:r>
            <a:endParaRPr lang="en-IN" dirty="0"/>
          </a:p>
        </p:txBody>
      </p:sp>
      <p:sp>
        <p:nvSpPr>
          <p:cNvPr id="3" name="Text Placeholder 2">
            <a:extLst>
              <a:ext uri="{FF2B5EF4-FFF2-40B4-BE49-F238E27FC236}">
                <a16:creationId xmlns:a16="http://schemas.microsoft.com/office/drawing/2014/main" id="{324B4DED-12C3-7DC6-4522-91C13E44BD58}"/>
              </a:ext>
            </a:extLst>
          </p:cNvPr>
          <p:cNvSpPr>
            <a:spLocks noGrp="1"/>
          </p:cNvSpPr>
          <p:nvPr>
            <p:ph type="body" sz="quarter" idx="13"/>
          </p:nvPr>
        </p:nvSpPr>
        <p:spPr>
          <a:xfrm>
            <a:off x="114300" y="1171575"/>
            <a:ext cx="11801475" cy="5362575"/>
          </a:xfrm>
        </p:spPr>
        <p:txBody>
          <a:bodyPr>
            <a:normAutofit/>
          </a:bodyPr>
          <a:lstStyle/>
          <a:p>
            <a:pPr marL="0" indent="0">
              <a:buNone/>
            </a:pPr>
            <a:r>
              <a:rPr lang="en-US" sz="1800" dirty="0">
                <a:latin typeface="Times New Roman" panose="02020603050405020304" pitchFamily="18" charset="0"/>
                <a:ea typeface="Verdana" panose="020B0604030504040204" pitchFamily="34" charset="0"/>
                <a:cs typeface="Times New Roman" panose="02020603050405020304" pitchFamily="18" charset="0"/>
              </a:rPr>
              <a:t>A taxi company manager is trying to decide whether the use of radial tires instead of regular belted tires improves fuel economy. 12 cars were equipped with radial tires and driven over a prescribed test course. Without changing drivers, the same cars were then equipped with regular belted tires and driven once again over the test course. The gasoline consumption in kilometers per liter was recorded. Assume that the populations are normally distributed</a:t>
            </a:r>
          </a:p>
          <a:p>
            <a:pPr marL="0" indent="0">
              <a:buNone/>
            </a:pPr>
            <a:endParaRPr lang="en-US" sz="1800"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endParaRPr lang="en-US" sz="1800"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endParaRPr lang="en-US" sz="1800"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endParaRPr lang="en-US" sz="1800"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r>
              <a:rPr lang="en-US" sz="1800" dirty="0">
                <a:latin typeface="Times New Roman" panose="02020603050405020304" pitchFamily="18" charset="0"/>
                <a:ea typeface="Verdana" panose="020B0604030504040204" pitchFamily="34" charset="0"/>
                <a:cs typeface="Times New Roman" panose="02020603050405020304" pitchFamily="18" charset="0"/>
              </a:rPr>
              <a:t>(</a:t>
            </a:r>
            <a:r>
              <a:rPr lang="en-US" sz="1800" dirty="0" err="1">
                <a:latin typeface="Times New Roman" panose="02020603050405020304" pitchFamily="18" charset="0"/>
                <a:ea typeface="Verdana" panose="020B0604030504040204" pitchFamily="34" charset="0"/>
                <a:cs typeface="Times New Roman" panose="02020603050405020304" pitchFamily="18" charset="0"/>
              </a:rPr>
              <a:t>i</a:t>
            </a:r>
            <a:r>
              <a:rPr lang="en-US" sz="1800" dirty="0">
                <a:latin typeface="Times New Roman" panose="02020603050405020304" pitchFamily="18" charset="0"/>
                <a:ea typeface="Verdana" panose="020B0604030504040204" pitchFamily="34" charset="0"/>
                <a:cs typeface="Times New Roman" panose="02020603050405020304" pitchFamily="18" charset="0"/>
              </a:rPr>
              <a:t>) What are the underlying assumptions of Student’s unpaired t-test?</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r>
              <a:rPr lang="en-US" sz="1800" dirty="0">
                <a:latin typeface="Times New Roman" panose="02020603050405020304" pitchFamily="18" charset="0"/>
                <a:ea typeface="Verdana" panose="020B0604030504040204" pitchFamily="34" charset="0"/>
                <a:cs typeface="Times New Roman" panose="02020603050405020304" pitchFamily="18" charset="0"/>
              </a:rPr>
              <a:t>(ii) Based on the data can we conclude that cars equipped with radial tires give better fuel   economy than those equipped with belted tires? </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r>
              <a:rPr lang="en-US" sz="1800" dirty="0">
                <a:latin typeface="Times New Roman" panose="02020603050405020304" pitchFamily="18" charset="0"/>
                <a:ea typeface="Verdana" panose="020B0604030504040204" pitchFamily="34" charset="0"/>
                <a:cs typeface="Times New Roman" panose="02020603050405020304" pitchFamily="18" charset="0"/>
              </a:rPr>
              <a:t>(iii) Find P-value.</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r>
              <a:rPr lang="en-US" sz="1800" dirty="0">
                <a:latin typeface="Times New Roman" panose="02020603050405020304" pitchFamily="18" charset="0"/>
                <a:ea typeface="Verdana" panose="020B0604030504040204" pitchFamily="34" charset="0"/>
                <a:cs typeface="Times New Roman" panose="02020603050405020304" pitchFamily="18" charset="0"/>
              </a:rPr>
              <a:t>(iv) Construct 95% CI for difference in means. </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r>
              <a:rPr lang="en-US" sz="1800" dirty="0">
                <a:latin typeface="Times New Roman" panose="02020603050405020304" pitchFamily="18" charset="0"/>
                <a:ea typeface="Verdana" panose="020B0604030504040204" pitchFamily="34" charset="0"/>
                <a:cs typeface="Times New Roman" panose="02020603050405020304" pitchFamily="18" charset="0"/>
              </a:rPr>
              <a:t>(v) What is your inference?</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endParaRPr lang="en-IN" sz="1400" dirty="0">
              <a:latin typeface="Helvetica Neue" panose="02000503000000020004"/>
              <a:ea typeface="Verdana" panose="020B0604030504040204" pitchFamily="34" charset="0"/>
            </a:endParaRPr>
          </a:p>
          <a:p>
            <a:pPr marL="0" indent="0">
              <a:buNone/>
            </a:pPr>
            <a:endParaRPr lang="en-IN" dirty="0"/>
          </a:p>
        </p:txBody>
      </p:sp>
      <p:graphicFrame>
        <p:nvGraphicFramePr>
          <p:cNvPr id="5" name="Table 4">
            <a:extLst>
              <a:ext uri="{FF2B5EF4-FFF2-40B4-BE49-F238E27FC236}">
                <a16:creationId xmlns:a16="http://schemas.microsoft.com/office/drawing/2014/main" id="{A1B67083-7DCC-8256-E70E-C6764AD2574B}"/>
              </a:ext>
            </a:extLst>
          </p:cNvPr>
          <p:cNvGraphicFramePr>
            <a:graphicFrameLocks noGrp="1"/>
          </p:cNvGraphicFramePr>
          <p:nvPr/>
        </p:nvGraphicFramePr>
        <p:xfrm>
          <a:off x="114300" y="2424112"/>
          <a:ext cx="11029952" cy="1238250"/>
        </p:xfrm>
        <a:graphic>
          <a:graphicData uri="http://schemas.openxmlformats.org/drawingml/2006/table">
            <a:tbl>
              <a:tblPr firstRow="1" firstCol="1" bandRow="1">
                <a:tableStyleId>{5940675A-B579-460E-94D1-54222C63F5DA}</a:tableStyleId>
              </a:tblPr>
              <a:tblGrid>
                <a:gridCol w="1998284">
                  <a:extLst>
                    <a:ext uri="{9D8B030D-6E8A-4147-A177-3AD203B41FA5}">
                      <a16:colId xmlns:a16="http://schemas.microsoft.com/office/drawing/2014/main" val="20000"/>
                    </a:ext>
                  </a:extLst>
                </a:gridCol>
                <a:gridCol w="752639">
                  <a:extLst>
                    <a:ext uri="{9D8B030D-6E8A-4147-A177-3AD203B41FA5}">
                      <a16:colId xmlns:a16="http://schemas.microsoft.com/office/drawing/2014/main" val="20001"/>
                    </a:ext>
                  </a:extLst>
                </a:gridCol>
                <a:gridCol w="752639">
                  <a:extLst>
                    <a:ext uri="{9D8B030D-6E8A-4147-A177-3AD203B41FA5}">
                      <a16:colId xmlns:a16="http://schemas.microsoft.com/office/drawing/2014/main" val="20002"/>
                    </a:ext>
                  </a:extLst>
                </a:gridCol>
                <a:gridCol w="752639">
                  <a:extLst>
                    <a:ext uri="{9D8B030D-6E8A-4147-A177-3AD203B41FA5}">
                      <a16:colId xmlns:a16="http://schemas.microsoft.com/office/drawing/2014/main" val="20003"/>
                    </a:ext>
                  </a:extLst>
                </a:gridCol>
                <a:gridCol w="752639">
                  <a:extLst>
                    <a:ext uri="{9D8B030D-6E8A-4147-A177-3AD203B41FA5}">
                      <a16:colId xmlns:a16="http://schemas.microsoft.com/office/drawing/2014/main" val="20004"/>
                    </a:ext>
                  </a:extLst>
                </a:gridCol>
                <a:gridCol w="752639">
                  <a:extLst>
                    <a:ext uri="{9D8B030D-6E8A-4147-A177-3AD203B41FA5}">
                      <a16:colId xmlns:a16="http://schemas.microsoft.com/office/drawing/2014/main" val="20005"/>
                    </a:ext>
                  </a:extLst>
                </a:gridCol>
                <a:gridCol w="752639">
                  <a:extLst>
                    <a:ext uri="{9D8B030D-6E8A-4147-A177-3AD203B41FA5}">
                      <a16:colId xmlns:a16="http://schemas.microsoft.com/office/drawing/2014/main" val="20006"/>
                    </a:ext>
                  </a:extLst>
                </a:gridCol>
                <a:gridCol w="752639">
                  <a:extLst>
                    <a:ext uri="{9D8B030D-6E8A-4147-A177-3AD203B41FA5}">
                      <a16:colId xmlns:a16="http://schemas.microsoft.com/office/drawing/2014/main" val="20007"/>
                    </a:ext>
                  </a:extLst>
                </a:gridCol>
                <a:gridCol w="752639">
                  <a:extLst>
                    <a:ext uri="{9D8B030D-6E8A-4147-A177-3AD203B41FA5}">
                      <a16:colId xmlns:a16="http://schemas.microsoft.com/office/drawing/2014/main" val="20008"/>
                    </a:ext>
                  </a:extLst>
                </a:gridCol>
                <a:gridCol w="752639">
                  <a:extLst>
                    <a:ext uri="{9D8B030D-6E8A-4147-A177-3AD203B41FA5}">
                      <a16:colId xmlns:a16="http://schemas.microsoft.com/office/drawing/2014/main" val="20009"/>
                    </a:ext>
                  </a:extLst>
                </a:gridCol>
                <a:gridCol w="752639">
                  <a:extLst>
                    <a:ext uri="{9D8B030D-6E8A-4147-A177-3AD203B41FA5}">
                      <a16:colId xmlns:a16="http://schemas.microsoft.com/office/drawing/2014/main" val="20010"/>
                    </a:ext>
                  </a:extLst>
                </a:gridCol>
                <a:gridCol w="752639">
                  <a:extLst>
                    <a:ext uri="{9D8B030D-6E8A-4147-A177-3AD203B41FA5}">
                      <a16:colId xmlns:a16="http://schemas.microsoft.com/office/drawing/2014/main" val="20011"/>
                    </a:ext>
                  </a:extLst>
                </a:gridCol>
                <a:gridCol w="752639">
                  <a:extLst>
                    <a:ext uri="{9D8B030D-6E8A-4147-A177-3AD203B41FA5}">
                      <a16:colId xmlns:a16="http://schemas.microsoft.com/office/drawing/2014/main" val="20012"/>
                    </a:ext>
                  </a:extLst>
                </a:gridCol>
              </a:tblGrid>
              <a:tr h="526545">
                <a:tc>
                  <a:txBody>
                    <a:bodyPr/>
                    <a:lstStyle/>
                    <a:p>
                      <a:pPr algn="l">
                        <a:lnSpc>
                          <a:spcPct val="115000"/>
                        </a:lnSpc>
                        <a:spcAft>
                          <a:spcPts val="0"/>
                        </a:spcAft>
                      </a:pPr>
                      <a:r>
                        <a:rPr lang="en-IN" sz="2400" dirty="0">
                          <a:effectLst/>
                        </a:rPr>
                        <a:t>Radial tyres</a:t>
                      </a:r>
                      <a:endParaRPr lang="en-IN" sz="24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dirty="0">
                          <a:effectLst/>
                        </a:rPr>
                        <a:t>4.2</a:t>
                      </a:r>
                      <a:endParaRPr lang="en-IN" sz="24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a:effectLst/>
                        </a:rPr>
                        <a:t>5.7</a:t>
                      </a:r>
                      <a:endParaRPr lang="en-IN" sz="24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a:effectLst/>
                        </a:rPr>
                        <a:t>2.6</a:t>
                      </a:r>
                      <a:endParaRPr lang="en-IN" sz="24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a:effectLst/>
                        </a:rPr>
                        <a:t>7.0</a:t>
                      </a:r>
                      <a:endParaRPr lang="en-IN" sz="24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dirty="0">
                          <a:effectLst/>
                        </a:rPr>
                        <a:t>6.7</a:t>
                      </a:r>
                      <a:endParaRPr lang="en-IN" sz="24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a:effectLst/>
                        </a:rPr>
                        <a:t>4.5</a:t>
                      </a:r>
                      <a:endParaRPr lang="en-IN" sz="24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a:effectLst/>
                        </a:rPr>
                        <a:t>5.7</a:t>
                      </a:r>
                      <a:endParaRPr lang="en-IN" sz="24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dirty="0">
                          <a:effectLst/>
                        </a:rPr>
                        <a:t>5.1</a:t>
                      </a:r>
                      <a:endParaRPr lang="en-IN" sz="24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a:effectLst/>
                        </a:rPr>
                        <a:t>7.4</a:t>
                      </a:r>
                      <a:endParaRPr lang="en-IN" sz="24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a:effectLst/>
                        </a:rPr>
                        <a:t>6.9</a:t>
                      </a:r>
                      <a:endParaRPr lang="en-IN" sz="24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a:effectLst/>
                        </a:rPr>
                        <a:t>6.1</a:t>
                      </a:r>
                      <a:endParaRPr lang="en-IN" sz="24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IN" sz="2400">
                          <a:effectLst/>
                        </a:rPr>
                        <a:t>3.2</a:t>
                      </a:r>
                      <a:endParaRPr lang="en-IN" sz="24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711705">
                <a:tc>
                  <a:txBody>
                    <a:bodyPr/>
                    <a:lstStyle/>
                    <a:p>
                      <a:pPr algn="l">
                        <a:lnSpc>
                          <a:spcPct val="115000"/>
                        </a:lnSpc>
                        <a:spcAft>
                          <a:spcPts val="0"/>
                        </a:spcAft>
                      </a:pPr>
                      <a:r>
                        <a:rPr lang="en-IN" sz="2400" dirty="0">
                          <a:effectLst/>
                        </a:rPr>
                        <a:t>Belted tyres</a:t>
                      </a:r>
                      <a:endParaRPr lang="en-IN" sz="24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400">
                          <a:effectLst/>
                        </a:rPr>
                        <a:t>4.3</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a:effectLst/>
                        </a:rPr>
                        <a:t>3.9</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a:effectLst/>
                        </a:rPr>
                        <a:t>5.2</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a:effectLst/>
                        </a:rPr>
                        <a:t>5.9</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a:effectLst/>
                        </a:rPr>
                        <a:t>5.8</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a:effectLst/>
                        </a:rPr>
                        <a:t>4.4</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a:effectLst/>
                        </a:rPr>
                        <a:t>4.7</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a:effectLst/>
                        </a:rPr>
                        <a:t>5.8</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a:effectLst/>
                        </a:rPr>
                        <a:t>5.9</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a:effectLst/>
                        </a:rPr>
                        <a:t>3.7</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a:effectLst/>
                        </a:rPr>
                        <a:t>4.9</a:t>
                      </a:r>
                      <a:endParaRPr lang="en-IN" sz="2400">
                        <a:effectLst/>
                        <a:latin typeface="Verdana" panose="020B0604030504040204" pitchFamily="34" charset="0"/>
                        <a:ea typeface="Verdana" panose="020B0604030504040204" pitchFamily="34" charset="0"/>
                      </a:endParaRPr>
                    </a:p>
                  </a:txBody>
                  <a:tcPr marL="68580" marR="68580" marT="0" marB="0" anchor="ctr"/>
                </a:tc>
                <a:tc>
                  <a:txBody>
                    <a:bodyPr/>
                    <a:lstStyle/>
                    <a:p>
                      <a:pPr algn="ctr">
                        <a:lnSpc>
                          <a:spcPct val="115000"/>
                        </a:lnSpc>
                        <a:spcAft>
                          <a:spcPts val="0"/>
                        </a:spcAft>
                      </a:pPr>
                      <a:r>
                        <a:rPr lang="en-US" sz="2400" dirty="0">
                          <a:effectLst/>
                        </a:rPr>
                        <a:t>4.9</a:t>
                      </a:r>
                      <a:endParaRPr lang="en-IN" sz="2400" dirty="0">
                        <a:effectLst/>
                        <a:latin typeface="Verdana" panose="020B0604030504040204" pitchFamily="34" charset="0"/>
                        <a:ea typeface="Verdana" panose="020B0604030504040204" pitchFamily="34" charset="0"/>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688768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C4FEF-3448-2390-A66F-0682ED7955C7}"/>
              </a:ext>
            </a:extLst>
          </p:cNvPr>
          <p:cNvSpPr>
            <a:spLocks noGrp="1"/>
          </p:cNvSpPr>
          <p:nvPr>
            <p:ph type="title"/>
          </p:nvPr>
        </p:nvSpPr>
        <p:spPr/>
        <p:txBody>
          <a:bodyPr/>
          <a:lstStyle/>
          <a:p>
            <a:r>
              <a:rPr lang="en-US" dirty="0"/>
              <a:t>Hints for Qu 5</a:t>
            </a:r>
            <a:endParaRPr lang="en-IN" dirty="0"/>
          </a:p>
        </p:txBody>
      </p:sp>
      <p:sp>
        <p:nvSpPr>
          <p:cNvPr id="3" name="Text Placeholder 2">
            <a:extLst>
              <a:ext uri="{FF2B5EF4-FFF2-40B4-BE49-F238E27FC236}">
                <a16:creationId xmlns:a16="http://schemas.microsoft.com/office/drawing/2014/main" id="{43D63451-46E4-6A2E-23A0-C23998D0801A}"/>
              </a:ext>
            </a:extLst>
          </p:cNvPr>
          <p:cNvSpPr>
            <a:spLocks noGrp="1"/>
          </p:cNvSpPr>
          <p:nvPr>
            <p:ph type="body" sz="quarter" idx="13"/>
          </p:nvPr>
        </p:nvSpPr>
        <p:spPr>
          <a:xfrm>
            <a:off x="200025" y="1104900"/>
            <a:ext cx="11677650" cy="5592531"/>
          </a:xfrm>
        </p:spPr>
        <p:txBody>
          <a:bodyPr/>
          <a:lstStyle/>
          <a:p>
            <a:pPr marL="0" indent="0">
              <a:buNone/>
            </a:pPr>
            <a:r>
              <a:rPr lang="en-IN" sz="2800" dirty="0">
                <a:latin typeface="Times New Roman" panose="02020603050405020304" pitchFamily="18" charset="0"/>
                <a:cs typeface="Times New Roman" panose="02020603050405020304" pitchFamily="18" charset="0"/>
              </a:rPr>
              <a:t>H</a:t>
            </a:r>
            <a:r>
              <a:rPr lang="en-IN" sz="2800" baseline="-25000" dirty="0">
                <a:latin typeface="Times New Roman" panose="02020603050405020304" pitchFamily="18" charset="0"/>
                <a:cs typeface="Times New Roman" panose="02020603050405020304" pitchFamily="18" charset="0"/>
              </a:rPr>
              <a:t>0</a:t>
            </a:r>
            <a:r>
              <a:rPr lang="en-IN" sz="2800" dirty="0">
                <a:latin typeface="Times New Roman" panose="02020603050405020304" pitchFamily="18" charset="0"/>
                <a:cs typeface="Times New Roman" panose="02020603050405020304" pitchFamily="18" charset="0"/>
              </a:rPr>
              <a:t>: There is no difference in fuel economy between radial and regular belted tires.</a:t>
            </a:r>
          </a:p>
          <a:p>
            <a:pPr marL="0" indent="0">
              <a:buNone/>
            </a:pPr>
            <a:r>
              <a:rPr lang="en-IN" sz="2800" dirty="0">
                <a:latin typeface="Times New Roman" panose="02020603050405020304" pitchFamily="18" charset="0"/>
                <a:cs typeface="Times New Roman" panose="02020603050405020304" pitchFamily="18" charset="0"/>
              </a:rPr>
              <a:t>H</a:t>
            </a:r>
            <a:r>
              <a:rPr lang="en-IN" sz="2800" baseline="-25000" dirty="0">
                <a:latin typeface="Times New Roman" panose="02020603050405020304" pitchFamily="18" charset="0"/>
                <a:cs typeface="Times New Roman" panose="02020603050405020304" pitchFamily="18" charset="0"/>
              </a:rPr>
              <a:t>1</a:t>
            </a:r>
            <a:r>
              <a:rPr lang="en-IN" sz="2800" dirty="0">
                <a:latin typeface="Times New Roman" panose="02020603050405020304" pitchFamily="18" charset="0"/>
                <a:cs typeface="Times New Roman" panose="02020603050405020304" pitchFamily="18" charset="0"/>
              </a:rPr>
              <a:t>: Radial tires give better fuel economy than belted tires.</a:t>
            </a:r>
            <a:endParaRPr lang="en-US" sz="2800" b="1"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endParaRPr lang="en-US" sz="2800" dirty="0">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r>
              <a:rPr lang="en-US" sz="2800" dirty="0" err="1">
                <a:latin typeface="Times New Roman" panose="02020603050405020304" pitchFamily="18" charset="0"/>
                <a:ea typeface="Verdana" panose="020B0604030504040204" pitchFamily="34" charset="0"/>
                <a:cs typeface="Times New Roman" panose="02020603050405020304" pitchFamily="18" charset="0"/>
              </a:rPr>
              <a:t>dF</a:t>
            </a:r>
            <a:r>
              <a:rPr lang="en-US" sz="2800" dirty="0">
                <a:latin typeface="Times New Roman" panose="02020603050405020304" pitchFamily="18" charset="0"/>
                <a:ea typeface="Verdana" panose="020B0604030504040204" pitchFamily="34" charset="0"/>
                <a:cs typeface="Times New Roman" panose="02020603050405020304" pitchFamily="18" charset="0"/>
              </a:rPr>
              <a:t>=11, </a:t>
            </a:r>
          </a:p>
          <a:p>
            <a:pPr marL="0" indent="0">
              <a:buNone/>
            </a:pPr>
            <a:r>
              <a:rPr lang="en-US" sz="2800" dirty="0">
                <a:latin typeface="Times New Roman" panose="02020603050405020304" pitchFamily="18" charset="0"/>
                <a:ea typeface="Verdana" panose="020B0604030504040204" pitchFamily="34" charset="0"/>
                <a:cs typeface="Times New Roman" panose="02020603050405020304" pitchFamily="18" charset="0"/>
              </a:rPr>
              <a:t>One tailed test with 95% CI   </a:t>
            </a:r>
          </a:p>
          <a:p>
            <a:pPr>
              <a:buFont typeface="Symbol" panose="05050102010706020507" pitchFamily="18" charset="2"/>
              <a:buChar char="Þ"/>
            </a:pPr>
            <a:r>
              <a:rPr lang="el-GR" sz="2800" dirty="0">
                <a:latin typeface="Times New Roman" panose="02020603050405020304" pitchFamily="18" charset="0"/>
                <a:ea typeface="Verdana" panose="020B0604030504040204" pitchFamily="34" charset="0"/>
                <a:cs typeface="Times New Roman" panose="02020603050405020304" pitchFamily="18" charset="0"/>
              </a:rPr>
              <a:t>α</a:t>
            </a:r>
            <a:r>
              <a:rPr lang="en-US" sz="2800" dirty="0">
                <a:latin typeface="Times New Roman" panose="02020603050405020304" pitchFamily="18" charset="0"/>
                <a:ea typeface="Verdana" panose="020B0604030504040204" pitchFamily="34" charset="0"/>
                <a:cs typeface="Times New Roman" panose="02020603050405020304" pitchFamily="18" charset="0"/>
              </a:rPr>
              <a:t>=0.05 and t(0.05, 11)=1.796</a:t>
            </a:r>
          </a:p>
          <a:p>
            <a:pPr marL="0" indent="0">
              <a:buNone/>
            </a:pPr>
            <a:r>
              <a:rPr lang="en-US" sz="2800" dirty="0">
                <a:latin typeface="Times New Roman" panose="02020603050405020304" pitchFamily="18" charset="0"/>
                <a:ea typeface="Verdana" panose="020B0604030504040204" pitchFamily="34" charset="0"/>
                <a:cs typeface="Times New Roman" panose="02020603050405020304" pitchFamily="18" charset="0"/>
              </a:rPr>
              <a:t>Calculate t using student’s unpaired t-test and compare with 1.796 to accept or reject the null hypothesis. </a:t>
            </a:r>
          </a:p>
          <a:p>
            <a:pPr marL="0" indent="0">
              <a:buNone/>
            </a:pPr>
            <a:endParaRPr lang="en-IN" dirty="0"/>
          </a:p>
        </p:txBody>
      </p:sp>
    </p:spTree>
    <p:extLst>
      <p:ext uri="{BB962C8B-B14F-4D97-AF65-F5344CB8AC3E}">
        <p14:creationId xmlns:p14="http://schemas.microsoft.com/office/powerpoint/2010/main" val="30380170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1ED5E-264E-AFB8-167F-665B5C2933A7}"/>
              </a:ext>
            </a:extLst>
          </p:cNvPr>
          <p:cNvSpPr>
            <a:spLocks noGrp="1"/>
          </p:cNvSpPr>
          <p:nvPr>
            <p:ph type="title"/>
          </p:nvPr>
        </p:nvSpPr>
        <p:spPr/>
        <p:txBody>
          <a:bodyPr/>
          <a:lstStyle/>
          <a:p>
            <a:r>
              <a:rPr lang="en-US" dirty="0"/>
              <a:t>Exercise 6</a:t>
            </a:r>
            <a:endParaRPr lang="en-IN" dirty="0"/>
          </a:p>
        </p:txBody>
      </p:sp>
      <p:sp>
        <p:nvSpPr>
          <p:cNvPr id="3" name="Text Placeholder 2">
            <a:extLst>
              <a:ext uri="{FF2B5EF4-FFF2-40B4-BE49-F238E27FC236}">
                <a16:creationId xmlns:a16="http://schemas.microsoft.com/office/drawing/2014/main" id="{C3F5BCCB-2029-483F-532F-BBD5CF8419A4}"/>
              </a:ext>
            </a:extLst>
          </p:cNvPr>
          <p:cNvSpPr>
            <a:spLocks noGrp="1"/>
          </p:cNvSpPr>
          <p:nvPr>
            <p:ph type="body" sz="quarter" idx="13"/>
          </p:nvPr>
        </p:nvSpPr>
        <p:spPr>
          <a:xfrm>
            <a:off x="104774" y="1104901"/>
            <a:ext cx="11934825" cy="5514974"/>
          </a:xfrm>
        </p:spPr>
        <p:txBody>
          <a:bodyPr>
            <a:normAutofit lnSpcReduction="10000"/>
          </a:bodyPr>
          <a:lstStyle/>
          <a:p>
            <a:pPr marL="0" indent="0">
              <a:buNone/>
            </a:pPr>
            <a:r>
              <a:rPr lang="en-US" sz="2400" dirty="0">
                <a:latin typeface="Helvetica Neue" panose="02000503000000020004"/>
                <a:ea typeface="Verdana" panose="020B0604030504040204" pitchFamily="34" charset="0"/>
              </a:rPr>
              <a:t>Three different analytical tests can be used to determine the impurity level in steel alloys. Each specimen is tested using two procedures and the results are shown in the following tabulation. Is there sufficient evidence to conclude that the three tests give the same mean impurity level using </a:t>
            </a:r>
            <a:r>
              <a:rPr lang="el-GR" sz="2400" dirty="0">
                <a:latin typeface="Verdana" panose="020B0604030504040204" pitchFamily="34" charset="0"/>
                <a:ea typeface="Verdana" panose="020B0604030504040204" pitchFamily="34" charset="0"/>
              </a:rPr>
              <a:t>α</a:t>
            </a:r>
            <a:r>
              <a:rPr lang="en-US" sz="2400" dirty="0">
                <a:latin typeface="Helvetica Neue" panose="02000503000000020004"/>
                <a:ea typeface="Verdana" panose="020B0604030504040204" pitchFamily="34" charset="0"/>
              </a:rPr>
              <a:t> = 0.01 </a:t>
            </a:r>
          </a:p>
          <a:p>
            <a:pPr marL="0" indent="0">
              <a:buNone/>
            </a:pPr>
            <a:endParaRPr lang="en-IN" sz="2400" dirty="0">
              <a:latin typeface="Helvetica Neue" panose="02000503000000020004"/>
              <a:ea typeface="Verdana" panose="020B0604030504040204" pitchFamily="34" charset="0"/>
            </a:endParaRPr>
          </a:p>
          <a:p>
            <a:pPr marL="0" indent="0">
              <a:buNone/>
            </a:pPr>
            <a:endParaRPr lang="en-US" sz="1400" b="1" dirty="0">
              <a:latin typeface="Helvetica Neue" panose="02000503000000020004"/>
              <a:ea typeface="Verdana" panose="020B0604030504040204" pitchFamily="34" charset="0"/>
            </a:endParaRPr>
          </a:p>
          <a:p>
            <a:pPr marL="0" indent="0">
              <a:lnSpc>
                <a:spcPct val="150000"/>
              </a:lnSpc>
              <a:buNone/>
            </a:pPr>
            <a:endParaRPr lang="en-US" sz="1400" b="1" dirty="0">
              <a:latin typeface="Helvetica Neue" panose="02000503000000020004"/>
              <a:ea typeface="Verdana" panose="020B0604030504040204" pitchFamily="34" charset="0"/>
            </a:endParaRPr>
          </a:p>
          <a:p>
            <a:pPr marL="0" indent="0">
              <a:lnSpc>
                <a:spcPct val="150000"/>
              </a:lnSpc>
              <a:buNone/>
            </a:pPr>
            <a:endParaRPr lang="en-US" sz="1400" b="1" dirty="0">
              <a:latin typeface="Helvetica Neue" panose="02000503000000020004"/>
              <a:ea typeface="Verdana" panose="020B0604030504040204" pitchFamily="34" charset="0"/>
            </a:endParaRPr>
          </a:p>
          <a:p>
            <a:pPr marL="0" indent="0">
              <a:lnSpc>
                <a:spcPct val="150000"/>
              </a:lnSpc>
              <a:buNone/>
            </a:pPr>
            <a:endParaRPr lang="en-US" sz="1400" b="1" dirty="0">
              <a:latin typeface="Helvetica Neue" panose="02000503000000020004"/>
              <a:ea typeface="Verdana" panose="020B0604030504040204" pitchFamily="34" charset="0"/>
            </a:endParaRPr>
          </a:p>
          <a:p>
            <a:pPr marL="0" indent="0">
              <a:lnSpc>
                <a:spcPct val="150000"/>
              </a:lnSpc>
              <a:buNone/>
            </a:pPr>
            <a:endParaRPr lang="en-US" sz="1400" b="1" dirty="0">
              <a:latin typeface="Helvetica Neue" panose="02000503000000020004"/>
              <a:ea typeface="Verdana" panose="020B0604030504040204" pitchFamily="34" charset="0"/>
            </a:endParaRPr>
          </a:p>
          <a:p>
            <a:pPr marL="0" indent="0">
              <a:lnSpc>
                <a:spcPct val="150000"/>
              </a:lnSpc>
              <a:buNone/>
            </a:pPr>
            <a:r>
              <a:rPr lang="en-US" sz="2400" b="1" dirty="0">
                <a:latin typeface="Helvetica Neue" panose="02000503000000020004"/>
                <a:ea typeface="Verdana" panose="020B0604030504040204" pitchFamily="34" charset="0"/>
              </a:rPr>
              <a:t>Hint:   </a:t>
            </a:r>
            <a:r>
              <a:rPr lang="en-IN" sz="2400" dirty="0">
                <a:latin typeface="Helvetica Neue"/>
              </a:rPr>
              <a:t>H</a:t>
            </a:r>
            <a:r>
              <a:rPr lang="en-IN" sz="2400" baseline="-25000" dirty="0">
                <a:latin typeface="Helvetica Neue"/>
              </a:rPr>
              <a:t>0</a:t>
            </a:r>
            <a:r>
              <a:rPr lang="en-IN" sz="2400" dirty="0">
                <a:latin typeface="Helvetica Neue"/>
              </a:rPr>
              <a:t>:</a:t>
            </a:r>
            <a:r>
              <a:rPr lang="en-US" sz="2400" dirty="0">
                <a:latin typeface="Helvetica Neue" panose="02000503000000020004"/>
                <a:ea typeface="Verdana" panose="020B0604030504040204" pitchFamily="34" charset="0"/>
              </a:rPr>
              <a:t> Mean impurity level for all 3 tests are same.</a:t>
            </a:r>
          </a:p>
          <a:p>
            <a:pPr marL="0" indent="0">
              <a:lnSpc>
                <a:spcPct val="100000"/>
              </a:lnSpc>
              <a:spcBef>
                <a:spcPts val="0"/>
              </a:spcBef>
              <a:buNone/>
            </a:pPr>
            <a:r>
              <a:rPr lang="en-IN" sz="2400" dirty="0">
                <a:latin typeface="Helvetica Neue"/>
              </a:rPr>
              <a:t>	H</a:t>
            </a:r>
            <a:r>
              <a:rPr lang="en-IN" sz="2400" baseline="-25000" dirty="0">
                <a:latin typeface="Helvetica Neue"/>
              </a:rPr>
              <a:t>1</a:t>
            </a:r>
            <a:r>
              <a:rPr lang="en-IN" sz="2400" dirty="0">
                <a:latin typeface="Helvetica Neue"/>
              </a:rPr>
              <a:t>: Mean impurity level for </a:t>
            </a:r>
            <a:r>
              <a:rPr lang="en-IN" sz="2400" dirty="0" err="1">
                <a:latin typeface="Helvetica Neue"/>
              </a:rPr>
              <a:t>atleast</a:t>
            </a:r>
            <a:r>
              <a:rPr lang="en-IN" sz="2400" dirty="0">
                <a:latin typeface="Helvetica Neue"/>
              </a:rPr>
              <a:t> one test is different.</a:t>
            </a:r>
          </a:p>
          <a:p>
            <a:pPr marL="0" indent="0">
              <a:lnSpc>
                <a:spcPct val="100000"/>
              </a:lnSpc>
              <a:spcBef>
                <a:spcPts val="0"/>
              </a:spcBef>
              <a:buNone/>
            </a:pPr>
            <a:r>
              <a:rPr lang="en-IN" sz="2400" dirty="0">
                <a:latin typeface="Helvetica Neue"/>
                <a:ea typeface="Verdana" panose="020B0604030504040204" pitchFamily="34" charset="0"/>
              </a:rPr>
              <a:t>Find mean and variance for both data, and compute the test statistic (t-test), consider </a:t>
            </a:r>
            <a:r>
              <a:rPr lang="en-IN" sz="2400" dirty="0" err="1">
                <a:latin typeface="Helvetica Neue"/>
                <a:ea typeface="Verdana" panose="020B0604030504040204" pitchFamily="34" charset="0"/>
              </a:rPr>
              <a:t>df</a:t>
            </a:r>
            <a:r>
              <a:rPr lang="en-IN" sz="2400" dirty="0">
                <a:latin typeface="Helvetica Neue"/>
                <a:ea typeface="Verdana" panose="020B0604030504040204" pitchFamily="34" charset="0"/>
              </a:rPr>
              <a:t>=(15-1)+(6-1)=19. </a:t>
            </a:r>
            <a:endParaRPr lang="en-US" sz="2400" dirty="0">
              <a:latin typeface="Helvetica Neue" panose="02000503000000020004"/>
              <a:ea typeface="Verdana" panose="020B0604030504040204" pitchFamily="34" charset="0"/>
            </a:endParaRPr>
          </a:p>
          <a:p>
            <a:pPr marL="0" indent="0">
              <a:buNone/>
            </a:pPr>
            <a:endParaRPr lang="en-IN" dirty="0"/>
          </a:p>
        </p:txBody>
      </p:sp>
      <p:graphicFrame>
        <p:nvGraphicFramePr>
          <p:cNvPr id="5" name="Table 4">
            <a:extLst>
              <a:ext uri="{FF2B5EF4-FFF2-40B4-BE49-F238E27FC236}">
                <a16:creationId xmlns:a16="http://schemas.microsoft.com/office/drawing/2014/main" id="{2651624C-B58E-DD11-AB48-ED4CE44EF53E}"/>
              </a:ext>
            </a:extLst>
          </p:cNvPr>
          <p:cNvGraphicFramePr>
            <a:graphicFrameLocks noGrp="1"/>
          </p:cNvGraphicFramePr>
          <p:nvPr/>
        </p:nvGraphicFramePr>
        <p:xfrm>
          <a:off x="685800" y="2686931"/>
          <a:ext cx="10915650" cy="1737360"/>
        </p:xfrm>
        <a:graphic>
          <a:graphicData uri="http://schemas.openxmlformats.org/drawingml/2006/table">
            <a:tbl>
              <a:tblPr firstRow="1" bandRow="1">
                <a:tableStyleId>{5940675A-B579-460E-94D1-54222C63F5DA}</a:tableStyleId>
              </a:tblPr>
              <a:tblGrid>
                <a:gridCol w="2269882">
                  <a:extLst>
                    <a:ext uri="{9D8B030D-6E8A-4147-A177-3AD203B41FA5}">
                      <a16:colId xmlns:a16="http://schemas.microsoft.com/office/drawing/2014/main" val="20000"/>
                    </a:ext>
                  </a:extLst>
                </a:gridCol>
                <a:gridCol w="1080721">
                  <a:extLst>
                    <a:ext uri="{9D8B030D-6E8A-4147-A177-3AD203B41FA5}">
                      <a16:colId xmlns:a16="http://schemas.microsoft.com/office/drawing/2014/main" val="20001"/>
                    </a:ext>
                  </a:extLst>
                </a:gridCol>
                <a:gridCol w="1080721">
                  <a:extLst>
                    <a:ext uri="{9D8B030D-6E8A-4147-A177-3AD203B41FA5}">
                      <a16:colId xmlns:a16="http://schemas.microsoft.com/office/drawing/2014/main" val="20002"/>
                    </a:ext>
                  </a:extLst>
                </a:gridCol>
                <a:gridCol w="1080721">
                  <a:extLst>
                    <a:ext uri="{9D8B030D-6E8A-4147-A177-3AD203B41FA5}">
                      <a16:colId xmlns:a16="http://schemas.microsoft.com/office/drawing/2014/main" val="20003"/>
                    </a:ext>
                  </a:extLst>
                </a:gridCol>
                <a:gridCol w="1080721">
                  <a:extLst>
                    <a:ext uri="{9D8B030D-6E8A-4147-A177-3AD203B41FA5}">
                      <a16:colId xmlns:a16="http://schemas.microsoft.com/office/drawing/2014/main" val="20004"/>
                    </a:ext>
                  </a:extLst>
                </a:gridCol>
                <a:gridCol w="1080721">
                  <a:extLst>
                    <a:ext uri="{9D8B030D-6E8A-4147-A177-3AD203B41FA5}">
                      <a16:colId xmlns:a16="http://schemas.microsoft.com/office/drawing/2014/main" val="20005"/>
                    </a:ext>
                  </a:extLst>
                </a:gridCol>
                <a:gridCol w="1080721">
                  <a:extLst>
                    <a:ext uri="{9D8B030D-6E8A-4147-A177-3AD203B41FA5}">
                      <a16:colId xmlns:a16="http://schemas.microsoft.com/office/drawing/2014/main" val="20006"/>
                    </a:ext>
                  </a:extLst>
                </a:gridCol>
                <a:gridCol w="1080721">
                  <a:extLst>
                    <a:ext uri="{9D8B030D-6E8A-4147-A177-3AD203B41FA5}">
                      <a16:colId xmlns:a16="http://schemas.microsoft.com/office/drawing/2014/main" val="20007"/>
                    </a:ext>
                  </a:extLst>
                </a:gridCol>
                <a:gridCol w="1080721">
                  <a:extLst>
                    <a:ext uri="{9D8B030D-6E8A-4147-A177-3AD203B41FA5}">
                      <a16:colId xmlns:a16="http://schemas.microsoft.com/office/drawing/2014/main" val="20008"/>
                    </a:ext>
                  </a:extLst>
                </a:gridCol>
              </a:tblGrid>
              <a:tr h="0">
                <a:tc>
                  <a:txBody>
                    <a:bodyPr/>
                    <a:lstStyle/>
                    <a:p>
                      <a:pPr algn="ctr">
                        <a:spcAft>
                          <a:spcPts val="0"/>
                        </a:spcAft>
                      </a:pPr>
                      <a:r>
                        <a:rPr lang="en-US" sz="3200" dirty="0">
                          <a:effectLst/>
                        </a:rPr>
                        <a:t>Specimen</a:t>
                      </a:r>
                      <a:endParaRPr lang="en-IN" sz="3200" dirty="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1</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2</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3</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4</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5</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6</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7</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8</a:t>
                      </a:r>
                      <a:endParaRPr lang="en-IN" sz="3200">
                        <a:effectLst/>
                        <a:latin typeface="Helvetica Neue" panose="02000503000000020004"/>
                        <a:ea typeface="Verdana" panose="020B0604030504040204" pitchFamily="34" charset="0"/>
                      </a:endParaRPr>
                    </a:p>
                  </a:txBody>
                  <a:tcPr anchor="ctr"/>
                </a:tc>
                <a:extLst>
                  <a:ext uri="{0D108BD9-81ED-4DB2-BD59-A6C34878D82A}">
                    <a16:rowId xmlns:a16="http://schemas.microsoft.com/office/drawing/2014/main" val="10000"/>
                  </a:ext>
                </a:extLst>
              </a:tr>
              <a:tr h="0">
                <a:tc>
                  <a:txBody>
                    <a:bodyPr/>
                    <a:lstStyle/>
                    <a:p>
                      <a:pPr algn="ctr">
                        <a:spcAft>
                          <a:spcPts val="0"/>
                        </a:spcAft>
                      </a:pPr>
                      <a:r>
                        <a:rPr lang="en-US" sz="3200">
                          <a:effectLst/>
                        </a:rPr>
                        <a:t>Test 1</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dirty="0">
                          <a:effectLst/>
                        </a:rPr>
                        <a:t>1.2</a:t>
                      </a:r>
                      <a:endParaRPr lang="en-IN" sz="3200" dirty="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1.3</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dirty="0">
                          <a:effectLst/>
                        </a:rPr>
                        <a:t>1.5</a:t>
                      </a:r>
                      <a:endParaRPr lang="en-IN" sz="3200" dirty="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dirty="0">
                          <a:effectLst/>
                        </a:rPr>
                        <a:t>1.4</a:t>
                      </a:r>
                      <a:endParaRPr lang="en-IN" sz="3200" dirty="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1.7</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dirty="0">
                          <a:effectLst/>
                        </a:rPr>
                        <a:t>1.3</a:t>
                      </a:r>
                      <a:endParaRPr lang="en-IN" sz="3200" dirty="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dirty="0">
                          <a:effectLst/>
                        </a:rPr>
                        <a:t>1.6</a:t>
                      </a:r>
                      <a:endParaRPr lang="en-IN" sz="3200" dirty="0">
                        <a:effectLst/>
                        <a:latin typeface="Helvetica Neue" panose="02000503000000020004"/>
                        <a:ea typeface="Verdana" panose="020B0604030504040204" pitchFamily="34" charset="0"/>
                      </a:endParaRPr>
                    </a:p>
                  </a:txBody>
                  <a:tcPr anchor="ctr"/>
                </a:tc>
                <a:tc>
                  <a:txBody>
                    <a:bodyPr/>
                    <a:lstStyle/>
                    <a:p>
                      <a:pPr algn="ctr">
                        <a:spcAft>
                          <a:spcPts val="0"/>
                        </a:spcAft>
                      </a:pPr>
                      <a:r>
                        <a:rPr lang="en-IN" sz="3200">
                          <a:effectLst/>
                        </a:rPr>
                        <a:t> </a:t>
                      </a:r>
                      <a:endParaRPr lang="en-IN" sz="3200">
                        <a:effectLst/>
                        <a:latin typeface="Helvetica Neue" panose="02000503000000020004"/>
                        <a:ea typeface="Verdana" panose="020B0604030504040204" pitchFamily="34" charset="0"/>
                      </a:endParaRPr>
                    </a:p>
                  </a:txBody>
                  <a:tcPr anchor="ctr"/>
                </a:tc>
                <a:extLst>
                  <a:ext uri="{0D108BD9-81ED-4DB2-BD59-A6C34878D82A}">
                    <a16:rowId xmlns:a16="http://schemas.microsoft.com/office/drawing/2014/main" val="10001"/>
                  </a:ext>
                </a:extLst>
              </a:tr>
              <a:tr h="0">
                <a:tc>
                  <a:txBody>
                    <a:bodyPr/>
                    <a:lstStyle/>
                    <a:p>
                      <a:pPr algn="ctr">
                        <a:spcAft>
                          <a:spcPts val="0"/>
                        </a:spcAft>
                      </a:pPr>
                      <a:r>
                        <a:rPr lang="en-US" sz="3200" dirty="0">
                          <a:effectLst/>
                        </a:rPr>
                        <a:t>Test 2</a:t>
                      </a:r>
                      <a:endParaRPr lang="en-IN" sz="3200" dirty="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1.4</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1.7</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1.5</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1.3</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2.0</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2.1</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US" sz="3200">
                          <a:effectLst/>
                        </a:rPr>
                        <a:t>1.7</a:t>
                      </a:r>
                      <a:endParaRPr lang="en-IN" sz="3200">
                        <a:effectLst/>
                        <a:latin typeface="Helvetica Neue" panose="02000503000000020004"/>
                        <a:ea typeface="Verdana" panose="020B0604030504040204" pitchFamily="34" charset="0"/>
                      </a:endParaRPr>
                    </a:p>
                  </a:txBody>
                  <a:tcPr anchor="ctr"/>
                </a:tc>
                <a:tc>
                  <a:txBody>
                    <a:bodyPr/>
                    <a:lstStyle/>
                    <a:p>
                      <a:pPr algn="ctr">
                        <a:spcAft>
                          <a:spcPts val="0"/>
                        </a:spcAft>
                      </a:pPr>
                      <a:r>
                        <a:rPr lang="en-IN" sz="3200" dirty="0">
                          <a:effectLst/>
                        </a:rPr>
                        <a:t>1.9</a:t>
                      </a:r>
                      <a:endParaRPr lang="en-IN" sz="3200" dirty="0">
                        <a:effectLst/>
                        <a:latin typeface="Helvetica Neue" panose="02000503000000020004"/>
                        <a:ea typeface="Verdana" panose="020B0604030504040204" pitchFamily="34" charset="0"/>
                      </a:endParaRP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539029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6D95B-B303-593D-9D7C-6CEAE242180E}"/>
              </a:ext>
            </a:extLst>
          </p:cNvPr>
          <p:cNvSpPr>
            <a:spLocks noGrp="1"/>
          </p:cNvSpPr>
          <p:nvPr>
            <p:ph type="title"/>
          </p:nvPr>
        </p:nvSpPr>
        <p:spPr/>
        <p:txBody>
          <a:bodyPr/>
          <a:lstStyle/>
          <a:p>
            <a:r>
              <a:rPr lang="en-US" dirty="0"/>
              <a:t>Exercise </a:t>
            </a:r>
            <a:endParaRPr lang="en-IN" dirty="0"/>
          </a:p>
        </p:txBody>
      </p:sp>
      <p:sp>
        <p:nvSpPr>
          <p:cNvPr id="3" name="Text Placeholder 2">
            <a:extLst>
              <a:ext uri="{FF2B5EF4-FFF2-40B4-BE49-F238E27FC236}">
                <a16:creationId xmlns:a16="http://schemas.microsoft.com/office/drawing/2014/main" id="{FC7030C6-978D-DFA1-A645-54F5D9D43F81}"/>
              </a:ext>
            </a:extLst>
          </p:cNvPr>
          <p:cNvSpPr>
            <a:spLocks noGrp="1"/>
          </p:cNvSpPr>
          <p:nvPr>
            <p:ph type="body" sz="quarter" idx="13"/>
          </p:nvPr>
        </p:nvSpPr>
        <p:spPr>
          <a:xfrm>
            <a:off x="114300" y="1066801"/>
            <a:ext cx="11915775" cy="5514974"/>
          </a:xfrm>
        </p:spPr>
        <p:txBody>
          <a:bodyPr/>
          <a:lstStyle/>
          <a:p>
            <a:pPr marL="0" indent="0">
              <a:lnSpc>
                <a:spcPct val="150000"/>
              </a:lnSpc>
              <a:buNone/>
            </a:pPr>
            <a:r>
              <a:rPr lang="en-US" sz="1600" dirty="0">
                <a:latin typeface="Times New Roman" panose="02020603050405020304" pitchFamily="18" charset="0"/>
                <a:cs typeface="Times New Roman" panose="02020603050405020304" pitchFamily="18" charset="0"/>
              </a:rPr>
              <a:t>7. Random samples of 15 and 10 were selected from two thermocouples. The sample means were 315, 303 and sample standard deviations were 3.8, 4.9 respectively. </a:t>
            </a:r>
          </a:p>
          <a:p>
            <a:pPr marL="742950" indent="-742950">
              <a:lnSpc>
                <a:spcPct val="150000"/>
              </a:lnSpc>
              <a:buAutoNum type="alphaLcParenBoth"/>
            </a:pPr>
            <a:r>
              <a:rPr lang="en-US" sz="1600" dirty="0">
                <a:latin typeface="Times New Roman" panose="02020603050405020304" pitchFamily="18" charset="0"/>
                <a:cs typeface="Times New Roman" panose="02020603050405020304" pitchFamily="18" charset="0"/>
              </a:rPr>
              <a:t>Construct 95% CI for difference in means</a:t>
            </a:r>
          </a:p>
          <a:p>
            <a:pPr marL="742950" indent="-742950">
              <a:lnSpc>
                <a:spcPct val="150000"/>
              </a:lnSpc>
              <a:buAutoNum type="alphaLcParenBoth"/>
            </a:pPr>
            <a:r>
              <a:rPr lang="en-US" sz="1600" dirty="0">
                <a:latin typeface="Times New Roman" panose="02020603050405020304" pitchFamily="18" charset="0"/>
                <a:cs typeface="Times New Roman" panose="02020603050405020304" pitchFamily="18" charset="0"/>
              </a:rPr>
              <a:t>Test whether there is any significant difference in the means of two thermocouples at 5% level of significance</a:t>
            </a:r>
          </a:p>
          <a:p>
            <a:pPr marL="742950" indent="-742950">
              <a:lnSpc>
                <a:spcPct val="150000"/>
              </a:lnSpc>
              <a:buAutoNum type="alphaLcParenBoth"/>
            </a:pPr>
            <a:r>
              <a:rPr lang="en-US" sz="1600" dirty="0">
                <a:latin typeface="Times New Roman" panose="02020603050405020304" pitchFamily="18" charset="0"/>
                <a:cs typeface="Times New Roman" panose="02020603050405020304" pitchFamily="18" charset="0"/>
              </a:rPr>
              <a:t>Find the P-value</a:t>
            </a:r>
          </a:p>
          <a:p>
            <a:pPr>
              <a:lnSpc>
                <a:spcPct val="150000"/>
              </a:lnSpc>
              <a:spcBef>
                <a:spcPct val="0"/>
              </a:spcBef>
              <a:buFontTx/>
              <a:buNone/>
            </a:pPr>
            <a:r>
              <a:rPr lang="en-US" sz="1600" dirty="0">
                <a:latin typeface="Times New Roman" panose="02020603050405020304" pitchFamily="18" charset="0"/>
                <a:cs typeface="Times New Roman" panose="02020603050405020304" pitchFamily="18" charset="0"/>
              </a:rPr>
              <a:t>8. </a:t>
            </a:r>
            <a:r>
              <a:rPr lang="en-US" altLang="en-US" sz="1600" dirty="0">
                <a:latin typeface="Times New Roman" panose="02020603050405020304" pitchFamily="18" charset="0"/>
                <a:cs typeface="Times New Roman" panose="02020603050405020304" pitchFamily="18" charset="0"/>
              </a:rPr>
              <a:t>Jaswant is interested in breeding flowers of a certain species. The experimental breeding can result in four possible types of  flowers</a:t>
            </a:r>
          </a:p>
          <a:p>
            <a:pPr>
              <a:lnSpc>
                <a:spcPct val="150000"/>
              </a:lnSpc>
              <a:spcBef>
                <a:spcPct val="0"/>
              </a:spcBef>
              <a:buFontTx/>
              <a:buNone/>
            </a:pPr>
            <a:r>
              <a:rPr lang="en-US" altLang="en-US" sz="1600" dirty="0">
                <a:latin typeface="Times New Roman" panose="02020603050405020304" pitchFamily="18" charset="0"/>
                <a:cs typeface="Times New Roman" panose="02020603050405020304" pitchFamily="18" charset="0"/>
              </a:rPr>
              <a:t>(a)  </a:t>
            </a:r>
            <a:r>
              <a:rPr lang="en-US" altLang="en-US" sz="1600" dirty="0" err="1">
                <a:latin typeface="Times New Roman" panose="02020603050405020304" pitchFamily="18" charset="0"/>
                <a:cs typeface="Times New Roman" panose="02020603050405020304" pitchFamily="18" charset="0"/>
              </a:rPr>
              <a:t>Megenta</a:t>
            </a:r>
            <a:r>
              <a:rPr lang="en-US" altLang="en-US" sz="1600" dirty="0">
                <a:latin typeface="Times New Roman" panose="02020603050405020304" pitchFamily="18" charset="0"/>
                <a:cs typeface="Times New Roman" panose="02020603050405020304" pitchFamily="18" charset="0"/>
              </a:rPr>
              <a:t> flowers with green stigma (MG)</a:t>
            </a:r>
          </a:p>
          <a:p>
            <a:pPr>
              <a:lnSpc>
                <a:spcPct val="150000"/>
              </a:lnSpc>
              <a:spcBef>
                <a:spcPct val="0"/>
              </a:spcBef>
              <a:buNone/>
            </a:pPr>
            <a:r>
              <a:rPr lang="en-US" altLang="en-US" sz="1600" dirty="0">
                <a:latin typeface="Times New Roman" panose="02020603050405020304" pitchFamily="18" charset="0"/>
                <a:cs typeface="Times New Roman" panose="02020603050405020304" pitchFamily="18" charset="0"/>
              </a:rPr>
              <a:t>(b)  </a:t>
            </a:r>
            <a:r>
              <a:rPr lang="en-US" altLang="en-US" sz="1600" dirty="0" err="1">
                <a:latin typeface="Times New Roman" panose="02020603050405020304" pitchFamily="18" charset="0"/>
                <a:cs typeface="Times New Roman" panose="02020603050405020304" pitchFamily="18" charset="0"/>
              </a:rPr>
              <a:t>Megenta</a:t>
            </a:r>
            <a:r>
              <a:rPr lang="en-US" altLang="en-US" sz="1600" dirty="0">
                <a:latin typeface="Times New Roman" panose="02020603050405020304" pitchFamily="18" charset="0"/>
                <a:cs typeface="Times New Roman" panose="02020603050405020304" pitchFamily="18" charset="0"/>
              </a:rPr>
              <a:t> flowers with red stigma (MR)</a:t>
            </a:r>
          </a:p>
          <a:p>
            <a:pPr>
              <a:lnSpc>
                <a:spcPct val="150000"/>
              </a:lnSpc>
              <a:spcBef>
                <a:spcPct val="0"/>
              </a:spcBef>
              <a:buNone/>
            </a:pPr>
            <a:r>
              <a:rPr lang="en-US" altLang="en-US" sz="1600" dirty="0">
                <a:latin typeface="Times New Roman" panose="02020603050405020304" pitchFamily="18" charset="0"/>
                <a:cs typeface="Times New Roman" panose="02020603050405020304" pitchFamily="18" charset="0"/>
              </a:rPr>
              <a:t>(c)  Red flowers with green stigma (RG)</a:t>
            </a:r>
          </a:p>
          <a:p>
            <a:pPr>
              <a:lnSpc>
                <a:spcPct val="150000"/>
              </a:lnSpc>
              <a:spcBef>
                <a:spcPct val="0"/>
              </a:spcBef>
              <a:buNone/>
            </a:pPr>
            <a:r>
              <a:rPr lang="en-US" altLang="en-US" sz="1600" dirty="0">
                <a:latin typeface="Times New Roman" panose="02020603050405020304" pitchFamily="18" charset="0"/>
                <a:cs typeface="Times New Roman" panose="02020603050405020304" pitchFamily="18" charset="0"/>
              </a:rPr>
              <a:t>(d)  Red flowers with red stigma (RR)</a:t>
            </a:r>
          </a:p>
          <a:p>
            <a:pPr marL="0" indent="0">
              <a:lnSpc>
                <a:spcPct val="150000"/>
              </a:lnSpc>
              <a:buNone/>
            </a:pPr>
            <a:r>
              <a:rPr lang="en-US" altLang="en-US" sz="1600" dirty="0">
                <a:latin typeface="Times New Roman" panose="02020603050405020304" pitchFamily="18" charset="0"/>
                <a:cs typeface="Times New Roman" panose="02020603050405020304" pitchFamily="18" charset="0"/>
              </a:rPr>
              <a:t>According to Mendel’s law, these four kinds of flowers should come out in the ratio of 9 : 3 : 3 : 1. Jaswant found that under her experiment, out of 160 flowers that bloomed the number of flowers with types MG, MR, RG, and RR were 84, 35, 28, and 13. She wants to find out, whether these data are compatible with Mendel’s law. Use </a:t>
            </a:r>
            <a:r>
              <a:rPr lang="el-GR" altLang="en-US" sz="1600" dirty="0">
                <a:latin typeface="Times New Roman" panose="02020603050405020304" pitchFamily="18" charset="0"/>
                <a:cs typeface="Times New Roman" panose="02020603050405020304" pitchFamily="18" charset="0"/>
              </a:rPr>
              <a:t>α</a:t>
            </a:r>
            <a:r>
              <a:rPr lang="en-IN" altLang="en-US" sz="1600" dirty="0">
                <a:latin typeface="Times New Roman" panose="02020603050405020304" pitchFamily="18" charset="0"/>
                <a:cs typeface="Times New Roman" panose="02020603050405020304" pitchFamily="18" charset="0"/>
              </a:rPr>
              <a:t> = 0.05.</a:t>
            </a:r>
            <a:endParaRPr lang="en-US" altLang="en-US" sz="1600" dirty="0">
              <a:latin typeface="Times New Roman" panose="02020603050405020304" pitchFamily="18" charset="0"/>
              <a:cs typeface="Times New Roman" panose="02020603050405020304" pitchFamily="18" charset="0"/>
            </a:endParaRPr>
          </a:p>
          <a:p>
            <a:pPr marL="0" indent="0">
              <a:lnSpc>
                <a:spcPct val="150000"/>
              </a:lnSpc>
              <a:buNone/>
            </a:pPr>
            <a:endParaRPr lang="en-US" sz="16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0697136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AEB7C-4633-A616-408F-6E9B0C9FDD4E}"/>
              </a:ext>
            </a:extLst>
          </p:cNvPr>
          <p:cNvSpPr>
            <a:spLocks noGrp="1"/>
          </p:cNvSpPr>
          <p:nvPr>
            <p:ph type="title"/>
          </p:nvPr>
        </p:nvSpPr>
        <p:spPr/>
        <p:txBody>
          <a:bodyPr/>
          <a:lstStyle/>
          <a:p>
            <a:r>
              <a:rPr lang="en-US" dirty="0"/>
              <a:t>Exercise 9</a:t>
            </a:r>
            <a:endParaRPr lang="en-IN" dirty="0"/>
          </a:p>
        </p:txBody>
      </p:sp>
      <p:sp>
        <p:nvSpPr>
          <p:cNvPr id="3" name="Text Placeholder 2">
            <a:extLst>
              <a:ext uri="{FF2B5EF4-FFF2-40B4-BE49-F238E27FC236}">
                <a16:creationId xmlns:a16="http://schemas.microsoft.com/office/drawing/2014/main" id="{BA047179-AB54-43EF-CA5C-0168480C80CD}"/>
              </a:ext>
            </a:extLst>
          </p:cNvPr>
          <p:cNvSpPr>
            <a:spLocks noGrp="1"/>
          </p:cNvSpPr>
          <p:nvPr>
            <p:ph type="body" sz="quarter" idx="13"/>
          </p:nvPr>
        </p:nvSpPr>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1B96DD39-EA37-D453-54D5-7540D94EE18A}"/>
              </a:ext>
            </a:extLst>
          </p:cNvPr>
          <p:cNvSpPr txBox="1">
            <a:spLocks/>
          </p:cNvSpPr>
          <p:nvPr/>
        </p:nvSpPr>
        <p:spPr>
          <a:xfrm>
            <a:off x="728870" y="180441"/>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3600" b="1" i="0" u="none" strike="noStrike" kern="1200" cap="none" spc="-173" normalizeH="0" baseline="0" noProof="0" dirty="0">
              <a:ln>
                <a:noFill/>
              </a:ln>
              <a:solidFill>
                <a:prstClr val="black"/>
              </a:solidFill>
              <a:effectLst/>
              <a:uLnTx/>
              <a:uFillTx/>
              <a:latin typeface="Helvetica Neue"/>
              <a:ea typeface="+mn-ea"/>
              <a:cs typeface="Arial" pitchFamily="34" charset="0"/>
            </a:endParaRPr>
          </a:p>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36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grpSp>
        <p:nvGrpSpPr>
          <p:cNvPr id="6" name="Group 5">
            <a:extLst>
              <a:ext uri="{FF2B5EF4-FFF2-40B4-BE49-F238E27FC236}">
                <a16:creationId xmlns:a16="http://schemas.microsoft.com/office/drawing/2014/main" id="{A313B68B-B647-66BD-59BB-B6AB96EDFF0B}"/>
              </a:ext>
            </a:extLst>
          </p:cNvPr>
          <p:cNvGrpSpPr/>
          <p:nvPr/>
        </p:nvGrpSpPr>
        <p:grpSpPr>
          <a:xfrm>
            <a:off x="2547093" y="935780"/>
            <a:ext cx="6781292" cy="614499"/>
            <a:chOff x="2093606" y="3608000"/>
            <a:chExt cx="2626348" cy="641377"/>
          </a:xfrm>
          <a:solidFill>
            <a:schemeClr val="bg1">
              <a:lumMod val="95000"/>
            </a:schemeClr>
          </a:solidFill>
        </p:grpSpPr>
        <p:sp>
          <p:nvSpPr>
            <p:cNvPr id="7" name="Rounded Rectangle 25">
              <a:extLst>
                <a:ext uri="{FF2B5EF4-FFF2-40B4-BE49-F238E27FC236}">
                  <a16:creationId xmlns:a16="http://schemas.microsoft.com/office/drawing/2014/main" id="{271EB515-88D5-6023-D74C-A18997BDE589}"/>
                </a:ext>
              </a:extLst>
            </p:cNvPr>
            <p:cNvSpPr/>
            <p:nvPr/>
          </p:nvSpPr>
          <p:spPr>
            <a:xfrm>
              <a:off x="2093606" y="3608000"/>
              <a:ext cx="2626348" cy="641377"/>
            </a:xfrm>
            <a:prstGeom prst="roundRect">
              <a:avLst/>
            </a:prstGeom>
            <a:grp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800" b="1" i="0" u="none" strike="noStrike" kern="1200" cap="none" spc="0" normalizeH="0" baseline="0" noProof="0">
                <a:ln>
                  <a:noFill/>
                </a:ln>
                <a:solidFill>
                  <a:prstClr val="white"/>
                </a:solidFill>
                <a:effectLst/>
                <a:uLnTx/>
                <a:uFillTx/>
                <a:latin typeface="Helvetica Neue"/>
                <a:ea typeface="+mn-ea"/>
                <a:cs typeface="+mn-cs"/>
              </a:endParaRPr>
            </a:p>
          </p:txBody>
        </p:sp>
        <p:sp>
          <p:nvSpPr>
            <p:cNvPr id="8" name="Rectangle 7">
              <a:extLst>
                <a:ext uri="{FF2B5EF4-FFF2-40B4-BE49-F238E27FC236}">
                  <a16:creationId xmlns:a16="http://schemas.microsoft.com/office/drawing/2014/main" id="{2476254C-5810-FE97-C3CA-01FD373D0DD4}"/>
                </a:ext>
              </a:extLst>
            </p:cNvPr>
            <p:cNvSpPr/>
            <p:nvPr/>
          </p:nvSpPr>
          <p:spPr>
            <a:xfrm>
              <a:off x="2126285" y="3662116"/>
              <a:ext cx="2522841" cy="546105"/>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Ten individuals have participated</a:t>
              </a:r>
            </a:p>
          </p:txBody>
        </p:sp>
      </p:grpSp>
      <p:sp>
        <p:nvSpPr>
          <p:cNvPr id="9" name="Down Arrow 27">
            <a:extLst>
              <a:ext uri="{FF2B5EF4-FFF2-40B4-BE49-F238E27FC236}">
                <a16:creationId xmlns:a16="http://schemas.microsoft.com/office/drawing/2014/main" id="{4CBA3850-7D4F-4250-1646-32AD08135CA1}"/>
              </a:ext>
            </a:extLst>
          </p:cNvPr>
          <p:cNvSpPr/>
          <p:nvPr/>
        </p:nvSpPr>
        <p:spPr>
          <a:xfrm>
            <a:off x="7222683" y="1560702"/>
            <a:ext cx="586696" cy="505337"/>
          </a:xfrm>
          <a:prstGeom prst="downArrow">
            <a:avLst/>
          </a:prstGeom>
          <a:solidFill>
            <a:srgbClr val="7BC8CE"/>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lowchart: Alternate Process 9">
            <a:extLst>
              <a:ext uri="{FF2B5EF4-FFF2-40B4-BE49-F238E27FC236}">
                <a16:creationId xmlns:a16="http://schemas.microsoft.com/office/drawing/2014/main" id="{117C62F9-37DB-A4C3-2800-64A2BACC3C37}"/>
              </a:ext>
            </a:extLst>
          </p:cNvPr>
          <p:cNvSpPr/>
          <p:nvPr/>
        </p:nvSpPr>
        <p:spPr>
          <a:xfrm>
            <a:off x="2793793" y="5257797"/>
            <a:ext cx="9322008" cy="672110"/>
          </a:xfrm>
          <a:prstGeom prst="flowChartAlternateProcess">
            <a:avLst/>
          </a:prstGeom>
          <a:solidFill>
            <a:schemeClr val="bg1"/>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Is there </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sufficient</a:t>
            </a:r>
            <a:r>
              <a:rPr kumimoji="0" lang="en-US" sz="24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evidence to  support claim that this program is effective in reducing weight?</a:t>
            </a:r>
            <a:endParaRPr kumimoji="0" lang="en-US" altLang="en-US" sz="2400" b="1" i="0" u="none" strike="noStrike" kern="1200" cap="none" spc="0" normalizeH="0" baseline="0" noProof="0" dirty="0">
              <a:ln>
                <a:noFill/>
              </a:ln>
              <a:solidFill>
                <a:prstClr val="black"/>
              </a:solidFill>
              <a:effectLst/>
              <a:uLnTx/>
              <a:uFillTx/>
              <a:latin typeface="Helvetica" pitchFamily="34" charset="0"/>
              <a:ea typeface="+mn-ea"/>
              <a:cs typeface="Helvetica" panose="020B0604020202020204" pitchFamily="34" charset="0"/>
            </a:endParaRPr>
          </a:p>
        </p:txBody>
      </p:sp>
      <p:sp>
        <p:nvSpPr>
          <p:cNvPr id="11" name="Down Arrow 29">
            <a:extLst>
              <a:ext uri="{FF2B5EF4-FFF2-40B4-BE49-F238E27FC236}">
                <a16:creationId xmlns:a16="http://schemas.microsoft.com/office/drawing/2014/main" id="{2389D7FC-0249-93A6-241A-0530DA2F8E99}"/>
              </a:ext>
            </a:extLst>
          </p:cNvPr>
          <p:cNvSpPr/>
          <p:nvPr/>
        </p:nvSpPr>
        <p:spPr>
          <a:xfrm>
            <a:off x="3575276" y="4878681"/>
            <a:ext cx="586696" cy="445664"/>
          </a:xfrm>
          <a:prstGeom prst="downArrow">
            <a:avLst/>
          </a:prstGeom>
          <a:solidFill>
            <a:srgbClr val="7BC8CE"/>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88CCBC3-B867-A76C-78C9-C3BC833C4D97}"/>
              </a:ext>
            </a:extLst>
          </p:cNvPr>
          <p:cNvSpPr/>
          <p:nvPr/>
        </p:nvSpPr>
        <p:spPr>
          <a:xfrm>
            <a:off x="144588" y="979101"/>
            <a:ext cx="2365591" cy="707886"/>
          </a:xfrm>
          <a:prstGeom prst="rect">
            <a:avLst/>
          </a:prstGeom>
          <a:solidFill>
            <a:srgbClr val="F1F8EC"/>
          </a:solidFill>
          <a:effectLst>
            <a:outerShdw blurRad="50800" dist="38100" dir="8100000" algn="tr" rotWithShape="0">
              <a:prstClr val="black">
                <a:alpha val="40000"/>
              </a:prstClr>
            </a:outerShdw>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Diet-modification Program</a:t>
            </a:r>
            <a:endParaRPr kumimoji="0" lang="en-US" sz="2000" b="1" i="0" u="none" strike="noStrike" kern="1200" cap="none" spc="0" normalizeH="0" baseline="0" noProof="0" dirty="0">
              <a:ln>
                <a:noFill/>
              </a:ln>
              <a:solidFill>
                <a:prstClr val="black">
                  <a:lumMod val="75000"/>
                  <a:lumOff val="2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E71AE17F-7058-CCBC-607F-D312DB836306}"/>
              </a:ext>
            </a:extLst>
          </p:cNvPr>
          <p:cNvGraphicFramePr>
            <a:graphicFrameLocks noGrp="1"/>
          </p:cNvGraphicFramePr>
          <p:nvPr/>
        </p:nvGraphicFramePr>
        <p:xfrm>
          <a:off x="2631471" y="2029411"/>
          <a:ext cx="9484330" cy="2759608"/>
        </p:xfrm>
        <a:graphic>
          <a:graphicData uri="http://schemas.openxmlformats.org/drawingml/2006/table">
            <a:tbl>
              <a:tblPr firstRow="1" bandRow="1">
                <a:tableStyleId>{EB344D84-9AFB-497E-A393-DC336BA19D2E}</a:tableStyleId>
              </a:tblPr>
              <a:tblGrid>
                <a:gridCol w="1167077">
                  <a:extLst>
                    <a:ext uri="{9D8B030D-6E8A-4147-A177-3AD203B41FA5}">
                      <a16:colId xmlns:a16="http://schemas.microsoft.com/office/drawing/2014/main" val="20000"/>
                    </a:ext>
                  </a:extLst>
                </a:gridCol>
                <a:gridCol w="817863">
                  <a:extLst>
                    <a:ext uri="{9D8B030D-6E8A-4147-A177-3AD203B41FA5}">
                      <a16:colId xmlns:a16="http://schemas.microsoft.com/office/drawing/2014/main" val="20001"/>
                    </a:ext>
                  </a:extLst>
                </a:gridCol>
                <a:gridCol w="901036">
                  <a:extLst>
                    <a:ext uri="{9D8B030D-6E8A-4147-A177-3AD203B41FA5}">
                      <a16:colId xmlns:a16="http://schemas.microsoft.com/office/drawing/2014/main" val="20002"/>
                    </a:ext>
                  </a:extLst>
                </a:gridCol>
                <a:gridCol w="859449">
                  <a:extLst>
                    <a:ext uri="{9D8B030D-6E8A-4147-A177-3AD203B41FA5}">
                      <a16:colId xmlns:a16="http://schemas.microsoft.com/office/drawing/2014/main" val="20003"/>
                    </a:ext>
                  </a:extLst>
                </a:gridCol>
                <a:gridCol w="831725">
                  <a:extLst>
                    <a:ext uri="{9D8B030D-6E8A-4147-A177-3AD203B41FA5}">
                      <a16:colId xmlns:a16="http://schemas.microsoft.com/office/drawing/2014/main" val="20004"/>
                    </a:ext>
                  </a:extLst>
                </a:gridCol>
                <a:gridCol w="849054">
                  <a:extLst>
                    <a:ext uri="{9D8B030D-6E8A-4147-A177-3AD203B41FA5}">
                      <a16:colId xmlns:a16="http://schemas.microsoft.com/office/drawing/2014/main" val="20005"/>
                    </a:ext>
                  </a:extLst>
                </a:gridCol>
                <a:gridCol w="911432">
                  <a:extLst>
                    <a:ext uri="{9D8B030D-6E8A-4147-A177-3AD203B41FA5}">
                      <a16:colId xmlns:a16="http://schemas.microsoft.com/office/drawing/2014/main" val="20006"/>
                    </a:ext>
                  </a:extLst>
                </a:gridCol>
                <a:gridCol w="804001">
                  <a:extLst>
                    <a:ext uri="{9D8B030D-6E8A-4147-A177-3AD203B41FA5}">
                      <a16:colId xmlns:a16="http://schemas.microsoft.com/office/drawing/2014/main" val="20007"/>
                    </a:ext>
                  </a:extLst>
                </a:gridCol>
                <a:gridCol w="873311">
                  <a:extLst>
                    <a:ext uri="{9D8B030D-6E8A-4147-A177-3AD203B41FA5}">
                      <a16:colId xmlns:a16="http://schemas.microsoft.com/office/drawing/2014/main" val="20008"/>
                    </a:ext>
                  </a:extLst>
                </a:gridCol>
                <a:gridCol w="762415">
                  <a:extLst>
                    <a:ext uri="{9D8B030D-6E8A-4147-A177-3AD203B41FA5}">
                      <a16:colId xmlns:a16="http://schemas.microsoft.com/office/drawing/2014/main" val="20009"/>
                    </a:ext>
                  </a:extLst>
                </a:gridCol>
                <a:gridCol w="706967">
                  <a:extLst>
                    <a:ext uri="{9D8B030D-6E8A-4147-A177-3AD203B41FA5}">
                      <a16:colId xmlns:a16="http://schemas.microsoft.com/office/drawing/2014/main" val="20010"/>
                    </a:ext>
                  </a:extLst>
                </a:gridCol>
              </a:tblGrid>
              <a:tr h="792265">
                <a:tc>
                  <a:txBody>
                    <a:bodyPr/>
                    <a:lstStyle/>
                    <a:p>
                      <a:pPr algn="l"/>
                      <a:r>
                        <a:rPr lang="en-US" sz="2400" b="1" dirty="0">
                          <a:latin typeface="Times New Roman" panose="02020603050405020304" pitchFamily="18" charset="0"/>
                          <a:cs typeface="Times New Roman" panose="02020603050405020304" pitchFamily="18" charset="0"/>
                        </a:rPr>
                        <a:t>Subject</a:t>
                      </a:r>
                    </a:p>
                  </a:txBody>
                  <a:tcPr/>
                </a:tc>
                <a:tc>
                  <a:txBody>
                    <a:bodyPr/>
                    <a:lstStyle/>
                    <a:p>
                      <a:pPr algn="ctr"/>
                      <a:r>
                        <a:rPr lang="en-US" sz="2400" b="1" dirty="0">
                          <a:latin typeface="Times New Roman" panose="02020603050405020304" pitchFamily="18" charset="0"/>
                          <a:cs typeface="Times New Roman" panose="02020603050405020304" pitchFamily="18" charset="0"/>
                        </a:rPr>
                        <a:t>1</a:t>
                      </a:r>
                    </a:p>
                  </a:txBody>
                  <a:tcPr/>
                </a:tc>
                <a:tc>
                  <a:txBody>
                    <a:bodyPr/>
                    <a:lstStyle/>
                    <a:p>
                      <a:pPr algn="ctr"/>
                      <a:r>
                        <a:rPr lang="en-US" sz="2400" b="1" dirty="0">
                          <a:latin typeface="Times New Roman" panose="02020603050405020304" pitchFamily="18" charset="0"/>
                          <a:cs typeface="Times New Roman" panose="02020603050405020304" pitchFamily="18" charset="0"/>
                        </a:rPr>
                        <a:t>2</a:t>
                      </a:r>
                    </a:p>
                  </a:txBody>
                  <a:tcPr/>
                </a:tc>
                <a:tc>
                  <a:txBody>
                    <a:bodyPr/>
                    <a:lstStyle/>
                    <a:p>
                      <a:pPr algn="ctr"/>
                      <a:r>
                        <a:rPr lang="en-US" sz="2400" b="1" dirty="0">
                          <a:latin typeface="Times New Roman" panose="02020603050405020304" pitchFamily="18" charset="0"/>
                          <a:cs typeface="Times New Roman" panose="02020603050405020304" pitchFamily="18" charset="0"/>
                        </a:rPr>
                        <a:t>3</a:t>
                      </a:r>
                    </a:p>
                  </a:txBody>
                  <a:tcPr/>
                </a:tc>
                <a:tc>
                  <a:txBody>
                    <a:bodyPr/>
                    <a:lstStyle/>
                    <a:p>
                      <a:pPr algn="ctr"/>
                      <a:r>
                        <a:rPr lang="en-US" sz="2400" b="1" dirty="0">
                          <a:latin typeface="Times New Roman" panose="02020603050405020304" pitchFamily="18" charset="0"/>
                          <a:cs typeface="Times New Roman" panose="02020603050405020304" pitchFamily="18" charset="0"/>
                        </a:rPr>
                        <a:t>4</a:t>
                      </a:r>
                    </a:p>
                  </a:txBody>
                  <a:tcPr/>
                </a:tc>
                <a:tc>
                  <a:txBody>
                    <a:bodyPr/>
                    <a:lstStyle/>
                    <a:p>
                      <a:pPr algn="ctr"/>
                      <a:r>
                        <a:rPr lang="en-US" sz="2400" b="1" dirty="0">
                          <a:latin typeface="Times New Roman" panose="02020603050405020304" pitchFamily="18" charset="0"/>
                          <a:cs typeface="Times New Roman" panose="02020603050405020304" pitchFamily="18" charset="0"/>
                        </a:rPr>
                        <a:t>5</a:t>
                      </a:r>
                    </a:p>
                  </a:txBody>
                  <a:tcPr/>
                </a:tc>
                <a:tc>
                  <a:txBody>
                    <a:bodyPr/>
                    <a:lstStyle/>
                    <a:p>
                      <a:pPr algn="ctr"/>
                      <a:r>
                        <a:rPr lang="en-US" sz="2400" b="1" dirty="0">
                          <a:latin typeface="Times New Roman" panose="02020603050405020304" pitchFamily="18" charset="0"/>
                          <a:cs typeface="Times New Roman" panose="02020603050405020304" pitchFamily="18" charset="0"/>
                        </a:rPr>
                        <a:t>6</a:t>
                      </a:r>
                    </a:p>
                  </a:txBody>
                  <a:tcPr/>
                </a:tc>
                <a:tc>
                  <a:txBody>
                    <a:bodyPr/>
                    <a:lstStyle/>
                    <a:p>
                      <a:pPr algn="ctr"/>
                      <a:r>
                        <a:rPr lang="en-US" sz="2400" b="1" dirty="0">
                          <a:latin typeface="Times New Roman" panose="02020603050405020304" pitchFamily="18" charset="0"/>
                          <a:cs typeface="Times New Roman" panose="02020603050405020304" pitchFamily="18" charset="0"/>
                        </a:rPr>
                        <a:t>7</a:t>
                      </a:r>
                    </a:p>
                  </a:txBody>
                  <a:tcPr/>
                </a:tc>
                <a:tc>
                  <a:txBody>
                    <a:bodyPr/>
                    <a:lstStyle/>
                    <a:p>
                      <a:pPr algn="ctr"/>
                      <a:r>
                        <a:rPr lang="en-US" sz="2400" b="1" dirty="0">
                          <a:latin typeface="Times New Roman" panose="02020603050405020304" pitchFamily="18" charset="0"/>
                          <a:cs typeface="Times New Roman" panose="02020603050405020304" pitchFamily="18" charset="0"/>
                        </a:rPr>
                        <a:t>8</a:t>
                      </a:r>
                    </a:p>
                  </a:txBody>
                  <a:tcPr/>
                </a:tc>
                <a:tc>
                  <a:txBody>
                    <a:bodyPr/>
                    <a:lstStyle/>
                    <a:p>
                      <a:pPr algn="ctr"/>
                      <a:r>
                        <a:rPr lang="en-US" sz="2400" b="1" dirty="0">
                          <a:latin typeface="Times New Roman" panose="02020603050405020304" pitchFamily="18" charset="0"/>
                          <a:cs typeface="Times New Roman" panose="02020603050405020304" pitchFamily="18" charset="0"/>
                        </a:rPr>
                        <a:t>9</a:t>
                      </a:r>
                    </a:p>
                  </a:txBody>
                  <a:tcPr/>
                </a:tc>
                <a:tc>
                  <a:txBody>
                    <a:bodyPr/>
                    <a:lstStyle/>
                    <a:p>
                      <a:pPr algn="ctr"/>
                      <a:r>
                        <a:rPr lang="en-US" sz="2400" b="1" dirty="0">
                          <a:latin typeface="Times New Roman" panose="02020603050405020304" pitchFamily="18" charset="0"/>
                          <a:cs typeface="Times New Roman" panose="02020603050405020304" pitchFamily="18" charset="0"/>
                        </a:rPr>
                        <a:t>10</a:t>
                      </a:r>
                    </a:p>
                  </a:txBody>
                  <a:tcPr/>
                </a:tc>
                <a:extLst>
                  <a:ext uri="{0D108BD9-81ED-4DB2-BD59-A6C34878D82A}">
                    <a16:rowId xmlns:a16="http://schemas.microsoft.com/office/drawing/2014/main" val="10000"/>
                  </a:ext>
                </a:extLst>
              </a:tr>
              <a:tr h="1144383">
                <a:tc>
                  <a:txBody>
                    <a:bodyPr/>
                    <a:lstStyle/>
                    <a:p>
                      <a:pPr algn="l"/>
                      <a:r>
                        <a:rPr lang="en-US" sz="2400" b="1" dirty="0">
                          <a:latin typeface="Times New Roman" panose="02020603050405020304" pitchFamily="18" charset="0"/>
                          <a:cs typeface="Times New Roman" panose="02020603050405020304" pitchFamily="18" charset="0"/>
                        </a:rPr>
                        <a:t>Weight Before</a:t>
                      </a:r>
                    </a:p>
                  </a:txBody>
                  <a:tcPr/>
                </a:tc>
                <a:tc>
                  <a:txBody>
                    <a:bodyPr/>
                    <a:lstStyle/>
                    <a:p>
                      <a:pPr algn="ctr"/>
                      <a:r>
                        <a:rPr lang="en-US" sz="2400" b="1" dirty="0">
                          <a:latin typeface="Times New Roman" panose="02020603050405020304" pitchFamily="18" charset="0"/>
                          <a:cs typeface="Times New Roman" panose="02020603050405020304" pitchFamily="18" charset="0"/>
                        </a:rPr>
                        <a:t>195</a:t>
                      </a:r>
                    </a:p>
                  </a:txBody>
                  <a:tcPr/>
                </a:tc>
                <a:tc>
                  <a:txBody>
                    <a:bodyPr/>
                    <a:lstStyle/>
                    <a:p>
                      <a:pPr algn="ctr"/>
                      <a:r>
                        <a:rPr lang="en-US" sz="2400" b="1" dirty="0">
                          <a:latin typeface="Times New Roman" panose="02020603050405020304" pitchFamily="18" charset="0"/>
                          <a:cs typeface="Times New Roman" panose="02020603050405020304" pitchFamily="18" charset="0"/>
                        </a:rPr>
                        <a:t>213</a:t>
                      </a:r>
                    </a:p>
                  </a:txBody>
                  <a:tcPr/>
                </a:tc>
                <a:tc>
                  <a:txBody>
                    <a:bodyPr/>
                    <a:lstStyle/>
                    <a:p>
                      <a:pPr algn="ctr"/>
                      <a:r>
                        <a:rPr lang="en-US" sz="2400" b="1" dirty="0">
                          <a:latin typeface="Times New Roman" panose="02020603050405020304" pitchFamily="18" charset="0"/>
                          <a:cs typeface="Times New Roman" panose="02020603050405020304" pitchFamily="18" charset="0"/>
                        </a:rPr>
                        <a:t>247</a:t>
                      </a:r>
                    </a:p>
                  </a:txBody>
                  <a:tcPr/>
                </a:tc>
                <a:tc>
                  <a:txBody>
                    <a:bodyPr/>
                    <a:lstStyle/>
                    <a:p>
                      <a:pPr algn="ctr"/>
                      <a:r>
                        <a:rPr lang="en-US" sz="2400" b="1" dirty="0">
                          <a:latin typeface="Times New Roman" panose="02020603050405020304" pitchFamily="18" charset="0"/>
                          <a:cs typeface="Times New Roman" panose="02020603050405020304" pitchFamily="18" charset="0"/>
                        </a:rPr>
                        <a:t>201</a:t>
                      </a:r>
                    </a:p>
                  </a:txBody>
                  <a:tcPr/>
                </a:tc>
                <a:tc>
                  <a:txBody>
                    <a:bodyPr/>
                    <a:lstStyle/>
                    <a:p>
                      <a:pPr algn="ctr"/>
                      <a:r>
                        <a:rPr lang="en-US" sz="2400" b="1" dirty="0">
                          <a:latin typeface="Times New Roman" panose="02020603050405020304" pitchFamily="18" charset="0"/>
                          <a:cs typeface="Times New Roman" panose="02020603050405020304" pitchFamily="18" charset="0"/>
                        </a:rPr>
                        <a:t>187</a:t>
                      </a:r>
                    </a:p>
                  </a:txBody>
                  <a:tcPr/>
                </a:tc>
                <a:tc>
                  <a:txBody>
                    <a:bodyPr/>
                    <a:lstStyle/>
                    <a:p>
                      <a:pPr algn="ctr"/>
                      <a:r>
                        <a:rPr lang="en-US" sz="2400" b="1" dirty="0">
                          <a:latin typeface="Times New Roman" panose="02020603050405020304" pitchFamily="18" charset="0"/>
                          <a:cs typeface="Times New Roman" panose="02020603050405020304" pitchFamily="18" charset="0"/>
                        </a:rPr>
                        <a:t>210</a:t>
                      </a:r>
                    </a:p>
                  </a:txBody>
                  <a:tcPr/>
                </a:tc>
                <a:tc>
                  <a:txBody>
                    <a:bodyPr/>
                    <a:lstStyle/>
                    <a:p>
                      <a:pPr algn="ctr"/>
                      <a:r>
                        <a:rPr lang="en-US" sz="2400" b="1" dirty="0">
                          <a:latin typeface="Times New Roman" panose="02020603050405020304" pitchFamily="18" charset="0"/>
                          <a:cs typeface="Times New Roman" panose="02020603050405020304" pitchFamily="18" charset="0"/>
                        </a:rPr>
                        <a:t>215</a:t>
                      </a:r>
                    </a:p>
                  </a:txBody>
                  <a:tcPr/>
                </a:tc>
                <a:tc>
                  <a:txBody>
                    <a:bodyPr/>
                    <a:lstStyle/>
                    <a:p>
                      <a:pPr algn="ctr"/>
                      <a:r>
                        <a:rPr lang="en-US" sz="2400" b="1" dirty="0">
                          <a:latin typeface="Times New Roman" panose="02020603050405020304" pitchFamily="18" charset="0"/>
                          <a:cs typeface="Times New Roman" panose="02020603050405020304" pitchFamily="18" charset="0"/>
                        </a:rPr>
                        <a:t>246</a:t>
                      </a:r>
                    </a:p>
                  </a:txBody>
                  <a:tcPr/>
                </a:tc>
                <a:tc>
                  <a:txBody>
                    <a:bodyPr/>
                    <a:lstStyle/>
                    <a:p>
                      <a:pPr algn="ctr"/>
                      <a:r>
                        <a:rPr lang="en-US" sz="2400" b="1" dirty="0">
                          <a:latin typeface="Times New Roman" panose="02020603050405020304" pitchFamily="18" charset="0"/>
                          <a:cs typeface="Times New Roman" panose="02020603050405020304" pitchFamily="18" charset="0"/>
                        </a:rPr>
                        <a:t>294</a:t>
                      </a:r>
                    </a:p>
                  </a:txBody>
                  <a:tcPr/>
                </a:tc>
                <a:tc>
                  <a:txBody>
                    <a:bodyPr/>
                    <a:lstStyle/>
                    <a:p>
                      <a:pPr algn="ctr"/>
                      <a:r>
                        <a:rPr lang="en-US" sz="2400" b="1" dirty="0">
                          <a:latin typeface="Times New Roman" panose="02020603050405020304" pitchFamily="18" charset="0"/>
                          <a:cs typeface="Times New Roman" panose="02020603050405020304" pitchFamily="18" charset="0"/>
                        </a:rPr>
                        <a:t>310</a:t>
                      </a:r>
                    </a:p>
                  </a:txBody>
                  <a:tcPr/>
                </a:tc>
                <a:extLst>
                  <a:ext uri="{0D108BD9-81ED-4DB2-BD59-A6C34878D82A}">
                    <a16:rowId xmlns:a16="http://schemas.microsoft.com/office/drawing/2014/main" val="10001"/>
                  </a:ext>
                </a:extLst>
              </a:tr>
              <a:tr h="792265">
                <a:tc>
                  <a:txBody>
                    <a:bodyPr/>
                    <a:lstStyle/>
                    <a:p>
                      <a:pPr algn="l"/>
                      <a:r>
                        <a:rPr lang="en-US" sz="2400" b="1" dirty="0">
                          <a:latin typeface="Times New Roman" panose="02020603050405020304" pitchFamily="18" charset="0"/>
                          <a:cs typeface="Times New Roman" panose="02020603050405020304" pitchFamily="18" charset="0"/>
                        </a:rPr>
                        <a:t>Weight After</a:t>
                      </a:r>
                    </a:p>
                  </a:txBody>
                  <a:tcPr/>
                </a:tc>
                <a:tc>
                  <a:txBody>
                    <a:bodyPr/>
                    <a:lstStyle/>
                    <a:p>
                      <a:pPr algn="ctr"/>
                      <a:r>
                        <a:rPr lang="en-US" sz="2400" b="1" dirty="0">
                          <a:latin typeface="Times New Roman" panose="02020603050405020304" pitchFamily="18" charset="0"/>
                          <a:cs typeface="Times New Roman" panose="02020603050405020304" pitchFamily="18" charset="0"/>
                        </a:rPr>
                        <a:t>187</a:t>
                      </a:r>
                    </a:p>
                  </a:txBody>
                  <a:tcPr/>
                </a:tc>
                <a:tc>
                  <a:txBody>
                    <a:bodyPr/>
                    <a:lstStyle/>
                    <a:p>
                      <a:pPr algn="ctr"/>
                      <a:r>
                        <a:rPr lang="en-US" sz="2400" b="1" dirty="0">
                          <a:latin typeface="Times New Roman" panose="02020603050405020304" pitchFamily="18" charset="0"/>
                          <a:cs typeface="Times New Roman" panose="02020603050405020304" pitchFamily="18" charset="0"/>
                        </a:rPr>
                        <a:t>195</a:t>
                      </a:r>
                    </a:p>
                  </a:txBody>
                  <a:tcPr/>
                </a:tc>
                <a:tc>
                  <a:txBody>
                    <a:bodyPr/>
                    <a:lstStyle/>
                    <a:p>
                      <a:pPr algn="ctr"/>
                      <a:r>
                        <a:rPr lang="en-US" sz="2400" b="1" dirty="0">
                          <a:latin typeface="Times New Roman" panose="02020603050405020304" pitchFamily="18" charset="0"/>
                          <a:cs typeface="Times New Roman" panose="02020603050405020304" pitchFamily="18" charset="0"/>
                        </a:rPr>
                        <a:t>221</a:t>
                      </a:r>
                    </a:p>
                  </a:txBody>
                  <a:tcPr/>
                </a:tc>
                <a:tc>
                  <a:txBody>
                    <a:bodyPr/>
                    <a:lstStyle/>
                    <a:p>
                      <a:pPr algn="ctr"/>
                      <a:r>
                        <a:rPr lang="en-US" sz="2400" b="1" dirty="0">
                          <a:latin typeface="Times New Roman" panose="02020603050405020304" pitchFamily="18" charset="0"/>
                          <a:cs typeface="Times New Roman" panose="02020603050405020304" pitchFamily="18" charset="0"/>
                        </a:rPr>
                        <a:t>190</a:t>
                      </a:r>
                    </a:p>
                  </a:txBody>
                  <a:tcPr/>
                </a:tc>
                <a:tc>
                  <a:txBody>
                    <a:bodyPr/>
                    <a:lstStyle/>
                    <a:p>
                      <a:pPr algn="ctr"/>
                      <a:r>
                        <a:rPr lang="en-US" sz="2400" b="1" dirty="0">
                          <a:latin typeface="Times New Roman" panose="02020603050405020304" pitchFamily="18" charset="0"/>
                          <a:cs typeface="Times New Roman" panose="02020603050405020304" pitchFamily="18" charset="0"/>
                        </a:rPr>
                        <a:t>175</a:t>
                      </a:r>
                    </a:p>
                  </a:txBody>
                  <a:tcPr/>
                </a:tc>
                <a:tc>
                  <a:txBody>
                    <a:bodyPr/>
                    <a:lstStyle/>
                    <a:p>
                      <a:pPr algn="ctr"/>
                      <a:r>
                        <a:rPr lang="en-US" sz="2400" b="1" dirty="0">
                          <a:latin typeface="Times New Roman" panose="02020603050405020304" pitchFamily="18" charset="0"/>
                          <a:cs typeface="Times New Roman" panose="02020603050405020304" pitchFamily="18" charset="0"/>
                        </a:rPr>
                        <a:t>197</a:t>
                      </a:r>
                    </a:p>
                  </a:txBody>
                  <a:tcPr/>
                </a:tc>
                <a:tc>
                  <a:txBody>
                    <a:bodyPr/>
                    <a:lstStyle/>
                    <a:p>
                      <a:pPr algn="ctr"/>
                      <a:r>
                        <a:rPr lang="en-US" sz="2400" b="1" dirty="0">
                          <a:latin typeface="Times New Roman" panose="02020603050405020304" pitchFamily="18" charset="0"/>
                          <a:cs typeface="Times New Roman" panose="02020603050405020304" pitchFamily="18" charset="0"/>
                        </a:rPr>
                        <a:t>199</a:t>
                      </a:r>
                    </a:p>
                  </a:txBody>
                  <a:tcPr/>
                </a:tc>
                <a:tc>
                  <a:txBody>
                    <a:bodyPr/>
                    <a:lstStyle/>
                    <a:p>
                      <a:pPr algn="ctr"/>
                      <a:r>
                        <a:rPr lang="en-US" sz="2400" b="1" dirty="0">
                          <a:latin typeface="Times New Roman" panose="02020603050405020304" pitchFamily="18" charset="0"/>
                          <a:cs typeface="Times New Roman" panose="02020603050405020304" pitchFamily="18" charset="0"/>
                        </a:rPr>
                        <a:t>221</a:t>
                      </a:r>
                    </a:p>
                  </a:txBody>
                  <a:tcPr/>
                </a:tc>
                <a:tc>
                  <a:txBody>
                    <a:bodyPr/>
                    <a:lstStyle/>
                    <a:p>
                      <a:pPr algn="ctr"/>
                      <a:r>
                        <a:rPr lang="en-US" sz="2400" b="1" dirty="0">
                          <a:latin typeface="Times New Roman" panose="02020603050405020304" pitchFamily="18" charset="0"/>
                          <a:cs typeface="Times New Roman" panose="02020603050405020304" pitchFamily="18" charset="0"/>
                        </a:rPr>
                        <a:t>278</a:t>
                      </a:r>
                    </a:p>
                  </a:txBody>
                  <a:tcPr/>
                </a:tc>
                <a:tc>
                  <a:txBody>
                    <a:bodyPr/>
                    <a:lstStyle/>
                    <a:p>
                      <a:pPr algn="ctr"/>
                      <a:r>
                        <a:rPr lang="en-US" sz="2400" b="1" dirty="0">
                          <a:latin typeface="Times New Roman" panose="02020603050405020304" pitchFamily="18" charset="0"/>
                          <a:cs typeface="Times New Roman" panose="02020603050405020304" pitchFamily="18" charset="0"/>
                        </a:rPr>
                        <a:t>285</a:t>
                      </a:r>
                    </a:p>
                  </a:txBody>
                  <a:tcPr/>
                </a:tc>
                <a:extLst>
                  <a:ext uri="{0D108BD9-81ED-4DB2-BD59-A6C34878D82A}">
                    <a16:rowId xmlns:a16="http://schemas.microsoft.com/office/drawing/2014/main" val="10002"/>
                  </a:ext>
                </a:extLst>
              </a:tr>
            </a:tbl>
          </a:graphicData>
        </a:graphic>
      </p:graphicFrame>
      <p:sp>
        <p:nvSpPr>
          <p:cNvPr id="14" name="Flowchart: Alternate Process 13">
            <a:extLst>
              <a:ext uri="{FF2B5EF4-FFF2-40B4-BE49-F238E27FC236}">
                <a16:creationId xmlns:a16="http://schemas.microsoft.com/office/drawing/2014/main" id="{3A28AB46-599C-EE39-8BA5-C24927F89E5F}"/>
              </a:ext>
            </a:extLst>
          </p:cNvPr>
          <p:cNvSpPr/>
          <p:nvPr/>
        </p:nvSpPr>
        <p:spPr>
          <a:xfrm>
            <a:off x="2793793" y="5987983"/>
            <a:ext cx="9322008" cy="709448"/>
          </a:xfrm>
          <a:prstGeom prst="flowChartAlternateProcess">
            <a:avLst/>
          </a:prstGeom>
          <a:solidFill>
            <a:srgbClr val="CAE3BB"/>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Atssume</a:t>
            </a:r>
            <a:r>
              <a:rPr kumimoji="0" lang="en-US" sz="24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that the difference between before and after follow normal distribution. Use </a:t>
            </a:r>
            <a:r>
              <a:rPr kumimoji="0" lang="el-GR" sz="24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α</a:t>
            </a:r>
            <a:r>
              <a:rPr kumimoji="0" lang="en-US" sz="24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 0.05.</a:t>
            </a:r>
            <a:endParaRPr kumimoji="0" lang="en-IN" sz="24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p:txBody>
      </p:sp>
      <p:sp>
        <p:nvSpPr>
          <p:cNvPr id="15" name="Curved Right Arrow 33">
            <a:extLst>
              <a:ext uri="{FF2B5EF4-FFF2-40B4-BE49-F238E27FC236}">
                <a16:creationId xmlns:a16="http://schemas.microsoft.com/office/drawing/2014/main" id="{5A47D07C-1B77-8A02-065D-9EE8A98E6E77}"/>
              </a:ext>
            </a:extLst>
          </p:cNvPr>
          <p:cNvSpPr/>
          <p:nvPr/>
        </p:nvSpPr>
        <p:spPr>
          <a:xfrm>
            <a:off x="2329478" y="5717384"/>
            <a:ext cx="404374" cy="595086"/>
          </a:xfrm>
          <a:prstGeom prst="curvedRightArrow">
            <a:avLst/>
          </a:prstGeom>
          <a:solidFill>
            <a:srgbClr val="9DDCD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78F67823-DD67-A042-BEAA-3173AC5E8B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588" y="1723593"/>
            <a:ext cx="2365591" cy="2429888"/>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17" name="Picture 16">
            <a:extLst>
              <a:ext uri="{FF2B5EF4-FFF2-40B4-BE49-F238E27FC236}">
                <a16:creationId xmlns:a16="http://schemas.microsoft.com/office/drawing/2014/main" id="{BCBFDD44-0D58-4C5B-DE06-0064D79433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631" y="4226186"/>
            <a:ext cx="2172847" cy="1444943"/>
          </a:xfrm>
          <a:prstGeom prst="rect">
            <a:avLst/>
          </a:prstGeom>
          <a:ln>
            <a:noFill/>
          </a:ln>
          <a:effectLst>
            <a:outerShdw blurRad="190500" algn="tl" rotWithShape="0">
              <a:srgbClr val="000000">
                <a:alpha val="70000"/>
              </a:srgbClr>
            </a:outerShdw>
          </a:effectLst>
        </p:spPr>
      </p:pic>
      <p:sp>
        <p:nvSpPr>
          <p:cNvPr id="18" name="Down Arrow 36">
            <a:extLst>
              <a:ext uri="{FF2B5EF4-FFF2-40B4-BE49-F238E27FC236}">
                <a16:creationId xmlns:a16="http://schemas.microsoft.com/office/drawing/2014/main" id="{CB12583E-F514-871F-81DA-B32BFCA470D5}"/>
              </a:ext>
            </a:extLst>
          </p:cNvPr>
          <p:cNvSpPr/>
          <p:nvPr/>
        </p:nvSpPr>
        <p:spPr>
          <a:xfrm rot="16200000">
            <a:off x="2277477" y="4265502"/>
            <a:ext cx="586696" cy="432492"/>
          </a:xfrm>
          <a:prstGeom prst="downArrow">
            <a:avLst/>
          </a:prstGeom>
          <a:solidFill>
            <a:srgbClr val="7BC8CE"/>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8058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1000"/>
                                        <p:tgtEl>
                                          <p:spTgt spid="13"/>
                                        </p:tgtEl>
                                      </p:cBhvr>
                                    </p:animEffect>
                                  </p:childTnLst>
                                </p:cTn>
                              </p:par>
                              <p:par>
                                <p:cTn id="26" presetID="22" presetClass="entr" presetSubtype="1"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up)">
                                      <p:cBhvr>
                                        <p:cTn id="28" dur="500"/>
                                        <p:tgtEl>
                                          <p:spTgt spid="17"/>
                                        </p:tgtEl>
                                      </p:cBhvr>
                                    </p:animEffect>
                                  </p:childTnLst>
                                </p:cTn>
                              </p:par>
                              <p:par>
                                <p:cTn id="29" presetID="2" presetClass="entr" presetSubtype="8"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up)">
                                      <p:cBhvr>
                                        <p:cTn id="37" dur="500"/>
                                        <p:tgtEl>
                                          <p:spTgt spid="11"/>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childTnLst>
                          </p:cTn>
                        </p:par>
                        <p:par>
                          <p:cTn id="42" fill="hold">
                            <p:stCondLst>
                              <p:cond delay="1000"/>
                            </p:stCondLst>
                            <p:childTnLst>
                              <p:par>
                                <p:cTn id="43" presetID="22" presetClass="entr" presetSubtype="1"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up)">
                                      <p:cBhvr>
                                        <p:cTn id="45" dur="500"/>
                                        <p:tgtEl>
                                          <p:spTgt spid="15"/>
                                        </p:tgtEl>
                                      </p:cBhvr>
                                    </p:animEffect>
                                  </p:childTnLst>
                                </p:cTn>
                              </p:par>
                            </p:childTnLst>
                          </p:cTn>
                        </p:par>
                        <p:par>
                          <p:cTn id="46" fill="hold">
                            <p:stCondLst>
                              <p:cond delay="1500"/>
                            </p:stCondLst>
                            <p:childTnLst>
                              <p:par>
                                <p:cTn id="47" presetID="22" presetClass="entr" presetSubtype="8" fill="hold" grpId="0" nodeType="after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408C1-DCC2-30B7-EC33-BDA9000C1DD8}"/>
              </a:ext>
            </a:extLst>
          </p:cNvPr>
          <p:cNvSpPr>
            <a:spLocks noGrp="1"/>
          </p:cNvSpPr>
          <p:nvPr>
            <p:ph type="title"/>
          </p:nvPr>
        </p:nvSpPr>
        <p:spPr/>
        <p:txBody>
          <a:bodyPr/>
          <a:lstStyle/>
          <a:p>
            <a:r>
              <a:rPr lang="en-US" dirty="0"/>
              <a:t>Exercise 10</a:t>
            </a:r>
            <a:endParaRPr lang="en-IN" dirty="0"/>
          </a:p>
        </p:txBody>
      </p:sp>
      <p:sp>
        <p:nvSpPr>
          <p:cNvPr id="3" name="Text Placeholder 2">
            <a:extLst>
              <a:ext uri="{FF2B5EF4-FFF2-40B4-BE49-F238E27FC236}">
                <a16:creationId xmlns:a16="http://schemas.microsoft.com/office/drawing/2014/main" id="{A2ECA508-1407-0C93-ABC1-C67B33731C95}"/>
              </a:ext>
            </a:extLst>
          </p:cNvPr>
          <p:cNvSpPr>
            <a:spLocks noGrp="1"/>
          </p:cNvSpPr>
          <p:nvPr>
            <p:ph type="body" sz="quarter" idx="13"/>
          </p:nvPr>
        </p:nvSpPr>
        <p:spPr>
          <a:xfrm>
            <a:off x="104775" y="1047751"/>
            <a:ext cx="11944350" cy="5572124"/>
          </a:xfrm>
        </p:spPr>
        <p:txBody>
          <a:bodyPr/>
          <a:lstStyle/>
          <a:p>
            <a:pPr marL="0" indent="0">
              <a:buNone/>
            </a:pPr>
            <a:r>
              <a:rPr lang="en-US" dirty="0"/>
              <a:t>.</a:t>
            </a:r>
            <a:endParaRPr lang="en-IN" dirty="0"/>
          </a:p>
        </p:txBody>
      </p:sp>
      <p:sp>
        <p:nvSpPr>
          <p:cNvPr id="5" name="Content Placeholder 2">
            <a:extLst>
              <a:ext uri="{FF2B5EF4-FFF2-40B4-BE49-F238E27FC236}">
                <a16:creationId xmlns:a16="http://schemas.microsoft.com/office/drawing/2014/main" id="{C4211F9B-B705-1420-00E6-218FD9369B90}"/>
              </a:ext>
            </a:extLst>
          </p:cNvPr>
          <p:cNvSpPr txBox="1">
            <a:spLocks/>
          </p:cNvSpPr>
          <p:nvPr/>
        </p:nvSpPr>
        <p:spPr>
          <a:xfrm>
            <a:off x="507959" y="-164416"/>
            <a:ext cx="9578912" cy="800220"/>
          </a:xfrm>
          <a:prstGeom prst="rect">
            <a:avLst/>
          </a:prstGeom>
        </p:spPr>
        <p:txBody>
          <a:bodyPr vert="horz" lIns="91440" tIns="45720" rIns="91440" bIns="45720" rtlCol="0" anchor="ctr">
            <a:noAutofit/>
          </a:bodyPr>
          <a:lstStyle>
            <a:lvl1pPr marL="0" indent="-263256" algn="l" defTabSz="1053023" rtl="0" eaLnBrk="1" latinLnBrk="0" hangingPunct="1">
              <a:lnSpc>
                <a:spcPts val="4146"/>
              </a:lnSpc>
              <a:spcBef>
                <a:spcPts val="0"/>
              </a:spcBef>
              <a:buFont typeface="Arial" panose="020B0604020202020204" pitchFamily="34" charset="0"/>
              <a:buNone/>
              <a:defRPr sz="4146" b="1" kern="1200" spc="-173" baseline="0">
                <a:solidFill>
                  <a:schemeClr val="tx1"/>
                </a:solidFill>
                <a:latin typeface="Helvetica Neue"/>
                <a:ea typeface="+mn-ea"/>
                <a:cs typeface="Arial" pitchFamily="34" charset="0"/>
              </a:defRPr>
            </a:lvl1pPr>
            <a:lvl2pPr marL="789767" indent="-263256" algn="l" defTabSz="1053023" rtl="0" eaLnBrk="1" latinLnBrk="0" hangingPunct="1">
              <a:lnSpc>
                <a:spcPct val="90000"/>
              </a:lnSpc>
              <a:spcBef>
                <a:spcPts val="576"/>
              </a:spcBef>
              <a:buFont typeface="Arial" panose="020B0604020202020204" pitchFamily="34" charset="0"/>
              <a:buChar char="•"/>
              <a:defRPr sz="2764" kern="1200">
                <a:solidFill>
                  <a:schemeClr val="tx1"/>
                </a:solidFill>
                <a:latin typeface="Helvetica Neue"/>
                <a:ea typeface="+mn-ea"/>
                <a:cs typeface="+mn-cs"/>
              </a:defRPr>
            </a:lvl2pPr>
            <a:lvl3pPr marL="1316279" indent="-263256" algn="l" defTabSz="1053023" rtl="0" eaLnBrk="1" latinLnBrk="0" hangingPunct="1">
              <a:lnSpc>
                <a:spcPct val="90000"/>
              </a:lnSpc>
              <a:spcBef>
                <a:spcPts val="576"/>
              </a:spcBef>
              <a:buFont typeface="Arial" panose="020B0604020202020204" pitchFamily="34" charset="0"/>
              <a:buChar char="•"/>
              <a:defRPr sz="2303" kern="1200">
                <a:solidFill>
                  <a:schemeClr val="tx1"/>
                </a:solidFill>
                <a:latin typeface="Helvetica Neue"/>
                <a:ea typeface="+mn-ea"/>
                <a:cs typeface="+mn-cs"/>
              </a:defRPr>
            </a:lvl3pPr>
            <a:lvl4pPr marL="1842790"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4pPr>
            <a:lvl5pPr marL="2369302"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Helvetica Neue"/>
                <a:ea typeface="+mn-ea"/>
                <a:cs typeface="+mn-cs"/>
              </a:defRPr>
            </a:lvl5pPr>
            <a:lvl6pPr marL="2895813"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6pPr>
            <a:lvl7pPr marL="3422325"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7pPr>
            <a:lvl8pPr marL="3948836"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8pPr>
            <a:lvl9pPr marL="4475348" indent="-263256" algn="l" defTabSz="1053023" rtl="0" eaLnBrk="1" latinLnBrk="0" hangingPunct="1">
              <a:lnSpc>
                <a:spcPct val="90000"/>
              </a:lnSpc>
              <a:spcBef>
                <a:spcPts val="576"/>
              </a:spcBef>
              <a:buFont typeface="Arial" panose="020B0604020202020204" pitchFamily="34" charset="0"/>
              <a:buChar char="•"/>
              <a:defRPr sz="2073" kern="1200">
                <a:solidFill>
                  <a:schemeClr val="tx1"/>
                </a:solidFill>
                <a:latin typeface="+mn-lt"/>
                <a:ea typeface="+mn-ea"/>
                <a:cs typeface="+mn-cs"/>
              </a:defRPr>
            </a:lvl9pPr>
          </a:lstStyle>
          <a:p>
            <a:pPr marL="0" marR="0" lvl="0" indent="-263256" algn="l" defTabSz="1053023" rtl="0" eaLnBrk="1" fontAlgn="auto" latinLnBrk="0" hangingPunct="1">
              <a:lnSpc>
                <a:spcPts val="4146"/>
              </a:lnSpc>
              <a:spcBef>
                <a:spcPts val="0"/>
              </a:spcBef>
              <a:spcAft>
                <a:spcPts val="0"/>
              </a:spcAft>
              <a:buClrTx/>
              <a:buSzTx/>
              <a:buFont typeface="Arial" panose="020B0604020202020204" pitchFamily="34" charset="0"/>
              <a:buNone/>
              <a:tabLst/>
              <a:defRPr/>
            </a:pPr>
            <a:endParaRPr kumimoji="0" lang="en-US" sz="3600" b="1" i="0" u="none" strike="noStrike" kern="1200" cap="none" spc="-173" normalizeH="0" baseline="0" noProof="0" dirty="0">
              <a:ln>
                <a:noFill/>
              </a:ln>
              <a:solidFill>
                <a:prstClr val="black"/>
              </a:solidFill>
              <a:effectLst/>
              <a:uLnTx/>
              <a:uFillTx/>
              <a:latin typeface="Helvetica Neue"/>
              <a:ea typeface="+mn-ea"/>
              <a:cs typeface="Arial" pitchFamily="34" charset="0"/>
            </a:endParaRPr>
          </a:p>
        </p:txBody>
      </p:sp>
      <p:grpSp>
        <p:nvGrpSpPr>
          <p:cNvPr id="6" name="Group 5">
            <a:extLst>
              <a:ext uri="{FF2B5EF4-FFF2-40B4-BE49-F238E27FC236}">
                <a16:creationId xmlns:a16="http://schemas.microsoft.com/office/drawing/2014/main" id="{08CEC59E-F73D-B794-127A-0CB369246D68}"/>
              </a:ext>
            </a:extLst>
          </p:cNvPr>
          <p:cNvGrpSpPr/>
          <p:nvPr/>
        </p:nvGrpSpPr>
        <p:grpSpPr>
          <a:xfrm>
            <a:off x="3415583" y="950795"/>
            <a:ext cx="8643068" cy="1254056"/>
            <a:chOff x="2316993" y="3433977"/>
            <a:chExt cx="2321907" cy="641377"/>
          </a:xfrm>
          <a:solidFill>
            <a:schemeClr val="bg1"/>
          </a:solidFill>
        </p:grpSpPr>
        <p:sp>
          <p:nvSpPr>
            <p:cNvPr id="7" name="Rounded Rectangle 28">
              <a:extLst>
                <a:ext uri="{FF2B5EF4-FFF2-40B4-BE49-F238E27FC236}">
                  <a16:creationId xmlns:a16="http://schemas.microsoft.com/office/drawing/2014/main" id="{1D435557-8307-614E-755D-9C3BE80E04AB}"/>
                </a:ext>
              </a:extLst>
            </p:cNvPr>
            <p:cNvSpPr/>
            <p:nvPr/>
          </p:nvSpPr>
          <p:spPr>
            <a:xfrm>
              <a:off x="2337206" y="3433977"/>
              <a:ext cx="2291621" cy="641377"/>
            </a:xfrm>
            <a:prstGeom prst="roundRect">
              <a:avLst/>
            </a:prstGeom>
            <a:grp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800" b="1" i="0" u="none" strike="noStrike" kern="1200" cap="none" spc="0" normalizeH="0" baseline="0" noProof="0">
                <a:ln>
                  <a:noFill/>
                </a:ln>
                <a:solidFill>
                  <a:prstClr val="white"/>
                </a:solidFill>
                <a:effectLst/>
                <a:uLnTx/>
                <a:uFillTx/>
                <a:latin typeface="Helvetica Neue"/>
                <a:ea typeface="+mn-ea"/>
                <a:cs typeface="+mn-cs"/>
              </a:endParaRPr>
            </a:p>
          </p:txBody>
        </p:sp>
        <p:sp>
          <p:nvSpPr>
            <p:cNvPr id="8" name="Rectangle 7">
              <a:extLst>
                <a:ext uri="{FF2B5EF4-FFF2-40B4-BE49-F238E27FC236}">
                  <a16:creationId xmlns:a16="http://schemas.microsoft.com/office/drawing/2014/main" id="{062380D4-ED95-CD29-E402-ABE5754AE750}"/>
                </a:ext>
              </a:extLst>
            </p:cNvPr>
            <p:cNvSpPr/>
            <p:nvPr/>
          </p:nvSpPr>
          <p:spPr>
            <a:xfrm>
              <a:off x="2316993" y="3443916"/>
              <a:ext cx="2321907" cy="479707"/>
            </a:xfrm>
            <a:prstGeom prst="rect">
              <a:avLst/>
            </a:prstGeom>
            <a:noFill/>
          </p:spPr>
          <p:txBody>
            <a:bodyPr wrap="square">
              <a:spAutoFit/>
            </a:bodyPr>
            <a:lstStyle/>
            <a:p>
              <a:pPr marL="0" marR="0" lvl="0" indent="0" algn="l" defTabSz="914400" rtl="0" eaLnBrk="1" fontAlgn="auto" latinLnBrk="0" hangingPunct="1">
                <a:lnSpc>
                  <a:spcPct val="120000"/>
                </a:lnSpc>
                <a:spcBef>
                  <a:spcPct val="2000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 assess the length of hospital stay and the type of insurance, data were taken on 70 individuals</a:t>
              </a:r>
            </a:p>
          </p:txBody>
        </p:sp>
      </p:grpSp>
      <p:graphicFrame>
        <p:nvGraphicFramePr>
          <p:cNvPr id="9" name="Group 32">
            <a:extLst>
              <a:ext uri="{FF2B5EF4-FFF2-40B4-BE49-F238E27FC236}">
                <a16:creationId xmlns:a16="http://schemas.microsoft.com/office/drawing/2014/main" id="{E6F45D77-38C7-EBF5-047F-2773A8972B7A}"/>
              </a:ext>
            </a:extLst>
          </p:cNvPr>
          <p:cNvGraphicFramePr>
            <a:graphicFrameLocks/>
          </p:cNvGraphicFramePr>
          <p:nvPr/>
        </p:nvGraphicFramePr>
        <p:xfrm>
          <a:off x="4532311" y="2863343"/>
          <a:ext cx="7240589" cy="2596274"/>
        </p:xfrm>
        <a:graphic>
          <a:graphicData uri="http://schemas.openxmlformats.org/drawingml/2006/table">
            <a:tbl>
              <a:tblPr>
                <a:effectLst>
                  <a:outerShdw blurRad="50800" dist="38100" dir="8100000" algn="tr" rotWithShape="0">
                    <a:prstClr val="black">
                      <a:alpha val="40000"/>
                    </a:prstClr>
                  </a:outerShdw>
                </a:effectLst>
                <a:tableStyleId>{7DF18680-E054-41AD-8BC1-D1AEF772440D}</a:tableStyleId>
              </a:tblPr>
              <a:tblGrid>
                <a:gridCol w="1567672">
                  <a:extLst>
                    <a:ext uri="{9D8B030D-6E8A-4147-A177-3AD203B41FA5}">
                      <a16:colId xmlns:a16="http://schemas.microsoft.com/office/drawing/2014/main" val="20000"/>
                    </a:ext>
                  </a:extLst>
                </a:gridCol>
                <a:gridCol w="2133901">
                  <a:extLst>
                    <a:ext uri="{9D8B030D-6E8A-4147-A177-3AD203B41FA5}">
                      <a16:colId xmlns:a16="http://schemas.microsoft.com/office/drawing/2014/main" val="20001"/>
                    </a:ext>
                  </a:extLst>
                </a:gridCol>
                <a:gridCol w="2250408">
                  <a:extLst>
                    <a:ext uri="{9D8B030D-6E8A-4147-A177-3AD203B41FA5}">
                      <a16:colId xmlns:a16="http://schemas.microsoft.com/office/drawing/2014/main" val="20002"/>
                    </a:ext>
                  </a:extLst>
                </a:gridCol>
                <a:gridCol w="1288608">
                  <a:extLst>
                    <a:ext uri="{9D8B030D-6E8A-4147-A177-3AD203B41FA5}">
                      <a16:colId xmlns:a16="http://schemas.microsoft.com/office/drawing/2014/main" val="20003"/>
                    </a:ext>
                  </a:extLst>
                </a:gridCol>
              </a:tblGrid>
              <a:tr h="562714">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Type of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 Insurance</a:t>
                      </a:r>
                      <a:endParaRPr kumimoji="0" lang="en-US" sz="2200" b="1" i="0" u="none" strike="noStrike" cap="none" normalizeH="0" baseline="0" dirty="0">
                        <a:ln>
                          <a:noFill/>
                        </a:ln>
                        <a:solidFill>
                          <a:schemeClr val="tx1"/>
                        </a:solidFill>
                        <a:effectLst/>
                        <a:latin typeface="Helvetica Neue"/>
                        <a:cs typeface="Helvetica" panose="020B0604020202020204" pitchFamily="34" charset="0"/>
                      </a:endParaRPr>
                    </a:p>
                  </a:txBody>
                  <a:tcPr anchor="ctr" horzOverflow="overflow">
                    <a:solidFill>
                      <a:srgbClr val="D4D8EC"/>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Length of  Hospital Stay (days)</a:t>
                      </a:r>
                      <a:endParaRPr kumimoji="0" lang="en-US" sz="2200" b="1" i="0" u="none" strike="noStrike" cap="none" normalizeH="0" baseline="0" dirty="0">
                        <a:ln>
                          <a:noFill/>
                        </a:ln>
                        <a:solidFill>
                          <a:schemeClr val="tx1"/>
                        </a:solidFill>
                        <a:effectLst/>
                        <a:latin typeface="Helvetica Neue"/>
                        <a:cs typeface="Helvetica" panose="020B0604020202020204" pitchFamily="34" charset="0"/>
                      </a:endParaRPr>
                    </a:p>
                  </a:txBody>
                  <a:tcPr anchor="ctr" horzOverflow="overflow">
                    <a:solidFill>
                      <a:srgbClr val="D4D8EC"/>
                    </a:solidFill>
                  </a:tcPr>
                </a:tc>
                <a:tc hMerge="1">
                  <a:txBody>
                    <a:bodyPr/>
                    <a:lstStyle/>
                    <a:p>
                      <a:endParaRPr 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Total</a:t>
                      </a:r>
                      <a:endParaRPr kumimoji="0" lang="en-US" sz="2200" b="1" i="0" u="none" strike="noStrike" cap="none" normalizeH="0" baseline="0" dirty="0">
                        <a:ln>
                          <a:noFill/>
                        </a:ln>
                        <a:solidFill>
                          <a:schemeClr val="tx1"/>
                        </a:solidFill>
                        <a:effectLst/>
                        <a:latin typeface="Helvetica Neue"/>
                        <a:cs typeface="Helvetica" panose="020B0604020202020204" pitchFamily="34" charset="0"/>
                      </a:endParaRPr>
                    </a:p>
                  </a:txBody>
                  <a:tcPr anchor="ctr" horzOverflow="overflow">
                    <a:solidFill>
                      <a:srgbClr val="D4D8EC"/>
                    </a:solidFill>
                  </a:tcPr>
                </a:tc>
                <a:extLst>
                  <a:ext uri="{0D108BD9-81ED-4DB2-BD59-A6C34878D82A}">
                    <a16:rowId xmlns:a16="http://schemas.microsoft.com/office/drawing/2014/main" val="10000"/>
                  </a:ext>
                </a:extLst>
              </a:tr>
              <a:tr h="388629">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≤10</a:t>
                      </a:r>
                      <a:endParaRPr kumimoji="0" lang="en-US" sz="2200" b="1" i="0" u="none" strike="noStrike" cap="none" normalizeH="0" baseline="0" dirty="0">
                        <a:ln>
                          <a:noFill/>
                        </a:ln>
                        <a:solidFill>
                          <a:schemeClr val="tx1"/>
                        </a:solidFill>
                        <a:effectLst/>
                        <a:latin typeface="Helvetica Neue"/>
                        <a:cs typeface="Helvetica" panose="020B0604020202020204" pitchFamily="34" charset="0"/>
                      </a:endParaRPr>
                    </a:p>
                  </a:txBody>
                  <a:tcPr anchor="ctr" horzOverflow="overflow">
                    <a:solidFill>
                      <a:srgbClr val="D4D8E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&gt;10</a:t>
                      </a:r>
                      <a:endParaRPr kumimoji="0" lang="en-US" sz="2200" b="1" i="0" u="none" strike="noStrike" cap="none" normalizeH="0" baseline="0" dirty="0">
                        <a:ln>
                          <a:noFill/>
                        </a:ln>
                        <a:solidFill>
                          <a:schemeClr val="tx1"/>
                        </a:solidFill>
                        <a:effectLst/>
                        <a:latin typeface="Helvetica Neue"/>
                        <a:cs typeface="Helvetica" panose="020B0604020202020204" pitchFamily="34" charset="0"/>
                      </a:endParaRPr>
                    </a:p>
                  </a:txBody>
                  <a:tcPr anchor="ctr" horzOverflow="overflow">
                    <a:solidFill>
                      <a:srgbClr val="D4D8EC"/>
                    </a:solidFill>
                  </a:tcPr>
                </a:tc>
                <a:tc vMerge="1">
                  <a:txBody>
                    <a:bodyPr/>
                    <a:lstStyle/>
                    <a:p>
                      <a:endParaRPr lang="en-US"/>
                    </a:p>
                  </a:txBody>
                  <a:tcPr/>
                </a:tc>
                <a:extLst>
                  <a:ext uri="{0D108BD9-81ED-4DB2-BD59-A6C34878D82A}">
                    <a16:rowId xmlns:a16="http://schemas.microsoft.com/office/drawing/2014/main" val="10001"/>
                  </a:ext>
                </a:extLst>
              </a:tr>
              <a:tr h="55288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Type 1</a:t>
                      </a:r>
                      <a:endParaRPr kumimoji="0" lang="en-US" sz="2200" b="1" i="0" u="none" strike="noStrike" cap="none" normalizeH="0" baseline="0" dirty="0">
                        <a:ln>
                          <a:noFill/>
                        </a:ln>
                        <a:solidFill>
                          <a:schemeClr val="tx1"/>
                        </a:solidFill>
                        <a:effectLst/>
                        <a:latin typeface="Helvetica Neue"/>
                        <a:cs typeface="Helvetica" panose="020B060402020202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i="0" u="none" strike="noStrike" cap="none" normalizeH="0" baseline="0" dirty="0">
                          <a:ln>
                            <a:noFill/>
                          </a:ln>
                          <a:solidFill>
                            <a:schemeClr val="dk1"/>
                          </a:solidFill>
                          <a:effectLst/>
                          <a:latin typeface="Helvetica Neue"/>
                          <a:cs typeface="+mn-cs"/>
                        </a:rPr>
                        <a:t>42</a:t>
                      </a:r>
                      <a:endParaRPr kumimoji="0" lang="en-US" sz="2200" b="1" i="0" u="none" strike="noStrike" cap="none" normalizeH="0" baseline="-25000" dirty="0">
                        <a:ln>
                          <a:noFill/>
                        </a:ln>
                        <a:solidFill>
                          <a:schemeClr val="tx1"/>
                        </a:solidFill>
                        <a:effectLst/>
                        <a:latin typeface="Helvetica Neue"/>
                        <a:cs typeface="Helvetica" panose="020B060402020202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3</a:t>
                      </a:r>
                      <a:endParaRPr kumimoji="0" lang="en-US" sz="2200" b="1" i="0" u="none" strike="noStrike" cap="none" normalizeH="0" baseline="-25000" dirty="0">
                        <a:ln>
                          <a:noFill/>
                        </a:ln>
                        <a:solidFill>
                          <a:srgbClr val="FFFF00"/>
                        </a:solidFill>
                        <a:effectLst/>
                        <a:latin typeface="Helvetica Neue"/>
                        <a:cs typeface="Helvetica" panose="020B060402020202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45</a:t>
                      </a:r>
                      <a:endParaRPr kumimoji="0" lang="en-US" sz="2200" b="1" i="0" u="none" strike="noStrike" cap="none" normalizeH="0" baseline="-25000" dirty="0">
                        <a:ln>
                          <a:noFill/>
                        </a:ln>
                        <a:solidFill>
                          <a:schemeClr val="tx1"/>
                        </a:solidFill>
                        <a:effectLst/>
                        <a:latin typeface="Helvetica Neue"/>
                        <a:cs typeface="Helvetica" panose="020B0604020202020204" pitchFamily="34" charset="0"/>
                      </a:endParaRPr>
                    </a:p>
                  </a:txBody>
                  <a:tcPr anchor="ctr" horzOverflow="overflow"/>
                </a:tc>
                <a:extLst>
                  <a:ext uri="{0D108BD9-81ED-4DB2-BD59-A6C34878D82A}">
                    <a16:rowId xmlns:a16="http://schemas.microsoft.com/office/drawing/2014/main" val="10002"/>
                  </a:ext>
                </a:extLst>
              </a:tr>
              <a:tr h="447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Type 2</a:t>
                      </a:r>
                      <a:endParaRPr kumimoji="0" lang="en-US" sz="2200" b="1" i="0" u="none" strike="noStrike" cap="none" normalizeH="0" baseline="0" dirty="0">
                        <a:ln>
                          <a:noFill/>
                        </a:ln>
                        <a:solidFill>
                          <a:schemeClr val="tx1"/>
                        </a:solidFill>
                        <a:effectLst/>
                        <a:latin typeface="Helvetica Neue"/>
                        <a:cs typeface="Helvetica" panose="020B060402020202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18</a:t>
                      </a:r>
                      <a:endParaRPr kumimoji="0" lang="en-US" sz="2200" b="1" i="0" u="none" strike="noStrike" cap="none" normalizeH="0" baseline="-25000" dirty="0">
                        <a:ln>
                          <a:noFill/>
                        </a:ln>
                        <a:solidFill>
                          <a:schemeClr val="tx1"/>
                        </a:solidFill>
                        <a:effectLst/>
                        <a:latin typeface="Helvetica Neue"/>
                        <a:cs typeface="Helvetica" panose="020B060402020202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i="0" u="none" strike="noStrike" cap="none" normalizeH="0" baseline="0" dirty="0">
                          <a:ln>
                            <a:noFill/>
                          </a:ln>
                          <a:solidFill>
                            <a:schemeClr val="dk1"/>
                          </a:solidFill>
                          <a:effectLst/>
                          <a:latin typeface="Helvetica Neue"/>
                          <a:cs typeface="+mn-cs"/>
                        </a:rPr>
                        <a:t>7</a:t>
                      </a:r>
                      <a:endParaRPr kumimoji="0" lang="en-US" sz="2200" b="1" i="0" u="none" strike="noStrike" cap="none" normalizeH="0" baseline="-25000" dirty="0">
                        <a:ln>
                          <a:noFill/>
                        </a:ln>
                        <a:solidFill>
                          <a:srgbClr val="FFFF00"/>
                        </a:solidFill>
                        <a:effectLst/>
                        <a:latin typeface="Helvetica Neue"/>
                        <a:cs typeface="Helvetica" panose="020B060402020202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25</a:t>
                      </a:r>
                      <a:endParaRPr kumimoji="0" lang="en-US" sz="2200" b="1" i="0" u="none" strike="noStrike" cap="none" normalizeH="0" baseline="-25000" dirty="0">
                        <a:ln>
                          <a:noFill/>
                        </a:ln>
                        <a:solidFill>
                          <a:schemeClr val="tx1"/>
                        </a:solidFill>
                        <a:effectLst/>
                        <a:latin typeface="Helvetica Neue"/>
                        <a:cs typeface="Helvetica" panose="020B0604020202020204" pitchFamily="34" charset="0"/>
                      </a:endParaRPr>
                    </a:p>
                  </a:txBody>
                  <a:tcPr anchor="ctr" horzOverflow="overflow"/>
                </a:tc>
                <a:extLst>
                  <a:ext uri="{0D108BD9-81ED-4DB2-BD59-A6C34878D82A}">
                    <a16:rowId xmlns:a16="http://schemas.microsoft.com/office/drawing/2014/main" val="10003"/>
                  </a:ext>
                </a:extLst>
              </a:tr>
              <a:tr h="4318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Total</a:t>
                      </a:r>
                      <a:endParaRPr kumimoji="0" lang="en-US" sz="2200" b="1" i="0" u="none" strike="noStrike" cap="none" normalizeH="0" baseline="0" dirty="0">
                        <a:ln>
                          <a:noFill/>
                        </a:ln>
                        <a:solidFill>
                          <a:schemeClr val="tx1"/>
                        </a:solidFill>
                        <a:effectLst/>
                        <a:latin typeface="Helvetica Neue"/>
                        <a:cs typeface="Helvetica" panose="020B060402020202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i="0" u="none" strike="noStrike" cap="none" normalizeH="0" baseline="0" dirty="0">
                          <a:ln>
                            <a:noFill/>
                          </a:ln>
                          <a:solidFill>
                            <a:schemeClr val="dk1"/>
                          </a:solidFill>
                          <a:effectLst/>
                          <a:latin typeface="Helvetica Neue"/>
                          <a:cs typeface="+mn-cs"/>
                        </a:rPr>
                        <a:t>60</a:t>
                      </a:r>
                      <a:endParaRPr kumimoji="0" lang="en-US" sz="2200" b="1" i="0" u="none" strike="noStrike" cap="none" normalizeH="0" baseline="-25000" dirty="0">
                        <a:ln>
                          <a:noFill/>
                        </a:ln>
                        <a:solidFill>
                          <a:schemeClr val="tx1"/>
                        </a:solidFill>
                        <a:effectLst/>
                        <a:latin typeface="Helvetica Neue"/>
                        <a:cs typeface="Helvetica" panose="020B060402020202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10</a:t>
                      </a:r>
                      <a:endParaRPr kumimoji="0" lang="en-US" sz="2200" b="1" i="0" u="none" strike="noStrike" cap="none" normalizeH="0" baseline="-25000" dirty="0">
                        <a:ln>
                          <a:noFill/>
                        </a:ln>
                        <a:solidFill>
                          <a:schemeClr val="tx1"/>
                        </a:solidFill>
                        <a:effectLst/>
                        <a:latin typeface="Helvetica Neue"/>
                        <a:cs typeface="Helvetica" panose="020B060402020202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u="none" strike="noStrike" cap="none" normalizeH="0" baseline="0" dirty="0">
                          <a:ln>
                            <a:noFill/>
                          </a:ln>
                          <a:effectLst/>
                          <a:latin typeface="Helvetica Neue"/>
                        </a:rPr>
                        <a:t>70</a:t>
                      </a:r>
                      <a:endParaRPr kumimoji="0" lang="en-US" sz="2200" b="1" i="0" u="none" strike="noStrike" cap="none" normalizeH="0" baseline="0" dirty="0">
                        <a:ln>
                          <a:noFill/>
                        </a:ln>
                        <a:solidFill>
                          <a:schemeClr val="tx1"/>
                        </a:solidFill>
                        <a:effectLst/>
                        <a:latin typeface="Helvetica Neue"/>
                        <a:cs typeface="Helvetica" panose="020B0604020202020204" pitchFamily="34" charset="0"/>
                      </a:endParaRPr>
                    </a:p>
                  </a:txBody>
                  <a:tcPr anchor="ctr" horzOverflow="overflow"/>
                </a:tc>
                <a:extLst>
                  <a:ext uri="{0D108BD9-81ED-4DB2-BD59-A6C34878D82A}">
                    <a16:rowId xmlns:a16="http://schemas.microsoft.com/office/drawing/2014/main" val="10004"/>
                  </a:ext>
                </a:extLst>
              </a:tr>
            </a:tbl>
          </a:graphicData>
        </a:graphic>
      </p:graphicFrame>
      <p:sp>
        <p:nvSpPr>
          <p:cNvPr id="10" name="Down Arrow 31">
            <a:extLst>
              <a:ext uri="{FF2B5EF4-FFF2-40B4-BE49-F238E27FC236}">
                <a16:creationId xmlns:a16="http://schemas.microsoft.com/office/drawing/2014/main" id="{EF8256FA-851A-33B7-7CE7-6A1D03812B36}"/>
              </a:ext>
            </a:extLst>
          </p:cNvPr>
          <p:cNvSpPr/>
          <p:nvPr/>
        </p:nvSpPr>
        <p:spPr>
          <a:xfrm>
            <a:off x="8031358" y="2204848"/>
            <a:ext cx="586696" cy="580972"/>
          </a:xfrm>
          <a:prstGeom prst="downArrow">
            <a:avLst/>
          </a:prstGeom>
          <a:solidFill>
            <a:srgbClr val="7BC8CE"/>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ound Diagonal Corner Rectangle 32">
            <a:extLst>
              <a:ext uri="{FF2B5EF4-FFF2-40B4-BE49-F238E27FC236}">
                <a16:creationId xmlns:a16="http://schemas.microsoft.com/office/drawing/2014/main" id="{C1EF3785-00D1-FBA2-6C94-9D650A091CD7}"/>
              </a:ext>
            </a:extLst>
          </p:cNvPr>
          <p:cNvSpPr/>
          <p:nvPr/>
        </p:nvSpPr>
        <p:spPr>
          <a:xfrm>
            <a:off x="352295" y="5537140"/>
            <a:ext cx="11668860" cy="1205553"/>
          </a:xfrm>
          <a:prstGeom prst="round2DiagRect">
            <a:avLst>
              <a:gd name="adj1" fmla="val 0"/>
              <a:gd name="adj2" fmla="val 0"/>
            </a:avLst>
          </a:prstGeom>
          <a:solidFill>
            <a:schemeClr val="bg1">
              <a:lumMod val="95000"/>
            </a:schemeClr>
          </a:soli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l" defTabSz="914400" rtl="0" eaLnBrk="1" fontAlgn="auto" latinLnBrk="0" hangingPunct="1">
              <a:lnSpc>
                <a:spcPct val="120000"/>
              </a:lnSpc>
              <a:spcBef>
                <a:spcPct val="20000"/>
              </a:spcBef>
              <a:spcAft>
                <a:spcPts val="0"/>
              </a:spcAft>
              <a:buClrTx/>
              <a:buSzTx/>
              <a:buFontTx/>
              <a:buNone/>
              <a:tabLst/>
              <a:defRPr/>
            </a:pPr>
            <a:endParaRPr kumimoji="0" lang="en-IN" sz="2800" b="1" i="0" u="none" strike="noStrike" kern="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20000"/>
              </a:lnSpc>
              <a:spcBef>
                <a:spcPct val="20000"/>
              </a:spcBef>
              <a:spcAft>
                <a:spcPts val="0"/>
              </a:spcAft>
              <a:buClrTx/>
              <a:buSzTx/>
              <a:buFontTx/>
              <a:buNone/>
              <a:tabLst/>
              <a:defRPr/>
            </a:pPr>
            <a:r>
              <a:rPr kumimoji="0" lang="en-IN"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Examine whether Chi-square test can be applied to this data to test the independence between type of insurance and length of hospital stay?</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IN" sz="28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p:txBody>
      </p:sp>
      <p:pic>
        <p:nvPicPr>
          <p:cNvPr id="12" name="Picture 11">
            <a:extLst>
              <a:ext uri="{FF2B5EF4-FFF2-40B4-BE49-F238E27FC236}">
                <a16:creationId xmlns:a16="http://schemas.microsoft.com/office/drawing/2014/main" id="{4A03667B-A6B5-844E-0E31-3D215A12CC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825" y="1209676"/>
            <a:ext cx="3048000" cy="1990344"/>
          </a:xfrm>
          <a:prstGeom prst="round2DiagRect">
            <a:avLst>
              <a:gd name="adj1" fmla="val 16667"/>
              <a:gd name="adj2" fmla="val 0"/>
            </a:avLst>
          </a:prstGeom>
          <a:ln w="88900" cap="sq">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222482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up)">
                                      <p:cBhvr>
                                        <p:cTn id="18" dur="500"/>
                                        <p:tgtEl>
                                          <p:spTgt spid="10"/>
                                        </p:tgtEl>
                                      </p:cBhvr>
                                    </p:animEffect>
                                  </p:childTnLst>
                                </p:cTn>
                              </p:par>
                            </p:childTnLst>
                          </p:cTn>
                        </p:par>
                        <p:par>
                          <p:cTn id="19" fill="hold">
                            <p:stCondLst>
                              <p:cond delay="500"/>
                            </p:stCondLst>
                            <p:childTnLst>
                              <p:par>
                                <p:cTn id="20" presetID="6" presetClass="entr" presetSubtype="16"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ircle(in)">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307-E545-5D4E-3383-FFD60C28223E}"/>
              </a:ext>
            </a:extLst>
          </p:cNvPr>
          <p:cNvSpPr>
            <a:spLocks noGrp="1"/>
          </p:cNvSpPr>
          <p:nvPr>
            <p:ph type="title"/>
          </p:nvPr>
        </p:nvSpPr>
        <p:spPr/>
        <p:txBody>
          <a:bodyPr/>
          <a:lstStyle/>
          <a:p>
            <a:r>
              <a:rPr lang="en-US" dirty="0"/>
              <a:t>Exercise 11</a:t>
            </a:r>
            <a:endParaRPr lang="en-IN" dirty="0"/>
          </a:p>
        </p:txBody>
      </p:sp>
      <p:sp>
        <p:nvSpPr>
          <p:cNvPr id="3" name="Text Placeholder 2">
            <a:extLst>
              <a:ext uri="{FF2B5EF4-FFF2-40B4-BE49-F238E27FC236}">
                <a16:creationId xmlns:a16="http://schemas.microsoft.com/office/drawing/2014/main" id="{A31C5A13-477C-5FC8-8663-403934EB21BF}"/>
              </a:ext>
            </a:extLst>
          </p:cNvPr>
          <p:cNvSpPr>
            <a:spLocks noGrp="1"/>
          </p:cNvSpPr>
          <p:nvPr>
            <p:ph type="body" sz="quarter" idx="13"/>
          </p:nvPr>
        </p:nvSpPr>
        <p:spPr>
          <a:xfrm>
            <a:off x="114300" y="1055455"/>
            <a:ext cx="11953875" cy="5573946"/>
          </a:xfrm>
        </p:spPr>
        <p:txBody>
          <a:bodyPr/>
          <a:lstStyle/>
          <a:p>
            <a:pPr marL="0" indent="0">
              <a:buNone/>
            </a:pPr>
            <a:r>
              <a:rPr lang="en-US" dirty="0"/>
              <a:t>.</a:t>
            </a:r>
            <a:endParaRPr lang="en-IN" dirty="0"/>
          </a:p>
        </p:txBody>
      </p:sp>
      <p:sp>
        <p:nvSpPr>
          <p:cNvPr id="5" name="Down Arrow 6">
            <a:extLst>
              <a:ext uri="{FF2B5EF4-FFF2-40B4-BE49-F238E27FC236}">
                <a16:creationId xmlns:a16="http://schemas.microsoft.com/office/drawing/2014/main" id="{09122F5B-F567-E367-D459-A049084B53BE}"/>
              </a:ext>
            </a:extLst>
          </p:cNvPr>
          <p:cNvSpPr/>
          <p:nvPr/>
        </p:nvSpPr>
        <p:spPr>
          <a:xfrm rot="16200000">
            <a:off x="3847402" y="852669"/>
            <a:ext cx="586696" cy="1161943"/>
          </a:xfrm>
          <a:prstGeom prst="downArrow">
            <a:avLst/>
          </a:prstGeom>
          <a:solidFill>
            <a:srgbClr val="7BC8CE"/>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Flowchart: Alternate Process 5">
            <a:extLst>
              <a:ext uri="{FF2B5EF4-FFF2-40B4-BE49-F238E27FC236}">
                <a16:creationId xmlns:a16="http://schemas.microsoft.com/office/drawing/2014/main" id="{2A922A2A-E680-34D9-235F-2886E52E7A22}"/>
              </a:ext>
            </a:extLst>
          </p:cNvPr>
          <p:cNvSpPr/>
          <p:nvPr/>
        </p:nvSpPr>
        <p:spPr>
          <a:xfrm>
            <a:off x="4804259" y="989702"/>
            <a:ext cx="3010354" cy="737287"/>
          </a:xfrm>
          <a:prstGeom prst="flowChartAlternateProcess">
            <a:avLst/>
          </a:prstGeom>
          <a:solidFill>
            <a:schemeClr val="accent2">
              <a:lumMod val="40000"/>
              <a:lumOff val="60000"/>
            </a:schemeClr>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Three pension plans</a:t>
            </a:r>
            <a:endParaRPr kumimoji="0" lang="en-US" alt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7" name="Round Diagonal Corner Rectangle 8">
            <a:extLst>
              <a:ext uri="{FF2B5EF4-FFF2-40B4-BE49-F238E27FC236}">
                <a16:creationId xmlns:a16="http://schemas.microsoft.com/office/drawing/2014/main" id="{9397DD06-9A34-9853-E358-50A389FC363E}"/>
              </a:ext>
            </a:extLst>
          </p:cNvPr>
          <p:cNvSpPr/>
          <p:nvPr/>
        </p:nvSpPr>
        <p:spPr>
          <a:xfrm>
            <a:off x="3834758" y="1882251"/>
            <a:ext cx="4722974" cy="658826"/>
          </a:xfrm>
          <a:prstGeom prst="round2DiagRect">
            <a:avLst>
              <a:gd name="adj1" fmla="val 0"/>
              <a:gd name="adj2" fmla="val 0"/>
            </a:avLst>
          </a:prstGeom>
          <a:solidFill>
            <a:schemeClr val="bg1"/>
          </a:soli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Independent of job classification</a:t>
            </a:r>
            <a:endParaRPr kumimoji="0" lang="en-US" sz="22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8" name="Round Diagonal Corner Rectangle 9">
            <a:extLst>
              <a:ext uri="{FF2B5EF4-FFF2-40B4-BE49-F238E27FC236}">
                <a16:creationId xmlns:a16="http://schemas.microsoft.com/office/drawing/2014/main" id="{77568A9C-781D-1F62-7BE8-3B3CE410C15C}"/>
              </a:ext>
            </a:extLst>
          </p:cNvPr>
          <p:cNvSpPr/>
          <p:nvPr/>
        </p:nvSpPr>
        <p:spPr>
          <a:xfrm>
            <a:off x="8135192" y="2850049"/>
            <a:ext cx="2073609" cy="507820"/>
          </a:xfrm>
          <a:prstGeom prst="round2DiagRect">
            <a:avLst>
              <a:gd name="adj1" fmla="val 0"/>
              <a:gd name="adj2" fmla="val 0"/>
            </a:avLst>
          </a:prstGeom>
          <a:solidFill>
            <a:schemeClr val="bg1"/>
          </a:soli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Use </a:t>
            </a:r>
            <a:r>
              <a:rPr kumimoji="0" lang="el-GR"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α</a:t>
            </a:r>
            <a:r>
              <a:rPr kumimoji="0" lang="en-US"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0.05</a:t>
            </a:r>
            <a:endParaRPr kumimoji="0" lang="en-US" sz="22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Flowchart: Alternate Process 8">
            <a:extLst>
              <a:ext uri="{FF2B5EF4-FFF2-40B4-BE49-F238E27FC236}">
                <a16:creationId xmlns:a16="http://schemas.microsoft.com/office/drawing/2014/main" id="{27EB1686-EE03-F886-0DD6-974D69598451}"/>
              </a:ext>
            </a:extLst>
          </p:cNvPr>
          <p:cNvSpPr/>
          <p:nvPr/>
        </p:nvSpPr>
        <p:spPr>
          <a:xfrm>
            <a:off x="207549" y="3693652"/>
            <a:ext cx="8067330" cy="794344"/>
          </a:xfrm>
          <a:prstGeom prst="flowChartAlternateProcess">
            <a:avLst/>
          </a:prstGeom>
          <a:solidFill>
            <a:srgbClr val="CAE3BB"/>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opinion of a random sample of 500 employees are shown below</a:t>
            </a:r>
            <a:endParaRPr kumimoji="0" lang="en-IN" sz="2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5BF38049-0EC4-D311-3B0A-C692D5343B5A}"/>
              </a:ext>
            </a:extLst>
          </p:cNvPr>
          <p:cNvGraphicFramePr>
            <a:graphicFrameLocks noGrp="1"/>
          </p:cNvGraphicFramePr>
          <p:nvPr/>
        </p:nvGraphicFramePr>
        <p:xfrm>
          <a:off x="487742" y="4523947"/>
          <a:ext cx="7506946" cy="2050125"/>
        </p:xfrm>
        <a:graphic>
          <a:graphicData uri="http://schemas.openxmlformats.org/drawingml/2006/table">
            <a:tbl>
              <a:tblPr firstRow="1" bandRow="1">
                <a:tableStyleId>{21E4AEA4-8DFA-4A89-87EB-49C32662AFE0}</a:tableStyleId>
              </a:tblPr>
              <a:tblGrid>
                <a:gridCol w="2457881">
                  <a:extLst>
                    <a:ext uri="{9D8B030D-6E8A-4147-A177-3AD203B41FA5}">
                      <a16:colId xmlns:a16="http://schemas.microsoft.com/office/drawing/2014/main" val="20000"/>
                    </a:ext>
                  </a:extLst>
                </a:gridCol>
                <a:gridCol w="1903164">
                  <a:extLst>
                    <a:ext uri="{9D8B030D-6E8A-4147-A177-3AD203B41FA5}">
                      <a16:colId xmlns:a16="http://schemas.microsoft.com/office/drawing/2014/main" val="20001"/>
                    </a:ext>
                  </a:extLst>
                </a:gridCol>
                <a:gridCol w="996815">
                  <a:extLst>
                    <a:ext uri="{9D8B030D-6E8A-4147-A177-3AD203B41FA5}">
                      <a16:colId xmlns:a16="http://schemas.microsoft.com/office/drawing/2014/main" val="20002"/>
                    </a:ext>
                  </a:extLst>
                </a:gridCol>
                <a:gridCol w="996815">
                  <a:extLst>
                    <a:ext uri="{9D8B030D-6E8A-4147-A177-3AD203B41FA5}">
                      <a16:colId xmlns:a16="http://schemas.microsoft.com/office/drawing/2014/main" val="20003"/>
                    </a:ext>
                  </a:extLst>
                </a:gridCol>
                <a:gridCol w="1152271">
                  <a:extLst>
                    <a:ext uri="{9D8B030D-6E8A-4147-A177-3AD203B41FA5}">
                      <a16:colId xmlns:a16="http://schemas.microsoft.com/office/drawing/2014/main" val="20004"/>
                    </a:ext>
                  </a:extLst>
                </a:gridCol>
              </a:tblGrid>
              <a:tr h="440244">
                <a:tc rowSpan="2">
                  <a:txBody>
                    <a:bodyPr/>
                    <a:lstStyle/>
                    <a:p>
                      <a:pPr algn="l"/>
                      <a:endParaRPr lang="en-US" sz="2000" b="1" dirty="0">
                        <a:latin typeface="Times New Roman" panose="02020603050405020304" pitchFamily="18" charset="0"/>
                        <a:cs typeface="Times New Roman" panose="02020603050405020304" pitchFamily="18" charset="0"/>
                      </a:endParaRPr>
                    </a:p>
                    <a:p>
                      <a:pPr algn="l"/>
                      <a:r>
                        <a:rPr lang="en-US" sz="2000" b="1" dirty="0">
                          <a:latin typeface="Times New Roman" panose="02020603050405020304" pitchFamily="18" charset="0"/>
                          <a:cs typeface="Times New Roman" panose="02020603050405020304" pitchFamily="18" charset="0"/>
                        </a:rPr>
                        <a:t>Job Classification</a:t>
                      </a:r>
                    </a:p>
                  </a:txBody>
                  <a:tcPr>
                    <a:solidFill>
                      <a:srgbClr val="F0904E"/>
                    </a:solidFill>
                  </a:tcPr>
                </a:tc>
                <a:tc gridSpan="3">
                  <a:txBody>
                    <a:bodyPr/>
                    <a:lstStyle/>
                    <a:p>
                      <a:pPr algn="ctr"/>
                      <a:r>
                        <a:rPr lang="en-US" sz="2000" b="1" dirty="0">
                          <a:latin typeface="Times New Roman" panose="02020603050405020304" pitchFamily="18" charset="0"/>
                          <a:cs typeface="Times New Roman" panose="02020603050405020304" pitchFamily="18" charset="0"/>
                        </a:rPr>
                        <a:t>Pension Plan</a:t>
                      </a:r>
                    </a:p>
                  </a:txBody>
                  <a:tcPr>
                    <a:solidFill>
                      <a:srgbClr val="F0904E"/>
                    </a:solidFill>
                  </a:tcPr>
                </a:tc>
                <a:tc hMerge="1">
                  <a:txBody>
                    <a:bodyPr/>
                    <a:lstStyle/>
                    <a:p>
                      <a:pPr algn="ctr"/>
                      <a:endParaRPr lang="en-US" sz="3200" dirty="0">
                        <a:latin typeface="Helvetica LT Std Cond Light"/>
                      </a:endParaRPr>
                    </a:p>
                  </a:txBody>
                  <a:tcPr/>
                </a:tc>
                <a:tc hMerge="1">
                  <a:txBody>
                    <a:bodyPr/>
                    <a:lstStyle/>
                    <a:p>
                      <a:pPr algn="ctr"/>
                      <a:endParaRPr lang="en-US" sz="3200" dirty="0">
                        <a:latin typeface="Helvetica LT Std Cond Light"/>
                      </a:endParaRPr>
                    </a:p>
                  </a:txBody>
                  <a:tcPr/>
                </a:tc>
                <a:tc rowSpan="2">
                  <a:txBody>
                    <a:bodyPr/>
                    <a:lstStyle/>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Total</a:t>
                      </a:r>
                    </a:p>
                  </a:txBody>
                  <a:tcPr>
                    <a:solidFill>
                      <a:srgbClr val="F0904E"/>
                    </a:solidFill>
                  </a:tcPr>
                </a:tc>
                <a:extLst>
                  <a:ext uri="{0D108BD9-81ED-4DB2-BD59-A6C34878D82A}">
                    <a16:rowId xmlns:a16="http://schemas.microsoft.com/office/drawing/2014/main" val="10000"/>
                  </a:ext>
                </a:extLst>
              </a:tr>
              <a:tr h="354375">
                <a:tc vMerge="1">
                  <a:txBody>
                    <a:bodyPr/>
                    <a:lstStyle/>
                    <a:p>
                      <a:pPr algn="l"/>
                      <a:endParaRPr lang="en-US" sz="3200" dirty="0">
                        <a:latin typeface="Helvetica LT Std Cond Light"/>
                      </a:endParaRPr>
                    </a:p>
                  </a:txBody>
                  <a:tcPr/>
                </a:tc>
                <a:tc>
                  <a:txBody>
                    <a:bodyPr/>
                    <a:lstStyle/>
                    <a:p>
                      <a:pPr algn="ctr"/>
                      <a:r>
                        <a:rPr lang="en-US" sz="2000" b="1" dirty="0">
                          <a:latin typeface="Times New Roman" panose="02020603050405020304" pitchFamily="18" charset="0"/>
                          <a:cs typeface="Times New Roman" panose="02020603050405020304" pitchFamily="18" charset="0"/>
                        </a:rPr>
                        <a:t>1</a:t>
                      </a:r>
                    </a:p>
                  </a:txBody>
                  <a:tcPr/>
                </a:tc>
                <a:tc>
                  <a:txBody>
                    <a:bodyPr/>
                    <a:lstStyle/>
                    <a:p>
                      <a:pPr algn="ctr"/>
                      <a:r>
                        <a:rPr lang="en-US" sz="2000" b="1" dirty="0">
                          <a:latin typeface="Times New Roman" panose="02020603050405020304" pitchFamily="18" charset="0"/>
                          <a:cs typeface="Times New Roman" panose="02020603050405020304" pitchFamily="18" charset="0"/>
                        </a:rPr>
                        <a:t>2</a:t>
                      </a:r>
                    </a:p>
                  </a:txBody>
                  <a:tcPr/>
                </a:tc>
                <a:tc>
                  <a:txBody>
                    <a:bodyPr/>
                    <a:lstStyle/>
                    <a:p>
                      <a:pPr algn="ctr"/>
                      <a:r>
                        <a:rPr lang="en-US" sz="2000" b="1" dirty="0">
                          <a:latin typeface="Times New Roman" panose="02020603050405020304" pitchFamily="18" charset="0"/>
                          <a:cs typeface="Times New Roman" panose="02020603050405020304" pitchFamily="18" charset="0"/>
                        </a:rPr>
                        <a:t>3</a:t>
                      </a:r>
                    </a:p>
                  </a:txBody>
                  <a:tcPr/>
                </a:tc>
                <a:tc vMerge="1">
                  <a:txBody>
                    <a:bodyPr/>
                    <a:lstStyle/>
                    <a:p>
                      <a:pPr algn="ctr"/>
                      <a:endParaRPr lang="en-US" sz="3200" dirty="0">
                        <a:latin typeface="Helvetica LT Std Cond Light"/>
                      </a:endParaRPr>
                    </a:p>
                  </a:txBody>
                  <a:tcPr/>
                </a:tc>
                <a:extLst>
                  <a:ext uri="{0D108BD9-81ED-4DB2-BD59-A6C34878D82A}">
                    <a16:rowId xmlns:a16="http://schemas.microsoft.com/office/drawing/2014/main" val="10001"/>
                  </a:ext>
                </a:extLst>
              </a:tr>
              <a:tr h="421161">
                <a:tc>
                  <a:txBody>
                    <a:bodyPr/>
                    <a:lstStyle/>
                    <a:p>
                      <a:pPr algn="l"/>
                      <a:r>
                        <a:rPr lang="en-US" sz="2000" b="1" dirty="0">
                          <a:latin typeface="Times New Roman" panose="02020603050405020304" pitchFamily="18" charset="0"/>
                          <a:cs typeface="Times New Roman" panose="02020603050405020304" pitchFamily="18" charset="0"/>
                        </a:rPr>
                        <a:t>Salaried workers</a:t>
                      </a:r>
                    </a:p>
                  </a:txBody>
                  <a:tcPr/>
                </a:tc>
                <a:tc>
                  <a:txBody>
                    <a:bodyPr/>
                    <a:lstStyle/>
                    <a:p>
                      <a:pPr algn="ctr"/>
                      <a:r>
                        <a:rPr lang="en-US" sz="2000" b="1" dirty="0">
                          <a:latin typeface="Times New Roman" panose="02020603050405020304" pitchFamily="18" charset="0"/>
                          <a:cs typeface="Times New Roman" panose="02020603050405020304" pitchFamily="18" charset="0"/>
                        </a:rPr>
                        <a:t>166</a:t>
                      </a:r>
                    </a:p>
                  </a:txBody>
                  <a:tcPr/>
                </a:tc>
                <a:tc>
                  <a:txBody>
                    <a:bodyPr/>
                    <a:lstStyle/>
                    <a:p>
                      <a:pPr algn="ctr"/>
                      <a:r>
                        <a:rPr lang="en-US" sz="2000" b="1" dirty="0">
                          <a:latin typeface="Times New Roman" panose="02020603050405020304" pitchFamily="18" charset="0"/>
                          <a:cs typeface="Times New Roman" panose="02020603050405020304" pitchFamily="18" charset="0"/>
                        </a:rPr>
                        <a:t>86</a:t>
                      </a:r>
                    </a:p>
                  </a:txBody>
                  <a:tcPr/>
                </a:tc>
                <a:tc>
                  <a:txBody>
                    <a:bodyPr/>
                    <a:lstStyle/>
                    <a:p>
                      <a:pPr algn="ctr"/>
                      <a:r>
                        <a:rPr lang="en-US" sz="2000" b="1" dirty="0">
                          <a:latin typeface="Times New Roman" panose="02020603050405020304" pitchFamily="18" charset="0"/>
                          <a:cs typeface="Times New Roman" panose="02020603050405020304" pitchFamily="18" charset="0"/>
                        </a:rPr>
                        <a:t>68</a:t>
                      </a:r>
                    </a:p>
                  </a:txBody>
                  <a:tcPr/>
                </a:tc>
                <a:tc>
                  <a:txBody>
                    <a:bodyPr/>
                    <a:lstStyle/>
                    <a:p>
                      <a:pPr algn="ctr"/>
                      <a:r>
                        <a:rPr lang="en-US" sz="2000" b="1" dirty="0">
                          <a:latin typeface="Times New Roman" panose="02020603050405020304" pitchFamily="18" charset="0"/>
                          <a:cs typeface="Times New Roman" panose="02020603050405020304" pitchFamily="18" charset="0"/>
                        </a:rPr>
                        <a:t>320</a:t>
                      </a:r>
                    </a:p>
                  </a:txBody>
                  <a:tcPr/>
                </a:tc>
                <a:extLst>
                  <a:ext uri="{0D108BD9-81ED-4DB2-BD59-A6C34878D82A}">
                    <a16:rowId xmlns:a16="http://schemas.microsoft.com/office/drawing/2014/main" val="10002"/>
                  </a:ext>
                </a:extLst>
              </a:tr>
              <a:tr h="342562">
                <a:tc>
                  <a:txBody>
                    <a:bodyPr/>
                    <a:lstStyle/>
                    <a:p>
                      <a:pPr algn="l"/>
                      <a:r>
                        <a:rPr lang="en-US" sz="2000" b="1" dirty="0">
                          <a:latin typeface="Times New Roman" panose="02020603050405020304" pitchFamily="18" charset="0"/>
                          <a:cs typeface="Times New Roman" panose="02020603050405020304" pitchFamily="18" charset="0"/>
                        </a:rPr>
                        <a:t>Hourly workers</a:t>
                      </a:r>
                    </a:p>
                  </a:txBody>
                  <a:tcPr/>
                </a:tc>
                <a:tc>
                  <a:txBody>
                    <a:bodyPr/>
                    <a:lstStyle/>
                    <a:p>
                      <a:pPr algn="ctr"/>
                      <a:r>
                        <a:rPr lang="en-US" sz="2000" b="1" dirty="0">
                          <a:latin typeface="Times New Roman" panose="02020603050405020304" pitchFamily="18" charset="0"/>
                          <a:cs typeface="Times New Roman" panose="02020603050405020304" pitchFamily="18" charset="0"/>
                        </a:rPr>
                        <a:t>84</a:t>
                      </a:r>
                    </a:p>
                  </a:txBody>
                  <a:tcPr/>
                </a:tc>
                <a:tc>
                  <a:txBody>
                    <a:bodyPr/>
                    <a:lstStyle/>
                    <a:p>
                      <a:pPr algn="ctr"/>
                      <a:r>
                        <a:rPr lang="en-US" sz="2000" b="1" dirty="0">
                          <a:latin typeface="Times New Roman" panose="02020603050405020304" pitchFamily="18" charset="0"/>
                          <a:cs typeface="Times New Roman" panose="02020603050405020304" pitchFamily="18" charset="0"/>
                        </a:rPr>
                        <a:t>64</a:t>
                      </a:r>
                    </a:p>
                  </a:txBody>
                  <a:tcPr/>
                </a:tc>
                <a:tc>
                  <a:txBody>
                    <a:bodyPr/>
                    <a:lstStyle/>
                    <a:p>
                      <a:pPr algn="ctr"/>
                      <a:r>
                        <a:rPr lang="en-US" sz="2000" b="1" dirty="0">
                          <a:latin typeface="Times New Roman" panose="02020603050405020304" pitchFamily="18" charset="0"/>
                          <a:cs typeface="Times New Roman" panose="02020603050405020304" pitchFamily="18" charset="0"/>
                        </a:rPr>
                        <a:t>32</a:t>
                      </a:r>
                    </a:p>
                  </a:txBody>
                  <a:tcPr/>
                </a:tc>
                <a:tc>
                  <a:txBody>
                    <a:bodyPr/>
                    <a:lstStyle/>
                    <a:p>
                      <a:pPr algn="ctr"/>
                      <a:r>
                        <a:rPr lang="en-US" sz="2000" b="1" dirty="0">
                          <a:latin typeface="Times New Roman" panose="02020603050405020304" pitchFamily="18" charset="0"/>
                          <a:cs typeface="Times New Roman" panose="02020603050405020304" pitchFamily="18" charset="0"/>
                        </a:rPr>
                        <a:t>180</a:t>
                      </a:r>
                    </a:p>
                  </a:txBody>
                  <a:tcPr/>
                </a:tc>
                <a:extLst>
                  <a:ext uri="{0D108BD9-81ED-4DB2-BD59-A6C34878D82A}">
                    <a16:rowId xmlns:a16="http://schemas.microsoft.com/office/drawing/2014/main" val="10003"/>
                  </a:ext>
                </a:extLst>
              </a:tr>
              <a:tr h="372371">
                <a:tc>
                  <a:txBody>
                    <a:bodyPr/>
                    <a:lstStyle/>
                    <a:p>
                      <a:pPr algn="l"/>
                      <a:r>
                        <a:rPr lang="en-US" sz="2000" b="1" dirty="0">
                          <a:latin typeface="Times New Roman" panose="02020603050405020304" pitchFamily="18" charset="0"/>
                          <a:cs typeface="Times New Roman" panose="02020603050405020304" pitchFamily="18" charset="0"/>
                        </a:rPr>
                        <a:t>Total</a:t>
                      </a:r>
                    </a:p>
                  </a:txBody>
                  <a:tcPr/>
                </a:tc>
                <a:tc>
                  <a:txBody>
                    <a:bodyPr/>
                    <a:lstStyle/>
                    <a:p>
                      <a:pPr algn="ctr"/>
                      <a:r>
                        <a:rPr lang="en-US" sz="2000" b="1" dirty="0">
                          <a:latin typeface="Times New Roman" panose="02020603050405020304" pitchFamily="18" charset="0"/>
                          <a:cs typeface="Times New Roman" panose="02020603050405020304" pitchFamily="18" charset="0"/>
                        </a:rPr>
                        <a:t>250</a:t>
                      </a:r>
                    </a:p>
                  </a:txBody>
                  <a:tcPr/>
                </a:tc>
                <a:tc>
                  <a:txBody>
                    <a:bodyPr/>
                    <a:lstStyle/>
                    <a:p>
                      <a:pPr algn="ctr"/>
                      <a:r>
                        <a:rPr lang="en-US" sz="2000" b="1" dirty="0">
                          <a:latin typeface="Times New Roman" panose="02020603050405020304" pitchFamily="18" charset="0"/>
                          <a:cs typeface="Times New Roman" panose="02020603050405020304" pitchFamily="18" charset="0"/>
                        </a:rPr>
                        <a:t>150</a:t>
                      </a:r>
                    </a:p>
                  </a:txBody>
                  <a:tcPr/>
                </a:tc>
                <a:tc>
                  <a:txBody>
                    <a:bodyPr/>
                    <a:lstStyle/>
                    <a:p>
                      <a:pPr algn="ctr"/>
                      <a:r>
                        <a:rPr lang="en-US" sz="2000" b="1" dirty="0">
                          <a:latin typeface="Times New Roman" panose="02020603050405020304" pitchFamily="18" charset="0"/>
                          <a:cs typeface="Times New Roman" panose="02020603050405020304" pitchFamily="18" charset="0"/>
                        </a:rPr>
                        <a:t>100</a:t>
                      </a:r>
                    </a:p>
                  </a:txBody>
                  <a:tcPr/>
                </a:tc>
                <a:tc>
                  <a:txBody>
                    <a:bodyPr/>
                    <a:lstStyle/>
                    <a:p>
                      <a:pPr algn="ctr"/>
                      <a:r>
                        <a:rPr lang="en-US" sz="2000" b="1" dirty="0">
                          <a:latin typeface="Times New Roman" panose="02020603050405020304" pitchFamily="18" charset="0"/>
                          <a:cs typeface="Times New Roman" panose="02020603050405020304" pitchFamily="18" charset="0"/>
                        </a:rPr>
                        <a:t>500</a:t>
                      </a:r>
                    </a:p>
                  </a:txBody>
                  <a:tcPr/>
                </a:tc>
                <a:extLst>
                  <a:ext uri="{0D108BD9-81ED-4DB2-BD59-A6C34878D82A}">
                    <a16:rowId xmlns:a16="http://schemas.microsoft.com/office/drawing/2014/main" val="10004"/>
                  </a:ext>
                </a:extLst>
              </a:tr>
            </a:tbl>
          </a:graphicData>
        </a:graphic>
      </p:graphicFrame>
      <p:pic>
        <p:nvPicPr>
          <p:cNvPr id="11" name="Picture 10">
            <a:extLst>
              <a:ext uri="{FF2B5EF4-FFF2-40B4-BE49-F238E27FC236}">
                <a16:creationId xmlns:a16="http://schemas.microsoft.com/office/drawing/2014/main" id="{709CBF24-FA6E-8F17-DEB1-716C3052DE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7549" y="1151511"/>
            <a:ext cx="3161030" cy="238687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2" name="Flowchart: Alternate Process 11">
            <a:extLst>
              <a:ext uri="{FF2B5EF4-FFF2-40B4-BE49-F238E27FC236}">
                <a16:creationId xmlns:a16="http://schemas.microsoft.com/office/drawing/2014/main" id="{EE1BEDFC-753D-E27D-8EA5-400E44BB39DB}"/>
              </a:ext>
            </a:extLst>
          </p:cNvPr>
          <p:cNvSpPr/>
          <p:nvPr/>
        </p:nvSpPr>
        <p:spPr>
          <a:xfrm>
            <a:off x="8339903" y="3538390"/>
            <a:ext cx="3737797" cy="1202261"/>
          </a:xfrm>
          <a:prstGeom prst="flowChartAlternateProcess">
            <a:avLst/>
          </a:prstGeom>
          <a:solidFill>
            <a:srgbClr val="FFCCFF"/>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Examine whether there is any association between job classification and pension plan</a:t>
            </a:r>
            <a:endParaRPr kumimoji="0" lang="en-IN" sz="21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5268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500" fill="hold"/>
                                        <p:tgtEl>
                                          <p:spTgt spid="8"/>
                                        </p:tgtEl>
                                        <p:attrNameLst>
                                          <p:attrName>ppt_w</p:attrName>
                                        </p:attrNameLst>
                                      </p:cBhvr>
                                      <p:tavLst>
                                        <p:tav tm="0">
                                          <p:val>
                                            <p:fltVal val="0"/>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box(out)">
                                      <p:cBhvr>
                                        <p:cTn id="42" dur="20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g20eba3b860f_0_98"/>
          <p:cNvSpPr txBox="1">
            <a:spLocks noGrp="1"/>
          </p:cNvSpPr>
          <p:nvPr>
            <p:ph type="title"/>
          </p:nvPr>
        </p:nvSpPr>
        <p:spPr>
          <a:xfrm>
            <a:off x="7887900" y="5191200"/>
            <a:ext cx="3770700" cy="9048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150860"/>
              </a:buClr>
              <a:buSzPct val="100000"/>
              <a:buFont typeface="Helvetica Neue"/>
              <a:buNone/>
            </a:pPr>
            <a:r>
              <a:rPr lang="en-US" dirty="0"/>
              <a:t>Thank You!</a:t>
            </a:r>
            <a:endParaRPr dirty="0"/>
          </a:p>
        </p:txBody>
      </p:sp>
    </p:spTree>
    <p:extLst>
      <p:ext uri="{BB962C8B-B14F-4D97-AF65-F5344CB8AC3E}">
        <p14:creationId xmlns:p14="http://schemas.microsoft.com/office/powerpoint/2010/main" val="35084277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ISM_Session_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ISM_Session_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ISM_Session_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ISM_Session_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9551dfe7ae6685899f3a6bf4cd9dc226">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71fbf1ccf07ddaff14b871bd721e86b3"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62e0b61-37fe-427a-8d40-754df8cab5f8}"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cf76f155ced4ddcb4097134ff3c332f xmlns="15d03a25-cda5-4943-9684-7d18d97bb3bc">
      <Terms xmlns="http://schemas.microsoft.com/office/infopath/2007/PartnerControls"/>
    </lcf76f155ced4ddcb4097134ff3c332f>
    <LMS_Mappings xmlns="15d03a25-cda5-4943-9684-7d18d97bb3bc" xsi:nil="true"/>
    <Owner xmlns="15d03a25-cda5-4943-9684-7d18d97bb3bc">
      <UserInfo>
        <DisplayName/>
        <AccountId xsi:nil="true"/>
        <AccountType/>
      </UserInfo>
    </Owner>
    <TaxCatchAll xmlns="1abdae7a-7178-4d1e-9626-01799792f2da" xsi:nil="true"/>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documentManagement>
</p:properties>
</file>

<file path=customXml/itemProps1.xml><?xml version="1.0" encoding="utf-8"?>
<ds:datastoreItem xmlns:ds="http://schemas.openxmlformats.org/officeDocument/2006/customXml" ds:itemID="{0EC808AD-D7C4-45A2-8EA0-820E6D9A26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d03a25-cda5-4943-9684-7d18d97bb3bc"/>
    <ds:schemaRef ds:uri="1abdae7a-7178-4d1e-9626-01799792f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998F26-6BBA-445F-8741-688DC7F03281}">
  <ds:schemaRefs>
    <ds:schemaRef ds:uri="http://schemas.microsoft.com/sharepoint/v3/contenttype/forms"/>
  </ds:schemaRefs>
</ds:datastoreItem>
</file>

<file path=customXml/itemProps3.xml><?xml version="1.0" encoding="utf-8"?>
<ds:datastoreItem xmlns:ds="http://schemas.openxmlformats.org/officeDocument/2006/customXml" ds:itemID="{5E4D5EA8-A191-4DEE-8801-D7B562C6630A}">
  <ds:schemaRefs>
    <ds:schemaRef ds:uri="http://schemas.microsoft.com/office/2006/metadata/properties"/>
    <ds:schemaRef ds:uri="http://schemas.microsoft.com/office/infopath/2007/PartnerControls"/>
    <ds:schemaRef ds:uri="15d03a25-cda5-4943-9684-7d18d97bb3bc"/>
    <ds:schemaRef ds:uri="1abdae7a-7178-4d1e-9626-01799792f2da"/>
  </ds:schemaRefs>
</ds:datastoreItem>
</file>

<file path=docProps/app.xml><?xml version="1.0" encoding="utf-8"?>
<Properties xmlns="http://schemas.openxmlformats.org/officeDocument/2006/extended-properties" xmlns:vt="http://schemas.openxmlformats.org/officeDocument/2006/docPropsVTypes">
  <Template>Office Theme</Template>
  <TotalTime>17140</TotalTime>
  <Words>6052</Words>
  <Application>Microsoft Office PowerPoint</Application>
  <PresentationFormat>Widescreen</PresentationFormat>
  <Paragraphs>906</Paragraphs>
  <Slides>72</Slides>
  <Notes>2</Notes>
  <HiddenSlides>0</HiddenSlides>
  <MMClips>0</MMClips>
  <ScaleCrop>false</ScaleCrop>
  <HeadingPairs>
    <vt:vector size="8" baseType="variant">
      <vt:variant>
        <vt:lpstr>Fonts Used</vt:lpstr>
      </vt:variant>
      <vt:variant>
        <vt:i4>18</vt:i4>
      </vt:variant>
      <vt:variant>
        <vt:lpstr>Theme</vt:lpstr>
      </vt:variant>
      <vt:variant>
        <vt:i4>11</vt:i4>
      </vt:variant>
      <vt:variant>
        <vt:lpstr>Embedded OLE Servers</vt:lpstr>
      </vt:variant>
      <vt:variant>
        <vt:i4>1</vt:i4>
      </vt:variant>
      <vt:variant>
        <vt:lpstr>Slide Titles</vt:lpstr>
      </vt:variant>
      <vt:variant>
        <vt:i4>72</vt:i4>
      </vt:variant>
    </vt:vector>
  </HeadingPairs>
  <TitlesOfParts>
    <vt:vector size="102" baseType="lpstr">
      <vt:lpstr>Arial</vt:lpstr>
      <vt:lpstr>Arial MT</vt:lpstr>
      <vt:lpstr>Calibri</vt:lpstr>
      <vt:lpstr>Calibri body</vt:lpstr>
      <vt:lpstr>Calibri Light</vt:lpstr>
      <vt:lpstr>Cambria</vt:lpstr>
      <vt:lpstr>Cambria Math</vt:lpstr>
      <vt:lpstr>Courier New</vt:lpstr>
      <vt:lpstr>Helvetica</vt:lpstr>
      <vt:lpstr>Helvetica Light</vt:lpstr>
      <vt:lpstr>Helvetica Neue</vt:lpstr>
      <vt:lpstr>Helvetica Nueue</vt:lpstr>
      <vt:lpstr>Symbol</vt:lpstr>
      <vt:lpstr>Tahoma</vt:lpstr>
      <vt:lpstr>Times New Roman</vt:lpstr>
      <vt:lpstr>Verdana</vt:lpstr>
      <vt:lpstr>WenQuanYi Micro Hei</vt:lpstr>
      <vt:lpstr>Wingdings</vt:lpstr>
      <vt:lpstr>Office Theme</vt:lpstr>
      <vt:lpstr>1_Office Theme</vt:lpstr>
      <vt:lpstr>2_Office Theme</vt:lpstr>
      <vt:lpstr>ISM_Session_3</vt:lpstr>
      <vt:lpstr>6_Office Theme</vt:lpstr>
      <vt:lpstr>1_ISM_Session_3</vt:lpstr>
      <vt:lpstr>2_ISM_Session_3</vt:lpstr>
      <vt:lpstr>3_ISM_Session_3</vt:lpstr>
      <vt:lpstr>7_Office Theme</vt:lpstr>
      <vt:lpstr>9_Office Theme</vt:lpstr>
      <vt:lpstr>3_Office Theme</vt:lpstr>
      <vt:lpstr>Equation</vt:lpstr>
      <vt:lpstr>Introduction to Statistical Methods(ISM)</vt:lpstr>
      <vt:lpstr>PowerPoint Presentation</vt:lpstr>
      <vt:lpstr>Agenda </vt:lpstr>
      <vt:lpstr>Need for Testing of Hypothesis</vt:lpstr>
      <vt:lpstr>PowerPoint Presentation</vt:lpstr>
      <vt:lpstr>Testing of Hypothesis</vt:lpstr>
      <vt:lpstr>Testing of Hypothesis</vt:lpstr>
      <vt:lpstr>Testing of Hypothesis</vt:lpstr>
      <vt:lpstr> Errors  </vt:lpstr>
      <vt:lpstr> Type of Errors  </vt:lpstr>
      <vt:lpstr>Level of Significance  and p-value </vt:lpstr>
      <vt:lpstr> Left Tailed Test </vt:lpstr>
      <vt:lpstr> Right Tailed test </vt:lpstr>
      <vt:lpstr> Two-Tailed Test </vt:lpstr>
      <vt:lpstr> Decision Rule based on p-value  </vt:lpstr>
      <vt:lpstr> Procedure for Testing of Hypothesis (for single mean): </vt:lpstr>
      <vt:lpstr> Level of Significance(α) </vt:lpstr>
      <vt:lpstr>Example</vt:lpstr>
      <vt:lpstr>Example</vt:lpstr>
      <vt:lpstr>Example</vt:lpstr>
      <vt:lpstr> Parametric tests: Z-test for testing (µ1 - µ2) </vt:lpstr>
      <vt:lpstr>Parametric Tests</vt:lpstr>
      <vt:lpstr>Parametric Tests</vt:lpstr>
      <vt:lpstr>Parametric Tests</vt:lpstr>
      <vt:lpstr> Example 1: </vt:lpstr>
      <vt:lpstr>Solution</vt:lpstr>
      <vt:lpstr>Example 2</vt:lpstr>
      <vt:lpstr>Test of Significance for proportion</vt:lpstr>
      <vt:lpstr>Example 1</vt:lpstr>
      <vt:lpstr>Test of Significance for Difference of Proportion</vt:lpstr>
      <vt:lpstr>Example</vt:lpstr>
      <vt:lpstr>Solution</vt:lpstr>
      <vt:lpstr> Parametric tests: Student’s t – test  </vt:lpstr>
      <vt:lpstr> Testing the mean of a single population </vt:lpstr>
      <vt:lpstr>Testing the mean of a single population </vt:lpstr>
      <vt:lpstr>Solution</vt:lpstr>
      <vt:lpstr>Testing the difference between means of two population (µ1 – µ2) </vt:lpstr>
      <vt:lpstr>Example</vt:lpstr>
      <vt:lpstr>Solution</vt:lpstr>
      <vt:lpstr>Testing the difference between means of paired observations </vt:lpstr>
      <vt:lpstr>Example </vt:lpstr>
      <vt:lpstr>Solution</vt:lpstr>
      <vt:lpstr>Solution</vt:lpstr>
      <vt:lpstr>Chi-square test</vt:lpstr>
      <vt:lpstr>Chi-square test</vt:lpstr>
      <vt:lpstr>Chi-square Test</vt:lpstr>
      <vt:lpstr>Chi-square Test</vt:lpstr>
      <vt:lpstr>Example</vt:lpstr>
      <vt:lpstr>Solution</vt:lpstr>
      <vt:lpstr>Solution</vt:lpstr>
      <vt:lpstr>Chi-square Table</vt:lpstr>
      <vt:lpstr>Conclusion</vt:lpstr>
      <vt:lpstr>Example </vt:lpstr>
      <vt:lpstr>Solution</vt:lpstr>
      <vt:lpstr>Solution</vt:lpstr>
      <vt:lpstr>Interpretation</vt:lpstr>
      <vt:lpstr>Chi-square test for Goodness-of-fit </vt:lpstr>
      <vt:lpstr>Example:</vt:lpstr>
      <vt:lpstr>Solution</vt:lpstr>
      <vt:lpstr>Example 2</vt:lpstr>
      <vt:lpstr>Solution</vt:lpstr>
      <vt:lpstr>Exercise:</vt:lpstr>
      <vt:lpstr>Chi-square Table</vt:lpstr>
      <vt:lpstr>Exercise </vt:lpstr>
      <vt:lpstr>Exercise</vt:lpstr>
      <vt:lpstr>Hints for Qu 5</vt:lpstr>
      <vt:lpstr>Exercise 6</vt:lpstr>
      <vt:lpstr>Exercise </vt:lpstr>
      <vt:lpstr>Exercise 9</vt:lpstr>
      <vt:lpstr>Exercise 10</vt:lpstr>
      <vt:lpstr>Exercise 11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Srinath Naidu .</cp:lastModifiedBy>
  <cp:revision>652</cp:revision>
  <dcterms:created xsi:type="dcterms:W3CDTF">2018-10-16T06:13:57Z</dcterms:created>
  <dcterms:modified xsi:type="dcterms:W3CDTF">2026-07-11T06:59:21Z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y fmtid="{D5CDD505-2E9C-101B-9397-08002B2CF9AE}" pid="3" name="MediaServiceImageTags">
    <vt:lpwstr/>
  </property>
</Properties>
</file>