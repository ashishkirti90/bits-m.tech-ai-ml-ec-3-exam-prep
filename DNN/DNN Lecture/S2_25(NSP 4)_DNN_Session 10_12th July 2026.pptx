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media/image33.jpg" ContentType="image/jpg"/>
  <Override PartName="/ppt/ink/ink7.xml" ContentType="application/inkml+xml"/>
  <Override PartName="/ppt/media/image35.jpg" ContentType="image/jpg"/>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2.xml" ContentType="application/vnd.openxmlformats-officedocument.presentationml.notesSlide+xml"/>
  <Override PartName="/ppt/ink/ink13.xml" ContentType="application/inkml+xml"/>
  <Override PartName="/ppt/notesSlides/notesSlide3.xml" ContentType="application/vnd.openxmlformats-officedocument.presentationml.notesSlide+xml"/>
  <Override PartName="/ppt/ink/ink14.xml" ContentType="application/inkml+xml"/>
  <Override PartName="/ppt/notesSlides/notesSlide4.xml" ContentType="application/vnd.openxmlformats-officedocument.presentationml.notesSlide+xml"/>
  <Override PartName="/ppt/ink/ink15.xml" ContentType="application/inkml+xml"/>
  <Override PartName="/ppt/notesSlides/notesSlide5.xml" ContentType="application/vnd.openxmlformats-officedocument.presentationml.notesSlide+xml"/>
  <Override PartName="/ppt/ink/ink16.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7.xml" ContentType="application/inkml+xml"/>
  <Override PartName="/ppt/notesSlides/notesSlide11.xml" ContentType="application/vnd.openxmlformats-officedocument.presentationml.notesSlide+xml"/>
  <Override PartName="/ppt/ink/ink18.xml" ContentType="application/inkml+xml"/>
  <Override PartName="/ppt/notesSlides/notesSlide12.xml" ContentType="application/vnd.openxmlformats-officedocument.presentationml.notesSlide+xml"/>
  <Override PartName="/ppt/ink/ink19.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20.xml" ContentType="application/inkml+xml"/>
  <Override PartName="/ppt/notesSlides/notesSlide18.xml" ContentType="application/vnd.openxmlformats-officedocument.presentationml.notesSlide+xml"/>
  <Override PartName="/ppt/ink/ink21.xml" ContentType="application/inkml+xml"/>
  <Override PartName="/ppt/notesSlides/notesSlide19.xml" ContentType="application/vnd.openxmlformats-officedocument.presentationml.notesSlide+xml"/>
  <Override PartName="/ppt/ink/ink22.xml" ContentType="application/inkml+xml"/>
  <Override PartName="/ppt/notesSlides/notesSlide20.xml" ContentType="application/vnd.openxmlformats-officedocument.presentationml.notesSlide+xml"/>
  <Override PartName="/ppt/ink/ink23.xml" ContentType="application/inkml+xml"/>
  <Override PartName="/ppt/notesSlides/notesSlide21.xml" ContentType="application/vnd.openxmlformats-officedocument.presentationml.notesSlide+xml"/>
  <Override PartName="/ppt/ink/ink24.xml" ContentType="application/inkml+xml"/>
  <Override PartName="/ppt/notesSlides/notesSlide22.xml" ContentType="application/vnd.openxmlformats-officedocument.presentationml.notesSlide+xml"/>
  <Override PartName="/ppt/ink/ink25.xml" ContentType="application/inkml+xml"/>
  <Override PartName="/ppt/notesSlides/notesSlide23.xml" ContentType="application/vnd.openxmlformats-officedocument.presentationml.notesSlide+xml"/>
  <Override PartName="/ppt/ink/ink26.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27.xml" ContentType="application/inkml+xml"/>
  <Override PartName="/ppt/notesSlides/notesSlide33.xml" ContentType="application/vnd.openxmlformats-officedocument.presentationml.notesSlide+xml"/>
  <Override PartName="/ppt/ink/ink28.xml" ContentType="application/inkml+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ink/ink29.xml" ContentType="application/inkml+xml"/>
  <Override PartName="/ppt/notesSlides/notesSlide40.xml" ContentType="application/vnd.openxmlformats-officedocument.presentationml.notesSlide+xml"/>
  <Override PartName="/ppt/ink/ink30.xml" ContentType="application/inkml+xml"/>
  <Override PartName="/ppt/ink/ink31.xml" ContentType="application/inkml+xml"/>
  <Override PartName="/ppt/ink/ink32.xml" ContentType="application/inkml+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notesSlides/notesSlide47.xml" ContentType="application/vnd.openxmlformats-officedocument.presentationml.notesSlide+xml"/>
  <Override PartName="/ppt/ink/ink4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731" r:id="rId5"/>
    <p:sldMasterId id="2147483817" r:id="rId6"/>
    <p:sldMasterId id="2147483829" r:id="rId7"/>
    <p:sldMasterId id="2147483841" r:id="rId8"/>
    <p:sldMasterId id="2147483849" r:id="rId9"/>
    <p:sldMasterId id="2147483864" r:id="rId10"/>
  </p:sldMasterIdLst>
  <p:notesMasterIdLst>
    <p:notesMasterId r:id="rId88"/>
  </p:notesMasterIdLst>
  <p:sldIdLst>
    <p:sldId id="880" r:id="rId11"/>
    <p:sldId id="347" r:id="rId12"/>
    <p:sldId id="574" r:id="rId13"/>
    <p:sldId id="881" r:id="rId14"/>
    <p:sldId id="575" r:id="rId15"/>
    <p:sldId id="576" r:id="rId16"/>
    <p:sldId id="578" r:id="rId17"/>
    <p:sldId id="879" r:id="rId18"/>
    <p:sldId id="272" r:id="rId19"/>
    <p:sldId id="369" r:id="rId20"/>
    <p:sldId id="877" r:id="rId21"/>
    <p:sldId id="878" r:id="rId22"/>
    <p:sldId id="263" r:id="rId23"/>
    <p:sldId id="264" r:id="rId24"/>
    <p:sldId id="265" r:id="rId25"/>
    <p:sldId id="266" r:id="rId26"/>
    <p:sldId id="267" r:id="rId27"/>
    <p:sldId id="268" r:id="rId28"/>
    <p:sldId id="269" r:id="rId29"/>
    <p:sldId id="270" r:id="rId30"/>
    <p:sldId id="273" r:id="rId31"/>
    <p:sldId id="274" r:id="rId32"/>
    <p:sldId id="275" r:id="rId33"/>
    <p:sldId id="276" r:id="rId34"/>
    <p:sldId id="277" r:id="rId35"/>
    <p:sldId id="278" r:id="rId36"/>
    <p:sldId id="279" r:id="rId37"/>
    <p:sldId id="280" r:id="rId38"/>
    <p:sldId id="281" r:id="rId39"/>
    <p:sldId id="282" r:id="rId40"/>
    <p:sldId id="283" r:id="rId41"/>
    <p:sldId id="286" r:id="rId42"/>
    <p:sldId id="287" r:id="rId43"/>
    <p:sldId id="288" r:id="rId44"/>
    <p:sldId id="289" r:id="rId45"/>
    <p:sldId id="290" r:id="rId46"/>
    <p:sldId id="291" r:id="rId47"/>
    <p:sldId id="292" r:id="rId48"/>
    <p:sldId id="293" r:id="rId49"/>
    <p:sldId id="294" r:id="rId50"/>
    <p:sldId id="295" r:id="rId51"/>
    <p:sldId id="296" r:id="rId52"/>
    <p:sldId id="298" r:id="rId53"/>
    <p:sldId id="299" r:id="rId54"/>
    <p:sldId id="300" r:id="rId55"/>
    <p:sldId id="304" r:id="rId56"/>
    <p:sldId id="306" r:id="rId57"/>
    <p:sldId id="313" r:id="rId58"/>
    <p:sldId id="579" r:id="rId59"/>
    <p:sldId id="849" r:id="rId60"/>
    <p:sldId id="850" r:id="rId61"/>
    <p:sldId id="851" r:id="rId62"/>
    <p:sldId id="852" r:id="rId63"/>
    <p:sldId id="853" r:id="rId64"/>
    <p:sldId id="854" r:id="rId65"/>
    <p:sldId id="855" r:id="rId66"/>
    <p:sldId id="856" r:id="rId67"/>
    <p:sldId id="857" r:id="rId68"/>
    <p:sldId id="858" r:id="rId69"/>
    <p:sldId id="860" r:id="rId70"/>
    <p:sldId id="861" r:id="rId71"/>
    <p:sldId id="862" r:id="rId72"/>
    <p:sldId id="863" r:id="rId73"/>
    <p:sldId id="864" r:id="rId74"/>
    <p:sldId id="865" r:id="rId75"/>
    <p:sldId id="866" r:id="rId76"/>
    <p:sldId id="867" r:id="rId77"/>
    <p:sldId id="868" r:id="rId78"/>
    <p:sldId id="869" r:id="rId79"/>
    <p:sldId id="870" r:id="rId80"/>
    <p:sldId id="871" r:id="rId81"/>
    <p:sldId id="872" r:id="rId82"/>
    <p:sldId id="873" r:id="rId83"/>
    <p:sldId id="874" r:id="rId84"/>
    <p:sldId id="875" r:id="rId85"/>
    <p:sldId id="876" r:id="rId86"/>
    <p:sldId id="573" r:id="rId87"/>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94667"/>
  </p:normalViewPr>
  <p:slideViewPr>
    <p:cSldViewPr snapToGrid="0">
      <p:cViewPr varScale="1">
        <p:scale>
          <a:sx n="107" d="100"/>
          <a:sy n="107" d="100"/>
        </p:scale>
        <p:origin x="186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slide" Target="slides/slide74.xml"/><Relationship Id="rId89" Type="http://schemas.openxmlformats.org/officeDocument/2006/relationships/presProps" Target="presProps.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5" Type="http://schemas.openxmlformats.org/officeDocument/2006/relationships/slideMaster" Target="slideMasters/slideMaster2.xml"/><Relationship Id="rId90" Type="http://schemas.openxmlformats.org/officeDocument/2006/relationships/viewProps" Target="viewProps.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slide" Target="slides/slide67.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slide" Target="slides/slide70.xml"/><Relationship Id="rId85" Type="http://schemas.openxmlformats.org/officeDocument/2006/relationships/slide" Target="slides/slide75.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slide" Target="slides/slide73.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slide" Target="slides/slide76.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7" Type="http://schemas.openxmlformats.org/officeDocument/2006/relationships/slideMaster" Target="slideMasters/slideMaster4.xml"/><Relationship Id="rId71" Type="http://schemas.openxmlformats.org/officeDocument/2006/relationships/slide" Target="slides/slide61.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02:13.728"/>
    </inkml:context>
    <inkml:brush xml:id="br0">
      <inkml:brushProperty name="width" value="0.05292" units="cm"/>
      <inkml:brushProperty name="height" value="0.05292" units="cm"/>
      <inkml:brushProperty name="color" value="#FF0000"/>
    </inkml:brush>
  </inkml:definitions>
  <inkml:trace contextRef="#ctx0" brushRef="#br0">12369 1274 51 0,'-7'0'5'0,"2"0"11"0,-1-5-2 0,0 3-3 0,3-2-1 16,-3 3-4-16,2-3 2 0,0 1-1 15,2 0 5-15,0 0 0 16,0 1-1-16,0-3-1 16,1 4 0-16,-1-1-5 15,1-2 2-15,0 1-4 16,-1 2-1-16,-3-2 2 0,1 3-3 16,-1-4 4-16,1 4-3 15,-2 0-2-15,1-3 0 16,-3 3 0-16,0 0 0 15,1 0 0-15,-4 0 0 16,1 0 1-16,-2 3-1 0,1-1 1 16,-1 2-1-16,-1 1 1 15,-2-1-1-15,-1 2 0 16,0 1 0-16,1 3 1 16,-3-1-2-16,2 0 1 15,0 0 1-15,3 3-1 16,-3-1-1-16,3 0 1 0,2-1 0 15,1-1-1-15,2 2 1 16,2-1 0-16,1 0 0 16,1-3-1-16,-1 2 1 15,3-1-1-15,0 2 0 0,2-3-2 16,0 2 1-16,0-1 0 16,0 1-1-16,0-2 2 15,0 4-1-15,0-2 0 16,2-1 1-16,5 2-2 15,-3-1 2-15,0 1 1 0,3-2-2 16,-2 1 1-16,4-2 0 16,-4 0 0-16,3-3 1 15,-3-1 2-15,1 3 1 16,2-2 4-16,0-1-4 16,1-2 2-16,-1 2 0 0,2-2-2 15,-1 1 4-15,-1-2-1 16,2 0 1-16,-2 0 2 15,1 0 0-15,0 0-3 16,1 0 1-16,0 0-1 16,1-3-1-16,-3 0-3 0,2-1 0 15,-1 1 1-15,-1-1-2 16,0 1 0-16,-3 0 2 16,3 3-2-16,-3-1-1 15,4-1 1-15,-5 1-1 16,3 1 1-16,-3 0-1 15,1 0 1-15,4 0-1 0,-4 0-4 16,1 1-35-16,-2-1-69 16</inkml:trace>
  <inkml:trace contextRef="#ctx0" brushRef="#br0" timeOffset="732.26">12548 1337 12 0,'0'-2'23'0,"0"0"-7"0,0 2 2 0,0-1 1 0,0-1-8 16,0-2-2-16,0 2 3 15,0 1-3-15,0-2 6 16,0 2-4-16,0-1-4 16,0 2-2-16,0 0 0 15,0 0 0-15,0 0-4 0,0 0-1 16,0 0-2-16,0 0-1 16,0 0 3-16,2 5 0 15,-1-1 0-15,1 3 0 16,2 2 2-16,-4-1-2 15,2 4 1-15,0-1 0 0,-2 0 0 16,2 2 3-16,-2 3 0 16,0-2-1-16,0-3 0 15,0 2 3-15,0 0-5 16,0-2 1-16,0-1-2 16,0 0 1-16,0-1 0 0,0-1-1 15,0-2 1-15,0 1-1 16,-4-1 1-16,-1-1-10 15,2-2-37-15,0-3-38 16</inkml:trace>
  <inkml:trace contextRef="#ctx0" brushRef="#br0" timeOffset="1359.4">12568 1333 109 0,'0'0'11'0,"0"0"-2"0,0 0-2 0,0 0-2 16,0 0 0-16,0 0-4 15,0 0-1-15,0 0-1 16,0 0 1-16,45 4-1 0,-36 5 3 16,3 4-1-16,1-2-2 15,0 2 1-15,1 0 3 16,-2 0 1-16,-1-2 2 16,1 0-1-16,-3-1-3 15,1-3 3-15,0 3-1 16,-3-4 3-16,1 1 0 0,-3-3-1 15,0 1-3-15,-1-1-1 16,-1-3-1-16,-1 2 0 16,-1-3 2-16,1 1 4 15,1-1 5-15,-1 0 1 16,0 0-3-16,1 0 0 0,1 0 8 16,1-4-3-16,-3-3-4 15,0 0-2-15,0 0 1 16,-1-2-1-16,1-1-3 15,0-1 0-15,-2-2 1 16,0 0-3-16,0-3-1 0,0 1 2 16,0 1-1-16,0-3 0 15,2 3-1-15,-2-1 1 16,0 1-3-16,2 3 0 16,-2 1 0-16,2 2-1 15,-2 3 0-15,0 3-1 0,1 2-1 16,1 0-20-16,4 0-42 15,-1 4-16-15,2 1-31 16</inkml:trace>
  <inkml:trace contextRef="#ctx0" brushRef="#br0" timeOffset="1785.42">13018 1303 115 0,'0'0'5'0,"0"0"5"0,0 0 12 0,0 0-3 16,0 0-1-16,0 0 2 16,0 0-1-16,0 0-9 0,0 0-1 15,0 0-2-15,0 0-7 16,-9-23-10-16,15 26 15 16,-1 3-2-16,1 7-4 15,-1 0 2-15,6 2-1 16,-6 1 1-16,1 1-1 15,0-3 0-15,-2 1 1 0,1 1-1 16,0-3 0-16,-4 1 1 16,2-2-2-16,-3 3-6 15,0-6-39-15,3 0-15 16,-3-5-76-16</inkml:trace>
  <inkml:trace contextRef="#ctx0" brushRef="#br0" timeOffset="2341.26">13119 1323 81 0,'0'0'39'0,"0"0"-24"16,0 0 0-16,0 0-7 15,0 0-4-15,0 0 0 16,0 0-4-16,39-2 1 0,-28 7 0 16,0 4 1-16,-2 1-1 15,2 2 0-15,-2 0 1 16,2 0-2-16,-3 1 1 15,0-2 2-15,-1-2 2 16,-1 1-2-16,0-3-1 0,0 0 2 16,-2-1 5-16,-1-3-1 15,3 1-4-15,-2 0-2 16,1-2 0-16,2-1 0 16,-4-1 5-16,2 0 3 15,0 0 9-15,-1 0 1 16,3 0-9-16,-2-7 0 0,-1 0 2 15,1-2 1-15,-1-1 1 16,-1-2 2-16,-1-4-1 16,0 2-3-16,0-5-1 15,-2 0-3-15,0 0-2 0,0-2-1 16,0 1-2-16,2 2-3 16,0 0-1-16,1 4-1 15,0 3-5-15,3 6-26 16,-2-1-36-16,-3 1-107 15</inkml:trace>
  <inkml:trace contextRef="#ctx0" brushRef="#br0" timeOffset="3408.12">13078 1299 58 0,'0'-3'6'0,"0"2"-3"0,0-2 2 0,0 3-2 16,0-3 1-16,2 0 7 15,-2 2 7-15,2-1-2 0,0 1-5 16,-2 0-2-16,2 1-2 15,-1 0-1-15,2 0-6 16,2 0 2-16,1 0-2 16,2 2 0-16,2 4-1 15,1 4 0-15,3 0-19 0,1-3-93 16</inkml:trace>
  <inkml:trace contextRef="#ctx0" brushRef="#br0" timeOffset="5543.49">13158 942 119 0,'0'0'6'0,"0"0"-6"0,0 0 7 0,0 0 6 0,0 0 12 0,0 0 5 0,0 0-14 16,0 0 2-16,0 0-9 15,0 0 1-15,0 0-5 16,11-19-2-16,-11 19-6 0,-6 0 1 16,-2 0 10-16,-3 0-8 15,-1 0 0-15,-4 0 0 16,-3 1 0-16,-4 2 0 15,-2 0-2-15,-5 1-1 16,-3-1-3-16,-2 0 1 0,1 1 4 16,-3-2-3-16,0 0 4 15,1 1 1-15,-1 1 0 16,-1-1-4-16,1 1 4 16,-1-1-2-16,0 2 3 15,1-1-1-15,-2 3 1 0,1 0-1 16,0-1 0-16,1 2 0 15,-2-2 0-15,3 1 0 16,-4-1 0-16,4-1 0 16,1 1 1-16,-4-3 1 15,6 1 0-15,-2-1-1 0,3-3-1 16,-2 3 1-16,3-2 1 16,0 1 2-16,4-1-2 15,-2-1 0-15,7 2 1 16,-2-1 0-16,3-1-3 15,1 0 0-15,2 3 0 0,2-2-2 16,1 2 2-16,-1-3-1 16,3 3 0-16,2 0 0 15,0 0 0-15,4-1 0 16,0 1 0-16,1 0 0 16,-1 1-1-16,4-1 1 0,-1-1 0 15,0 2 0-15,1-1-1 16,1 1 1-16,-2 2-1 15,1-1 1-15,0 0-1 16,0 0 1-16,2 5-2 16,-1 0 0-16,2-1 1 0,-2 2 0 15,2 3 0-15,0-1 0 16,0 0 0-16,0 2 0 16,0 1 0-16,0-2-1 15,2-1 1-15,0 1-2 16,1 0 4-16,0-2 1 15,1-1-1-15,-2 4 0 0,0-3-1 16,0 1 0-16,-2 1 1 16,0 2-1-16,1-2 0 15,-1 0 1-15,1 2-1 16,0-1 0-16,0 1 0 16,0 0 0-16,1-1 0 0,0-2 0 15,0 1 0-15,0-1 0 16,-1 0-1-16,1-2 0 15,0 2 2-15,1-3-1 16,1 1 1-16,-2-2-1 16,-1 1-1-16,1-2 0 0,0 1 2 15,0-1-2-15,2 2 1 16,-2 0-1-16,0-3 1 16,3 2-3-16,-3 1 5 15,3-2-5-15,-2 1 1 16,3-1 2-16,-2 0-1 0,-1-1 4 15,3 1-3-15,-2-1 0 16,-1 0-1-16,0-2 2 16,1 0 0-16,-2 1-1 15,2-2 0-15,-1 2-3 16,1-2 2-16,2 2 1 0,-3-1 0 16,4 2-1-16,-3-2-1 15,3-1 1-15,-1-1-1 16,2 1-3-16,-2 0 10 15,0-1-3-15,1 1-2 16,2-2-2-16,-2 1 5 0,0-2-3 16,0 1 0-16,1-1 0 15,1 2 0-15,0-3 2 16,2 1-1-16,1-1 1 16,3 0-2-16,-1 0-1 15,3 0 3-15,0 0-3 0,4 0 1 16,-1 0-1-16,3 0 4 15,0 0-5-15,-2 0 3 16,4 0-1-16,-2 0 1 16,-1-1 2-16,2-1-1 15,1 1 0-15,0-2-1 0,0 2 0 16,4-1 0-16,-2 1 0 16,1-2-2-16,-3 0 2 15,3-1-1-15,0 1 0 16,1-1 0-16,2 1 1 15,-2 0-2-15,3 0 1 0,-1 0-1 16,0 1 1-16,1-1 1 16,-3 0-1-16,0 2 0 15,0-2 1-15,-2-1-1 16,0 0 0-16,-3 2 1 16,2-1-1-16,-3 0 1 15,0 0 1-15,2 0-2 0,-2 1 1 16,4 0-1-16,-4 1 0 15,2-2 0-15,1 0 0 16,-4 3 0-16,0-1 0 16,1-1 1-16,-3 1-2 15,3 1 2-15,1 0-2 0,-1 0 2 16,2 0-2-16,-2 0 2 16,0 0-1-16,-1 0 1 15,0 0 2-15,-3 0 2 16,3 0 1-16,-4-3-2 0,2 1-2 15,-2 1-1-15,-3-3-1 16,0 3 3-16,-2-1-3 16,-3 1 1-16,2-1-1 15,-3 1 1-15,-1 1-10 16,-3-2-22-16,-2-2-98 16</inkml:trace>
  <inkml:trace contextRef="#ctx0" brushRef="#br0" timeOffset="6639.21">13249 971 81 0,'2'-2'3'0,"4"0"-4"0,0 0 10 0,0-1 3 15,1 1-1-15,0-1 0 0,2 1-3 16,0-1 0-16,0 2 0 16,3-2-3-16,0 2-2 15,3 1-2-15,-1-1 1 16,3 0-2-16,0 1 1 15,1 0-1-15,-3 0 3 0,1 0 0 16,-2 0 0-16,0 0-1 16,-1 0 0-16,-1 1-1 15,2 4 0-15,-3-1-1 16,-1 3 0-16,-3 0 1 16,1 2-2-16,-3 1 2 15,-1-1-1-15,1 2 1 16,-1 0 0-16,-3 0-1 0,-1 1 0 15,0-1-1-15,0 2 1 16,0 1 4-16,0 2-3 16,0 0-1-16,0 2 1 15,0-1 1-15,0 3-1 0,2-2-2 16,-1 1 1-16,1-2-1 16,1 0 2-16,-1-3 0 15,0 1-1-15,-1 0 0 16,0-2-1-16,0 2 2 15,-1 1-1-15,0 0 0 0,1 1 1 16,0 0-2-16,1-1 2 16,2 1-1-16,-1-1-1 15,-1 0 2-15,0 1-1 16,1 0 1-16,-1-4 0 16,0 3-1-16,0-2 1 0,-2-2-1 15,2 0 0-15,-2 2 1 16,1-3-1-16,0 2 0 15,-1-3 2-15,0 2-2 16,0-1 1-16,0-1-1 16,0-2 0-16,0 2 2 0,0-2-2 15,0-2 0-15,0-1 0 16,0 2 0-16,0-3 1 16,-2 0 5-16,-2 1 5 15,-2-1-1-15,1-1-5 16,-6 1-1-16,0 0 1 0,-2-1 3 15,-3 2-5-15,-5 0-2 16,-4-1-1-16,-1 2-4 16,-8-3-41-16,-1-3-71 15</inkml:trace>
  <inkml:trace contextRef="#ctx0" brushRef="#br0" timeOffset="13153.07">13149 967 73 0,'2'-2'2'0,"0"-1"4"0,-2 1 7 0,0-1-3 0,2 1 2 15,-2 0-4-15,0 1-5 16,0 0-1-16,0 1-1 0,0 0-3 16,1 0 0-16,2 0 2 15,3 0 0-15,-2 0 0 16,3 0-1-16,-1 0 1 15,3 0 1-15,-1 3-1 16,2-2 1-16,1 1-1 16,-3-1 1-16,2 1 0 0,-1 0-1 15,-1-2 1-15,2 0-2 16,-1 0 6-16,-2 0-5 16,2 0 5-16,-2 0 1 15,1 0 3-15,-1-2 4 16,1 0-5-16,0-1-4 0,2-1-1 15,1 3-2-15,1-2-1 16,1 3 1-16,2-1-1 16,0 1 1-16,3 0-12 15,-3 0-23-15,-3 0-6 16</inkml:trace>
  <inkml:trace contextRef="#ctx0" brushRef="#br0" timeOffset="22310.1">14191 1448 49 0,'0'0'27'0,"0"0"-8"0,0 0-1 0,0 0-6 15,0 0 2-15,0 0 4 16,0 0-7-16,0 0 0 0,0 0 8 16,0 0 0-16,0 0-4 15,0 0 1-15,0 0-8 16,0 0-5-16,-19-2-3 15,19 2-2-15,0 0-5 16,0 0-1-16,1 0 8 0,6 0-3 16,2 0 2-16,2 0 2 15,4 0 4-15,2 0 0 16,6 1-3-16,0-1 0 16,-2 0-47-16,4 0-146 15</inkml:trace>
  <inkml:trace contextRef="#ctx0" brushRef="#br0" timeOffset="23042.24">15259 1276 101 0,'0'0'12'0,"0"0"20"0,0 0-9 0,0 0-2 16,0 0 1-16,0 0-7 0,0 0-1 15,0 0-4-15,0 0-4 16,0 0-7-16,0 0-4 16,0 0 2-16,2-14 1 15,-1 23 1-15,0 1 0 16,1 1 1-16,1 0-1 0,-3 2 1 15,4-1 1-15,-4-1-1 16,2-1 0-16,-1 1 1 16,1-2-1-16,0-1 0 15,-2 3 1-15,0 0-1 16,0 0-29-16,-5-3-51 0</inkml:trace>
  <inkml:trace contextRef="#ctx0" brushRef="#br0" timeOffset="23547.34">15139 1495 84 0,'0'0'15'0,"0"0"5"0,0 0 0 0,0 0 1 0,0 0-3 15,0 0 0-15,0 0 1 16,0 0-7-16,0 0-10 15,4-6-3-15,2 5 2 16,-1 1-1-16,4-3 0 0,2 3 0 16,2-1-1-16,1-1 2 15,1 1 5-15,2-2-2 16,0 2 2-16,1-1 0 16,-1-2-4-16,0 3 1 15,-3-2-2-15,-1 1 0 16,-1 0 0-16,0 1-1 0,1-1 2 15,-5 0-2-15,3 1 3 16,-1-1-3-16,-3 2 0 16,-1 0 0-16,-1 0 0 15,-2 0 0-15,-2 0-15 0,-1 0-21 16,0 0-17-16,0 0-12 16</inkml:trace>
  <inkml:trace contextRef="#ctx0" brushRef="#br0" timeOffset="23916.9">15096 1278 140 0,'0'0'18'0,"0"0"15"0,0 0-7 16,0 0-7-16,0 0-5 15,0 0-10-15,0 0-4 0,0 0-1 16,0 0 1-16,49-16 3 16,-22 12-1-16,6 0-1 15,3 1 2-15,1-1-1 16,0 2-12-16,-1-2-73 16</inkml:trace>
  <inkml:trace contextRef="#ctx0" brushRef="#br0" timeOffset="24956.06">15471 1373 91 0,'0'0'34'0,"0"0"-8"0,0 0-4 16,0 0-8-16,0 0-1 15,0 0-4-15,0 0-6 16,0 0 0-16,0 0-3 15,7-34 6-15,-5 32-2 16,2 0-2-16,3 0-2 0,-2 2 1 16,4 0 2-16,-2 0-5 15,2 0 4-15,-1 0-2 16,2 0 0-16,-2 4 0 16,-2 1 0-16,1 2 0 15,-2 1 1-15,0 0-1 0,-1 0 2 16,-2-1-2-16,-1 0 1 15,-1 2 0-15,0-4 1 16,0 1-1-16,0-3-3 16,0 1 1-16,0-1 5 15,0 0-3-15,0-2-1 0,0-1 1 16,-1 0 1-16,-3 0 1 16,1 0-1-16,2 0 1 15,-1 0-1-15,2-4 0 16,0-3-5-16,0 0-1 15,2-2 0-15,6 1-1 0,3-1 1 16,1 2-3-16,1-1 5 16,0-1-3-16,3 2 5 15,-3 3-3-15,5 0 3 16,-4-1-2-16,3 2-3 16,2 3 4-16,-2 0 3 15,-1 0 0-15,-2 0-1 16,0 0-1-16,-1 7 1 0,-1 1-1 15,-3 0 1-15,-1 3 0 16,0 1 1-16,-4-4-1 16,-1 2-1-16,0-1 1 15,-2-2 0-15,-1 0-1 0,0-3 2 16,0 0 1-16,0-1-1 16,0-1-2-16,-2-1 0 15,-2-1 1-15,1 0 6 16,1 0-4-16,-2 0 0 15,0-1 1-15,3-4-1 0,-1-3-2 16,2 1-2-16,0-3-1 16,0 0 1-16,5 0 0 15,3 0 1-15,2 0-4 16,1 2 1-16,2 0 3 16,3 1-3-16,1 0 3 15,-1 3 0-15,1 0-2 0,0-1 2 16,1 3-1-16,-1 0-5 15,0 2 8-15,-2 0-1 16,2 0 1-16,-1 0-1 16,0 8 2-16,-6 1-2 0,1-2 0 15,-3 2 0-15,-3-2 0 16,-1 3 0-16,-2 0 0 16,0-3 2-16,0 3-5 15,-2-3-7-15,2 3-32 16,6-7-40-16</inkml:trace>
  <inkml:trace contextRef="#ctx0" brushRef="#br0" timeOffset="25518.22">16387 1319 61 0,'0'0'20'0,"0"0"23"0,0 0-37 0,0 0 19 16,0 0-4-16,0 0-1 0,0 0-11 15,-40-23-3-15,28 23 0 16,0 0-1-16,1 0-4 16,-1 0-1-16,-3 2 0 15,1 5 1-15,3 0-2 0,0 0 1 16,-2 4 0-16,4-2-2 15,4 2 0-15,-1-1 1 16,2 3-1-16,4-3-1 16,0-1 0-16,0 0-2 15,8-2 4-15,-1-1 0 0,4-3-1 16,3 1 5-16,1-4 4 16,1 0-1-16,3 0 1 15,-3 0-4-15,-1-4-1 16,0-3 3-16,-2-2-2 15,0-1 0-15,-4-1 0 16,-2 1-1-16,0 0 1 0,-3 1-1 16,-1 0-1-16,-1 4 1 15,-1 1 0-15,-1 1 1 16,0-1-2-16,0 2 4 16,0 1-5-16,0 1 0 15,0 0-7-15,0 0 4 0,0 7 5 16,0 2-1-16,3 2-2 15,2-1-2-15,2-1-1 16,4-1-2-16,2-1 4 16,3-2-8-16,5 0-30 15,0-3-36-15</inkml:trace>
  <inkml:trace contextRef="#ctx0" brushRef="#br0" timeOffset="26151.08">16833 1278 100 0,'0'0'63'0,"0"0"-39"0,0 0-13 0,0 0-13 16,0 0-2-16,0 0 5 16,-41-19 1-16,24 19-2 0,0 3 1 15,-3 4 1-15,1 4-1 16,2-2-1-16,0 4 0 15,6-2-1-15,-1-1 1 16,5 0 0-16,4-4-3 16,3 1 0-16,0-4-3 0,0 0 2 15,6-2 0-15,1-1 11 16,6 0 0-16,0 0 1 16,2 0-4-16,-1 0 0 15,1-6 0-15,-2 1 0 16,-3-2 1-16,0-2 2 0,-3 2 6 15,-1-2-2-15,-2 2-5 16,-3 0 1-16,1 3-3 16,-2 0 1-16,0 1 2 15,0 1-3-15,0 2 0 16,0 0-2-16,0 0-1 0,0 0-9 16,0 5-1-16,2 5 8 15,2 1 1-15,1 6 0 16,-1-1-2-16,1 1 1 15,-1 0-1-15,-2 1-1 16,-2 1 1-16,0-2-1 16,0 0 3-16,0 0-3 0,-4 0 4 15,-5-3-1-15,-4 0 3 16,0-1 1-16,-4-2 2 16,-6-2-3-16,-2 2-1 15,-2-4 0-15,2-2-2 0,-2-1 2 16,2-3 0-16,4-1-1 15,3 0 1-15,4-4 1 16,1-3-1-16,6-2 0 16,4-2 0-16,3-2-6 15,5-1-46-15,8-6-63 0</inkml:trace>
  <inkml:trace contextRef="#ctx0" brushRef="#br0" timeOffset="26684.8">17087 1339 124 0,'0'0'10'0,"0"0"-10"0,0 0 2 0,0 0 15 0,0 0 7 0,0 0-3 15,0 0-11-15,0 0 0 16,0 0-3-16,0 0 0 16,0 0-3-16,42-4-2 15,-30-1-1-15,-2-1 1 0,-1 1 1 16,3-2 7-16,-7 1 0 16,1-1-3-16,-2 0 0 15,-2 1 4-15,-2 0-5 16,0 0-3-16,0 0-3 0,-4 0 0 15,-4-1-3-15,-1 4 12 16,-5-1-7-16,1 3-2 16,-4 1 0-16,3 0 0 15,-3 1 1-15,2 6-1 16,0 2-1-16,0 3 0 16,2-3 0-16,2 2 2 0,3 3-2 15,-1-1 0-15,6 0-1 16,-2 0-2-16,3 1 2 15,1-1 1-15,1-3-2 16,0 0 1-16,0 1-1 16,0-4 0-16,3 2 1 0,4-2 1 15,3 0 0-15,0 0 1 16,9 0 0-16,1-3-5 16,5-1-50-16,4-3-81 15</inkml:trace>
  <inkml:trace contextRef="#ctx0" brushRef="#br0" timeOffset="27361.96">17625 1213 52 0,'0'0'17'0,"0"0"20"0,0 0-1 0,0 0-17 0,0 0-7 16,0 0 0-16,0 0-11 15,0 0 3-15,-29-37-2 16,20 35-1-16,1 2 2 16,-1 0-1-16,-4 0-4 15,2 0 2-15,-3 0 0 0,1 4 0 16,0 2 2-16,-2 1-2 15,0 2 0-15,0-1-3 16,1 3 4-16,1-2-2 16,0 2 1-16,2-2 0 15,3 1-2-15,0-3 2 0,3 2-1 16,-1 0 0-16,3-3 0 16,1 1-1-16,2 2-1 15,0-2-3-15,0-2 2 16,0 1 4-16,7-3 1 15,1-1 6-15,4 0 12 16,3-2-3-16,-1 2-5 16,4-1-6-16,1-1-1 0,2 0 0 15,-1 0-3-15,-3 0 0 16,-1 2-1-16,-1 0 3 16,0 0-1-16,-4 1 0 0,-1 1-1 15,-2 0 0-15,0-1 0 16,-4 3-1-16,1-1 1 15,-1 1 0-15,-1 0 0 16,-1-2-1-16,0 0 1 16,1 1-1-16,-3 0 0 15,0-2-1-15,0 1 1 0,0 0-2 16,-4 0 0-16,-2 0 13 16,-4 0-10-16,-1-1 3 15,-2-2-1-15,1 3-3 16,-3-1-1-16,3 0-5 15,1-3-18-15,-3 2-25 16,3-2-40-16</inkml:trace>
  <inkml:trace contextRef="#ctx0" brushRef="#br0" timeOffset="27774.22">17586 1254 77 0,'0'0'8'0,"0"0"3"0,0 0 5 0,0 0 2 15,0 0-1-15,0 0-5 16,0 0-8-16,0 0-2 16,0 0-2-16,0 0 0 15,0 0 2-15,0 0 1 16,-41 17 0-16,29-8 0 0,0 2 3 16,-1 0-1-16,-3 2 1 15,-1-2 3-15,2 2 3 16,-3-2 1-16,3 1-3 15,1-4-4-15,0 2-2 16,1-1-1-16,2 1-2 16,0 1 0-16,0 0-2 0,2-2 1 15,2-5-58-15</inkml:trace>
  <inkml:trace contextRef="#ctx0" brushRef="#br0" timeOffset="30031.77">17577 978 100 0,'0'0'15'0,"0"0"15"0,0 0-9 16,0 0-5-16,0 0 5 16,0 0-11-16,0 0 1 15,0 0-4-15,0 0 1 0,0 0-3 16,0 0-1-16,-25-36-1 15,19 32-1-15,3 0 0 16,-6 1-1-16,4-2 1 16,-3 2-1-16,3-3 1 15,-5 3-1-15,2-1 1 0,-2-2-2 16,-1 3 2-16,-1-2-1 16,-1 0 0-16,-3 1-1 15,0 1 0-15,-6 0 1 16,1-1-2-16,-2 3 2 15,2-2-1-15,-3 0 0 0,1 3 0 16,3-1 1-16,-4-1-1 16,1 1 0-16,1 1 0 15,-2 0 0-15,1 0 0 16,-2 0 0-16,0 0 0 0,1 0 0 16,-5 0 0-16,2 0 0 15,-2 0 0-15,0 1 0 16,0 2 0-16,-1-3-1 15,1 3 1-15,0 0 0 16,-1-2 1-16,0 2-1 16,-3 0-1-16,-1-1 2 0,-2 0-1 15,1 0 0-15,-3 0 0 16,0 1 0-16,2 0 0 16,-2 1-1-16,0 2 1 15,-1-3-1-15,2 1 2 16,-3-1-1-16,-1 3 0 0,1-2 0 15,-2 2 0-15,-1-1 0 16,-3-1 0-16,-2 1-1 16,-2 1 1-16,2-1 1 15,-2 2-2-15,0-1 1 16,2 1 0-16,4 0 1 0,-1 0-1 16,1-1 1-16,1 1 0 15,-1 0-1-15,1 0 1 16,-2 2-1-16,0 1-1 15,-1-1 2-15,3 1-1 16,-1-1 2-16,-1 1-2 0,1 3-2 16,1-3 2-16,1 1 2 15,3 1-2-15,4 0 0 16,-1 3 0-16,6 0 0 16,1 1 0-16,1 1 0 15,3 3 0-15,0-2 0 0,0 1 0 16,3-1 0-16,0 1 0 15,0-1 0-15,2-1 0 16,4 1-2-16,0 1 2 16,0-2 0-16,5 0-1 15,0 0 1-15,2 0 0 0,0 2 0 16,3-2-1-16,1 1 1 16,0 2-1-16,3 0 1 15,1-3 0-15,1 4-1 16,0-4 1-16,0 4-4 15,8-5 4-15,-3 1-2 0,6-2-2 16,-2-1 0-16,0-3 4 16,3-2-3-16,3 0 1 15,0 0 0-15,0-1 0 16,4 0 1-16,-1 0 1 16,6-2-1-16,-3 1 5 15,1 0-4-15,2-1-2 0,-1 1 6 16,0 0-4-16,0 0-1 15,1 1 3-15,2-2-1 16,1 0-1-16,3-2 0 16,2 2-1-16,0-2 2 15,5-1-1-15,-2 0-1 0,5-2 4 16,-2 1-2-16,3-1 0 16,-3 2-1-16,3 0 1 15,1 0-1-15,-2-1 1 16,1 1 0-16,-4 3 0 0,2-3-1 15,-1 0 0-15,4 0 2 16,-2 1-2-16,6-2 0 16,2 0 0-16,4-2 1 15,0 1-4-15,1-1 3 16,1 0-3-16,1 0 2 16,0 0 3-16,1-2 5 15,0-1-4-15,1 0 0 0,3 1-2 16,-1 0 2-16,2 2-2 15,3-2-6-15,3 2 11 16,1 0-5-16,2 0-1 16,0 0 1-16,0 0 0 0,-2 4-1 15,-1-2-2-15,-4 1 1 16,0-2 1-16,-1-1 0 16,-1 0 0-16,-1 0 0 15,3-5 1-15,-1-1 0 16,0-3 1-16,-1 2 0 0,1 1-1 15,-3 1 0-15,-4-4 0 16,-1 2-1-16,-3-1 0 16,-6-2 1-16,-1-2 1 15,-5 1-1-15,-2 0-1 16,-3-2 1-16,-1-1-1 16,-4-1 1-16,-2-2 0 15,-2 0-1-15,-4-1 2 0,-4-2-1 16,1-1 1-16,-5-1-1 15,-6 0 0-15,2-1 3 16,-5 3 1-16,-3-1 5 16,-1 1-3-16,0-1 1 0,0 1-2 15,-2 0 1-15,-3 1-4 16,-4-1-1-16,1 1-2 16,0-1 1-16,-1 1 0 15,-2-3 0-15,2 1 0 16,-5-1 0-16,3-1-7 0,-4 2 5 15,-1-2 6-15,-1 3-4 16,-1 0-1-16,-3 2 0 16,1 0-1-16,0 2 1 15,-3 2 1-15,-1 1-1 16,4 0 1-16,-6 0-1 16,1 0 0-16,0 2 0 0,-2 1 0 15,-1-1 0-15,-3 1 0 16,-2 0 0-16,-7 0-1 15,0 1 1-15,-9 2 0 16,-4-1 0-16,-11 3-2 16,-7 4-7-16,-12 1-8 0,-11 0-12 15,-12 1-18-15,-11 4-58 16</inkml:trace>
  <inkml:trace contextRef="#ctx0" brushRef="#br0" timeOffset="34266.62">18440 1239 99 0,'0'0'12'0,"2"0"0"0,-2-1-5 16,1 1-3-16,0 0 8 0,-1 0-5 15,1 0 0-15,0 0-4 16,1 0-1-16,-2 0-1 15,2 0 3-15,-1 1-2 16,2 2-1-16,-1 2 1 16,2-1-1-16,0-1 1 15,-3-1-2-15,3 4 1 0,-1-3 0 16,2 3 1-16,-2-3-2 16,0 1 0-16,2 0 1 15,-2-1 0-15,0 0-1 16,-1-2 1-16,0 1 1 15,0-1 0-15,0-1 2 0,0 0 7 16,-2 0 14-16,4 0 1 16,3 0-15-16,0-4-8 15,4-3-1-15,2-2 3 16,3-4-2-16,2-1-1 0,4 0 0 16,-2-3 0-16,1-1 2 15,3-1-2-15,-2 2-1 16,1-2 1-16,-3 4-1 15,3-1 1-15,-1 2-2 16,-2 3 0-16,4 2-4 16,-5-1-18-16,-3 0-72 0</inkml:trace>
  <inkml:trace contextRef="#ctx0" brushRef="#br0" timeOffset="38002.82">12636 2982 101 0,'0'-1'12'0,"0"-2"9"0,0 0-5 0,0 1 0 16,0 0 5-16,0 0 1 0,0 1-5 15,0-1 1-15,0 2-1 16,0 0-9-16,0 0-3 16,0 0-5-16,0 0-4 15,0 2 1-15,0 8 1 16,0 1 2-16,0 2 0 0,0 1 0 16,0 3 0-16,0-1 0 15,0-2 1-15,4 3-2 16,-4-3 2-16,2 1-1 15,-2-1 0-15,0-2-15 16,0 1-40-16,-2-3-9 16,-5-4-68-16</inkml:trace>
  <inkml:trace contextRef="#ctx0" brushRef="#br0" timeOffset="38340.05">12559 3199 150 0,'0'0'5'0,"0"0"-6"15,0 0 0-15,0 0 3 16,0 0 2-16,0 0 2 15,0 0 3-15,0 0-3 0,0 0 6 16,27-4 0-16,-18 0-3 16,3 1-3-16,3 0 0 15,3-1 0-15,-3 1-3 16,3 0-1-16,-2-1-1 16,1 1 0-16,-1 1 0 15,-2 0-1-15,-2 1-3 0,-2 0-35 16,-1-2-50-16</inkml:trace>
  <inkml:trace contextRef="#ctx0" brushRef="#br0" timeOffset="38655.86">12497 3022 196 0,'0'0'8'0,"0"0"19"0,0 0-24 16,0 0-6-16,0 0 3 16,37-19 0-16,-16 14-2 0,4 0 4 15,-1-3-11-15,4 1-101 16</inkml:trace>
  <inkml:trace contextRef="#ctx0" brushRef="#br0" timeOffset="39509.1">12830 3045 149 0,'0'0'2'16,"0"0"-1"-16,0 0-1 0,0 0-2 16,0 0-1-16,0 0-7 15,0 0 9-15,0 0 5 16,4 12 1-16,0-6-3 16,-1 1 0-16,3 1-1 15,-4 1 0-15,2-2 1 0,0 2-1 16,0-2 2-16,-2-1-2 15,0-1-1-15,-1 1 1 16,-1-3 0-16,0 0-1 16,0-2 2-16,0 2-1 15,0-3 1-15,0 0 1 16,0 0 6-16,0 0 16 0,0-4-22 16,0-2-2-16,0-4-1 15,0 2-1-15,2-2 2 16,4 0-3-16,0-2 3 15,4 1-5-15,-3 1 1 16,4 2 3-16,2-1 3 0,-2 3-4 16,2 1 2-16,1 3-1 15,-1 1 0-15,3 1 0 16,-1 0-1-16,0 0 0 16,-2 2 3-16,0 4-2 15,-2 4 0-15,-3-2 1 0,0 2 0 16,-6 2-1-16,-1-2 2 15,-1 0 1-15,0-3-2 16,0 0 2-16,0 0 0 16,-3-1-2-16,-2-2-1 15,-1-2 1-15,-1-1 1 0,0-1 2 16,1 0-2-16,-1 0 1 16,4 0 0-16,1-3 1 15,2-4 0-15,0 0-6 16,0-3-1-16,0 0 6 0,7 0-4 15,2-3 0-15,2 2-2 16,-2 1 6-16,3 3-7 16,0 0 4-16,1 0-3 15,0 1 1-15,1 3 2 16,1 0 0-16,-2 3 0 16,1 0-1-16,-2 0 3 0,0 0-2 15,-3 8 1-15,0 3-2 16,-1 0 2-16,-4 2-1 15,0 1-1-15,0 0 1 16,-2 2-13-16,0-2-18 16,0-4-16-16,2-1-22 0</inkml:trace>
  <inkml:trace contextRef="#ctx0" brushRef="#br0" timeOffset="40015.41">13457 3016 158 0,'0'0'0'0,"0"0"7"0,0 0-2 0,0 0-2 0,9-40 8 16,-9 36 5-16,0 3 3 0,0-1-7 16,-5 2-1-16,-1 0-10 15,-2 0 4-15,-4 0-4 16,1 9-1-16,-6-1-1 15,3 5 1-15,2 0-1 16,1 1 1-16,2 0-2 0,5-1 1 16,0 1-1-16,2-3 0 15,2 0-3-15,0-4 1 16,4 1 1-16,3-2 0 16,5-5 1-16,2-1 1 15,1 0 5-15,2 0-2 0,-2-7 2 16,-1-3-1-16,-1-1 0 15,-3 1-2-15,0-3 0 16,-4-1 2-16,-1 3-2 16,-1-1 2-16,-1 2-2 15,0 3-2-15,-3 0 1 0,0 4-3 16,0 0 3-16,0 3 4 16,0 0 0-16,0 0-12 15,0 6 12-15,-3 3-5 16,3 2 2-16,0 3-2 15,0-1-3-15,0 0 2 0,9-2-2 16,2-1-8-16,5-3-7 16,1-3-32-16,6-4-12 15</inkml:trace>
  <inkml:trace contextRef="#ctx0" brushRef="#br0" timeOffset="40606.78">13820 2968 136 0,'0'0'26'0,"0"0"4"0,0 0-20 15,0 0-1-15,0 0-4 0,-48-19-8 16,33 19 5-16,-4 2 0 16,3 6-1-16,0 2-2 15,5 2 2-15,2 0-1 16,2 1-1-16,4-1-1 15,3 0-1-15,0-2-4 0,0-1 5 16,10-2-3-16,0-2 3 16,3-3 1-16,3-2 4 15,2 0 0-15,-1 0-6 16,-1-3 10-16,-1-4-7 16,-4 0 4-16,0-3-2 0,-4 0 1 15,-1 0 4-15,-4 0 6 16,1 0-3-16,-1 0-4 15,-1 2-4-15,0 1-1 16,1 2-1-16,-2 3-1 16,0 0 1-16,0 2 0 0,0 0-7 15,3 4-11-15,-3 5 16 16,3 4 5-16,1 4 0 16,0 1-3-16,1 2-2 15,-1 0 2-15,2 1 0 16,0 1-1-16,-2-2 0 0,0-1 0 15,0-2 0-15,-2-2-2 16,-1-3 0-16,-1-1 1 16,0-2 1-16,0 0 0 15,-5-3 3-15,-5-2 12 16,-4 0-4-16,-1 0-4 0,-2-1-2 16,-3-3 0-16,3 0 0 15,0 0 1-15,2 0-3 16,3 0-2-16,1-3 1 15,7-5-3-15,2-4-67 16</inkml:trace>
  <inkml:trace contextRef="#ctx0" brushRef="#br0" timeOffset="41068.26">14039 3016 101 0,'0'0'-2'0,"0"0"2"0,0 0 0 0,0 0 2 16,0 0 1-16,0 0 6 16,0 0 5-16,0 0 12 15,0 0-6-15,0 0-10 16,44 0-5-16,-34-7-2 15,0-4 1-15,-1 1 3 0,-3-3 10 16,0 2 11-16,-2 1-10 16,-4 0-2-16,0 0-3 15,0 1-5-15,0 2-6 16,-6 1-1-16,-2 2 0 16,-3 4 2-16,-2 0-6 15,-3 0 1-15,-1 8 2 0,-1 3 0 16,2 4 0-16,3 2 0 15,2 2-1-15,3 1-1 16,2 0 2-16,4-1-2 16,2 0 1-16,0-1 1 15,0-1-3-15,11-3 1 0,0-2-2 16,2-1 0-16,5-4-5 16,0-2-15-16,4-5-36 15,3 0-42-15</inkml:trace>
  <inkml:trace contextRef="#ctx0" brushRef="#br0" timeOffset="41516.3">14329 2918 157 0,'0'0'19'0,"0"0"15"0,0 0-22 15,0 0-11-15,0 0 1 16,0 0 0-16,0 0-1 15,0 0 6-15,0 0-5 16,-34-35 0-16,24 35-2 16,3 4 0-16,-1 3-2 0,2 0 1 15,1 2 0-15,2 2-2 16,2 0-1-16,1 1-2 16,0-1 5-16,0-2-3 15,5 0 1-15,3 0 0 16,2 1 2-16,-2-3 1 0,3 0 4 15,3 0-3-15,-3-1 3 16,1 1-2-16,-4-3 2 16,1 1-1-16,-2-1-3 15,-3 0 3-15,0-1 0 16,-3 0-3-16,-1 1 0 0,0-1 2 16,0 1 0-16,-5 2-2 15,-3-2 11-15,-5 3-4 16,-1-2-2-16,1 0-4 15,-2 1 1-15,3-3-2 16,1 2 1-16,1-2 0 16,1 0-5-16,3-3-41 0,0 0-43 15</inkml:trace>
  <inkml:trace contextRef="#ctx0" brushRef="#br0" timeOffset="41680.1">14282 2968 211 0,'0'0'40'0,"0"0"-34"0,0 0-18 0,0 0 5 0,-22 38 5 0,7-11 2 16,-2 4-1-16,-5 1-41 16,0 0-65-16</inkml:trace>
  <inkml:trace contextRef="#ctx0" brushRef="#br0" timeOffset="44312.84">15085 2935 75 0,'-1'0'8'0,"-1"0"15"0,1-1-14 16,-2 0-5-16,1 0-4 16,-4 1 2-16,2 0-2 15,0 0 0-15,-2 0-1 16,1 0 3-16,3 0-1 0,-2 0 2 15,2 0 0-15,2 0 2 16,-1 0 0-16,1 0-4 16,0 0-3-16,0 0-3 15,1 0 1-15,5 0 0 16,1 0 6-16,4 1 0 16,3 1 1-16,2 1-2 0,5 0 0 15,2 0 2-15,4-2-1 16,3 2-3-16,2-3 8 15,2 1-4-15,3-1 1 16,-1 0 3-16,-2 0-1 0,3 0-1 16,-2 0-2-16,-2-1-2 15,-2-2 0-15,-1 2 0 16,-1-2 3-16,-4 0 1 16,1 3 0-16,0-3 1 15,-1 3-2-15,-3-2 0 0,1 0 1 16,1 2-2-16,-4-3-1 15,0 2 0-15,-1-1 1 16,-3-1 1-16,-4 2-2 16,-1 0 0-16,-4-1 0 15,0 2 0-15,-4 0 1 0,0 0-3 16,-1 0-5-16,-1 0-16 16,-1 0-26-16,0 0-14 15</inkml:trace>
  <inkml:trace contextRef="#ctx0" brushRef="#br0" timeOffset="44666.71">15804 2854 91 0,'0'0'6'0,"0"0"-4"0,0 0 5 0,36 0 2 16,-25 0 1-16,-4 2-2 15,-1 2-2-15,-1 3 0 16,2 0-3-16,-5 6-1 15,-1-2 0-15,-1 3-1 0,0 2 0 16,-12 1-2-16,-1 4 9 16,-6-2-4-16,-2 2-2 15,-2 1-4-15,-2-1-12 16,1-7-51-16</inkml:trace>
  <inkml:trace contextRef="#ctx0" brushRef="#br0" timeOffset="45969.58">16269 2876 26 0,'0'0'13'0,"-1"0"17"0,1 0-15 0,-1 0-7 0,1 0 4 16,0 0-1-16,0 0 1 15,0 0 3-15,0 0-6 16,0 0-9-16,0 0 0 15,0 0-2-15,0 0-2 0,0 0 0 16,7 0 4-16,1 0 4 16,5 0-2-16,8-2 1 15,3-5 6-15,6 0-1 16,5 0-7-16,5-3 7 0,8-3-5 16,1-1-2-16,7-2 3 15,6-1 0-15,5 0 1 16,-2-1 3-16,7-2 1 15,-1 4-2-15,-2-1 0 16,-2 2-4-16,-5 2 4 0,-1-1-2 16,-5 2-2-16,-4 1 0 15,-6 1 5-15,-3 0-6 16,-5 4-1-16,-6 0 0 16,-6 2 1-16,-6 0 0 15,-6 3 1-15,-4-1-3 16,-2 2-13-16,-3-1-40 0,-4-4-42 15</inkml:trace>
  <inkml:trace contextRef="#ctx0" brushRef="#br0" timeOffset="46411.26">17927 2403 106 0,'0'0'11'0,"0"0"6"0,0 0-9 0,0 0 1 0,0 0 0 15,0 0-2-15,0 0-2 16,-44-12-3-16,34 12-1 16,-3 0-1-16,0 3 0 15,-2 4 1-15,2-1-1 16,-1 1 1-16,4 3 0 0,2-2-1 16,-1 1 0-16,6 2-1 15,1-1 1-15,-1 1-2 16,3 0 0-16,0 0 2 15,5-1 1-15,5-2 0 0,7 0 1 16,4-2 4-16,5-1-4 16,4-2 3-16,5-3-3 15,-1 0-27-15,2 0-30 16,1-3 0-16</inkml:trace>
  <inkml:trace contextRef="#ctx0" brushRef="#br0" timeOffset="47166.16">18202 2477 11 0,'0'0'18'0,"0"0"-2"15,46-32-5-15,-40 25 0 16,-4 0 7-16,-2 0 4 16,0 1 8-16,-2 0-10 15,-7 1-3-15,-3 2-9 0,0 0-3 16,-1 3 0-16,-1 0-2 16,-1 0 0-16,1 2-2 15,-1 5 1-15,3 0-3 16,2 1 1-16,3 0-1 15,3 0 1-15,0 0-1 0,4 0-2 16,0-3-1-16,2 2 2 16,8-4 1-16,1 0 3 15,5-2 6-15,1-1-4 16,3 0-4-16,-2 0 3 0,2 0-2 16,-5-1 2-16,-1-5-2 15,-5-1 1-15,1 0 0 16,-4 0 1-16,-2 1 1 15,-2 2-1-15,0 0 4 16,-2 1 9-16,0 3-2 16,0-1-6-16,0-1-9 0,0 2-2 15,0 0 2-15,0 0-4 16,1 0 10-16,3 2-10 16,1 1 0-16,2 1 1 15,1-3 2-15,3 1 4 16,3-1 2-16,-1-1-1 0,4 0-1 15,-2 0 1-15,2 0-1 16,-3-3 0-16,0-4-2 16,-3 1 2-16,-3-5 1 15,-2-2 4-15,-2-4 1 16,0 0 0-16,-2-4-5 0,-2-2-3 16,0 0-3-16,0 1-1 15,0 0-6-15,-6 1 1 16,4 5 6-16,-1 1 3 15,1 2 1-15,1 6 0 16,1 1 0-16,0 2 0 0,0 1-1 16,0 2 0-16,0 1 2 15,0 0-7-15,0 0-10 16,0 3 3-16,0 6 8 16,0 4-3-16,3 6 8 15,1 2-4-15,1 2 2 0,-1 2 1 16,1 1 0-16,1-2 0 15,-3-1 0-15,3-4 1 16,1-3 1-16,-4 0-2 16,3-5 0-16,-1-2 0 15,-1-1 0-15,2-2 3 0,-3-2-6 16,0-4-62-16</inkml:trace>
  <inkml:trace contextRef="#ctx0" brushRef="#br0" timeOffset="47321.4">18504 2310 270 0,'0'0'-5'0,"0"0"-6"0,48-14 0 0,-21 11-8 15,5-1-25-15,-1 2-48 0</inkml:trace>
  <inkml:trace contextRef="#ctx0" brushRef="#br0" timeOffset="47970.97">16356 2957 109 0,'0'0'21'0,"0"0"8"0,0 0 10 0,0 0-32 0,0 0-11 15,0 0 2-15,58 2 5 16,-27 6 3-16,10 3 2 15,5 0 3-15,7 2 2 16,7 1-4-16,0 2-5 0,3-2-2 16,2 0 1-16,2-1 3 15,-1 1-2-15,-1-2 2 16,0 0-4-16,-2 0 0 16,-3-2-1-16,0 0 0 15,-2-2 1-15,-4 5-1 0,-5-2-1 16,-2-1-28-16,-9 0-79 15</inkml:trace>
  <inkml:trace contextRef="#ctx0" brushRef="#br0" timeOffset="48631.69">18117 3194 198 0,'0'0'-25'16,"0"0"36"-16,0 0-2 16,0 0-4-16,0 0-7 15,-11-39 4-15,-2 34-2 0,-3 0 12 16,-4 1-6-16,0 4 1 15,-3 0-6-15,1 0 2 16,0 0-2-16,-1 7 0 16,3 0 1-16,1 0-2 15,2 2 1-15,5 1-1 0,4 1 0 16,2-1-1-16,5 1-4 16,1 1 1-16,5-3 0 15,7-1 2-15,3-4 1 16,3 1 2-16,-1-5 4 15,4 0-2-15,1 0-1 0,0-2 1 16,0-4 0-16,0-5 0 16,0 0-2-16,-5-3 1 15,0-2-1-15,-4-4 2 16,-1-3-1-16,-2-4 2 16,-6-1-2-16,-1-2 1 15,-3 0-2-15,0 3-5 0,0 3 3 16,-1 4 2-16,-3 6-1 15,-4 1 0-15,4 3 0 16,-2 5 1-16,2 1-4 16,1 2 8-16,1 2-3 0,0 0-1 15,2 4-4-15,0 9-2 16,0 1-1-16,0 7 3 16,2 1-1-16,4 0 3 15,5 3-1-15,1-1 2 16,1 0 4-16,3-3-5 15,0-1 2-15,1-4-2 0,4-3 0 16,-3-4-29-16,4-5-40 16,-4-4-43-16</inkml:trace>
  <inkml:trace contextRef="#ctx0" brushRef="#br0" timeOffset="48994.13">18390 3089 171 0,'0'0'5'0,"0"0"10"0,0 0-8 16,0 0-10-16,-38-2 3 0,28 9-2 16,-1 3 1-16,3 0 1 15,4 0-1-15,2 0 0 16,2 0-2-16,0-3 1 16,1 0-1-16,8-3-2 15,3-2 11-15,3-2-3 0,1 0 3 16,3 0 0-16,5-6-3 15,1-2-1-15,1-4 0 16,-5 1 1-16,2-2-2 16,-5-1 4-16,-6 3 2 15,-2-1-1-15,-4-1 5 0,-6 4 8 16,0 0-9-16,0 2-1 16,-10 4-6-16,-3 3 4 15,-6 0-8-15,1 0 1 16,1 2-3-16,0 6-5 15,5 2-23-15,3 1-23 16,7 2-2-16,2-4 1 0</inkml:trace>
  <inkml:trace contextRef="#ctx0" brushRef="#br0" timeOffset="49364.32">18692 3046 149 0,'0'0'14'0,"0"0"31"16,0 0-12-16,0 0-19 16,0 0-4-16,4-38-7 15,-13 35 4-15,-4 1-4 0,0 2-2 16,0 0 0-16,-1 0 0 16,2 0 0-16,0 5-1 15,5 0-1-15,2 1 0 16,5 0-4-16,0-1-12 15,0 1-3-15,6 1 7 0,7-1 10 16,2 0 6-16,2 1-3 16,1 1 4-16,1 2 1 15,-4 1-1-15,0 2-1 16,-3 1 0-16,-1 2-2 16,-8-2 2-16,-1 1-1 0,-2-1 0 15,-2-2 0-15,-11 0-2 16,-4-1 10-16,-9 2-5 15,-6 0-4-15,-12-2-22 16,-5-4-68-16</inkml:trace>
  <inkml:trace contextRef="#ctx0" brushRef="#br0" timeOffset="49841.23">16348 3066 146 0,'0'0'-9'0,"0"0"14"0,0 0-9 0,0 0 7 16,0 0-4-16,0 0 7 16,37 41 0-16,-8-24 5 15,4 3 2-15,13 2-2 16,3 3 0-16,9 1-4 0,4 0 0 15,3 4-3-15,-2 0 4 16,1 3 0-16,-3 0-2 16,-4 1 1-16,0 2-3 15,-7 0 5-15,-2 2-1 16,-2-1-5-16,-4-1 0 0,-3-1 0 16,-7 1 0-16,1-1-1 15,-6-2-3-15,-3-2-24 16,-2-7-55-16,0-11-91 15</inkml:trace>
  <inkml:trace contextRef="#ctx0" brushRef="#br0" timeOffset="50510.85">17821 3709 249 0,'0'0'-23'0,"0"0"21"16,0 0 5-16,0 0-1 15,0 0 4-15,0 0-3 0,40 34-3 16,-34-32 3-16,0-2 1 16,-1 0 0-16,2 0 2 15,-3-3-4-15,0-5 2 16,-1-2-1-16,-1-2-1 15,-2 2-1-15,0 0-4 0,-8 0-2 16,-2 5 12-16,-3 2-7 16,-2 3-1-16,-2 0-5 15,0 8 5-15,1 9-1 16,3 2-1-16,1 5-1 16,5 1 2-16,6 1-1 0,1 0 1 15,4-4-3 1,8-2 0-16,3-7 4 0,1-2-1 15,4-5 8-15,4-5 1 16,1-1 2-16,2 0-5 16,0-7-1-16,-1-7-2 15,-3-3-6-15,2-3-9 0,-3-7 3 16,-5 0 1-16,-3-4-7 16,-1-2-6-16,-7-1-2 15,-3 3-3-15,-3 1 12 16,0 5 10-16,-2 5 11 15,-4 3 14-15,-2 3 16 0,2 3-16 16,2 5-8-16,-3 1-8 16,4 1-1-16,1 4 0 15,0 0 0-15,2 0-3 16,0 7-4-16,0 7 0 0,0 5 5 16,0 3-1-1,2 4 7-15,3 1-1 0,4 3 4 16,-3 1-1-16,4-3-7 15,1-1 3-15,-3 2-3 16,0-2-1-16,-1-2-1 16,0-3-56-16,-1-7-14 0</inkml:trace>
  <inkml:trace contextRef="#ctx0" brushRef="#br0" timeOffset="50830.55">18231 3813 193 0,'0'0'-7'0,"0"0"-24"0,0 0 34 15,0 0-2-15,0 0 5 16,42-7-4-16,-30 0 1 0,-1-2-2 16,-1-1 0-16,-1-1 0 15,-4 1 0-15,-2 0 1 16,-3 0 10-16,0 0 15 15,0 4 2-15,-3 2-4 16,-3 3-6-16,-2 1-10 0,-2 0-7 16,1 7-2-16,-1 5-1 15,2 4 1-15,1 3-1 16,4 1 1-16,3 0 0 16,0-1-3-16,6-1-5 15,8-3-23-15,0-5-32 16,5-4-23-16</inkml:trace>
  <inkml:trace contextRef="#ctx0" brushRef="#br0" timeOffset="51471.93">18477 3749 262 0,'0'0'17'15,"0"0"-4"-15,0 0-12 16,0 0 0-16,0 0-1 15,0 0 0-15,0 0-1 16,0 0 0-16,0 0-1 0,40 20 1 16,-38-7-2-16,1 1 3 15,-2-3 3-15,-1-1-4 16,0-1-3-16,0-3 5 16,0-1-3-16,0-2 0 15,0-2 7-15,0-1-2 0,-4 0 1 16,2 0-2-16,-4-3 1 15,2-4 0-15,3-1-2 16,-1-2-1-16,2-3-5 16,0 3-7-16,2-3 3 15,5 2 8-15,3 1 0 0,3 2-1 16,0 1-2-16,3 1 5 16,-2 2-3-16,3 2 2 15,-2 2 1-15,1 0 0 16,-3 3-1-16,-1 7-1 15,-1 1 1-15,-2 2 0 16,0 0-2-16,-5-1 2 0,-2-3-1 16,-1 2 0-16,-1-5-1 15,0 0 1-15,0-3 4 16,-3 0-1-16,-3-3-1 16,-1 0 1-16,-1 0 1 0,3-5 0 15,0-3 0-15,1-5 0 16,2 1-3-16,2-2-3 15,0 0-5-15,1 0 5 16,8 1 3-16,0 2 0 16,7 2-1-16,-3 5 2 0,4 0 0 15,0 4-5-15,3 0 7 16,-1 0-2-16,-2 8-1 16,1 5 0-16,-3 0 0 15,-3 1-1-15,-3 0-1 16,-3 0-27-16,-4-2-30 0,-2-5-8 15</inkml:trace>
  <inkml:trace contextRef="#ctx0" brushRef="#br0" timeOffset="51770.05">18963 3725 173 0,'0'0'-8'0,"0"0"20"0,0 0-1 0,0 0-3 0,35-38-3 16,-35 30 2-16,0 4-1 15,0 0-2-15,-6 3 5 16,-1-1 5-16,-5 2 1 16,2 0-9-16,-2 4-4 15,3 5 0-15,1 2-1 16,3 2 1-16,2 0-3 0,1 1-1 15,2 0 1-15,0 2 0 16,7-3 1-16,4 1-6 16,1-7-30-16,3 0-31 15,3-4-10-15</inkml:trace>
  <inkml:trace contextRef="#ctx0" brushRef="#br0" timeOffset="52219.37">19083 3692 227 0,'0'0'37'0,"0"0"-13"0,0 0-9 16,0 0-11-16,0 0-4 15,0 0-5-15,0 0 1 16,0 0 5-16,13 3-2 16,-9 7 1-16,4 1 0 15,-3 1 0-15,-1-4 0 0,2 1 0 16,-6-3-1-16,2-1 1 15,-1-2-3-15,-1-3 1 16,0 0 2-16,0 0 2 16,0 0 3-16,0-3 0 15,0-3-5-15,0-2 1 16,2-3-2-16,1-1-6 0,2 2-4 16,1-1 0-16,2-2 5 15,1 3 5-15,3 3 1 16,1 1-3-16,3 1 2 15,-1 3-2-15,1 1 1 16,-1 1-2-16,-2 0 4 0,1 1 0 16,-3 6 2-16,-1 2 0 15,-2 1 1-15,-4 3-1 16,-1 0-1-16,-2 1-1 16,-1-3-1-16,0 2-2 15,-3-2-6-15,-4-1-11 0,-3-4-9 16,2-3-20-16,2-3-14 15</inkml:trace>
  <inkml:trace contextRef="#ctx0" brushRef="#br0" timeOffset="52510.55">19398 3543 247 0,'0'0'-11'0,"0"0"19"0,0 0-2 0,0 0-5 0,0 0 2 15,0 0-1-15,0 0 6 16,21 37-6-16,-17-21 1 16,0 5-1-16,-3-3-1 0,3 2 1 15,-2-3-4-15,-1-1 0 16,0-2 4-16,-1-2 1 15,0-2-2-15,0-2 0 16,0-1-4-16,0 0-17 16,0-4-31-16,-2-2-28 15</inkml:trace>
  <inkml:trace contextRef="#ctx0" brushRef="#br0" timeOffset="52659.48">19420 3695 226 0,'0'0'39'0,"0"0"-24"16,0 0-12-16,0 0-1 16,0 0 4-16,59-14-4 15,-27 14-3-15,7-2 1 16,3-2-75-16</inkml:trace>
  <inkml:trace contextRef="#ctx0" brushRef="#br0" timeOffset="53728.95">12876 5294 76 0,'0'0'3'0,"0"0"-1"0,0 0-9 0,0 0-28 0</inkml:trace>
  <inkml:trace contextRef="#ctx0" brushRef="#br0" timeOffset="54041.27">12903 5238 149 0,'0'0'8'0,"0"0"31"15,0 0-19-15,0 0-12 16,0 0-4-16,0 0-5 16,0 0-1-16,0 1 4 15,0 10-1-15,0 3 0 16,0 2 1-16,0 4-2 0,0 0-2 15,4 1 2-15,-2-2-1 16,3-1 1-16,-2 2 1 16,-3-3-3-16,0-1 2 15,0-2-12-15,0 0-20 16,0-7-22-16,0-1-51 0</inkml:trace>
  <inkml:trace contextRef="#ctx0" brushRef="#br0" timeOffset="54339.79">12805 5465 61 0,'0'0'25'0,"0"0"28"0,0 0-14 16,0 0-18-16,0 0-14 15,0 0-8-15,0 0 6 16,38-4-6-16,-20 2 2 16,-1-1 2-16,0 1-1 15,2-2 4-15,-1 2 7 0,-2-1-5 16,0-1-3-16,2 2-4 16,-1-1 0-16,-3 2 0 15,1-2-3-15,-3 2-31 16,-5-2-37-16,-1-2-29 15</inkml:trace>
  <inkml:trace contextRef="#ctx0" brushRef="#br0" timeOffset="54574.96">12890 5259 162 0,'0'0'3'0,"0"0"33"0,0 0-11 15,0 0-9-15,0 0-5 16,0 0-8-16,0 0-3 16,29-36 0-16,-7 33 3 15,3-1-41-15,0-2-67 16</inkml:trace>
  <inkml:trace contextRef="#ctx0" brushRef="#br0" timeOffset="55444.03">13210 5287 76 0,'0'0'2'0,"0"0"-1"16,0 0 2-16,0 0 5 0,0 0 19 15,0 0 4-15,0 0-2 16,0 0-6-16,-27-1-5 16,27-3-9-16,-1 2-4 15,1 1 1-15,0-1-3 16,0-1-3-16,1 0 0 0,3 2-1 15,3 1 1-15,-2 0-2 16,3 0 2-16,-1 0 1 16,5 0 0-16,-2 1-1 15,1 7 0-15,1 0-1 16,-3 2-1-16,1 0-3 16,-5 3 2-16,4-3 2 0,-6 0-2 15,3-2 2-15,-4-2-1 16,0 1-1-16,-1-3 2 15,-1-1 1-15,0-1 1 16,0-2 1-16,0 0-4 16,0 0 11-16,0 0 0 0,0-2-6 15,0-5 4-15,0-1-3 16,0 0 0-16,0-3-5 16,0 1 0-16,4 0 1 15,3-1-2-15,-1 1 2 16,3 1-1-16,0 0 1 0,2 1 3 15,0 3-1-15,2 0-1 16,1 1 0-16,0 3 1 16,2 1 0-16,-2 0-2 15,0 0 1-15,-2 3-1 16,-1 5 2-16,-2 2-2 0,-4-1 1 16,-1 2-1-16,0 0-1 15,-4 0-4-15,0-2 11 16,0 1-5-16,-2-3-1 15,-2-1-1-15,-1-3 2 16,0-1-1-16,0-2 1 0,1 0 1 16,0 0 0-16,1-2 1 15,2-4-2-15,1-2 0 16,0-1-7-16,0-2 5 16,3-2-1-16,6 1-1 15,1 0 3-15,1-1-6 0,3 0 2 16,1 3 2-16,1 2 0 15,-1 1 5-15,-1 2-1 16,0 2-1-16,1 3 0 16,-2 0-1-16,-2 0 0 15,1 5 1-15,-5 2-1 0,1 8 0 16,-3 0 1-16,-1 2-2 16,1 0-20-16,-3 0-26 15,0-3-26-15</inkml:trace>
  <inkml:trace contextRef="#ctx0" brushRef="#br0" timeOffset="55949.88">13860 5229 167 0,'0'0'13'0,"0"0"17"0,0 0-25 0,0 0 5 15,0 0-9-15,-40-19-1 16,25 19 2-16,1 3-3 16,-1 7 1-16,1-1 0 15,1 5 0-15,1-1 0 0,3 2-1 16,2 1 0-16,5-2 0 16,0-1-1-16,2-1-3 15,2-3-4-15,7-2-1 16,4-2 3-16,3-5 5 15,1 0 3-15,0 0-3 0,3-2 4 16,-3-6-3-16,2-3 3 16,-2-1-2-16,-1-2 2 15,-3 0 3-15,-3-1-3 16,0 1 1-16,-1 1-1 16,-5 1 1-16,1 3-2 0,-2 3 1 15,-1-1 11-15,-2 5 13 16,0 0-7-16,0 2-7 15,0 0-7-15,0 0 0 16,-2 7-2-16,-3 3-3 16,4 0 0-16,1 3-1 0,0-2 0 15,0 3-2-15,6-4-7 16,4-1 1-16,3-2-17 16,6-3-3-16,-1-1-21 15,1-3-5-15,4 0-44 16</inkml:trace>
  <inkml:trace contextRef="#ctx0" brushRef="#br0" timeOffset="56498.47">14190 5223 104 0,'0'0'5'0,"0"0"22"0,25-36 14 0,-24 28 4 16,-1 0-13-16,0 1-12 0,0 2-12 16,-3 1-2-16,-8 3 1 15,-1 1-5-15,-4 0 0 16,1 1-3-16,-5 7 0 15,1 3 2-15,2 0 0 16,4 2-1-16,0 0-1 0,8 1 0 16,1-3-6-16,4 0-4 15,0-2-4-15,2-2-8 16,5-3 7-16,4-1 6 16,2-3 9-16,-2 0 3 15,3 0 0-15,-1-4-3 16,-1-5 7-16,-1-1-1 0,-1 2 3 15,0-2 0-15,-5 3 2 16,-1-2 3-16,0 4 0 16,-2 1 0-16,-2 2-4 15,0-1-2-15,0 3 0 16,0 0-6-16,0 0-3 0,0 6-3 16,0 5 1-16,2 2 7 15,-1 4 1-15,0 0-2 16,0 2-1-16,0-1 0 15,-1-1-2-15,0 1-3 16,0-1 5-16,0-1-1 0,0-2 2 16,0-2-4-16,-2-2 6 15,-2-3-8-15,-4-1 6 16,1-2 0-16,-5-2 0 16,1-1 2-16,-3-1-4 15,1 0 3-15,1 0-2 0,-1 0 2 16,5-6-3-16,-1-1 0 15,2-4-5-15,5-1-21 16,2-4-47-16,0-2-51 16</inkml:trace>
  <inkml:trace contextRef="#ctx0" brushRef="#br0" timeOffset="56911.08">14291 5227 78 0,'0'0'94'0,"0"0"-96"16,43 0 4-16,-28 0 0 0,1 0-2 16,-3 1 1-16,-2-1-3 15,-1 0-6-15,-2 0 4 16,-2 0 4-16,1 0 0 16,0-2 4-16,0-2 4 15,-2-2-4-15,-1-2 1 0,0-1-1 16,-3 2 2-16,-1 0 1 15,0 0-4-15,0 1-5 16,-5 0 2-16,-4 2 5 16,1 1 3-16,0 3-4 15,-2 0-5-15,-1 0 4 0,-1 0-3 16,1 11 2-16,-3-2-4 16,1 5 2-16,2 2 0 15,0 2 0-15,4 0 0 16,3 0 0-16,2-2-1 15,2-1 1-15,0 0-2 0,10-3-1 16,2-2 4-16,5-4-1 16,4 0 8-16,0-2-4 15,2-4-3-15,-1 0-40 16,-1-5-63-16</inkml:trace>
  <inkml:trace contextRef="#ctx0" brushRef="#br0" timeOffset="57309.83">12582 5203 210 0,'0'0'17'0,"0"0"20"0,0 0-36 0,0 0-8 0,53-8 3 16,-17 5-14-16,4-2-68 15</inkml:trace>
  <inkml:trace contextRef="#ctx0" brushRef="#br0" timeOffset="59538.03">14973 4837 86 0,'0'0'6'0,"-1"0"16"0,0 4-24 0,1 5 4 0,0 5 3 16,0 7 1-16,0 6 1 15,0 9-5-15,3 5 2 16,5 7-1-16,-5 6 0 15,3 9-1-15,0 5-1 16,-3 3-1-16,3 4 1 16,-1 3 0-16,-3-4-2 0,2-6-8 15,1-7-10-15,-1-11-14 16,3-15-31-16</inkml:trace>
  <inkml:trace contextRef="#ctx0" brushRef="#br0" timeOffset="60511.75">15006 4830 11 0,'0'0'110'0,"0"0"-118"0,0 0 10 0,0 0-2 15,43-14-1-15,-19 11 3 16,8-1 2-16,8-1-3 16,6 1 3-16,8 0-3 15,2-2 1-15,4-2 2 0,3 1-4 16,2-1 1-16,-4 0 0 16,-1-2-1-16,-2-1-4 15,-4 2 2-15,-6 0 10 16,-2 1 6-16,-2 1-2 15,-7 1-6-15,-1 0-1 0,-7 1-3 16,-4 2-1-16,-6 0-1 16,-6 2 1-16,-1 1 0 15,-4 0-1-15,-4 0 0 16,1 0 0-16,-1 1 0 16,-2 4-2-16,0 3-4 0,0-1-1 15,0 0 5-15,-1 2 1 16,0-1 2-16,3 1-1 15,-2 2 0-15,1 2 1 16,1 2-1-16,0 5-1 16,2 4 1-16,-2 6-2 15,2 4 1-15,-2 5 1 0,-1 3-1 16,0 5 5-16,0 2-2 16,-3 3-2-16,0 1 2 15,0 0-2-15,2 0 0 16,0-3 0-16,1-3 0 15,4-6 0-15,-3-6 0 0,0-2 1 16,-2-5 0-16,-1-3-2 16,-1-1 2-16,0-6-1 15,-3 2 1-15,-3-3-1 16,-3-3 0-16,2-1 2 16,-1-2-2-16,-2-2-2 0,-1-2 1 15,0-1 2-15,-3-1 1 16,-3-2-1-16,-2 2 0 15,0-1 0-15,-8 3 0 16,-2-1 0-16,-6 1 0 16,-3 1-1-16,-2-1 1 15,-3 2 0-15,-3-2 0 0,-6 4-1 16,-2-4 1-16,-4 3-1 16,-1-1 0-16,-3 0 0 15,1 0 0-15,3-1 3 16,2-1 1-16,5 0 0 15,2 0-3-15,7-3 0 0,6 0-1 16,5-1-1-16,10 0 0 16,7-3-13-16,8 0-49 15</inkml:trace>
  <inkml:trace contextRef="#ctx0" brushRef="#br0" timeOffset="61653.98">16633 5293 33 0,'-2'0'3'0,"-2"1"-2"0,1-1-1 0,-1 0 1 16,0 0 3-16,-3 0 13 15,4 0 2-15,-4 0 0 16,2-3 0-16,0-1 3 15,-1-1-6-15,2 0-3 16,0 1-5-16,1-3 0 16,1-2-1-16,0 1 6 0,2-1-7 15,0-2 0-15,0 2-2 16,0-2-2-16,4 0-1 16,3-1-2-16,5 1 1 15,-3-2-3-15,6 3-1 16,1-3 6-16,5 2-7 0,3-3 5 15,0 5-3-15,5 1 5 16,0-2-6-16,0 1 1 16,1-1 3-16,3 2 1 15,-2 1 0-15,4 0 4 16,3 0-1-16,2 0-4 0,1 2 3 16,2 1-2-16,-2 1 0 15,1 0 1-15,-1 3-4 16,-1 0 4-16,0 0-2 15,2 0 0-15,0 0 0 16,1 3 1-16,1 3-1 16,1-1 0-16,-4 0 0 0,-1 0 0 15,-2-2 1-15,-2 2-1 16,-2-1 0-16,-2-3 1 16,-1 2 0-16,-3 0 0 15,-2-2 0-15,-1 1 0 16,-4-1 0-16,0-1-1 0,-3 3 2 15,-3-3-2-15,-1 3 0 16,-4-2 1-16,-1 1-2 16,-4-1-5-16,-3-1-14 15,-1 0-32-15,-1 0-26 16</inkml:trace>
  <inkml:trace contextRef="#ctx0" brushRef="#br0" timeOffset="62036.26">17906 4945 64 0,'0'0'15'0,"0"0"-12"0,0 0 7 0,0 0-1 16,39 18 0-16,-30-10-4 15,0 0 1-15,2 1 1 0,-1 0 4 16,2 1 0-16,0 0 4 16,-3 2 5-16,0-1-7 15,0-1-7-15,-4 3-1 16,-1-2-2-16,-4 2 0 0,0 2 1 15,0-3-1-15,-1 4 4 16,-7-1 1-16,-4 2-1 16,-5 2-6-16,-5 2 3 15,-3 0-4-15,-6-1-18 16,-5-3-99-16</inkml:trace>
  <inkml:trace contextRef="#ctx0" brushRef="#br0" timeOffset="69235.53">19057 4992 69 0,'4'-4'3'0,"-2"-2"3"0,-1 4 8 0,0-1 0 16,1-1 2-16,-2 1 3 0,0-1-1 16,0 1 2-16,0-1 1 15,0-1-5-15,-4 3-3 16,1-4-3-16,-1 2-5 16,-4-1-4-16,0 2-1 15,-3 0 0-15,-1 1 2 0,-4 2 1 16,2 0-4-16,-5 0 2 15,2 0 4-15,0 7-5 16,0 2 1-16,2 1 0 16,1 3-1-16,1 1-1 15,2 4 0-15,1-1 0 0,4 2-1 16,1-1 0-16,2 2 0 16,3-3-2-16,0 2 1 15,0-1 0-15,4-4 0 16,3-1 2-16,4-2-2 15,-2-2 1-15,1-3 5 0,1-2 3 16,1-2-5-16,-1-1 4 16,-1-1 3-16,0 0-6 15,1 0 2-15,-1-4-4 16,-3-2 1-16,1 0 4 16,-3 0-4-16,-1-1 0 0,1 0 1 15,-2 3-2-15,-1-2 0 16,-2 2 1-16,0 1 0 15,2 2 0-15,-2-1-1 16,0 2 0-16,0-1 0 16,1 1-1-16,0 0 1 15,-1 0-3-15,0 0 0 0,2 0-7 16,-2 0 3-16,0 0 3 16,0 0 2-16,0 0 0 15,2 0-5-15,-2 0-11 16,0 0-10-16,0 1-3 0,0 1 3 15,0-2 0-15,0 0-37 16</inkml:trace>
  <inkml:trace contextRef="#ctx0" brushRef="#br0" timeOffset="69869.39">19269 5087 184 0,'0'0'20'0,"0"0"10"0,0 0-11 0,0 0-5 0,0 0-5 15,0 0-4-15,0 0-3 16,-10-37-2-16,0 33 1 16,0 0-1-16,-2 1-1 15,-2 3 8-15,1 0-9 16,-3 0 8-16,1 1-7 0,0 6 5 16,3 0-4-16,0 3 0 15,3 3 0-15,1-2-2 16,5 3 0-16,1-3-2 15,2 1 0-15,0 0 1 16,0-1-1-16,6-4 0 16,3 1-1-16,-2-1 2 0,6-4 1 15,0-1 2-15,3-2-2 16,2 0 6-16,0 0-3 16,-2-7-2-16,1-2 1 15,-2-2 1-15,0 0-1 0,-4-2 1 16,0 0 0-16,-2 0 0 15,-4 2 0-15,-1 1 2 16,0 0-1-16,-2 3 3 16,-1 1 3-16,-1 5-3 15,0 1-2-15,0 0-6 16,0 0-1-16,0 4 0 0,0 6 6 16,0 1 1-16,2-1-2 15,3 2-1-15,1-2-2 16,1 0-2-16,2-3 0 15,3-2-14-15,2 0-24 16,-2-5-45-16,1 0-25 0</inkml:trace>
  <inkml:trace contextRef="#ctx0" brushRef="#br0" timeOffset="70132.74">19505 4900 223 0,'0'0'11'0,"0"0"7"0,0 0-17 0,0 0-4 0,0 0 2 16,0 0 0-16,-11 45 2 16,11-27 0-16,0 4 0 15,0-2 1-15,2 1-3 16,1-4 1-16,1 0 2 15,3-1-4-15,-5-4 4 0,2 0-3 16,-3-2-42-16,-1-3-26 16,0-3-71-16</inkml:trace>
  <inkml:trace contextRef="#ctx0" brushRef="#br0" timeOffset="70304.27">19435 5047 297 0,'0'0'4'0,"0"0"-3"15,0 0-5-15,0 0 5 0,0 0-1 16,0 0-2-16,53-20-39 16,-31 16-75-16</inkml:trace>
  <inkml:trace contextRef="#ctx0" brushRef="#br0" timeOffset="71136.25">20044 4947 69 0,'0'0'60'0,"0"0"-40"15,0 0 9-15,0 0-14 16,0 0-2-16,0 0-9 0,0 0-3 16,0 0-2-16,0 0 2 15,-32 5-2-15,29 4 0 16,1 2 0-16,1-1 1 15,1 5-3-15,0-2 2 16,0 1-2-16,1 1 2 0,4-4 1 16,2 0-1-16,5-1 0 15,-4-3-5-15,2-1 10 16,0-4-2-16,2-1 0 16,-5-1 3-16,3 0 0 15,-4 0 7-15,2-1 1 16,-4-4 1-16,3-2-4 0,-4-3-3 15,4 0-1-15,-1 0-2 16,-2 0-2-16,3-1-1 16,-2-2-1-16,1 3 0 15,2 3 1-15,0-1-2 0,-1 2 1 16,4 0 1-16,0 1-1 16,-1 0 1-16,2 3 0 15,0 0-1-15,1 1 1 16,1 1-2-16,-1 0 2 15,3 0-1-15,-4 0 0 16,1 0 0-16,-3 4 0 0,-1 2 0 16,-2-1 0-16,-2 4 0 15,-1-2 0-15,-2 1-2 16,-2-2 1-16,0 3 1 16,0-1 1-16,-2-2-1 15,-4 0 1-15,0-2 7 0,-3 0-7 16,3-1 1-16,-2-3-1 15,0 0-1-15,0 0 3 16,1 0-3-16,1 0 0 16,-4 0-21-16,3-7-89 0</inkml:trace>
  <inkml:trace contextRef="#ctx0" brushRef="#br0" timeOffset="71300.77">20185 4821 274 0,'0'0'-7'0,"0"0"7"0,0 0-16 0,0 0-55 16,0 0-13-16</inkml:trace>
  <inkml:trace contextRef="#ctx0" brushRef="#br0" timeOffset="72296.67">20808 4713 174 0,'0'0'51'16,"0"0"-28"-16,0 0 5 15,0 0-16-15,0 0-8 16,0 0-6-16,0 0-6 0,0 0 11 16,0 0-4-16,14 27 1 15,-2-4 1-15,-2 1-1 16,1 2 1-16,-1 1 1 16,1-3-2-16,-3 0 0 15,-2-3 0-15,2-2 0 0,-4-2 0 16,0-3 1-16,-1-3-2 15,-1-2 2-15,0-3-1 16,-2-2-3-16,0-1 0 16,0-3 2-16,0 0 7 15,0 0-2-15,0 0-1 16,0-6-1-16,0-1-1 0,-2-2 0 16,2-2 1-16,0 0-4 15,0-2 0-15,0 2 3 16,0-1-2-16,3 2-2 15,4 0 0-15,2 2 2 16,1-1 0-16,3 2 1 0,1 3-3 16,1 0 5-16,2 1-2 15,1 3-2-15,1-2 4 16,-4 2-2-16,0 0-2 16,-2 2 2-16,-5 4 0 15,0 1 0-15,-4 2-1 0,0 3 0 16,-1-1 1-16,0 1 0 15,-1-1 0-15,0-1 2 16,0 0-2-16,2-2 2 16,-1-1-2-16,1-1-2 15,2 1 1-15,-1-3 1 0,6 1 1 16,-3-5 2-16,3 3-1 16,2-3 0-16,0 0 0 15,1 0 0-15,-1-3-2 16,1-3 2-16,-2-2 0 15,0-1-1-15,-1-1 0 0,-2-2 0 16,-2 1-1-16,-2 2-2 16,1 0-1-16,-6 1 2 15,0 3 2-15,0 1-2 16,0-2 0-16,0 5-2 16,0-2 3-16,0 3 5 0,0 0-3 15,0 0-5-15,-3 0 2 16,1 4-1-16,2 5 1 15,0-1-1-15,0 1 0 16,0 1 0-16,0 0-2 16,8-2 3-16,-1 2 2 0,1-4-1 15,3 2 2-15,2-5 0 16,0-3-35-16,-1 0-87 16</inkml:trace>
  <inkml:trace contextRef="#ctx0" brushRef="#br0" timeOffset="72460.77">21353 4739 259 0,'0'0'2'0,"0"0"-1"0,0 0-1 0,0 0-15 0,0 0-61 16,0 0-3-16</inkml:trace>
  <inkml:trace contextRef="#ctx0" brushRef="#br0" timeOffset="72844.33">21694 4868 195 0,'0'0'16'0,"0"0"4"15,0 0-16-15,0 0-5 16,0 0-6-16,0 0 9 0,-41-20-2 16,26 20 2-16,-1 0 3 15,2 0-4-15,-1 0 0 16,0 6 0-16,1 0 0 15,2 2 2-15,2 3-2 16,2 1-1-16,6-1-2 0,0-1-1 16,2 2 2-16,0-2-2 15,3-2 4-15,8-3 4 16,4 0 2-16,-1-2-1 16,3-3-4-16,2 0 6 15,1 0-8-15,0 0 0 0,0-6-36 16,-3-4-48-16,-1-6-27 15</inkml:trace>
  <inkml:trace contextRef="#ctx0" brushRef="#br0" timeOffset="73215.24">21640 4559 161 0,'0'0'16'15,"0"0"3"-15,0 0-11 16,0 0-14-16,0 0 3 16,0 0 4-16,0 0 1 0,0 39-1 15,2-20 2-15,1 2 0 16,1 2 3-16,2-2 2 15,-1-1 4-15,2 1 1 16,-2-1 0-16,0 0-8 16,0-1-3-16,0 2 2 0,-1-3 2 15,1 1-4-15,-1-4-2 16,-1 1 1-16,0-2 0 16,0-1-1-16,0-2 2 15,0-2-2-15,1-1-9 16,2-2-31-16,-3-3-50 15</inkml:trace>
  <inkml:trace contextRef="#ctx0" brushRef="#br0" timeOffset="73805.09">21853 4840 258 0,'0'0'19'0,"0"0"11"0,0 0-7 16,0 0-9-16,0 0-5 15,0 0-10-15,0 0-3 0,0 0 1 16,0 0 3-16,0 0 1 15,0 0-1-15,4 40-4 16,2-31 4-16,-2 0-2 16,3-2-2-16,1-1 3 15,1-3 0-15,1 1-6 0,1-4-10 16,-1 0-11-16,-1-2-56 16,0-9-102-16</inkml:trace>
  <inkml:trace contextRef="#ctx0" brushRef="#br0" timeOffset="73967.78">21931 4699 253 0,'0'0'30'0,"0"0"-21"16,0 0-4-16,0 0-5 15,0 0-2-15,0 0-22 0,0 0-44 16,0 0 4-16,-16-10-9 15</inkml:trace>
  <inkml:trace contextRef="#ctx0" brushRef="#br0" timeOffset="74453">22040 4811 75 0,'0'0'234'0,"0"0"-233"16,0 0-7-16,0 0 4 15,0 0 3-15,0 0-1 16,0 0-2-16,0 0 0 16,17 29 1-16,-14-19 2 0,2 0-1 15,-1-2 0-15,-1 3 0 16,1-3-1-16,2-3 0 15,-3 0 1-15,1-3 0 16,1 1 0-16,-2-3-2 16,0 0 0-16,0 0 1 0,1-2-1 15,-1-5-7-15,-1-2-5 16,2-3 5-16,2 0 6 16,1-1 4-16,2-2-3 15,-2 4 1-15,2 0 0 16,2 1 1-16,-2 2 5 0,1 1 6 15,1 2-2-15,-1 2-6 16,4 1-1-16,-3 1 0 16,0 1-1-16,2 0-1 15,-3 2-1-15,0 3 1 16,-3 4 0-16,0-1 0 16,-4 1-3-16,-1 1-3 0,2-1-16 15,0-3-35-15,1-1-42 16</inkml:trace>
  <inkml:trace contextRef="#ctx0" brushRef="#br0" timeOffset="75235.12">22543 4705 134 0,'0'0'55'0,"0"0"-44"0,0 0 0 0,0 0 3 16,0 0-8-16,0 0-5 16,0 0 5-16,0 0-5 15,-47-33 1-15,34 33-2 16,0 0 1-16,-2 3-2 0,2 4 2 16,0 0 0-16,3 3 0 15,2 0-1-15,1-1-1 16,2 0-1-16,5 0-2 15,0 0 2-15,0-2-1 16,0-2 2-16,4 1-2 0,4-2 6 16,0-1-3-16,2-3 9 15,2 0-7-15,0 0 0 16,-1 0 2-16,0-2-1 16,1-3 2-16,-2-2 4 15,0-2-2-15,-1 1 2 0,1-1-2 16,-2-1-4-16,-4 1 0 15,1 0 0-15,-1 3-3 16,-2-1 2-16,-1 3-2 16,-1 1-2-16,0 3 3 0,0-1-1 15,0 1 1-15,0 0 2 16,0 0-8-16,0 0-6 16,0 4 8-16,2 4 4 15,2 1-2-15,-1 2 0 16,1 1 0-16,1-1 0 15,3 5 1-15,-3-1-2 0,2 2 2 16,0 1-1-16,1-2 1 16,-3 3 0-16,-1 1 0 15,3 0-1-15,-6 1 1 16,1-1 0-16,-2 3-4 16,0-1 0-16,0 1 6 15,-6-3-2-15,-2 1-1 0,1-1 4 16,-2-4-5-16,0-2 3 15,-1-4-4-15,1 0-1 16,-1-5 1-16,2-2 9 16,3-1-3-16,0-2 3 0,1 0 0 15,1-3 10-15,1-6-3 16,1-2-4-16,1-3 1 16,0-3-6-16,0-2-2 15,8-2 0-15,1 0 0 16,5-1-3-16,1 4-11 15,3-2-16-15,-1 2-35 0,-1-1-101 16</inkml:trace>
  <inkml:trace contextRef="#ctx0" brushRef="#br0" timeOffset="76514.58">19418 4850 25 0,'2'0'52'0,"-1"2"-38"0,3-1-1 0,-2 1-6 0,-1 0 1 16,0 2-2-16,1-1-1 15,-1 3 1-15,-1-1-1 16,0 4-1-16,0-2-2 15,0 2 0-15,0 2 2 16,0 1 1-16,0 4-1 16,0 0 1-16,1 2-2 0,1 2-2 15,1 0-1-15,-1 1 0 16,1-3 2-16,2-3 1 16,1-1 4-16,-2-4 5 15,1 1 1-15,1-5-5 16,-4 0-5-16,1 1 1 0,0-1-3 15,-1-1 1-15,0-2 0 16,0 0-2-16,-1 0 1 16,1-2-1-16,0 2 3 15,1-3 2-15,0 3 1 16,0-3 3-16,3 0-2 0,1 0-4 16,0 0 7-16,1 0-6 15,3 0-3-15,-2 0-1 16,1 0 0-16,0-3 1 15,0 0-2-15,-2 0-1 0,1 1-2 16,-1 0-6-16,-1-1-15 16,-3-1-36-16,-2 0-47 15</inkml:trace>
  <inkml:trace contextRef="#ctx0" brushRef="#br0" timeOffset="77014.31">19405 4975 82 0,'0'0'22'0,"0"0"-12"0,0 0-2 16,0 0-6-16,0 0 3 15,0 0 2-15,0 0 3 0,0 0-5 16,0 0-6-16,0 0 5 16,0 0 2-16,0 0 4 15,44-12 0-15,-28 9 9 16,2-1-1-16,0 0-4 15,5 1-2-15,5 0-4 0,-1-1-5 16,1 1-3-16,1 2 2 16,-2-2-29-16,-2-1-58 15</inkml:trace>
  <inkml:trace contextRef="#ctx0" brushRef="#br0" timeOffset="78927.97">12726 5122 106 0,'0'-4'20'0,"0"0"19"0,0 4-12 16,0-3-15-16,0 3-8 15,0-2-3-15,0 1-5 0,2 0 7 16,-1 1 1-16,2 0-4 16,-2 0-8-16,-1 0-36 15,0 0 1-15,0 4 3 16,-1-1 5-16,-3 4 39 16,0-4 0-16,-1-2 21 15,2 1 25-15,2-2-2 0,-1 0-8 16,2 0-18-16,0 0-9 15,0 0-11-15,0 0-5 16,0 0-13-16,9 0 11 16,5 0 3-16,8 0 4 0,9-5 6 15,12-3-1-15,9-4-3 16,12-3-1-16,7-2-3 16,5-9-83-16</inkml:trace>
  <inkml:trace contextRef="#ctx0" brushRef="#br0" timeOffset="81126.03">11667 3212 74 0,'0'0'9'0,"0"0"-4"0,0 0 1 0,0 0 6 15,0 0 7-15,0 0 4 16,0 0-4-16,0 0-3 0,0 0-9 15,0 0-5-15,0 0-3 16,0 0-1-16,0 0 1 16,-6 7 1-16,5 5 0 15,0 0 1-15,1 3-2 0,0 0 1 16,0 1 0-16,0-2 0 16,0 2 1-16,0-3-1 15,0 1 1-15,0-3 0 16,0 2-1-16,0-2 1 15,0 2 0-15,0 0 2 0,-2-1-4 16,-1-3-39-16,-2-5-41 16</inkml:trace>
  <inkml:trace contextRef="#ctx0" brushRef="#br0" timeOffset="81595.69">11792 3087 113 0,'0'0'-3'0,"0"0"6"0,0 0-1 0,0 0 4 0,0 0 7 16,0 0 1-16,0 0 0 15,43 0-4-15,-32 0-5 16,-4 3-2-16,2 7-1 15,2 1 0-15,-2 4-2 16,2 0 0-16,1 3 0 16,-2 1 0-16,-1 1 0 0,-1 1 0 15,-2-1 1-15,-2 0 0 16,-4 3 3-16,0 1 1 16,-2 4-2-16,-14 1 0 15,-3 6-1-15,-8 6 3 16,-5 5-1-16,-9 1 0 0,-1-2-65 15</inkml:trace>
  <inkml:trace contextRef="#ctx0" brushRef="#br0" timeOffset="83773.77">11897 5328 54 0,'0'0'36'0,"0"0"-30"0,0 0-6 0,0 1 3 15,0 1-2-15,0-1 1 16,0 3-3-16,0 1 6 15,0-1-1-15,-3-1-1 16,0 2 0-16,0-1 4 0,-1 0 2 16,0 0-2-16,-1-2-4 15,1 2-3-15,-3-1 0 16,2-2 0-16,1 2 0 16,0-2 2-16,2-1-1 15,1 0 0-15,-1 0 1 0,2 0-2 16,0-4-2-16,0-3 6 15,0 0-5-15,2 0 0 16,5 0 1-16,-1-2-2 16,4 2 2-16,-2 0-1 15,2 1-2-15,3 2 5 16,-2-3-4-16,-3 3 4 0,2 1-7 16,-1 0 5-16,-3 2-1 15,1-1 3-15,-1 2-1 16,4 0-1-16,-5 0 3 15,3 0-2-15,-3 3 1 16,2 3 0-16,-3 2 0 0,-1 1 0 16,0-1 0-16,0 2 1 15,-3 2-1-15,0-1 1 16,0 0 0-16,0-1-1 16,0 0 0-16,-3 0 0 15,-1-1-1-15,0 0 2 0,-5-1 0 16,4 1 0-16,-3 0-1 15,1 0 0-15,-1-2-2 16,2 1 2-16,0-3-3 16,1-1 3-16,1-1-2 0,-3 0 1 15,0-2 1-15,1 1 2 16,-1-2-2-16,0 0-1 16,0 1 0-16,-1-1 1 15,3 0-2-15,-3 0 1 16,5 0-1-16,-1 0 1 15,1 0 0-15,1 0 0 0,2 0-2 16,0 0-1-16,0-3 1 16,0 1 2-16,0 0-1 15,0-3-3-15,0 1 3 16,5 1-1-16,-1-1 0 16,-1-1 1-16,1 2-3 0,2-1 6 15,-3-1-3-15,1 3 0 16,3 0 0-16,-2-1 0 15,1 0 0-15,0 3 0 16,1 0 0-16,0 0 0 16,-4 0 0-16,3 0 0 0,-2 0 0 15,-1 0 0-15,1 3 0 16,0 1 0-16,-1-1 0 16,1 0-2-16,1 1 2 15,-3-1-1-15,1 1 1 16,1 0 0-16,0-1 1 0,0 0 1 15,1 1-2-15,2-2 2 16,-2 1 1-16,1 0-1 16,1-2 2-16,2 2 0 15,-2-2-1-15,1-1 2 16,-1 0-1-16,3 0 2 0,0 0 2 16,-3 0-3-16,3-1 0 15,2-4-1-15,-3 0-3 16,0 1 0-16,2-1 0 15,-2 1 0-15,-3-1 0 16,4 0 0-16,-3 1 1 16,1-1-2-16,-3 0-13 0,4 1-24 15,-6-2-44-15</inkml:trace>
  <inkml:trace contextRef="#ctx0" brushRef="#br0" timeOffset="84798.68">12132 5149 33 0,'-2'0'9'0,"2"0"-6"0,0 0 8 16,-2 0 0-16,2 0-5 0,0 0-2 15,0 0 3-15,0 0-12 16,0 0 5-16,2 0 2 15,4 0-4-15,-2 0 0 16,4 0 4-16,3 0 3 16,-4 0-4-16,6 3 5 15,-2 0-1-15,0 1 0 0,3 0 2 16,1 3-2-16,-1-2 1 16,1 5-2-16,1-2-2 15,-2 3 1-15,2 2 1 16,-3 2 1-16,1 2 0 15,-3 4 2-15,1 0-2 0,-5 4-2 16,0 0 0-16,-3 4 4 16,-1-1-2-16,-1-1-4 15,-2-2-1-15,0 1 1 16,0-2 1-16,-2 2 0 16,-3-2 2-16,-4 4-3 0,0-1 0 15,0 2 0-15,-1-1 1 16,0 2 0-16,-1-4-1 15,0-1 0-15,-1-2 0 16,4-5-1-16,-1-3 1 16,-1-3-1-16,4-3 2 0,-2-4-1 15,3 1 1-15,-2-2-2 16,2-1 1-16,-1-1 0 16,1-1 0-16,1-1 0 15,2 0 0-15,-4 0 1 16,2 0 2-16,0 0-1 15,0 0-1-15,0 0 1 0,1 0 1 16,-1 0 0-16,-2 0 2 16,3 0 1-16,0 0-3 15,1 0-3-15,2 0-1 16,-2 0-19-16,-2 0-44 0,-1 0-96 16</inkml:trace>
  <inkml:trace contextRef="#ctx0" brushRef="#br0" timeOffset="131454.78">19919 2098 33 0,'0'0'0'0,"0"0"2"0,0 0 9 16,0 0 0-16,0 0 2 0,0 0 2 16,0 0-6-16,0 0-2 15,0 0 0-15,0 0-3 16,0 0-1-16,0 0-2 16,0 0 0-16,37-36-1 15,-29 30 0-15,1 2 3 0,0-2-3 16,1 2 2-16,2-2-1 15,-3 2 2-15,4 0-1 16,-1-1 7-16,0 0-5 16,2 1 3-16,-1 0 0 15,2 2-2-15,-1-1-3 0,1 1 1 16,0 2-2-16,-2-1 0 16,0 1 0-16,-3 0 1 15,0 0-1-15,-2 0 0 16,1 4-1-16,-2 0 0 15,1 2 1-15,1 4-1 0,-3-1 0 16,1 1 0-16,0-2 1 16,2 4-1-16,-3 0 2 15,1 1-1-15,0-1 0 16,2 0-1-16,-4 2 1 16,1-1-1-16,-2 1 1 0,-1 2-1 15,1-2 2-15,-2 2-1 16,-2 2 0-16,0 2 0 15,0 3 2-15,0 3-3 16,-2 5 2-16,-4 2 0 0,-1 5 2 16,-2 2-2-1,-2 3-1-15,1 3 0 0,2 1 0 16,-3-3 1-16,4 6-1 16,2-5 0-16,2-2-1 15,2-6 1-15,1-2 1 16,0-5-2-16,1-6 1 15,4 0 0-15,2-5 0 0,1-2 1 16,-1-3-2-16,0 0 1 16,1-5 1-16,3 1-1 15,-3-5-1-15,2 2-2 16,2-4 1-16,-2 0-1 0,1-1-6 16,-2-2-1-16,-2 1 3 15,-3 0 3-15,-1-1 3 16,-2 2 0-16,-1-1-1 15,0 2-4-15,-1 0 9 16,-4 3-3-16,-3 2 0 16,2 1-1-16,-2 2 1 0,3 2-1 15,-1 1 1-15,2 3-1 16,2-1 0-16,1 2 1 16,1-1-1-16,0-1 0 15,0 2 1-15,0 0 1 16,5 1-1-16,1 3 1 0,-2 0 1 15,1 0-1-15,1 3 3 16,0-1 0-16,2 2-1 16,-3 1-2-16,1 0 1 15,0 1 0-15,0 1-2 0,-2 0 2 16,-2 1-1-16,-2 0 1 16,0-1 1-16,0 0 0 15,0 0-2-15,0-2 0 16,0-2 0-16,0-1 1 15,-5-6-1-15,2-1 6 16,0-2 2-16,0-5-2 0,-3 1 0 16,0-3 0-16,-3 0-1 15,-5 0 1-15,-4-2 1 16,-5 4-6-16,-5 0-2 16,0-2-2-16,-1 1-2 15,0 0-8-15,2-5-15 0,0-4-52 16</inkml:trace>
  <inkml:trace contextRef="#ctx0" brushRef="#br0" timeOffset="132088.32">21346 2445 116 0,'1'-4'16'0,"-1"-2"-3"0,0 3-5 0,0 2 4 16,0-2 1-16,-2 2-7 16,-3-1 0-16,-5 2-3 15,-2 0-3-15,-3 2 2 16,-3 6-2-16,-1 5 1 16,-2 3-1-16,-2 1 0 0,3 1 2 15,2 2 1-15,2-2 4 16,5 1-2-16,3-2 0 15,5 0 0-15,1-1 0 16,2-3-1-16,0-2 1 16,0-1-3-16,6-2 3 0,5-5 4 15,6 0 3-15,2-3-1 16,6 0-4-16,2 0-2 16,2-6-4-16,4-2 0 15,-1-1-2-15,-1-2-19 16,0-2-49-16,-6 2-47 0</inkml:trace>
  <inkml:trace contextRef="#ctx0" brushRef="#br0" timeOffset="132678.72">21532 2485 121 0,'0'0'8'0,"0"0"9"16,0 0-6-16,0 0-11 0,0 0 1 16,0 0-1-16,0 0 1 15,0 0 0-15,43 28 1 16,-34-15 1-16,0 3-2 16,1-2 3-16,-2 0-1 15,-2-1-2-15,-1-3 0 0,-1-1-1 16,-4-4 1-16,0 1-1 15,0-5 1-15,0 1-2 16,0-2 0-16,-4 0 4 16,-2-2-3-16,-2-5 1 15,2-4-1-15,-3-2 0 0,5-1 0 16,2-3 0-16,2 2 0 16,0 1-1-16,0 4 1 15,3 2 2-15,2 1 5 16,2 4 5-16,-1 2-7 15,2 1-5-15,4 0 4 16,2 4-3-16,0 4 0 0,5 2 0 16,2 0 0-16,-4-4-1 15,4-1 1-15,-3-3 0 16,-1-2 9-16,-3 0 18 16,0-3-4-16,-3-5-9 0,0-2-1 15,-5-5 6 1,-2 0 2-16,-1-4-3 0,-3-2-3 15,0-2-4-15,0 1-7 16,-4 2-3-16,-2 2-2 16,3 3-1-16,-4 4 2 15,4 5-6-15,1 5-13 16,-3 1-13-16,1 5-31 0,0 7 1 16,2 3-31-16</inkml:trace>
  <inkml:trace contextRef="#ctx0" brushRef="#br0" timeOffset="132971.07">21957 2441 77 0,'0'0'4'0,"0"0"-2"0,0 0 0 0,0 0 5 16,0 0 4-16,0 0 2 15,0 0-8-15,0 0-3 16,36 4 0-16,-30 8 2 16,0 0-1-16,0 4-1 15,-3-2-1-15,1 1 0 0,-2-3-1 16,0-1-2-16,-2-2 1 16,0-2-4-16,0-4-1 15,0 1-4-15,0-4-7 16,0 0-6-16,-3 0 11 15,-2 0-48-15</inkml:trace>
  <inkml:trace contextRef="#ctx0" brushRef="#br0" timeOffset="133243.2">21987 2476 70 0,'0'0'15'0,"0"0"12"0,0 0-5 16,0 0-9-16,0 0-10 15,0 0-2-15,0 0 0 16,0 0 4-16,29-10 1 15,-18 15 1-15,2 1 0 16,-2-1 3-16,1-2 5 16,-3 0 5-16,-1-3 6 0,-1 0-5 15,2 0 0-15,-4-2 7 16,3-6-6-16,-3-1 1 16,3-5 6-16,-2-6-12 15,2-5 4-15,-5-2-3 16,3-3-6-16,-2 0-8 0,-2 0-5 15,-2 3-9-15,0 2-64 16,-2-1-56-16</inkml:trace>
  <inkml:trace contextRef="#ctx0" brushRef="#br0" timeOffset="134501.14">22770 4324 97 0,'0'0'-12'0,"0"0"15"0,0 0 4 0,25-38 1 16,-22 29 6-16,-1-2 8 0,-2 0 0 15,0 1-3-15,0 1 0 16,-1-1-4-16,-3 2-1 15,-1 1-5-15,2 1-5 16,0 0-1-16,1 2 0 16,2 0 0-16,0-1 2 0,2 1-1 15,9 3-5-15,1-3 0 16,5 1 1-16,1 1 0 16,-1 1 1-16,2 1-1 15,-4 0 0-15,-1 4 1 16,-1 7-1-16,-3 5-1 0,-3 3 1 15,-1 3-3-15,-4 4 2 16,0-2-1-16,-2 3 3 16,0-2-1-16,0 0 0 15,-5-3 0-15,3-2 1 16,-1 0 0-16,3-3-1 0,0-2 0 16,0 0 1-16,2-5-2 15,6 1-1-15,2-2 2 16,0-5 0-16,2 1 0 15,1-4 1-15,-2-1-1 16,-1 0 1-16,-1 0-1 0,-3 0 2 16,-2 0-2-16,-2 0 0 15,-1 0 0-15,0 0 0 16,-1 6-1-16,0 4-2 16,0 5 2-16,0 5 2 15,0 3 0-15,0 5-1 16,3 0 1-16,3 2-1 0,2 0 0 15,3-3 0-15,2 0 0 16,0 0-1-16,-1-3 1 16,1 2 0-16,-2-5 1 15,-4 3-1-15,2-4 0 16,-6 0 0-16,-1 0 0 0,-2-2 0 16,0-2 1-16,-12-2-5 15,-7-1 3-15,-6 1 6 16,-5-4-5-16,-3 1-1 15,-1-2 3-15,3-2-7 16,2-1-9-16,7-5-34 0,7-1-28 16</inkml:trace>
  <inkml:trace contextRef="#ctx0" brushRef="#br0" timeOffset="134984.63">23587 4523 27 0,'0'0'51'0,"0"0"-30"0,0 0 5 0,0 0-4 16,0 0 1-16,0 0-13 0,0 0-7 15,-42-27-2-15,30 27 0 16,1 0 0-16,-3 7 2 15,3 3 1-15,-2 3 3 16,-1 1-1-16,4 3-1 16,1 0-2-16,2 2 1 15,2-4 0-15,3 1-1 0,2-5 1 16,0-1-1-16,2 0 3 16,8-5 1-16,3-1-1 15,2 0-2-15,5-4 0 16,3 0 1-16,2 0-3 0,0 0-6 15,0-4-47-15,-4-4-51 16</inkml:trace>
  <inkml:trace contextRef="#ctx0" brushRef="#br0" timeOffset="135554.76">23700 4563 84 0,'0'0'38'0,"0"0"-6"15,0 0 1-15,0 0-28 16,0 0-7-16,0 0 3 16,0 0 0-16,0 0 0 0,0 0-1 15,1 30 0-15,1-16 2 16,0-3-2-16,-1 2 1 16,1-5-1-16,-2 1 0 15,1-5 2-15,0 0-2 16,-1-3 0-16,0-1 4 0,0 0 26 15,0-2-12-15,-3-5-17 16,-2-6 1-16,1-1-2 16,0-1 0-16,3-4-1 15,1 3-1-15,0 1 1 16,0 1 0-16,1 4 1 0,5 3-3 16,0 4 0-16,2 0 3 15,0 3-3-15,2 0 5 16,0 5-3-16,1 7 2 15,2 2 0-15,-1 3-1 16,3 0 0-16,-2 1 0 0,2-3 0 16,-1-1 0-16,-1-6 0 15,-1 1-2-15,-2-5 0 16,-3-4 12-16,2 0 6 16,-3 0 2-16,-1-7 11 15,0-4-4-15,0-5-10 0,1 0-6 16,-5-5-5-16,1 0-1 15,0-2-2-15,-1 3 0 16,-1 1-1-16,0 3-4 16,0 2 4-16,0 5-15 15,0 2 4-15,0 7-12 0,0 0-9 16,0 0-48-16,0 4 11 16,0 3-62-16</inkml:trace>
  <inkml:trace contextRef="#ctx0" brushRef="#br0" timeOffset="136174.87">24042 4510 99 0,'0'0'5'0,"0"0"2"0,0 0 4 0,0 0-3 0,0 0 2 0,0 0 0 15,0 0-8-15,0 0-1 16,0 0 3-16,38 6-2 16,-33 5 2-16,-1 2-1 15,-1 3-1-15,2-2 1 0,-3 0-2 16,0 0 0-16,0-2 0 16,0-1-1-16,-2-4 0 15,0-1 0-15,0-3 0 16,0-3 0-16,0 0-2 15,-2 0 5-15,-5-2-2 0,0-5-2 16,-2-4 1-16,5-1 0 16,-2-3-3-16,5-1-2 15,1 2 0-15,0-2 1 16,0 3 3-16,3 1 1 16,3 3 0-16,0 4 2 15,1-1 2-15,1 4 1 0,0 1-1 16,3 1-2-16,0 0-3 15,1 3 3-15,1 8-2 16,2 1 1-16,1 2 0 16,0 6 2-16,-3-2 0 0,1 2 0 15,-1 0-1-15,-1-3 1 16,-2-3-2-16,-2-2 0 16,0-5 4-16,-2-2 1 15,-1-2 9-15,0-3 15 16,-1 0 6-16,1-3 4 0,1-7-20 15,-2-7-6-15,-1-4 1 16,-1-6-2-16,-1-3-4 16,-1 0-2-16,0-4-4 15,0 3-3-15,0 4-5 16,0 1-27-16,0-2-42 0,0 0-118 16</inkml:trace>
  <inkml:trace contextRef="#ctx0" brushRef="#br0" timeOffset="141006.51">21992 2445 14 0,'0'-4'74'0,"0"1"-63"0,0 0 7 16,0-1-1-16,0 0 2 15,0 1-6-15,0 0-3 16,0 0 0-16,0-1-3 15,0 4-2-15,0-2 0 0,0 0-2 16,0 2 1-16,0 0-3 16,0 0 3-16,0 0-2 15,0 0-2-15,0 0 0 16,0 0-2-16,-1 0 1 16,1 0 0-16,0 4-1 0,0 2 1 15,0 1 1-15,0-1 1 16,0 2 0-16,0 2 1 15,0-2-2-15,0 1 1 16,0-1 0-16,0-2-2 16,0 1 2-16,0 0-1 15,0 0 0-15,0-1 0 0,0 1 1 16,0-3 0-16,0 2-1 16,0 0-1-16,0-1 1 15,0 1 1-15,0 0-2 16,0-2 1-16,0 0 1 15,0 1 0-15,-1-1-1 0,0 0-1 16,0-1-15-16,0-2-39 16,0-1-21-16</inkml:trace>
  <inkml:trace contextRef="#ctx0" brushRef="#br0" timeOffset="141383.6">22013 2448 13 0,'0'0'3'0,"0"0"-2"0,0 0-2 0,0 0-15 0</inkml:trace>
  <inkml:trace contextRef="#ctx0" brushRef="#br0" timeOffset="145290.13">22550 2441 148 0,'-3'0'-8'0,"-1"0"27"0,2-1 21 0,1-1-16 0,0-1 0 15,1 1-7-15,0 0-3 16,0 2-3-16,0 0-6 16,0-3-6-16,0 3 0 15,1 0-1-15,9-3 0 0,4 1-2 16,5-1 4-16,6 0-1 15,4-1 4-15,4 1-3 16,0-1 4-16,2-1-3 16,0 2-1-16,-4 3 2 15,-1-2-2-15,-4 2-15 0,-2 0-48 16,-3-3-41-16</inkml:trace>
  <inkml:trace contextRef="#ctx0" brushRef="#br0" timeOffset="145624.76">23183 2248 144 0,'0'0'4'0,"0"0"24"16,0 0 2-16,0 0-10 16,0 0-9-16,0 0-5 0,0 0-1 15,0 0 0-15,37-16 0 16,-21 23-1-16,2 2-1 16,3 0-2-16,1 3 0 15,-1-1 0-15,-1-1 0 16,-1 0 0-16,0-1-1 15,-2-1-3-15,0-2-16 0,0-3-28 16,-1-3-32-16,-2 0-30 16</inkml:trace>
  <inkml:trace contextRef="#ctx0" brushRef="#br0" timeOffset="146000.64">23508 2194 94 0,'0'0'6'16,"0"0"16"-16,0 0 4 16,0 0-8-16,0 0 7 15,0 0 0-15,0 0-18 16,0 0-13-16,0 0 4 0,6 11 2 15,-11 1 6-15,1 3-6 16,-1 1 0-16,-2 1 2 16,1 0 1-16,-4 1 9 15,1 2 2-15,0 3-4 16,0 0-1-16,0 0-3 16,1-2-2-16,1 1-2 0,1-2-1 15,2-1 0-15,-4-1 0 16,4-1-1-16,3 2 2 15,-1-1-7-15,2-2-28 16,0-6-54-16,0-6-5 16</inkml:trace>
  <inkml:trace contextRef="#ctx0" brushRef="#br0" timeOffset="146472.75">23613 2398 12 0,'0'0'45'16,"0"0"-41"-16,0 0 13 0,0 0-3 16,38 3 2-16,-27-3 0 15,-1-3-5-15,0-1-2 16,-1-3-4-16,0 0 0 15,-2 0 3-15,0-2-2 16,-2-1 0-16,-1 2-2 0,-1-1 2 16,-2 0 1-16,0 1 3 15,-1 0-6-15,0-1 0 16,0 2-1-16,-5 3-5 16,0-1 0-16,-3 3 0 15,-1-1 0-15,-1 3 6 16,-2 0 1-16,-2 4-4 0,-2 6-3 15,3 3 2-15,-3 4 0 16,3 1 1-16,2 1-1 16,3-1 3-16,3-1-1 15,2-1-1-15,0-2 2 0,3-1-2 16,0-2-2-16,0-1 0 16,6-1-1-16,4-2 0 15,4-3 1-15,3 0 2 16,4-2-27-16,2-2-37 15,1-3-46-15</inkml:trace>
  <inkml:trace contextRef="#ctx0" brushRef="#br0" timeOffset="146999.07">23960 2232 84 0,'0'0'-1'0,"0"0"5"0,0 0-5 0,0 0 1 0,0 0 0 16,0 0 1-16,0 0 7 15,0 0-7-15,0 0 2 16,-40 0 2-16,33 7 1 15,-4 2-1-15,4 2-3 0,1 0 1 16,1 0-1-16,1 1-1 16,2-2 0-16,2 0-1 15,0-1 0-15,0-1 0 16,2-1 4-16,6-1 4 16,1-1 4-16,1 0-8 0,3 1 2 15,0-1 1-15,-1 1-7 16,0 1 2-16,0-1-1 15,1 2 4-15,0-1 1 16,1 0 2-16,-3-2-3 16,-3 3-4-16,2-1 4 0,-4-1-4 15,-1 1-2-15,-2-3 3 16,-1 2-2-16,-2-2 1 16,0 1 1-16,0-3-2 15,-1 1 3-15,-7 2 1 16,-1-1 1-16,-5 0 1 15,1-1-13-15,-3 1-11 0,4-4-15 16,0 0-17-16,3 0-34 16</inkml:trace>
  <inkml:trace contextRef="#ctx0" brushRef="#br0" timeOffset="147340.72">23988 2303 94 0,'0'0'6'0,"0"0"19"0,0 0-3 16,0 0-1-16,0 0-1 0,0 0-3 15,0 0-5-15,0 0-10 16,0 0-3-16,0 0 1 16,-22 32 1-16,13-11 5 15,-1 4 0-15,-3 1-2 0,3-2-1 16,-1 2-2-16,-3-5 0 16,2-1 0-16,0-2 1 15,1-3-2-15,-1-3-12 16,1-4-40-16,4-6-58 15</inkml:trace>
  <inkml:trace contextRef="#ctx0" brushRef="#br0" timeOffset="148935.2">23987 1927 83 0,'0'0'0'0,"0"0"9"0,0 0 1 0,0 0 2 16,-27-36-1-16,20 28-1 15,1-1 1-15,-1 1 10 16,0 0-2-16,1 1-2 16,-1 1-5-16,0 0-6 15,-2 0-3-15,2 0-2 0,-3 2 0 16,0-2-1-16,0 2 0 15,0 1 1-15,-4 1 0 16,1 0 2-16,-1-1 1 16,1 2 0-16,-1-2 1 0,0 3-1 15,0 0-1-15,-2 0-2 16,3 0-1-16,-6 0 1 16,2 0-1-16,-3 0 0 15,-2 4 0-15,-1 2 0 16,1 1-1-16,-4 2 1 15,2-1 0-15,0 3-1 0,0-1 2 16,-1 2 0-16,-2-1-1 16,2 2 0-16,-1-2 0 15,3 2 0-15,2 0 0 16,0 0 0-16,2-1 0 16,2 1 0-16,-3 3 0 0,3-2 0 15,1 3 0-15,0 1-1 16,0 1 1-16,-1 1 0 15,2 1 0-15,1 2 0 16,-2 0 1-16,1 1-1 16,1 1 1-16,-1-1 0 0,1 2 0 15,1-2 0-15,-1 2 0 16,2-1 0-16,2 2-1 16,2-1 2-16,0-2-2 15,3 1 0-15,3-2 0 16,-1 0 0-16,3-3 0 0,0 1-2 15,0 0 1-15,0-2 1 16,5 2 0-16,0-3 0 16,3 2 0-16,-1-1-1 15,1-2 2-15,4 4-1 16,-1-3 1-16,0 3 1 0,0-1-2 16,2 1 3-16,-2 0-2 15,2-1 0-15,0 3-1 16,-2-3 0-16,2-2 1 15,0 1-1-15,1-2-3 16,0 0-2-16,2-2 2 0,1-2 5 16,1 0-3-16,-1 0 2 15,4-2 3-15,2 0-4 16,-4-1 2-16,4 0-2 16,-1 0 0-16,2 0 0 15,-3 0 1-15,0-1-1 16,1 1 0-16,-2-2 1 0,-1-1-1 15,1 0-1-15,-2-1 1 16,3 1 2-16,-3 0-1 16,4-2 0-16,-2 0 0 15,4 1 0-15,-2-3-1 0,2 1 0 16,1-1 1-16,1-2-4 16,-1 2 5-16,-4-3-1 15,1 0-2-15,-1 0 2 16,-2 0-2-16,0 0 0 15,2 0 2-15,-1 0 0 16,3-3-2-16,0-2 0 0,0 0 3 16,2 0 0-16,0-3-2 15,1 0 2-15,-1-2-2 16,-1-2 2-16,2-1-3 16,0-3 4-16,-1-1-2 15,-2 0-1-15,-2-2 2 0,1 0 0 16,-5 0-1-16,-2-2 2 15,0 2-1-15,-1-2 1 16,0-1 0-16,-1-2 1 16,0 0-2-16,2 0-1 0,-1-1-1 15,0-1 1-15,-1 0-1 16,-1 1 1-16,0-1-1 16,-5-1 2-16,0 2 3 15,-1-2 2-15,-3-3-4 16,1 3 0-16,-1-3-2 0,-1-1 2 15,0-2-3-15,1 1 0 16,0-1 0-16,-3 0 0 16,0 2 0-16,0 1 2 15,0 1-2-15,0 1 2 16,-6 1-1-16,0 0 1 0,-1 3 3 16,0 0 0-16,0 2-5 15,0 0-1-15,-3 1 2 16,-2-2-1-16,-2 2 2 15,-3-1 1-15,-1 1 0 16,-4 0-2-16,-4 1 7 16,-3 0-7-16,-4 0 0 0,-11 3-2 15,-6 0-1-15,-8 4 2 16,-13 2-8-16,-14 4-13 16,-15 3-20-16,-19 2-54 15</inkml:trace>
  <inkml:trace contextRef="#ctx0" brushRef="#br0" timeOffset="161608.88">20022 4682 21 0,'0'0'12'0,"0"0"9"0,0 0-9 0,0 0-4 0,0 0 1 15,0 0-3-15,0 0-3 16,0 0-1-16,0 0-1 16,0 0 0-16,0 0 2 15,0 0-2-15,-38-10 2 16,32 10-2-16,-1 0 1 15,-1 3-2-15,0 1 0 0,1-1 0 16,-1 0 0-16,-1 1 1 16,3 2-1-16,2-3 0 15,-1 1 0-15,1 0 0 16,2 0 0-16,-3 2 1 16,0 0-1-16,1 1 0 0,0 0 0 15,1 0 0-15,0 2 0 16,1-2 0-16,0 0 0 15,2-1 0-15,0-1 1 16,0 0-1-16,0 2 0 16,0-3 1-16,0 1 0 0,2-1 4 15,0 0 2-15,2 0-3 16,0 0-2-16,-1-1 2 16,0 1-2-16,2-1-1 15,-2-1-1-15,0-1 5 16,1 0 1-16,0 1-1 0,0-2-2 15,-1 0 1-15,1 0 0 16,0 0 0-16,2 0 2 16,-1 0-2-16,1 0 2 15,0-3-2-15,1 0 0 16,1-1-2-16,0 0 3 0,0-2-1 16,1 2-1-16,0-2 1 15,-2-1-1-15,1 1-2 16,2-1 1-16,-4 1-1 15,-1 2 1-15,-1-2 1 16,-1 2-1-16,-1 0 2 0,0 1-2 16,-1 0 1-16,0-1 5 15,1-2 2-15,-2 1-3 16,0-1 2-16,0-1 0 16,0-1-3-16,-7 0-1 15,1 1-2-15,-4 0-3 0,-3 2-3 16,-1 3 5-16,-5 2-22 15,-6 0-30-15,-4 0-31 16</inkml:trace>
  <inkml:trace contextRef="#ctx0" brushRef="#br0" timeOffset="176023.65">23900 5184 154 0,'0'-2'41'0,"0"-1"-8"0,0 2-2 0,0-2 1 16,0 2-14-16,0 0-5 16,0 0-3-16,0 1-7 15,-1 0-4-15,1 0-3 16,0 0-1-16,0 4 6 0,0 6 3 16,0 1 1-16,0 3-4 15,0 3 2-15,0 0-5 16,-1 1 3-16,1 0 2 15,0-1 0-15,-1 0-2 16,1-2 0-16,-3-3-5 16,1 0-18-16,-1-5-28 0,2-1-36 15,-2-6-29-15</inkml:trace>
  <inkml:trace contextRef="#ctx0" brushRef="#br0" timeOffset="176528">23906 5173 185 0,'0'0'15'0,"0"0"-20"0,0 0 8 16,0 0 0-16,0 0 12 15,0 0-2-15,0 0 0 16,0 0-2-16,0 0-7 16,21 19 1-16,-14-9-3 15,2-3 1-15,-3 5-1 0,1-1 0 16,-1 0 5-16,0 1 0 15,2-1 0-15,-3-1-2 16,1-2-1-16,0 1-3 16,-1-3 2-16,1-1-2 15,0-2-1-15,-2 1 4 0,2-4-3 16,0 0 1-16,2 0 2 16,-1-7 1-16,-1-3-2 15,1-4 2-15,1-3-2 16,-1-4 0-16,0-1 0 15,0-2-2-15,-1 1-1 16,-1 4-1-16,-1 2 0 0,-3 5-2 16,-1 4-5-16,0 4-22 15,0 2-32-15,0 2-71 16</inkml:trace>
  <inkml:trace contextRef="#ctx0" brushRef="#br0" timeOffset="177070.72">24255 5135 137 0,'0'0'10'0,"0"0"2"0,0 0 3 16,0 0 2-16,0 0 1 16,0 0 0-16,-40-1 3 0,35 5-4 15,-1 3-2-15,1 0-2 16,0 3-5-16,0 1-2 15,1 1-1-15,0-1-2 16,2 2-2-16,0 1-2 16,2-2 1-16,0 0 1 0,0-2-4 15,0 0 3-15,2 0 0 16,4-3-1-16,2-4-1 16,-2 2-1-16,2-3-2 15,0-2 7-15,1 0-2 16,-1 0-1-16,1-7 0 15,-3-3-3-15,3-3 1 16,-3-1 2-16,0 0 2 0,-3 1-3 16,-1-1 6-16,-2 4-4 15,0 0 5-15,-2 3-3 16,-4 3-4-16,-3 0-2 16,-1 1-1-16,0 2-35 0,2-3-52 15,-5 2-42-15</inkml:trace>
  <inkml:trace contextRef="#ctx0" brushRef="#br0" timeOffset="178533.28">24293 5010 66 0,'0'0'81'0,"0"0"-76"0,0 0 13 0,0 0 7 15,0 0-9-15,0 0-3 16,-38-20 5-16,28 18-1 16,2-1 1-16,0 0-5 15,1 0-4-15,-3 3-1 0,2-3-2 16,-1 2-2-16,-1 1-1 15,0-2-2-15,0 2-1 16,0 0 0-16,0 0 1 16,0 0-1-16,0 0-1 15,1 0 1-15,0 0 1 16,1 0-1-16,0 0 1 16,-4 0 0-16,4 0-1 0,-1 3 0 15,-1 0 1-15,-1-2-2 16,1 1 1-16,1 2-1 15,-3-1 2-15,-2 0 0 16,2 0-1-16,-1 1 1 0,0 0 0 16,-1-1-2-16,0 3 1 15,0-1 0-15,-1 2-1 16,0 0 2-16,-1 1-3 16,-2 0 4-16,-1-1-1 15,0 3-1-15,0 0 3 0,1 0-1 16,2 1 0-16,0 1 1 15,3 2 0-15,-4 0 1 16,5 1-2-16,0 1 1 16,0 2-1-16,2 0 1 15,-1-2-1-15,4 1-1 0,-1 1-1 16,3 0 0-16,-4-2 0 16,2 4 2-16,1-3-2 15,1 0 0-15,-1 1 1 16,1-2-2-16,1 0 2 15,3-2 2-15,-1 1 0 0,2-3-2 16,0 1 0-16,0-2 1 16,0 3-1-16,0-4-2 15,0 3 2-15,4 1-1 16,2-1 0-16,1-1 1 16,1 3-2-16,1-2 2 0,2 0-1 15,-4 0 0-15,4 1 4 16,1-3-10-16,-1-1 15 15,2 1-22-15,1-2 21 16,-1-1-21-16,2-2 13 16,-1-2 0-16,3 2 2 0,-1-1-2 15,4-4 1-15,-1 2 1 16,2-2 1-16,-4 2-2 16,0-3-1-16,1 0 1 15,0 1-1-15,-3-1 0 16,-1 0 0-16,2 0 1 0,-1 0-1 15,0 2 2-15,-1-2-2 16,3 0 0-16,-3 0 0 16,2 0-2-16,2 0 4 15,-2 0-2-15,3 0-2 16,-1-3 2-16,-1-2 0 0,-2 0 0 16,1 0 2-16,0 0-2 15,1-4 0-15,-4 1 2 16,3-1-2-16,-2-2 1 15,0 1 0-15,0-1 0 16,0-1-1-16,-3-2 2 0,0 3-1 16,1-2 2-16,-2 1-1 15,0 0 1-15,0 0-2 16,-2 1-1-16,2-2 1 16,-3 2 0-16,1-1-1 15,0 0 1-15,-1-1-1 16,2-3 2-16,-2 2-2 0,1-3 0 15,-3 0 0-15,-1-1 0 16,3-1 2-16,-6-1-2 16,-1 1 0-16,0-1 1 15,0 1-1-15,0-1 1 16,0 3-1-16,-1-1 2 0,-6 2-1 16,1-1 2-16,1 1-2 15,-1 1 7-15,1-1-9 16,-3-1 2-16,2-1 2 15,-4-1-3-15,0-2-1 16,-2-2-1-16,-1 2-14 0,-4 1 1 16,0 3-9-16,-7 4-4 15,-3 3-24-15,-6 2-129 16</inkml:trace>
  <inkml:trace contextRef="#ctx0" brushRef="#br0" timeOffset="191018.77">24691 4452 4 0,'4'0'44'0,"-3"0"-34"0,0 0 6 15,-1 0 0-15,1 0 9 16,-1 0-3-16,1 0 2 15,1 0-7-15,0 0-3 0,1 0 0 16,1 1 1-16,2 2-5 16,0 3-5-16,0 1-2 15,3 3-1-15,1 0-1 16,1 1 0-16,2 2 1 16,1 0 1-16,-1 0-3 15,1 1 2-15,0-3-2 0,1 1 0 16,-1-3 1-16,1 0 0 15,-3 0-1-15,0-2 1 16,-2-3 0-16,-2 0-4 16,-1-1-35-16,-4-3-33 15,-1 0-45-15</inkml:trace>
  <inkml:trace contextRef="#ctx0" brushRef="#br0" timeOffset="191346.12">24836 4442 128 0,'0'0'4'0,"0"0"29"16,0 0 1-16,0 0-7 15,0 0-3-15,0 0-15 16,0 0-7-16,0 0-5 16,0 0 3-16,-21 22 0 0,17-4-1 15,0 2 1-15,-1 1 0 16,1-1-1-16,-1 1 2 16,1 0 0-16,-2-1-2 15,1-4 1-15,-2 0 0 16,1-1-2-16,-3-5-32 0,2-1-47 15</inkml:trace>
  <inkml:trace contextRef="#ctx0" brushRef="#br0" timeOffset="192043.52">24778 4289 76 0,'0'0'-4'15,"0"0"5"-15,0 0 0 0,-41 0 0 16,31 0-1-16,3 4 1 15,-3-1 0-15,2 4 0 16,-1 1 2-16,0 1-1 16,-1 5 0-16,1-3 3 15,0 5 1-15,-1 1-2 16,5 1 0-16,-4 3 0 0,3 1-1 16,-4 2 1-16,6-1 0 15,-4 4-1-15,3 0 0 16,1 2 0-16,1-1 1 15,2-1 1-15,1 1-1 16,0-5 2-16,0 1-3 0,0 0 0 16,1-2 1-16,6-3-2 15,-2 1 0-15,3-1 2 16,3-1 1-16,0-2-1 16,2 0 0-16,2-2 0 15,5-2-3-15,-2-2 2 0,4-1 0 16,-1-5 6-16,3-1-3 15,2 0 1-15,-1-3 0 16,-1 0 4-16,4 0-1 16,-4-6-2-16,1-3-1 15,-1-2-2-15,-3 0 1 16,-4-3 3-16,-3-2-2 0,-2-1 7 16,-3-3-4-16,-1-2 0 15,-4-1-3-15,-1-4-2 16,-3 1 0-16,0-5-2 15,0-2 0-15,-8 1-4 16,-3-4 0-16,-2 1 7 0,-3 2-2 16,-3 2-3-16,-2 4-2 15,-6 4-7-15,-6 9-12 16,-8 1-22-16,-8 6-73 16</inkml:trace>
  <inkml:trace contextRef="#ctx0" brushRef="#br0" timeOffset="195166.94">12412 4736 132 0,'-5'0'5'0,"-3"0"16"0,5-4-8 0,-4-1-6 16,2 1 1-16,-1-1-2 0,-3 1-2 16,-2 1-1-16,0 1-3 15,-2-1 1-15,-3 3-2 16,0 0 1-16,0 0 0 16,-4 0 1-16,1 0-1 15,-4 2-1-15,2 1 1 0,-3 2-1 16,-4 0-1-16,0 1 1 15,-1-1-2-15,-2 5 3 16,-2-2 0-16,1 2 0 16,-6 0 1-16,0 2-1 15,0 3 0-15,-2-1 2 16,-3 2-1-16,5 1 1 0,0 0-2 16,3 3 1-16,2 3 0 15,1 1-1-15,1 3 0 16,-4 3 0-16,4-1 0 15,-3 4 0-15,1-1-1 0,2 0 1 16,2 2 0-16,0-1 0 16,5-1 0-16,1 5-1 15,3-2 2-15,1 3-2 16,3-4 1-16,5 0 0 16,3 0-3-16,0 0 1 0,3-2 2 15,0 3-2-15,2-1 2 16,2 2-1-16,-1 2 0 15,0-3 0-15,2 2 0 16,0-4 1-16,0-2-1 16,0-1 1-16,5-6 0 15,3 0 0-15,-1-1-1 0,5 0 0 16,1-1 0-16,2 3 1 16,1 0 0-16,2 3 0 15,1 1-1-15,0-2 1 16,3 0-2-16,0-1 0 15,5-2-1-15,-1-4-1 0,6-3 0 16,-1-2 2-16,1-2-1 16,3-3 0-16,1 0 4 15,2-1-1-15,0 0 1 16,4 0-1-16,-1-2 0 16,1 3 1-16,-2-2-1 0,3 2 0 15,-2-2 1-15,1 1-1 16,1-4-2-16,3 0 0 15,2 0 1-15,2-2 0 16,2-2 4-16,1 0-3 16,0 2 1-16,-3-3 1 0,0 3-2 15,-2-2 0-15,2 2 0 16,-2 0 0-16,0 3-1 16,0-2-1-16,-2 0 1 15,3 2 3-15,-2-2-2 16,3-1 1-16,3 1-1 15,0-2 0-15,1 0-2 0,0-1 3 16,2-1-3-16,-1 2 3 16,-1-2-2-16,-1 2 2 15,1 2 0-15,-4-1-1 16,3 1-1-16,-1-1 1 0,-3 1 0 16,4-2 0-16,2-2-1 15,2 0-3-15,2 0-2 16,1 0-1-16,-2-2 9 15,2 0-5-15,2-3 6 16,-3 4-1-16,1-2-1 0,0 1 0 16,-3 1 0-16,2 1-1 15,0-3 0-15,2 2 0 16,3-3 0-16,1-1 0 16,3-2-2-16,5 0 0 15,0-3-2-15,-2 0 7 0,6 0-3 16,0 0 1-16,3 2 1 15,-3-1-2-15,4 0 1 16,-2 1-1-16,1 0 0 16,0 1 1-16,-2 0-1 15,-3 0 0-15,2-1 1 16,-2 3-1-16,2-4 0 0,-1 2 0 16,2 0 0-16,5 1 0 15,0-1 0-15,-1 0 0 16,-1 3 1-16,-1-3-1 15,1 4 0-15,-2-1 0 16,-2-1 0-16,-2 2 0 0,3-1 1 16,4-1 9-16,-2-1 0 15,1 1-4-15,4 0-1 16,1 1-3-16,4-2-1 16,0 4 0-16,4-2-1 15,2 2 1-15,0-1-1 0,0 0 1 16,-2 1-1-16,2-2 0 15,0 1 1-15,0-1-1 16,0 1 0-16,3-3 1 16,-2 2 0-16,1 0-1 15,-1-2 1-15,2 1 1 0,2-1 1 16,-3-1 9-16,0 3 1 16,-1-2-2-16,1-1-3 15,-3 0-1-15,2-2-1 16,1 1 3-16,0-1-5 15,1 0 3-15,3 1-2 0,0-3-2 16,-2 2-1-16,0-1 1 16,0 3-2-16,2 0-1 15,0 0 1-15,-1 4-1 16,-5 2-19-16,-9-3-64 16</inkml:trace>
  <inkml:trace contextRef="#ctx0" brushRef="#br0" timeOffset="197309.33">12067 4814 99 0,'4'0'4'0,"1"0"1"0,1-1 6 0,4-2-1 0,-2 0-1 16,4 0-5-16,3 1 1 16,3-1-2-16,5 0-1 15,4-1-1-15,3 1-1 16,6-1 1-16,0 0-1 16,5 0-2-16,1 1-4 0,3 1-2 15,1-2-2-15,4-1 4 16,1 2 4-16,-1-1 1 15,4 0 1-15,-1-1 0 16,3 1-4-16,2 1 5 16,4-1-1-16,3 3 1 15,1-2-1-15,7 2 0 0,0 0 2 16,4-3-2-16,-2 3 0 16,2-3 0-16,-1 1 0 15,4-1 0-15,-2-1 0 16,1 1 0-16,3-2 1 0,5 3-2 15,-2-4 1-15,0 3 0 16,-2-2-4-16,2-1 3 16,4 1-1-16,-2-1 2 15,-2 0-1-15,5-3 5 16,-2 2-3-16,2-2 2 0,-3 0 1 16,1 0-3-16,3-1 7 15,1 0-3-15,-2 3 5 16,3-2-4-16,4 3-1 15,0 0-3-15,0-1 0 16,6 2-2-16,-1 0 1 16,3 1-1-16,1-1 0 0,6 0 2 15,-1 2-2-15,1-2 0 16,1 0 0-16,-1 1 0 16,1-1 0-16,-3 2 1 15,2-2-1-15,-4 1 0 16,0 0 1-16,-2-2-1 0,-1 0 0 15,-2-1 1-15,1-1 4 16,2 1 7-16,0-2-7 16,1 0 3-16,2-2-5 15,5 1 0-15,1-2-1 0,3-1 2 16,3 1-2-16,-1-1-1 16,3 1 0-16,0-2-1 15,0 0-3-15,1 1-6 16,-1 1-8-16,2-1 5 15,0 0 0-15,0 1-1 16,0 0 9-16,2-1 2 0,-2-1 1 16,0 0 2-16,0 1 1 15,1 0 2-15,0 0-1 16,0 1 5-16,2 0-1 16,0 3-3-16,-1-4 2 15,0 4-2-15,0-1 2 0,0-1-5 16,-2 1 2-16,0-2 5 15,-1 3-4-15,-1 0-1 16,-2-1-2-16,1 2-1 16,-3 0 2-16,0 1-2 15,-1 0-2-15,-4-2 5 0,0 1-4 16,-2 1 3-16,-4-1-2 16,-2 1 0-16,-7-1 1 15,0 2 0-15,-2 0 5 16,-1 0-1-16,-1 2 1 15,-1 3 0-15,1-1-2 16,-9 3-3-16,0 0-1 0,-5 0 1 16,-5 7 0-16,-4 0-1 15,-6 2 0-15,-3-1 1 16,-3 2-1-16,-3-1 0 16,-5 5 0-16,0 0-2 15,-2 0 3-15,-4 3-2 0,1 2 0 16,-7 1-2-16,0 2-5 15,-7-2 4-15,-1 3 0 16,-3 0 2-16,-3 1 1 16,-2 0-2-16,-2 2 5 15,-5-1-2-15,0 1 0 0,-2 1 4 16,1 0-3-16,-2 0 0 16,-1 1-2-16,-1 2 1 15,-2 0-3-15,-1 3 1 16,-2 2 0-16,-2 2-2 15,0 3 1-15,0 1-3 0,2-1 2 16,-2 0-4-16,-1-1 3 16,0-2 0-16,-2 0 2 15,-2 0 2-15,0 0-1 16,-1 1 0-16,-8 1 2 16,-5 1-2-16,-1 3-3 0,-7 0 0 15,-4 4 0-15,-7-3 3 16,-4 2 1-16,-8-1 1 15,-7 4 1-15,-8-2-1 16,-7-1-1-16,-10-3 1 16,-10-1-2-16,-11-2 1 15,-10 0-6-15,-16-1 2 0,-15 0 4 16,-18 1 0-16,-16 1-12 16,-18-4-15-16,-19-2-20 15</inkml:trace>
  <inkml:trace contextRef="#ctx0" brushRef="#br0" timeOffset="198291.5">20011 6128 173 0,'8'-4'5'0,"-3"-3"1"0,2 1-2 0,-4 0 3 16,0 0 4-16,-1-1 2 0,0 0-3 15,1 0-7-15,1 0-3 16,3 1 0-16,3 2-3 15,1 0-4-15,3 0-1 16,3-2 5-16,3 0 0 16,0 1 4-16,6 0-2 0,6-3-1 15,4 2 2-15,9-1-1 16,8 0 1-16,10 3 1 16,3-2-3-16,10-1 4 15,8 1-2-15,5-2 2 16,5-1-2-16,6-1 0 0,8-2 1 15,5 0-4-15,2-1 5 16,7 2-2-16,4 1-4 16,5 0-20-16,2 2 2 15,2-1-7-15,-2 3 12 16,-3 1-3-16,-7-2-18 0</inkml:trace>
  <inkml:trace contextRef="#ctx0" brushRef="#br0" timeOffset="199330.35">18314 6095 110 0,'0'0'-2'0,"0"0"19"0,0 0 7 15,0 0-10-15,0 0-11 16,0 0 3-16,0 0 2 16,0 0 8-16,0 0-1 0,0 0-5 15,0 0-4-15,0 0 1 16,0 0-7-16,0-17-3 16,-2 27 3-16,-2 0 0 15,-3 3 0-15,2 4 0 16,-1 0 0-16,2 3 0 15,-1 0 0-15,1 0 0 0,2 4 0 16,2 0 0-16,0 1 0 16,0 1 0-16,0 4 0 15,8 0-2-15,-1-3 1 16,4 2 1-16,2-3 0 0,0 0 0 16,2-5-1-16,0 0 3 15,1-4-2-15,3-1 2 16,-1-2 2-16,5-4 0 15,-4 1 0-15,4-2-3 16,0-2 3-16,-2-1-2 0,0-1 1 16,-1-3 0-16,-4-1-1 15,0 1 1-15,-4-2-2 16,1 0 1-16,-3 0-2 16,-3 0 0-16,-1 0-11 15,0 0-40-15,-2 0-30 0,0 0-19 16</inkml:trace>
  <inkml:trace contextRef="#ctx0" brushRef="#br0" timeOffset="199536.49">18699 6545 104 0,'0'0'24'0,"0"0"-19"0,0 0 4 0,0 0 14 0,45-14-12 15,-32 14-3-15,-1 2-4 16,1 6 0-16,-1 3-3 0,0 2 2 16,-5 2-1-16,-1 3-2 15,-6 1-7-15,0 2-23 16,-11 0-29-16</inkml:trace>
  <inkml:trace contextRef="#ctx0" brushRef="#br0" timeOffset="200120.63">19108 6823 103 0,'0'0'8'0,"0"0"17"16,0 0-8-16,0 0 3 15,0 0-10-15,0 0 0 16,0 0-2-16,-20-35 7 16,13 31-10-16,-2 4-2 15,0 0-1-15,0 0 0 0,-3 0-3 16,0 7 2-16,0 3-1 16,-1 2 0-16,1 3 0 15,-1 2 0-15,4 2 1 16,-1 1-1-16,2 0 0 15,2-1-1-15,3 1 2 0,1-3-1 16,2 0 0-16,0-1 2 16,0-5-2-16,2 2 1 15,2-3 1-15,6-3-2 16,-2-1 2-16,4-1 2 16,2-3 3-16,5-1-5 0,-3-1 3 15,2 0-6-15,0 0 5 16,2 0-4-16,-1-3-4 15,0-4-8-15,-1 3-29 16,-3-4-6-16,0-2-23 16</inkml:trace>
  <inkml:trace contextRef="#ctx0" brushRef="#br0" timeOffset="200370.2">19251 6891 11 0,'0'0'171'0,"0"0"-169"0,0 0-1 0,0 0-2 0,0 0-1 15,0 0 2-15,0 0 1 16,0 0-1-16,0 0 0 0,13 45 0 16,-9-28 1-16,1-3-1 15,-2 2 0-15,1-5 1 16,-2 1-1-16,-2-2-2 15,0-2-16-15,0-1-20 16,0-4-4-16,-6-2-15 16</inkml:trace>
  <inkml:trace contextRef="#ctx0" brushRef="#br0" timeOffset="200697.59">19248 6996 11 0,'0'0'15'0,"0"0"-3"16,0-50 10-16,0 36-3 15,0 0 5-15,2 5 0 16,3 2-5-16,2 1 0 0,-1 5-5 15,2-2-6-15,2 3-6 16,1 0-1-16,3 4 1 16,4 3-1-16,0 2-1 15,4 1 2-15,-2 3-4 16,0-3 2-16,3 1 0 0,-1-3-2 16,-4-2 0-16,1-1-4 15,0-3 5-15,-3-2-2 16,-1 0 1-16,-3-5 15 15,-2-4 14-15,-2-1 0 16,-2-4-3-16,-4-2-8 16,0 1-3-16,-2-4-3 0,0-2-1 15,0 4-4-15,0-3-2 16,0 4-3-16,-2 5 1 16,0 2-3-16,2 5-19 15,-4 3-15-15,1 1-68 0</inkml:trace>
  <inkml:trace contextRef="#ctx0" brushRef="#br0" timeOffset="200996.22">19756 6831 150 0,'0'0'9'0,"0"0"12"0,0 0 0 0,0 0-17 0,0 0-5 16,0 0 1-16,0 0-1 16,0 0 3-16,2 37-2 15,-2-21 1-15,0-1-1 0,0-1 0 16,0 0 0-16,0 0 0 15,-2-2-17-15,-2-2-6 16,2-1-16-16,-1-2-9 16</inkml:trace>
  <inkml:trace contextRef="#ctx0" brushRef="#br0" timeOffset="201380.36">19738 6878 108 0,'0'0'6'0,"0"0"7"0,0 0-3 16,0 0 1-16,0 0-6 16,0 0-3-16,0 0 1 15,0 0-2-15,34-34 0 16,-24 41 0-16,1 1-1 16,1 4 4-16,6 2-3 0,-3 0 1 15,4 0 0-15,3 0-1 16,-3-1-1-16,2-1 2 15,0-4-2-15,-3-1 2 16,1-2-2-16,-3-3 1 16,0-2 3-16,-3 0 5 0,0-4 4 15,-4-3 7-15,-4-5 3 16,-1-1-2-16,-3-3-3 16,-1-3-3-16,0 0-6 15,0-4-4-15,-3 1 0 16,-1 1-4-16,1 3-1 15,0 2 0-15,1 6 0 0,2 4-7 16,0 5-22-16,0 1-63 16,0 0-28-16</inkml:trace>
  <inkml:trace contextRef="#ctx0" brushRef="#br0" timeOffset="202101.57">20436 6899 74 0,'0'0'3'0,"0"0"9"0,0 0 5 15,0 0 0-15,0 0-10 16,0 0 0-16,0 0-2 0,0 0 5 15,0 0 0-15,0 0 0 16,0 0-5-16,-10-4 0 16,10 4-1-16,0 0-2 15,0 0-1-15,0 0 0 0,0 0-2 16,0 0 0-16,0-2 1 16,5 2 3-16,3-1 4 15,4 1-2-15,4-1 5 16,3-2-2-16,2 0-3 15,7-3-2-15,4-1 4 16,-1 0-1-16,7 0-3 0,-2-2 5 16,6 1-2-16,-2-1 0 15,1 2-4-15,0 0-2 16,-3 2 2-16,-1 2-2 16,-3 0 1-16,1 0-1 15,-6 3 0-15,-4 0-2 0,-1 0-14 16,-3 0-22-16,-10 0-11 15,-5 0-24-15</inkml:trace>
  <inkml:trace contextRef="#ctx0" brushRef="#br0" timeOffset="202314.62">20997 6720 245 0,'0'0'-22'0,"0"0"42"0,0 0-12 0,39-10-4 15,-27 10 0-15,-3 6 1 16,-3 8-5-16,-4 6 0 16,-2 3-9-16,-6 5-30 0,-13-1-39 15</inkml:trace>
  <inkml:trace contextRef="#ctx0" brushRef="#br0" timeOffset="202897.9">21643 6412 61 0,'0'0'10'0,"0"0"16"16,0 0-4-16,0 0-8 0,-1-44 7 16,-4 37-1-16,-2-4-3 15,0 3-2-15,0-2 1 16,-2 3-9-16,-2 0 0 16,1 0-4-16,-1 3-2 15,-2 3-1-15,0 1-1 16,-1 0 1-16,0 0 1 0,-1 11-2 15,2 2 1-15,1 5 0 16,0 6 0-16,4 3 0 16,1 7 0-16,4 0-1 15,3 2 0-15,0-1 2 16,1 0-2-16,8 0 2 0,-1-4-1 16,2 1 0-16,-1-1 0 15,-1-4 0-15,-1 0 1 16,-1-4-1-16,-1-1 0 15,-2-2 0-15,0-3 0 16,-1-1 1-16,0-2-2 0,-2 2-6 16,0-4-32-16,0-4-25 15,-2-3-56-15</inkml:trace>
  <inkml:trace contextRef="#ctx0" brushRef="#br0" timeOffset="203240.4">21321 6722 168 0,'0'0'8'0,"0"0"-8"0,0 0 2 0,0 0 2 15,49 0-1-15,-32-2 5 16,3-1 2-16,-1-1-2 16,5 1-5-16,0-1 0 0,2 1-3 15,0 0 1-15,2 0-1 16,-2 1-2-16,0-2-8 15,-3 1-16-15,1-2-31 16,-6 1-31-16</inkml:trace>
  <inkml:trace contextRef="#ctx0" brushRef="#br0" timeOffset="203674.52">21741 6650 81 0,'0'0'18'0,"0"0"-3"15,0 0 0-15,0 0 8 16,0 0-1-16,0 0-3 16,0 0 0-16,0 0-8 15,0-9-6-15,0 7 2 16,0 1 0-16,0-1 0 16,2 1-4-16,-2 0-2 0,0 0 0 15,1-1-1-15,0 0 2 16,-1 0-1-16,0-1 0 15,0 0 0-15,0 0 1 16,0 2-2-16,-4-1-3 16,-3 1-8-16,-2 1-5 0,-3 0 7 15,0 0 6-15,-2 0 3 16,1 4 2-16,2 5-2 16,-1 0 0-16,3 4 1 15,1 1 0-15,2 0 0 16,2 2-1-16,3 0 1 15,1 0 1-15,0-1-1 0,7-1 2 16,5-1 0-16,1-3-1 16,2-3-1-16,3 2 0 15,5-6-4-15,4-2 7 16,1-1-26-16,0 0-43 0,0-3-23 16</inkml:trace>
  <inkml:trace contextRef="#ctx0" brushRef="#br0" timeOffset="204123.58">22024 6650 122 0,'0'0'0'0,"0"0"22"0,0 0-9 0,0 0-7 15,0 0-3-15,-38-11-1 16,26 11 0-16,-2 6-1 0,1 1-1 15,-1 2 0-15,3 2 1 16,2 0 0-16,0 1 2 16,3-1-1-16,3-1 2 15,3-1-2-15,0-1-2 16,0-1 1-16,2 0-1 0,6-3-1 16,4-2 3-16,1-2-4 15,1 0 3-15,1 0-1 16,0-6 3-16,-1-1-1 15,-3-4 6-15,1 2 0 16,-3-1-1-16,-3 3-4 0,-2 0 3 16,0 0 6-16,-2 4 2 15,-2 2-6-15,0 1-6 16,0 0-4-16,2 0 4 16,-2 0-7-16,0 4 3 15,2 6 1-15,0-2 2 16,0 1-1-16,1-2-1 0,5 3-5 15,4-1-7-15,-1-4-22 16,5-2-7-16,-1-3-26 16</inkml:trace>
  <inkml:trace contextRef="#ctx0" brushRef="#br0" timeOffset="204414.24">22257 6473 205 0,'0'0'-27'0,"0"0"39"0,0 0 6 0,0 0-12 16,0 0-4-16,0 0-3 15,0 0-1-15,0 0 3 0,0 0-1 16,-2 44 3-16,2-21 1 15,0 0-2-15,1-1-1 16,4 2-1-16,-3-4 0 16,1 3 1-16,-1-4-1 15,-1-1-2-15,-1-1-20 0,0-3-35 16,0-7-36-16</inkml:trace>
  <inkml:trace contextRef="#ctx0" brushRef="#br0" timeOffset="204629.52">22116 6668 123 0,'0'0'108'16,"0"0"-100"-16,0 0-11 0,0 0 4 15,0 0 0-15,49-9 3 16,-32 4-2-16,6 3-1 15,4-1-2-15,-2 0-25 16,2-1-26-16,0 1-12 0,-2-1-19 16</inkml:trace>
  <inkml:trace contextRef="#ctx0" brushRef="#br0" timeOffset="205467.49">22424 6618 92 0,'0'0'25'0,"0"0"-4"15,0 0-8-15,0 0-10 16,0 0-4-16,0 0 1 16,0 0 1-16,-17 17 0 15,15-7 1-15,2-2 1 16,0 1 3-16,0 0-1 0,0-1-2 16,0-1-1-16,2 0-1 15,4-1-1-15,-1-2 0 16,1-1 0-16,1 0 0 15,3-3 0-15,-3 0 2 16,1 0 7-16,1-3 3 0,-2-4 6 16,1 0-4-16,-1-2-4 15,0-2-3-15,-2 2-3 16,-1 2-3-16,2-3 1 16,-5 3-1-16,1 1 1 15,0 2 0-15,-1 3 1 16,0 0-5-16,0 1 1 0,2 0-6 15,-1 0-2-15,2 5 6 16,1 2 2-16,2 3 1 16,0-1 0-16,2 1 0 15,3-2-1-15,-2-1 0 16,2-1 0-16,-1 0 0 0,1-5-1 16,1 0 2-16,0-1-1 15,1 0 1-15,-1-1 1 16,0-6 2-16,2-1 0 15,-1-3 0-15,0 0 0 16,1-2-3-16,-1 1 0 0,-1 0 0 16,-1 2 1-16,-1 4-2 15,-1-1 2-15,-2 3 0 16,0 2-1-16,-1 2 0 16,0 0-1-16,-1 0 0 15,1 1 1-15,0 4 1 0,2 0 0 16,2 1 0-16,-3-1-1 15,4-2 1-15,2 1-2 16,1-1 1-16,1-3-1 16,1 0 1-16,0 0 0 15,0 0 0-15,1-4-1 16,-3-5 2-16,-1-1 0 0,-2-1 0 16,0 0-1-16,-4-1 0 15,-3 2-12-15,0-1 1 16,-5 4 2-16,0 1 3 15,0 3 3-15,-8 1 4 0,-1 2-1 16,-4 0 0-16,-1 5 0 16,-1 5 1-16,-1 3 0 15,-1 0 0-15,5-2 0 16,3 2 1-16,2-1 0 16,6-3 1-16,1 0-2 15,7-1-2-15,11-1-2 0,11-1 1 16,3-5-13-16,7-1-64 15</inkml:trace>
  <inkml:trace contextRef="#ctx0" brushRef="#br0" timeOffset="206051.98">23691 6317 176 0,'0'0'8'0,"0"0"14"0,0 0-3 16,0 0-13-16,0 0-5 0,-50-34-1 16,34 34 0-16,-2 0-1 15,-2 0 1-15,-3 6-2 16,2 5 1-16,-3 0 1 15,4 3 0-15,-2 2 0 16,7 0 0-16,2 1 0 16,4-2-1-16,4 2 0 0,5-3 0 15,0-1 0-15,2-1-1 16,11-1-2-16,3-4 3 16,4 0 2-16,3-1 3 15,3-3-4-15,1-3 1 16,0 0 1-16,-2 0-2 0,-3 0 2 15,-5 0-3-15,-2-2 2 16,-7-2 0-16,-3 4-1 16,-2-1 3-16,-3 1 4 15,0 0-4-15,-4 0-2 16,-6 1-2-16,-4 9 0 16,-1 0 1-16,-1 3 0 0,3 1 0 15,1-3 0-15,5 2 0 16,1 1 0-16,4-4 0 15,2 0 0-15,0 0-1 16,6-1 1-16,6-4-1 0,2 2-2 16,7-4-1-16,-3 0 4 15,5-3-3-15,-2 0-21 16,-2 0-15-16,-1-1-16 16,-5-7-13-16</inkml:trace>
  <inkml:trace contextRef="#ctx0" brushRef="#br0" timeOffset="206442.28">23783 6494 148 0,'0'0'6'0,"0"0"26"0,0 0 1 0,0 0-23 16,0 0-5-16,0 0-8 0,0 0 3 16,0 0 0-16,0 0 0 15,0 0 0-15,7 19 0 16,-2-9 1-16,1 2-1 15,-2 0 2-15,3-1-4 16,0-2 4-16,-1-2-2 0,0-1 0 16,0-2-2-16,1 0 1 15,-1-4 1-15,-1 0 0 16,0 0 1-16,-1-3 2 16,2-5 0-16,-2-4-3 15,3-3 1-15,-1 0 0 0,-1 0-1 16,3-1 0-16,-2 2-1 15,2 4 1-15,2 2 0 16,-4 3-1-16,3 4-1 16,-2 1-3-16,1 0 5 15,0 4 0-15,3 6 0 0,-1 3-2 16,2 1 1-16,3 0-3 16,0-1-16-16,4-2-19 15,3-2-17-15</inkml:trace>
  <inkml:trace contextRef="#ctx0" brushRef="#br0" timeOffset="207104.8">24380 6468 134 0,'0'0'26'16,"0"0"-2"-16,0-35-2 0,-6 25-10 15,-2 3 1-15,-2 3-10 16,-2 1-1-16,-3 3-1 15,0 0 0-15,-1 0-1 16,2 6-1-16,0 2 1 16,0 4-1-16,4-2 0 0,5 1 0 15,-1 1-1-15,6-3-7 16,0 0 3-16,0-2 1 16,6-3-3-16,1 2 2 15,8-5 0-15,-1-1 10 16,4 0-5-16,-1 0 6 15,2-1-4-15,1-6 9 0,-5 0-3 16,0-2 0-16,-3 2-4 16,-3 1 1-16,-1-1-2 15,-3 3 0-15,-2 0 0 16,-1 1 2-16,-1 3 1 0,-1-1-4 16,0 1-2-16,0 0 3 15,0 0-8-15,0 8 3 16,0 1 4-16,0 5 1 15,0 1-1-15,0 5 0 16,-1 0 1-16,1 3-2 16,0 0 1-16,0-1 0 0,0 1-1 15,0 1 0-15,3-1 0 16,-1 0 1-16,0-2-1 16,0-1 0-16,-2 0 0 15,0-5 0-15,0-1 1 16,-2-2-1-16,-5-5-3 0,-3-3-2 15,-2-2 13-15,-2-2-7 16,-3 0 0-16,1-12 3 16,-2-1-2-16,2-2 7 15,3-1 4-15,6-3 4 16,-1 0-3-16,6-1-10 0,2-3-4 16,0 2-1-16,2-2-3 15,7 0-4-15,5 2-1 16,5 1 3-16,4 0-12 15,4 2-24-15,2 1-46 16</inkml:trace>
  <inkml:trace contextRef="#ctx0" brushRef="#br0" timeOffset="207737.72">24635 6375 144 0,'0'0'10'0,"0"0"9"0,0 0 10 0,9-37-13 15,-9 30-3-15,0 4-10 16,-3 2-8-16,-5 1 7 16,-3 0 2-16,-3 1-2 15,0 6-1-15,0 3 0 0,1 1-2 16,2 0 1-16,4 0-1 16,4-1-2-16,3-1-5 15,0 0 8-15,0-2-4 16,4-2-2-16,6-2-2 15,2-2 9-15,-2-1 2 0,7 0-2 16,-7 0 0-16,4-6 0 16,-2-1 2-16,-1-4 3 15,-1 2 1-15,-2-1-1 16,-1 2-3-16,-2 2 2 16,1 0-1-16,-5 3 0 0,0 1-1 15,0 2-2-15,-1 0-6 16,1 0-3-16,0 7 9 15,0 4-1-15,1 2 3 16,1 4-2-16,0 4-1 16,1 2 1-16,0 1-1 0,2-1 1 15,-1 1 0-15,2-1 0 16,-3 0 0-16,0-2-1 16,0-1 1-16,-1-2 0 15,-2-1-1-15,-1 0 0 16,0-5-1-16,-5-1 0 15,-3-2-4-15,-4-4 6 0,-3-2 3 16,-1-3-1-16,-2 0 2 16,1-4-1-16,1-5 1 15,0-4 8-15,6-1 4 16,0-1-5-16,1-1 0 16,4 0 0-16,4-3-3 0,1 0-4 15,0-2-4-15,12 0-3 16,4 2-8-16,7-1-6 15,2 5-18-15,1 0-43 16,-4 5-60-16</inkml:trace>
  <inkml:trace contextRef="#ctx0" brushRef="#br0" timeOffset="208322.46">21595 7135 24 0,'0'0'30'0,"0"0"10"0,0 0-11 0,0 0-10 16,0 0-6-16,0 0-7 15,-36-21-2-15,34 19-3 16,2 2 0-16,0 0-1 0,0 0-4 16,0 0-5-16,0 0 3 15,0 0-1-15,0 0-11 16,0 0 10-16,0 0 2 16,0 0-4-16,0 3-4 15,0 0-14-15,0 1-19 0</inkml:trace>
  <inkml:trace contextRef="#ctx0" brushRef="#br0" timeOffset="208679.6">21595 7135 53 0,'-53'0'32'16,"51"0"-11"-16,0 0 1 0,1 0-5 15,1 0-15-15,0 0-9 16,0 0-1-16,0 0 6 16,0 0 2-16,1 0 2 15,8 0 0-15,1 0 3 16,4 0 2-16,3 0 1 15,8 0-2-15,4-1-4 0,4 0-1 16,8-3-1-16,8 1 0 16,5-1-2-16,3-1-13 15,7-3 13-15,4 0-1 16,6-2 7-16,4 0 14 16,3-3-1-16,6 3-6 15,3 2-4-15,7-1-5 0,1 2-3 16,4 0 3-16,1-2-1 15,0 4 0-15,0-4-1 16,1 4 1-16,0-2-1 16,3 1-1-16,-2-1-1 15,6 0-6-15,-4 0-3 0,0 1-4 16,-3-2-11-16,-3 0-8 16,-7-2-49-16</inkml:trace>
  <inkml:trace contextRef="#ctx0" brushRef="#br0" timeOffset="-207537.73">17087 8403 84 0,'0'-3'22'0,"0"1"14"0,0 0 4 0,0-1-14 16,0 3-3-16,0 0-14 0,0 0-11 15,0 8 2-15,-2 4 0 16,2 4 2-16,0 2-1 16,0 2 0-16,0 3 0 15,0 0 0-15,2-1-1 16,2-1 3-16,-1 0-3 0,1-2 0 16,-2-2 1-16,0-1-1 15,-2-2-9-15,0-1-24 16,-4-7-39-16</inkml:trace>
  <inkml:trace contextRef="#ctx0" brushRef="#br0" timeOffset="-207124.7">17081 8407 101 0,'0'0'22'0,"0"0"-15"15,0 0 17-15,0 0-4 0,46-32-6 16,-34 28-6-16,0 2-5 16,0 2 0-16,0 0 0 15,-1 0 1-15,2 0-2 16,-2 6 0-16,-2 2 0 15,2-1 0-15,-2 2-1 0,0 1 0 16,-1-2 1-16,0 1-1 16,-3-2 1-16,-1 3-2 15,-3-3-1-15,-1 0 2 16,0 3 1-16,-8-3-1 16,-6 0 3-16,-1 2-3 15,-5-2 3-15,3 0-2 0,0-1-1 16,4-2 0-16,1-1-1 15,2-2 1-15,5-1-4 16,3 0-22-16,2-5-53 16</inkml:trace>
  <inkml:trace contextRef="#ctx0" brushRef="#br0" timeOffset="-206699.34">17346 8412 158 0,'0'0'4'0,"0"0"10"15,0 0 8-15,0 0-5 16,0 0-4-16,37-17-4 16,-28 15-4-16,3 2-2 0,-3 0 2 15,2 0-3-15,1 3-1 16,0 4 0-16,0 0-1 15,-3 3-1-15,0 1 2 16,0 1 0-16,-6-1 0 16,-1-1-1-16,-2 0-1 15,0 0 1-15,0-2-1 0,-2-3 0 16,-3 1 1-16,-1-2 1 16,0-3 2-16,2-1 1 15,0 0-1-15,0 0-1 16,1-1 1-16,1-8 2 15,-1 1 0-15,3-2 0 0,0-3 0 16,0 0-1-16,3-1 2 16,4 3-4-16,5-1-2 15,2 2 0-15,3 2-18 16,2 2-26-16,-1 2-28 0,0 0 1 16</inkml:trace>
  <inkml:trace contextRef="#ctx0" brushRef="#br0" timeOffset="-206369.22">17671 8381 44 0,'0'0'23'16,"0"0"-1"-16,0 0 6 16,0 0 0-16,0 0-13 0,0 0-10 15,0 0 0-15,-10 39 1 16,1-26 0-16,-1 1 0 16,5 3-3-16,0-4-1 15,5 2 3-15,0-3-3 16,1-2 1-16,8 0-2 0,4-6-2 15,3-2 6-15,1-2 1 16,3 0 1-16,0-6-3 16,1-5 0-16,-1-2 1 15,-2 0-3-15,-3-2 3 16,-6 0 2-16,-1 0 2 0,-4 0 2 16,-4 3-3-16,0 0 0 15,-5 2-4-15,-8 6 0 16,-1 2-7-16,-4 2-3 15,-1 0 2-15,-2 5-6 16,1 4-1-16,3 2-35 0,2-3-50 16</inkml:trace>
  <inkml:trace contextRef="#ctx0" brushRef="#br0" timeOffset="-205920.21">17961 8344 133 0,'0'0'25'0,"0"0"-6"0,0 0-3 0,0 0-5 0,0 0-3 15,0 0-6-15,0 0-3 16,0 0 3-16,0 0 0 15,0 34-1-15,0-16 2 16,0 1-2-16,0 3 0 0,2 1 0 16,3 0 0-16,-1 2 0 15,1-1 0-15,1 2 0 16,-3 1 0-16,0-1 1 16,0 2-2-16,-1 0 0 15,-2 0 1-15,0-1 1 0,-5-1-1 16,-3-3 0-16,-2-2-3 15,-2-5 2-15,-1-2 2 16,-2-4 0-16,1 0 2 16,-3-7 1-16,2 0 0 15,-4-3 0-15,3 0 2 16,0-3-3-16,1-7 0 0,1-6 0 16,4-3-2-16,4-7-9 15,2-6-27-15,3-7-57 16</inkml:trace>
  <inkml:trace contextRef="#ctx0" brushRef="#br0" timeOffset="-205765.38">17889 8217 217 0,'0'0'8'0,"0"0"-5"16,32-41-2-16,-21 37-8 15,-2-1-50-15,-4 3-34 16</inkml:trace>
  <inkml:trace contextRef="#ctx0" brushRef="#br0" timeOffset="-205350.93">18079 8409 95 0,'0'0'2'16,"0"0"0"-16,0 0 0 15,0 0 1-15,43 11 2 16,-34-11 5-16,-3 0 9 0,3-5 8 16,-2-2 1-16,2-2-6 15,-4-1-6-15,3 2-8 16,-5-1-2-16,-2 0-2 15,-1 0-2-15,0 4-1 16,0 1-5-16,-8 1 5 0,-1 3-3 16,-5 0-1-16,-1 0 1 15,-1 7 1-15,-3 7 3 16,1-1-2-16,2 4 0 16,2 0 0-16,3-1 1 15,3 1-2-15,3-3 2 16,5 0 0-16,0-4-1 0,0 1 4 15,9-5-2-15,2 2-3 16,5-3 1-16,4-2 0 16,4-2-6-16,1-1-28 15,-1 0-54-15</inkml:trace>
  <inkml:trace contextRef="#ctx0" brushRef="#br0" timeOffset="-204860.8">18376 8352 160 0,'0'0'25'0,"0"0"0"0,0 0-21 15,0 0-3-15,0 0-1 16,0 0 0-16,-37 38 1 16,28-22-1-16,4 0 1 15,3-1-1-15,2 0 2 0,0-3 1 16,0-2-2-16,0-3-1 15,6 0 0-15,4-5 3 16,1 0 2-16,1-2 1 16,5 0 2-16,0-2-4 15,-1-7-1-15,2-2-1 0,-3-2 0 16,0-4-1-16,-4-1 0 16,0-1-1-16,-2-5 1 15,-2 1 1-15,1-2-4 16,-5 1 2-16,0 1-1 15,-2 3 1-15,1 4-1 0,-2 6-1 16,0 3 2-16,0 5 7 16,0 2-5-16,-6 0-4 15,3 9 2-15,-3 6 0 16,1 6 2-16,3 0-4 16,0 6 2-16,2-2 2 0,0 0-2 15,0-1 1-15,0-3-1 16,3-5 1-16,1 1 0 15,2-3-1-15,-3-1 1 16,0-2-2-16,-1-2-13 16,-2-2-23-16,0-5-53 15</inkml:trace>
  <inkml:trace contextRef="#ctx0" brushRef="#br0" timeOffset="-204718.95">18469 8410 236 0,'0'0'9'0,"0"0"1"0,0 0-11 16,39-20 1-16,-11 15-2 15,3-4-28-15,4 2-70 16</inkml:trace>
  <inkml:trace contextRef="#ctx0" brushRef="#br0" timeOffset="-204319.23">19146 8404 168 0,'0'0'9'0,"0"0"-9"15,0 0-2-15,0 0 5 16,0 0 8-16,0 0-1 15,46 2 2-15,-29-2-1 16,2 0-6-16,3 0-3 0,3 0 1 16,2-2-3-16,0 1 2 15,3 1-2-15,-1 0 0 16,2-1-3-16,-2-2-37 16,-3-3-98-16</inkml:trace>
  <inkml:trace contextRef="#ctx0" brushRef="#br0" timeOffset="-203665.47">19503 8258 69 0,'0'0'12'0,"0"0"-9"0,0 0 2 0,0 0 2 16,0 0 1-16,0 0-2 15,0 0-5-15,0 0 1 16,0 0 0-16,0 0 2 16,0 40-2-16,7-34 2 0,0 1 6 15,3-4 12-15,2 1 5 16,1-3-7-16,0-1-3 15,3 0-7-15,-2 0-2 16,1 2-4-16,-3-1 1 16,-1 2-4-16,-4 1-1 15,-3 3-4-15,-4 4 2 0,0 3 3 16,-10 3-1-16,-5 4-1 16,-7 2 3-16,0 5 2 15,-5 3-4-15,-3-2-22 16,2-5-77-16</inkml:trace>
  <inkml:trace contextRef="#ctx0" brushRef="#br0" timeOffset="-203309.57">19096 8292 56 0,'0'0'4'0,"0"0"11"15,-54 16 6-15,34-3-4 0,0 1-1 0,5 4-4 16,1 3 2-16,6 0-4 16,6 1-3-16,2-2-2 15,10 0-2-15,11-3 2 16,12-1-1-16,10-5-2 0,12-4-1 16,7-7-7-16,5 0-71 15</inkml:trace>
  <inkml:trace contextRef="#ctx0" brushRef="#br0" timeOffset="-202974.51">20311 8203 187 0,'0'0'16'16,"0"0"19"-16,0 0-21 15,0 0-17-15,0 0-1 16,0 0 3-16,0 0 1 15,2 37-1-15,4-19 1 16,-3 2 1-16,1 2-1 0,2 0 1 16,-3 1-3-16,-2-2-14 15,-1-4-51-15</inkml:trace>
  <inkml:trace contextRef="#ctx0" brushRef="#br0" timeOffset="-202754.51">20281 8437 236 0,'0'0'9'0,"0"0"-3"15,0 0-8-15,0 0 2 0,0 0-1 16,0 0 5-16,0 0 0 16,0 0 7-16,43 0-6 15,-21-1 0-15,2-2-4 16,1 1-1-16,0 1 1 15,1 0-2-15,-1 1-19 0,-7-3-34 16,-1-1-30-16</inkml:trace>
  <inkml:trace contextRef="#ctx0" brushRef="#br0" timeOffset="-202532.36">20230 8251 269 0,'0'0'3'15,"0"0"6"-15,0 0 7 0,0 0-7 16,0 0-4-16,0 0-3 16,0 0-8-16,0 0 5 15,22-25 4-15,7 23-15 16,3 2-42-16,3-4-64 15</inkml:trace>
  <inkml:trace contextRef="#ctx0" brushRef="#br0" timeOffset="-201863.47">20634 8280 202 0,'0'0'11'0,"0"0"1"16,0 0-3-16,0 0-7 16,0 0-3-16,0 0 0 0,0 0-1 15,0 0 2-15,9 38 0 16,-2-25 0-16,-2 1 2 16,1-3-2-16,-1 2 0 15,-1-4 1-15,-1-2-1 16,1-3 0-16,-2-1 0 15,-2-2 1-15,0-1-1 0,0 0 2 16,0 0 2-16,0 0-2 16,0-7 1-16,0-3-3 15,0-1 1-15,0-3-2 16,4 1 1-16,3-3-3 16,0 5 1-16,5-2 5 0,1 5-4 15,1 1 1-15,3 2 0 16,0 4 0-16,2 1 1 15,1 0-1-15,-1 0 2 16,-1 4-4-16,0 5 2 0,0 0 0 16,-6 0-1-16,-1 4 1 15,-2-2-2-15,-5-1 0 16,0-3-1-16,-1-2 3 16,-3 0-3-16,0-2 0 15,0-2-1-15,-5-1 4 16,1 0 1-16,1 0 2 0,-3-7-2 15,4 0 3-15,1-3-1 16,1-2-2-16,0 0-1 16,1-2 2-16,7 1-3 15,4 1 2-15,1 0-1 16,0 2 5-16,5 3 0 0,-1 3 1 16,0 3 0-16,3 1-2 15,-3 0-2-15,1 4-2 16,-3 6 1-16,-2 2-2 15,-1 1-1-15,-1 1-7 16,-1-2-11-16,-3 0 5 0,3-3-18 16,2-3-34-16</inkml:trace>
  <inkml:trace contextRef="#ctx0" brushRef="#br0" timeOffset="-200688.05">21368 8270 158 0,'0'0'13'0,"0"0"9"0,0 0-4 16,0 0-7-16,0 0-4 15,0 0-8-15,-40-32 1 0,23 32 4 16,-5 0-5-16,2 2 6 16,-2 8-2-16,1 1-2 15,2 2-1-15,2 1 1 16,5-1 0-16,4 1 0 15,3-4 0-15,5 0-1 16,0-3 1-16,3-3-1 0,8-2-1 16,1-1 4-16,4-1 0 15,3 0-1-15,0 0 0 16,1-7-1-16,-1-3-1 16,-2-1-1-16,-1-2 0 15,-3 0 2-15,-3 3-1 0,-3 1 0 16,-1 4 2-16,-6 1 9 15,2 2 6-15,-2 2-7 16,0 0-7-16,0 0-8 16,0 6 5-16,0 0 0 0,0 5 0 15,5-2-6-15,3 1-5 16,4-3-6-16,2-2 2 16,1-2-5-16,6 0 2 15,2-3-12-15,4 0 7 16,-1 0 9-16,3-6 9 0,0-2 2 15,-2-5 5-15,-3 0-1 16,-3 2 2-16,-4-5 6 16,-7 3 7-16,-3 1 10 15,-5 0 2-15,-2 1-5 16,0 5-4-16,-3-1-9 16,-10 3-9-16,0 3-1 15,-4 1 2-15,-1 0-1 0,-1 5 0 16,1 5-1-16,0 3 0 15,2 0 0-15,9-1 0 16,1 1-2-16,4-3-2 16,2-1 2-16,0-3-5 0,10-2 1 15,2-3 6-15,1-1 2 16,3 0 1-16,-2-1 0 16,2-5-1-16,-2-1 1 15,-1-2-2-15,-1 2 1 16,-4 2 3-16,-2-1 3 0,-1 5 1 15,-1-1-3-15,0 2-4 16,-3 0-1-16,2 3-2 16,0 7-2-16,1 4 6 15,1 5-2-15,-1 3 2 16,1 1-3-16,-1 4 1 16,-3-2 0-16,0-3-1 0,-1-1-1 15,0-2 0-15,0-2 2 16,0-6 0-16,-1-1-1 15,-2-4-2-15,-5-2 2 16,2-1-2-16,-1-3 2 16,1 0 4-16,-4-2-3 0,4-6 1 15,-2-1-2-15,3-3 1 16,1-1 0-16,3-3-1 16,1 2-1-16,0 3-2 15,1-2-2-15,7 1 4 0,3 3 0 16,3-2 1-16,1 2 0 15,2-3 0-15,4 1 0 16,-2-2 0-16,1 0 0 16,0 0 0-16,-1 1 1 15,0-1-1-15,-4-1 1 16,-4 1-1-16,-2 2 0 0,-5 1 0 16,-1 1 2-16,-3 2 1 15,0 3-2-15,-7 1-2 16,-2 3 0-16,-2 0-1 15,-2 0 3-15,0 7 0 16,3 4 1-16,4 1-1 0,1 0-2 16,5 1 2-16,0 0 1 15,7-1-1-15,7 0-2 16,10-3-1-16,5 2-9 16,7-7-31-16,3-4-90 15</inkml:trace>
  <inkml:trace contextRef="#ctx0" brushRef="#br0" timeOffset="-200382.23">22349 8221 114 0,'6'-11'51'0,"-4"1"-13"0,-2 0-23 0,0 2 3 15,0 0-4-15,-6-1 1 16,-3 2-11-16,-3 2-2 15,0 3 1-15,-3 2-3 0,0 0 0 16,-3 3 2-16,1 8-2 16,2 3 0-16,3 3 1 15,1 1-1-15,7-1 1 16,4 0 0-16,0-1 0 16,10-2 1-16,5-2-3 15,5-4 3-15,6-2 3 0,3-2-2 16,4-1-2-16,-1-3-2 15,3 0-31-15,-3-10-28 16,-1-6-23-16</inkml:trace>
  <inkml:trace contextRef="#ctx0" brushRef="#br0" timeOffset="-200125.86">22603 7967 108 0,'0'0'39'0,"0"0"12"0,0 0-21 15,-39-39-8-15,31 38-11 16,1 1-8-16,-3 5-3 16,2 8 0-16,-1 5 0 15,1 5 1-15,1 2 0 16,3 4 0-16,2-1 1 16,2 1-1-16,0-1 0 0,0-3 0 15,2 0 2-15,5-3-2 16,0 0-1-16,3-5 0 15,0 0-15-15,2-5-27 16,-1-3-30-16,5-6-3 16</inkml:trace>
  <inkml:trace contextRef="#ctx0" brushRef="#br0" timeOffset="-199770.32">22693 8192 165 0,'0'0'17'0,"0"0"32"16,0 0-23-16,-7-40-16 0,-5 34-7 15,-1 2-1-15,-7 4-4 16,0 0 2-16,-3 0 2 16,-2 6 1-16,1 4-2 15,5 2 0-15,1 1 0 16,7 1 0-16,4-2 0 0,4 0 2 16,3-2-1-16,0-2-1 15,9-2 1-15,3-3-7 16,4-1 7-16,5-2 2 15,0 0-4-15,2-7 0 16,0-3-1-16,-3 1 1 0,-1-2 0 16,-6 2 1-16,-4 2-1 15,0 3 1-15,-6 4 3 16,-1 0-3-16,0 0-2 16,1 6-3-16,2 2 5 15,2 6 0-15,3-1-4 0,1 0-14 16,6-2-20-16,0-1-40 15,4-4-4-15</inkml:trace>
  <inkml:trace contextRef="#ctx0" brushRef="#br0" timeOffset="-199406.19">23016 8192 122 0,'0'0'7'16,"24"-43"26"-16,-18 23-3 15,-3 4 3-15,-3 2-5 16,0 5-11-16,-10 3-10 15,-3 3-8-15,-4 1 1 16,-1 2 4-16,-3 0-4 0,3 3 1 16,3 5-1-16,1 1 1 15,5-2-2-15,3 2 1 16,5-2 0-16,1 0 0 16,0 0 0-16,6 0-1 15,9 0-1-15,2-1 4 0,4 0 2 16,1 2-2-16,0-2-2 15,0 4 2-15,-4-2-2 16,-3 2 0-16,-3-1 0 16,-3 2-2-16,-5-4 0 15,-4-2 2-15,0 2-1 0,-4-3-1 16,-12-1 1-16,-1-2 3 16,-4 1-1-16,-1-1 0 15,4-1-2-15,2 0-8 16,3 0-39-16,7-4-67 15</inkml:trace>
  <inkml:trace contextRef="#ctx0" brushRef="#br0" timeOffset="-198973.48">23280 8089 211 0,'0'0'-10'0,"0"0"21"0,0 0-1 0,0 0-8 16,0 0-2-16,0 0 0 16,0 0-1-16,-51-25 0 15,36 25 3-15,-1 0-3 0,3 0 3 16,1 5-1-16,3 1-1 16,3 1 1-16,3-1-2 15,1 1 2-15,2-1 0 16,0 1 0-16,5 0-1 0,6 0-1 15,3-1 5-15,3 1 0 16,3-3-2-16,2 3 0 16,1 0-2-16,-5-1 1 15,1 2-1-15,-3-1 1 16,-2 1-1-16,-6-4 0 16,-1 2 0-16,-6-2 1 0,-1-1 1 15,-1-2 1-15,-11 1 3 16,-3-2 4-16,-5 1-7 15,-2-1-2-15,-2 0 1 16,1 0-1-16,3 0-1 16,2 0-2-16,3 0-15 0,6 0-33 15,5-1-56-15</inkml:trace>
  <inkml:trace contextRef="#ctx0" brushRef="#br0" timeOffset="-198759.01">23412 8095 227 0,'0'0'5'0,"0"0"4"0,0 0-2 16,0 0-5-16,37 0-1 0,-27 8-1 16,-3 4 2-16,0 2 0 15,2 0-2-15,-2 1 2 16,1 1-3-16,-4-4-12 15,-1-4-20-15,1-2-25 16,1-6-28-16</inkml:trace>
  <inkml:trace contextRef="#ctx0" brushRef="#br0" timeOffset="-198607.34">23459 7974 267 0,'0'0'-24'16,"0"0"23"-16,0 0-3 16,0 0-44-16,0 0-42 15</inkml:trace>
  <inkml:trace contextRef="#ctx0" brushRef="#br0" timeOffset="-197820.43">23591 7661 216 0,'0'0'5'0,"0"0"1"15,0 0-1-15,0-39-3 0,4 35-2 16,1 1 1-16,1 3-7 15,0 0 4-15,4 0 3 16,-3 6-2-16,3 5 0 16,0 6 0-16,-1 4-1 15,0 5 1-15,-2 7 1 0,-2 6-1 16,-3 8 1-16,-2 3 0 16,0 4 1-16,0-2 0 15,0-2-1-15,-5-2 0 16,1-6 0-16,0-7 0 15,1-4 1-15,-3-2-1 0,5-6 0 16,1-2 0-16,0-3 0 16,0-5 1-16,1-1 0 15,8-4 0-15,-1-1 0 16,3-4 0-16,2-3-3 16,3 0 0-16,2-4-6 0,-1-6-1 15,1-3 10-15,1-2 0 16,-6-1 0-16,-4-3 0 15,-2 1-1-15,-2-1-3 16,-5 1-18-16,0-2-17 16,-12 4 5-16,-1 1 2 15,-5 1 9-15,0 1 24 0,-2 1 5 16,3 2 1-16,3 0 0 16,3 1 3-16,1 0-3 15,5 3-2-15,2-1-3 16,3 0 0-16,0 1-1 15,0-1 1-15,10 0 0 0,1 0-2 16,2-1 0-16,4 0 3 16,-1 1 0-16,3 0 3 15,2 0-1-15,-4 4-4 16,4-2-1-16,-1 3 0 0,-2 1-1 16,2 1 2-16,-7 0-1 15,-4 0-1-15,0 4 1 16,-3 5-2-16,-3 2 8 15,-3 2 0-15,0 0-2 16,0 1 0-16,0-2-1 16,0 1-1-16,0-1-2 0,0-4 0 15,0 2 0-15,0-4-1 16,0-2-6-16,2-4-30 16,5 0-20-16</inkml:trace>
  <inkml:trace contextRef="#ctx0" brushRef="#br0" timeOffset="-197655.52">23939 7832 224 0,'0'0'4'0,"0"0"4"0,0 0-5 0,0 0-3 15,0 0-12-15,-39-21-28 16,34 29-13-16,3 1-9 15</inkml:trace>
  <inkml:trace contextRef="#ctx0" brushRef="#br0" timeOffset="-196979.67">24127 7886 221 0,'0'0'-6'0,"0"0"5"16,0 0 1-16,-53 17 0 16,32-5 1-16,4 3 0 15,-3 1 0-15,3 2 0 0,5 1 2 16,5-1-1-16,4 1 0 16,3-3-1-16,0-1 1 15,3-1 1-15,8-2-3 16,5-3-3-16,0-1 0 15,4-4-9-15,-1-3-26 0,0-1-5 16,0 0 1-16,-3-3 6 16,-4-5 15-16,-3-5 16 15,0-1 13-15,-3-2 2 16,-3-2-2-16,1-1-1 16,-2 1 2-16,0 2 5 15,0 3 3-15,0 3 5 16,1-1 2-16,2 6-1 0,-1 0-5 15,5 2-4-15,2 0-3 16,0 3-6-16,7 0 0 16,-4 0-4-16,3 6 0 0,-2 4-1 15,-2 4 0-15,-3 3 0 16,-5 2-4-16,-3-1 5 16,-2 1 1-16,-3-1-1 15,-8-5-1-15,-4-2-1 16,-2-2 1-16,-4-5 0 0,1-1 1 15,2-3-1-15,-2 0 3 16,3 0-3-16,2-4 1 16,5-3-1-16,5-2 2 15,1-2-2-15,4 4 1 16,0-2-4-16,9 1 3 16,5 2-1-16,2 3 1 0,2 3 0 15,1 0 0-15,1 6 0 16,-1 2 0-16,2 1 1 15,0 1-1-15,-1-2 0 16,-1 1 0-16,-1-1 0 16,-3-2-6-16,-3-6-55 0,-1 0-9 15</inkml:trace>
  <inkml:trace contextRef="#ctx0" brushRef="#br0" timeOffset="-196716.28">24378 7802 147 0,'0'0'10'0,"0"0"-2"0,0 0-6 0,0 0-1 0,0 0 2 0,0 0 9 15,10 56-2-15,-5-32-5 16,0 1-2-16,-1 1-1 15,2-2-1-15,-2 0 1 16,-1-4 0-16,0-4-1 0,-1-1 0 16,-2-2-1-16,0-4-4 15,0-2-25-15,-8-4-33 16</inkml:trace>
  <inkml:trace contextRef="#ctx0" brushRef="#br0" timeOffset="-196496.2">24349 7945 189 0,'0'0'23'0,"0"0"0"15,0 0-7-15,49-25-1 16,-31 24 0-16,-1 1-5 0,-1 0-3 16,1 7-2-16,-2 6-4 15,1 2 0-15,-2 3 0 16,-2 0-2-16,-2 2 2 15,-4-3-9-15,-2-1-22 16,-2-5-21-16,-2-4-30 0,0-6-32 16</inkml:trace>
  <inkml:trace contextRef="#ctx0" brushRef="#br0" timeOffset="-196375.46">24521 7854 107 0,'0'0'14'0,"-5"-36"9"15,0 26-7-15,3 5-15 16,2 4-10-16,0 1-87 16</inkml:trace>
  <inkml:trace contextRef="#ctx0" brushRef="#br0" timeOffset="-195704.1">24683 7869 150 0,'0'0'7'16,"0"0"-6"-16,0 0-4 15,0 0 5-15,0 0-4 16,-46 30 2-16,33-20 3 16,1 5-1-16,2-3-1 0,4 3 1 15,1-3 0-15,3-1-2 16,2 1 2-16,0-3-1 15,4-1 1-15,4-2-4 16,3-1 0-16,-2-4-1 16,1-1 0-16,0 0 3 15,-1 0-1-15,-1-2 1 0,-1-4 3 16,0 0 0-16,-2-2-2 16,1 1 0-16,-3 0-1 15,0-1 0-15,-1 2 0 16,-1-2-1-16,2 3 2 0,-2-1 0 15,3 0 1-15,0 2-1 16,2 0 1-16,1 0 1 16,1 0 6-16,2 2 4 15,1 0 1-15,1 2-1 16,3 0-6-16,0 0-2 0,-2 2-3 16,4 6-1-1,-7 1 0-15,2 1 0 0,-2 0-2 16,-5 1 1-16,0-2-1 15,-3-2-1-15,-1 0 2 16,-1-4 0-16,0-2-3 0,-2-1 2 16,-3 0 6-16,1 0-2 15,0-1-2-15,3-6 1 16,1-1 2-16,0-1-3 16,5 0-2-16,6 0 4 15,5 2-1-15,2 0-2 16,2 3 2-16,6 3 0 15,-2 1 4-15,3 1 1 0,3 10 0 16,0 6-5-16,-1 5-1 16,0 6-1-16,-5 3 0 15,-8 3 0-15,-10 1-16 16,-7-3-36-16,-26-3-33 0</inkml:trace>
  <inkml:trace contextRef="#ctx0" brushRef="#br0" timeOffset="-194871.1">16718 8089 108 0,'-6'-4'16'0,"1"1"22"0,3 2-13 0,-1-2-9 0,3 2-5 16,0-1-8-16,0 2-5 16,4-1 3-16,8-1-1 0,2 1-3 15,8-1 5-15,7 0-1 16,4 0-4-16,8-1 3 15,12-1-1-15,7 0-1 16,9-3 4-16,11-2 1 16,11-3-2-16,8-3 0 15,13 0-1-15,8-1-1 0,8-1 2 16,5 0 0-16,6 0-1 16,1 3 1-16,2 1-1 15,-4 0 2-15,3 3-2 16,-7 0 0-16,0 3-2 15,-8 1-12-15,-6-1-23 0,-9 3 1 16,-12-2 0-16,-14 2-15 16</inkml:trace>
  <inkml:trace contextRef="#ctx0" brushRef="#br0" timeOffset="-193833.6">16529 8127 113 0,'0'0'48'0,"0"0"-39"0,0 0-1 0,0 0-6 0,0 0-3 15,0 0-1-15,0 0-2 16,0 0 2-16,16 53 1 0,-10-29 2 16,-2 5 0-16,3 5-1 15,0 3 0-15,3 6 1 16,4 3-1-16,-1 3 0 16,3 3 0-16,-3-1 1 15,2 3-1-15,-3-6 1 0,0-2-1 16,-5-6 0-16,1-6 1 15,-2-6-1-15,4-2 1 16,-4-5 0-16,4 0 1 16,0 1 0-16,2 0-1 15,1 0 0-15,3-1-1 0,-2 0 1 16,4 0 0-16,1-5 0 16,2-3-1-16,3-6 1 15,3-2-1-15,3-4 2 16,3-1 11-16,5 0 0 15,4-3-5-15,5-3-6 0,0 1-1 16,6 2 0-16,-1 0-1 16,2 3 0-16,1 0 1 15,5 0-2-15,3 0 1 16,2 0 1-16,5-3-1 16,3 0 0-16,-2-4 0 0,5 2 2 15,0-1-2-15,5-1 0 16,0 0 0-16,1 1 0 15,3 0 1-15,0 3-2 16,2-1 2-16,0 1-1 16,-2 0 0-16,1 1 0 15,3-3 0-15,0-2 2 0,3 0-2 16,-2-1 0-16,4 0-2 16,1 0 4-16,-3 1-4 15,0 0 4-15,1 0-2 16,1 0-2-16,0-2 4 15,2 3-4-15,3-3 2 0,-1 0 2 16,4 0 3-16,2-2 7 16,5 1-7-16,1 2 0 15,3 0-2-15,6 1-2 16,-5-3 0-16,4 2 1 16,1-1-1-16,0 1 1 0,3 1 4 15,1-1-1-15,2-1-2 16,3 0-2-16,3 2 2 15,4 1-3-15,1-2 1 16,0 2-1-16,1-2 0 0,1 2 0 16,-6-1 0-16,-4 1-11 15,-8 0-39-15,-9 2-39 16,-10-3-1-16</inkml:trace>
  <inkml:trace contextRef="#ctx0" brushRef="#br0" timeOffset="-192617.27">19182 7842 142 0,'4'3'-2'0,"4"-2"2"0,2 1 1 0,1-1 2 16,5-1-2-16,1 0 2 15,4 0 0-15,3 0 3 16,1 0 0-16,2 0-1 15,1 0-1-15,0-2-3 0,2 0 0 16,2-1 0-16,3 0-1 16,7-4 0-16,4 2 1 15,8-2-1-15,6-2 6 16,5 2-1-16,8-2 6 16,8 0-3-16,0 1-2 15,5 1-3-15,5-1-1 0,6 1-1 16,6-2 0-16,0 2-1 15,11-1 2-15,0 0 0 16,2 1 0-16,5-1 2 16,3 1-1-16,1 0 0 15,1-2-1-15,2 3-1 0,-1 1 0 16,-1-1-1-16,-1-2 1 16,-4 1-2-16,1-1 2 15,-3 1-1-15,-3-3 1 16,2 0 0-16,0-3 2 0,3-2 4 15,0 2-1-15,-3-1 0 16,2 1-4-16,-4 0 1 16,1 2-1-16,-4 2 2 15,-4 0-4-15,1 3 1 16,-10-1 0-16,-4 2 0 0,-6 3-1 16,-4-1 0-16,-4 3 0 15,-3 0 1-15,-2 0-1 16,-2 0 0-16,-2 0 0 15,-4 0 0-15,-4 4 0 16,-3 0 0-16,-1-1-1 16,-2 1 1-16,-2-1 0 0,-4 2 0 15,-2 0 0-15,-4-1-1 16,-5 2 1-16,-4 1 0 16,-4-2 0-16,-3 3 0 15,-4 1-1-15,-4-1 0 16,-1 3 2-16,-2-1-2 0,-2 3 1 15,-2 0-1-15,-3 0 1 16,-2 1-4-16,-2 1 4 16,-1 1 0-16,-4 3-1 15,-1 2 2-15,2 0-1 16,-4 5 0-16,1-1 0 0,0 1 1 16,2 5-1-16,1-1 0 15,-2 0 1-15,2-1-2 16,0 1 1-16,-2 0 1 15,1 0-1-15,-4-2 0 16,0-1 0-16,0 3-1 0,-6-2-1 16,-7 1 0-16,-7 0 0 15,-4 0-1-15,-7 0 0 16,-7-3 2-16,-7 0 0 16,-4-2-1-16,-7-1 1 15,-10 0 3-15,-4-2-3 0,-11-1 4 16,-10 0-3-16,-14-2-1 15,-17 2 5-15,-15 1-3 16,-24 4 1-16,-23-1-2 16,-24-2-46-16</inkml:trace>
  <inkml:trace contextRef="#ctx0" brushRef="#br0" timeOffset="-191110.57">19996 8924 10 0,'0'0'24'0,"0"0"-4"0,0 0 2 0,0 0 4 15,0 0 4-15,0 0-7 16,0 0-6-16,0 0-12 16,0 0-5-16,0 0 0 0,0 0-1 15,0 0 1-15,17 0 0 16,-13 2 0-16,-2 2 0 16,1-1 1-16,0 1 0 15,0-1 1-15,0 2 2 16,-1 0-2-16,-1 2 1 0,1 3 0 15,-1-1 3-15,0 3-3 16,1 0 0-16,2 2-1 16,-2 2 0-16,1 1-1 15,0 0 0-15,2 3 0 16,-2-1 1-16,2 4-1 0,-2-2 1 16,0 2-1-16,-1 0-1 15,-2 0 1-15,0-1-1 16,1 0 3-16,-1 0-2 15,1 0 1-15,0-1 1 16,-1-2 1-16,2 0-1 0,0-2 0 16,2-2-1-16,-2 0 0 15,0-3 0-15,2-1-1 16,-1-1 2-16,-1 0-2 16,1-2 0-16,0-2 1 15,-1-1-1-15,1 1 0 0,-1-3 0 16,1 0-1-16,-1 0 1 15,-1 0 0-15,1-3-1 16,0 4-1-16,-1-4-10 16,1 0-18-16,-2 0-36 15</inkml:trace>
  <inkml:trace contextRef="#ctx0" brushRef="#br0" timeOffset="-190169.59">19950 9498 90 0,'0'0'4'0,"0"0"2"0,0 0-3 16,0 0 3-16,0 0-2 0,0 0-1 15,0 0 0-15,0 0 3 16,0 0 4-16,0 0-4 16,38 9 2-16,-34-8-2 15,1 2-1-15,0 1-3 16,0-1-1-16,-1 1 1 15,0 2-2-15,0-2 0 0,1 1 0 16,2 0 0-16,-4-2 1 16,1 3-1-16,0-1 0 15,0-1 1-15,-1-2-1 16,0 1 1-16,2 0 1 0,-3 0-2 16,2-2 1-16,-2 1 0 15,0 0 0-15,2 0 1 16,-2-1-3-16,-1 1 2 15,1-1 0-15,1 2-1 16,-1-2 0-16,1 1 0 0,-1-1 0 16,0-1 1-16,-1 1-1 15,2 1 1-15,-1-2 0 16,-1 0 0-16,1 0 1 16,1 0-2-16,-3 0 1 15,2 0-1-15,-2 0 1 0,1 0 0 16,0 0 1-16,0 0 2 15,0 0 1-15,1 0 3 16,0 0 3-16,1-4 5 16,-1-2-3-16,-1 2-2 15,2-5 0-15,2 1-1 16,0-4-2-16,1 0-2 0,2-4-5 16,3 0 0-16,2-4-2 15,-2-2-20-15,3-4-84 16</inkml:trace>
  <inkml:trace contextRef="#ctx0" brushRef="#br0" timeOffset="-186001.31">20729 9200 101 0,'3'0'32'0,"-3"0"0"0,2-3-4 16,-1 0-9-16,1-2-4 0,1-1-4 16,-1 2-2-16,-1-1-2 15,2 0-4-15,-3-1-2 16,0 0 0-16,0 2-1 16,0 1-1-16,-2-1-7 15,-6 1 1-15,-1 3 2 0,-1 0 4 16,-4 0 0-16,-3 0 2 15,0 0-2-15,0 6 2 16,-4 1-1-16,0 2 1 16,1 2 0-16,0 1-1 15,4 1 0-15,-3 2 0 0,3 0 1 16,4 0-1-16,3 0 0 16,1 2 0-16,5-3 0 15,2 0 0-15,1-1 2 16,0-3-1-16,8 0-1 15,3-4 1-15,2-2 2 16,3-1-1-16,1-2 4 0,3-1 6 16,3 0-4-16,-3 0-2 15,4-4-2-15,1-2-1 16,-4 1-2-16,0-1 0 16,-4 2 0-16,-2-2-1 15,-3 3 0-15,-2-1 1 0,-1 1 0 16,-2 1-2-16,-2 0 2 15,1 2-2-15,-2 0-11 16,-1 0-30-16,-2-2-55 16</inkml:trace>
  <inkml:trace contextRef="#ctx0" brushRef="#br0" timeOffset="-185672.4">20977 9183 134 0,'0'0'20'0,"0"0"-1"0,0 0-21 0,0 0 4 16,0 0 3-16,0 0 0 16,1 39-2-16,1-24 1 0,-2-2-2 15,0 2-1-15,0 1 2 16,0-2-1-16,0 1-2 16,0-1-2-16,-2-2-10 15,-3-3-20-15,1-1-31 16</inkml:trace>
  <inkml:trace contextRef="#ctx0" brushRef="#br0" timeOffset="-185210.38">20965 9227 82 0,'0'0'6'0,"0"0"14"0,0 0 4 16,0 0-9-16,0 0-7 15,37-10-2-15,-27 10-2 16,4 2-2-16,0 3 3 16,1 4-1-16,2-2 3 15,1 3-1-15,-2 0 3 16,2 1-5-16,0 0 0 0,-1-1-1 15,-1-2-2-15,-3 0 0 16,1-2 0-16,-6-2 0 16,0-3 0-16,-4-1 2 15,0 0 7-15,-2 0 18 16,-1 0 0-16,-1-5-8 0,0-3-8 16,0-3-6-16,0-1 0 15,-3-1-1-15,-3-2-1 16,1-2-1-16,-2 0 0 15,2 1 0-15,-1 1-2 16,2 2 0-16,2 2-2 0,0 2 0 16,1 4-3-16,1 3-7 15,0 2-12-15,-2 0-50 16,2 0 0-16</inkml:trace>
  <inkml:trace contextRef="#ctx0" brushRef="#br0" timeOffset="-184903.93">21398 9190 103 0,'0'0'10'0,"0"0"11"0,0 0 3 0,0 0 14 15,0 0-23-15,0 0 1 0,0 0-9 16,0 0-3-16,0 0-5 16,0 0 1-16,1 13 1 15,-1 1-1-15,-2 2 1 16,2-1 0-16,0 2-1 16,0-4 0-16,-1-1-2 0,1-1-4 15,0-4-4-15,0 0-20 16,0-4-18-16,-1-3-58 15</inkml:trace>
  <inkml:trace contextRef="#ctx0" brushRef="#br0" timeOffset="-184491.07">21372 9206 121 0,'0'0'2'0,"0"0"-1"0,0 0 0 15,0 0 0-15,0 0 0 16,46-14-1-16,-38 14 1 16,0 0-1-16,-1 0 1 15,3 1 3-15,0 6 1 16,-1 3 3-16,3 1-2 0,-1 1 1 16,1 1-3-16,2-1-1 15,-1 2-1-15,1-4 0 16,-1 0 0-16,-1-3-1 15,-3-1 2-15,0-4-1 16,-3-1 4-16,1-1-1 16,-3 0 8-16,1 0 12 0,-1-7 5 15,-3-2-7-15,2-4-6 16,-2-1-1-16,-1-4 2 16,0-2-5-16,0 0-5 15,0 1-1-15,0 1-3 16,0 1-1-16,0 4-2 0,0 5-2 15,0 4-2-15,0 4-15 16,-4 0-33-16,-1 0-33 16,-1 0-37-16</inkml:trace>
  <inkml:trace contextRef="#ctx0" brushRef="#br0" timeOffset="-175483.38">20019 9532 86 0,'0'0'10'0,"0"0"0"0,0 0-4 0,0 0-2 15,0-1-1-15,0-2-2 16,0 3-1-16,1 0-1 15,0 0 2-15,0 0-1 16,1 0 0-16,-2 0 0 16,2 0 1-16,0 0 0 0,3 0 0 15,-3 0 1-15,3 0 1 16,1 0-2-16,-1 0 0 16,3 0-1-16,0 0 3 15,-1 3-2-15,3 0 0 16,-2 1 1-16,2-2-1 15,-1 2 2-15,0 0 0 0,1-1-1 16,0 1 1-16,-2-1-1 16,1-1 0-16,-1 0 0 15,-1 1 1-15,1-2 0 16,-2 2 1-16,4-1-4 16,-5-1 3-16,3 1 0 0,0-1-2 15,0 0 2-15,-3 1-2 16,1-2 1-16,-3 0 0 15,0 1 1-15,-1-1-1 16,0 0 3-16,-2 0 3 0,1 0 6 16,-1 0 3-16,1 0 1 15,-1 0-7-15,0-3-2 16,0-2-2-16,0-1-3 16,0-2-1-16,0-4-1 15,0 2 0-15,0-3 2 0,0-2-2 16,0-2 0-16,0 1-2 15,0 2 0-15,2-1-2 16,1 4-4-16,1 1-14 16,0 3-41-16,0 2-49 15</inkml:trace>
  <inkml:trace contextRef="#ctx0" brushRef="#br0" timeOffset="-175143.26">20147 9490 103 0,'0'0'18'0,"0"0"11"0,0 0-5 16,0 0-11-16,0 0-4 15,0 0-5-15,0 0-2 0,0 0-1 16,0 0 5-16,0 0-3 16,0 0 0-16,33-29-2 15,-20 25 0-15,-3 3-2 16,1-1-6-16,0 2-18 15,-4 0-21-15,-1 0-11 0</inkml:trace>
  <inkml:trace contextRef="#ctx0" brushRef="#br0" timeOffset="-174658.39">20129 9508 54 0,'0'0'28'0,"0"0"-24"16,-45 20 4-16,34-13-7 15,1-2 0-15,4-1 2 16,2-1 4-16,4-1-5 16,0-2-1-16,2 0 3 15,8 0 6-15,1 0 0 0,3-7-7 16,2 3-3-16,-2-2 0 16,-1 2-1-16,-3-2-1 15,-4 4-5-15,-1 0 4 16,-3 2 2-16,-2 0 0 15,0 0 3-15,0 0 4 0,-5 2-1 16,-2 3-4-16,-1 2 0 16,1-1 0-16,-2 1 0 15,4 0-1-15,0-2-1 16,3 0 0-16,2-2-3 0,0-3 0 16,0 1 2-16,7-1 2 15,-1 0 0-15,4 0 1 16,1-4 0-16,-4 2-1 15,3-3 1-15,-2 2-1 16,-4 0 1-16,-2 1 1 16,-1 0 1-16,-1 2 8 0,0 0 14 15,0 0-9-15,-2 0-8 16,-1 0-5-16,-3 0 1 16,3 2-3-16,0 2-1 15,2 1-1-15,1-1-19 16,0-4-28-16,0 0-61 0</inkml:trace>
  <inkml:trace contextRef="#ctx0" brushRef="#br0" timeOffset="-171052.22">17979 8153 29 0,'0'0'19'0,"0"0"-1"0,0 0-6 16,0 0-2-16,0 0-4 15,0 0-1-15,0 0-1 0,0 0 3 16,0 0-1-16,0 0 1 15,0 0-2-15,-22-10 1 16,21 10-3-16,-3 0 1 16,1 0 2-16,0 0-2 15,0 0-2-15,1 0 0 0,0 0 1 16,-1 0-3-16,-1 3 1 16,2 0-1-16,0-2 0 15,-1 2 1-15,-1 0-1 16,-1 0 0-16,1 1 0 15,-4-1 0-15,2 1 0 0,0 1 0 16,2-1 0-16,1 0 0 16,-1-1 0-16,2 4 1 15,1-3-2-15,1-1 1 16,0 3 0-16,0-2 1 16,0 3 0-16,0 0 2 15,3-4-3-15,3 4 0 0,-3 1 0 16,5-3 2-16,-3 2-2 15,4-2 0-15,-5 1 1 16,1 0 1-16,1-2-2 16,-3 1 1-16,1-2-1 15,3 1 0-15,-1-3 1 0,3 3 0 16,-2-4 1-16,3 2-2 16,0-2 1-16,-1 0 0 15,1 0 0-15,-2 0-1 16,-1-1 1-16,-1-4-1 15,0-1 1-15,0 0-1 0,-1-2 2 16,-1-1-1-16,0 0-1 16,0 1 1-16,-4-3 0 15,0 0-1-15,0 0 1 16,0 1-1-16,0 0 0 16,-10 3-3-16,-1 0-7 0,-7 1-16 15,-5-4-121-15</inkml:trace>
  <inkml:trace contextRef="#ctx0" brushRef="#br0" timeOffset="-162812.46">17657 8115 54 0,'0'0'2'0,"0"0"-1"0,0 0 0 0,0 0 0 16,0 0 0-16,0 0 0 16,0 0 1-16,0 0 2 15,0 0 1-15,-12-33-4 16,11 33-1-16,-1-1-1 15,0-1 1-15,1 1 1 0,-1 0-1 16,0-2 3-16,-2 0 6 16,-1-1 0-16,2 1-4 15,-3 0-3-15,2 0-1 16,-1 2-1-16,-3-2 0 0,2 3 0 16,-2 0 0-16,-1-3 0 15,2 3 1-15,-5-3-1 16,1 2 1-16,-3-2 2 15,-1 1-1-15,-3 2 1 16,-3 0-2-16,-2 0-2 16,-2 0 2-16,-2 0-1 0,-2 3-1 15,0 0 2-15,2 0-1 16,1-3 1-16,-1 0 4 16,2 0 0-16,-1 1 3 15,2 1-3-15,1 1-1 16,-2 0-3-16,-1 2 2 0,-2 2-2 15,-1 2-2-15,-2 0 2 16,-1 2-1-16,0 2 1 16,0 0-1-16,1-1-1 15,2 2 1-15,1-2 1 16,2-1-1-16,1 2 0 0,3-2 0 16,0 3-1-16,1-1 2 15,0 4-1-15,0 0 0 16,1-1 0-16,3 4 0 15,0 1 0-15,2-1 0 16,-3 1 0-16,5 2 0 0,-1 1 0 16,3-1 0-16,2 2 0 15,-1-2 0-15,6 0 0 16,0-2 0-16,2 1 0 16,2 0 0-16,0 1 0 15,0 2 0-15,0-1 1 0,4 2-1 16,1 0 1-16,4-1 0 15,-1 1-1-15,4-5 1 16,2 1 0-16,3-1 2 16,3-3 0-16,5 2-1 15,-1-1 0-15,1 2 1 0,3-1-3 16,2 0 0-16,-1 2 1 16,0-2-1-16,0-1 0 15,0-2 0-15,3-2 1 16,3 0 2-16,1-5 0 15,5-1 0-15,0-2 4 16,4-2-2-16,-2-1-1 0,3-1 2 16,4-2-2-16,2 2-2 15,0 0 0-15,7 0 0 16,-3 1-1-16,4-1-1 16,1 1 1-16,1-1-1 15,3-2 0-15,-3 1 0 16,2-2 1-16,0 0-1 0,-2 0 0 15,1-3 0-15,-4-7 0 16,-1-1 0-16,1 0-1 16,0-4 1-16,-3 1 1 15,0-3-1-15,-1 0 0 0,-1 0 0 16,0-2 0-16,-2 1 1 16,-1-1-1-16,-2 1 0 15,-4 0 1-15,-2-1-1 16,-4-1 0-16,-1 2 0 0,-4-5 0 15,-3 0 0-15,-2-2 0 16,-5-4 1-16,-2-1-1 16,-6-2-1-16,-1-2 2 15,-7 0-1-15,-3-2-1 16,-5-1 1-16,0 1 1 16,-1-2-1-16,-7-1 1 0,-6-4 1 15,-3 3 3-15,-2-4 0 16,-7 3-1-16,-3 0-3 15,-5 1 2-15,-4 3-1 16,-6 3-1-16,-6 0 3 16,-10 7-4-16,-7 2 1 0,-11 8 0 15,-7 6-2-15,-18 10 0 16,-8 1-2-16,-16 17-14 16,-15 7-39-16,-21 6-18 15</inkml:trace>
  <inkml:trace contextRef="#ctx0" brushRef="#br0" timeOffset="-156131.46">20109 8799 67 0,'0'2'-1'0,"1"-1"-1"0,-1 3 1 0,0 1-1 0,0-1 7 16,0 0-5-16,0-1 0 0,0-1 0 15,0-1 0-15,-2-1 0 16,-1 0 6-16,0 0 5 16,1 0 2-16,-3-1-1 15,2-4-5-15,-1 0 1 16,2-1-4-16,0-2-1 0,-2 0 1 16,0-6 0-16,1 1-2 15,-2-2 0-15,-1-4 1 16,-2 1 1-16,0-2 6 15,0-3-6-15,1 2 3 16,-5-2-2-16,4 1 2 0,-1 3-3 16,-3-1-2-16,2 2-1 15,0 2 0-15,1-1 0 16,0 0 1-16,2 3 1 16,2-2-1-16,-1 1 0 15,0 0 0-15,3-2-1 0,1 0 0 16,0 1 0-16,0-2-1 15,-1-2 1-15,3 0-1 16,0-2 0-16,0 0-1 16,0-2 0-16,0 3 0 15,0 0 1-15,0-1-1 0,0 1 1 16,0 1 0-16,0 3 0 16,-1 0 0-16,0-1 0 15,1 3 1-15,0-2-1 16,0-1 0-16,0 4 0 15,0-2 0-15,3-1 0 16,1 2 0-16,1 0 0 0,1 3-1 16,3 0 1-16,0 2-1 15,-1-1 2-15,4-1-1 16,-1 1 0-16,1 0 0 16,2-1 0-16,0 1 0 15,3 0 0-15,2 0 0 0,2 3 0 16,3-2 0-16,3 0-4 15,3 2-19-15,7-1-17 16,0-1-17-16</inkml:trace>
  <inkml:trace contextRef="#ctx0" brushRef="#br0" timeOffset="-154495.68">20200 7839 100 0,'6'0'0'0,"0"-3"1"0,5-1 0 0,-3 0 0 0,2 1 0 16,2-1 1-16,0 0-2 0,2-1 1 15,-1 1-1-15,3 0 1 16,-2-1-1-16,4 1 0 16,3 1 1-16,1 1-1 15,4 0 0-15,1-1 0 0,4 2 1 16,2-2-1-16,1 2 0 15,4-1 0-15,1-2 0 16,6 1 0-16,2-1 0 16,3-2 1-16,1 2 1 15,0-2 0-15,2 0 0 16,4 1 1-16,-1-2-3 0,2 1 1 16,0 1 0-16,4-1-1 15,2 0 1-15,0 0 0 16,1 1-2-16,1-1 2 15,1 2-1-15,1-2-1 16,2 3 2-16,3-1-1 0,1 0 0 16,0 1 0-16,2-1 0 15,2-2 0-15,-2 3 1 16,2 0-1-16,-6-1 0 16,1 1-1-16,1 0 2 15,-2-1-2-15,2 1 1 0,1 0-1 16,-3 1 0-16,3-1 0 15,-3 0 0-15,-3 0 1 16,-4 0-1-16,1-1 2 16,-2 0-1-16,-3 0-1 15,2-1 1-15,0-2-3 0,1 1 2 16,0 1 0-16,-1-1 1 16,0 0 0-16,1 2-1 15,-2-2 1-15,-2 2 0 16,0 0 0-16,-2 0 0 15,-3-1 0-15,-3 1 1 16,1-1 0-16,-6 2 1 0,0 0 0 16,-1 0-1-16,-2 0 0 15,-2 3-1-15,0-3 1 16,-2 3-1-16,-1 0 0 16,1 0 0-16,-5 0 0 0,2 0 0 15,-3 0 0-15,-2 4 0 16,-3-1 0-16,-1 2 0 15,-4-2 0-15,-4 1 0 16,-1 0 1-16,0 0 0 16,-3 1 0-16,0 0 1 15,-1 1 0-15,-1-1 1 0,1 1-2 16,-1 1-1-16,-1 0 1 16,0 0-1-16,1 1 1 15,-1-1 0-15,1 1 0 16,1 1 1-16,1-1-1 15,-1 4-1-15,2-2 1 0,-1 2 0 16,1 0 1-16,-3 2-2 16,1-3 0-16,-2 2 1 15,0 0-2-15,-3-1 1 16,0 1 0-16,0 3-2 16,-1-2 1-16,-1 1 0 0,-2 1 1 15,3 0 0-15,-1 0 0 16,1-1 0-16,2 1 0 15,-4 1 1-15,0-3-2 16,-1 3 1-16,1-1 0 0,-2-1 0 16,-1 3 0-16,0 0 0 15,-4-1-1-15,0 3 1 16,0-2 0-16,0 1 0 16,0 0 1-16,0-1 0 15,-4-1 0-15,0-2-1 16,2 1 2-16,-2-2-2 0,-2 2-2 15,2-2 2-15,1 3 0 16,-3 0 0-16,-1 3 0 16,-2 2 2-16,-2 0-1 15,-4 2-2-15,-1 3 1 0,-7-2-4 16,0-1 3-16,-6-2 1 16,-4 0-1-16,-1-1 2 15,-7-5-5-15,-6 0 6 16,-5-1-1-16,-10-1 0 15,-11 0-1-15,-18 2 0 16,-19 4-9-16,-19 2-11 0,-30 2-54 16</inkml:trace>
  <inkml:trace contextRef="#ctx0" brushRef="#br0" timeOffset="-152951.68">20102 8896 123 0,'0'0'-7'0,"0"0"11"0,0 0 0 16,0 0-1-16,0 0-2 16,1 0 0-16,0-3 0 15,0 3 1-15,0-3 0 0,1 3-2 16,-1-1 1-16,3-1 0 15,-1 2-2-15,4-1 1 16,0 0 0-16,1-1 0 16,3 2 0-16,3-3-1 15,3 2 1-15,4-2-1 16,4-1 2-16,4 1-1 0,5-3 1 16,3-1 0-16,7 0 0 15,4 0 0-15,5 0-1 16,3-2 1-16,5 2-1 15,7-1 0-15,4-1 1 16,5 2-1-16,5 0 0 0,5 0 1 16,5 1-2-16,3 2 2 15,1 0-1-15,2-2 0 16,-2 2 0-16,-1-2 0 16,-1 0 0-16,-4-2 1 15,1-2-1-15,-3 3 0 0,0-3 0 16,1 0 2-16,-2 0 1 15,1 1-1-15,-4 0 0 16,0 3 0-16,3 0-2 16,2 0 0-16,-4 3 1 15,1 1 0-15,-3-1-1 0,-4 2 0 16,-7-1-1-16,-6 1 1 16,-6-2 0-16,-3 1-1 15,-4 0 1-15,-3-1 0 16,1-1 1-16,1 1-1 15,0 0 1-15,0 0-2 0,0-1 2 16,2 0-2-16,-7-1 2 16,2 1-1-16,-2-1 0 15,-3 0 0-15,-3-2 0 16,-1 3 2-16,-1 0-1 16,0 1 2-16,-1 0-2 0,3 3-1 15,-2-2 1-15,4 2 1 16,0 0-4-16,-1 0 4 15,-4 0-4-15,0 0 2 16,-1 0-1-16,-4 0 2 16,-5 0-2-16,-3 0 2 0,-2 0-2 15,-3 0-3-15,-3 0-9 16,-1 0-6-16,-2-4-31 16</inkml:trace>
  <inkml:trace contextRef="#ctx0" brushRef="#br0" timeOffset="-142921.2">21282 8984 36 0,'0'0'23'0,"-4"0"-9"0,0 0 2 0,-1-3-1 16,-1-2-4-16,0 0-3 16,-2 1-3-16,1-2 1 15,-1 2 0-15,0-2-1 0,0 2-3 16,1 0-2-16,-2 1 0 16,0 0 0-16,-1-1 0 15,0 2-1-15,-4-2 1 16,1 1 0-16,-1-2 1 15,-1 2 1-15,-2-1 1 16,3 2 3-16,-2-1-1 0,1 2 0 16,0-1-2-16,-1 2-2 15,-1 0 0-15,0 0-1 16,-1 0 1-16,1 0-1 16,-2 2 1-16,-1 0-1 0,-1 2 1 15,0 0-1-15,-2 0 0 16,3 1 0-16,-4 0 0 15,3 1 0-15,-2-2 0 16,2 2 0-16,0-2 0 16,-4 0 1-16,6 2 1 15,-3-2 3-15,3 2 0 0,4-2 2 16,-5 3-3-16,4-1-1 16,0 0-1-16,-2 1-1 15,3 1-1-15,-3 1 2 16,3-1-2-16,-1 2 0 0,2 0 0 15,0 2 0-15,-1-1 0 16,2 2 0-16,-1-1 0 16,2 1 0-16,0-1 0 15,1 0 0-15,-1 1 0 16,0 0 1-16,2 0-2 16,-2-1 1-16,2 1 0 0,1 0 0 15,1 1 1-15,-2-2-1 16,5-1 0-16,-1 0 0 15,2 1-1-15,1-1 2 16,1 0-2-16,-2 1 1 16,3 0 0-16,1 0 0 0,0 1 0 15,0-1 0-15,0 1 0 16,0 0 0-16,0 0 0 16,7 0 0-16,-4 0 0 15,1 0 0-15,2-1 0 16,-2 1 0-16,1-2 0 15,1-1 0-15,0 1-2 0,1-2 0 16,3 0 2-16,-2-1-1 16,3-1 1-16,2 3 0 15,0-4 1-15,1 0-1 16,1-1 1-16,-2 2-2 0,2-1 1 16,0-2 2-16,-1 2 1 15,1-2-2-15,1 2 0 16,1-1-1-16,-1 1 0 15,0-1 0-15,2 0-2 16,1-1 3-16,-1-1-1 16,1 1 1-16,2-2 2 0,-2 1-1 15,1 0 0-15,0 1 1 16,4-1-2-16,1 1 0 16,-3 0-1-16,4 0 1 15,0-2-1-15,0 1 0 16,0 0-1-16,2-2 2 0,-1 0-2 15,2 1 3-15,0-1 0 16,0 1 0-16,5-1 0 16,-2-1 1-16,0 0-3 15,2 0 1-15,-4 0-1 16,1 0 1-16,0 0 0 0,-2 0-1 16,0 0 1-16,-3 0-1 15,3-3 0-15,1-1 0 16,-1-2 0-16,2 2-1 15,2-3 1-15,-1 0 0 16,2-2 1-16,-1-1 0 0,-2-1-1 16,1-3 0-16,-1-2 1 15,-2-1-1-15,0-3 0 16,-3 0 0-16,-1-4 1 16,-2 1-2-16,-1-1 2 15,-8 0 0-15,1 0 1 16,-2-1 3-16,-4-1 2 0,1-1 1 15,-2 1-3-15,-5-2 2 16,-2-2-2-16,-1 0-2 16,-3-1 2-16,-12-4-1 15,-6-1-2-15,-10-2 0 16,-10-1-2-16,-12 1-3 0,-19 6-5 16,-15 4-16-16,-21 7-25 15,-21 4-15-15,-17 3-60 16</inkml:trace>
  <inkml:trace contextRef="#ctx0" brushRef="#br0" timeOffset="-140992.64">19994 8892 116 0,'4'0'8'0,"2"-2"2"0,-3 0-4 0,1 1-2 16,-1 1-3-16,0 0-1 15,-3 0 0-15,2 0-1 16,-2 0 5-16,0 0-3 16,0 0 1-16,1 2-1 15,1 2-1-15,3 5 0 0,1 1 0 16,-1 2 1-16,3 4 0 15,-1 4-1-15,0 3 0 16,1 2 1-16,-3 2-1 16,-2 0 2-16,0 0-2 15,-2 1 1-15,-1 0 2 16,0-1 2-16,1-2 1 0,2 5-1 16,-1 0 3-16,2 2-3 15,3 1 0-15,1 5-2 16,3-2 0-16,0 2-3 15,-3-1 2-15,1-1-2 16,-2-3 1-16,-1-1 0 0,-1-2 0 16,-2-4 2-16,-1-1 0 15,0-2 7-15,-2-3-1 16,0-3-2-16,0-2-2 16,0 0-1-16,0-3-3 15,0-2 0-15,0-1 0 0,0-2-1 16,0-1 1-16,0-1-1 15,0-2-1-15,0 3 0 16,0-2-22-16,-2-3-45 16,-3-1-24-16</inkml:trace>
  <inkml:trace contextRef="#ctx0" brushRef="#br0" timeOffset="-140168.49">19923 9840 84 0,'0'0'15'0,"0"0"0"0,0 0-9 15,0 0-1-15,0 0 3 16,0 0-4-16,0 0 0 16,0 0-1-16,0 0-2 15,0 0 0-15,0 0 0 16,0 0-1-16,0 0 0 0,38 20 1 15,-30-13 1-15,0-1 0 16,-3 1 1-16,3 2 1 16,-2-2-3-16,2 0 1 15,-2 0 1-15,1-2 2 16,0 1 1-16,2-1 0 16,-2 0-1-16,1 0 0 0,3-1 1 15,-2 0-2-15,1 0-2 16,0 1 0-16,0-3 0 15,-2-1 1-15,1-1 4 16,-4 0 10-16,2 0 5 0,-1-5 2 16,-1-6-2-16,0-1-5 15,-1-3-3-15,5-2-4 16,-4-4-6-16,5-1-2 16,1-2-2-16,6 0-3 15,1-3-26-15,1-3-36 0,-2 3-103 16</inkml:trace>
  <inkml:trace contextRef="#ctx0" brushRef="#br0" timeOffset="-139803.74">19930 9907 175 0,'0'0'30'0,"0"0"10"0,0 0-21 0,0 0-13 0,0 0-6 15,0 0 7-15,52-29-8 0,-25 20 3 16,4 0-2-16,0 2 2 16,-4 3-7-16,-2-1-54 15,-6-1-45-15</inkml:trace>
  <inkml:trace contextRef="#ctx0" brushRef="#br0" timeOffset="-139597.34">20041 9889 173 0,'0'0'3'15,"0"0"12"-15,0 0-4 16,0 0-2-16,0 0-9 16,0 0 2-16,0 0-15 15,51-15-15-15,-34 10-42 0</inkml:trace>
  <inkml:trace contextRef="#ctx0" brushRef="#br0" timeOffset="-139433.48">20084 9876 173 0,'0'0'1'15,"0"0"7"-15,0 0-7 16,0 0-5-16,0 0-3 0,0 0-2 16,0 0-13-16,4 7-17 15</inkml:trace>
  <inkml:trace contextRef="#ctx0" brushRef="#br0" timeOffset="-130564.95">20020 9921 61 0,'0'0'2'0,"0"0"-12"0,0 0-3 0,0 0-20 15</inkml:trace>
  <inkml:trace contextRef="#ctx0" brushRef="#br0" timeOffset="-129865.52">20020 9921 0 0,'0'0'47'0,"0"0"-15"16,0 0-10-16,0 0-10 16,-1-4-6-16,1 4-5 0,1-1 0 15,4 0-1-15,3 1 1 16,-4 0-1-16,5 0 1 16,-2 0 0-16,2 0 1 15,2 5 2-15,0 3 1 16,0 0-1-16,1 0-2 15,-1 3 1-15,1-2-2 0,0 5 0 16,-4-2-1-16,1-1 2 16,-1 0-1-16,-1-1-1 15,1 0 1-15,-2-2 0 16,-1-2-1-16,0-1 0 16,0-1 1-16,-2-3 1 0,2-1 3 15,-4 0 8-15,3 0 16 16,-1 0-2-16,1-5-7 15,-1-2-4-15,0-2-10 16,-1-2 1-16,1-2 0 16,-1-1 0-16,0 0-5 15,-1-1-1-15,0 0 0 0,0-1 1 16,1 0-2-16,1 1 0 16,-1-1 0-16,0 0 1 15,0 2-1-15,0-1 0 16,0 1 1-16,0 1-1 15,0 2 0-15,1 2-1 0,-1 1 1 16,0 2-1-16,-1 1-3 16,-1 4-1-16,0-2-1 15,0 2 2-15,0-1-4 16,0 2 2-16,0 0-1 16,0 0 0-16,0 0-5 0,0 0 6 15,0 2 3-15,0 2 6 16,0 0-1-16,-1 2 0 15,-1 0-2-15,-3 2 0 16,2 1-1-16,-1-1 1 16,-2-1 0-16,0 2 0 0,3-1 1 15,-3-1-1-15,1-1 1 16,1 1-1-16,0 3 0 16,-2-3 0-16,4 0-1 15,-2-1-1-15,1 0 0 16,2-2-2-16,-1-1 2 15,2-2-2-15,0-1-3 0,0 0-6 16,0 0-14-16,0 0-7 16,0 0-30-16</inkml:trace>
  <inkml:trace contextRef="#ctx0" brushRef="#br0" timeOffset="-129716.52">20201 9902 33 0,'0'0'51'0,"0"0"-47"0,0 0 3 0,0 0-2 0,0 0-1 16,0 0-2-16,16 38-1 15,-14-35-7-15,-2-2-33 16</inkml:trace>
  <inkml:trace contextRef="#ctx0" brushRef="#br0" timeOffset="-129531.65">20201 9902 115 0,'-52'5'5'0,"52"-5"-4"0,0 0-5 16,0 3 3-16,0 0 1 15,0 1 0-15,5-2-3 16,-1 0-14-16,1-2-67 15</inkml:trace>
  <inkml:trace contextRef="#ctx0" brushRef="#br0" timeOffset="-129374.17">20176 9917 136 0,'0'0'-1'15,"0"0"-5"-15,0 0-1 16,0 0-4-16,0 0-33 16</inkml:trace>
  <inkml:trace contextRef="#ctx0" brushRef="#br0" timeOffset="-129196.56">20176 9917 2 0,'35'7'189'0,"-37"-5"-182"0,0-2-14 15,1 2 2-15,1 1 3 16,0 2-4-16,0-4-22 16,0-1-26-16</inkml:trace>
  <inkml:trace contextRef="#ctx0" brushRef="#br0" timeOffset="-128726.41">20175 9967 85 0,'0'0'17'0,"0"0"-18"0,0 0 2 0,0 0-1 16,0 0 1-16,0 0-1 15,0 0 0-15,13 41 1 0,-10-34-2 16,2 0-1-16,-5 0-4 16,2-1-10-16,-2-4-11 15,0-1-25-15</inkml:trace>
  <inkml:trace contextRef="#ctx0" brushRef="#br0" timeOffset="-128590.58">20185 9985 63 0,'0'0'9'16,"0"0"-3"-16,0 0-6 0,0 0-1 15,0 0-4-15,0 0-16 16</inkml:trace>
  <inkml:trace contextRef="#ctx0" brushRef="#br0" timeOffset="-128447.64">20185 9985 132 0,'-26'2'-3'0,"24"1"-7"0,-1-3-45 16</inkml:trace>
  <inkml:trace contextRef="#ctx0" brushRef="#br0" timeOffset="-118046.48">16855 11060 73 0,'0'2'14'0,"0"-2"-11"0,0 0-1 0,0 0 1 0,0 0 10 16,1 0 16-16,0 0 0 16,2 0-12-16,0-4-12 15,2-1 7-15,-2-2 3 16,3-1 1-16,0-1-4 0,0-2-5 16,0 0-1-16,-1 0-3 15,1 0 2-15,-2-2-5 16,0 2 1-16,-1 1 1 15,0 2-1-15,-1 1 1 16,-2 0-1-16,0 2 3 0,0 2-1 16,0 3-2-16,0-2 0 15,0 2 0-15,0 0-1 16,0 0-3-16,0 1-1 16,0 5-1-16,0 4 7 15,0 0-1-15,0 2 2 0,2 1-4 16,-1 3 3-1,0-2-1-15,0 0-2 0,1-1 1 16,-1-2 0-16,2 1 0 16,-1-3 1-16,-2 0-1 15,2 1 0-15,0-3 0 16,-1 0 1-16,1 2-2 0,-2-1 0 16,0-1-23-16,0 5-28 15,-4-4-14-15,-5 2-24 16</inkml:trace>
  <inkml:trace contextRef="#ctx0" brushRef="#br0" timeOffset="-117810.53">16842 11210 126 0,'0'0'28'0,"0"0"18"0,0 0-14 16,0 0-13-16,0 0-6 15,0 0-9-15,0 0-3 0,0 0 5 16,0 0-2-16,37-18-3 15,-26 14 4-15,1 1 0 16,-1-1-2-16,2 2-1 16,-1-1 0-16,2 1-2 15,-1 1 0-15,-1-1 0 0,2 2 0 16,-3 0-5-16,0 0-12 16,-3-2-32-16,-3-3-50 15</inkml:trace>
  <inkml:trace contextRef="#ctx0" brushRef="#br0" timeOffset="-117221.39">17071 10880 167 0,'0'0'15'0,"0"0"-14"0,0 0 2 0,0 0-4 0,0 0 3 16,0 0-1-16,0 0 1 0,39 0 1 16,-26 9 5-16,1-1 0 15,0 5 6-15,0 0 1 16,0 1-13-16,-2 3-5 15,-1 3 1-15,-1 0 1 16,-2 1 2-16,0 2-2 0,-2-1 2 16,-1 1-2-16,-5 1-1 15,0 2 6-15,0-2-3 16,-2 5-7-16,-9-1 7 16,0 2 8-16,0 0-9 15,-3-2 1-15,1-1-1 0,-1-4 0 16,1-3 0-16,-1-3 2 15,1-3 1-15,4-3 0 16,0 0-2-16,2-1 0 16,-1-1-1-16,3-2 0 15,-2-3-52-15,3-4-117 16</inkml:trace>
  <inkml:trace contextRef="#ctx0" brushRef="#br0" timeOffset="-113660.46">17896 10985 110 0,'0'0'9'0,"0"0"18"0,0 0-1 16,0 0-8-16,0 0-15 15,0 0-5-15,0 4 4 0,0 6-2 16,0 2 0-16,0 5 2 16,0 1-2-16,0 5 1 15,0 5 2-15,0 4 3 16,0 3 2-16,0 5-3 15,0 4 0-15,0 0-3 0,0-1 0 16,0-2-1-16,0-3-1 16,2-8 1-16,0 1 1 15,1-2-2-15,0-5 0 16,-1-3 1-16,0-1 2 16,0-3-2-16,-2-1 1 0,0-4-1 15,0-3-4-15,0-6-57 16,0-3-24-16</inkml:trace>
  <inkml:trace contextRef="#ctx0" brushRef="#br0" timeOffset="-113191.36">17965 10980 124 0,'0'0'-4'0,"0"0"12"0,0 0 3 0,0 0-4 15,0 0-5-15,0 0 0 0,0 0 1 16,0 0 3-16,0 0 0 16,0 0 6-16,29 0-4 15,-13 0-1-15,3 0 5 16,4-2 0-16,6-2-1 16,3 0-1-16,4-2-2 15,4-1 1-15,0-1-1 0,2 0-2 16,1 0 0-16,-2-1-2 15,0-1-1-15,1 3-1 16,-3-3 0-16,-4 4-1 16,-1 1 1-16,-5-1-2 15,-2 2 1-15,-6 4 0 0,-2 0-2 16,-3 0-8-16,-3 0-24 16,-3 0-59-16</inkml:trace>
  <inkml:trace contextRef="#ctx0" brushRef="#br0" timeOffset="-112686.64">18640 10930 113 0,'0'0'6'0,"0"0"25"0,0 0-4 16,0 0-21-16,0 0-6 0,0 0 0 15,0 0 2-15,-7 50 1 16,7-28-1-16,0 5 0 16,0 2 1-16,0 6 0 15,0-2-1-15,3 5 0 16,-1 3-1-16,0 1 1 16,0 0-1-16,-2-1 1 0,0-2 1 15,0-4 1-15,1-1 5 16,-1-1 6-16,3-5-7 15,-2 1-4-15,0-2-2 16,1-2 0-16,-1-1 0 16,2-2-1-16,-3-4-1 0,2 2 1 15,-2-6 1-15,0 0 1 16,0-2-3-16,0-2-6 16,0-6-47-16,-7-4-53 15</inkml:trace>
  <inkml:trace contextRef="#ctx0" brushRef="#br0" timeOffset="-111748.7">17931 11651 75 0,'0'0'86'0,"0"0"-71"0,0 0 5 0,0 0-7 0,0 0 0 16,0 0-7-16,0 0-3 15,0 0-3-15,0 0-7 16,0 0 5-16,0 0-1 16,0 0 6-16,11 36 0 0,-10-14-2 15,0-1 0-15,1 1 3 16,0-2-1-16,2 1-5 16,0-4 4-16,1-2-2 15,2-1 0-15,-1-3-2 16,1-1 2-16,-2-4-1 15,1-2-1-15,0-1 1 0,-1-3 1 16,2 0 3-16,-2 0 2 16,4 0-1-16,4 0-1 15,-2 0-5-15,5-3 5 16,0 0-2-16,4 0-1 16,1-1 2-16,2 1-5 0,2-1 4 15,2 0-3-15,1-1 1 16,2 1 1-16,1-3 0 15,-2 3 3-15,1-2-1 16,-1 1 3-16,1 1 0 16,0-1 2-16,-1 1-3 0,-5 0 0 15,0 1-1-15,-1-1-2 16,-8 2 1-16,0-1-1 16,-3 2 0-16,-7-1 2 15,4-1 4-15,-7 2 0 16,0-2 0-16,0 3-3 15,-1 0-2-15,-1-1-1 0,0 1-7 16,-1-3-48-16,-9 0-176 16</inkml:trace>
  <inkml:trace contextRef="#ctx0" brushRef="#br0" timeOffset="-111356.72">18069 12177 239 0,'0'0'29'0,"0"0"0"0,0 0-13 0,0 0-7 0,0 0-9 15,0 0-4-15,0 0-3 16,0 0 5-16,0 0 4 15,-7 40 0-15,7-22 0 16,0 2-1-16,0 3-5 0,0 0-17 16,0-1-26-16,0-1-58 15</inkml:trace>
  <inkml:trace contextRef="#ctx0" brushRef="#br0" timeOffset="-111129.58">18023 12401 255 0,'0'0'12'16,"0"0"-12"-16,0 0-1 15,0 0 2-15,0 0 7 0,0 0 0 16,0 0-2-16,0 0-4 16,32-8-1-16,-18 5 1 15,-1 0-2-15,3-1 1 16,-2 1-1-16,1 0-9 15,-4-2-23-15,-1 0-18 0,-5 0-15 16,-4 0-21-16</inkml:trace>
  <inkml:trace contextRef="#ctx0" brushRef="#br0" timeOffset="-110972.81">17971 12275 297 0,'0'0'0'16,"0"0"1"-16,0 0-6 16,0 0 3-16,0 0-9 0,37-46-28 15,-21 35-62-15</inkml:trace>
  <inkml:trace contextRef="#ctx0" brushRef="#br0" timeOffset="-110474.83">18181 12329 250 0,'0'0'3'16,"0"0"-8"-16,0 0 2 16,0 0 5-16,0 0-2 0,0 0-3 15,0 0 8-15,-29 28-3 16,27-28 0-16,1-2 2 15,1-3-2-15,0-5 5 16,0 2-6-16,6-1 0 0,2 2-1 16,2 0-1-16,-3 3 2 15,3 1-2-15,0 3 1 16,-1 0 0-16,2 0-1 16,0 4 0-16,-2 5 0 15,0 1-1-15,-2 0 2 16,-2-1-4-16,-2 0-4 0,0-1-4 15,-1-3 3-15,-2-1 5 16,0-3 6-16,0-1 2 16,0 0 13-16,-3 0-3 15,0-5-2-15,2-5-5 16,0-2-2-16,1 0 0 0,0-1-3 16,0-1-3-16,5 2 1 15,2 4-3-15,3 2 3 16,-1 2-1-16,2 4 1 15,1 0 0-15,0 4-2 16,2 6 0-16,-5 3-2 0,-1 1-15 16,-1 3-18-16,-3-4-13 15,-2-3-36-15</inkml:trace>
  <inkml:trace contextRef="#ctx0" brushRef="#br0" timeOffset="-110247.71">18412 12259 306 0,'0'0'15'0,"0"0"-23"0,0 0 5 0,0 0-4 16,0 39 9-16,-1-18-1 16,1 2 0-16,0 2-1 15,0-1 0-15,0 2 1 16,0-2-2-16,0 0-4 15,0-7-22-15,-1-1-21 0,-1-6 32 16,0-8-46-16,-1-2-9 16</inkml:trace>
  <inkml:trace contextRef="#ctx0" brushRef="#br0" timeOffset="-110004.48">18385 12278 214 0,'0'0'13'0,"0"0"16"15,0 0-16-15,-1-44-7 16,6 38-3-16,4 2-1 16,-1 2-1-16,-1 2-1 0,4 0-3 15,0 10-3-15,-3 0 10 16,1 3-3-16,-1 4 0 16,-2-3-1-16,-3 2-2 15,-2-2 1-15,-1-1 1 16,0-2 1-16,-1-1 1 15,-4-3-1-15,-2 0-9 0,1-4-22 16,0-3-57-16</inkml:trace>
  <inkml:trace contextRef="#ctx0" brushRef="#br0" timeOffset="-109706.74">18527 12264 283 0,'0'0'-2'16,"0"0"-1"-16,0 0 4 16,0 0 1-16,29 36 0 0,-22-26-1 15,-1-1-1-15,-2-3 1 16,-1-1-1-16,1-2 0 16,3 0 3-16,-5-3-5 15,-1 0 0-15,3-3 12 0,2-5-3 16,-3-2-2-16,2-2 1 15,3 2 3-15,-5 3 5 16,2 0-1-16,0 7-6 16,-1 0-9-16,1 0-4 15,0 10-1-15,0 3 1 16,1-3-36-16,-4-2-84 0</inkml:trace>
  <inkml:trace contextRef="#ctx0" brushRef="#br0" timeOffset="-109136.52">18934 11417 241 0,'0'0'11'0,"0"0"5"0,0 0-13 0,0 0 6 15,0 0-7-15,0 0 1 0,0 0 2 16,27-37-2-16,-14 28-3 15,3 2 2-15,5-3 0 16,1 2-4-16,4-2 4 16,1 3-4-16,4 0 5 15,-1 0-2-15,3 0-1 0,-1 2 4 16,2 1 0-16,-1 1 0 16,0 3-2-16,-1 0 1 15,-2 0-2-15,-3 0-1 16,-1 0 1-16,-7 0-4 15,-5 3-22-15,-4 2-48 0,-6-4-65 16</inkml:trace>
  <inkml:trace contextRef="#ctx0" brushRef="#br0" timeOffset="-108958.34">19498 11251 274 0,'0'0'6'0,"0"0"-5"16,0 0-1-16,0 0 3 16,41 15-2-16,-30 1-1 0,-4 5 0 15,-1 4-5-15,-6 0-30 16,0-2-74-16</inkml:trace>
  <inkml:trace contextRef="#ctx0" brushRef="#br0" timeOffset="-108509.53">19742 10773 133 0,'0'0'72'0,"0"0"-77"16,0 0 0-16,-4 52 5 15,4-22 1-15,4 6 1 16,1 7 0-16,6 3 2 16,2 2 1-16,-2 0 0 15,5 2 0-15,-3 0 1 0,1 2-3 16,-1-1 3-16,-5 3-5 16,-2-1 1-16,-3-1 1 15,-3-2-2-15,0-3-3 16,0-7-18-16,-5-6 3 15,1-10-12-15,-1-10-11 16,2-12-60-16</inkml:trace>
  <inkml:trace contextRef="#ctx0" brushRef="#br0" timeOffset="-107770.25">19838 10799 140 0,'0'0'63'15,"0"0"-65"-15,46-8 2 16,-19 4 0-16,5-1 1 15,4 2 0-15,4-2 0 0,3-1-1 16,0 0-1-16,3-1 0 16,2 1 4-16,-3-1 5 15,3 2-3-15,-3-1 0 16,0 3-2-16,-3-1 2 16,-2 1-2-16,-4-1 0 0,-6 1 0 15,-3 0-1-15,-4 2 1 16,-3-1 1-16,-3 1-2 15,-4 1-1-15,-3 0 0 16,-2 0 0-16,-4 0 0 16,-3 0-2-16,-1 4-2 0,0 6 3 15,0 4 2-15,0 3 1 16,-3 6 2-16,-2 5-2 16,3 2-3-16,0 6 1 15,2 2-2-15,0 3 1 16,0-1 0-16,2 0 0 15,7-2 0-15,-2-1-2 0,2-1 2 16,3-1 2-16,-2-2-4 16,-1 1 4-16,2-1-1 15,-4-2 0-15,-2-3 0 16,-3 1 0-16,-2-2 0 16,0-2 0-16,-3-1-3 0,-8-1-2 15,-5-3 5-15,-1 1 0 16,-5-4 2-16,-4-4-5 15,-4 1 7-15,-5-4-5 16,-4 0 3-16,-5-1 2 16,-3-2-3-16,-3-2 1 0,-2 1-2 15,1-1 1-15,-4-1-1 16,1-2 0-16,0 0 0 16,2-1 0-16,3-1-1 15,1 3 3-15,3 1-1 16,8-2-2-16,5 1-6 0,4-1-26 15,6-2-68-15</inkml:trace>
  <inkml:trace contextRef="#ctx0" brushRef="#br0" timeOffset="-107363.95">20049 11867 276 0,'0'0'-2'0,"0"0"10"0,0 0-4 16,-38-13-5-16,25 13 1 16,3 0-1-16,-3 0 0 15,-3 10 1-15,5 0-1 0,-3 6 2 16,5 1 1-16,3 1 1 16,0 4-5-16,5-2 2 15,1-1 2-15,0 0-4 16,0-2 2-16,9-3-2 15,-1-1-3-15,6-2-2 16,0-3-9-16,4-4-23 0,-3-4-26 16,3 0-23-16</inkml:trace>
  <inkml:trace contextRef="#ctx0" brushRef="#br0" timeOffset="-106702.67">20123 11980 138 0,'0'0'27'15,"0"0"1"-15,0 0-10 16,0 0-11-16,0 0-4 16,0 0-7-16,0 0 4 0,-43-12 4 15,30 23 0-15,0 1 6 16,5 2-6-16,-2 0-3 16,7 0-1-16,-2-1 0 15,5-3-1-15,0 0-1 16,0-4-3-16,5-1 1 15,0-2 0-15,4-3 1 16,3 0-3-16,0-1 10 0,1-8-2 16,-1-2-9-16,0-4 8 15,0 3 0-15,-2-4 0 16,-2 3 0-16,-1 1 3 16,-1 3 1-16,0 0 9 15,-2 3 3-15,2 1-3 0,-2 2-4 16,-1 1-6-16,3 2-1 15,-1 0-3-15,0 0-3 16,3 1 0-16,-1 6 5 16,0 3-2-16,4 1 0 0,-5 2 0 15,1 2 1-15,-3 0-2 16,0-1 0-16,0 0 1 16,-2-2-3-16,-2-2 1 15,0-4 1-15,0-2 1 16,0-3 3-16,-2-1 7 15,-2 0-3-15,1-3 2 0,1-7-4 16,1-1-7-16,1-3 1 16,0-2-2-16,0-2 0 15,0 1 7-15,5 1-3 16,4-1 1-16,2 3-2 16,-2 3 0-16,5 1-1 0,-1 2 0 15,3 3 0-15,-1 2-1 16,1 3 1-16,-1 0-2 15,1 0-1-15,-3 9 0 16,1 3 4-16,-1 1-1 0,-2 0 1 16,-2 2 1-16,0-2-3 15,-4 0-20-15,1 0-22 16,-4-3-13-16,-1-3-11 16</inkml:trace>
  <inkml:trace contextRef="#ctx0" brushRef="#br0" timeOffset="-106424.56">20540 11917 102 0,'0'0'111'0,"0"0"-107"0,0 0 2 0,16 45-4 0,-13-28-2 15,3-2 0-15,-2 0 0 16,0-2 1-16,-1-2-1 15,1-3 0-15,-2-3 2 16,-1-5 7-16,2 0 13 0,0 0 8 16,-1-6 8-16,3-6-10 15,-2-7-8-15,2-5-1 16,1-3-9-16,5-5-6 16,-2-1-4-16,4-6-17 15,0-6-47-15,-2-5-137 0</inkml:trace>
  <inkml:trace contextRef="#ctx0" brushRef="#br0" timeOffset="-96281.68">20715 11133 100 0,'0'0'34'0,"0"0"-10"0,0 0-6 0,0 0-1 16,0 0-5-16,0 0-1 15,0 0 2-15,0 0-4 16,0 0-6-16,0 0 1 0,0 0-1 16,0 0-2-16,0 0-1 15,0-3 0-15,0 2-1 16,2-2 0-16,3 0 1 15,1-1-2-15,3-1 4 16,3 1 1-16,1-3-2 16,3 3 1-16,0-2 0 0,3 1-1 15,1 0-1-15,0 1 0 16,1-2 1-16,1 2-1 16,0 0 0-16,2 0 0 15,3 1 0-15,0 0 0 16,1 0 0-16,3 2 0 0,0-1 0 15,0 2 0-15,0 0 0 16,-3 0 0-16,0 0 0 16,-2 0 0-16,-1 2 0 15,-2 1 0-15,0-1 1 16,-6 2-1-16,1-2 0 0,-5 0 0 16,-2 0 0-16,-4 0 0 15,-2-1 0-15,-3 2-7 16,-2-2-53-16,0-1-74 15</inkml:trace>
  <inkml:trace contextRef="#ctx0" brushRef="#br0" timeOffset="-96082.68">21353 11015 243 0,'0'0'10'0,"0"0"-7"0,0 0-1 0,39-1 1 16,-30 10-2-16,0 3 1 16,-2 4-2-16,-5 5 0 15,-2 4-2-15,-2 4-1 0,-10-1-25 16,-4-1-82-16</inkml:trace>
  <inkml:trace contextRef="#ctx0" brushRef="#br0" timeOffset="-95512.56">21506 10799 121 0,'0'0'12'0,"0"0"-20"0,0 0 17 16,0 61 1-16,0-28-2 0,5 3-1 15,3 3-1-15,0 4 2 16,2-2 1-16,3 0-2 16,-3 2 2-16,1-1-7 15,-5 2-1-15,-3-1 1 16,-3-3-6-16,0-3-12 0,0-6-13 15,-2-8-10-15,-2-9-76 16</inkml:trace>
  <inkml:trace contextRef="#ctx0" brushRef="#br0" timeOffset="-94751.89">21532 10762 79 0,'0'0'45'0,"0"0"-33"16,0 0-4-16,0 0-4 15,0 0-2-15,32-41 1 16,-14 35 2-16,3 1 3 16,2-1 4-16,6 2 0 15,0 0-3-15,5-1-3 0,4 1-2 16,1 1-2-16,3-1-1 16,-1 0-1-16,-1-1 1 15,-4 1-1-15,-2-2 0 16,-5 2 0-16,-3 0 1 15,-2 0-1-15,-6 1 2 0,0 0 0 16,-4 2 1-16,-1 1-2 16,-2 0-1-16,-3 0 1 15,0 1 0-15,-2 6 0 16,-2 4 2-16,0 2 0 16,-1 4 1-16,-1 5-1 0,0 6 0 15,-2 3-2-15,1 3 1 16,-1 6 1-16,3 0-1 15,1 0 0-15,3-1-1 16,0-3 1-16,1 0 0 16,3-4 0-16,-1 1-1 0,0-2 1 15,0-2-1-15,-2 0 1 16,-1 1-2-16,-2-3 0 16,0 0 0-16,-5-3 1 15,0-3-1-15,0-1 1 16,-6-3-1-16,-1-4-4 15,-5-1 6-15,-2-3 1 0,-2 0 1 16,-3-1 2-16,-2-2-1 16,-2 1-2-16,-3-2 0 15,-3 0-1-15,-1-1 1 16,-3-2-1-16,0 1 0 16,-1-2-2-16,-2-1 0 0,4 0 1 15,1 0 0-15,4 0-1 16,4 0-1-16,0 0-5 15,5 0-11-15,3-3-13 16,2 0-36-16,1-2-19 16</inkml:trace>
  <inkml:trace contextRef="#ctx0" brushRef="#br0" timeOffset="-94388.45">21685 11789 253 0,'0'0'11'0,"0"0"-10"0,0 0 0 0,0 37 1 16,0-16 1-16,0 2-2 16,0 1 2-16,0 2-3 15,0 1 1-15,0-2-1 16,0-1-8-16,0-2-5 0,-1-1-18 15,-3-7-36-15,0-3-49 16</inkml:trace>
  <inkml:trace contextRef="#ctx0" brushRef="#br0" timeOffset="-94110.46">21665 11855 198 0,'0'0'15'15,"0"0"7"-15,0 0-13 16,38-43-2-16,-23 34-5 0,3 4-1 16,-2 0-1-16,1 4 3 15,-2 1 4-15,0 0-2 16,-4 6 0-16,0 5-3 16,-7 3-1-16,-1 2-3 15,-3 0-1-15,0 0 2 0,-1 0 1 16,-7 0-1-16,-4-4-1 15,-3 1 4-15,-2-1-3 16,2-4-6-16,-1 2-1 16,2-4-19-16,2-5-70 15</inkml:trace>
  <inkml:trace contextRef="#ctx0" brushRef="#br0" timeOffset="-93716.72">21986 11822 173 0,'0'0'74'16,"0"0"-73"-16,0 0-4 16,0 0 3-16,0 0 0 15,0 0 4-15,0 39-2 0,-5-27 1 16,2 2-2-16,2-3 1 15,1 1-1-15,0-1 0 16,0-4 2-16,0 2-3 16,3-5 2-16,3-1-4 15,-1-3 1-15,3 0-1 0,-2 0 4 16,2-3-1-16,-4-4 1 16,1-4 0-16,-1-1 0 15,-3-2 1-15,-1 3 4 16,0-3-4-16,0 2 2 15,-1 2-2-15,-7 3-2 16,-2 3-1-16,-1 4-4 0,-2 0-12 16,-3 0-13-16,5 4-8 15,-1 3-20-15,3 0-28 16</inkml:trace>
  <inkml:trace contextRef="#ctx0" brushRef="#br0" timeOffset="-93000.67">22156 11830 188 0,'0'0'13'16,"0"0"-14"-16,0 0 2 16,0 0 3-16,0 0 5 15,0 0-2-15,0 0 3 16,0 0-7-16,0 0 2 0,-27 10 0 15,20 0 2-15,-1 4 0 16,4-2-1-16,1 3-4 16,3-3 0-16,0-1-1 15,0-2 1-15,0-2-1 0,4-2-1 16,3-3-1 0,2-2 0-16,2 0 8 0,0 0-4 15,0-7-1-15,-1-3 0 16,-1 0 0-16,-2-3 1 15,-1 0-1-15,-4-1 1 16,-1 1 0-16,-1 2-3 0,0-2 0 16,-2 5-6-16,-8 2 0 15,-2 3-5-15,-2 2-4 16,0 1 1-16,-1 0 3 16,3 0 1-16,5 1 5 15,1 1 3-15,4-1-1 0,2-1 3 16,0 0-13-16,0 0 8 15,8-3 7-15,-1-3 0 16,3-3-2-16,0-3-2 16,0-2 2-16,1-3 1 15,-1-2 2-15,1-2 3 16,-1 0-1-16,0-2 1 16,1 2-3-16,1-2-1 0,-1 3 1 15,-3 4-1-15,2 5 0 16,-1 3-1-16,-5 2 1 15,1 6-2-15,-1 0 0 16,0 0-2-16,0 10 4 0,-1 4-1 16,2 7 2-16,-2 2-1 15,1 7 3-15,0 0 0 16,0-1 1-16,-1 0 2 16,2-2-3-16,-1-3 0 0,-2-4-3 15,0-2 0-15,1-2-1 16,0-2-1-16,2 1 2 15,-2-3-2-15,1-2 0 16,1-1-14-16,-3-5-47 16</inkml:trace>
  <inkml:trace contextRef="#ctx0" brushRef="#br0" timeOffset="-87099.61">22208 11246 72 0,'0'0'-20'16,"0"0"22"-16,0 0 3 0,0 0-3 0,0 0-1 15,0 0 1-15,0 0 0 16,0 0-2-16,0 0-5 0,-9-28-10 16,6 21-9-16,2 0 16 15,1-5 5-15</inkml:trace>
  <inkml:trace contextRef="#ctx0" brushRef="#br0" timeOffset="-83854.87">19709 13136 67 0,'0'7'3'0,"-1"-3"-1"0,0 0 2 0,1-1 2 15,0-3 6-15,-2 0 20 16,1 0 15-16,0-1-11 16,0-7-11-16,-1-3-4 15,2 0-9-15,-2-5-5 0,2-1-2 16,-1-1-3-16,1-1 0 16,-1-4-1-16,1-1-1 15,0 0 0-15,0-4-1 16,4-1 1-16,1-1-1 15,5-1 1-15,2 3 0 16,-5 4-1-16,3 4 2 0,-5 5 0 16,4 7-1-16,-5 6 1 15,0 2-2-15,3 4-1 16,2 10-1-16,0 7 1 16,2 3 3-16,0 3 1 15,3 0-1-15,-1 3 0 0,1-4 0 16,-3-1-1-16,-2-1 1 15,1-4-1-15,0 3 0 16,-5-5-3-16,1 1-6 16,-3-3-13-16,-3-4-25 15,0-5-85-15</inkml:trace>
  <inkml:trace contextRef="#ctx0" brushRef="#br0" timeOffset="-83661.78">19774 13041 242 0,'0'0'7'0,"0"0"-1"0,0 0-2 0,0 0-1 16,0 0-1-16,0 0-2 0,37-39-5 15,-20 32-15-15,2-3-39 16,1 1-36-16</inkml:trace>
  <inkml:trace contextRef="#ctx0" brushRef="#br0" timeOffset="-83330.29">20031 12969 239 0,'0'0'5'0,"0"0"-4"16,0 0 1-16,0 0 0 0,0 0 0 15,0 0-1-15,40 15 0 16,-35-10 0-16,3 4 3 16,-2-1 2-16,0 2-2 15,0 1-1-15,-3-2-2 16,0 1-1-16,-2-3 2 0,-1 0-2 16,0-3-2-16,0 0 2 15,0-3 2-15,-4-1 3 16,1 0 4-16,1 0 4 15,-2-4 2-15,2-4-6 16,2-2-4-16,0-1-5 0,0-3 1 16,10 0-5-16,5-1-17 15,3 0-17-15,2-1-39 16,-2 5-32-16</inkml:trace>
  <inkml:trace contextRef="#ctx0" brushRef="#br0" timeOffset="-83070.53">20340 12937 198 0,'0'0'8'15,"0"0"5"-15,0 0-5 0,0 0-10 16,0 0-2-16,0 0 4 16,0 0-2-16,0 0 6 15,-42 30 0-15,36-17 0 16,-2 3 1-16,3 3 1 15,0-2 2-15,4 1-4 16,1-4-1-16,0-1-1 0,9-3 1 16,1-1-1-16,3-5-1 15,4-4 0-15,5 0-1 16,0-10-7-16,2-5-52 16,-3-6-99-16</inkml:trace>
  <inkml:trace contextRef="#ctx0" brushRef="#br0" timeOffset="-82415.6">20488 12762 229 0,'0'0'-1'0,"0"0"10"16,0 0 2-16,0 0-8 16,0 0-4-16,0 0 1 15,0 0 0-15,0 0 0 16,-31 41 0-16,31-18 0 15,0 2 1-15,0 1 0 0,2 0-1 16,2-1 1-16,-1 2 0 16,-1-3-1-16,1-2 1 15,-3-2-1-15,0-2 0 16,0-5 1-16,0-3-1 16,2-2 0-16,-2-1 1 15,0-4-1-15,1-3-1 0,1 0-1 16,0 0 2-16,2-3 4 15,0-6-1-15,1-2 0 16,4 0-1-16,-3-3 0 16,3 1 0-16,3 2 0 15,-1 1 0-15,0 1-1 0,1 2 0 16,-1 1-1-16,-1 4 1 16,-2 2-1-16,0 0-1 15,1 2 0-15,-5 7-2 16,3 1 5-16,0-1-1 15,-3-1 0-15,3 2 0 0,-3-3 0 16,4-3 0-16,0-1 0 16,2-3 0-16,3 0 2 15,0 0-1-15,3-3 1 16,-2-4-2-16,1-4 0 16,0-1-1-16,-1-2 0 0,-2 0 1 15,-2 1-1-15,-4 2 0 16,-1 1 1-16,-2 3 0 15,-3 3-1-15,0 2 0 16,0 2-3-16,0 0 1 16,0 0 1-16,-5 9 1 15,3 2 1-15,0 3-1 0,2 3 1 16,0-1 0-16,0-2 0 16,4 2-1-16,4-2 0 15,-1-3-9-15,-2-2-25 16,0-4-60-16</inkml:trace>
  <inkml:trace contextRef="#ctx0" brushRef="#br0" timeOffset="-82251.57">20792 12847 276 0,'0'0'-1'0,"0"0"11"0,-26-38-3 0,22 32-6 15,3 0-4-15,1 0-15 16,0-1-58-16,0 0-82 16</inkml:trace>
  <inkml:trace contextRef="#ctx0" brushRef="#br0" timeOffset="-82006.55">20957 12682 269 0,'0'0'8'0,"0"0"-2"16,0 0-4-16,0 0 1 15,0 0-1-15,0 0 2 16,37 50 1-16,-33-24 0 0,-1 1-3 16,0 3 0-16,-2-1-1 15,-1-2-1-15,0 0 1 16,0-1-2-16,-3 0-11 15,-5-4-21-15,-3-1-48 16,-1-6-102-16</inkml:trace>
  <inkml:trace contextRef="#ctx0" brushRef="#br0" timeOffset="-81583.33">20915 12951 282 0,'0'0'4'15,"0"0"-1"-15,0 0-4 16,0 0 1-16,38-36 1 16,-24 32-2-16,-1 1 2 15,-1 0-1-15,1 2 0 0,0-2 0 16,0 3 1-16,1-1-1 16,1-2 1-16,4 1-1 15,-4-3 0-15,3 1 1 16,0-2-1-16,0-1 0 15,-3 0 0-15,-2 0 0 16,-1-2 0-16,-5 1 1 0,0-1-1 16,-4 1 1-16,-3 2-1 15,0 1-1-15,0 1-6 16,-3 3-2-16,-8 1 4 16,0 0 7-16,-3 5-1 15,1 6 0-15,0 4 2 0,0 2-3 16,3 0 0-16,0 3 1 15,6-3 0-15,0 0 0 16,4 0 0-16,0-5 1 16,6-2-2-16,4-2 1 15,5-4-1-15,1-3-12 0,0-1-47 16,4-1-87-16</inkml:trace>
  <inkml:trace contextRef="#ctx0" brushRef="#br0" timeOffset="-81298.99">21403 12833 219 0,'0'0'-5'0,"0"0"5"0,0 0-1 16,0 0-6-16,0 0-9 16,-48 10 10-16,29 1 6 15,1 1 6-15,2 2 7 0,3 0 0 16,6-1-1-16,1-2-2 15,4 1-3-15,2-3 0 16,1-3-2-16,8 0 7 16,5-3 1-16,2-3-5 0,4 0-1 15,3-2-5-15,1-5 0 16,2-3-2-16,3-3-4 16,-2-1-18-16,0-1-11 15,-4-5-25-15,-1-3-40 16</inkml:trace>
  <inkml:trace contextRef="#ctx0" brushRef="#br0" timeOffset="-81077.67">21592 12627 183 0,'0'0'17'0,"0"0"0"0,0 0-11 15,0 0-5-15,0 0 1 16,-32 44 6-16,29-21 1 15,-3 2-1-15,4 2-2 16,1 2-1-16,1-2-3 0,0-2 0 16,0 1-1-16,0-3-2 15,0-3-4-15,0-5-19 16,0-4-53-16,-4-5-22 16</inkml:trace>
  <inkml:trace contextRef="#ctx0" brushRef="#br0" timeOffset="-80173.78">21517 12837 24 0,'0'0'192'16,"0"0"-185"-16,0 0-8 0,0 0 2 16,0 0-1-16,0 0-12 15,49-35-6-15,-32 29 9 16,2 0 4-16,-4-1 3 15,4 1 3-15,0 0-1 16,-2 0 1-16,-2 0-1 0,1 1 1 16,-3 2-1-16,-1 2 2 15,-4 1-1-15,-5 0 1 16,-1 0 4-16,-2 6 5 16,0 5 4-16,0 2-4 15,-1 3-3-15,-3 0-3 0,0 1-2 16,2 0 1-16,0-4-3 15,2-1 1-15,0-3-1 16,0-1 0-16,0-1 0 16,0-4 0-16,5-1 2 15,3-2-2-15,0 0 4 16,3 0-5-16,0-9 0 0,1-2 0 16,2-2-2-16,-1-1 1 15,0-2 1-15,-1-1-2 16,1 4 4-16,-3-1 2 15,0 4 5-15,0 2 1 0,-3 2-1 16,2 4-4-16,0 2-2 16,-3 0-3-16,2 0 1 15,-1 6-2-15,0 3 1 16,0 2 2-16,1-1-1 16,-2 1 1-16,1-2-1 15,-2-2-1-15,4 2 1 0,-5-5-1 16,3 0 1-16,1-4-1 15,3 0 0-15,1 0 1 16,2 0-1-16,2-3 1 16,3-6 0-16,0-1-1 15,1-1 0-15,-1-3 1 0,2-1 1 16,-1-1-1-16,-4-1 0 16,-1-1-1-16,-3 3 0 15,-4 0 0-15,-1 2 0 16,-4 2 0-16,-2 3 1 15,-1 3-3-15,0 2-4 0,-6 0 1 16,-3 3-1-16,0 0 1 16,0 0 8-16,-2 6-3 15,2 5 0-15,2 0 1 16,-1 4-1-16,2-1 1 16,4 0-1-16,-2 2 2 15,4-2-1-15,0 1-1 0,0-3 1 16,4-1 0-16,1-2-1 15,6-2 1-15,-4-1 1 16,2-2 0-16,3-3 2 16,0-1 3-16,2 0 4 0,1 0-3 15,0 0 0-15,1-2-5 16,1-3-1-16,2-1-2 16,-2 1-1-16,-2-1-10 15,-3-1-37-15,-5-6-115 16</inkml:trace>
  <inkml:trace contextRef="#ctx0" brushRef="#br0" timeOffset="-66452.7">22710 12782 75 0,'0'0'3'0,"0"0"-5"0,0 0-11 0,3 0-37 16</inkml:trace>
  <inkml:trace contextRef="#ctx0" brushRef="#br0" timeOffset="-66161.01">22710 12782 20 0,'0'0'11'16,"-11"0"-2"-16,7 0-3 16,0 0-3-16,3 1 0 15,0-1 2-15,1 0 0 16,0 0 2-16,0 0-2 0,0 0 4 16,0 0-3-16,0 0-1 15,0 0 0-15,4 0 4 16,4 0-3-16,4 0-3 15,-1 0 0-15,7-4-2 16,-1 2 1-16,6-2 1 0,1 0 0 16,4 0 3-16,0-2-3 15,3 2 1-15,2 0-2 16,0-1-1-16,-1 0 0 16,0 1-1-16,-2 1 0 15,-1 1-1-15,-4-1-2 0,-2 2-10 16,-4-2-22-16</inkml:trace>
  <inkml:trace contextRef="#ctx0" brushRef="#br0" timeOffset="-65911.74">23120 12671 145 0,'0'0'3'0,"0"0"4"16,0 0 3-16,0 0-2 15,0 0 3-15,0 0-8 16,0 0 0-16,0 0 0 16,38 11-1-16,-32 1-2 15,-1 5 0-15,-2 4 0 0,-3 3-6 16,-3 2-33-16</inkml:trace>
  <inkml:trace contextRef="#ctx0" brushRef="#br0" timeOffset="-63007.51">22036 13259 82 0,'0'0'30'0,"0"0"3"0,0 0-15 15,0 0-5-15,0 0-7 16,0 0 0-16,0 0 2 0,11-37 6 16,-13 33 0-16,-3 1-1 15,-2 0-3-15,0 2-8 16,-5 1-2-16,0 0 1 15,-3 1 1-15,1 9-2 16,-4 0 2-16,1 3-1 0,4 0 1 16,3-1 0-16,-1 1 3 15,4 0 1-15,5-1 1 16,2 1-2-16,0-4-4 16,3 4 1-16,9-4-1 0,1 1 4 15,4-3-3-15,2-1-1 16,2-1-4-16,2-2-17 15,0-3-15-15,-2 0-40 16,3-6-86-16</inkml:trace>
  <inkml:trace contextRef="#ctx0" brushRef="#br0" timeOffset="-62688.08">22180 13293 186 0,'0'0'13'0,"0"0"14"16,0 0-9-16,0 0-15 15,0 0-3-15,0 0 0 0,-38 10 0 16,32 2 0-16,1-1 1 16,4-2-1-16,1 0-1 15,0-2-1-15,9-4-1 16,3 0 6-16,2-3 1 16,0 0 0-16,2 0-2 0,-1 0-1 15,2-7 0-15,-4-2-1 16,-1 0 1-16,-3-1 0 15,-6-2 4-15,-2 0-2 16,-1 1 6-16,-1 1-4 16,-9 2-4-16,-3 0 0 0,-1 3-1 15,-2 4-3-15,1 1 0 16,0 0-8-16,2 4-13 16,4 3-26-16,1-1-20 15</inkml:trace>
  <inkml:trace contextRef="#ctx0" brushRef="#br0" timeOffset="-62052.68">22357 13268 213 0,'0'0'5'0,"0"0"5"15,0 0-4-15,0 0-6 16,0 0 0-16,0 0-2 15,0 0 1-15,0 0 2 16,0 0 1-16,28 27-1 16,-26-19 0-16,-1 3 0 0,1-3-1 15,0 0 0-15,0-3 0 16,1 0-5-16,-3-2-2 16,0-3 0-16,0 0 7 15,0 0 6-15,2 0-2 16,-2-6-1-16,1-2 2 0,2 0-2 15,1-1 0-15,2-3-2 16,-1 5 0-16,3-1 0 16,4 0-1-16,-1 3 2 15,2 1-1-15,2 1-1 16,2 3 0-16,-1 0 0 0,1 0 0 16,-3 0 0-16,-1 3 0 15,1 2 0-15,-4 2-1 16,-1 0 1-16,-4 1-2 15,-2-3 1-15,-2 2-2 0,-1-2-3 16,0-1-4 0,0-2 3-16,-4-1 6 0,-1-1 0 15,1 0 7-15,1 0-3 16,2 0 3-16,1-4-6 16,0-3 6-16,0-1-3 15,1 1-4-15,9-3 4 0,-3 2-3 16,4-1 1-16,3 2 0 15,1 1 0-15,3 1-1 16,1 2 3-16,0 3-2 16,1 0-1-16,-3 0 1 15,1 5-1-15,-4 3 0 0,0 2 0 16,-5 0-2-16,1-2-5 16,-5 2-19-16,1-4-39 15,-1-3-40-15</inkml:trace>
  <inkml:trace contextRef="#ctx0" brushRef="#br0" timeOffset="-61834.08">22900 13262 203 0,'0'0'23'0,"0"0"-4"0,0 0-20 0,0 0 0 0,0 0 2 16,3 41-1-16,-3-23 1 15,0 1 1-15,0 3-1 16,0 0 0-16,-6-1-1 16,2-1-1-16,-3-4-23 15,2-2-8-15,2-4-6 0,1-7-3 16,-1-3-38-16</inkml:trace>
  <inkml:trace contextRef="#ctx0" brushRef="#br0" timeOffset="-61570.38">22843 13300 99 0,'0'0'8'0,"2"-44"19"16,6 26 4-16,-1 2-7 15,3 2-7-15,0 2 1 16,-2 3-2-16,3 2-2 0,2 4-4 16,3 1-7-16,-1 2-2 15,3 0 0-15,-2 7-1 16,0 6 0-16,-2 1 0 15,-2 5 0-15,-5-2 0 16,-3 0-1-16,-2-1-3 0,-2-3 5 16,-2-2-4-16,-9-3-1 15,-5 0 1-15,-2-3-3 16,1-1-9-16,-1-4-31 16,4 0-20-16</inkml:trace>
  <inkml:trace contextRef="#ctx0" brushRef="#br0" timeOffset="-61115.33">23053 13064 151 0,'0'0'-4'0,"0"0"10"15,0 0-1-15,0 0-3 16,0 0-3-16,0 0 1 15,0 0 2-15,34 56 2 16,-34-28 6-16,-1 4 2 0,-2-3 2 16,3-1-3-16,0-4 0 15,0-5-3-15,5-2-2 16,4-5 0-16,0-2 1 16,3-3-2-16,3-4-2 15,3-2 4-15,3-1-4 0,0 0 0 16,4-3-2-16,0-4-1 15,-1-4 0-15,-3-1-1 16,-2 0-2-16,-6-1 0 16,-1-1 0-16,-10 2-3 15,-2 1 0-15,0 4 3 0,-8 1-4 16,-5 6 6-16,-1 0 4 16,0 0 8-16,1 7-6 15,1 5-2-15,3 0-2 16,1 1 3-16,3 0-2 15,3-2-3-15,2-1 1 0,0-1 0 16,3 0-5-16,6-7-22 16,0-2-64-16</inkml:trace>
  <inkml:trace contextRef="#ctx0" brushRef="#br0" timeOffset="-60895.52">23361 13237 229 0,'0'0'13'0,"0"0"-17"15,0 0 8-15,0 0 4 0,40 24 3 16,-23-19-3-16,0 1 0 16,2-1-3-16,-1 0-1 15,1-2-1-15,-1 1-2 16,-1 0-2-16,-3-4-13 15,-1 0-43-15,-4 0-78 0</inkml:trace>
  <inkml:trace contextRef="#ctx0" brushRef="#br0" timeOffset="-60679.4">23574 13219 152 0,'0'0'16'16,"0"0"28"-16,0 0-16 15,0 0-17-15,-40 13-5 16,32-4 1-16,-2 3-4 16,-1 0 0-16,3 0-1 0,-2 0 0 15,3-1 0-15,1 1-2 16,4-2-2-16,2-2-7 16,0 1-17-16,0-5-36 15,5-3-21-15</inkml:trace>
  <inkml:trace contextRef="#ctx0" brushRef="#br0" timeOffset="-60425.33">23699 13221 151 0,'0'0'1'0,"0"0"9"16,0 0 10-16,-39 13 1 15,30-2-3-15,1 0-3 16,3 1-7-16,3-1-2 0,2-1-3 16,0-2-2-16,2-2 3 15,5 0 0-15,5-3-5 16,3-1 4-16,0-2-5 16,3 0-6-16,-1-2-19 15,-1-7-48-15,-1-1-36 16</inkml:trace>
  <inkml:trace contextRef="#ctx0" brushRef="#br0" timeOffset="-60304.27">23678 13092 190 0,'0'0'16'0,"0"0"-5"0,-38-32 9 16,29 27-19-16,3 0-15 15,3-2-74-15</inkml:trace>
  <inkml:trace contextRef="#ctx0" brushRef="#br0" timeOffset="-60032.73">23801 12898 101 0,'0'0'191'0,"0"0"-186"16,0 0-3-16,0 0-2 15,0 0-4-15,0 0-2 16,0 0 8-16,3 27 0 16,-1-7 15-16,0 2-8 15,-1 4-6-15,1 0-2 0,1 1 0 16,-1-2 0-16,-1 1-1 16,3 0 0-16,1-3-6 15,0-1-11-15,1-3-16 16,0-5-15-16,2-3-53 15</inkml:trace>
  <inkml:trace contextRef="#ctx0" brushRef="#br0" timeOffset="-59690.69">23953 13184 266 0,'0'0'-1'0,"0"0"0"0,0 0 4 16,0 0-1-16,0 0-2 15,0 38 1-15,2-31 1 16,1-3 3-16,0 0-4 16,2-2 4-16,0 0 1 0,4-2-2 15,-2 0 0-15,2 0 0 16,2-6-2-16,-2 1 0 16,0 0 0-16,0 1 1 15,-4 1-1-15,-1 3 2 16,-1 0-2-16,0 3-2 0,-3 8 1 15,0 5 0-15,1 2 0 16,-1 2 1-16,0 1-1 16,0-1 0-16,0-1 0 15,0 1-5-15,-3-3-9 16,-2-2-14-16,0-2-12 0,-1-3-51 16,1-8-42-16</inkml:trace>
  <inkml:trace contextRef="#ctx0" brushRef="#br0" timeOffset="-59463.75">23944 13047 264 0,'0'0'-2'0,"0"0"29"0,0 0-13 16,0 0-9-16,0 0-3 16,41-32-1-16,-19 29-1 15,0 0-8-15,-1 2-28 16,-2-2-77-16</inkml:trace>
  <inkml:trace contextRef="#ctx0" brushRef="#br0" timeOffset="-58837.96">21153 13543 146 0,'0'0'19'0,"0"0"-6"0,0 0 38 0,0 0-16 16,0 0-20-16,0 0-13 16,0 0 9-16,65-31-8 15,-26 28-1-15,7 2-7 16,-1-5-46-16</inkml:trace>
  <inkml:trace contextRef="#ctx0" brushRef="#br0" timeOffset="-58325.48">21216 14205 146 0,'0'0'21'0,"0"0"21"0,0 0-22 0,0 0-18 0,0 0-2 16,0 0 7-16,0 0 0 16,41-7 2-16,-20 6-5 15,6-1-3-15,2 2-2 0,4-3-3 16,-2 0-28-16,-1-4-124 16</inkml:trace>
  <inkml:trace contextRef="#ctx0" brushRef="#br0" timeOffset="-57968.77">21829 14022 107 0,'0'0'-3'16,"0"0"7"-16,-49 0-2 0,34 0 1 15,1 7 9-15,1 1 4 16,3 5-6-16,0 1 2 16,3 2 3-16,5 1 3 15,2 1-8-15,0 0 2 16,4-3-5-16,9-1-3 15,3-1-2-15,2-2-2 0,2-6 3 16,3-1 0-16,1-4-2 16,2 0-1-16,0 0-4 15,-1 0-27-15,-1-9-43 16</inkml:trace>
  <inkml:trace contextRef="#ctx0" brushRef="#br0" timeOffset="-57647.69">21947 14093 234 0,'0'0'4'16,"0"0"-2"-16,0 0-1 0,0 0 0 15,-23 41-5-15,23-30-6 16,4-2 7-16,5-2 1 16,3-3 1-16,1 0 2 15,2-3 0-15,1-1 7 16,0 0-1-16,-1-1-4 0,-1-6 0 15,-3-1 0-15,0 1 0 16,-4-3 1-16,-5 1 6 16,-2-1 1-16,0 2 3 15,-6 0-5-15,-7 1-2 16,-1 2-1-16,-2 2-5 0,0 3-5 16,-2 0 7-1,3 0-7-15,1 3-2 0,2 3-16 16,5-1-19-16,4 1-33 15,3-5-6-15</inkml:trace>
  <inkml:trace contextRef="#ctx0" brushRef="#br0" timeOffset="-57036.79">22176 14066 222 0,'0'0'47'0,"0"0"-45"15,0 0-2-15,0 0-1 16,0 0-1-16,0 0-7 16,0 0 5-16,0 0 3 15,0 0 1-15,21 37 2 16,-19-26 0-16,0-2-1 0,-1-2 1 16,2 0-2-16,-2-1 0 15,1-2 1-15,-2-3-1 16,0 2 0-16,0-3-1 15,1 0-1-15,-1 0 2 16,1 0 5-16,-1-3-4 0,4-1 0 16,1-6-2-16,0 2 2 15,3-3-2-15,0 3 0 16,4-1 1-16,0 1-2 16,1 2 1-16,3 2 1 15,2 1 0-15,-1 3 0 0,-1 0 0 16,-2 0-2-16,1 3 0 15,-3 4 2-15,0 2-2 16,-4-1-1-16,0 2-1 16,-5-1-7-16,-2-2-4 15,-1-3-5-15,0 0-2 0,0-1 13 16,-2-3 9-16,-2 0 3 16,0 0 0-16,2 0 3 15,0-4-1-15,2-3 6 16,0-2 0-16,0-1-6 15,0 0 4-15,4-1-10 16,4 1 2-16,3 0 0 0,3 3 0 16,0 1 1-16,3 2-2 15,-1 3 3-15,2 1-3 16,-3 0 1-16,-1 5-2 16,-4 6 1-16,-1 4 1 15,1 0-2-15,-4 1-14 0,-1 0-19 16,-1-5-37-16</inkml:trace>
  <inkml:trace contextRef="#ctx0" brushRef="#br0" timeOffset="-56773">22579 14052 134 0,'0'0'12'0,"0"0"34"0,0 0-16 0,0 0-21 16,0 0 7-16,0 0-7 15,20 42 1-15,-13-20-4 16,6 3-2-16,0 3-2 16,-2 0-1-16,1 0 1 0,-3-2-2 15,-3-1-2-15,-2-3-3 16,-4-1-19-16,0-7-12 15,0-4-29-15</inkml:trace>
  <inkml:trace contextRef="#ctx0" brushRef="#br0" timeOffset="-56466.86">22605 14053 154 0,'0'0'0'0,"0"0"17"0,27-37 0 16,-14 30-10-16,3 3-1 16,-1 1 3-16,2 2 3 15,-2 1-3-15,2 0-4 16,-3 2-2-16,-2 5-2 0,-1 3 0 16,-1 0-3-16,-5 0 1 15,-2 0-3-15,-3-1-2 16,0 0 1-16,-4-1 0 15,-9 0 4-15,-3 2 6 16,-3-1-4-16,-3-1-5 16,2 2-7-16,-1-1-7 0,5-5-17 15,2 0-11-15,5-2-63 16</inkml:trace>
  <inkml:trace contextRef="#ctx0" brushRef="#br0" timeOffset="-56039.62">22806 14042 70 0,'0'0'2'15,"0"0"3"-15,0 0 6 16,0 0 7-16,0 0 5 0,0 0 13 16,0 0-3-16,0 0-18 15,37-5 0-15,-34 16-5 16,2 4-4-16,-2 1-1 15,3-1-4-15,2-1 0 16,0-4 0-16,0 0 1 0,3-4-1 16,-1-2 1-16,0-4-1 15,2 0 3-15,-1 0-2 16,1-8 1-16,2-1-2 16,-2-2-1-16,2-1 2 15,-6 0-1-15,1 0-1 0,0 1 0 16,-4 1 1-16,0 3 1 15,-1 1-2-15,-2 3 1 16,-2 2 0-16,1 1 0 16,1 0-4-16,1 1-1 15,2 8 3-15,2 0 1 0,0 0 1 16,0 4-1-16,3-3 1 16,0-1-2-16,-1-2-3 15,-1-2-15-15,-1-3-52 16,1-2-57-16</inkml:trace>
  <inkml:trace contextRef="#ctx0" brushRef="#br0" timeOffset="-55797.98">23132 13902 184 0,'0'0'5'0,"0"0"33"0,0 0-13 0,0 0-21 15,0 0 1-15,0 0-2 16,0 0-3-16,-6 42 2 16,6-18 2-16,0 4 1 15,2-3-2-15,3 1-1 0,4-4-1 16,-5-2-1-16,1-5-5 16,-1-1-9-16,-1-5-11 15,-3-4-39-15,0-4-32 16</inkml:trace>
  <inkml:trace contextRef="#ctx0" brushRef="#br0" timeOffset="-55633.78">23070 14053 200 0,'0'0'23'0,"0"0"21"16,0 0-19-16,0 0-24 16,0 0 0-16,0 0-6 0,34-37-1 15,-10 33-1-15,1-2-5 16,2 0-14-16,0 1-16 15,-2-2-15-15,2 1 10 16,-3-1-45-16</inkml:trace>
  <inkml:trace contextRef="#ctx0" brushRef="#br0" timeOffset="-55342.68">23348 13956 37 0,'0'0'37'0,"0"0"12"16,0 0 14-16,0 0-14 16,0 0-32-16,0 0-11 15,0 0 0-15,-53 16 5 16,36-2-3-16,-1-4-3 0,3 2-3 15,1-1-1-15,7-1 0 16,1-2 0-16,2-2 0 16,4-2-5-16,0-1-8 15,3-3-5-15,7 0 12 16,5 0 6-16,0-3 1 0,2-4-2 16,0-1-1-16,-1-1 1 15,-5 2 3-15,-1 4 0 16,-1 3 4-16,-4 0 3 15,2 0-3-15,-1 2-5 16,2 4-1-16,-2 5 0 16,2-3 0-16,0 2 0 0,0-3-3 15,2-3-20-15,1-4-33 16</inkml:trace>
  <inkml:trace contextRef="#ctx0" brushRef="#br0" timeOffset="-55129.09">23478 13847 159 0,'0'0'12'0,"0"0"29"0,0 0-28 16,0 0-10-16,0 0 0 16,0 0-2-16,-28 50 4 15,27-29-1-15,1 2-1 16,0-2 1-16,2-1-3 15,4-2-1-15,-1-2-7 16,-1-3-16-16,0-6-55 0</inkml:trace>
  <inkml:trace contextRef="#ctx0" brushRef="#br0" timeOffset="-54863.79">23396 13958 222 0,'0'0'6'0,"0"0"11"16,0 0-13-16,0 0-2 16,0 0 0-16,48-39-2 0,-26 32 0 15,-1 2 1-15,-2 1 0 16,-2 2 1-16,-5 2 3 16,-2 0 1-16,0 10-3 15,-6 2 1-15,3 2-1 16,-4 1 1-16,1 1-2 15,-1-1-1-15,3-3 0 0,-3-2-2 16,2-5-17-16,1-2-25 16,1-3-82-16</inkml:trace>
  <inkml:trace contextRef="#ctx0" brushRef="#br0" timeOffset="-54743.92">23629 13850 215 0,'0'0'-3'15,"0"0"7"-15,0 0-4 16,0 0-2-16,0 0-34 16,-39-24-48-16</inkml:trace>
  <inkml:trace contextRef="#ctx0" brushRef="#br0" timeOffset="-54437.82">23629 13850 178 0,'39'52'35'16,"-39"-42"-31"-16,0 2 3 16,0 1-2-16,2-2-2 15,0 0 0-15,4-4-1 16,-2-1-2-16,5-2 1 0,-2-4 5 16,3 0 3-16,1 0 0 15,2 0-4-15,-4-7-3 16,1-1-2-16,0-2 1 15,-7-1 0-15,-3-2 0 16,0 1 3-16,-2-2-1 16,-10 4 0-16,-4 3-3 0,-4 1 0 15,-1 6-1-15,1 0-1 16,0 0-2-16,5 9-30 16,1-5-23-16,5 0-50 15</inkml:trace>
  <inkml:trace contextRef="#ctx0" brushRef="#br0" timeOffset="-54054.08">23836 13871 209 0,'0'0'2'0,"0"0"0"0,0 0 4 15,38-1 2-15,-30 1 2 16,-3 3-4-16,1 2 2 15,-1 5-1-15,1-1-3 16,-2 2-2-16,1-1-2 0,-2 0 0 16,-2-1-2-16,-1 0-2 15,0-3-3-15,0-2-4 16,-6 1-6-16,-3-4-5 16,1-1 4-16,2 0 13 15,2 0 7-15,0-6 2 0,4-2 8 16,0-1 5-16,0-3-11 15,4 0 2-15,3-1-3 16,4 2-2-16,3 0-1 16,1 4-1-16,3 2-1 15,0 1 0-15,2 3 1 0,2 1-1 16,-6 0 0-16,2 5-2 16,-2 3-8-16,-1 2-29 15,-3-2-45-15</inkml:trace>
  <inkml:trace contextRef="#ctx0" brushRef="#br0" timeOffset="-53576.16">24241 13898 149 0,'0'0'11'0,"0"0"20"16,0 0-10-16,0 0-5 15,0 0-9-15,2-37-4 0,-12 37 3 16,-3 0-3-16,-1 0-1 15,1 0 0-15,-1 7 0 16,3 0-1-16,3 2-1 16,1-2 1-16,5 0-1 15,2 0 1-15,0-1-1 0,3-2-2 16,7-1 1-16,3-3 4 16,1 0 2-16,1 0-2 15,4 0-2-15,-2-3 0 16,3-4 1-16,-4-3 1 0,3-1 0 15,-6-3-2-15,1-3-1 16,-3-3 2-16,-1-3-3 16,-2-4-1-16,-5-1-3 15,1-1 1-15,-3 0-2 16,-1 1 5-16,0 4 0 16,0 3 1-16,0 5 0 0,-7 7-1 15,1 3 0-15,-2 5 5 16,1 1-5-16,-1 5 4 15,3 6-3-15,2 6 0 16,1 5 0-16,2 3 1 16,0 1 1-16,3 2-2 0,7-1 0 15,4 0 0-15,0-1-7 16,1-5-9-16,0-4-70 16</inkml:trace>
  <inkml:trace contextRef="#ctx0" brushRef="#br0" timeOffset="-44912.75">17191 15651 128 0,'0'-2'29'0,"0"-3"3"0,0 2-23 0,0 0-8 0,3-1 0 15,2 2-1-15,0-1 0 16,1 1 0-16,-2 0 1 16,1-1 0-16,2 3 3 15,4-2 5-15,-4 0-1 0,3 0-4 16,0 1-2-16,0 1 0 16,0 0-2-16,1 0 0 15,-3 0 0-15,0 0 0 16,0 1 0-16,-2 5 0 15,-1-1-3-15,0 2 4 16,-3 0 2-16,-1 1-3 0,0 0 2 16,0 1-4-16,-1 0 2 15,0-1 2-15,0 0-4 16,0 1 2-16,-2 0-1 16,-1-2 2-16,-3 2 1 15,2-1-1-15,-2-1 0 0,1 3 0 16,-1-3-1-16,0 2 0 15,0-1 1-15,1 1-1 16,-3-2 0-16,4 0 1 16,-2 0-1-16,4-4 0 15,0 3 0-15,2-1 1 0,-1-1-2 16,1-2 2-16,0 1-1 16,0 1 0-16,0 1 1 15,0-2-1-15,0 1 0 16,0 0 1-16,0-2-1 15,0 0 0-15,0 1 1 0,0-2 0 16,0 0 2-16,1 0-2 16,0 0 1-16,0-1-1 15,1 3 1-15,-2-3-1 16,1 1-1-16,2-1 0 16,-3 1 1-16,0-1-1 0,0 0 0 15,0 0 1-15,0 0-2 16,2 0 3-16,0 0 5 15,-1 0 0-15,1 0-2 16,1-1 0-16,1-3-3 16,0 2 1-16,-1 0 0 15,2-1-2-15,1 1-1 0,0 0 0 16,2 2 0-16,-1 0 0 16,1 0 0-16,0 0 0 15,1 0 0-15,0 0 1 16,0 2-2-16,-2 0 1 0,2 2 1 15,-3-2-1-15,1 1 1 16,-1-2-2-16,2-1 2 16,-4 0-1-16,0 0 2 15,1 0-2-15,-1-4 1 16,-2 1 6-16,-1-1 0 16,0-1-1-16,-1 1-2 0,0 0-5 15,0-2-2-15,0 3-28 16,0-2-41-16</inkml:trace>
  <inkml:trace contextRef="#ctx0" brushRef="#br0" timeOffset="-44214.77">17527 15591 85 0,'5'0'10'0,"2"0"-4"0,-3 2 2 0,2-1-4 16,1 3 2-16,-3-1 1 15,1 3 0-15,2-1-1 16,2 3 1-16,-4 1 0 0,3 0 5 16,1 5-5-16,0-1-3 15,-4 3 0-15,3 3 3 16,-2 0-4-16,0 1 0 15,-3 2 2-15,0 0-5 16,-1 1 1-16,-2-2 4 0,0 2 4 16,0-1-3-16,-1 1 1 15,-4-2-2-15,-3 1-4 16,0-2 1-16,0 1 1 16,-2-4-3-16,1 0 1 15,-1-1 1-15,1-2 0 0,2-3 0 16,-2 0 1-16,4-1-1 15,-1-4 0-15,2-3-1 16,1 2 1-16,1-1-1 16,0-2-1-16,2 2 0 15,-2-2-2-15,2-1-28 16,-1-1-97-16</inkml:trace>
  <inkml:trace contextRef="#ctx0" brushRef="#br0" timeOffset="-41046.85">18200 15662 66 0,'0'-3'67'0,"0"-1"-45"0,0 1 16 0,0 2-19 15,0-1-2-15,0 2-2 0,0 0-9 16,0 0-7-16,0 10 1 15,0 3 4-15,0 4-2 16,0 7-1-16,0 0 1 16,3 1-2-16,-1-1 0 15,0 0 1-15,0-3-1 0,-2-1 0 16,2-3 2-16,1-1-4 16,-3-1-2-16,0-5-9 15,0-3-23-15,0-4-53 16</inkml:trace>
  <inkml:trace contextRef="#ctx0" brushRef="#br0" timeOffset="-40520.49">18177 15661 162 0,'0'0'4'0,"0"0"14"15,0 0 4-15,50-39-10 16,-37 32-2-16,1 2-2 16,1 0-2-16,-1 1 1 0,1 2-1 15,1 1 0-15,-2 1-5 16,2 0 1-16,-1 0-2 16,-2 7 0-16,-2 3-5 15,0 0-3-15,-5 1-4 16,0 2 11-16,-4 0-10 0,-2 1 1 15,0-2 10-15,0 2 0 16,-4 0 0-16,-6 0-3 16,-1 0 2-16,-2 1-6 15,-2-4-15-15,-1 2-1 16,0-2 12-16,-1-1 8 0,4-4 1 16,0-1 3-16,2 0 0 15,3-2-1-15,3-1-5 16,3-2-3-16,-2 1 3 15,4-1 8-15,0 0 3 16,2 0 4-16,4-1 7 0,1-1 6 16,0 2-2-16,4 0-7 15,-6 0-3-15,5 0-1 16,-2 0 1-16,1 5-2 16,3 1-6-16,0 1-1 15,-2 0-2-15,2 0 1 0,1 0-2 16,-1-4-33-16,1 1-38 15,-1-4-64-15</inkml:trace>
  <inkml:trace contextRef="#ctx0" brushRef="#br0" timeOffset="-40100.69">18534 15845 232 0,'0'0'4'0,"0"0"-6"0,0 0 2 16,0 0 2-16,0 0-2 0,0 0 1 16,0 0 6-16,0 0 8 15,0 0-5-15,0 0-5 16,37-14-3-16,-32 6-2 16,0-1 0-16,1-1-4 15,-3 3-3-15,-3-3 3 0,0 3-2 16,0 0 3-16,0 3-4 15,-3 0-2-15,-8 2 9 16,2 2-5-16,0 0 5 16,-2 3 3-16,0 5-5 15,2 4 5-15,1 2-2 0,0 0 0 16,4 0 0-16,3 2 2 16,1-3 0-16,0-1 2 15,0-2-1-15,9-1 0 16,-1-2 1-16,3-1 5 15,1-5 0-15,2-1 0 0,1 0-8 16,4 0-1-16,1-7-3 16,-2-4-15-16,0-6-32 15,-1-5-78-15</inkml:trace>
  <inkml:trace contextRef="#ctx0" brushRef="#br0" timeOffset="-39780.6">18717 15424 179 0,'0'0'7'0,"0"0"16"0,0 0-6 15,0 0-8-15,0 0-7 16,0 0-3-16,0 0 2 0,0 0 3 15,-11 39 2-15,11-16 1 16,0 3 0-16,4 2-2 16,0 4-1-16,1 0-2 15,1-2 0-15,-3 1-1 16,1 0 0-16,3-1 0 0,-6-2-1 16,2 1 1-16,-1-2-1 15,-1-1-2-15,0-5-16 16,-1-3-32-16,0-7-114 15</inkml:trace>
  <inkml:trace contextRef="#ctx0" brushRef="#br0" timeOffset="-39403">18828 15843 189 0,'0'0'76'16,"0"0"-77"-16,0 0 1 0,0 0 0 15,0 0 0-15,0 0-10 16,0 0 7-16,41-20 3 16,-35 12 0-16,0 0 0 15,1-2 1-15,-2-1-1 16,0-1 1-16,-1-1-1 16,-2 2-9-16,-2 1-4 0,0 1 3 15,0 1 3-15,-4 4 1 16,-2 1 3-16,0 3 7 15,-3 0 3-15,2 0 2 16,0 9-6-16,2 3 0 0,-2 3-3 16,4 2 1-16,1 1 1 15,2 1 1-15,0 0-1 16,0-3-1-16,0 0 1 16,6-1-1-16,4-3 0 15,-2-5 2-15,4-1-6 16,2-2-1-16,3-4-24 0,-1 0-36 15</inkml:trace>
  <inkml:trace contextRef="#ctx0" brushRef="#br0" timeOffset="-39088.43">19069 15720 209 0,'0'0'40'0,"0"0"-35"15,0 0-7-15,0 0 2 16,0 0-1-16,12 50 3 0,-9-30 1 16,1-3-1-16,2 0-1 15,-2-1 2-15,-1-5-1 16,4 0-1-16,-3-3 0 16,-1-3 1-16,1-1 0 15,0-3 3-15,-2-1-1 0,0 0 8 16,1-2 15-16,1-8-5 15,1-3-11-15,-2-4-8 16,1-1-2-16,2-5 0 16,-3 2-5-16,7 1-14 15,-2 1-19-15,1 2-20 0,1 3-62 16</inkml:trace>
  <inkml:trace contextRef="#ctx0" brushRef="#br0" timeOffset="-38648.02">19382 15698 163 0,'0'0'4'15,"0"0"-3"-15,0 0 1 16,0 0 0-16,0 0 18 16,0 0-3-16,0 0-9 15,0 0-1-15,0 0 0 0,-31 1 0 16,22 1 0-16,1 3-1 15,1 2-3-15,2 0-2 16,0 3 0-16,3 3 1 16,2 1-2-16,0-1 3 15,0 3-2-15,0-2 4 0,0-3-4 16,2-2 1-16,1-2 0 16,2-3-2-16,1-1 0 15,-3-3-2-15,5 0 4 16,-1 0 2-16,3-7-2 15,0-4-1-15,-3-1 0 16,4 1-2-16,-4-3 0 0,0 1 1 16,-3 6 0-16,0 0 0 15,0 2 0-15,-2 4 2 16,-1 1 0-16,0 0-3 16,1 0-1-16,1 3 1 0,0 2 1 15,0 2 1-15,2-2-5 16,2-1-16-16,-4-1-20 15,3-3-88-15</inkml:trace>
  <inkml:trace contextRef="#ctx0" brushRef="#br0" timeOffset="-38206.09">19569 15695 218 0,'0'0'65'0,"0"0"-57"0,0 0-2 0,0 0-6 16,0 0-2-16,0 0-21 16,0 0 15-16,0 0 5 15,0 0 3-15,0 38 1 16,0-22-1-16,0-3-3 0,-3 1-4 16,0-3-7-16,-1 0-2 15,0-3 2-15,1-1-4 16,3-5 11-16,-2-1 7 15,2-1 2-15,0 0 11 16,0-5-11-16,0-2 4 0,0-6 0 16,3-1-1-16,1-2-1 15,2 1-1-15,0-1-2 16,4 2 0-16,-3 2 2 16,3 1 2-16,3 1-2 15,0 4 0-15,1 1-3 16,-1 5 1-16,1 0-1 0,-2 0 0 15,1 3-1-15,-4 6 0 16,0 5-1-16,-2-3-1 16,-3 3 0-16,-1 0-5 15,-3 1-2-15,0-4-8 0,0-2-16 16,0-4-61-16</inkml:trace>
  <inkml:trace contextRef="#ctx0" brushRef="#br0" timeOffset="-37935.7">19827 15551 229 0,'0'0'5'0,"0"0"-2"0,0 0-3 0,0 0-2 0,0 0 6 16,0 0 7-16,11 56-4 16,-9-34-2-16,-2 3-3 15,1-1-1-15,-1 2 0 0,0-1 0 16,0-2-4-16,0-1-24 16,-3-5-26-16,-3-6-60 15</inkml:trace>
  <inkml:trace contextRef="#ctx0" brushRef="#br0" timeOffset="-37794.11">19811 15709 319 0,'0'0'4'16,"0"0"-4"-16,0 0-2 15,48-44-6-15,-28 34-37 0,2-3-48 16</inkml:trace>
  <inkml:trace contextRef="#ctx0" brushRef="#br0" timeOffset="-37487.68">20481 15570 193 0,'0'0'-13'0,"0"0"12"16,0 0-2-16,13 48-16 16,-9-34-8-16,-2 1-11 0</inkml:trace>
  <inkml:trace contextRef="#ctx0" brushRef="#br0" timeOffset="-37095.33">20454 15537 201 0,'0'0'-10'0,"0"0"10"16,51-17 1-16,-29 16 0 15,-3 1-1-15,4 0 5 16,-3 8 1-16,1 4 0 15,1 3-4-15,0 1 0 16,-4 0-2-16,2-1 1 0,-4 0 0 16,-2 0-1-16,-1-5-2 15,0 0 1-15,-2-3 1 16,-4-3 0-16,2 0 0 16,-5-4 1-16,-1 0 2 15,-2 0 28-15,0-4 13 16,-1-6-20-16,0-4-9 0,0 0 0 15,-1-3-6-15,-1-2-3 16,0 1-6-16,1 2-4 16,1-2-9-16,0 2-15 15,0 2-27-15,4 0-47 16</inkml:trace>
  <inkml:trace contextRef="#ctx0" brushRef="#br0" timeOffset="-36647.16">20975 15554 102 0,'0'0'91'16,"0"0"-74"-16,0 0 7 15,0 0-15-15,0 0 0 0,0 0-2 16,0 0 1-16,0 0-4 15,-46-7 2-15,35 11-4 16,1 5-1-16,2 3-1 16,-3 0 0-16,4 2 0 15,1 0 1-15,2-1-2 0,4-4-2 16,0 1-3-16,0-2-3 16,2-5-1-16,6 0 3 15,1-3 6-15,1 0 0 16,2 0-5-16,-4-4 0 15,1-3 1-15,1-3 5 16,-5 1 1-16,-1-1 3 0,0 3 8 16,0 1 6-16,-1 1-3 15,-2 2-2-15,3 1-5 16,-2 2-7-16,0 0-2 16,-1 0-1-16,3 3-1 15,2 4 2-15,-1 0 1 0,1 1-12 16,0-3-15-16,0-1-21 15,0-2-66-15</inkml:trace>
  <inkml:trace contextRef="#ctx0" brushRef="#br0" timeOffset="-35992.96">21148 15530 200 0,'0'0'-2'0,"0"0"2"0,0 0 0 0,38-6-5 0,-34 6-9 16,0 8 7-16,-1 3 6 15,-1 0 5-15,-2 1 5 16,0 2 0-16,0-3-4 16,0 3-3-16,0-4 0 0,0-2-2 15,-3 0 2-15,1-5-4 16,0 1 0-16,0-4 1 15,0 0 2-15,2 0 8 16,0-2 1-16,0-5 3 16,0-4-2-16,0 0-3 0,3-2-4 15,5 0-1-15,3 0-2 16,1 1-1-16,2 0-1 16,-1 4 0-16,1 2 1 15,-1 2 0-15,-2 1 4 16,3 3-1-16,-3 0 0 0,-2 0-1 15,2 4-1-15,-2 5 1 16,-3 1-2-16,0 1 0 16,-4 0-2-16,-2 1-2 15,0-2-1-15,0 0 1 16,-7-3 2-16,0 0 1 0,1-3 0 16,0-2 1-16,2 0 3 15,-3-2-1-15,4 0 1 16,0 0 0-16,2-4 1 15,1-4-2-15,0-1-3 16,0-1-2-16,1 0 5 0,8-1 1 16,2 1-2-16,2 2 1 15,1 0 0-15,0 5-1 16,1 1 0-16,-2 2 1 16,0 0-1-16,-1 1 0 15,-2 6-1-15,-3 3 0 0,2-1 1 16,-2 2-1-16,0 0 0 15,-2 0 0-15,2-2-12 16,-1-1-12-16,1-2-47 16,-1-3-33-16</inkml:trace>
  <inkml:trace contextRef="#ctx0" brushRef="#br0" timeOffset="-35693.07">21634 15552 281 0,'0'0'3'0,"0"0"4"0,0 0-4 0,0 0-2 16,0 0-1-16,0 0-6 15,0 0-4-15,0 0 3 16,0 0 6-16,0 0 2 16,0 0 1-16,-43-18-2 15,34 27 1-15,3 0-2 0,1 2 1 16,-1 0 0-16,4 2 0 15,2 0-2-15,0-1 1 16,0-1 1-16,10-2-2 16,-1 0 3-16,4-2-4 15,5-3-2-15,2-2-10 0,2-1-13 16,5-1-17-16,0 0-7 16,3-4-20-16</inkml:trace>
  <inkml:trace contextRef="#ctx0" brushRef="#br0" timeOffset="-35308.71">21826 15623 37 0,'0'0'58'0,"45"-22"-14"15,-26 10 7-15,-6 4-25 0,-3-1-8 16,-5 3-7-16,-5-1 5 16,0 2-1-16,-1 2-11 15,-12 1-6-15,-1 0 1 16,-4 2 2-16,-1 0 1 16,-2 7-2-16,0 3 1 0,4 3-2 15,-1 0 0-15,4 1 0 16,4-2-3-16,5 0-1 15,3-3 0-15,2-2-3 16,0-2-3-16,6-3 2 16,2-2 5-16,4 0 6 15,1 0-1-15,2-7-4 0,-2-3-7 16,2-2-14-16,-1-3 5 16,-3-4 13-16,-2-1 7 15,-4-1 0-15,0-3 7 16,-2-2 10-16,-3-2-3 0,0-2-5 15,0 2-2-15,0-1 1 16,0 5 2-16,0 5 0 16,0 5-5-16,-3 3 1 15,2 5-4-15,-1 4-2 16,2 2-1-16,0 1-17 0,0 10-13 16,0 2-1-16,0 1-40 15</inkml:trace>
  <inkml:trace contextRef="#ctx0" brushRef="#br0" timeOffset="-34831.78">22353 15573 146 0,'0'0'34'0,"0"0"-10"0,0 0 4 0,0 0-3 0,0 0 0 0,0 0-12 16,0 0-9-16,0 0-2 15,0 0-4-15,4-39 1 16,-4 21-8-16,1-2-2 15,1-4 2-15,-1-4-1 16,0-1 7-16,1-4 3 0,0 2 0 16,3 3 0-16,-3 2 0 15,1 5 0-15,1 3-2 16,0 5 7-16,-1 5 7 16,-1 4 1-16,2 3-6 15,2 1-6-15,0 1-1 0,2 11 0 16,3 3-1-16,-1 7 0 15,2 2 3-15,0 3 0 16,3 0 1-16,-1 0-3 16,0-2 0-16,-1-1 1 15,-1-2-2-15,-2-4-21 16,-5-1-22-16,-3-4-51 0</inkml:trace>
  <inkml:trace contextRef="#ctx0" brushRef="#br0" timeOffset="-34397.88">22357 15446 54 0,'0'0'190'0,"0"0"-169"16,0 0-1-16,0 0-20 15,18-35 3-15,-4 26-1 0,2 1 0 16,3 1 1-16,0 1 1 15,2 0-1-15,1 3-2 16,1-1 0-16,-2 4-1 16,-2 0 0-16,1 0 0 15,-2 4 0-15,0 6 0 0,-1 0 0 16,-3 6 0-16,1-2 0 16,-2 2 0-16,-3 1 0 15,-2-4 1-15,-1-1-2 16,-2-3 1-16,-2 2-2 15,-1-4-5-15,-2-2-3 0,0-4 2 16,-2 1 2-16,-5-2 6 16,-1 0 5-16,0-3-1 15,0-5-2-15,4-6 5 16,1 2 6-16,3-4-4 16,0-1-3-16,2-2-4 15,6 2 1-15,6-1-3 0,4 2-3 16,1 3-15-16,3 1-29 15,-2 0-66-15</inkml:trace>
  <inkml:trace contextRef="#ctx0" brushRef="#br0" timeOffset="-33523.13">22934 15340 99 0,'0'0'152'0,"0"0"-141"0,0 0-5 0,0 0-4 15,0 0-3-15,-37 25 2 16,25-15 0-16,2 3 0 16,3 1-1-16,1 2 2 15,4-2 0-15,2 0 0 16,0-1 0-16,2-3-1 0,7-3 1 16,1-1-1-16,4-2 3 15,1-3-3-15,3-1 1 16,3 0 0-16,1-1-1 15,3-9-1-15,-2-1-5 16,-2-4-19-16,-2-3-7 0,-2-3-12 16,-4-3 9-16,-7-2 10 15,-1-2 8-15,-5-1 10 16,0 1 6-16,0 2 8 16,-6 5 11-16,0 1 13 15,0 6 11-15,-1 2-6 0,2 6-11 16,0 1-13-16,3 4-4 15,0 1-5-15,0 0-5 16,2 11 1-16,0 3 0 16,0 6 0-16,0 3 1 15,0 4 0-15,0-2-1 0,0 3 1 16,0-3-2-16,0-1 0 16,1-4-3-16,0-1-4 15,-1-4-6-15,0-4-4 16,0-1-2-16,0-4-5 15,0-5 5-15,0-1 12 16,0 0 12-16,1-8-8 0,7-5 4 16,-1-1-1-16,4-4 2 15,1 0-1-15,1 1 1 16,-2 0 6-16,0 3 6 16,1 2 4-16,-1 2-4 15,-3 5 1-15,0 2 0 0,-2 3-7 16,-2 0-4-16,0 3-3 15,-1 7 2-15,1 1 2 16,-1 1-2-16,0-1 0 16,1 2-1-16,0-2-1 15,0-2 1-15,-1-3 1 0,1-2-1 16,0 0 0-16,1-4-2 16,2 0 2-16,0 0 3 15,2 0 0-15,0-5-1 16,1-4-2-16,-1-2 0 15,-2-1-1-15,1 1 1 0,-4 1-1 16,0 0 2-16,-2 4 14 16,-2 1 6-16,0 3-3 15,2 1-3-15,-2 1-15 16,1 0-4-16,1 3 3 16,2 6 1-16,2 0 0 0,1 2-1 15,0 1 0-15,2 1-5 16,0-4-23-16,-2-1-23 15,-2-7-71-15</inkml:trace>
  <inkml:trace contextRef="#ctx0" brushRef="#br0" timeOffset="-33372.2">23240 15151 294 0,'0'0'-8'0,"0"0"-6"0,0 0-27 0,0 0-89 16</inkml:trace>
  <inkml:trace contextRef="#ctx0" brushRef="#br0" timeOffset="-33096.01">23439 15101 310 0,'0'0'6'16,"0"0"-7"-16,0 0 1 16,0 0 0-16,0 0-2 15,23 51 5-15,-18-29-1 16,0 0 1-16,-1 2-2 0,1 2 0 15,-2 0-1-15,-1-1-2 16,-2-1 0-16,0-2-9 16,0-3-14-16,-4-4-10 15,-5-5-39-15,-2-5-69 16</inkml:trace>
  <inkml:trace contextRef="#ctx0" brushRef="#br0" timeOffset="-32675.14">23391 15302 289 0,'0'0'12'15,"0"0"-14"-15,39-2 4 16,-23 2-2-16,4-1-2 16,1 1 4-16,-1-2-2 15,0 1 0-15,-2-1 1 0,-1 1-2 16,1-3 2-16,-5 1-1 15,0-2 1-15,-2-2 1 16,-1-1 2-16,-1 1 3 16,-3-2-2-16,1 2-2 15,-5 0 3-15,-1 0-2 0,-1 1-1 16,0 2-3-16,-1 0 0 16,-8 2-3-16,-2 2 2 15,0 0 2-15,-3 3 0 16,1 10 0-16,-3 0-1 15,3 3 0-15,4 2 0 16,2 0 0-16,5 1 1 0,2-1-1 16,0-4-1-16,9 2 2 15,2-3-3-15,6-3 0 16,4-2-10-16,0-3-12 16,5-3-24-16,-1-2-30 15,-1 0 6-15,2-5-27 0</inkml:trace>
  <inkml:trace contextRef="#ctx0" brushRef="#br0" timeOffset="-32405.13">23870 15265 81 0,'0'0'15'0,"0"0"18"15,0 0 16-15,1-42-9 16,-10 38-11-16,-2 1-14 16,-3 3-3-16,0 0-8 15,-1 10-3-15,1 2 1 16,1 4 0-16,3 0 1 15,4 0 1-15,3-1-1 0,2 0 1 16,1-4-3-16,1 1 2 16,7-3 1-16,4-2 0 15,5-1 2-15,1-3 1 16,6-2-4-16,-2-1-2 16,4 0 0-16,-1-8-6 0,1-6-19 15,0-4-3-15,-3-3-13 16,-1-4-34-16,-4-4 0 15</inkml:trace>
  <inkml:trace contextRef="#ctx0" brushRef="#br0" timeOffset="-32198.44">24062 14966 174 0,'0'0'16'0,"0"0"31"15,0 0-26-15,0 0-9 16,0 0-3-16,0 0-11 0,0 0 4 15,0 0 0-15,-17 54 2 16,17-20 1-16,0 0-3 16,0 3-1-16,2-3 0 15,1 0-1-15,-3-4-4 16,0-3-16-16,0-4-24 16,-5-5-66-16</inkml:trace>
  <inkml:trace contextRef="#ctx0" brushRef="#br0" timeOffset="-31079.64">23929 15198 247 0,'0'0'55'16,"0"0"-56"-16,0 0-3 15,0 0-10-15,51-30-1 0,-35 26 13 16,2 1 1-16,2 1 2 15,-2 1-1-15,3-2 1 16,0 3 0-16,1-1-1 16,-4-1 0-16,-4 1 1 15,0-1-2-15,-4 1 1 0,-4 0 0 16,-2-1 0-16,-1 2 0 16,0 0 2-16,-3 0 6 15,0 0 2-15,1 0-4 16,-1 0-3-16,0 0-3 15,0 5-2-15,0 3 4 16,0 3 0-16,0 1 0 0,0 0-2 16,0 1 1-16,0 0-1 15,0 0 0-15,0-3 1 16,0-2 0-16,2-1-1 16,1-1 2-16,4 0-2 15,-2-5 1-15,0 2-1 0,1-3 1 16,0 0 0-16,0 0 0 15,-1-4-1-15,-2-5 3 16,2-1-1-16,-1-2 1 16,1-1 1-16,0-3-1 0,2 3-1 15,1-1 1-15,0 2-1 16,1 0-2-16,1 3 2 16,0 2-3-16,0 3 1 15,0 2 0-15,-1 2 0 16,1 0 0-16,-1 0-2 0,-1 6 1 15,-1 3 1-15,2 2-3 16,-4 3 2-16,3-2 1 16,-3 0 1-16,4 1-1 15,-3-1 0-15,2-4 3 16,1 2-3-16,0-4 0 16,1-3-3-16,-1-1 2 0,2-2 1 15,0 0 1-15,1 0 2 16,2-7-3-16,-3-3 0 15,2-2 2-15,-3-2-2 16,-1-1 0-16,-2 1 1 16,-1-3-2-16,-1 4 1 0,-3 1-1 15,1 3 0-15,-3-1-4 16,0 5-2-16,0 1-1 16,-4 3-4-16,-3 1 2 15,-2 0 3-15,2 0 9 16,-4 7-2-16,4 4 0 0,0 0 1 15,3 1-1-15,1 0 0 16,2 1 2-16,1-1 0 16,0 1-2-16,4-2 0 15,3 1 2-15,2-4-3 16,0-2 1-16,0-2 0 16,1 0 1-16,-3-2-1 0,1-2 0 15,-1 0 2-15,0 0 0 16,3-8 2-16,-5-1 4 15,3-4-2-15,-3 0-1 16,6-2-3-16,-4 0-1 16,2-2 1-16,2 3-1 0,0 1 2 15,0 1 1-15,1 3-3 16,-1 2 0-16,-1 1-1 16,2 2 1-16,-3 1-1 15,3 3 1-15,-2 0-1 16,-1 0 0-16,3 3 0 0,-3 7-1 15,-1 1 0-15,-2 5-1 16,-3 0 2-16,-1 2 0 16,-2 4 0-16,-3 0-3 15,-11 5-3-15,-10-1-14 16,-8-1-30-16,-14-1-155 0</inkml:trace>
  <inkml:trace contextRef="#ctx0" brushRef="#br0" timeOffset="-29530.81">18350 16176 71 0,'-4'-1'69'0,"0"-1"-34"0,1 1 12 15,1-2-19-15,-3 2-14 16,3-1-7-16,1 2 0 15,1-1-2-15,-1 1 2 0,1 0-4 16,0 0-1-16,0 0 0 16,0 0-2-16,0 0-2 15,0 0 1-15,0 0-4 16,0 0 4-16,5 0 1 0,4 0-2 16,1 0 2-16,1 0 0 15,5 0 0-15,-1 0 0 16,2 0-1-16,7 0 2 15,-4 0-1-15,5 0-1 16,4-3 4-16,1 0-5 16,4-1 2-16,-1 1 0 0,3-2 0 15,0 0 0-15,0 1-1 16,2-2 1-16,2 2 0 16,1-2-5-16,1 2 9 15,1-2-4-15,3-1 0 16,-1 3 0-16,2-2-1 15,-4 0-2-15,2 1 0 0,1-1 2 16,-1 2 1-16,-1-2 0 16,1 2 0-16,0 0 0 15,-3 0 0-15,3-1 0 16,-2 1 0-16,0 0 1 16,1 0-1-16,1-1 0 0,-1 1 1 15,-3-2-1-15,1 1 1 16,-2 0-1-16,0 1 0 15,1 0 1-15,-4 0 0 16,3-1 0-16,1 2-1 0,2-1 0 16,1 1 0-16,-1-1 1 15,-1 1-2-15,1 2 2 16,2-2-1-16,1 0 0 16,1 2 0-16,-2-1 0 15,2 1 1-15,-1-1-2 16,0 0 2-16,0-1-1 0,-1 0 1 15,1 0 0-15,2 1 3 16,-1-2-3-16,4 0 1 16,-2 1-2-16,1-1 2 15,1 1 0-15,-1 0-2 0,2-1 0 16,1 0 0-16,3 1 0 16,0 0 0-16,-3 0 0 15,3 1 0-15,2-3 0 16,-1 1 0-16,2 0 0 15,2-2 0-15,1-1 0 0,0 3 0 16,2-3 0-16,2 2 0 16,-2-2 0-16,0 0 0 15,2 3 0-15,2-3 0 16,-5 1 1-16,2 2-2 16,1-2 2-16,1 2-2 15,2 0 1-15,-2-1 1 0,3 2-2 16,1-1 2-16,-2 0-1 15,2 1 0-15,-2 0-8 16,0-1 12-16,-3 1-4 16,-1-2 1-16,0-1-2 15,-2 0 0-15,0 1-1 0,1-1 1 16,1 1 1-16,-2-2 0 16,2 0 1-16,1 0-1 15,1 0 1-15,-3 0 0 16,3-1 1-16,0-1 0 0,2 2-2 15,0-1 0-15,-1-2 0 16,0 3 0-16,0-1 0 16,-2 1 2-16,-5 2 8 15,-3-1 3-15,-7 2-4 16,-2-1-4-16,-9 3-4 16,-3 0-1-16,-5 2 0 0,-7 0 0 15,-4 0-4-15,-6 0-12 16,-4 0-19-16,-10-1-77 15</inkml:trace>
  <inkml:trace contextRef="#ctx0" brushRef="#br0" timeOffset="4997.69">9823 10139 79 0,'0'-2'10'0,"0"0"-3"0,0 0-4 0,0 1-2 16,0-1-1-16,0 1 1 0,0 0 1 16,0-1 3-16,0 2-2 15,0 0 0-15,0 0-2 16,0 0-3-16,0 0-3 16,0 0 0-16,0 0 5 15,0 2-1-15,0 3 1 0,0 2 0 16,0 3-2-16,0 4 2 15,0 6 1-15,0 3 1 16,0 4-2-16,-2 3 1 16,-4 2 1-16,1 3-2 15,-4 2 2-15,2 0-2 0,-2 2 2 16,-1 4 0-16,4-2 3 16,0-3-3-16,0 2-1 15,3-3 0-15,-1 0-1 16,0 0 1-16,0 0 0 15,2 1-1-15,0 3 1 0,0 2-1 16,-1 0 1-16,0-1 0 16,3 1-1-16,-1-4 1 15,-1 0 0-15,2-4-1 16,0 2 1-16,0-3 0 16,-2 1-1-16,2-3 0 0,0-1 0 15,0-5 2-15,0-5-2 16,0-5 0-16,0-3 0 15,0-8-2-15,0-3-5 16,0-2-22-16,2-16-31 16</inkml:trace>
  <inkml:trace contextRef="#ctx0" brushRef="#br0" timeOffset="5604.03">9813 10169 6 0,'0'0'27'0,"0"0"-4"0,0 0-5 0,0 0-16 0,0 0-1 16,0 0-1-16,0 0-2 0,0 0 3 16,48-23-2-16,-30 19 0 15,-2 1-1-15,6 0 3 16,-1 0 1-16,3 2-2 16,-4-1 0-16,2 0 0 15,1 0 0-15,-4 0-2 0,2 1-2 16,-3-3-7-16,-3 1-9 15,-4-1-16-15</inkml:trace>
  <inkml:trace contextRef="#ctx0" brushRef="#br0" timeOffset="6300.02">10115 10123 20 0,'0'0'20'16,"0"0"-7"-16,-1 40-3 15,-4-17-3-15,-1-1-2 16,1 5-2-16,-1-1 0 16,-1 2-1-16,-2-1-1 15,4 0 0-15,-3 2 0 0,3-4 0 16,-1 2 0-16,0 0-1 16,0 0 1-16,0 3 2 15,3-2-3-15,-3 1 3 16,-1-1-2-16,2 3 2 15,-1-2-2-15,1-1 0 0,1 2 0 16,-2 3-1-16,2-2 1 16,2 0 0-16,-2 2-2 15,1-2 2-15,1-1-1 16,0-1 0-16,0 0 0 16,-3-3 0-16,1-2 0 0,0-1 0 15,-2 0 2-15,2-1-2 16,-2-2 0-16,0 1 1 15,3-1-1-15,-3 0 0 16,1-1 0-16,2 1 0 16,-1 1 0-16,2-1 1 0,-2-2-1 15,2 5 0-15,-1-3 1 16,1 0-1-16,0-2 0 16,-2 0 0-16,1-1 0 15,2-1 0-15,-1-2 0 16,0-1 0-16,-2-3 1 0,0 0-1 15,1-3 1-15,1 0 1 16,0 0 0-16,-3-1-2 16,3 0 0-16,-1-2 1 15,1 0-1-15,0 0 0 16,-2 2-1-16,2 0-5 0,0-3-15 16</inkml:trace>
  <inkml:trace contextRef="#ctx0" brushRef="#br0" timeOffset="6672.06">9767 11468 15 0,'0'0'30'0,"0"0"-9"0,54-11-5 0,-35 5-11 15,2-1-4-15,1 4 0 16,-1-1-1-16,-4-2-18 16</inkml:trace>
  <inkml:trace contextRef="#ctx0" brushRef="#br0" timeOffset="7256.13">9734 10601 42 0,'0'0'7'0,"0"0"3"0,0 0 3 0,0 0 1 15,0 0-1-15,0 0 1 16,0 0-1-16,0 0-10 16,0 0-2-16,0 0 2 15,29-41-2-15,-11 33 0 0,-1-2-2 16,4 2 2-16,0-1 0 15,0 2-2-15,2 0 1 16,-1 1-1-16,-4 5-12 16,-2-2-25-16</inkml:trace>
  <inkml:trace contextRef="#ctx0" brushRef="#br0" timeOffset="7519.06">9730 10781 50 0,'0'0'26'16,"0"0"-3"-16,0 0-12 0,0 0-7 15,0 0-1-15,0 0-1 16,0 0 0-16,45-30-2 15,-26 21 0-15,0 0 1 16,2 1-1-16,-1 1 0 16,1 0-2-16,-2 1-14 0,-3 2-36 15</inkml:trace>
  <inkml:trace contextRef="#ctx0" brushRef="#br0" timeOffset="7775.1">9687 10989 50 0,'0'0'17'0,"0"0"-13"15,0 0-11-15,0 0 13 16,0 0-2-16,36-15 0 15,-19 2-3-15,4 0 2 16,1 0-1-16,3-1 4 0,-5 1 0 16,4 2-6-16,-1 1-2 15,-4 2-25-15</inkml:trace>
  <inkml:trace contextRef="#ctx0" brushRef="#br0" timeOffset="8053.65">9719 11235 72 0,'0'0'7'16,"0"0"-1"-16,0 0-1 15,0 0-1-15,0 0 1 16,0 0 2-16,0 0-1 0,0 0-2 16,46-9-1-16,-26 1-1 15,1-5-2-15,2 2 1 16,3 0-2-16,2-1-9 16,-1 1-44-16</inkml:trace>
  <inkml:trace contextRef="#ctx0" brushRef="#br0" timeOffset="12681.38">9662 11704 74 0,'0'-7'12'0,"0"1"12"0,0 0-4 16,0 3-5-16,0-1-6 16,-1 2 3-16,0 1-1 0,1 1-2 15,0 0-7-15,0 0-4 16,0 5 2-16,0 9 0 15,0 3 2-15,0 2-1 16,0 3 0-16,4 2-2 16,1-1 2-16,-3-2 0 15,1-1-2-15,0-3-3 16,0-2-15-16,2-4-9 0,-1-4-1 16,0-6-48-16</inkml:trace>
  <inkml:trace contextRef="#ctx0" brushRef="#br0" timeOffset="13158.02">9772 11748 99 0,'0'0'3'0,"0"0"-4"15,0 0 2-15,0 0-1 0,0 0 4 16,3 38-2-16,-3-25 0 15,1 3-2-15,0-2 1 16,-1-2-1-16,0 0 0 16,0-4 0-16,0 0 0 0,0-3 0 15,-4-1 0-15,0-2 0 16,0-2 0-16,2 0 1 16,0-4-1-16,0-5 0 15,2-3-3-15,0-3-2 16,0-2-2-16,0 0 0 0,6 0 2 15,-2 0 4-15,2 2 1 16,2 2 1-16,-2 1 3 16,1 3 3-16,3 3-1 15,-4 3-2-15,3 1-2 16,-3 2-2-16,1 0 0 16,2 8 2-16,0 1-1 0,-4 4-1 15,1 2 2-15,0 0-2 16,-3-1 1-16,0 2-1 15,-3-2 1-15,0 0-1 16,-4-1 0-16,-4 0 1 0,-3-2-1 16,0 2 0-16,-1-2 0 15,2 1-8-15,-3-4-30 16</inkml:trace>
  <inkml:trace contextRef="#ctx0" brushRef="#br0" timeOffset="13406.13">9709 12029 112 0,'0'0'2'0,"0"0"0"0,0 0-2 0,0 0 1 0,43-17-1 16,-30 9 2-16,5 0 0 15,-3-1 1-15,0 1 2 16,2 0 1-16,1-1-4 0,-1 4-2 16,-1-1-1-16,-2 3 0 15,-1-1-21-15,-4 4-41 16</inkml:trace>
  <inkml:trace contextRef="#ctx0" brushRef="#br0" timeOffset="13656.08">9783 12100 89 0,'0'0'6'0,"0"0"5"16,0 0-9-16,0 0-3 15,0 0 1-15,0 0 3 16,0 0-1-16,51-21 1 15,-30 8-1-15,5 2 1 0,-1-2-1 16,0 0-2-16,-1 1 2 16,0 3-2-16,-1 0-1 15,-5 2-2-15,-2 0-29 16</inkml:trace>
  <inkml:trace contextRef="#ctx0" brushRef="#br0" timeOffset="13869.13">9946 12094 88 0,'0'0'3'0,"0"0"-2"15,0 0 1-15,45-24-2 16,-28 14 0-16,2-1-4 15,0 1-1-15,-2 0-2 0,0-1-11 16,-1 1-35-16</inkml:trace>
  <inkml:trace contextRef="#ctx0" brushRef="#br0" timeOffset="15422.72">8064 10336 21 0,'-8'0'27'0,"0"0"-3"0,0 0-1 0,3 0-5 16,-2 0-4-16,3 0-2 15,0 0 0-15,-1 0-1 16,5-1-1-16,0-2 1 16,0 0-4-16,0 0-6 15,7 0-1-15,6-2 0 0,0-1 0 16,4 2 0-16,0-1-1 15,1 3 0-15,0 0 0 16,-3 2 1-16,-1 0-1 16,-1 0 0-16,-2 7-1 15,1 3-5-15,-6 2-8 16,-3 3 6-16,-1 0 6 0,-2 1 2 16,0-3 0-16,0 0 1 15,0-2 1-15,0-3-1 16,0-3 1-16,0 1-1 15,0-3 1-15,2-2 1 16,0 2 2-16,3-3 2 0,4 0 1 16,2 0-4-16,3 0-1 15,1 0-1-15,3-4-1 16,0-3-34-16,2-2-49 16</inkml:trace>
  <inkml:trace contextRef="#ctx0" brushRef="#br0" timeOffset="15870.46">8493 10278 120 0,'0'0'7'0,"0"0"5"0,0 0-4 16,0 0-8-16,0 0-2 16,0 0-2-16,-45-4 4 15,35 11-1-15,1 1-1 16,-3 2 1-16,3 2 0 15,-1 0 2-15,5 1 1 0,-3 1-2 16,5-1 1-16,2-2-1 16,1-2 0-16,0-3 0 15,0-2 0-15,4-4 0 16,4 0 1-16,3 0 2 16,-2-4-1-16,5-6-1 0,-3-3 0 15,2-3 0-15,-2-1-1 16,-2-2 0-16,-1-3 0 15,2-2 0-15,-5-2 1 16,1-3-2-16,-1 2 2 16,-1-2-2-16,-2 4 1 15,-2 3 0-15,0 4 0 0,0 5 1 16,0 3 8-16,0 5 9 16,0 5-4-16,0 0-9 15,0 5-17-15,0 15 8 16,0 6 1-16,3 9 1 15,2 5 3-15,3 5-6 0,-2 4-20 16,-1-2-67-16</inkml:trace>
  <inkml:trace contextRef="#ctx0" brushRef="#br0" timeOffset="16368.82">8223 10829 86 0,'0'0'2'0,"0"0"10"0,0 0 4 0,0 0-2 0,0 0 0 16,0 0 0-16,0 0-7 0,9-43-6 16,6 31-1-16,6-1 1 15,0-1-1-15,5-3 1 16,5 2-1-16,2 0-1 16,-1-2 2-16,5 1-1 15,-2 2-1-15,0-2-5 16,-5 3-5-16,0-1 1 0,-3 4-3 15,-5-1-4-15,-3 2-7 16,-4 2-12-16</inkml:trace>
  <inkml:trace contextRef="#ctx0" brushRef="#br0" timeOffset="16638.02">8438 10735 78 0,'0'0'9'0,"-36"19"1"16,23-12 2-16,5-1-2 15,2-2-1-15,2-2-4 16,4-1-3-16,0-1-1 16,2 0 1-16,9 0-1 0,9-6 2 15,7-7 0-15,4-1-1 16,7-5-1-16,7-2 1 15,4-4-1-15,4 2-1 16,6-6 0-16,1-2 0 16,3-2-6-16,-3-6-111 15</inkml:trace>
  <inkml:trace contextRef="#ctx0" brushRef="#br0" timeOffset="33344.17">10528 10254 89 0,'0'0'3'0,"0"-3"6"0,0 0 0 0,0 1 0 15,0 0-2-15,-3 0 2 16,-1 0 0-16,-1 0 1 16,0 2 7-16,1 0-9 0,-2 0-5 15,1 0-3-15,0 6 0 16,1 2-2-16,-1 3 1 16,-1-1 0-16,3-1 0 15,2-2 1-15,0 0-1 16,1-5 2-16,0-1-1 0,0-1 0 15,0 0 2-15,5 0 4 16,1-7-2-16,2-1-3 16,-2-1 0-16,-1-1-1 15,-1 0 0-15,0 2 1 16,-4 3-1-16,0 0 1 0,0 3 4 16,0 2 0-16,0 0-6 15,0 0-10-15,0 7 0 16,2 0-12-16,1-1-33 15</inkml:trace>
  <inkml:trace contextRef="#ctx0" brushRef="#br0" timeOffset="34218.98">10501 10735 139 0,'0'0'5'0,"0"0"11"0,0 0-2 0,0 0-10 16,0 0-3-16,0 0 0 16,0 0 3-16,0 0-2 0,0 0-1 15,0 0-1-15,0 0 1 16,0 0-1-16,0 0 0 16,-1 9 0-16,1-7 1 15,1-2-1-15,5 0-2 16,-2 0 3-16,3-4 1 0,0-3-1 15,-4 0 0-15,0-1-1 16,0 1 4-16,-3 1 1 16,0 0 10-16,0 3 3 15,0 1-3-15,-4 2-9 16,1 0-5-16,-3 0-2 16,2 5 1-16,1 5 0 0,0 1 0 15,3 4-1-15,0-1-9 16,0-1-45-16,0-4-84 15</inkml:trace>
  <inkml:trace contextRef="#ctx0" brushRef="#br0" timeOffset="34830.25">10565 11353 66 0,'0'0'99'0,"0"0"-71"0,0 0 11 16,0 0-6-16,0 0-18 15,0 0-7-15,0 0-5 16,0 0-3-16,0 0-2 16,0 0-7-16,0 0-20 0,0 0-22 15,7-13-13-15,-5 13-28 16</inkml:trace>
  <inkml:trace contextRef="#ctx0" brushRef="#br0" timeOffset="35230.26">10469 11826 127 0,'0'0'22'0,"0"0"-6"0,0 0-3 15,0 0 26-15,0 0-9 16,0 0-12-16,0 0-9 16,0 0-7-16,0 0-2 15,0 0 0-15,0 2-2 16,2-1-13-16,-1 2-23 0,1-2 3 15,0-1-39-15</inkml:trace>
  <inkml:trace contextRef="#ctx0" brushRef="#br0" timeOffset="35820.04">10369 10336 47 0,'0'0'6'0,"0"0"13"0,0 0 1 16,0 0 4-16,0 0 5 16,0 0 1-16,0 0-6 15,15-37-5-15,-13 32-6 0,0 3-5 16,2-1-8-16,2 3-8 16,0 0-24-16,1 0-17 15,0 0-4-15</inkml:trace>
  <inkml:trace contextRef="#ctx0" brushRef="#br0" timeOffset="36040.7">10542 10705 264 0,'0'0'-14'16,"0"0"19"-16,0 0-3 15,0 0-1-15,0 0 2 16,0 0 5-16,0 0 0 16,0 0-6-16,3 2-3 0,0 1-11 15,1 1-61-15,-1 0 32 16,2 2-27-16</inkml:trace>
  <inkml:trace contextRef="#ctx0" brushRef="#br0" timeOffset="36311.38">10586 11590 113 0,'0'0'8'0,"0"0"-7"0,0 0-1 15,0 0 3-15,0 0-1 16,0 0-1-16,0 0-2 16,0 0-12-16,0 0-68 15</inkml:trace>
  <inkml:trace contextRef="#ctx0" brushRef="#br0" timeOffset="68926.79">16551 10858 24 0,'0'0'2'0,"0"0"6"0,0 0 4 0,0 0-4 15,0 0 0-15,0 0-1 16,0 0-1-16,0 0 2 16,0 0-4-16,0 0 0 0,-3 46 2 15,-4-33-2-15,1 0-2 16,-2 3 1-16,-1 2-3 16,1-1 2-16,0 1-1 15,1-2 2-15,1 0 5 16,1-1-4-16,4 0 1 15,-1 0 2-15,0-1-2 0,2 2 2 16,0 1-2-16,0-3 2 16,0 3-2-16,0 2-4 15,2-1 1-15,1 1 4 16,4 0-3-16,0 0 0 16,3 2 2-16,4-1-4 0,-3 1 2 15,4-1-2-15,1 0 1 16,-1 1-1-16,0-1-2 15,3 0 2-15,1-1 2 16,0 1-1-16,-1 1-1 16,3-1 3-16,0 0 1 0,0 1-1 15,2 0 0-15,-3 2-1 16,3 1 2-16,-4 2-3 16,2 4 0-16,-6-1 1 15,1 1-2-15,-1 3 1 16,-3-2-1-16,-3 0 1 0,-2 0-1 15,-2 1 0-15,-1 2 1 16,-2 2-1-16,-2 1 0 16,0 0 0-16,-2 1 0 15,-5-1-2-15,0-2 6 16,0-1-4-16,1-4-1 0,-4 1 0 16,2-2 1-16,2-1-1 15,3-4 1-15,-3 0-1 16,2-1 0-16,3-3 0 15,1-1 0-15,0-1 0 16,0-2-3-16,5-1 2 16,3 2-2-16,1-1 2 0,3-2 0 15,1 2 0-15,0-1 0 16,2-1-2-16,3 2 4 16,-2-2-4-16,3 3 5 15,0 3 1-15,0 0-2 0,0 3 0 16,3 2-1-16,-3 2 1 15,0 3-1-15,-2 2 0 16,-2 3 1-16,-1-1 1 16,-4 4-4-16,-4 1 4 15,0 0-4-15,-6 1 7 0,0 0-7 16,0 3 3-16,-10 1 2 16,0 0-4-16,-2-2 5 15,-2-1-3-15,0-1 0 16,0-3-2-16,1-1 2 15,0-2 0-15,3 0-1 16,0 0 0-16,2 1 1 0,2 1 4 16,1 2-4-16,-1 0 1 15,3 1-1-15,1 2 0 16,0 0-1-16,-1 0 0 16,3 0 1-16,0 1-1 15,0-2-1-15,3 1 2 0,2-4-2 16,3 0 0-16,1-3 1 15,1-2-1-15,2 0 1 16,-1 0-1-16,1-2 0 16,0 3 0-16,1-2 1 0,0-2 0 15,0-1 2-15,0-2-1 16,-1-1 1-16,1-4-3 16,-2-1 2-16,0-1-2 15,-1-4 2-15,1-2-1 16,0 0 0-16,2-3 1 0,-4-3-1 15,0-1 1-15,2-2 0 16,-2-1 3-16,0-2 0 16,1-1 2-16,2 0 1 15,2 0-5-15,1 0 4 16,1-3-5-16,-2-6-1 16,-3-9-70-16</inkml:trace>
  <inkml:trace contextRef="#ctx0" brushRef="#br0" timeOffset="73785.41">18082 16717 165 0,'0'6'1'0,"0"1"-1"0,0 3 2 15,0 1 2-15,0 0 0 16,0 1 5-16,0-1 4 16,0 0-5-16,0-2 0 15,3-1 1-15,0-1-6 0,2-2-1 16,-3 0-2-16,0-4 0 15,-1 2-1-15,-1-3 0 16,0 0 3-16,0 0 13 16,0-4-6-16,0-4-4 15,0-3 5-15,0-2 1 0,0-2-6 16,0-1-3-16,0-4-1 16,3 0-1-16,3-1 2 15,1 1-2-15,3 0 1 16,1 2-2-16,0-1 2 15,3 3-2-15,-1 1-3 0,1 1 5 16,1 4 2-16,-1 4-2 16,-1 1-1-16,-2 2 1 15,3 3-1-15,-3 0 0 16,2 0-1-16,-3 4 0 16,0 8-4-16,2 3 6 0,-6 3 3 15,1 1-4-15,-1 1 4 16,2 0-3-16,-4-2-1 15,-1 2 1-15,1-3-2 16,0 3 2-16,-2-3-2 16,-1 0-1-16,0 0-14 15,-1-4-23-15,0-2-21 0,0-5-25 16</inkml:trace>
  <inkml:trace contextRef="#ctx0" brushRef="#br0" timeOffset="74004.82">18242 16770 203 0,'0'0'-2'0,"0"0"25"0,0 0-5 16,0 0-5-16,0 0-3 0,0 0 1 15,0 0-3-15,0 0-7 16,0 0-2-16,0 0 2 15,9-16 0-15,1 14-1 16,5 0-11-16,-1-2-33 16,4-5-35-16</inkml:trace>
  <inkml:trace contextRef="#ctx0" brushRef="#br0" timeOffset="74311.76">18528 16470 255 0,'0'0'10'0,"0"0"2"0,0 0-7 15,0 0-5-15,0 0-2 16,0 0 2-16,-17 49 0 15,17-27 2-15,0 4 0 16,0-1 0-16,0 3 0 0,0 0-2 16,0-1 0-16,0 0 0 15,6-2 1-15,1-2-1 16,2-3 0-16,-2-2-1 16,3-4-30-16,2-5-61 15</inkml:trace>
  <inkml:trace contextRef="#ctx0" brushRef="#br0" timeOffset="74681.22">18710 16787 262 0,'0'0'-4'16,"0"0"-10"-16,0 0 10 15,0 0-5-15,0 0-5 16,0 0-1-16,0 0 3 15,0 0 6-15,24 4 4 16,-19-12 5-16,-3-1-2 0,0-1-4 16,-1 0 4-16,0 0 0 15,-1 0 0-15,0 3 2 16,0 2 6-16,-1 0 4 16,-3 4-8-16,-3 1 3 15,1 0-4-15,-1 0-4 0,0 7-2 16,-2 6 3-16,3-2-1 15,-1 4-1-15,2-1 3 16,2 1 2-16,1-2 3 16,2 0-3-16,0-3-3 15,0 1 0-15,4-2-2 0,3-2 0 16,4-4-3-16,3-3-14 16,1 0-63-16</inkml:trace>
  <inkml:trace contextRef="#ctx0" brushRef="#br0" timeOffset="74902.75">18855 16754 271 0,'0'0'5'0,"0"0"2"0,0 0-4 15,0 0-3-15,0 0 0 16,0 0 0-16,0 0 0 15,0 0 2-15,22 37-2 16,-11-26 0-16,3 2-2 16,-1-3-4-16,3 0-31 0,-3-4-35 15,1-3-37-15</inkml:trace>
  <inkml:trace contextRef="#ctx0" brushRef="#br0" timeOffset="75108.54">18976 16740 290 0,'0'0'12'15,"0"0"-3"-15,0 0 3 16,0 0-10-16,0 0-4 0,0 0 1 16,-43 41 0-16,36-21 1 15,0 2-1-15,5-1 1 16,-2-1-17-16,4-5-11 15,0-3-54-15,0-8-55 16</inkml:trace>
  <inkml:trace contextRef="#ctx0" brushRef="#br0" timeOffset="75385.12">19099 16659 275 0,'0'0'8'0,"0"0"6"16,0 0 0-16,0 0-5 15,0 0-10-15,0 0-1 16,0 0 5-16,0 0-1 0,-3 53 1 16,3-32-2-16,0 0-5 15,0-1-14-15,0-3-15 16,0 0-4-16,0-5 5 15,0-1-9-15,0-2 10 16,0-5 1-16,0-4 1 0,-2 0 4 16,-2-3-21-16</inkml:trace>
  <inkml:trace contextRef="#ctx0" brushRef="#br0" timeOffset="75740.95">19088 16817 6 0,'0'-18'46'16,"0"-1"-16"-16,0-2-9 16,0-1 4-16,0 2 6 15,0 0-7-15,1 1 10 0,0 3-15 16,-1 3 0-16,4 2 0 15,-2 2-7-15,-1 4-1 16,3 3-7-16,3 2-6 16,0 0 0-16,3 0-5 0,1 10-7 15,3 6 2-15,1-1 2 16,0 5-1-16,4-1 0 16,-1 2-9-16,1-4 0 15,-2 0 11-15,3-4 4 16,-5 1-13-16,1-5-2 15,-5-3 20-15,3-4-3 16,-7-2 2-16,2 0 13 0,-3-7 19 16,1-4 1-16,-5-5-7 15,-1-4-8-15,-1-1-9 16,0 0-1-16,0-4 3 16,-3 2-4-16,-6 1-1 0,2-1 3 15,-2 2-4-15,1 2-1 16,0 2-2-16,0 0-7 15,3 4-15-15,-3 0-31 16,2 0-60-16</inkml:trace>
  <inkml:trace contextRef="#ctx0" brushRef="#br0" timeOffset="76224.83">19542 16487 111 0,'0'0'27'0,"0"0"24"0,0 0-34 0,0 0-5 0,0 0 1 15,-39-12-12-15,28 12 1 16,2 0 4-16,-4 2-1 15,2 4-5-15,1 1 2 16,1 0-4-16,-1 5 1 0,1-1 1 16,1 2 0-16,2 0-2 15,2 1-2-15,2-2 1 16,2 3-3-16,0-2 2 16,1 2 1-16,6-1 0 15,1 3 2-15,0-1 1 0,-1-2 3 16,-1 3-3-16,-1-2 1 15,1-1 1-15,-1-2 3 16,-3 1 5-16,0-3-4 16,0 1 5-16,0-2 0 15,1-1-7-15,-1-2-1 16,1 1-2-16,1-3 1 0,1 1-2 16,0-2-1-16,1 0-1 15,0-2 0-15,1 0 5 16,1-1-9-16,-1 0-31 15,-1-1-61-15</inkml:trace>
  <inkml:trace contextRef="#ctx0" brushRef="#br0" timeOffset="76424.04">19510 16740 229 0,'0'0'11'0,"0"0"-3"0,0 0-13 0,0 0 3 16,0 0-5-16,0 0 4 16,0 0-4-16,0 0-4 15,0 0 6-15,16-17 1 0,-2 9 8 16,1-2-33-16,3-3-72 16</inkml:trace>
  <inkml:trace contextRef="#ctx0" brushRef="#br0" timeOffset="76900.91">19653 16702 75 0,'0'0'121'0,"0"0"-127"0,0 0 4 16,0 0 6-16,0 0 7 16,0 0-8-16,0 0 2 15,39-22 1-15,-31 14-2 16,-1 1-2-16,1-3 0 15,-3-1 0-15,2 2 0 0,-5-2 0 16,-2 1 1-16,0 0-1 16,0 0 1-16,0 3-2 15,0 1 2-15,-6 1-1 16,1 2-3-16,0 3 0 0,0 0 3 16,0 1-3-16,0 9 6 15,0 6-5-15,0-1 0 16,0 1 0-16,3 1 0 15,1 0-1-15,1-3 1 16,0 0-3-16,2-1 2 16,8-2-2-16,0-5-9 0,-1 0-41 15,3-6-20-15</inkml:trace>
  <inkml:trace contextRef="#ctx0" brushRef="#br0" timeOffset="77341.74">19813 16398 182 0,'0'0'13'0,"0"0"29"0,0 0-14 0,0 0-13 16,0 0-2-16,0 0-7 15,0 0-8-15,0 0 2 16,0 0 0-16,-12 40 2 16,11-15 0-16,0 2 1 0,1 3-2 15,0-2-1-15,0-2 0 16,0 1 0-16,0-6 0 15,0 1 0-15,3-3 0 16,0-3 0-16,1-2-2 16,0-1 2-16,0-2-4 15,2-2-6-15,-1-1-4 0,1-2-5 16,1-2 0-16,1-1-9 16,1-3 1-16,0 0-16 15,-3-4-23-15</inkml:trace>
  <inkml:trace contextRef="#ctx0" brushRef="#br0" timeOffset="77497.8">19801 16609 192 0,'0'0'9'0,"0"0"9"0,0 0-23 16,0 0 6-16,0 0-3 15,0 0 4-15,51-25-2 16,-28 15-3-16,5-1-80 16</inkml:trace>
  <inkml:trace contextRef="#ctx0" brushRef="#br0" timeOffset="78131.52">20351 16565 56 0,'0'0'26'15,"0"0"2"-15,0 0 1 16,0 0 2-16,0 0-1 0,0 0-7 15,0 0-14-15,0 0-4 16,0 0-4-16,0 2-4 16,0-2-3-16,0 1 12 15,2-1-7-15,0 0-4 16,2 0 3-16,1 0-2 0,3 0 4 16,2 0-2-16,1 0 0 15,3 0 0-15,3 0 2 16,3-3 1-16,-1 1-1 15,0 0 0-15,1 0 3 16,-1 0-3-16,2 1 1 0,-4 0-1 16,1 0 1-16,1-2-1 15,-3 3 4-15,2-1 7 16,-3-1-4-16,3 1 0 16,-4 1-2-16,-1-1-1 15,-4-1-3-15,1 2 1 0,-4 0-2 16,0 0 0-16,-3 0 2 15,-1 0-1-15,-1 0-1 16,0 0-10-16,-1-1-30 16,0-4-48-16</inkml:trace>
  <inkml:trace contextRef="#ctx0" brushRef="#br0" timeOffset="78502.13">20721 16449 115 0,'0'0'4'0,"0"0"10"16,0 0 1-16,0 0 2 0,0 0-3 15,0 0-13-15,0 0 2 16,0 0 0-16,0 0 9 15,0 0 3-15,22-2-1 16,-16 2-3-16,1 2-1 16,0 1-6-16,-2 1 1 15,3-1 2-15,-2 1-4 0,1 2-2 16,-3 0 1-16,0-1-2 16,1 2 2-16,-3 1-2 15,-2 1 3-15,0 1-1 16,-2 2 2-16,-9 3-1 15,-4 7 2-15,-8 3-5 0,-6 7 1 16,-11 5-25-16,-6 3-70 16</inkml:trace>
  <inkml:trace contextRef="#ctx0" brushRef="#br0" timeOffset="80216.45">18320 17362 88 0,'0'-8'4'0,"0"-2"11"0,0 1 12 0,-4-1 1 0,-2 3 8 16,-3 1-7-16,0 2-1 15,-2 0-11-15,-1 1-1 16,-3 3-2-16,-1 0-7 16,1 0-1-16,-2 1-3 15,2 11-3-15,0 3 0 16,2 5-1-16,2 8 0 0,1 4 1 16,4 4 0-16,3 2-1 15,3-1 1-15,0 1-2 16,0-4 1-16,8-4-5 15,4-6-2-15,2-5 0 16,2-5 1-16,1-5 0 0,1-2-3 16,-2-5 3-16,4-2 4 15,-5-1-1-15,1-9 5 16,-5-3 2-16,3-4-2 16,-5-1 0-16,-1 0-1 0,-3 0 1 15,2-2 2-15,-4 3-1 16,0 3 2-16,-2 1 3 15,1 3 0-15,-1 2 1 16,2 5-1-16,-3 2-6 16,3 1-1-16,1 0-1 15,5 0 1-15,-4 3 0 0,4 2 0 16,1 6 2-16,-1-1-2 16,1 0 2-16,0 0 1 15,2-2-8-15,-3-2-13 16,2-4-31-16,0-2-68 0</inkml:trace>
  <inkml:trace contextRef="#ctx0" brushRef="#br0" timeOffset="80558.83">18546 17463 272 0,'0'0'4'0,"0"0"-6"15,0 0-1-15,-19 41 2 0,16-26-3 16,1 1 2-16,0-3 2 16,2 3 0-16,0-5 0 0,0-1-3 15,7-4-3-15,2-2-5 16,1-4 2-16,2 0 5 16,-2 0-1-16,0-9 4 15,2-2-1-15,-4-2 0 16,-3-1 3-16,-1-1 8 15,-2-1 10-15,-2 3-2 0,0-1-7 16,0 1-2-16,-2 3-1 16,-3 2-2-16,-3 2-3 15,3 3-4-15,-6 3-15 16,6 0-6-16,-3 0-25 0,4 4-19 16,3 0-23-16</inkml:trace>
  <inkml:trace contextRef="#ctx0" brushRef="#br0" timeOffset="80927.56">18710 17482 191 0,'0'0'-1'15,"0"0"7"-15,0 0 16 0,0 0 0 16,0 0-3-16,0 0-8 15,0 0-1-15,0 0-8 16,0 0-2-16,-9 22 0 16,9-13 0-16,0-2-2 15,6-3-3-15,2 0-6 16,3-4 2-16,2 0 3 0,0 0 6 16,0-4 1-16,-1-3-1 15,-1-2 1-15,0-3-1 16,-2 0 1-16,-5 1 2 15,-1 1 6-15,-2-1 4 16,-1 1 2-16,0 3-2 0,-5 1-6 16,-3 0-4-16,-1 5-3 15,-1 1-8-15,3 0-11 16,-2 1-15-16,0 6-32 16,4 0-5-16</inkml:trace>
  <inkml:trace contextRef="#ctx0" brushRef="#br0" timeOffset="81747.72">18954 17429 165 0,'0'0'8'16,"0"0"-6"-16,0 0 16 15,0 0 8-15,14-43 0 16,-14 38 1-16,-5-1-4 15,0 3-9-15,-6 3-6 0,2 0-8 16,2 0 0-16,-5 3 2 16,3 7 0-16,1 1 0 15,2 4 0-15,1-1-3 16,5 1-1-16,0 0-3 16,0-3-3-16,1 1 2 0,7-2 2 15,2 1-1-15,2-1 2 16,2 2 1-16,-1 0-1 15,0 1 2-15,-2 0-2 16,-3 3 0-16,-1-1-4 16,-3-1-39-16,-4-2 22 0,0-1 28 15,-5-2 2-15,-4-5-1 16,-1-3 9-16,0-2-3 16,-1 0 6-16,4-3-5 15,3-7-3-15,1-4-7 16,3-3 1-16,0-6 1 0,1 0-3 15,9-4-2-15,0-3 0 16,1-1 2-16,2-1-1 16,2 0 0-16,-3-1 1 15,2-1 0-15,-3 5-1 16,-3 0 0-16,-1 4 1 16,-2 2-1-16,-1 6 1 0,-4 4 3 15,0 2 0-15,0 6 2 16,0 0-2-16,0 4 1 15,0 1-6-15,0 0-2 16,-4 8-2-16,1 5 5 0,-1 5-2 16,3 6 6-16,-1 2-4 15,2-1 0-15,0 2 0 16,0-1-1-16,2-5 0 16,5-1 0-16,1-1 0 15,2-5 0-15,0-3-2 0,2-1-1 16,0-4 0-16,2-5 2 15,-3-1 1-15,3 0 2 16,-2-4 0-16,-4-5 0 16,0-2 3-16,-4 0 0 15,-2 1-2-15,-2 0 1 0,0 1 0 16,0 4 0-16,-5 2 4 16,-1 3 0-16,0 0-2 15,1 0-5-15,3 7 5 16,0 3-3-16,2 4-5 15,0 0-14-15,4-2-19 16,4-1-55-16,1-4-60 0</inkml:trace>
  <inkml:trace contextRef="#ctx0" brushRef="#br0" timeOffset="82293.76">19347 17379 285 0,'0'0'5'0,"0"0"-3"0,0 0-2 0,0 0-3 0,0 0-4 15,0 0 2-15,0 0 6 16,0 0 1-16,3 40 3 16,-3-24 0-16,0-2-4 15,0 0-9-15,0-3-7 16,0-2-5-16,0-5-6 15,0 0 6-15,0-4 4 0,-1 0 23 16,-3-1-4-16,-1-9 9 16,-1-3 7-16,1-2 5 15,0-4-10-15,0 1-3 16,3-5-3-16,2 0-6 16,0 2 0-16,0 1-1 0,1 3-1 15,6 4 0-15,0 5-1 16,0 5-2-16,3 3 1 15,2 0-1-15,1 6-1 16,1 6 0-16,0 1-3 16,3 1-13-16,-1 1-12 0,1-1-11 15,-4-5-1-15,1 0 20 16,-5-3 14-16,-1-3 12 16,-5-1 7-16,0-2 21 15,-2 0 36-15,-1 0 16 16,0-7-52-16,0-4-14 0,-5-2-3 15,-1-3 2-15,-2-2-3 16,1 1-4-16,-1 0-6 16,2 0-2-16,0 4-2 15,3 2-12-15,3 3-16 16,-2 3-29-16,2 5-89 16</inkml:trace>
  <inkml:trace contextRef="#ctx0" brushRef="#br0" timeOffset="82614.56">19565 17340 235 0,'0'0'9'0,"0"0"4"0,0 0 4 16,0 0-9-16,39-13-5 16,-36 6 2-16,-2-2 10 15,-1-1-1-15,0 2-9 0,-1 0-2 16,-2-1 0-16,-7 2-2 15,3 2-2-15,-1 2 1 16,-1 3-5-16,0 0 3 16,0 6 1-16,0 8 0 15,2 3 5-15,5 3-4 0,0 0-1 16,2 3-2-16,0-6-1 16,10-3 0-16,1-1-1 15,3-3-6-15,2-6 0 16,5-3-5-16,-3-1-14 15,6-1-24-15,-5-10-18 16,2-6-42-16</inkml:trace>
  <inkml:trace contextRef="#ctx0" brushRef="#br0" timeOffset="82784.5">19775 17190 212 0,'0'0'37'15,"0"0"12"-15,0 0-17 0,0 0-21 16,0 0-10-16,0 0 2 15,0 0-1-15,0 0-1 16,-26 32 1-16,24-8-1 16,2 3 0-16,0-1-1 0,0 0-15 15,0-3-42-15,0-2-61 16</inkml:trace>
  <inkml:trace contextRef="#ctx0" brushRef="#br0" timeOffset="82899.8">19803 17278 58 0</inkml:trace>
  <inkml:trace contextRef="#ctx0" brushRef="#br0" timeOffset="83296.88">20198 17328 91 0,'0'0'4'0,"0"0"9"15,0 0 2-15,43-4-5 16,-23 0-4-16,1-1 6 16,5 2 12-16,-2-1-1 0,1 1 0 15,4 2 0-15,0-2-8 16,-2 3-4-16,2 0-5 15,-4 0-4-15,-1 0-1 16,0 0 0-16,-1 0 0 0,-2 0 0 16,-2 0-1-16,0 0-2 15,-3 0-9-15,-1 0-17 16,-5 0-36-16,-4-4-29 16</inkml:trace>
  <inkml:trace contextRef="#ctx0" brushRef="#br0" timeOffset="83481.29">20648 17187 267 0,'0'0'4'0,"0"0"0"16,0 0-2-16,0 0 4 16,0 0 4-16,38 4-4 15,-28 7 0-15,2 4-6 16,-6 5 1-16,-1 4-4 15,-5-1-25-15,0-2-89 16</inkml:trace>
  <inkml:trace contextRef="#ctx0" brushRef="#br0" timeOffset="84797.04">21016 16487 152 0,'0'0'15'0,"0"0"22"0,0 0-19 15,0 0-11-15,0 0-7 16,0 0-1-16,0 0-1 16,0 0 1-16,0 3-1 0,0 2 4 15,0 4-1-15,0 1 0 16,0 1 0-16,0-2 0 15,0 1-1-15,2-3 0 16,3-3 0-16,2-4-6 16,7-3-5-16,9-15 20 15,8-7-2-15,13-11-1 0,5-11-4 16,9-4-28-16,4-10-105 16</inkml:trace>
  <inkml:trace contextRef="#ctx0" brushRef="#br0" timeOffset="96984.62">17653 16749 0 0,'-1'0'3'0,"-1"0"0"0,-1 0 1 0,0 0 14 0,1 0 2 16,0 0-9-16,1 0-1 16,-1 0-7-16,0 0-1 15,0 0-1-15,0 0-2 16,0 0-1-16,-1 0-3 0,2 0 5 16,-1 0-4-16,0 0-10 15,0 0-7-15,0 0 17 16,0 0 8-16,0 0 15 15,-1 0 4-15,1 0-2 0,-3-2-4 16,2-1-11-16,-1 2 1 16,2-2-3-16,-2 3-1 15,2-3-3-15,0 3 0 16,0 0 0-16,1-1 0 16,-1 1 0-16,2 0 1 15,-3 0 0-15,2 0-1 0,1 0-2 16,0 0-5-16,0 0-13 15,0 0-21-15,0 0-19 16</inkml:trace>
  <inkml:trace contextRef="#ctx0" brushRef="#br0" timeOffset="97647.19">17577 16734 44 0,'0'0'14'0,"0"0"-3"16,0 0-2-16,0 0-1 16,0 0-3-16,0 0 1 15,0 0-2-15,0 0-4 16,0 0 1-16,-12-1 0 15,12 1 0-15,-1 0-1 0,1 0 0 16,0 0 0-16,0 0 0 16,0 0-1-16,0 0 1 15,0 0 0-15,0 0 0 16,0 0 0-16,0 0 0 16,0 0 1-16,0 0 6 15,0 0-3-15,0 0-3 0,0 0 0 16,0 0-2-16,0 0 1 15,0 0 0-15,1 0 0 16,2 0 0-16,-1 0 0 16,-2 0 3-16,0-1 6 15,1 1 22-15,-1-2-2 0,0 2-15 16,0 0-6-16,0 0-5 16,1-1-2-16,-1 1-1 15,1 0 0-15,-1 0 1 16,0 0-1-16,0 0 0 0,0 0 1 15,0 0-1-15,1 0 0 16,0 0 0-16,1 0 0 16,0 0 1-16,0 0-1 15,1 0 0-15,0 0 1 16,1 0-1-16,-1 1 0 0,2 1 0 16,-2 0 0-16,1 1 0 15,2 0 0-15,-4 1 0 16,3-1 0-16,1 2 0 15,-2 0 0-15,2 0 0 16,-2 0 1-16,-1-2-1 16,1 2 0-16,0-3 2 0,0 1-2 15,1 0 0-15,0-3 0 16,-2 1 1-16,3-1-1 16,0 0 1-16,-1 0 1 15,2-3 1-15,0-5 6 16,4-2-2-16,2-4 5 0,3-5-1 15,4-2-3-15,2-3-5 16,7-5-2-16,4-2-1 16,1-6-2-16,2-1-41 15,-2-5-75-15</inkml:trace>
  <inkml:trace contextRef="#ctx0" brushRef="#br0" timeOffset="98705.95">17723 17556 110 0,'-4'-2'12'0,"2"-1"31"0,-2 0-6 0,2 2-14 16,1-1-10-16,-1 1-3 16,2 0-5-16,0 1-2 0,-2 0-3 15,2 0 0-15,0 0-7 16,0 2-10-16,0 4 13 15,0 1 3-15,4-1-1 16,3-2 0-16,-1 1 2 16,2-4-1-16,1-1 0 0,3 0-2 15,1-9 2-15,5-8 5 16,3-7 0-16,7-7 2 16,4-7-1-16,4-5-5 15,6-7 0-15,-1-4-10 0,1 0-58 16</inkml:trace>
  <inkml:trace contextRef="#ctx0" brushRef="#br0" timeOffset="99932.53">17789 18306 33 0,'0'2'24'0,"2"-1"-19"0,-1 0 11 0,1-1 3 15,1 0-7-15,2 0-2 16,0 0 3-16,4 0-1 16,0-5-1-16,3-6 0 15,7-5-3-15,1-4-3 0,6-7-4 16,5-4-1-16,4-6-25 16,1-3-85-16</inkml:trace>
  <inkml:trace contextRef="#ctx0" brushRef="#br0" timeOffset="107422.67">21465 16372 79 0,'13'-3'31'0,"2"1"8"0,3-2-8 0,3-1-11 15,6 1-7-15,1 0-8 16,1-1-1-16,4 1-4 16,2 0 1-16,3-2 2 0,3 3 2 15,3 1-1-15,2-1 0 16,2 2-3-16,2-1-1 15,1 0 1-15,-2 1-1 16,2-1-4-16,-2-2-6 16,-1-1 0-16,2 0 6 15,-6-2 4-15,-2 0-1 0,-3 1 0 16,-6-2-25-16,-6-1-69 16</inkml:trace>
  <inkml:trace contextRef="#ctx0" brushRef="#br0" timeOffset="108333.2">21451 16364 111 0,'0'0'25'0,"0"0"32"0,0 0-24 0,0 0-17 0,0 0-14 16,0 0-3-16,0 0 1 15,0 0 0-15,0 0 1 16,0 0-1-16,-10 38 0 15,10-28 0-15,0 3 0 16,0 0 0-16,2 0 1 0,3 2-1 16,-3-1-1-16,0 1 2 15,-1 0-2-15,2-1 1 16,-1-1 0-16,1-2 0 16,0 1-1-16,0-4 1 15,0-2-1-15,1 1-1 0,0-4 0 16,0 1-2-16,0-4-2 15,1 2 5-15,1-2 0 16,0 0 0-16,0 0-3 16,-1 0 2-16,0 0-1 15,-2 0 2-15,-1 1 0 0,1-1 1 16,2 0 1-16,-1 0-1 16,4 1 1-16,1-1-4 15,2 0 4-15,3 0 4 16,0 0-1-16,3-1-3 15,0-2 0-15,2-1 0 0,3 1 0 16,-2 0-1-16,5-1 0 16,3 0 1-16,2 1 2 15,1-1-2-15,2-2 2 16,-1 3-2-16,3 0 0 16,-1-4-1-16,4 3 0 15,-4-2 0-15,2-1 1 0,3 2-1 16,-1-1-1-16,2-1 1 15,-2 2 0-15,1-2 1 16,-2 0-1-16,-3 3 0 16,0-2 0-16,-4 1 0 15,-2 0 0-15,-2 2 0 0,-3-1 0 16,-1 3 1-16,-2-2-2 16,-1 3 1-16,-3-3-1 15,-3 3-8-15,-3-4-34 16,-2 1-65-16</inkml:trace>
  <inkml:trace contextRef="#ctx0" brushRef="#br0" timeOffset="109016.51">22510 16249 47 0,'0'0'11'0,"0"0"3"0,0 0 1 16,0 0-10-16,43 6-2 16,-29-5-2-16,-1 0 0 15,0 1-1-15,0-1 2 16,2-1-2-16,-3 0 1 0,0 0 2 16,2 0 3-16,-5 0-2 15,-2 0 2-15,1 0-1 16,-3 0-1-16,-2 0 0 15,-1 0 0-15,-2 1 0 16,1 1 3-16,-1 2 5 0,0-2-6 16,0 2 1-16,0 0-2 15,0 2 0-15,1-2-1 16,-1 3-1-16,1 0-1 16,2 3-1-16,-3-1 0 15,2 1-1-15,-1-2 2 0,1 3-2 16,-1-3 0-16,0 3 1 15,1-4-1-15,0 2 0 16,-2-2 2-16,0-1-2 16,0 1 0-16,0 0 0 15,0-2 1-15,0 1-1 0,0-2 1 16,0 1 0-16,-5-2 1 16,1 1 6-16,-2-2 5 15,-1 1-2-15,-1 1-5 16,-3-2-3-16,1 1-2 15,-6 4 1-15,0-3-2 0,-3 5 1 16,1-2-5-16,-7 0-16 16,1-3-41-16,3-2-56 15</inkml:trace>
  <inkml:trace contextRef="#ctx0" brushRef="#br0" timeOffset="109829.94">22854 15987 42 0,'0'7'5'0,"0"3"9"0,0 3 3 0,0 6-3 0,0 2 2 16,0 6-2-16,0 6 4 15,0 1 1-15,0 3-2 0,0 2 3 16,0 1-7-16,3-1-5 15,1 2 0-15,2 0-2 16,-5 0-1-16,2-1-2 16,-2-3-2-16,1-3 1 15,-2-4-1-15,1-6-1 0,0-1 1 16,1-4-1-16,0-3 1 16,-2-3-2-16,1-5-12 15,-1-5-43-15,0-3-46 16</inkml:trace>
  <inkml:trace contextRef="#ctx0" brushRef="#br0" timeOffset="110276.57">22991 16259 99 0,'0'0'3'0,"0"0"6"0,0 0-1 0,0 0 1 16,46-19 0-16,-30 16-5 15,3 0 3-15,1-1 2 16,4 1 0-16,4-1 1 16,3 0-1-16,3-2-2 15,2-1-1-15,2 1-5 0,1-1 0 16,2 0 0-16,-3 2-1 15,-2 0 0-15,-3 1 1 16,-4 0-2-16,-7 1 2 16,-6 2-2-16,-6-1-2 15,-4 2-30-15,-6-1-66 0</inkml:trace>
  <inkml:trace contextRef="#ctx0" brushRef="#br0" timeOffset="111073.06">23006 16244 167 0,'0'0'3'0,"0"0"-5"0,0 0 5 15,0 0-1-15,0 0 0 16,0 0-1-16,-2 49-1 16,2-35 1-16,0 4 0 15,0 0-1-15,2 1 1 0,2-1 0 16,0-1-2-16,1 0 1 15,-2-2-1-15,1-3 2 16,0-1-2-16,-4-1 2 16,3-3-1-16,-2-1 1 15,0-1-1-15,2-2 0 0,2-2-3 16,-2 1 0-16,2-2 3 16,3 0 1-16,-1 0 3 15,2-2-5-15,2-2 9 16,-1 0-8-16,2 1 2 15,1-1-2-15,1-2 1 16,4 3-1-16,-2-1 1 0,4-1-1 16,3 1 0-16,3 0 0 15,1-1 1-15,-1 1 0 16,1 2 2-16,2-1-2 16,0 0-1-16,-2 2 2 15,1-1-2-15,-4 1 0 0,1-2 0 16,-5 2 0-16,-2-2 0 15,-3 0 0-15,-2 3 1 16,-3-3-1-16,-3 2 0 16,2-1 2-16,-5 1-1 15,2 0-1-15,-5-1 1 0,1 2-1 16,-1 0 2-16,-1-1 4 16,0-1 7-16,0-2-6 15,0 0-1-15,0-1-3 16,0-1 0-16,0-2-3 15,0 1 0-15,0-3 1 0,-1 0-1 16,1-1 0-16,-3-1 0 16,1-3 1-16,-2 2-1 15,2-1 0-15,-3-4 0 16,2 1-1-16,-1-1-1 16,2 0-4-16,-1 2-9 0,1 2-27 15,-3 0-64-15</inkml:trace>
  <inkml:trace contextRef="#ctx0" brushRef="#br0" timeOffset="113656.7">23682 16014 48 0,'2'6'5'0,"-1"1"8"0,-1 2-2 15,0-1-4-15,0 4-4 0,0 0 4 16,0 0-1-16,-1 1 0 15,0-1-1-15,1 1-2 16,0 1 0-16,0 3 2 16,0-1-2-16,0 3 0 15,0 2 1-15,0 1 0 16,0 1 1-16,0 0 5 0,0-2-1 16,0 2 2-16,0-3 2 15,4 0 3-15,1 2-5 16,1-2-3-16,1 0-1 15,-3-1-2-15,1-1-4 16,-1-1 1-16,-1 0 0 0,-1-3-2 16,-2-1 0-16,0-5-11 15,0-3-53-15,-4-5-60 16</inkml:trace>
  <inkml:trace contextRef="#ctx0" brushRef="#br0" timeOffset="114774.64">23735 15983 39 0,'0'0'12'0,"0"0"33"0,0 0-11 0,39-14-2 15,-32 12-7-15,5-2-11 16,0 0-3-16,0 1 0 16,1 2-2-16,0-2-3 15,1 1-1-15,-5 1-1 16,3-2 0-16,0 2-2 0,-1-1-2 15,2 1 0-15,-1-2 1 16,-1 3-1-16,0 0 0 16,-1 0 0-16,-2 0 0 15,-3 0 0-15,1 0-2 16,-3 0 0-16,-3 0-1 16,0 0-8-16,0 0-7 0,0 5 9 15,-2 0 14-15,-5 0-3 16,2-3-1-16,-2 4 0 15,2-1 0-15,1 0 1 16,0-1-2-16,2 0 0 16,1-1 1-16,-2 2-1 0,2 0 0 15,1-1 1-15,0 1-1 16,0 2 1-16,0-2 1 16,-2 4-1-16,2 1 1 15,0 0 1-15,0 1 0 16,0 3-2-16,-3 2 0 15,2 0 0-15,-1 2 0 0,0 2-1 16,1 0 0-16,0 1 1 16,0-1-1-16,1-2 0 15,-2-1 0-15,2-1 1 16,0 1-1-16,0-1 1 16,-2-2-1-16,2 0 0 0,-1 1 1 15,1 0-2-15,0-2 2 16,0 2-1-16,0-2 1 15,0 0 0-15,0 1-1 16,0 0 2-16,1-1-1 0,1 0-1 16,0-2 0-16,0 1 0 15,0-4 1-15,1 2 1 16,-1-3 0-16,2 2 1 16,-3-2-1-16,1-1-1 15,0-1 1-15,-1 0-1 16,0-1 1-16,0-1-1 0,-1-1 3 15,0 1 1-15,0 0-2 16,0 0-2-16,0 1 0 16,0-3-1-16,0 3 1 15,-4-1 0-15,0-1 0 16,-4 2 0-16,1-1-1 0,-4 1 2 16,0 1-1-16,-2-2 2 15,1 1-1-15,-1-1-1 16,2 1 0-16,-1-1-1 15,-1 1 0-15,2-1 0 16,1 0 0-16,2-2-2 0,2 2-10 16,1 0-18-16,-1-3-32 15,4 0-49-15</inkml:trace>
  <inkml:trace contextRef="#ctx0" brushRef="#br0" timeOffset="116112.45">23897 15890 71 0,'-4'-2'20'0,"2"0"-11"0,0 0 3 0,-1 0-9 16,1 1 1-16,-1 0 3 0,-2 0 7 16,1 1 3-16,-1 0-2 15,0 0-3-15,0 0-6 16,-6 0-3-16,2 0-3 15,0 0 0-15,-3 5 0 16,0-1 0-16,1 3 0 0,-1 0 0 16,2 3 0-16,0 1 0 15,1 2 2-15,2 1-2 16,-1 1 0-16,1 0 0 16,0 2 1-16,3 3-1 15,-1 0 0-15,-1 0 0 16,3 3 2-16,-1-1-2 15,2 3 0-15,0-3 0 0,-1 2 0 16,3-1 0-16,0 1 1 16,0 0 2-16,0-1 3 15,2 0-4-15,1-2 0 16,3 2 1-16,-4 0-2 0,-1 2 4 16,2 0-1-16,-1 0 2 15,0-1 1-15,1 0-3 16,-2 0 1-16,3-3-3 15,1-2 1-15,2 0-2 16,0-2 1-16,3-2 1 0,0 1 3 16,2-3-3-16,-1 1-2 15,3-1 1-15,-1-2-2 16,3 0 2-16,-1-2 0 16,-1-1-1-16,-1-2-1 15,1-2 0-15,-4-2 2 16,1 1-1-16,1-3 1 0,0 0 1 15,-1 0-1-15,2 0 1 16,-5-6-1-16,1-1 1 16,1-2 1-16,-3-1 1 15,1-4-2-15,-3 0 1 0,4-4-3 16,-3-1 1-16,2-5-3 16,-2 1 2-16,3-4 0 15,-2-2-2-15,2-1 1 16,-1-2 0-16,-2 4-1 15,-2 0 1-15,1 3 1 0,-3 1-2 16,-2 3 2-16,0 1 0 16,0 0-1-16,0 2 3 15,-3-1-2-15,-6-2 1 16,0 1-2-16,0-3 0 16,-3 2 0-16,-2 0 1 15,3 0 0-15,0 2-1 0,0-1 1 16,1 0-1-16,-2 2 1 15,2 1-1-15,0 0 0 16,-1 3-1-16,1 1 1 16,0 3 1-16,0 1-1 0,3 2-1 15,-2 1 1-15,3 2 0 16,-2-1 2-16,1 3-1 16,-3-2 0-16,0 2-1 15,-2-1-3-15,-1 3 3 16,-1 0-1-16,0 0 1 15,-2 0-11-15,2 3-32 0,-2 0-41 16</inkml:trace>
  <inkml:trace contextRef="#ctx0" brushRef="#br0" timeOffset="118666.33">21399 16791 92 0,'-2'-1'7'0,"-1"-3"11"0,1 2-7 0,0-1 1 16,0 2 5-16,0-2 3 15,-1 3 3-15,2-2-11 16,0 1-3-16,0 1-3 15,1-1-2-15,0 1-1 0,0 0-3 16,0 0 1-16,0 0-2 16,0 0-2-16,0 0-6 15,0 0 3-15,0 1 6 16,0 5-1-16,0-1 0 16,0 1 1-16,0 0 0 15,0 1 0-15,0-3 0 0,0 3 0 16,1-2 0-16,4 2 1 15,-1-3-1-15,1 3 0 16,1-3 0-16,1-1 0 16,2 0 0-16,1 0 2 0,0-2 0 15,3 1 3-15,-2-2-4 16,0 0 1-16,1 0-1 16,0 0 0-16,1 0 1 15,0-3-1-15,0 0 2 16,3-1-3-16,-2 1 0 15,1-1 0-15,0 0 0 0,-1 1-1 16,-2-2-1-16,0 2 2 16,-2-1 0-16,2-1 0 15,-4-1 0-15,3 0-1 16,0-1 1-16,3 1-3 16,-2-2 1-16,3-2-7 0,-2 4 1 15,1-2 1-15,-1 2 4 16,1 0 2-16,-2-1 1 15,-2 3 0-15,0 0 1 16,1 0-1-16,0 2 0 16,0-1 0-16,-1 0 0 0,2-1-1 15,0 3-2-15,0-2-3 16,0 0 4-16,2-1 1 16,-3 1 2-16,-1 0-1 15,3 0 3-15,0 0 2 16,1-1-2-16,-1 3 0 0,1-2 0 15,-1 1 1-15,1 0-3 16,-1-1 0-16,0 2 0 16,-1-1-1-16,0 2 1 15,0-3-1-15,-1 3 2 16,0 0 0-16,1 0 4 16,-1 0 0-16,1 0-2 0,0 0 0 15,-3 0-1-15,1 0-3 16,1 3 2-16,-2-1-1 15,1 2-1-15,1-1 1 16,0-1-1-16,-4 1 1 0,3-1-1 16,-2 0 0-16,-1 0 1 15,-1-1 1-15,1 1-2 16,-2-2 1-16,0 0 0 16,-3 1-1-16,1-1-1 15,0 0 2-15,-1 0-1 16,2 0 1-16,-3 0 0 0,3 0 0 15,3-3-1-15,0 0 1 16,1-2-1-16,4 0 0 16,1 0 0-16,0-1 0 15,0 2 0-15,3-2-1 16,-2 3 0-16,-1-1 0 0,1 3 1 16,-1-2 0-16,1 1 0 15,1 2-1-15,-1 0 1 16,1 0-2-16,-4 0-2 15,3 0 1-15,-3 0 2 16,1 0 1-16,-1 3 0 0,-1 0 0 16,0 0 0-16,-1-2 1 15,-1 2 0-15,-1-3 0 16,1 0 0-16,-2 0 0 16,2 0 0-16,-1 0 1 15,3 0-1-15,-2-1 0 0,-2-3 1 16,1-2-1-16,-2-1 2 15,2 1 6-15,-2-4-4 16,-1 2 4-16,-1-2-3 16,0-2-4-16,0 1 0 15,-3 1-4-15,0-1-14 0,0-1-39 16,0 1-78-16</inkml:trace>
  <inkml:trace contextRef="#ctx0" brushRef="#br0" timeOffset="120126.16">22985 16618 95 0,'0'-1'5'0,"0"-1"11"0,0-1 8 0,0 2-2 15,0-1 8-15,0 0-5 16,0 0-5-16,0 2-9 16,-1 0-7-16,1 0-3 15,0 0-3-15,0 0-9 16,0 0-7-16,0 0 5 16,0 0 5-16,0 0 2 0,0 2 3 15,0 0 2-15,0 1 1 16,0 0 0-16,0 2 1 15,1-1-1-15,4 0 1 16,-2 0 1-16,1 0-2 0,-2 0 0 16,3-2 1-16,-1 1-1 15,0 0 2-15,3-3-2 16,-4 1 1-16,1-1 0 16,2 0 1-16,-1 0 0 15,3 0-1-15,-2 0 0 16,0 0-1-16,0 0 0 0,-1 0 0 15,0-1 0-15,2-4 0 16,-1 2 0-16,-2-1 2 16,1-3-2-16,2 2 0 15,-2 0 0-15,3-2 0 0,-3 0 0 16,1 0-2-16,-2 0 0 16,-1 0 1-16,-1 3 1 15,2-2 1-15,-1 4 1 16,-2-2 2-16,1 3-1 15,1-1-2-15,2 2 0 16,-1-1-1-16,1 1 0 0,2-1 0 16,1 1 0-16,-2 0 0 15,2 0 0-15,-1 0 0 16,0-2 0-16,-1 2 0 16,-1 0 0-16,1 0 0 0,-3 0 3 15,2 0 2-15,1 0-2 16,-4 0-1-16,3 0 1 15,-3 0 1-15,2 0-2 16,-1 0-1-16,1 3 0 16,-1 0 0-16,3-2-1 15,-4 1 0-15,1 0 1 0,0 0-1 16,2 0 0-16,-2 0 0 16,1 0 1-16,0-1-1 15,0-1 0-15,0 0 1 16,0 0 0-16,2 0 0 0,-2 0 2 15,1 0-1-15,0 0 1 16,2 0-1-16,-1-1-1 16,-2-2 0-16,0 0-1 15,2 1 1-15,-1-2-1 16,1 3 0-16,-1-1 0 16,-1 0 0-16,2 0-1 0,-3 2-1 15,3 0 1-15,1 0-1 16,-2 0 1-16,1 0 0 15,0 4 2-15,1-1-2 16,1 1 2-16,0-3-1 0,-2 0 1 16,2-1-1-16,1 0 2 15,-1 0 0-15,-1 0 1 16,-2 0 2-16,0-2 2 16,1-2 3-16,-6 3 6 15,2-1 2-15,-2 0-1 16,0-1-7-16,0 0-6 0,0 0-3 15,0-1-8-15,0-2-18 16,0 0-26-16,-2-2-105 16</inkml:trace>
  <inkml:trace contextRef="#ctx0" brushRef="#br0" timeOffset="121748.33">23882 16136 48 0,'0'-4'82'0,"0"3"-66"0,0-2 13 16,0 0-15-16,0 2-1 15,0-1 0-15,0-1 0 16,-2 2-4-16,-1 1-3 16,0 0 1-16,0 0-6 15,-2 0-1-15,1 4-1 0,-1 5 1 16,-1 0-1-16,0 0 0 16,2 1 1-16,0 0 0 15,4 0 0-15,0-3-3 16,0 0 6-16,0 0-3 15,4-1 1-15,0-2 0 0,3-1-1 16,1 2 0-16,0-4 2 16,0-1-2-16,1 0 2 15,0 0-3-15,-1 0 2 16,1-6-2-16,-2 1 1 16,-1-1 0-16,-3-1 1 0,-1-2 0 15,-1 2 0-15,-1 0 1 16,0-3-1-16,0 3-1 15,-3 1-5-15,-4 2-12 16,0 1-50-16,-4 1-32 16</inkml:trace>
  <inkml:trace contextRef="#ctx0" brushRef="#br0" timeOffset="122488.75">23926 16354 66 0,'0'0'9'0,"0"0"22"0,0 0-14 0,0 0-11 15,0 0-3-15,0 0-2 16,0 0 0-16,0 0-1 16,0 0 1-16,-22 37 0 15,22-30 1-15,0-1-2 0,2-1 1 16,5 1 0-16,0-3-2 15,1-2 2-15,1-1 3 16,0 0 1-16,-1 0 1 16,1 0 2-16,1-1 3 0,-3-5 0 15,-2 1 0-15,-1-1-3 16,-2 0 1-16,0-1-1 16,-2 0-1-16,0 0 1 15,0-2-3-15,0 4-3 16,-4-3-4-16,0 5-1 15,0-1-12-15,-1 3-17 0,-1 1-34 16</inkml:trace>
  <inkml:trace contextRef="#ctx0" brushRef="#br0" timeOffset="123092.52">23911 16568 107 0,'0'0'15'0,"0"0"3"16,0 0 3-16,0 0-2 0,0 0-1 16,0 0-8-16,0 0 1 15,0 0-6-15,0 0-4 16,0 0-10-16,0 0-58 15</inkml:trace>
  <inkml:trace contextRef="#ctx0" brushRef="#br0" timeOffset="124614.76">17503 16797 91 0,'-1'-3'4'0,"-3"-1"15"0,2 1 5 0,0 0-5 16,0 0-5-16,2 1-1 16,-1 0-5-16,1 2 1 15,-1-1 1-15,1 0-7 0,0 1-3 16,0 0-4-16,0 0-7 16,0 0-1-16,0 0 2 15,0 2 5-15,0 5 6 16,0-1-1-16,4 1 1 0,0 1 1 15,0 2-1-15,4 0 1 16,-2 2-2-16,3-2 1 16,0 0-1-16,2 0 2 15,0-3-2-15,1-3 0 16,1-3 1-16,0-1 2 16,5-7 1-16,5-10 6 0,8-8-1 15,4-8-3-15,12-8-5 16,3-6 0-16,8-4-1 15,1-3-5-15,5-3-23 16,-1 0-31-16</inkml:trace>
  <inkml:trace contextRef="#ctx0" brushRef="#br0" timeOffset="125902.66">23903 16209 130 0,'0'-7'5'0,"0"4"27"0,0-3 5 0,0 3-18 15,-1-1-8-15,-2 1-6 0,-1 1-4 16,-2 2-3-16,2-2 2 15,-1 2 1-15,-1 0 1 16,3 0-1-16,0 0 0 16,1 0-6-16,0 4-20 15,2-1-41-15,-1-1-65 0</inkml:trace>
  <inkml:trace contextRef="#ctx0" brushRef="#br0" timeOffset="126551.39">23880 16673 77 0,'0'0'36'0,"0"0"-7"0,0 0-1 16,0 0-18-16,0 0-8 0,0 0-9 15,0 0-15-15,0 0-8 16,0 0 13-16,0 0-5 16,0 0-11-16,4 0 3 15,-4 0 26-15,0 0 6 16,1 0-2-16,-1 0 0 0,1 0-6 16</inkml:trace>
  <inkml:trace contextRef="#ctx0" brushRef="#br0" timeOffset="133177.3">23870 15955 37 0,'0'-1'20'0,"0"-2"8"0,0 2-7 0,0-1-5 15,0-1-8-15,-2 1-6 0,2 0-2 16,-1 0 0-16,1-1 0 16,-1 0 1-16,1-1 0 15,-1 1-1-15,0-1 1 16,0 0 0-16,-1 1-1 16,-1 0 1-16,2 0-2 15,-4-1-3-15,1 3-2 0,0-1 1 16,1 1-2-16,-3-1 3 15,1 2-2-15,-2 0-6 16,0 0 2-16,0 0-5 16,-1 0 0-16,0 0-23 15,-2 0 33-15,1 3 4 16,-1 0 7-16,0-1 18 0,1 2 1 16,1 0-9-16,0 3-6 15,1-2-4-15,1 2-2 16,0 2-2-16,2 0-1 15,-1 1 0-15,3 0 0 0,-3 1 1 16,2 2-2-16,-1 1 0 16,1 2 1-16,-1 1-1 15,0 1 1-15,-1 2 0 16,0 0-1-16,-3 1 0 16,2 2 0-16,1 0 0 15,-1 1 0-15,1-1 1 0,0-1 0 16,1 0 3-16,4-1 1 15,0 0-1-15,0-2-1 16,1-1-1-16,9 1-1 16,-1-1 2-16,2 0-1 0,3-2 1 15,0 1 1-15,1 0 2 16,-2 2 1-16,2-2 1 16,-2 1-1-16,-1-1-3 15,0-1-1-15,-3-2 0 16,0-1 0-16,-1-2 1 0,-3-5-2 15,0 1 0-15,0-1-1 16,-1-2 3-16,1-3-2 16,-1 1 0-16,2-2 0 15,1 0 0-15,3 0-1 16,-1-10-3-16,0 0-18 16,0-7-49-16</inkml:trace>
  <inkml:trace contextRef="#ctx0" brushRef="#br0" timeOffset="140854.58">20986 16734 33 0,'-3'0'19'0,"3"0"-7"0,-1 0-4 0,1 0-5 0,-2 0 0 16,0 0 2-16,0 0 1 15,0 0 2-15,1-2 3 0,-1 0-5 16,1-1-3-16,0-1 1 16,1 0-3-16,0 1-1 15,0-1-1-15,0-2-3 16,0 0 0-16,0 2-2 15,0-2 1-15,3-1 3 0,2 3 2 16,1-2 2-16,2 1 0 16,0-1 1-16,2 0-1 15,2-1 0-15,1 0-2 16,1 1 2-16,-1-1-1 16,0 2-1-16,3 0 1 0,-5 0 0 15,1 0-1-15,1 1 0 16,-2 1 1-16,0-1-1 15,0 1 2-15,-2 2-2 16,1-2 0-16,-2 2 0 16,-4-1 1-16,1 2-1 15,-3 0 1-15,0 0 0 0,-2-1 1 16,3 1-1-16,-3 0 0 16,0 0-1-16,1 0 0 15,1 0-1-15,0 0 1 16,1 0-1-16,2 0-2 15,-4 0-6-15,1 0-17 0</inkml:trace>
  <inkml:trace contextRef="#ctx0" brushRef="#br0" timeOffset="141132.61">21202 16543 84 0,'0'0'3'0,"0"0"7"0,0 0 0 0,0 0-3 0,0 0-1 15,0 0-3-15,0 0 2 16,0 0-3-16,0 0-3 0,0 0-1 15,0 0 4-15,32 27-2 16,-43-13 0-16,-3 3-21 16,-5 1-64-16</inkml:trace>
  <inkml:trace contextRef="#ctx0" brushRef="#br0" timeOffset="142327.53">24013 16222 51 0,'0'0'22'0,"0"0"-7"0,0 0-11 0,0 0-2 15,0 0-2-15,0 0 1 16,0 0 3-16,0 0 14 16,0 0 13-16,0 0-6 15,0 0-13-15,0 0-5 16,0 0-4-16,1 1-7 0,-1-1-2 16,0 0-1-16,0 0 4 15,0 0 4-15,2 0-4 16,2 0-7-16,2 0 8 15,2-5 0-15,2-3 1 16,2 3-2-16,2-2 3 16,5-1 0-16,-3 1-1 0,4 0 1 15,1-1 1-15,5-1 4 16,1 2 0-16,-2 0-5 16,3 2 1-16,2-1-1 15,-2 2 1-15,-3 1-1 0,0 1 0 16,-1-1 1-16,-3 3 1 15,-4 0 0-15,-2 0-2 16,-3 0 1-16,-5 0-1 16,-1 0 0-16,-5 0 0 15,0 0-1-15,-1 0 7 0,0 0 4 16,0 0-10-16,-2 0-3 16,-4 0-7-16,0 3-4 15,-1-3-13-15,1 0-55 16</inkml:trace>
  <inkml:trace contextRef="#ctx0" brushRef="#br0" timeOffset="142569.5">24460 16063 150 0,'0'0'1'0,"0"0"5"0,0 0 10 0,0 0 2 16,43-6-9-16,-40 6-7 15,0 6-1-15,-3 8-1 0,0 2-4 16,-5 4 5-16,-10 5 1 16,-7 3-4-16,-5 1-27 15,-6-1-59-15</inkml:trace>
  <inkml:trace contextRef="#ctx0" brushRef="#br0" timeOffset="145211.73">19901 17249 3 0,'4'1'5'0,"-1"-1"-2"0,0 1-3 0,1 0 0 0,0 1-2 16,0 0 2-16,-3 1 1 15,2-1 4-15,-2 1 13 16,1 0 6-16,-1-3-6 16,2 0 3-16,-1 0-2 15,3 0 1-15,2-6 0 0,4-6 4 16,7-5-10-16,3-7-7 16,12-6-6-16,2-6-1 15,5-5-6-15,2-2-49 16,0-2-69-16</inkml:trace>
  <inkml:trace contextRef="#ctx0" brushRef="#br0" timeOffset="148762.28">22828 15915 82 0,'0'0'5'0,"0"0"0"0,-2 0 7 0,0 0-5 16,2 0-4-16,-2 0-2 15,0 1 3-15,2-1 0 16,0 2 2-16,-1-1 11 16,0-1-1-16,1 3-13 15,-2 0-2-15,2 1 3 0,-2 0 0 16,2 2-1-16,-2 4-2 15,1-1-1-15,1 2 1 16,-3 3 0-16,3 0 2 16,0 2 1-16,0 2 0 15,0 1-2-15,0 1 1 16,3 1-1-16,-2 3-2 0,1 2 2 16,0 2 0-16,0 2 0 15,-2 0-1-15,0 2 2 16,0 1-2-16,0 3 0 15,0-1 1-15,1 1 1 16,1 3 0-16,1-4 2 0,-1 2-1 16,1-3 0-16,2-2-1 15,1-3 0-15,-3-1-2 16,1-2 0-16,0-4 0 16,-1 0-1-16,-1-4 0 15,1-1 1-15,0-3-1 0,0-4 1 16,-1 0 0-16,-2-3-3 15,1-2 3-15,-1-1-3 16,2-3-12-16,0-1-19 16,0 0-12-16,2-14-61 0</inkml:trace>
  <inkml:trace contextRef="#ctx0" brushRef="#br0" timeOffset="151005.5">23101 16068 50 0,'0'0'6'0,"0"0"16"0,0 0-5 16,0 0-15-16,0 0 0 0,0 0-2 15,0 0 1-15,0 0 2 16,0 0 8-16,0 0-1 16,0 0 8-16,0 0-1 15,-37-4-8-15,32 4-3 16,-3 0-3-16,2 0-2 0,0 0-2 16,0 0 2-16,-1 0-1 15,1 0-1-15,0 0 0 16,1 0 4-16,1 0 6 15,2 0-5-15,-1 3-5 16,0-2 0-16,1 1-1 0,-1 1-3 16,1 0 0-16,-4-1 4 15,2 1 2-15,1-1 0 16,0-1 3-16,-1 3 2 16,1-1-2-16,-1 1-1 15,0 1-3-15,-1 0 2 0,2 1-2 16,1-2 0-16,-3 3 1 15,2-2-1-15,1-1 0 16,1-1 1-16,0 3-2 16,0-2 1-16,-1 1 0 15,-2 1 1-15,3 1-1 0,-2 0 1 16,0 3-1-16,1-1 0 16,1-1 1-16,-3 1-1 15,2-1 0-15,1 1 1 16,0-2-1-16,-1-2 0 15,1 1 0-15,0-1 1 16,0 0-1-16,-2 0 0 0,2 0 1 16,-2 2 0-16,2-1-1 15,-1-2 0-15,0 3 2 16,0-1-2-16,0-2 1 16,2 2-1-16,-2 0 0 15,2-1 0-15,0 2 0 0,0-2 0 16,0 2 1-16,0-3-1 15,0 3 1-15,0-1 0 16,0-2 0-16,0 2 0 16,2 0-1-16,-2-1 0 15,0 1 1-15,2-1-1 0,-2 0 0 16,0 1 1-16,0-1-1 16,0 2 1-16,0 0-1 15,0 0 1-15,0 0-1 16,2 2 1-16,-2-1 2 15,0 1-2-15,1-2 0 0,0 0 0 16,-1 2-1-16,0-2 1 16,1 0 0-16,0 0-1 15,0-1 0-15,0 2 1 16,-1-1-1-16,2-1 0 16,-1 1 0-16,2 2 1 15,-3-2-1-15,0 0 2 0,2-1-2 16,-1-1 1-16,1 2-1 15,-1-2 2-15,0 0-2 16,1 1 1-16,-2-2-1 16,2 0 0-16,0 2 1 0,-1-3-1 15,0 0 0-15,1 0 1 16,1-1-3-16,0 1 3 16,1 0-1-16,-2-1 0 15,-1-1 0-15,1 1 1 16,2 0-1-16,-2-2 1 0,2 2-1 15,-3-1 1-15,2 2-1 16,1-2 0-16,0 1 0 16,-1 1-1-16,1-1 1 15,2 0 0-15,-3 0 0 16,1 0 0-16,0 0 0 0,1 0 0 16,-1 0 1-16,-1-1-1 15,-1-1 0-15,2 2 0 16,-4-1 1-16,3-1-1 15,-1 2 1-15,1 0-1 16,2-1 0-16,-2 1 1 16,1 1-2-16,0-2 2 0,1 2-1 15,-2-1 0-15,0-1 0 16,2 2-1-16,-3-1 1 16,2-1 0-16,-2 2 1 15,1-1-1-15,0 0 0 0,-1-1 0 16,1 2 0-16,-1 1 0 15,2-2 0-15,1 1 0 16,-2-1 0-16,1 0 0 16,2-1 0-16,-4 1-1 15,1-2 2-15,-1 3-1 0,2-2 0 16,0-1 1-16,0 0-2 16,1 2 1-16,0-2-1 15,-2 0 2-15,1 0-1 16,0 0 0-16,-1 0 0 15,3 0 1-15,-2 0-2 16,3 0 2-16,0 0-1 0,0 0 0 16,1 0 0-16,-1 0-1 15,0 0 0-15,-1 0 1 16,1 0 0-16,-1 0 1 16,2 0-1-16,-3 1 0 0,3-1 0 15,-1 0-1-15,2 0 0 16,-2 0 0-16,2 0 0 15,-1 0 0-15,2 0 1 16,-1 0 0-16,-1 0 0 16,1 0 1-16,0 0-1 15,-2 0 0-15,2 0 0 0,2 0 1 16,-4 0-1-16,2 0 0 16,0 0 0-16,-1 0 0 15,1 0 0-15,-3 0 0 16,2 1 0-16,-1-1 0 0,-1 2-1 15,2-2 2-15,0 0-2 16,-1 0 1-16,1 0 0 16,1 0-1-16,-1 0 1 15,0 0 0-15,-1 0 0 16,1 0 0-16,0 0 0 16,-3 0 1-16,3 0-2 0,-2 0 2 15,-1 0-1-15,3-2 0 16,-2 2 0-16,1-1 0 15,-1 0 0-15,1-1 0 16,2 1-12-16,-2-4-16 16,-3 1-33-16</inkml:trace>
  <inkml:trace contextRef="#ctx0" brushRef="#br0" timeOffset="155837.42">23053 16039 0 0,'6'-2'10'0,"-2"-1"-3"0,1 0 7 16,0-1 2-16,-1 1 0 15,3-1-4-15,-2 1 2 16,1 0-1-16,1-1-3 16,-2 0 2-16,4 0 0 15,-2-1-2-15,1 0-2 0,3 0-3 16,-3 0-2-16,3-1 0 15,0 0-3-15,1 3 0 16,-1-2 0-16,1 2 0 16,-2 0 0-16,0-1 0 15,1 2 0-15,-2 0 0 0,0-1 0 16,1 1 0-16,-1-2 0 16,1 3 0-16,0-1 0 15,0 0 0-15,-3 0 0 16,2 1 0-16,0-1-2 15,-2-1 4-15,0 2-2 0,1 1-2 16,1-2 1-16,-2 1 1 16,1-2-1-16,0 2 2 15,2-1-1-15,-1 1 0 16,-1-2 0-16,3 2 0 16,-3-1 0-16,0-2 0 15,1 3-1-15,3-1 2 0,-4 1-1 16,1-1-1-16,2-2 0 15,-1 3-1-15,-1-1 1 16,1-2-2-16,0 3 0 16,-2-2 0-16,1 1 1 15,1-1 2-15,-4 1 3 0,3 0 2 16,0 0-2-16,1-1-1 16,0 1-1-16,2-1-2 15,-3 2 2-15,2-1 0 16,0 1 0-16,-2-2-2 15,0 2-1-15,3 1 2 0,-2-1 0 16,1 0 0-16,-3 1-1 16,1 0 0-16,-1 0-2 15,-1 0 0-15,2 0 1 16,-5 0 0-16,2 0 2 0,1 0 5 16,-2 0 0-16,2 0-2 15,-2 0 0-15,3 0-1 16,-3 0-1-16,1 2 0 15,2 1-5-15,-2-1 7 16,0-1-2-16,-1 1-1 16,2 1 1-16,1-2-1 0,-1 2 2 15,2-2-2-15,-2 1 0 16,2 0 1-16,-3 0 0 16,2 0 3-16,-3 1-1 15,3 0 4-15,-3 0 0 16,1-1-2-16,-1 1-3 0,2 1-1 15,1-1 0-15,-1 2 0 16,-1 0-1-16,0 1 1 16,0-2-1-16,1 2 1 15,-1 0-1-15,-1-1 0 16,1 0 0-16,0 1 0 0,2-1 0 16,-1 0 0-16,3 2 1 15,-4-1-1-15,4 1 2 16,-1 0-2-16,-1 0-2 15,1 1 4-15,0-1-2 16,1-2 0-16,0 3 0 0,0 0 0 16,-2-1 0-16,2 0 0 15,-1 0 0-15,-2 2 0 16,1-1 0-16,-1 1 0 16,0 1 1-16,-1 0-1 15,1-2 0-15,-4 4 0 0,1 0 1 16,0-1 0-16,0 1 1 15,-3 2 2-15,0 1 0 16,0-1-2-16,0 0 0 16,-1 0 0-16,1 0 0 15,-1-1 0-15,0 0-2 0,0 0 1 16,0 1 1-16,0-3-2 16,0 3 1-16,0 1 0 15,0-1 3-15,0 0-2 16,-3 3 0-16,0-1-2 15,-4 1 3-15,1 0-2 0,1-1 0 16,-3-1 1-16,0 2-1 16,1-3 0-16,-1 0 0 15,1 1 0-15,-4-2 0 16,0 1 0-16,1 0 0 16,-2-1 0-16,2 0-1 15,0-1 5-15,-3 0-5 0,1-1 1 16,0-2 0-16,-1-1-1 15,1 0 0-15,-2 0 2 16,0-3 0-16,2 2-3 16,-1-2 3-16,0 0 2 0,0 0-1 15,2-1-2-15,-3 0 0 16,1 0-1-16,-3 2 1 16,0-2-1-16,-5 1 0 15,2-1 2-15,-4 0-2 16,0 2 0-16,0-2 0 0,1 0 0 15,1 1 0-15,-1-1 0 16,4 0 1-16,-3 0-1 16,4-1 0-16,1 0 0 15,0-1 0-15,3 0 0 16,-1-2 0-16,1 2-4 0,0-2 0 16,-1 0-4-16,-1 0 4 15,-3 0 4 1,3 0-2-16,-1 0 4 0,0 0-2 15,0 0 0-15,3 0 0 16,-3 0 0-16,3 0 0 16,-3 0 0-16,3 0 1 0,-5 0-1 15,3 0 0-15,-1 0 1 16,2-2-1-16,-1 2 0 16,3-2 1-16,0 0 0 15,2-1 1-15,1 0 0 16,-2-1 2-16,3 1-2 15,-1-1-2-15,0 0 0 0,-1-2 1 16,1 3-1-16,-3-2 0 16,-2-1 0-16,1-1 0 15,-1 3 0-15,-2-2 1 16,-2-1-1-16,3 0 0 16,-1-2-1-16,2 2 0 0,0-3 1 15,3 1 0-15,1 1 1 16,-1-3 0-16,2 2-1 15,2-2 0-15,-4-1 1 16,3 3 0-16,2-2-1 16,-3 0 1-16,2 1-1 0,-1-1 0 15,3 0 0-15,-2-1 0 16,2-1-1-16,1-1 1 16,0 1 0-16,1-1-1 15,2 3 0-15,-1-1-1 16,2 0-2-16,-1 0 0 0,1 0 3 15,0 1 0-15,0-1 0 16,0 0-1-16,0-2-6 16,0 3 0-16,1-2-3 15,1 0 4-15,-2 1 4 0,0 0 3 16,0 1 0-16,0 1 0 16,0-2 1-16,0 1-1 15,0 1 2-15,-1-3-2 16,1-1-2-16,0 1 0 15,0-1 1-15,0 0 1 16,0-2-1-16,3 1 0 0,1 1 0 16,2-1 0-16,-2 3 1 15,4 0 0-15,-2 2 0 16,2 0 0-16,1 3 0 16,-1 0-1-16,1 0-2 15,1-1 0-15,-1 2 2 0,1 0 0 16,-1-1 0-16,3 1 2 15,-2-1-2-15,2 2 0 16,-1-1 1-16,0-1 0 16,1 1-1-16,0-1 1 15,0 1 0-15,1 1-1 16,-1-1-2-16,-1 1 2 0,2 0-1 16,-4-1 2-16,3-1 0 15,-1 2 0-15,0 0 0 16,0-2 0-16,-2 3 1 15,2 0-2-15,1-1 2 16,0 1-2-16,2 1 1 0,-1-1 0 16,2 1 0-16,0-1 0 15,-1 0-1-15,1 0 0 16,-2 1 0-16,4 0 0 16,-3-2 1-16,2 1 0 15,2 2 0-15,-3-1 2 0,1-1-2 16,-2 0 0-16,2 3 0 15,-1-1 1-15,-3-2-1 16,2 3 1-16,0 1 1 16,0-3-1-16,-2 3 2 15,1 0-3-15,0 0 0 0,0 0 0 16,1 0 1-16,-1 0 0 16,1 0 0-16,0 0 0 15,2 0 0-15,0 0 0 16,1 0-1-16,1 0 0 0,-1 0 0 15,1 0 0-15,-2 0 0 16,3 0 0-16,-1 3-1 16,0-2 1-16,-1 2 0 15,1-1-1-15,0 0 0 16,-4 1 1-16,-1-1 0 16,0 2 1-16,-1-1-1 15,-1 1 1-15,0 0 1 0,-4-1-1 16,1 1 1-16,0 1 1 15,-2 2-2-15,1-1-1 16,-1-1 1-16,-1 4 0 16,4-1 0-16,-5 2-1 0,2 0 0 15,0 3 1-15,0 0-1 16,2 1 2-16,-3 0-2 16,2-1 2-16,-3 1-2 15,4 2 1-15,-3-2 1 16,1 0-2-16,0 2 1 0,1-2-1 15,1 0 0-15,-2 3 1 16,1-1-1-16,3-2 1 16,-5 3-1-16,1-1 1 15,-1-2-1-15,-1 4 0 16,-1-2 0-16,1 0-1 0,-2 0 2 16,0-1-1-16,-1 0 1 15,-1 2-1-15,0-1 0 16,0 0 1-16,0 2-1 15,0-2 0-15,-2 2 1 0,-1 1-1 16,-5-1-1 0,3 2 3-16,-4 0-1 0,0 1 0 15,1-1 0-15,0-3 1 16,-1 3-2-16,1-2 0 16,0-2 1-16,0 1-1 15,-1 0 0-15,2-3 1 0,-3 1-1 16,0-1 0-16,0-3 0 15,0 3 0-15,-2-4 0 16,0 2 1-16,-2-1-1 16,-1-1 0-16,-1 0-1 15,-4-1 1-15,0-1 0 0,0-1 0 16,-1-4 0-16,-3 1 0 16,2-1 1-16,0 0-1 15,-3-2 1-15,2-1-1 16,-2 0 1-16,-2 0-1 15,1 2 0-15,-3-2 0 0,-1 1 0 16,-1 0 0-16,-1-1 0 16,-2 2-1-16,0-1 1 15,2 1 0-15,-1-2 1 16,2 0-1-16,1 0-1 16,3 0 2-16,-1 0-1 15,2 0 0-15,-1 0-1 0,1-2 1 16,-1-2-1-16,-3-3 1 15,1 3 0-15,-1-3 0 16,-1-2 1-16,4-1-1 16,0 0 0-16,7-2 1 15,2 0 0-15,3-3 0 0,0-1-1 16,5 0 0-16,-2-2 1 16,3-1-1-16,3 2 0 15,1-1 0-15,2-2 0 16,3 0 0-16,0-3 0 15,0 1 0-15,0-1 1 0,3-4-1 16,2 1 0-16,0 1 0 16,1-1 1-16,-2 1-1 15,-1 2 0-15,0 2 0 16,0-2 0-16,0 2 0 0,-2-1 1 16,1 1-2-16,2-3 1 15,0 1 0-15,1 0 0 16,2-1 0-16,2 2 0 15,1-1 0-15,2-1 0 16,-1 1 0-16,2 0 0 16,2 2-1-16,-1 0 0 0,0 2 1 15,1 1-1-15,1 2 1 16,0 2 0-16,0 1-1 16,1-1 1-16,3 3 0 15,0-1-1-15,1 2 0 16,1-1-1-16,3 2 0 0,1 1-1 15,0-1 1-15,1 2 2 16,1 1-1-16,3-1 1 16,-2 0-1-16,4 0 1 15,-2 2-1-15,0-1 1 16,-1 1-1-16,1 0 1 0,-2 3 0 16,-1-2-1-16,-1 3 1 15,1-2-1-15,-3 3 1 16,-2 0-1-16,-1 0 1 15,-1 0-1-15,0 0 1 16,-3 4 0-16,2 3 0 0,-1 2 0 16,-1-1-2-16,1 2 2 15,-3 0 0-15,0 2 0 16,-1 0 0-16,1 0 0 16,-3-1 0-16,3 2 0 15,-1-2 0-15,1 1 0 0,-1-1 0 16,-1 2 0-16,0 0 0 15,-1 0 0-15,0 2-1 16,-5-1 2-16,1 2-2 16,-1 1 1-16,-3-1 0 15,-1 1 0-15,2 1-2 16,-4-1 2-16,-1 4 0 0,1-2 2 16,0 2-4-16,-1-1 2 15,0-1 2-15,0 3-2 16,-1-2 0-16,2 0 0 15,0-2 0-15,-2 1 0 16,0 2 0-16,0-2 3 0,0 2-2 16,-2-4 1-16,-5 4 0 15,2 2 1-15,-3-2-2 16,-1-1 0-16,2 1-1 16,-2 1 1-16,2-4 1 15,-3 3-2-15,-1-2 1 0,3 1-1 16,-3 1 1-16,-3-1 0 15,0 0-1-15,-1 1-1 16,2 0 2-16,-3-1-1 16,-1 0 0-16,-1-1 1 15,1 2-1-15,-4-2 1 0,0-2-1 16,-3-1-2-16,-2 0-3 16,-1-2 2-16,-3-2 2 15,2-4 1-15,1 1-1 16,0-2 2-16,1-3 0 15,3 2-2-15,1-3 2 0,0-2-2 16,1-1-5-16,2 0-3 16,-2 0-1-16,-2-1-1 15,0-6-3-15,-1-2-1 16,-3 1 4-16,-2-2 4 16,-2-2 2-16,1 0-1 0,0-3-1 15,1 2-9-15,-1-1-21 16,3-3-31-16</inkml:trace>
  <inkml:trace contextRef="#ctx0" brushRef="#br0" timeOffset="161986.13">10773 15944 9 0,'-2'-10'8'0,"-2"1"13"0,0-1 1 0,-2 0 6 15,1 3-6-15,-1 0 5 16,0 0-1-16,0 0-1 16,0 3-8-16,1 1-10 15,1 1-5-15,2 1-1 0,-2-1 0 16,0 1 0-16,1-1 0 16,3 0 5-16,-4 0 8 15,4 0-3-15,-2 1-6 16,-1 0-2-16,2 1-2 15,0 0-1-15,0 0-1 0,-1 0 1 16,0 0-4-16,0 3 3 16,-2 8 1-16,2 2 0 15,0 7 2-15,1 2-1 16,1 5 1-16,0 3-2 0,0 2 2 16,0 2 0-16,2 1-1 15,0-1 1-15,1 0-5 16,-3-2-9-16,0-7-22 15,0-2-23-15,0-10-20 16</inkml:trace>
  <inkml:trace contextRef="#ctx0" brushRef="#br0" timeOffset="162522.49">6551 15912 130 0</inkml:trace>
  <inkml:trace contextRef="#ctx0" brushRef="#br0" timeOffset="162857.52">10923 16206 177 0,'0'0'0'0,"0"0"7"0,0 0-5 0,0 0 4 15,0 0-3-15,0 0-5 16,0 0 2-16,0 0 2 16,0 0-1-16,4-44 2 15,-1 33 9-15,1 0 4 16,0-2-8-16,-2 1-5 0,-2 2-2 15,0 4-1-15,0 1 0 16,0 2-3-16,0 3-1 16,-6 0 0-16,0 2-1 15,1 9 1-15,-1 4 6 16,1 6 1-16,2 0-11 0,3 2-6 16,0-1 4-16,0-3 5 15,0-4 2-15,8-5-3 16,2-3-7-16,3-3 10 15,1-3-2-15,-1-1-38 16</inkml:trace>
  <inkml:trace contextRef="#ctx0" brushRef="#br0" timeOffset="163092.73">11100 16102 106 0,'0'0'-6'0,"0"0"12"16,0 0-4-16,0 0-1 16,0 0-4-16,0 0-14 15,0 0 5-15,0 0 9 16,0 0 4-16,-22-27 1 0,21 30-1 16,-1 0-1-16,2 0 1 15,-2 2 2-15,2-3-2 16,-2 1 1-16,0-3-24 15</inkml:trace>
  <inkml:trace contextRef="#ctx0" brushRef="#br0" timeOffset="163776.69">10736 15942 117 0,'0'0'15'16,"0"0"-9"-16,0 0 13 15,0 0-5-15,0 0-8 16,0 0-10-16,0 0-4 16,0 0 9-16,39-19-4 15,-37 29 11-15,3 2-5 0,-3 2 0 16,0 0-2-16,-2 3 4 15,0 2-6-15,0 2 1 16,-8-1-3-16,-1 0 7 16,-5 1-2-16,1-2 1 15,-3-2-2-15,-1-2 1 0,2-5 0 16,3 0 1-16,1-3-1 16,1-3 0-16,3-2-1 15,3-1 0-15,0-1 2 16,2 0 1-16,2 0-1 15,0-1-2-15,0-5-3 0,0 2 7 16,6 0-5-16,1 0-1 16,1 2 0-16,2 1-1 15,-3 1 1-15,3 0 2 16,2 0-1-16,-3 0 1 0,2 3 0 16,0 5-2-16,0 2 2 15,0-1 0-15,1 5 0 16,-3-2 0-16,-1 4 1 15,2-2 0-15,-3 0-4 16,1-1-6-16,-1 1 3 16,4-1-15-16,0-1 4 0,0-3-26 15,-1-2-44-15</inkml:trace>
  <inkml:trace contextRef="#ctx0" brushRef="#br0" timeOffset="164316.68">11086 16219 110 0,'0'0'30'0,"0"0"-12"0,0 0-8 15,0 0 1-15,0 0-4 16,0 0-4-16,0 0-1 0,0 0 3 16,0 0 4-16,25-38 4 15,-25 29 0-15,0-1-1 16,0 0 0-16,0 0-6 16,0 0-3-16,0 3-1 15,-2 1-2-15,0 1 0 0,-1 3-1 16,1 2 0-16,-3 0-6 15,1 0 1-15,1 10 4 16,-1 2 0-16,-1 2 2 16,2 0 0-16,2 3 1 15,1-3 0-15,0-1-2 0,0-2 1 16,1-2-1-16,4-2 1 16,2-3-3-16,-2-1 1 15,2 0 5-15,-1-1 2 16,1 0-2-16,-3 0-1 15,1 1-1-15,-1-1 1 0,-1 1-1 16,-3 3 4-16,0 0-3 16,0 1 0-16,-3 1 4 15,-3 1-3-15,1-1-1 16,-1 2-6-16,1-3-13 16,3 0-20-16,0-5-8 15,2-2-55-15</inkml:trace>
  <inkml:trace contextRef="#ctx0" brushRef="#br0" timeOffset="165007.53">11225 16047 173 0,'0'0'-8'0,"0"0"6"0,0 0 5 0,0 0 10 0,0 0 10 15,0 0-9-15,0 0-26 16,0 0-26-16,0 0 31 16,0 0 20-16,11 34 0 0,-5-10 5 15,-1 2-9-15,2-1 0 16,-1-2-2-16,-1-2-1 15,-1-4-3-15,-1-4-2 16,-2-3-7-16,-1-3-2 16,0-2-5-16,0-3-5 0,-3-2 4 15,-4 0 1-15,0-7-5 16,-3-4-6-16,2-7-5 16,-1-5 18-16,-2-3 10 15,2-3 3-15,2-3 10 16,1 0 4-16,-1 0-1 15,4 0 3-15,1 3 1 16,2 5-4-16,0 3 3 0,0 5-2 16,2 3-4-16,8 6-10 15,-2 4-1-15,4 3-1 16,4 0 0-16,1 12-3 16,4 5 2-16,3 6 3 0,1 5-1 15,2 0-2-15,-1 2-5 16,1-2-1-16,-2-4-2 15,-1-2 9-15,-3-6 4 16,-2-3-1-16,-2-4-2 16,-4-3-1-16,0-3 1 0,-6-2-1 15,-1-1 5-15,-4-1 5 16,-2-8 25-16,0-4-14 16,-2-5-9-16,-7-2-3 15,-4-3-2-15,2-2-1 16,-3-2-1-16,1 1-3 0,0-1-1 15,3 5-3-15,4 0 3 16,2 5-14-16,2 2-39 16,2 3-47-16</inkml:trace>
  <inkml:trace contextRef="#ctx0" brushRef="#br0" timeOffset="165399.48">11647 16099 130 0,'0'0'2'0,"0"0"4"0,0 0 7 0,0 0 2 16,0 0-7-16,0 0-3 16,0 0 0-16,0 0-3 15,36-29-1-15,-31 18 0 0,-1-1-2 16,0-1 0-16,-1-1-3 15,-1 0-1-15,0 2 2 16,-2 1 0-16,0 4 3 16,0 3-1-16,0 2-4 15,-6 2 7-15,-1 3-1 0,-1 12-4 16,-1 4-5-16,3 5 2 16,-2 2 7-16,5 5-1 15,3-4 1-15,0 0-1 16,0-3 2-16,1-4 1 15,7-4 1-15,3-1-1 16,1-6-2-16,2-5 3 0,5-4-2 16,1 0-2-16,2-10-26 15,-1-11-83-15</inkml:trace>
  <inkml:trace contextRef="#ctx0" brushRef="#br0" timeOffset="165626.33">11866 15836 147 0,'0'0'3'0,"0"0"8"15,0 0-9-15,0 0 1 16,-34 52 2-16,32-25-1 16,2 1-2-16,0 2 4 15,0 1 0-15,6-1-2 16,2-1 1-16,-2-2 5 15,1-2-2-15,-2-4-11 0,2-5-27 16,-1-3-17-16,-3-9-54 16</inkml:trace>
  <inkml:trace contextRef="#ctx0" brushRef="#br0" timeOffset="165769.26">11830 16065 237 0,'0'0'3'16,"0"0"5"-16,0 0-12 16,0 0-16-16,0 0-27 0,51-46-109 15</inkml:trace>
  <inkml:trace contextRef="#ctx0" brushRef="#br0" timeOffset="166210.92">12154 16087 219 0,'0'0'-1'0,"0"0"5"0,0 0-2 0,0 0 1 16,47-19-2-16,-18 8-3 15,9-2-8-15,1-1-21 16,5-3-29-16</inkml:trace>
  <inkml:trace contextRef="#ctx0" brushRef="#br0" timeOffset="170568.46">12697 15787 91 0,'0'-7'17'0,"0"1"22"0,-4 1-2 0,1-1-8 16,1 2-2-16,0 1-2 15,0 1-2-15,0 2-8 16,-2 0-7-16,2 0-8 15,0 11 2-15,1 4-2 16,-1 7-2-16,-1 1 3 0,3 3 0 16,0-2 1-16,0 0-2 15,0-4 1-15,0 4 0 16,6-4-1-16,-2 0-9 16,2-1-18-16,-4-2-15 15,3-9-46-15</inkml:trace>
  <inkml:trace contextRef="#ctx0" brushRef="#br0" timeOffset="171065.9">12794 15789 138 0,'0'0'6'0,"0"0"0"0,0 0 3 16,0 0 4 0,0 0 2-16,15-39 0 0,-9 32-1 15,4 0-2-15,-3 2-2 16,1 3-4-16,1-1-2 16,1 3-2-16,-1 0-2 15,3 0 0-15,-2 7 0 0,-3 3-1 16,-1 1 1-16,-2 4-4 15,-4 2 1-15,0 1 3 16,-4 3-5-16,-4-1 5 16,-1 0-1-16,-1-4 0 15,0 1 0-15,5-6 4 0,-1-1-2 16,3-4-1-16,3-2-1 16,0-1-13-16,4-2 8 15,5-1 7-15,2 0 2 16,3 0-2-16,1 0-1 15,1 0 1-15,-2 0-1 16,0 0 0-16,-2 1 1 0,-1 6-1 16,-4 2-1-16,-2 3 1 15,-5 3-4-15,0 5 2 16,-10 3 2-16,-5 4 2 16,-9 6-3-16,-4-1-35 15,-3 3-25-15</inkml:trace>
  <inkml:trace contextRef="#ctx0" brushRef="#br0" timeOffset="171429.2">12279 16736 145 0,'0'0'15'0,"0"0"-14"0,49-16 11 0,-29 6 1 15,3 0-1-15,0 1-1 16,-2 1-7-16,4 0-2 16,-2 2 0-16,1 0-1 0,1 1-1 15,2 2 1-15,1-1 1 16,0 2-2-16,-4 1-20 16,-3-1-40-16</inkml:trace>
  <inkml:trace contextRef="#ctx0" brushRef="#br0" timeOffset="171721.83">12783 16479 231 0,'0'0'-3'15,"0"0"10"-15,0 0-3 16,0 0 6-16,0 0-4 0,0 0-8 16,0 0-2-16,0 0 0 15,-3 33 8-15,3-12-3 16,0 1 0-16,5 1 0 16,1 0 1-16,1-2-1 15,0 0 0-15,0 1-7 0,-1-4-15 16,1-2-43-1,0-6-12-15</inkml:trace>
  <inkml:trace contextRef="#ctx0" brushRef="#br0" timeOffset="172084.5">12948 16428 251 0,'0'0'-2'0,"0"0"4"0,0 0-4 16,0 0 2-16,0 0-1 15,-24 41-2-15,21-18 2 16,-1 3 1-16,4 0 0 16,0 4 0-16,0-2 1 15,2-1 1-15,5-2 0 0,4-3-2 16,1-3 1-16,1-4 0 15,-1-3 0-15,2-5-1 16,-1-4 1-16,-1-3 0 16,-2 0 2-16,-1 0 6 15,1-7 1-15,-7-2-5 0,-1-1-2 16,-2 0 1-16,0-1-1 16,0 1 0-16,-10 3-2 15,1 4-6-15,-6 3-27 16,-7 0-64-16</inkml:trace>
  <inkml:trace contextRef="#ctx0" brushRef="#br0" timeOffset="172483.08">12365 17433 51 0,'0'0'119'0,"44"-25"-116"0,-19 7 10 16,4-2 4-16,2 2-2 0,-1 0-7 16,1 2-6-16,0 4-2 15,-2 4 1-15,-4 1-1 16,0 3-2-16,-3 0-11 15,-2-2-35-15,-3-1-73 16</inkml:trace>
  <inkml:trace contextRef="#ctx0" brushRef="#br0" timeOffset="172902.5">12917 17180 210 0,'0'0'5'16,"0"0"15"-16,0 0-8 15,0 0-7-15,0 0-4 16,0 0-1-16,0 0 0 15,0 0 1-15,-20 43 0 16,28-34 0-16,-3-1-1 0,4 1 1 16,-2 0 1-16,2 0 1 15,-1 0-3-15,0 0 2 16,0 1 0-16,-1 0-1 16,1 3 1-16,-2-2 3 15,-2 1 3-15,0-1-6 0,-4 2-1 16,0-3 0-16,0 1 2 15,-4 1-3-15,-6-1 2 16,-2 2-3-16,1-3-12 16,-2-2-6-16,1-2-2 15,0-5-23-15,1-1-20 0</inkml:trace>
  <inkml:trace contextRef="#ctx0" brushRef="#br0" timeOffset="173073.46">12943 17204 215 0,'0'0'1'15,"0"0"2"-15,27-39 0 16,-11 25-2-16,-1 1-1 16,3-1-1-16,0 2-18 15,0 1-23-15,0 2-12 0</inkml:trace>
  <inkml:trace contextRef="#ctx0" brushRef="#br0" timeOffset="173386.83">13156 17129 203 0,'0'0'6'0,"0"0"2"15,0 0 1-15,-3 50-1 16,3-33-5-16,0 0-1 15,3 0 0-15,4 0-1 0,-1-1 1 16,1-3 2-16,-1-3-1 16,-1-3-1-16,4-2-3 15,0-3-1-15,-2-2 9 16,1 0-3-16,1-5 1 0,0-3-2 16,-2-5-2-16,-1-1 3 15,-4-3 0-15,0 1 0 16,-2-3-1-16,0 1 2 15,-8 0-3-15,-3 2-1 16,-3 5-1-16,-3 4-3 16,-6 5-29-16,-4 2-81 0</inkml:trace>
  <inkml:trace contextRef="#ctx0" brushRef="#br0" timeOffset="173948.43">12371 18119 154 0,'0'0'3'0,"0"0"0"0,0 0 0 0,0 0 8 0,0 0 7 16,42-24 1-16,-24 14 2 15,2-3-5-15,5 1-7 16,4-1-2-16,0 1-7 16,2 0 1-16,3 0-7 15,0 1-19-15,-2-2-63 0</inkml:trace>
  <inkml:trace contextRef="#ctx0" brushRef="#br0" timeOffset="174347.42">13044 17856 140 0,'0'0'10'16,"0"0"12"-16,0 0 16 16,0 0-19-16,0 0-10 0,0 0-9 15,0 0 1-15,-2 39 0 16,7-16-1-16,1 2 1 16,1 2-1-16,1 1 1 15,1 2 0-15,1 0-3 16,0-4-15-16,-2-4-46 0,0-5-14 15</inkml:trace>
  <inkml:trace contextRef="#ctx0" brushRef="#br0" timeOffset="174717.32">13209 17903 231 0,'0'0'1'0,"0"0"2"16,0 0-4-16,0 0 2 15,-12 43-1-15,12-23 0 16,0-1 1-16,0-1-1 16,2-4 1-16,6-1 0 15,-1-5-1-15,1-3 0 0,2-4 0 16,-3-1-2-16,1 0 2 15,0-6 1-15,0-2-1 16,-3-6 1-16,-1 2 0 16,-2-4 0-16,-2 1 0 15,0 0 0-15,0 0 0 16,-5 2 0-16,-3 1 0 0,-2 2 1 16,-2 1-2-16,5 6 0 15,-5 2-4-15,3 1-16 16,3 0-51-16,-3 1-20 15</inkml:trace>
  <inkml:trace contextRef="#ctx0" brushRef="#br0" timeOffset="175030.17">13375 17909 112 0,'0'0'-6'0,"0"0"8"15,0 0 3-15,0 0-1 0,9 44 0 16,-4-37-2-16,3 0 0 16,1-4-1-16,2 0 1 15,0-3 0-15,-4 0 2 16,2 0 3-16,-2-9 9 15,-1-1 2-15,-4-2 7 16,-1-3-4-16,-1 3-8 0,0-2-6 16,0-1-5-16,-7 2-1 15,-6 1-14-15,-3 4-71 16</inkml:trace>
  <inkml:trace contextRef="#ctx0" brushRef="#br0" timeOffset="175419.82">12619 18492 109 0,'0'0'-2'0,"0"0"4"0,43-4-1 16,-21 0-1-16,-1 1 0 0,4 2 0 16,3 1 0-16,5 0 1 15,1-1-1-15,4-1 0 16,-3 2 1-16,2-4-10 16</inkml:trace>
  <inkml:trace contextRef="#ctx0" brushRef="#br0" timeOffset="175585.24">13218 18511 185 0,'0'0'-62'16,"0"0"-4"-16</inkml:trace>
  <inkml:trace contextRef="#ctx0" brushRef="#br0" timeOffset="177614.17">13255 15804 78 0,'0'0'12'0,"0"0"18"0,0 0-5 16,0 0-5-16,0 0-15 15,0 0-7-15,0 2-1 16,0 1 1-16,0 1 2 15,0 1 2-15,0 0-2 0,1-1 0 16,2 0 1-16,1-1 0 16,-2 0-1-16,2-3 0 15,3 0 6-15,0 0 14 16,3-10 5-16,2-2-4 0,5-6-9 16,4-2-5-16,2-3-1 15,4-2-2-15,4-3-1 16,0-1 0-16,3 1-2 15,3 2-2-15,-7-1-35 16,-1 0-102-16</inkml:trace>
  <inkml:trace contextRef="#ctx0" brushRef="#br0" timeOffset="178666.24">13978 15587 78 0,'0'-6'6'0,"0"2"10"0,0-1-9 0,0-1-3 16,0 1 6-16,-2 0 9 16,-1 0 3-16,1 1 1 0,0 1-7 15,0 2-8-15,2 1-7 16,-2 0 1-16,2 0-5 16,0 1 2-16,0 9-6 15,0 4 7-15,0 2 0 0,0 5 1 16,0-1-4-16,0 4 2 15,3 2-1-15,-2-1 1 16,1-2 4-16,-1 3-1 16,0-5-1-16,0 0 1 15,1-3-3-15,0-4-31 16,0-6-16-16,0-5-27 0</inkml:trace>
  <inkml:trace contextRef="#ctx0" brushRef="#br0" timeOffset="179059.15">14112 15581 172 0,'0'0'-7'0,"0"0"24"15,0 0-1-15,0 0-14 0,0 0 0 16,0 0-4-16,0 0 2 15,-21 50 1-15,18-32-2 16,3 2 2-16,0 0-1 16,0 0 0-16,0-1 0 15,2-4 0-15,2-2 1 0,3-4-1 16,0-4-2-16,1-2 3 16,0-3 0-16,0 0 2 15,1-4 1-15,1-6-1 16,-2-2-2-16,1-4 1 15,-5 1 0-15,-1-2 2 16,-3-1-3-16,0 3 1 0,0-2 3 16,-7 2 0-16,-2 1-2 15,-1 2-1-15,2 4-2 16,-1 1 0-16,-1 5-11 16,0 2-24-16,1 0-25 15</inkml:trace>
  <inkml:trace contextRef="#ctx0" brushRef="#br0" timeOffset="179371.7">14393 15620 134 0,'0'0'15'0,"0"0"9"0,0 0 6 0,0 0-12 16,39-2-11-16,-26-2-3 16,4 0 0-16,-2-1-2 0,3-1 0 15,-1 0-1-15,2 0 0 16,-1 0 0-16,1 0-1 15,-1 1 0-15,-2-2-15 16,-2 0-47-16,-4-2-30 16</inkml:trace>
  <inkml:trace contextRef="#ctx0" brushRef="#br0" timeOffset="179651.42">14526 15495 163 0,'0'0'2'16,"0"0"7"-16,0 0-7 0,0 0-3 16,0 0 1-16,0 0-1 15,0 0 2-15,-10 48 2 16,8-30 3-16,0 1-1 15,2 1-1-15,0 0-1 16,0 1-1-16,0 0 1 16,0 0-2-16,0-2-7 0,2-2-35 15,0-6-27-15</inkml:trace>
  <inkml:trace contextRef="#ctx0" brushRef="#br0" timeOffset="180163.79">14729 15449 124 0,'0'0'0'15,"0"0"2"-15,0 0 0 16,37-45 0-16,-24 36 0 15,-1 1 1-15,0 2 4 16,-1 0 0-16,-3 4-2 0,2 2-1 16,-3 0-3-16,1 0 0 15,-5 6-2-15,-1 5-9 16,-2 4-3-16,0 2 4 16,-1 0 8-16,-7 3 1 15,-3-3-4-15,-1-1 4 0,1-2 0 16,3-4 5-16,-2 0-2 15,6-3 1-15,0-3-3 16,4-1 0-16,0-2-1 16,1-1-2-16,7 0 12 15,5 0-2-15,0 0 5 0,1-2-2 16,1 0-2-16,0 1-3 16,0 1-2-16,0 0-3 15,-2 0-1-15,-2 3 2 16,-1 5-1-16,-4 2 0 15,-4 1 9-15,-2 2-7 16,0 4 1-16,-8-1-2 0,-8 2 2 16,-5 2-2-16,-6 3 4 15,-5 2-3-15,-7 0-16 16,-5 0-73-16</inkml:trace>
  <inkml:trace contextRef="#ctx0" brushRef="#br0" timeOffset="180759.33">13936 16287 95 0,'0'0'7'0,"0"0"10"0,0 0-1 0,0 0 0 0,0 0 8 15,0 0 4-15,0 0-12 16,0 0-11-16,0 0-3 0,0 0-4 16,0 0 3-16,-20 51-1 15,20-26 1-15,6 0 0 16,-4-1-1-16,3 0 0 15,0 0 1-15,-3-1 0 16,1 0-2-16,-1-5-23 0,1-2-26 16,-2-9-34-16</inkml:trace>
  <inkml:trace contextRef="#ctx0" brushRef="#br0" timeOffset="181294.83">14079 16291 66 0,'0'0'37'16,"0"0"-31"-16,0 0 0 0,0 0 3 16,0 0 6-16,24-36-2 15,-17 31 0-15,3-1-6 16,2 4-3-16,-3 0-3 15,2 2 0-15,0 0-1 16,-2 0-1-16,-1 7-1 0,-2 1-3 16,-3 4 1-16,-3 1-1 15,0 3 4-15,0 1 3 16,-5 0-3-16,-7 0-1 16,0-2-3-16,-2-2 2 15,3 0 3-15,2-4-2 0,2-4 3 16,2-1 2-16,5-3 5 15,0-1 6-15,0 0-9 16,4 0 8-16,4-5-7 16,1 2-2-16,2 1-2 15,2 0-2-15,-4 2 1 0,0 0 1 16,1 0-2-16,-2 4 1 16,-2 5-1-16,-3-1-3 15,1 2-1-15,-4 2 6 16,0 2-2-16,-2 2 2 15,-7 0 0-15,-4 2 0 0,-7 0-3 16,-1-1 4-16,-1 0 0 16,0-1-2-16,0-3-1 15,6-4-3-15,2-1-21 16,5-7-12-16,5-1-17 16</inkml:trace>
  <inkml:trace contextRef="#ctx0" brushRef="#br0" timeOffset="181601">14372 16360 140 0,'0'0'26'0,"0"0"9"0,0 0-30 0,0 0 0 16,0 0 2-16,0 0 0 15,39-15 3-15,-28 10 0 16,4-1 1-16,2 0-3 16,1 0-5-16,3-1-2 0,-2-1 0 15,2 3-1-15,-1 1-3 16,-3 0-25-16,-3 0-45 15,-5-2-6-15</inkml:trace>
  <inkml:trace contextRef="#ctx0" brushRef="#br0" timeOffset="181856.48">14447 16257 235 0,'0'0'5'0,"0"0"9"16,0 0-4-16,0 0-10 15,0 0 0-15,0 0 0 16,-15 50 0-16,15-31 0 0,0-1 0 16,2 3 0-16,3-2 1 15,1-1 0-15,0 2-2 16,4-4-7-16,-5-2-20 15,1-3-36-15,-3-4-24 16</inkml:trace>
  <inkml:trace contextRef="#ctx0" brushRef="#br0" timeOffset="182299.18">14624 16257 104 0,'0'0'-2'16,"0"0"10"-16,0 0 5 16,0 0 0-16,13-37-1 15,-7 29-1-15,2 1 0 0,0 1-2 16,2 0 1-16,3 3-3 16,-2 1-5-16,1 0-2 15,-3 2 0-15,1 0 0 16,0 7 0-16,-5 2-9 15,1 2-3-15,-4 1 6 0,-2-1 1 16,0-2 2-16,0 0 3 16,0-1 3-16,-6-2 2 15,3 0 0-15,1-3-2 16,0 0-2-16,2-2 2 16,0-1-3-16,0 2-7 15,2-2 13-15,2 1-4 0,3 2 1 16,2 1 8-16,2 1-3 15,1 0 0-15,0 4-4 16,0 1-1-16,-1 0-2 16,-6 1-1-16,-3 5-3 15,-2 1 3-15,-3 2-2 0,-12 3-17 16,-10-1-32-16,-6-1-96 16</inkml:trace>
  <inkml:trace contextRef="#ctx0" brushRef="#br0" timeOffset="184320.33">14474 15226 57 0,'-8'-3'2'0,"1"1"0"0,-4 1 1 0,0 1-1 0,0 0 2 16,-3 0 1-16,3 0 4 15,-3 0 1-15,-1 1-1 16,3 3 1-16,-3-3 1 0,1 2-6 16,1 1-4-16,-2 0 1 15,-3 2-2-15,1 0 0 16,0-1 0-16,-3 1 1 15,2 0-1-15,-6 1 0 16,3-1 2-16,-4-1 7 0,2 2-2 16,-2-1-1-16,2 1-3 15,0 1-2-15,2 0 0 16,0 0-1-16,0 2 0 16,3-1 0-16,1 2 0 15,0-1 0-15,-1 3 0 16,5 0 0-16,-2 1-1 0,2 0 1 15,-2 3-3-15,2 2 0 16,-3-1 5-16,1 1-1 16,0 2-1-16,-2-1 0 15,1-2 0-15,-1 2-1 16,2-3 1-16,1 0 0 0,2 0 1 16,3-4 1-16,1 1 3 15,3 2-2-15,3-3 1 16,-3 4-2-16,5 0 0 15,0 1-2-15,0 3 1 16,1-1 0-16,7 0 0 0,-3 1 0 16,6-2-2-16,2 1-1 15,0-4 3-15,0 1 0 16,1-2 0-16,1-1 1 16,-1 1-2-16,1-3 0 15,2 0 0-15,0 0 0 0,2 0 1 16,0-2 3-16,1 1-4 15,0-2 1-15,3 1 0 16,-1-2-1-16,1 1 1 16,2-4-1-16,3 1 0 15,2-3 2-15,3-2 2 0,-2-1 3 16,2 0 2-16,3 0-6 16,-2-4 0-16,2-2 0 15,2 1-2-15,0-4 0 16,1 2-1-16,0-2 1 15,2 0-1-15,-2-1 1 0,-1-2-7 16,1-1 11-16,-3-2-3 16,1-1 3-16,1-1-2 15,-3 0 1-15,1 1-2 16,1-5 1-16,-3 3 2 16,-2-3-2-16,-2-1-1 15,-1-2 0-15,-6-1-1 0,0-1 0 16,-3-3 0-16,-2-2 0 15,-4 0 1-15,-5 1-2 16,-3 0-2-16,-6-1 2 16,-2 0-1-16,-11 2 2 15,-5 1 4-15,-4 3-8 0,-5 3 4 16,-9 8 3-16,-3 7-5 16,-5 7-24-16,-7 3-47 15,-5 14-38-15</inkml:trace>
  <inkml:trace contextRef="#ctx0" brushRef="#br0" timeOffset="185116.58">14217 16172 61 0,'0'-13'-3'0,"0"1"4"0,-2 1 0 15,-2 2-1-15,-6 2-2 16,-1 4-5-16,-4 1 7 0,0 2 0 15,-4 0 1-15,-2 0 5 16,0 0 3-16,-2 4 0 16,-1-1-2-16,2 0-3 15,-1 2 0-15,-2 1 2 0,1 0 5 16,0 3-6-16,-3 2-3 16,0 2-2-16,-2 2 1 15,-1 0-1-15,1 2 1 16,1 1 3-16,0-2 3 15,2 2 2-15,4 1-4 16,1 1-1-16,4 0-3 16,4 1 0-16,2 3-1 0,5-1 1 15,2 2-1-15,0 1 0 16,4 2 0-16,0-2 1 16,8 1-1-16,4 1 0 15,3 2 0-15,4 1-2 0,5-2 0 16,3 0 1-16,1 0-7 15,2-5 1-15,1-3 3 16,3-2 5-16,0-2 1 16,1-3 3-16,3 0 5 15,0-2-1-15,7-1 3 16,-3-4 0-16,2-1 4 0,0-5-3 16,1-1-4-16,1 0-3 15,1-7-2-15,2-6-1 16,1-4 1-16,1-3-1 15,2-3 0-15,-1-2-1 16,3-3-2-16,-3-4 1 0,2-1 0 16,0-2-1-16,-1-6 0 15,-4 0-5-15,-7-2 2 16,-5 1 3-16,-11-1 0 16,-6 0 0-16,-13 2 2 15,-7 0 3-15,0 1 4 0,-15 2 3 16,-10 4-9-16,-9 3-3 15,-9 6-13-15,-10 10-31 16,-11 9-45-16</inkml:trace>
  <inkml:trace contextRef="#ctx0" brushRef="#br0" timeOffset="185491.38">13186 16890 4 0</inkml:trace>
  <inkml:trace contextRef="#ctx0" brushRef="#br0" timeOffset="185857.32">13124 16870 6 0,'-15'0'32'16,"-5"0"-7"-16,2 2-9 0,-4 3-9 16,1 3-4-16,-3 2-1 15,-2 3 1-15,-1 2-3 16,0 5 6-16,-1 3-5 15,0 4 0-15,1 0-2 16,0 7 1-16,4 0 0 0,1 5 0 16,2 3 0-16,5 2 0 15,7 4 0-15,4 2 1 16,4-2-1-16,7-2-1 16,12-2-3-16,5-6-10 15,6-5 1-15,7-5 9 16,2-8 4-16,5-6 3 0,2-9 2 15,3-5 15-15,-5-5-3 16,4-12-2-16,-4-7 3 16,-1-4 4-16,-3-5 2 15,-2-4-3-15,-3-1-6 16,1-1-5-16,-7-2-4 0,-2 0-1 16,-7-2-4-16,-6 1-1 15,-5 2 0-15,-8 3 0 16,-1 3 0-16,-10 4-11 15,-8 7-24-15,-9 6-51 16</inkml:trace>
  <inkml:trace contextRef="#ctx0" brushRef="#br0" timeOffset="186582.68">13280 17754 165 0,'0'0'-20'0,"0"0"29"0,0 0 3 16,-46-11-10-16,32 5 6 16,1 3-7-16,0-2-2 0,-3-1 2 15,1 0 1-15,-3 2 12 16,1 1-6-16,2 2-4 15,-3 1-3-15,0 0 1 16,0 4-14-16,-1 10-25 16,-2 7-2-16,-1 1 4 15,1 5 9-15,2 6 12 0,-1 3 14 16,5 6-3-16,1 3 8 16,7 3-3-16,1 3 2 15,6 2 3-15,0-2 3 16,10-1-1-16,6-5-3 15,6-5-2-15,7-4 1 0,4-10-2 16,6-7 2-16,-1-9 1 16,4-6-1-16,-1-4 3 15,3-1 7-15,-4-11-2 16,3-2-5-16,-1-3-4 16,-2-1-2-16,1-4 0 0,-3 0 0 15,-3-5 2-15,1-2-1 16,-4-3 1-16,-3-5 1 15,-2-3 3-15,-5-1 1 16,-7-2 0-16,-5 0 6 0,-8 2 0 16,-2 0 1-16,-7 1-6 15,-10 3-5-15,-4 1 1 16,-4 1-5-16,-8 4-2 16,2 6 2-16,-3 3-3 15,-2 5-8-15,-1 6-32 16,-5 5-56-16</inkml:trace>
  <inkml:trace contextRef="#ctx0" brushRef="#br0" timeOffset="195096.66">13228 17953 2 0,'1'2'1'0,"-1"2"3"0,1 0 3 0,1 0 3 16,-2 1-1-16,2 0-6 15,-2 1-3-15,2-2 0 16,-2 0-3-16,2 2-5 0,-2-2-5 15</inkml:trace>
  <inkml:trace contextRef="#ctx0" brushRef="#br0" timeOffset="204923.45">13160 15811 12 0,'0'0'62'0,"0"0"-45"0,0 0 3 16,0 0-9-16,0 0-6 16,0 0-2-16,0 0 1 0,0 0-4 15,0 0 0-15,0 0-1 16,3 0 0-16,-1 0 1 15,2 0 1-15,-1 2 0 16,3 3-1-16,-2 0 1 16,2 2-1-16,2 0 0 0,-3-1 0 15,1 0 1-15,0 0-1 16,1 0 0-16,-3-3 0 16,2 1 1-16,0-3-1 15,-3-1 1-15,3 0-1 16,0 0 2-16,2-1 4 15,-2-9 6-15,3 1 0 0,1-6 0 16,3-1-4-16,4-5 3 16,-1-2-1-16,6-4-4 15,1-1 3-15,3-5-1 16,1-1-1-16,2 0 0 16,-1-1-3-16,1 1-2 0,0 0-1 15,-2 2 0-15,0 5-1 16,-4 4 0-16,-5 6 0 15,-4 5-3-15,-3 3-5 16,-6 8-8-16,-4 1-9 16,-1 0-2-16,0 0 22 0,-3 7 3 15,-2-1-7-15,-4-1-1 16,4 1-18-16,-1-5-29 16</inkml:trace>
  <inkml:trace contextRef="#ctx0" brushRef="#br0" timeOffset="207072.46">15594 15448 53 0,'0'0'22'0,"0"0"-15"0,0 0-11 0,0 0 18 15,0 0-4-15,0 0-5 16,0 0-3-16,0 0-2 16,0 0 1-16,0 0-2 0,0 0-35 15</inkml:trace>
  <inkml:trace contextRef="#ctx0" brushRef="#br0" timeOffset="207547.95">13199 16443 40 0,'0'0'-5'0</inkml:trace>
  <inkml:trace contextRef="#ctx0" brushRef="#br0" timeOffset="208090.45">13199 16443 66 0,'-16'30'20'16,"16"-30"-12"-16,0 0-8 15,0 0-2-15,0 2 4 0,0 0-2 16,0 1 1-16,0-1 3 16,0 0-2-16,0 2 4 15,0 0 0-15,3 0 0 16,0 0-1-16,2 1-2 16,0-1-1-16,1 0 1 15,-2 0 0-15,1-1-1 0,1-1 0 16,-2-1 0-16,0-1 1 15,0 0-1-15,0 0 1 16,-2 0 1-16,1-4 8 16,3-2-3-16,0-3 3 15,4-2-8-15,1-3-1 0,5-5 2 16,0-1-4-16,8-5 0 16,3-4 1-16,2-3-1 15,3-5 1-15,8-10-1 16,2-4-2-16,5-12-39 15</inkml:trace>
  <inkml:trace contextRef="#ctx0" brushRef="#br0" timeOffset="214549.93">13430 16888 88 0,'-6'3'7'0,"-3"-3"2"0,3 0-4 0,3 1-4 16,0-1 0-16,1 0 0 15,0 0 6-15,0 0 12 16,0 0 11-16,0 0 0 0,2 0-17 15,-1 0-8-15,-1 0-4 16,0 0 0-16,0 0-1 16,-3 0 0-16,-1 0 0 15,1 0 0-15,-1 0 0 16,1 0 0-16,-3 0 0 16,0 0 0-16,-1 0 0 0,-1 0 0 15,-2 0 0-15,3 0 0 16,-2 0 0-16,-3-1 0 15,1 0 0-15,-3-1 1 16,3 0-1-16,-1 1 3 0,1-2-2 16,0 0 0-16,0 3 0 15,2-4-1-15,-1 4 0 16,1-1 0-16,0 1 0 16,-1-2 0-16,0 2 0 15,1 0 0-15,-1 0-1 16,-1 0 1-16,1 0 0 0,-3 0-1 15,0 0 1-15,1 3 0 16,-1 1 0-16,0-2 0 16,3 3 0-16,-4 0-4 15,2 2 9-15,-1 0-5 16,2 1 0-16,-2 1 1 0,0 2 0 16,1 1-1-16,-1-1 0 15,1 2 0-15,-1 2 0 16,-1-2 0-16,3 2 0 15,-1-1 0-15,1-2 0 16,2 1 0-16,-1-2-1 0,0 1 1 16,2-1-1-16,1-1 0 15,0 3 1-15,0-3-1 16,2 1 1-16,0 0 0 16,2-2 0-16,2 3 0 15,-2-1-1-15,2 0-1 0,1 2 0 16,1 0 0-16,-4 1 0 15,3 0 0-15,1 0 1 16,0 2-3-16,0-3 0 16,1 0 3-16,0-1 1 15,0 1 0-15,0-2 0 0,0-2 1 16,0 2-1-16,0-2 1 16,0 2-1-16,0-2 1 15,1 1-1-15,3 0 0 16,1 0 0-16,-2 1 0 15,3 0-1-15,-2-1 1 0,1 3-1 16,3-3-1-16,-2 0 1 16,0-1 1-16,-1-1 0 15,1-1 0-15,1 2 0 16,2-2 1-16,-3 0 0 16,3 0-1-16,-2 0 1 0,2 0-1 15,0-1 1-15,-1 1-1 16,2-3 0-16,-1 2 1 15,-2 0-1-15,3-2 0 16,2 0 0-16,-4 0 1 16,3-1 2-16,1 0-1 0,-1-3 0 15,3 2 1-15,-3-1-1 16,5-1 0-16,-3 1 0 16,0-1-1-16,3 2-1 15,-3-1 0-15,3-1 0 16,-1 0 0-16,2 0 0 0,3 0-4 15,-3-2 5-15,0-3-1 16,2 2-1-16,-3-2 1 16,-1 0 0-16,1 2 0 15,-3-2 0-15,4 0 0 16,-2-1 1-16,1-2-1 0,3 1 0 16,-1-3 2-16,-1 2-1 15,2-4-1-15,-1 0 0 16,-2-1-1-16,0-1-1 15,1-2 2-15,-3 0-1 16,-1-4 5-16,-1-1 2 0,-2 1 1 16,-1-4 3-16,-4 0 4 15,2-2-1-15,-5 1-3 16,-2-3-1-16,0 5-2 16,0-2-1-16,0 4-3 15,0-1-1-15,-6 2-1 16,0 1 0-16,-2 2 0 0,-1 2-1 15,-1 0 1-15,-1 4 2 16,3 1-3-16,-4 0 1 16,3 4-1-16,1 1-1 15,1 1-4-15,2 1-5 16,1 1-12-16,0 1-19 0,3-2-63 16</inkml:trace>
  <inkml:trace contextRef="#ctx0" brushRef="#br0" timeOffset="-214021.37">13541 17225 38 0,'-1'0'57'0,"-1"0"-41"0,0 0 2 0,2 0-9 0,0 0-3 15,0 0-5-15,0 0 0 16,0 0 0-16,0 0 3 16,0 0 4-16,0 0 4 15,0 0 0-15,0 0-7 16,0 0-5-16,0 0-6 0,0 0-11 16,0 0 9-16,0 0 8 15,2 0-3-15,2 0 1 16,5-1 2-16,-2 0 1 15,6-2-1-15,-1 2 1 16,5-1 0-16,1-2 1 16,0 1-2-16,-2 2 1 0,4-2-1 15,2 1 0-15,1 0 1 16,-1-1 0-16,5 1-1 16,0 1 0-16,1 0 1 15,4-2-1-15,-3 1 0 16,3 0 0-16,3 0 0 0,-2-2 0 15,5 0 1-15,-1-1 5 16,-1-1 8-16,1-2-8 16,1 1-2-16,-2 1-1 15,-1 0-3-15,1-2 1 16,-2 1-1-16,-2-2 0 0,1 2-1 16,-2 2 1-16,-2-2-3 15,-2 1 0-15,-5 2-8 16,-1-2-12-16,-1 4-5 15,-5-2-22-15</inkml:trace>
  <inkml:trace contextRef="#ctx0" brushRef="#br0" timeOffset="-213715.06">14543 16946 146 0,'0'0'5'0,"0"0"24"0,0 0-9 0,45-3-10 0,-34 3-6 15,1 2-2-15,-5 5-1 16,1 1-2-16,-5 5-1 0,-1 1 0 16,-2 3-5-16,0-1-8 15,-9 4-17-15,-8-2-40 16</inkml:trace>
  <inkml:trace contextRef="#ctx0" brushRef="#br0" timeOffset="-213067.4">13574 17192 109 0,'0'0'21'0,"0"0"-1"0,0 0-15 0,0 0-5 0,0 0-4 16,0 0-1-16,0 0 4 15,0 0 2-15,0 0 4 16,0 0 1-16,17 21-1 0,-5-17-2 15,1-1-1-15,5-3 2 16,4 0-3-16,4 0 0 16,3 0-3-16,5-3 3 15,3-4-1-15,-3 1 0 16,5-1 1-16,-1-2 3 16,3 1 1-16,-2-2 4 0,6-1-2 15,0 3-2-15,-1-2 1 16,0 1-2-16,0-1-1 15,-5 3-1-15,1 0-1 16,-5-1-1-16,-3 1 2 0,1 2-2 16,-6 1 1-16,-4-1-1 15,0 1 0-15,-6 1-4 16,-4-1-16-16,-5 0-28 16,-3-2-63-16</inkml:trace>
  <inkml:trace contextRef="#ctx0" brushRef="#br0" timeOffset="-212825.4">14391 16982 159 0,'0'0'-1'0,"0"0"3"0,0 0 4 15,0 0 8-15,46-16 5 16,-33 16-4-16,0 0-1 0,-1 0-4 16,1 7-9-16,-4 7-2 15,-3 3-1-15,-4 3-6 16,-2 3-44-16,-6 0-15 16</inkml:trace>
  <inkml:trace contextRef="#ctx0" brushRef="#br0" timeOffset="-212018.94">11715 17653 19 0,'0'0'-12'0</inkml:trace>
  <inkml:trace contextRef="#ctx0" brushRef="#br0" timeOffset="-211700.53">11620 17642 7 0,'0'0'1'16,"0"0"-2"-16,0 0 0 15,-44 4-1-15,39-1 0 0,-1 1 0 16,4-2 6-16,2-1 1 15,0-1 0-15,6 0 31 16,2 0-22-16,4-1-5 16,6-5 2-16,0 1 1 15,2-1 2-15,4-1-2 0,3 0-1 16,2-1-2-16,5 0-3 16,2-2 1-16,3-2 1 15,3 0-4-15,4 0-1 16,1-3-1-16,4 1-2 15,-1 0 0-15,3-1 1 16,-2-2-1-16,-3 3 0 0,-2-1 0 16,-1-1 0-16,-5 0-1 15,-2 2 0-15,-3-3-5 16,-4 1-17-16,-5-1-28 16</inkml:trace>
  <inkml:trace contextRef="#ctx0" brushRef="#br0" timeOffset="-208670.7">13134 16933 111 0,'7'-5'3'0,"3"-1"0"0,-1 1 0 0,3-1-3 15,-2 1-1-15,2 1-1 0,-3 4 2 16,1-1 2-16,2 1 0 15,1 0 3-15,0 0 2 16,1 3-5-16,1 2-2 16,2 5 1-16,0 2-1 15,-1 2-2-15,2 1-2 16,-4 5 1-16,-1-1 2 0,1 0 1 16,-2 0 1-16,0-2 0 15,-1-1 0-15,-4-1 0 16,4-2 3-16,-6 0-3 15,3-2 0-15,-4-1 1 0,0-1-2 16,1-1 1-16,-2-1 1 16,-3 2 3-16,0 2-1 15,0 0 4-15,0 2-3 16,0 0-3-16,-7 4-2 16,0-4 1-16,-1 3 0 0,1-1 2 15,-3-2-2-15,2-1-1 16,1-1 2-16,1-1 0 15,-1-3 1-15,4-3-2 16,1 0 0-16,0-1-1 16,-2 0 0-16,3-2 2 15,0 0-2-15,0 1 1 0,0-2 0 16,1 3-1-16,0 0 0 16,0 0-1-16,0 1-7 15,0-1-15-15,0-2-22 16</inkml:trace>
  <inkml:trace contextRef="#ctx0" brushRef="#br0" timeOffset="-207276.5">13571 17290 33 0,'3'-2'1'0,"1"1"-1"0,-2 1-1 0,-1 0-7 0,1-1-7 0,-1 1 6 15,0 0 8-15,-1 0 1 16,0 0 0-16,0 0 0 15</inkml:trace>
  <inkml:trace contextRef="#ctx0" brushRef="#br0" timeOffset="-206266.64">13707 17310 46 0,'0'0'3'0,"0"0"1"0,0 0 0 16,0 0-3-16,46-2-1 15,-31 0 1-15,-1-2 0 16,1 0 1-16,3-1 2 16,-2 0-3-16,6 0-1 15,-3-4-1-15,4 2-4 0,0 0-5 16,2-1 9-16,1-1 1 15,1 2 1-15,2-2 2 16,0 1 2-16,2-2-1 16,2 1-3-16,0 0 1 15,2 0-2-15,-2 0 0 16,1 1-3-16,-1-1 0 0,1 1 2 16,-3 2 2-16,-3 0 0 15,0 1 4-15,-1-1 0 16,-4 3 3-16,-2-3-3 15,-2 1-5-15,-4-2-8 16</inkml:trace>
  <inkml:trace contextRef="#ctx0" brushRef="#br0" timeOffset="-205503.56">14423 16959 48 0,'0'0'2'0,"0"0"1"0,0 0 4 15,0 0 2-15,0 0 0 16,0 0 3-16,0 0 0 0,0 0-2 16,41 4-3-16,-31 0-3 15,1-2-3-15,-1 1 0 16,1 0-1-16,1 1 0 15,-2 0 0-15,-1-1 0 16,-2 1 1-16,2 0-1 0,-2-1 0 16,1 1 0-16,-3-1 0 15,2 1 1-15,-3 0-1 16,0 0 0-16,-1-2 1 16,1 0 0-16,-4 4 0 15,2-2 1-15,-2 1 0 0,0 1 6 16,0 4-1-16,-4 0-6 15,-3 3-3-15,-3 0-14 16,0-2-25-16</inkml:trace>
  <inkml:trace contextRef="#ctx0" brushRef="#br0" timeOffset="-203355.5">12642 17062 111 0,'-2'3'9'0,"-1"-1"-3"0,2-1-8 0,1-1 2 16,0 2 1-16,0 3 0 15,0-1 0-15,0-2-1 16,0 4 0-16,0-2 1 0,0-1-1 15,-1 0 4-15,-2-2 2 16,1 1 14-16,-2-2 8 16,-1 0-5-16,-1 0-9 15,-2 0-6-15,0-5-4 16,-1 1-3-16,-5-4-1 16,1-1-1-16,-2-4 1 0,-1 0 0 15,-3-5 2-15,2-2-1 16,-1-3 1-16,3-4-1 15,-1-2-2-15,3-3-1 16,4-2 2-16,-1 0 0 0,4 0-2 16,2-2 2-16,1 2-2 15,2-1 6-15,1 1-2 16,0-2-1-16,6 2-1 16,1-2 2-16,4 2 0 15,-2-1-3-15,-2 3 1 0,1 3-1 16,0 2 3-16,-2 6-2 15,-2 2 2-15,-3 5-2 16,1 1 1-16,-2 5 0 16,0 1 1-16,0 1 0 15,0 3-1-15,0 1-2 16,0 1 3-16,0 1-2 0,0 0 2 16,0 0-1-16,0 0 0 15,0 0-2-15,0 0 2 16,0 0-2-16,0 0-2 15,0 0 1-15,0 0 2 16,0 0 0-16,0 0-1 0,0 0 2 16,0 0-1-16,0 0 1 15,0 0-1-15,0 0 1 16,0 0 1-16,0 0-1 16,-2 0 0-16,1 0-1 15,-1 0 0-15,-2 0 2 0,2 0-2 16,-1 0 0-16,0 0-2 15,-1 0 2-15,0 3 0 16,0 4-1-16,-1 0 0 16,-1 2 1-16,1 1 1 15,-4 1-2-15,2 2 1 0,-1 1 1 16,1 1-2-16,-3-3 2 16,1 5-2-16,1-4 2 15,-1 0-1-15,2-2 0 16,0 0 0-16,1-3 0 15,1-1 0-15,0 1 0 0,1-4-6 16,-2-1-24-16,3 1-18 16,-1-4 1-16,0 0-2 15</inkml:trace>
  <inkml:trace contextRef="#ctx0" brushRef="#br0" timeOffset="-203099.59">12355 16322 11 0,'0'0'14'0,"0"0"3"0,0 0-1 15,0 0-2-15,0 0 2 16,43-4-3-16,-27 4-2 15,4 0-3-15,3 0-2 0,3 0-3 16,8 0-2-16,0 2 1 16,5 1-2-16,-3 1-3 15,-2 0-30-15</inkml:trace>
  <inkml:trace contextRef="#ctx0" brushRef="#br0" timeOffset="-199666.53">13560 17241 52 0,'3'0'17'0,"-3"0"-12"0,2 0-3 0,0 0 1 0,-2 0-1 15,1 0-2-15,0 0 0 16,0 0 0-16,-1 0 0 16,0 0 1-16,0 0 4 0,1 0-2 15,-1 0-3-15,2 0 0 16,1 0 0-16,1 0 0 16,-1 0 1-16,3 0 0 15,2 0 2-15,0 0-2 16,1 0 0-16,0 0 1 15,4 0-2-15,1 0 0 0,1 0 0 16,0 1 0-16,1-1 0 16,0 1 0-16,2-1 0 15,-3 0 1-15,5 0 1 16,1 0-1-16,1 0 0 16,1 0-1-16,3-2 0 0,1 1 0 15,0-2 0-15,-2 3 0 16,1 0 0-16,1 0 2 15,0 0-2-15,0 0 0 16,2 0 0-16,0-1 1 16,0-3 0-16,0-2 0 0,-2-1 1 15,0-2-1-15,-1 1 0 16,-1-3 0-16,2-1 0 16,-4-1 0-16,2-1 0 15,1 2 1-15,-2-3-1 16,-2 4-1-16,2-1 0 15,-2 2 0-15,-4 3 0 0,0-1 0 16,-3 1 0-16,1 4 0 16,-4-2 0-16,-1 1 0 15,0 2 0-15,-1 0 0 16,-3 0 0-16,0 1 0 0,-2 1-1 16,-1 0-2-16,-2 0-3 15,-2-1-7-15,0 0-42 16</inkml:trace>
  <inkml:trace contextRef="#ctx0" brushRef="#br0" timeOffset="-199078.47">14464 16930 59 0,'0'0'3'0,"0"0"4"0,0 0 6 0,39 0-3 0,-30 0-3 16,3 0 1-16,-2 0-3 15,0 0-3-15,1 2-1 16,0 1 0-16,-2-2-1 16,3 3 1-16,-2-3-1 15,1 1 0-15,-2 0 0 0,0 0 0 16,0 0 0-16,-2-1 0 16,0 1 2-16,-2 2-2 15,-1-1 0-15,0 1 0 16,-4 2 1-16,0 0 0 15,0 3 1-15,0 2 2 0,-6 2 2 16,-1 2-3-16,-5 2 0 16,1 4-3-16,-2 3 0 15,-1 3-1-15,-1 6-12 16,-1 1-8-16,-1 0-37 16</inkml:trace>
  <inkml:trace contextRef="#ctx0" brushRef="#br0" timeOffset="-198465.84">14393 16925 31 0,'0'0'20'0,"0"0"-1"0,0 0-3 16,0 0-6-16,0 0 1 16,0 0-2-16,0 0-5 15,0 0-5-15,0 0 2 16,0 0 1-16,0 0-1 0,2 11 1 16,8-4 0-16,-2-1 0 15,5 1-1-15,1 0 1 16,3 0-2-16,0 3 0 15,0-3 0-15,0 2 0 16,3-1 0-16,-3 2 0 0,2 3 0 16,-1 0-2-16,-3 5-1 15,-1 3-4-15,-9 5-17 16</inkml:trace>
  <inkml:trace contextRef="#ctx0" brushRef="#br0" timeOffset="-197062.23">12690 17565 63 0,'0'0'4'0,"0"0"2"0,0 0 4 0,0 0-2 0,0 0-3 16,0 0-1-16,0 0 3 15,0 0-1-15,0 0 1 16,0 0 0-16,0 0 1 16,0 0 1-16,0 0-2 15,0 0-1-15,-33-11-3 0,27 11-2 16,1 0 0-16,-1 0 0 15,-1 0-1-15,0 0 0 16,0 0 0-16,-3 0 0 16,2 1 2-16,-2 2-2 15,0 0-2-15,1 1 2 16,-2-1 0-16,2 3 0 0,0-1-1 16,0 1 2-16,-1 0-1 15,3-2 0-15,-3 4 0 16,2-2 2-16,1 1-2 15,0-1 1-15,0 1-1 0,3 0 0 16,-2 2 0-16,3-1 0 16,-1 0-1-16,-1 1-2 15,2 0 3-15,-1 2 0 16,2-1 1-16,-2 3-1 16,1-2 2-16,1 2-2 15,-2 0 0-15,2 0 0 0,0 1 0 16,0 2 0-16,2-1 1 15,-1 1 0-15,1 1-1 16,-1 1 1-16,1 0 1 16,0 1-2-16,0 1 1 15,0 1 0-15,0 0-1 0,0-2 1 16,0 2 1-16,0-2-2 16,2 1 1-16,-1-3-1 15,1-1 0-15,1 2 1 16,-1-3-1-16,0-1 0 15,-2 1 0-15,2-2 1 0,-2-2-1 16,0-1 0-16,0 1 0 16,0-2 1-16,0-2-1 15,0 0 1-15,0-1-1 16,0-2-1-16,0 0-2 16,0-1-24-16,0-3-25 0</inkml:trace>
  <inkml:trace contextRef="#ctx0" brushRef="#br0" timeOffset="-196330.12">12322 18061 56 0,'0'0'11'0,"0"0"-4"0,0 0 4 16,0 0 0-16,0 0-1 15,0 0-1-15,0 0 4 0,0 0-2 16,0 0-9-16,0 0-3 16,0 0 0-16,0 0 1 15,0 0 0-15,0 0 0 16,18 16 1-16,-16-12-1 15,1 0 0-15,3 2 0 16,-2 2 0-16,1 1 0 0,2 2 0 16,-2 1 0-16,1 0 0 15,-2 1 0-15,1 3 0 16,2-5 0-16,-2 3 0 16,3-2 0-16,-4 1 0 15,1-2 0-15,1-1 0 0,0 0 0 16,0-2 0-16,-2 2 0 15,1-4 0-15,1-2 0 16,-2 0 0-16,4-2-1 16,-2-2 0-16,3 0-1 15,5-13 2-15,1-6-1 0,3-6-4 16,2-9-34-16</inkml:trace>
  <inkml:trace contextRef="#ctx0" brushRef="#br0" timeOffset="-195489.36">12592 17580 56 0,'0'0'1'0,"0"0"1"16,0 0-1-16,0 0 5 0,0 0 9 16,0 0 1-16,0 0 0 15,0 0-2-15,0 0-5 16,0 0-5-16,0 0-3 15,-35-3 0-15,29 3-1 16,3 0 2-16,-6 0-2 0,4 2 0 16,-3 1 0-16,3 1 0 15,-6 0 1-15,4-2 0 16,-1 4 2-16,-1-2 2 16,1 2-2-16,0-2-1 15,3 1-1-15,-3 2-1 16,2 0 1-16,2 0-1 15,-2 1 0-15,3 1 0 0,-1 1 0 16,0 2 0-16,0 1 1 16,3 5-1-16,1-2 0 15,0 7 0-15,0-4 0 16,0 2 0-16,0 0 0 0,0 0 1 16,1-1-1-16,3 0 2 15,2 1-1-15,-2-1 3 16,3 3 0-16,-3 0-1 15,2 1 0-15,0 0 1 16,-1 0-1-16,-1 0-2 0,2 1 0 16,-3-1 1-16,2-2-1 15,-1 0 0-15,0-2 1 16,-1 0-2-16,0-1 1 16,0 0-1-16,1-2 0 15,-2 1 2-15,1-3-2 0,2 0 0 16,-1 1 0-16,-2-2-2 15,1 0 1-15,-1-1-7 16,0-2-14-16,-2-1-15 16,0-4-21-16</inkml:trace>
  <inkml:trace contextRef="#ctx0" brushRef="#br0" timeOffset="-194949.57">12374 18168 48 0,'0'0'26'0,"0"0"-1"0,0 0-3 15,0 0-7-15,0 0-7 16,0 0-6-16,0 0-2 0,0 0-1 15,0 0-3-15,0 0 1 16,0 0 3-16,0 0-1 16,-1-6 2-16,6 12 2 15,1 2 2-15,1 1-2 16,0 1-1-16,2 1 0 16,-2 2-1-16,1-1-1 15,0 1 1-15,2 1 1 0,-1-2-2 16,-1-1 0-16,2-1 1 15,-3-3-1-15,1-3 1 16,2-2 0-16,-3-2 0 16,2-2 6-16,2-15 5 0,4-10 1 15,3-15-7-15,6-15-4 16,1-17-3-16,2-11-51 16</inkml:trace>
  <inkml:trace contextRef="#ctx0" brushRef="#br0" timeOffset="-172189.9">16206 14130 53 0,'0'0'6'0,"0"0"-1"0,0 0 1 0,-2 0 2 16,-1-2 9-16,1 1 8 15,-1 0-1-15,0 0 31 16,-1 1-23-16,1 0-22 0,0 0-7 16,2 0 2-16,1 0-2 15,0 0-3-15,0 2 0 16,0 5 0-16,0 0-1 16,0 4 0-16,0 1 2 15,0 1-1-15,0-1 0 0,0 1 0 16,0 3 1-16,1-5 0 15,1 1 0-15,1-1 0 16,0 0-1-16,-1-2 1 16,1-1 0-16,1 2-1 15,0-3 1-15,-2-1-4 16,1 4-12-16,0-5-15 0,-3-3-42 16,0-2-45-16</inkml:trace>
  <inkml:trace contextRef="#ctx0" brushRef="#br0" timeOffset="-171250.72">16281 14093 66 0,'0'0'12'0,"0"0"-3"0,0 0-7 16,0 0-1-16,0 0-1 15,0 0 1-15,0 0 2 0,0 0-1 16,0 0 4-16,0 0 3 16,0 0-1-16,0 4-1 15,0 0 0-15,0-1 0 16,-2 2 1-16,1 1-1 15,-1 2-2-15,-3-1-3 0,3 1-1 16,1 2 1-16,1 0-2 16,0 1 0-16,0-1 0 15,0 0 0-15,0-1 0 16,0 2 1-16,0-2-1 16,6-1 1-16,-2-1-1 0,-1 0 3 15,3-2 0-15,-1 0-2 16,1 0 0-16,1-1 2 15,-2-1-2-15,1 0 4 16,-1-2-3-16,3-1 0 16,-4 0 1-16,4 0 2 15,-2 0-1-15,0 0 0 0,1-2-2 16,-1-4 2-16,2 1-1 16,-4 0-2-16,3-1 0 15,-2 0-1-15,-1-1 1 16,1 3-1-16,-2-2 1 0,-1 1-1 15,-2 0 0-15,0 0 1 16,0-1 2-16,0 0 3 16,0 0 3-16,-2-2-3 15,-1-1 0-15,-5 0-4 16,4-1-2-16,-4 1 1 0,1 0-1 16,-2 2 0-16,0 0 0 15,2 3-1-15,-3 1 0 16,2 1-7-16,-2 2-2 15,2 0-3-15,2 1-4 16,-3 4-19-16,2 0-21 0</inkml:trace>
  <inkml:trace contextRef="#ctx0" brushRef="#br0" timeOffset="-170553.6">16253 13958 45 0,'0'0'8'0,"0"0"2"0,0 0 8 15,0 0-7-15,0 0 4 0,-40-12-3 16,33 10-2-16,-1 0 2 16,1 2-3-16,-2 0-1 15,-2 0-1-15,2 0 1 16,0 0-3-16,-2 3 4 16,0 3-1-16,2 2-5 15,-3 2-3-15,-1 4 0 0,1 1 0 16,1 2 0-16,1 1-2 15,2 2 4-15,0 3-4 16,4 3 1-16,3 2 1 16,1 4 0-16,0 1 0 15,0 2 0-15,2 0-2 0,5-3 2 16,1 0 0-16,2-3-1 16,1-4 1-16,3-3 0 15,-1-2 0-15,5-2-3 16,-2-2 2-16,2-2 0 15,4-1 0-15,-3-4 10 16,3-2-5-16,0-2 2 0,-3-4 2 16,1-1 2-16,1 0-4 15,-1-8 0-15,0-4 0 16,-2-4-2-16,2-4-1 16,-2-1-1-16,-4-6-1 0,-1-2 0 15,-6-3-1-15,-1-4 0 16,-4 1-1-16,-2-1 0 15,0-2 1-15,0 2 0 16,-7 2-1-16,-1 4 2 16,-6 5-1-16,1 4 1 0,-1 5 0 15,-1 3-1-15,-1 6 1 16,3 4-5-16,-1 3-7 16,1 2-22-16,2 9-27 15,-3 5-48-15</inkml:trace>
  <inkml:trace contextRef="#ctx0" brushRef="#br0" timeOffset="-170183.09">16240 14715 206 0,'0'0'3'0,"0"0"-6"0,0 0 3 15,0 0 0-15,12 42 0 0,-2-30 0 16,2 2 2-16,-2 0-2 16,1 2 0-16,0-2 1 15,-1 3-1-15,-5 0 0 16,1-1-1-16,-2 1-15 0,-4-2-28 16,0-4-5-16,0-4-44 15</inkml:trace>
  <inkml:trace contextRef="#ctx0" brushRef="#br0" timeOffset="-169890.8">16235 14736 124 0,'0'0'1'15,"0"0"0"-15,0 0 0 0,27-42 0 16,-20 34-1-16,2 3 1 15,-3 2-1-15,1 2 0 16,-3 1 1-16,1 0 1 16,0 7 1-16,-2 4 2 15,-2 0 1-15,-1 2 5 16,0 1-1-16,0 0-1 0,-3-1 3 16,-3-1-2-16,-2-1-6 15,3-1-3-15,0-3 0 16,2-1-1-16,0-3-25 15,-3-3-32-15,4 0-65 16</inkml:trace>
  <inkml:trace contextRef="#ctx0" brushRef="#br0" timeOffset="-169520.34">16356 14725 33 0,'0'0'23'0,"0"0"-21"15,0 0 3-15,0 0-4 16,0 0 1-16,0 0 3 16,0 0 13-16,37-38-12 15,-33 27-1-15,-4 0 16 0,2 0-4 16,-2-2-6-16,0 3-8 16,0 0-1-16,0 4-1 15,-2 2 2-15,-3 1 7 16,1 3 5-16,1 0-6 15,-1 0-3-15,1 10-6 0,0 0 0 16,2 4 0-16,1 3-2 16,0-1 4-16,0-2-2 15,0-1 1-15,6-2-1 16,2-5 2-16,3-2-2 16,-3-1 1-16,2-3-2 0,2 0 2 15,0-5-3-15,-1-7 0 16,1-2-22-16,-1-5-21 15,-2-2-28-15</inkml:trace>
  <inkml:trace contextRef="#ctx0" brushRef="#br0" timeOffset="-169228.31">16511 14542 121 0,'0'0'28'16,"0"0"-1"-16,0 0-5 15,0 0-17-15,-27 39-4 16,26-24 0-16,-1 0 0 15,2-1 1-15,0-3-1 0,0-2 1 16,0-3-3-16,5-2 1 16,2-2-5-16,0-2 6 15,1 0 6-15,-1-5-2 16,2-6 3-16,-3 1-3 0,1-5-1 16,-4 3 0-16,-1-5 1 15,-2 3 13-15,0 2-13 16,0-1-4-16,-3 4 0 15,-5 3 0-15,1 3 0 16,-1 3-4-16,2 0-6 16,-2 6-29-16,1 3-24 0,-1 1 2 15</inkml:trace>
  <inkml:trace contextRef="#ctx0" brushRef="#br0" timeOffset="-169111.62">16511 14542 152 0</inkml:trace>
  <inkml:trace contextRef="#ctx0" brushRef="#br0" timeOffset="-168936.73">16511 14542 152 0,'40'-47'-7'0,"-37"45"-1"0,0 2 6 0,2 0-3 0,-1 3-2 0,0 8 5 0,1 2 8 15,1 3 7-15,0 4-1 16,1 0-2-16,-1 0-1 15,0 0-5-15,0 1-2 16,0-1 0-16,-4-3-1 0,0-3 1 16,-1-4-1-16,0 0-1 15,-1-5 1-15,0-3 1 16,0-2-3-16,0 0-9 16,0-9-19-16,-2-4-22 15</inkml:trace>
  <inkml:trace contextRef="#ctx0" brushRef="#br0" timeOffset="-168702.3">16575 14506 104 0,'0'0'5'15,"0"0"9"-15,0 0-2 16,0 0-5-16,22-37-4 0,-13 34-2 16,3 2-2-16,-4 1 1 15,1 0-4-15,1 6 2 16,-5 3 2-16,-1 4 0 15,0 0-1-15,-4 0 0 16,0 1 1-16,0 0 0 0,-8 2 0 16,-2-3 8-16,1-2-5 15,1-1-6-15,-1-3 2 16,-1-7-16-16,2 0-35 16</inkml:trace>
  <inkml:trace contextRef="#ctx0" brushRef="#br0" timeOffset="-168210.36">16635 14266 46 0,'0'0'16'16,"0"0"-24"-16,0 0 5 15,0 0 0-15,0 0 6 16,27 50 13-16,-22-29 0 15,2 3 4-15,-1-1 0 0,1-2-1 16,0-1-6-16,1-4-6 16,-1-1-4-16,0-2 3 15,0-3-4-15,1 0-1 16,-2-4 4-16,2-4-4 16,-2-2-1-16,1 0 2 0,-2-1 0 15,4-7-8-15,-4-4-4 16,1-1 1-16,-3-2 4 15,-1 1-20-15,0 0 13 16,-2 2 11-16,0 2 2 16,0 5 4-16,0 1 7 15,0 2 5-15,-1 2-5 0,-2 0-9 16,2 0-4-16,-3 3-5 16,2 4-3-16,0 3 3 15,0 1 3-15,2 0 3 16,0 1 0-16,0-1 1 15,0 1 2-15,8-5 0 0,-2-2-1 16,4-2-1-16,-1-3 3 16,0 0-2-16,2-3-1 15,0-4 0-15,-4-6-7 16,-1-1-52-16</inkml:trace>
  <inkml:trace contextRef="#ctx0" brushRef="#br0" timeOffset="-167084.77">16392 13861 72 0,'0'0'2'0,"0"0"8"0,47-38-4 0,-30 29-2 0,4 2-2 0,1 3-1 16,3 4-1-16,2 7 2 15,3 12-2-15,2 9 1 16,4 6 0-16,-1 4 1 15,2 5-1-15,0 5 3 0,-1 3-1 16,0 3-1-16,-4 1 0 16,1 1-1-16,-4 1 3 15,-5-4-1-15,-1-4 0 16,-1-2 4-16,-8-3-2 16,-1-4 2-16,-7 0 5 15,-1 1-3-15,-5 0 0 0,0-1 2 16,-6 1 1-16,-5 0-7 15,-5 0-4-15,-3 2 5 16,-3-3-10-16,-2 0 6 16,-6-2-2-16,0-2 8 0,-2-4-6 15,-5-2-1-15,1-6 2 16,-5-3-3-16,-3-5 0 16,-1-5 1-16,1-5-2 15,1-4 1-15,0-2 0 16,-1-1 0-16,1-11-6 0,1-4 5 15,2-5-3-15,1-6 3 16,-1-3 0-16,4-6-2 16,3-2 11-16,2-3-6 15,3-1 1-15,4-7 0 16,1-2-2-16,6-3-2 16,-1-2 0-16,3 1 2 0,3 0-5 15,3 3 7-15,0 1-1 16,3 2-2-16,1-1 0 15,5 0 0-15,0 0 0 16,5 0 1-16,3 0-2 16,6 0 2-16,6 0-1 0,1-4 0 15,3 3 0-15,3 0 0 16,2 4 0-16,0 4 0 16,-1 7 0-16,4 6-1 15,-3 7 1-15,3 8 0 16,3 6-2-16,-1 6 0 0,4 3 0 15,-2 7-2-15,2 13-3 16,0 10-1-16,2 13-5 16,-2 7-2-16,-4 8-5 15,-2 3-5-15,-6 4-10 16,-5-6-39-16</inkml:trace>
  <inkml:trace contextRef="#ctx0" brushRef="#br0" timeOffset="-166815.55">16660 14015 172 0,'0'0'-4'0,"0"0"28"0,-4-59-14 0,17 22-4 16,10-11-5-16,5-14-1 16,6-15-50-16</inkml:trace>
  <inkml:trace contextRef="#ctx0" brushRef="#br0" timeOffset="-164422.56">16606 10853 102 0,'1'-7'4'0,"-1"1"0"0,0 2 7 0,0 1 1 16,0 1-4-16,-3 2-2 0,-3 0-5 15,2 0-3-15,-1 0 2 16,1 0 1-16,-2 2-1 16,2 4-1-16,-2 2 2 15,1 3-1-15,-3 4 0 16,-2 1-3-16,1 1-5 0,-1 1 4 15,-2 2 2-15,3 0 1 16,-2 1-1-16,-1 2-1 16,2 0 3-16,1 1 0 15,1 1-1-15,4 1 2 16,2 1-1-16,2 0 1 0,0 1-1 16,0 2 1-16,4 0-1 15,3-2 1-15,3 0-1 16,0-3 1-16,2-2-1 15,-1-2 0-15,2-1 1 16,2 1-1-16,4-1 1 0,-1 3 1 16,4 1-1-16,0 4-1 15,2 2 0-15,1 0 1 16,2 5-1-16,-2-2 0 16,0 3 1-16,-3 0-2 15,2-1 1-15,-2-1 0 16,-1 3 0-16,-5 0 1 0,-3 2-1 15,-1 5 0-15,-6 3 0 16,-2 0 0-16,-4 1 1 16,0-4-1-16,-5-4 1 15,-1-4 0-15,-5-4-1 16,2-6 2-16,0 1 0 0,-2-4 1 16,-2 2-2-16,-1-1 0 15,-1 1-1-15,2-4 1 16,2-4 0-16,5-2-1 15,0-6 0-15,4-6 0 16,2 1-5-16,0-4-2 0,0 0 7 16,2 2 2-16,4-1 1 15,1 0 0-15,5 2-1 16,1 3 1-16,3 1-1 16,3 4-1-16,-1 4-1 15,1 5 0-15,0 5 0 0,-3 5-1 16,-3 4-2-16,-1 4 0 15,-5 5 3-15,1 5-1 16,-3-1 2-16,3 4 0 16,0 2-1-16,1 3 1 15,3 3 0-15,0 5 0 0,-1 4 1 16,-2 0-1-16,0 7 1 16,-6-1 2-16,-3 4 0 15,0-3 0-15,0-4 5 16,0-4-2-16,-1-4-1 15,1-8 3-15,0-5 5 0,4-4-5 16,7-3 1-16,4-1-2 16,2-3-5-16,5-2-2 15,1-4 4-15,4-5-4 16,6-2 1-16,1-5-1 16,10-2-8-16,1-7-10 15,2-9-40-15,5-3-114 0</inkml:trace>
  <inkml:trace contextRef="#ctx0" brushRef="#br0" timeOffset="-157105.13">16614 10944 88 0,'0'0'4'0,"0"0"-1"0,0 0 3 0,0 0-1 0,0 0 2 15,0 0 0-15,0 0-3 16,0 0-3-16,0 0 1 16,0 0 3-16,-25-27-3 15,15 31 5-15,0 1-6 16,-1 6 2-16,-1-1-2 16,1 3 4-16,-2 2-7 15,-1 2 4-15,3-1-9 0,-3 5 16 16,2 1-8-16,1 0-2 15,3 1 2-15,-1 0-1 16,1 2 1-16,3 2-1 16,0 2 0-16,0 2 2 15,1 3-2-15,2 0 1 0,-2 3-1 16,0-1 0-16,2-1 1 16,0-1-1-16,2-1-1 15,0 0 0-15,0-2 1 16,8-1 0-16,-1-1-3 0,5-3-1 15,0 0 3-15,1-2 5 16,3 0 1-16,-2-4-3 16,4 0-2-16,2-2 2 15,-2-1-1-15,4-3 1 16,-1-1-2-16,0 2 1 0,0-4-2 16,3 1 3-16,-5 1-2 15,2 1 1-15,-3-2-1 16,-2 6 0-16,-2-1 2 15,-3 4-4-15,-1-2 2 16,-5 5-1-16,2 3 2 0,-5 0 2 16,-1-1-4-16,-1 2 2 15,0 3-1-15,0-2 0 16,-5-1 1-16,-5 2-1 16,0-1 0-16,-1-1-4 15,-3-1 3-15,-1-3 4 0,0-3-3 16,2 1 0-16,-1-5 1 15,3-3-1-15,5-4 0 16,0-5 0-16,1-2 1 16,4-3 0-16,1 0 0 15,0 0-4-15,1-3 8 16,8-4-7-16,2-2 0 0,0-3 2 16,5 2 0-16,1 0-1 15,-1 0 1-15,4 3-1 16,0 1-1-16,0 4 1 15,3 0 1-15,-1 2-1 16,0 0 0-16,2 4 1 0,2 5 0 16,-5 5 0-16,3 2-2 15,0 3 1-15,-1 6 1 16,-2 0-1-16,0 4 1 16,-2 1-1-16,-2 5 1 15,-1 2-2-15,-5 6-1 0,0 2 1 16,-2 5-3-16,-4 2-4 15,-1 4 7-15,-2 1 1 16,-1 2 1-16,-1 2 1 16,0 0-1-16,0 5 0 0,-6 0 2 15,0 2 1-15,-6 0 1 16,3 0-1-16,0-2 0 16,3 1 4-16,-2-2-1 15,5-1-1-15,2 0 0 16,1-3 2-16,0 3-1 15,7-4-1-15,5-5-3 0,3-2-1 16,4-6 2-16,2-4-3 16,2-8 1-16,1-4-2 15,-1-4 2-15,2-4-1 16,-2-2-1-16,0-7 3 16,0-1 0-16,0-3 1 0,-2-3 1 15,-3-3-1-15,-4-1 2 16,0 0 1-16,-4-2-2 15,-3-1 3-15,-2 0 0 16,-1 0 1-16,-4 0 6 16,0 0 2-16,0 0-7 0,0 0-6 15,0 0-3-15,0 0 1 16,0 0 0-16,0-1 2 16,0 1-3-16,0-3 0 15,0 3 0-15,-2 0 0 16,0 0 0-16,1 0 1 15,-1 0 2-15,0 0-5 0,0 0 4 16,0 6-1-16,-1 2-2 16,-3 1-17-16,-5-6-90 15</inkml:trace>
  <inkml:trace contextRef="#ctx0" brushRef="#br0" timeOffset="-153515.39">16329 15388 66 0,'-4'-1'5'0,"-1"-2"12"0,3 0-3 0,-2 1-3 16,-1 2-3-16,1 0 1 16,-1 0-4-16,-3 0-5 15,3 2-1-15,-2 4 2 16,1 1-2-16,-3-2 2 0,0 4-2 16,2-2-1-16,-3 0-1 15,4 0 3-15,-4 0 11 16,2 3 1-16,-1 2-6 15,-2 0-5-15,1 4 0 16,-4 0-1-16,1 2 1 16,-1 2 0-16,0 1-1 0,-1 2 1 15,0 0 1-15,0 1-2 16,2-1 0-16,1 1 0 16,0 0 0-16,1-1 0 15,4 1 0-15,-2-3 0 16,5 3 0-16,1-2 0 0,1 0 0 15,0 0 0-15,2-1 1 16,0 0-1-16,0 2 0 16,0-2 1-16,0 2-1 15,4 0 0-15,-2-1 1 16,1 3-1-16,3 1 2 0,-1 0-4 16,-3 2 4-16,2 0-2 15,3 1 0-15,-2-3 0 16,1-1 2-16,1 0-2 15,2-3 0-15,-1 1 0 16,3-2 0-16,-1-1 1 16,1 3-1-16,1-3 2 0,-2 1-1 15,0-1 2-15,2-2 1 16,0 0-3-16,-1-3 0 16,3 2 0-16,-1-2 0 15,3 0 1-15,-1-1-1 0,1-1 0 16,0 1 0-16,4-1 3 15,-2-3 0-15,0 3-1 16,0-2-3-16,-1-1 1 16,0-1 0-16,-2-1-1 15,-2-2 1-15,-1-2-1 0,-2-1 2 16,-1 0-1-16,0-2 4 16,-4-1-3-16,3 0-2 15,-3 0-5-15,0 0-7 16,-1 0-5-16,-1 0-6 15,-2 0-20-15,0-8-58 16</inkml:trace>
  <inkml:trace contextRef="#ctx0" brushRef="#br0" timeOffset="-153016.91">16517 16477 36 0,'0'0'4'0,"0"0"-3"0,0 0 2 0,0 0-3 0,0 0 3 16,0 0 6-16,0 0 1 0,0 0-2 15,0 0 0-15,0 0 1 16,0 0 3-16,39 20-2 15,-29-15-4-15,-1 2-4 16,-1-2-1-16,2 1-1 16,-3 1 0-16,1-1-1 15,-1-1 1-15,-2 1 0 0,-1-2 0 16,-2 2 0-16,-2-3 0 16,0 4-1-16,-1 1 10 15,-11 3 11-15,-7 7-9 16,-6 3-6-16,-7 9-4 0,-10 8-4 15,-14 6-32-15</inkml:trace>
  <inkml:trace contextRef="#ctx0" brushRef="#br0" timeOffset="-151358.32">15451 17524 195 0,'0'0'-9'0,"0"0"19"0,0 0 3 0,0 0-8 15,0 0-7-15,0 0 5 16,0 0 1-16,-14 50 4 16,14-33-1-16,1 4-3 15,6 2-2-15,0-2 0 0,-2 4-1 16,2 0 0-16,-2-1 2 15,2-1-9-15,-3-3-12 16,-1-2-12-16,0-3-2 16,0-4-5-16,-3-2-9 15</inkml:trace>
  <inkml:trace contextRef="#ctx0" brushRef="#br0" timeOffset="-151003.2">15467 17487 144 0,'0'0'-2'0,"0"0"15"0,0 0 4 15,24-37-11-15,-17 33-4 16,3 0 0-16,-2 4-4 15,0 0 1-15,2 0 1 16,-5 10 1-16,3 3 3 16,-5 2-2-16,-1 2-1 0,-1 5 7 15,-1-1-5-15,0 0 1 16,-4 0 2-16,-5 0-1 16,-2-4-2-16,0-1 0 15,0-1 2-15,-2-4-2 16,2-1-1-16,2-3 0 0,1-3-9 15,0-4-27-15,2 0-19 16,1-6-73-16</inkml:trace>
  <inkml:trace contextRef="#ctx0" brushRef="#br0" timeOffset="-150362.6">15562 17206 137 0,'0'0'17'0,"0"0"-10"0,0 0-11 0,0 0 5 0,0 0 6 16,0 0 2-16,19 48-3 16,-13-32 1-16,-2 7 2 15,2 1 1-15,0 1 2 16,-1 1-2-16,3-2-3 0,-1 3-3 16,1-3 2-16,2-2-1 15,-3-1-1-15,4-3 0 16,-2-2-1-16,-2 1 1 15,1-6 0-15,1 2 1 16,-1-4-2-16,2-2 0 0,0-3-1 16,-1-4-3-16,-1 0-2 15,0 0-5-15,2-7 5 16,-5-4 2-16,3-4-1 16,-5 0-4-16,1-1 6 15,0-2 0-15,-4 3 0 0,0 1 0 16,0 3 0-16,0 1 0 15,0 3 3-15,-2 2 2 16,0 1 4-16,1 4 0 16,1 0-3-16,0 0-6 15,0 0-5-15,0 9 4 0,8 1 2 16,-4 1 0-16,5 1 1 16,-4 0-2-16,3 0 1 15,1-2 0-15,-1-2 0 16,2-2 0-16,2-2-3 15,1-3-4-15,1-1-7 0,-1 0-6 16,-1-5-23-16,0-7-20 16,-2-5-52-16</inkml:trace>
  <inkml:trace contextRef="#ctx0" brushRef="#br0" timeOffset="-149921.15">15914 17386 136 0,'0'0'25'0,"0"0"29"0,0 0-19 0,0 0-16 0,0 0-16 15,0 0-6-15,0 0 2 16,0 0 2-16,0 0 0 15,-12 42 1-15,12-30 1 16,5-2-1-16,-2 2 2 0,3-4-2 16,-2-2 1-16,1-2-1 15,1 0-4-15,0-2 0 16,2-2-6-16,-1 0-3 16,3 0 3-16,2-4-10 15,-4-6-26-15,0-3-67 16</inkml:trace>
  <inkml:trace contextRef="#ctx0" brushRef="#br0" timeOffset="-149309.27">16081 17349 133 0,'0'0'8'0,"0"0"18"0,0 0-7 15,0 0-7-15,0 0-2 16,0 0 0-16,0 0 0 16,0 0-7-16,0 0-3 15,-35-18 0-15,28 28 1 0,1 3 1 16,3-1-1-16,1 1 0 15,2-2 0-15,0-2-2 16,0 1-4-16,2-4-7 16,3-2 2-16,3-1 0 15,1-3 1-15,1 0 4 16,-1 0 3-16,-1-7 1 0,-1 0 2 16,2-3-1-16,-5 2 3 15,-1 0 4-15,-3 1 1 16,0 1 5-16,0 3 4 15,0 2-5-15,0 0 2 0,0 1-2 16,0 0-7-16,0 4-4 16,0 3-1-16,1 8 0 15,4-2 0-15,-1 4 1 16,1 3-1-16,2-2 1 16,0 1 0-16,-1 3-1 15,-2-1 1-15,-1 2-1 0,-2-1-4 16,-1-3-6-16,0 0 6 15,0-3 1-15,-1-2 3 16,-4-2 3-16,-2-1-2 16,-1-2 2-16,-1-4-2 0,2 1 1 15,0-4-2-15,1-1-1 16,0-1-12-16,0 0-22 16,1-9-9-16,0-5-81 15</inkml:trace>
  <inkml:trace contextRef="#ctx0" brushRef="#br0" timeOffset="-148975.16">16249 17349 148 0,'0'0'1'16,"36"-29"-10"-16,-25 21-11 16,3 1-4-16,-3-1 13 15,-1-1-27-15</inkml:trace>
  <inkml:trace contextRef="#ctx0" brushRef="#br0" timeOffset="-148655.26">16397 17178 162 0,'0'0'-10'0,"0"0"23"15,0 0 14-15,0 0-4 0,0 0-2 16,0 0-3-16,0 0-14 15,0 0-3-15,0 10 4 16,0 7 0-16,4 5-4 16,1 0 1-16,1 3 0 15,1 0 2-15,-1 0-1 0,0-2 0 16,-1-1-1-16,0 1-6 16,-3-4-13-16,0-5-16 15,-1-2 6-15,0-6 0 16,-1-4-26-16,0-2-26 15</inkml:trace>
  <inkml:trace contextRef="#ctx0" brushRef="#br0" timeOffset="-148348.94">16419 17136 137 0,'0'0'12'0,"0"0"12"15,0 0-9-15,22-42-5 16,-16 36-4-16,1 1-4 16,1 2 2-16,0 3-1 15,-2 0-1-15,1 0-1 0,0 1 1 16,0 6 3-16,-2 3-2 16,1 3-2-16,-3 0-1 15,-2 1 0-15,-1 0 2 16,0 0 0-16,0 0-2 15,-4 1 3-15,-5-1-2 0,0 0 2 16,0 0-2-16,1-2-3 16,1-3-21-16,1-3-23 15,2-4-18-15</inkml:trace>
  <inkml:trace contextRef="#ctx0" brushRef="#br0" timeOffset="-147879.67">16647 17109 111 0,'0'0'5'15,"0"0"26"-15,0 0 9 16,0 0-22-16,0 0 0 16,0 0-5-16,0 0-1 15,0 0-4-15,0 0 0 16,-27-28-3-16,21 28-4 0,2 0-4 15,1 4 5-15,2 3 0 16,-1 3-2-16,2 0 1 16,-2 3-1-16,2 2 2 15,0-3-4-15,0-2 2 16,0-2-1-16,0-2 0 0,0-1-1 16,4-3 0-16,0 0 1 15,2-2 3-15,-2 0-1 16,1 0 1-16,1-7-1 15,-1-3 0-15,2 1 1 16,-3-1-1-16,-1 2 2 16,-1 2 2-16,0 0 1 0,-2 2 2 15,0 4 2-15,0 0 1 16,0 0-8-16,1 0-3 16,0 0-3-16,1 3 1 15,0 4 3-15,1 0 1 0,1 0-2 16,3 3-10-16,-3-3-16 15,1-3-12-15,1-2-46 16,-4-2-33-16</inkml:trace>
  <inkml:trace contextRef="#ctx0" brushRef="#br0" timeOffset="-147546.47">16718 17085 152 0,'0'0'2'0,"0"0"32"0,0 0 0 0,0 0-22 16,0 0-9-16,0 0-5 0,0 0 1 16,0 0 1-16,0 0 2 15,0 0-1-15,23 24-2 16,-18-18-6-16,3-2-5 16,-3-1 3-16,2-1 6 15,-1-2 1-15,-1 0 3 0,-1-2 0 16,0-5 0-16,0-3 3 15,-1 0 0-15,2 2 5 16,-1 0 0-16,-3-1 0 16,0 6-2-16,0 0 0 15,0 3 2-15,0 0-7 0,1 1-7 16,0 9 1-16,-2 3 4 16,2 3-1-16,-2 2-1 15,0-2-34-15,0-3-32 16</inkml:trace>
  <inkml:trace contextRef="#ctx0" brushRef="#br0" timeOffset="-146569.77">16514 16730 135 0,'0'0'-5'0,"-60"-18"24"0,27 12-3 0,0 2-5 15,-5 2-3-15,0 2-3 16,-4 0 5-16,3 0-4 0,-4 0 0 15,1 0 1-15,-2 5-4 16,-2 0-2-16,-4 2-1 16,-3 3-1-16,0 3 1 15,0 3-2-15,-1 2 1 16,-2 5 1-16,0 2-2 16,0 4 0-16,-1 1 0 0,-1 5 3 15,2-1-4-15,0 3 5 16,4-1-1-16,3-1-2 15,1 2 1-15,5-1-2 16,0 0 5-16,5 3-2 16,4 2 3-16,2 2-1 0,5-2-3 15,3 3 1-15,5 1-1 16,4 1 0-16,5 1 1 16,4 1-1-16,3 3 0 15,3 2 0-15,0 1 0 0,2 0-5 16,7 0 1-16,5 0 2 15,3-2 1-15,6-2 1 16,6-3-2-16,2-3-2 16,3-4-3-16,6-5-8 15,4-4 9-15,1-3 4 16,0-6 1-16,0-4 0 16,4-3 3-16,-5-1 0 0,4-3 4 15,1 1 7-15,4-2-5 16,1-1-3-16,2 0-3 15,6-3-1-15,4-2 2 16,1-4 0-16,1 0 1 0,0-3-2 16,0-10-1-16,0-7 0 15,-5-4 0-15,-1-4 1 16,1-5 0-16,0-1-2 16,-1-3 1-16,0-3 1 15,1-1-2-15,-5 0-2 0,-2-2 2 16,-5-2-3-16,-4-1 5 15,-3-3-2-15,-5-1 0 16,-1-1 1-16,-5-2-1 16,-1-1 0-16,-5-1 3 15,-4 0-3-15,-2-2 1 0,-5 0 0 16,-7 2 0-16,-4 0 0 16,-3 3 1-16,-2 2 5 15,-3 5-1-15,-10 4 2 16,-9 0 0-16,-3 7 3 0,-7 0-1 15,-3 2 0-15,-7 5-1 16,-7 1-2-16,-7 5-7 16,-5 6 2-16,-8 4-6 15,-4 9 0-15,-6 2-2 16,-6 2-16-16,-3 12-7 16,-3-3-55-16</inkml:trace>
  <inkml:trace contextRef="#ctx0" brushRef="#br0" timeOffset="-143899.9">17637 16791 51 0,'0'0'3'0,"0"0"6"0,0 0 6 0,0 0 1 0,0 0-6 16,0 0 0-16,0 0 2 15,0 0 1-15,0 0-2 16,0 0-3-16,0 0-6 15,0 0-3-15,0 0-5 0,-4 8 2 16,4-2 3-16,2 2-5 16,0-1-1-16,1 1 1 15,1-1 3-15,2-1 1 16,0-3 2-16,2-2 0 16,0-1-1-16,2 0-1 0,4-7-2 15,1-6 2-15,3-1 0 16,2-6 3-16,0 2 1 15,2-3 1-15,-3 2 2 16,3-1 7-16,0 0 2 16,-1 1 3-16,0 1-2 0,-1 0-7 15,-2 2-7-15,2 1 0 16,-4 0-1-16,-3 4 0 16,2 4 0-16,-3 0-1 15,-3 1-2-15,1 2-6 16,-2 2-15-16,-4-1-6 0,-1 2-12 15</inkml:trace>
  <inkml:trace contextRef="#ctx0" brushRef="#br0" timeOffset="-140621.23">16412 13719 78 0,'0'0'12'0,"0"0"2"0,0 0 3 0,0 0 1 16,0 0 0-16,0 0-12 16,0 0-4-16,0 0-2 0,0 0 1 15,0 0-1-15,0 0-1 16,-8-24 1-16,5 23 0 16,-6-1-2-16,2 1 1 15,-4 1-1-15,0 0 2 16,-2 0-2-16,1 0 1 0,-2 0-1 15,2 0 2-15,0 0 0 16,-1-1 0-16,0 0-1 16,-1 1-2-16,-1 0 0 15,1 0 3-15,-1 0 1 16,-1 2-4-16,3 5-2 16,-1 2 3-16,2 0 2 0,-1 2 0 15,2 3 0-15,-2 1-3 16,1 1-8-16,-1 2 1 15,-1 2-4-15,1 0-10 16,1 2 9-16,-1 0 6 0,1-1 7 16,2 2 0-16,1 0 2 15,1-1 2-15,3-1-2 16,3 1-11-16,-2 1-14 16,1-2 10-16,1 0 19 15,1 3 6-15,-2-1 5 16,2 0 7-16,-1 5-6 0,2 1-9 15,0 3-4-15,0 4-2 16,0 1-10-16,0 4-16 16</inkml:trace>
  <inkml:trace contextRef="#ctx0" brushRef="#br0" timeOffset="-118123.88">23974 15925 33 0,'0'0'24'0,"0"0"-22"0,0 0 2 16,0 0 11-16,0 0-3 16,0 0-3-16,0 0 1 15,0 0-4-15,0 0 0 0,0 0 0 16,0 0-5-16,0 0-9 15,0 0-15-15,-10-31 0 16,6 28-7-16,1 0-14 16</inkml:trace>
  <inkml:trace contextRef="#ctx0" brushRef="#br0" timeOffset="-117447.91">23974 15925 24 0,'-39'-43'20'0,"33"42"-22"16,-1 1-4-16,-1 0-23 16,0-1 22-16,4 1 7 15,-1 0 2-15,1 0 24 16,2 0-1-16,-1 0 1 15,2 0-1-15,-1 0-7 16,1 0-15-16,-1 0-3 0,0 2-1 16,2 2 1-16,-2 1 0 15,0-1-2-15,0 3 2 16,-1 0 0-16,-2 0 0 16,-1 3 0-16,1 0 0 0,-4 2 0 15,1-2 0-15,0 1 1 16,0-1-1-16,0-1 1 15,0 0 0-15,4 0 1 16,-1-1 3-16,2 2-1 16,2-1 1-16,-1 1-1 0,1 1 0 15,0-1 0-15,1 2 2 16,0-1-2-16,0 1-1 16,0-1 1-16,0 1-1 15,0 0-1-15,0-1-1 16,0 0 0-16,0 1-1 15,0 1 0-15,0-1 1 0,-1 1-1 16,1 1 1-16,0-1-2 16,-4 0 2-16,3 0-1 15,-1 1 0-15,0-3 0 16,0 2 0-16,1-1 0 0,-1 1-1 16,0-1 2-16,0-1-2 15,2 1 1-15,-1 0 0 16,1 0 1-16,0-1-1 15,0 1-1-15,0 0 0 16,2 0 1-16,3 0-1 0,0-3 0 16,2 4 1-16,-2-2 0 15,0 3-1-15,0-1 0 16,-1 1-1-16,-1 1-2 16,1-3 2-16,1 1 0 15,-2-3 2-15,0-2 0 16,2 0-1-16,-1-1 0 0,1-3 1 15,-1 2-1-15,3-2-1 16,0 0-5-16,-2-2 2 16,4 0 1-16,0 0 1 15,0-1 1-15,0-1-2 16,4 0-7-16,0 0-12 0,-3-5-27 16</inkml:trace>
  <inkml:trace contextRef="#ctx0" brushRef="#br0" timeOffset="-115469.81">17445 16800 28 0,'3'-3'6'0,"1"0"0"0,0 0 1 0,-2 2-4 0,0-2 1 16,0 2 1-16,0 0 2 15,-1 1 1-15,3 0 0 16,-2 0-2-16,0 0-3 0,2 0 0 15,1 3-1-15,1 3 1 16,0 1-3-16,2 0 1 16,-1 3-1-16,0 0 1 15,2 0-1-15,-4-1 0 16,4-1 1-16,-4-1-1 16,3-2 0-16,-3-2 1 0,1-1-1 15,3 0 1-15,0-2 2 16,0 0 1-16,3 0-1 15,1-6 3-15,4-7 6 16,3-1 1-16,3-9-1 0,4-1-1 16,4-6 1-16,1-4-2 15,5-3-1-15,0-4 1 16,2 1 4-16,-1-4 0 16,-2 3-4-16,-2 4-6 15,-3 3-2-15,0 7-1 0,-7 4-1 16,0 7 0-16,-5 5-1 15,-3 4-1-15,-5 5-6 16,-1 2-6-16,-4 0-7 16,-2 0-5-16,-3 5-2 15,-1 2 4-15,0-1-18 0</inkml:trace>
  <inkml:trace contextRef="#ctx0" brushRef="#br0" timeOffset="-114785.8">17493 16854 33 0,'0'0'8'0,"0"0"4"0,0 0 4 0,0 0-6 16,0 0-4-16,14 37-3 0,-7-30-1 15,-2-3 0-15,3 0 1 16,1-1-1-16,1-3 4 16,3 0 7-16,3-7 6 15,3-8 0-15,2-7 1 16,6-3-5-16,5-7-3 0,4-3-4 16,8-4-5-16,2-3-2 15,3-1-2-15,0-5-28 16,-2-2-102-16</inkml:trace>
  <inkml:trace contextRef="#ctx0" brushRef="#br0" timeOffset="-112358.83">23920 15956 61 0,'-1'-2'2'0,"-2"-1"2"0,2 1 4 0,0 1 3 16,0-2 2-16,-1 1-2 15,-2 1 0-15,3-2-5 0,-1 2-3 16,-1-1-3-16,2 0 2 15,-1 1-4-15,1-1 2 16,-3 0-1-16,2-1 2 16,-1 2 1-16,0-1 0 15,0-2 3-15,-2 3 6 0,1-2 5 16,-1 0-2-16,-1 2-3 16,1-1-4-16,-4-1-4 15,2 2-1-15,-1-2-1 16,3 3 0-16,-3-1-1 15,2-1 1-15,0 2-1 0,0-1 0 16,1 0 0-16,0 1 0 16,-2 0 0-16,1 0-1 15,1 0 1-15,-3 2-1 16,1 4 0-16,-2 1-1 16,2 0-3-16,-1 2-3 0,1 1-1 15,0-2 1-15,0 2 3 16,1-1 4-16,3-1-1 15,-1 2 2-15,1 1-1 16,-1-1 0-16,1 0 1 16,0 2-1-16,0-1 2 15,-1 3-2-15,1-2 2 0,1 2-1 16,-2-3 0-16,1 2 0 16,0 0 1-16,-1 1 0 15,2-1 1-15,-1 0-2 16,0 2 1-16,1-1 0 15,1 1-1-15,1-1 0 0,-2 0 1 16,2 0-1-16,0-2 2 16,0 3-1-16,0-5 0 15,0 4-1-15,0-3 1 16,0 4 0-16,2-2-1 0,-1 1 0 16,1-3 0-16,-1 3 0 15,0-1 1-15,0-1-1 16,0 0 0-16,1 0 0 15,0-1 1-15,1 0-1 16,0-2 1-16,-1 4 0 0,2-3 0 16,0 1 2-16,-1-1-2 15,0 1 0-15,0-2 0 16,1 1 1-16,-3 0-1 16,1-3 2-16,1 1-1 15,0-1 3-15,0-1-2 16,0 1 2-16,1-2-1 0,-1 0-2 15,2 1 1-15,-3-2 0 16,2 2 2-16,2 0-1 16,-1-1-2-16,0 1-2 15,2-2 2-15,-2 3-2 16,2-1 0-16,-3 0 0 0,1 0 1 16,2-2-1-16,-2 1-3 15,3 0 3-15,-3 0 0 16,3-2-1-16,-4 0-1 15,1 0-11-15,1-2 9 16,0-1 6-16,-2 0 0 0,1 0-2 16,-1 0 1-16,2 0 1 15,-2 0-2-15,2 0 1 16,0 0-1-16,-1 0 0 16,3 0-1-16,-1-3 0 15,0 2-1-15,0-2 1 0,0 0 0 16,1 0 0-16,0-1 0 15,2 0-2-15,-1-3 3 16,1 1 0-16,0-4 2 16,-3 0-18-16,0-1-62 15</inkml:trace>
  <inkml:trace contextRef="#ctx0" brushRef="#br0" timeOffset="-110138.62">23709 15919 2 0,'3'-3'15'0,"0"1"-11"0,0 0 2 0,-1-1 3 0,-1 2 5 15,1-2-1-15,-1 3 1 16,2-3-2-16,-1 3-7 16,1-1-3-16,-1-1-1 0,-1 1-1 15,2-2 2-15,1 2 2 16,1-2 7-16,1 0 4 16,2-1 4-16,-1 1-2 15,1 0-5-15,0 0-6 16,1 1-4-16,1 1-2 0,-1 1 1 15,2-2-1-15,-1 1 0 16,0 1-1-16,2 0 1 16,-5 0 1-16,1 0-2 15,0 0 1-15,1 0 0 16,-2 3 0-16,1 2 1 0,3 0-1 16,-4 4-1-16,0-1-1 15,0 2-3-15,1 0 1 16,-3 2 1-16,2 0-1 15,-2 0 10-15,2 0-5 16,-3 1-1-16,2 0 1 0,-1-1 0 16,-1 0-1-16,2 2 1 15,-1-1-1-15,3 0 1 16,-2 3-1-16,1-2 0 16,-1 0 0-16,0 0 0 15,1 2 0-15,-2-2 0 0,1 0 0 16,-1 2 0-16,-1-1 1 15,2 0-2-15,-1 0 1 16,0-1 1-16,-1 1-2 16,-1-2 1-16,0 0-1 15,0-1 0-15,1 1 0 16,-2 0 1-16,-2-1 1 0,0 0-2 16,0 0 2-16,0 0-2 15,0-1 1-15,0 1 2 16,-2-1-1-16,-2 1 0 15,0 0 0-15,-1 1-2 0,1 1 2 16,1 0-1-16,-1-1 0 16,-3 1 2-16,3 0-4 15,-1-1 4-15,-3 0-2 16,3-2 0-16,-4-1 0 16,4 2 0-16,-3-4 0 15,3 0 0-15,-4-1-2 0,4 1-1 16,-3-1 12-16,2-1-6 15,0-1 0-15,-1 1 1 16,1-2-2-16,-1 1-2 16,-1 0 0-16,0-2 1 15,-1 1-1-15,-2 0 1 0,0-2 0 16,1-1-1-16,0 1 3 16,-1-1 5-16,0-1 1 15,2 2-6-15,-4-2-2 16,1 0-1-16,0 0 1 15,1 0-2-15,1 0 1 0,0-2 1 16,2-3 0-16,1-1 1 16,1-1 0-16,0 1 2 15,-2-3-5-15,1 1 5 16,-1-2-3-16,1 3-1 16,-4-1 1-16,2 0-1 15,2 1 1-15,-2-2 0 0,0 0 1 16,3-1 3-16,1-1-3 15,1-2 1-15,0-1 4 16,2-1-4-16,-2 0-1 16,4-5-2-16,0 1 1 15,0-2 3-15,0 0-4 0,0 0 1 16,0-1-1-16,0 3 2 16,0 0-1-16,0 2-1 15,4 1 1-15,-4-1-1 16,0 3 1-16,0-2-1 15,1 1 1-15,0-1-1 0,0 3 0 16,2-2 1-16,1 1-1 16,-1 0-2-16,1-1 0 15,2 1 4-15,-1 0-1 16,0-2-1-16,-1 3 0 0,0-1 0 16,0 1 1-16,-1-1-1 15,2 3 0-15,0-1-1 16,3 2 2-16,-5 0-1 15,3 2-3-15,1-1-1 16,-1 1 2-16,2 3-2 0,-2-1 2 16,1 0-5-16,-1 2 0 15,2 0-1-15,-2 1 3 16,2 1 2-16,-1-1 4 16,3 0-1-16,-2 2 0 15,1-3 0-15,0 1 0 16,2 2 0-16,-4-1 1 0,0 1 0 15,0 1-1-15,1 0 0 16,-2 0 0-16,1 0 0 16,0 4 0-16,2 3-1 15,0-1 2-15,-2 4-2 16,2-2 0-16,0 4 1 0,0 0-1 16,0 1 2-16,0 3-5 15,-2-1 2-15,0 2 7 16,-1 0-5-16,2 2-2 15,-2-2 4-15,0 1-2 16,1 2 0-16,-1-2 0 0,2-1 0 16,-1 2 1-16,-1 0-2 15,-1-1 2-15,2 1-2 16,-6-1-1-16,2-1 1 16,-1 0 1-16,-2 0-2 0,0 0 1 15,0-1 2 1,0 2-1-16,0 0 0 0,-2-2 2 15,-1-1-2-15,0 2 0 16,0-3 0-16,-2 0 0 16,0 0 0-16,-1-1 0 15,-1 0 0-15,-1-2 1 0,2-1 2 16,-4 0-1-16,0 0 1 16,3-3 0-16,-2 2 3 15,1-1-2-15,-1 0-1 16,2 0-1-16,0-2-1 15,0 2-1-15,1-1 0 0,-1 0 2 16,0 0-2-16,-1-2 0 16,3 0 0-16,-4-2 1 15,2 0 1-15,1-2-2 16,1-1 0-16,-4 0 1 16,2 0-1-16,-1 0 1 0,-1 0-1 15,-1-6-1-15,2-2-3 16,1 1-8-16,0-3-10 15,2-2-38-15,1-1-62 16</inkml:trace>
  <inkml:trace contextRef="#ctx0" brushRef="#br0" timeOffset="-109354.58">24069 16209 67 0,'0'0'5'0,"0"0"6"0,0 0 3 15,0 0-1-15,0 0-1 16,0 0 0-16,0 0 2 0,0 0-1 16,1 0-6-16,1-1-3 15,2-1-3-15,0 1-1 16,2-2-1-16,4 2 0 16,-1-1-4-16,4-1 5 15,-1 0-1-15,3 2 1 0,0-3 0 16,2 0 0-16,3-1 0 15,-2 1 1-15,4-2-1 16,-1 2 1-16,-1 1-2 16,0 0 0-16,0 0-3 15,-3 2 2-15,-1 0 1 16,-1-1 1-16,-1 2 0 0,-3 0 0 16,-2-1 1-16,2 1-1 15,-2 0 2-15,-2 0-2 16,-1 0 1-16,-1 0-1 15,-2 0 0-15,-1 0 0 0,-2 0-1 16,0 0-1-16,0 0-8 16,0 0-7-16,0 0-16 15</inkml:trace>
  <inkml:trace contextRef="#ctx0" brushRef="#br0" timeOffset="-108899.84">24468 16059 6 0,'0'0'13'0,"0"0"3"0,0 0 0 0,0 0-1 15,0 0-2-15,0 0-2 16,0 0-2-16,24 38-6 15,-24-31-2-15,0 0 0 16,0 1 1-16,0 0-2 16,0 1 1-16,-2-1 0 0,-1 0 0 15,-3 1-1-15,1 2 1 16,-1-4 0-16,-2 4 0 16,0-2 3-16,1 1 0 15,-1 1-3-15,0-1-2 16,0-2-2-16,2-2-11 0,-1 0-52 15</inkml:trace>
  <inkml:trace contextRef="#ctx0" brushRef="#br0" timeOffset="-105378.21">17194 16674 71 0,'6'8'8'0,"0"1"2"0,3 2 3 0,2 0-6 0,4 3-3 16,-2 1-2-16,4-3 2 16,-1 1 1-16,3-3 4 15,-2-1 0-15,0-1-1 16,0-1-6-16,-1-3-1 15,0-1-2-15,-3 0-6 0,-5-3-17 16,2 0-23-16</inkml:trace>
  <inkml:trace contextRef="#ctx0" brushRef="#br0" timeOffset="-105142.4">17335 16663 192 0,'0'0'6'0,"0"0"-2"0,0 0 3 16,0 0-6-16,0 0-1 16,-26 46 0-16,23-28 0 15,-1 4 0-15,2-1 0 16,0 3-2-16,2-3-17 15,-1-1-22-15,0-5-15 0</inkml:trace>
  <inkml:trace contextRef="#ctx0" brushRef="#br0" timeOffset="-104402.95">17296 17067 46 0,'0'0'28'0,"0"0"-23"0,0 0 13 0,0 0 2 0,0 0 3 16,0 0-16-16,0 0 4 15,0 0 8-15,0 0-12 16,-24-32-4-16,21 32-1 0,0 0 0 16,1 5-1-16,-2 1-1 15,1 0 0-15,1 4 0 16,1 0 0-16,1 3 0 16,0 2-1-16,0 0 1 15,0 2 0-15,0 0 0 16,0 1 0-16,1-2-1 0,3 1 1 15,1-1 0-15,-1-2 0 16,-1-1 0-16,3 2 1 16,-1 1 0-16,4-2 0 15,-4 3 2-15,5 0-3 0,-2-1 2 16,3 1-2-16,1 2 0 16,2-2 1-16,-1 0-1 15,0-3 1-15,2 0 0 16,2-1 0-16,-1 0 0 15,1-2 1-15,-1-2 1 16,-1-1-3-16,0-1 2 0,-1-1-3 16,0-1 1-16,-1-3 0 15,-1-1-6-15,-4 1 4 16,0-2 7-16,-2 0-1 16,1 1-4-16,-3-1 2 15,-2 0-4-15,0 0-5 0,-2 0-23 16,0 0-8-16,0 0-25 15</inkml:trace>
  <inkml:trace contextRef="#ctx0" brushRef="#br0" timeOffset="-103675.69">17384 17594 57 0,'0'0'13'0,"0"0"-1"0,0 0 0 0,0 0-7 16,0 0 2-16,0 0 3 0,0 0 3 16,0 0-6-16,0 0-2 15,0 0-1-15,41 18 0 16,-35-14-2-16,-1-1-1 16,1 2 0-16,0-3 0 15,0 0 2-15,0-1-3 0,-2-1 3 16,1 0-1-16,-1 0 1 15,1 0 5-15,-2 0 5 16,3-5 4-16,-5-3-2 16,1 0-4-16,-1-5-1 15,0-2 0-15,0-3-1 16,0-3-3-16,3-3-6 0,0-3 0 16,0-1-6-16,-1-5-25 15,2-2-57-15</inkml:trace>
  <inkml:trace contextRef="#ctx0" brushRef="#br0" timeOffset="-99854.82">17355 17592 57 0,'0'0'13'0,"0"0"5"0,0 0-6 0,0 0-8 16,0 0-1-16,0 0 0 15,0 0-2-15,0 0 0 16,0 0 0-16,0 0 1 0,0 0 3 15,0 0 1-15,39-30 0 16,-31 32-3-16,-1 2-2 16,4 2-2-16,0-1 1 15,3 1 1-15,1 0-1 16,0 1 1-16,-2-4-2 0,-1 0 2 16,0-3-2-16,-3 0 2 15,0 0 6-15,0-10 15 16,-2-2 12-16,1-3-12 15,1-5-13-15,1-3-5 16,0-1-3-16,1-3-2 0,0-1-5 16,1-4-38-16,0-2-40 15</inkml:trace>
  <inkml:trace contextRef="#ctx0" brushRef="#br0" timeOffset="-98950.68">20225 17345 40 0,'0'0'18'0,"0"0"9"0,0 0-3 0,0 0-12 16,40 0 1-16,-31 0-6 16,5 0 0-16,0-3-3 15,3-1-2-15,0 1 1 16,3-1-1-16,2 1-1 0,2 0-1 16,-2 0-1-16,3-1 0 15,0 1 0-15,1-1 1 16,-1 1 0-16,-1-1 0 15,0 1 0-15,1 0-2 16,-2 0 2-16,-4 1-3 0,-1 2-3 16,-4-2-1-16,-2 2 2 15,-6 0-3-15,-3 0-5 16,-3 0-9-16,0 0-20 16</inkml:trace>
  <inkml:trace contextRef="#ctx0" brushRef="#br0" timeOffset="-96602.43">16364 16737 89 0,'-3'0'2'0,"0"0"-2"0,1 0-3 16,0 0-3-16,0 0-2 16,0 0 4-16,1 0 6 0,1 0 4 15,0 0 8-15,0 0-3 16,0 0-7-16,0 0 2 16,0-3 4-16,1 2-4 15,5-2 0-15,0 2-4 16,6-3-2-16,1 2 1 0,2-1-1 15,0 0-1-15,5 2 1 16,-1-2-1-16,4 3 0 16,-1 0 0-16,3 0 1 15,3 0 0-15,0-1 0 16,2-1 0-16,1 1 0 0,0-2 0 16,0 3 0-16,-4-1 0 15,0 1 0-15,-1 0-1 16,-4 0 0-16,-1 0 1 15,-5 5-2-15,0 2 2 16,-2 2-1-16,-2 2 1 0,0 1-1 16,-2 0-1-16,-2 1 2 15,1 1 0-15,1-1 0 16,-3 1 0-16,3 2 0 16,0 1 0-16,-3 0 0 15,4 0 0-15,0 3 0 16,-2 0-1-16,0 1 1 0,2-1 1 15,-2 3-1-15,0-1 1 16,0 1 0-16,-1 0-1 16,0-2 0-16,0 2 0 15,-3-1 0-15,0 2 2 0,1 2 0 16,-1 1 1-16,1 2-1 16,-1 3-2-16,0 1 1 15,-3 1-2-15,-2 2 1 16,0-2-1-16,-2 1 0 15,-8-2 0-15,-1-2 1 0,-7 1 0 16,0 0-1-16,-2-4 1 16,-3 2 1-16,0 0-1 15,0 2 0-15,-4-1 1 16,2 1-2-16,-2-3-1 16,-1 2-1-16,1-3 3 0,-8-2 0 15,1-2 0-15,-4 0 1 16,-2-1-1-16,-3-2 2 15,0 1-1-15,1-3 0 16,-1 1 2-16,3-4-2 16,-2 0-2-16,-1-5-3 15,-4-4-46-15</inkml:trace>
  <inkml:trace contextRef="#ctx0" brushRef="#br0" timeOffset="-95969.68">15878 16785 36 0,'-11'0'2'0,"1"-2"2"0,2 2-2 15,-3-2-2-15,2 2-9 0</inkml:trace>
  <inkml:trace contextRef="#ctx0" brushRef="#br0" timeOffset="-92801.93">16806 10988 69 0,'0'0'-3'0,"0"0"4"0,0 0 10 16,-38 17 1-16,26-14 2 15,1 1 5-15,1-1 26 16,2-3-30-16,2 2-12 16,1-1 1-16,-1 0-1 0,1 3-3 15,-4 2-1-15,0 1 1 16,-4 3 0-16,-1 2-1 15,-3 1 1-15,0 2 0 16,0 2 0-16,2 3 0 16,0 3-1-16,2 4 1 0,0 1-1 15,-1 4 1-15,4 3 0 16,3 0-1-16,-3 1 1 16,4-1 0-16,1 2 0 15,1-1 0-15,2-2-2 16,2 3 3-16,0 0-2 0,0 0 1 15,5 1 0-15,5 3-1 16,4-2 2-16,1-1-2 16,3-1 1-16,2-2-2 15,3-2-2-15,3-3 1 16,2-2 1-16,1-1 0 16,2-1 1-16,1-1 2 0,-1-3 2 15,2 2 4-15,-2-3-2 16,-2 3-1-16,0-1-3 15,-3 1 0-15,-3 0-1 16,-4 2 2-16,-2-1-1 16,-5 2 1-16,-4-1-2 0,-5 1 2 15,-1-2-2-15,-2 1 2 16,0-2-3-16,-7 3 2 16,-2-1-1-16,-5-2 0 15,-1 1-2-15,-1-2 3 0,1-1 1 16,-3-1-1-1,5-3-1-15,0-1 0 0,3-2 0 16,3 0-2-16,4-1-1 16,2-1-4-16,1 2-8 15,0 0 5-15,7-1 8 16,4 3-1-16,3-1 2 0,0 4 0 16,3 0 1-16,0 2 1 15,2 2 3-15,3 3-1 16,-4-1 2-16,4 5-2 15,-1 1 1-15,3 0 1 16,-4 4-2-16,2 2-1 0,-1 3-1 16,-2 2 0-16,-2 4-1 15,-3 2 1-15,-2 1 2 16,-3 1-1-16,-3 6 0 16,-4 1-1-16,-2 3 1 0,0 2-1 15,-4 2 0-15,-4-1 4 16,-2 0-1-16,1 0 3 15,0 0-2-15,1-2-9 16,1-1 29-16,4-1-18 16,1-2-5-16,2-5-1 15,0-6-3-15,16-3 2 0,6-4 2 16,9-5-3-16,14-1 2 16,11-7-1-16,9-8-19 15,4-11-49-15</inkml:trace>
  <inkml:trace contextRef="#ctx0" brushRef="#br0" timeOffset="-91407.61">16472 11090 82 0,'3'-12'5'0,"1"-1"8"0,0 2-1 16,-1 3-2-16,2 1 0 0,-1 0-1 15,-2 4-1-15,-1-1-4 16,0 2-3-16,0 2 0 16,1 0-4-16,-2 0-7 15,0 1-3-15,0 6 7 0,0 1 0 16,-4 2 6-16,-1 1-1 16,-4 0 1-16,4 1 1 15,-4 4 1-15,-1 1-2 16,-1 4 1-16,1 4 0 15,-1 4-1-15,-3 4 0 16,1 1 1-16,0 4-1 0,0 2 0 16,1 0 0-16,5 3 0 15,-1 0 0-15,5 2 0 16,-2 1 0-16,5 1 0 16,0 2 0-16,1-1 1 15,8-3 0-15,3-1-1 0,5-5 0 16,3-4 0-16,0-2-1 15,4-5 1-15,3-1 0 16,0-4 1-16,2-3 1 16,3-3-1-16,1-3 2 15,2 2 2-15,2-3-2 16,0 0-1-16,0 0 0 0,-2 2 0 16,-5 0-1-16,-1 1-1 15,-6 1 0-15,-2 3 0 16,-3 2 2-16,-3 0 0 15,-6 4-1-15,-1 2 0 0,-4 3 0 16,-4 2-1-16,0 1-1 16,0 3-1-16,-5-2 3 15,-5-2-1-15,0-2 0 16,-1-4 0-16,-1-2 1 16,2-3-1-16,0-2-1 15,3-2 0-15,0-2-6 0,3-3 0 16,3-3 1-16,1-2 2 15,0-2 0-15,5-2 0 16,5-3 2-16,5 1 3 16,2-1 0-16,4 1 1 0,2 2-1 15,-2 3 1-15,4 3-1 16,2 3 0-16,-2 1 0 16,2 6-1-16,2 4 1 15,-2 2-1-15,-2 3 1 16,-2 4 0-16,0 0 0 15,-6 4-1-15,-3 3 0 0,0 3 1 16,-3 0 1-16,-2 4-2 16,-4 0 1-16,2 3 0 15,-3-2 1-15,-1 4 0 16,-2 2 0-16,-1 2 0 0,0 2 0 16,0 2-2-16,-4 1 1 15,-2 0 1-15,0-1-1 16,2-2 3-16,0 0 4 15,4-3-3-15,0-1 7 16,2-5-7-16,10-4-2 16,2-4-2-16,7-7 1 0,3-4-1 15,8-6 0-15,1-4 2 16,7-5 2-16,5-6-2 16,5-3 2-16,6-6-2 15,4 0-2-15,4-13-2 16,0-5-13-16,-3-9-55 0</inkml:trace>
  <inkml:trace contextRef="#ctx0" brushRef="#br0" timeOffset="-89969.93">16631 11104 128 0,'-13'-18'5'0,"2"1"9"0,4 3 4 0,2 0-5 16,1 1-3-16,2 0-2 0,-2 2-3 16,2 1-2-16,0 1-1 15,0 0-2-15,0 4 0 16,-3 1-1-16,0 2-3 16,0 2-11-16,-4 0-16 15,-4 2 5-15,1 6 14 0,-3 6 7 16,-1 1 1-16,-2 2 4 15,1 3 2-15,-1 1-1 16,2 5 4-16,0 2 0 16,1 5-2-16,-3 3 1 15,5 4 0-15,1 4-1 0,5 2 0 16,-1-1 3-16,6-1-3 16,2 3-1-16,0-1 1 15,8 0 2-15,5 0-4 16,6-1 0-16,3 1 1 15,2-1-1-15,2-5 0 0,4 1 1 16,1-3-2-16,-1-2 0 16,5 3 1-16,-2-1-1 15,4 1 0-15,-6 0 1 16,-1-2-1-16,-1 1 0 16,-6-2 0-16,-4 1 0 0,-5-1 1 15,-3 0-1-15,-3 2 3 16,-4-1 0-16,-4 3-1 15,0-2-2-15,0-3 2 16,-6-2 0-16,-1-1 1 16,-1-5-4-16,3-3 3 15,2-4-1-15,3-2 0 0,0-3-1 16,0-1-2-16,3-3-5 16,10-2-3-16,0-4 2 15,4 1 3-15,4-2 1 16,0-1 2-16,4 0 1 15,2 1 0-15,0 2 2 0,3 0-1 16,-3 3 1-16,2 4-1 16,-1 3 0-16,-2 5 0 15,-2 2-1-15,-6 5 0 16,0 1-1-16,-7 5-3 0,-1 1 1 16,-6 2 3-16,0 4 0 15,-4 2 1-15,0 2 0 16,0 4 0-16,0 0 0 15,-4 1 0-15,-3 3 1 16,-2-1-1-16,-1 2 0 0,0 0 1 16,-2-1-1-16,2-1 0 15,1 2 0-15,2-3 1 16,4 1 0-16,1 0 0 16,2-2-1-16,0 1 1 15,7 0-1-15,2-1 0 16,4-2 0-16,-1-4 0 0,0-1 0 15,2-3 1-15,2-2 5 16,-3-3 3-16,3 1 1 16,2-6-1-16,1 1-1 15,3-4-3-15,2-2 0 16,-1-5-2-16,3 0 0 0,1-4-3 16,0-2 0-16,2-3 2 15,2-3 0-15,-4-3-1 16,2-2 2-16,-4-3 1 15,-1 0-1-15,0 0 0 16,-1-4 2-16,-3-5-1 0,-2-1 0 16,0-1-1-16,-3-1 0 15,-1-2-1-15,-1-1-1 16,-5 2-1-16,1 0 1 16,-1 0 0-16,-4 2 0 15,-1 4 0-15,-3 0 1 16,1 1 4-16,-1 2 1 0,0 1 1 15,0 0-1-15,0 2-2 16,0 0-4-16,0 1 1 16,0 0-4-16,0 0-12 15,0 0-61-15,0-13-70 0</inkml:trace>
  <inkml:trace contextRef="#ctx0" brushRef="#br0" timeOffset="-87957.37">17231 17119 99 0,'0'0'18'15,"0"0"10"-15,0 0 6 0,0 0-5 0,0 0-14 16,0 0-13-16,0 0-5 16,0 0 4-16,0 0-1 15,0 0 0-15,10 48-7 16,-1-33-3-16,2 0-3 0,1 1-10 16,1 3 11-16,7-2 5 15,1 1-8-15,5 0 2 16,4-2-3-16,5-2 9 15,-1 0 6-15,2-2 2 16,1-2 1-16,-5 0 3 0,1-2 0 16,0 0-2-16,-4 0-2 15,-2-2-1-15,-5 1 0 16,-4 0-112-16</inkml:trace>
  <inkml:trace contextRef="#ctx0" brushRef="#br0" timeOffset="-87381.3">17260 17763 134 0,'0'0'5'0,"0"0"1"0,0 0-1 16,0 0-4-16,-37 21-1 16,29-8 0-16,1 1 0 15,1 1 0-15,1 4 0 0,2 0 0 16,1 3-1-16,2 1-1 16,0-1-4-16,7 0 4 15,4-2-2-15,4-3 2 16,6-3 2-16,2-2 0 15,4-4 0-15,2-1 0 0,4-3-1 16,1-1-2-16,3-1 3 16,-4-2 0-16,1 0 0 15,-1 0 2-15,-4 0 1 16,-1-3 6-16,-4-3 4 16,-2-1-3-16,-1 1-2 0,-3-1-3 15,-2 2-2-15,-1-3-2 16,-4 1-1-16,-1 2 1 15,-5-1-2-15,-2-1-21 16,-3 1-30-16</inkml:trace>
  <inkml:trace contextRef="#ctx0" brushRef="#br0" timeOffset="-87182.48">17684 17895 142 0,'0'0'18'16,"0"0"-17"-16,0 0 4 16,0 0 5-16,49 8-4 15,-38-3-5-15,0 3-1 16,-1 2-1-16,-4 4-9 0,-2 2-14 16,-4 2-9-16,0 2-49 15</inkml:trace>
  <inkml:trace contextRef="#ctx0" brushRef="#br0" timeOffset="-86748.56">17141 18128 77 0,'0'0'37'0,"0"0"-26"16,0 0 12-16,0 0-8 15,0 0-1-15,0 0-3 16,0 0-7-16,0 0-3 0,-33 28 1 16,33-11-1-16,4 2 1 15,3-1-2-15,4 3 0 16,5-1 0-16,1 0-2 15,5-3-8-15,1 1-4 16,4 2 5-16,2-5 7 0,3 0-5 16,3 0 5-16,2-3-5 15,3-3 6-15,0-2 2 16,1-3-2-16,-1-2 1 16,-4-2 1-16,0 0 1 15,-2-2 0-15,-3-5 1 0,-2-3 2 16,-2 0-3-16,-3-1-1 15,-3-2-1-15,-1-1-5 16,-7 2-18-16,-5-3-48 16</inkml:trace>
  <inkml:trace contextRef="#ctx0" brushRef="#br0" timeOffset="-86541.88">17741 18261 112 0,'0'0'-3'16,"0"0"7"-16,0 0 4 16,0 0 3-16,50 5-4 15,-39-3-2-15,3 3-2 16,-1 0-3-16,-3 2 1 16,-1 2-1-16,-1 2-1 0,-6 1-11 15,-2 1-11-15,-2-1-32 16</inkml:trace>
  <inkml:trace contextRef="#ctx0" brushRef="#br0" timeOffset="-85730.64">18113 18166 38 0,'0'0'6'0,"0"0"-1"0,0 0-1 16,12 38-3-16,-6-25 1 0,-2 3-2 16,0-1-2-16,1 0-40 15</inkml:trace>
  <inkml:trace contextRef="#ctx0" brushRef="#br0" timeOffset="-27787.83">22728 15941 40 0,'-2'0'8'0,"1"-2"-5"0,1 1-2 0,0-1-4 15,0 0-13-15,0 1-8 0,-1 0 15 16,0 0 9-16,-1-1 0 16,1 1 12-16,-1 0-2 15,2 0-4-15,0 0-5 16,0-1-15-16</inkml:trace>
  <inkml:trace contextRef="#ctx0" brushRef="#br0" timeOffset="-22907.93">2605 15044 104 0,'4'1'-1'0,"-2"0"-1"0,0 0 2 0,2 4 1 0,-2 0-1 15,1 2 0-15,-1 3 2 16,0 0 1-16,0 3 0 15,-2 1 1-15,3 3 3 0,-3 0 2 16,0 0-1-16,0 3-2 16,1-1-4-16,-1-1 1 15,0 2-3-15,0-2 1 16,0 1 0-16,0-1 0 16,0 1 0-16,0-4-1 0,0 0-1 15,-1-4-7-15,-2-7-24 16,1-4-67-16</inkml:trace>
  <inkml:trace contextRef="#ctx0" brushRef="#br0" timeOffset="-22326">2521 15077 120 0,'0'0'4'0,"0"0"2"0,0 0 3 15,0 0-1-15,0 0-4 16,0 0 0-16,0 0 3 15,40-20-1-15,-24 11 2 16,4 1-1-16,0-1-3 0,3-2-2 16,0 3-1-16,0 0-1 15,-2 4-1-15,-1 2-8 16,-7 2-34-16,-6 0-60 16</inkml:trace>
  <inkml:trace contextRef="#ctx0" brushRef="#br0" timeOffset="-22020.25">2477 15399 167 0,'0'0'7'16,"0"0"-5"-16,0 0-1 15,0 0 5-15,0 0-3 16,0 0-1-16,0 0-1 0,51-22 1 16,-29 13-1-16,5-1 3 15,1-1-4-15,5-2 2 16,7-1-2-16,0-2 0 16,7-4-8-16,3-2-52 15</inkml:trace>
  <inkml:trace contextRef="#ctx0" brushRef="#br0" timeOffset="-21484.95">4053 14020 75 0,'0'0'-1'0,"0"0"0"0,0 0 2 0,2 43 0 16,-4-22 3-16,-8 6 3 15,1 10-1-15,-1 4 5 0,-2 9-5 16,1 5-2-16,-2 11 4 16,-1 8 0-16,1 11 2 15,-1 7 0-15,1 8-2 16,1 9 0-16,1 7 5 0,1-1-4 16,0 3-6-16,2-4-2 15,1-10 0-15,2-12 0 16,1-12 2-16,4-12 0 15,0-12-1-15,0-8-1 16,3-5 0-16,7-4-2 16,-1-11-27-16,1-14-46 0</inkml:trace>
  <inkml:trace contextRef="#ctx0" brushRef="#br0" timeOffset="-20162.8">4553 14752 71 0,'0'0'12'0,"0"0"6"0,0 0 0 0,0 0-3 15,0 0-2-15,0 0 0 0,0 0-8 16,0 0-7-16,0 6 2 15,0 2 2-15,0 5-2 16,0 2 0-16,0 2 0 16,0 2 0-16,0 1 1 15,2 0-1-15,0 1 0 0,-2 0 0 16,1-1 1-16,-1-1-2 16,1-1 1-16,-1-1-1 15,0-5-11-15,0-2-13 16,0-5-37-16</inkml:trace>
  <inkml:trace contextRef="#ctx0" brushRef="#br0" timeOffset="-19841.83">4647 14719 84 0,'0'0'15'16,"0"0"8"-16,0 0-13 0,0 0-8 15,0 0-6-15,0 0 4 16,0 0 2-16,0 0 0 16,0 0 0-16,18 50 1 15,-15-33 0-15,3 1 0 16,-2-2-2-16,3 2 1 15,-3-2-2-15,2 0 0 0,0 0 0 16,-4-4 1-16,0-1-2 16,-2 0 0-16,0-2-6 15,0-2-16-15,-2-6-38 16</inkml:trace>
  <inkml:trace contextRef="#ctx0" brushRef="#br0" timeOffset="-19514.9">4405 14772 36 0,'0'0'22'0,"0"0"-20"0,0 0 4 15,0 0 5-15,43-8 0 16,-30 3 0-16,1-2 2 16,4 0 0-16,0-2-1 15,1-1-3-15,2-1-5 16,0 1-1-16,4-2-1 0,0 1-2 16,0 4 2-16,0 0-4 15,-1 1 1-15,0 5-1 16,-3 1-6-16,-3 0-16 15,-5 9-13-15,-6 5-46 16</inkml:trace>
  <inkml:trace contextRef="#ctx0" brushRef="#br0" timeOffset="-19244.96">4551 15075 108 0,'0'0'6'15,"0"0"7"-15,0 0-4 0,0 0-6 16,0 0-4-16,0 0 8 16,0 0 8-16,0 0-2 15,54-14-4-15,-27 1-7 16,8-1 3-16,3-1-3 15,4 0 3-15,3-1-3 0,2-1-7 16,0 2-18-16,-4-2-34 16</inkml:trace>
  <inkml:trace contextRef="#ctx0" brushRef="#br0" timeOffset="-17280.34">4151 13616 15 0,'-2'0'23'0,"0"0"-4"0,0 0-5 0,1 0 2 15,-1 0-8-15,2 0-4 16,0 0-4-16,-2 0 1 16,2 2-1-16,0-1 0 0,-3 3 0 15,1-1 0-15,2 1 0 16,-3 0 0-16,2 3 0 15,0 0 0-15,1 0 0 16,0 2 0-16,-2-1 0 16,2 2 1-16,-2 0-1 0,2 0 0 15,-2 1 1-15,0 1-1 16,-1-2 1-16,1 3 0 16,0 2 1-16,-2 0 0 15,2 0 0-15,-4 3-2 16,2 0 1-16,0 3-1 15,-1-1 1-15,-1 1 1 0,0 3-1 16,0 0-1-16,0 0 0 16,-1-1 0-16,3 0 0 15,-3 1 0-15,2-4 1 16,-1 3-1-16,1-1 0 0,1 1 0 16,-2 1 0-16,-2 2 0 15,1 1 0-15,-1 3 1 16,-1-2-1-16,-2-1 0 15,2 0 0-15,0 0 0 16,-1 1 0-16,-1 1 0 16,1 1 2-16,-2 2-2 0,3 2 0 15,-3 2 0-15,2 1 0 16,-1 0 0-16,2-1 0 16,-2-3 0-16,2 0 0 15,2-3 0-15,-1-2 0 16,0-1 0-16,2-1 0 0,1-2 0 15,-1-1 0-15,1 1 0 16,0-1 0-16,3 2 0 16,-2 1 0-16,1 4 0 15,1 1 0-15,0 1 0 16,0 0 0-16,0-1 0 0,0-1 0 16,-1-3 0-16,2-2 0 15,0-2 0-15,1-1 0 16,-2 0 0-16,-1 1 0 15,3-2 1-15,-2 3 0 16,2 0 0-16,-2 2 1 0,0 1-2 16,0-2 1-16,1 1-1 15,-1 1 1-15,0 0-1 16,2-1 1-16,-2-1-1 16,0 2 1-16,2-2-1 15,-2 0 0-15,0-1 0 0,1-1 1 16,-1 0-2-16,0-2 2 15,0 1 3-15,-4-2-2 16,2 3 1-16,0-1-1 16,-2 0 0-16,-1 2 0 15,-1 1-1-15,2-3 0 0,-2 2 0 16,1-1 0-16,0-1 1 16,0-1-2-16,3-4 0 15,2 1 0-15,2-4-1 16,0-4-16-16,-1-8-32 15</inkml:trace>
  <inkml:trace contextRef="#ctx0" brushRef="#br0" timeOffset="-16446.58">4012 13843 10 0,'-11'41'15'0,"-2"4"-5"0,1 3-4 0,-1 2 1 16,-1 3-2-16,-1 1 1 16,3 1-4-16,-1 1-1 15,2-1 0-15,2-2-1 16,0 1 3-16,1-2 1 0,3 2 0 16,-2 3 0-16,2 1 0 15,1 3-1-15,0 4 0 16,1 1-1-16,-1 6-1 15,0-1 0-15,-3 3-1 16,2 0 0-16,-4-3 2 0,3-6-1 16,-4-3 3-1,2-3 0-15,1-5 5 0,1-6 0 16,-1 1-1-16,-3-2-1 16,6-1-3-16,-2 1 0 15,-1 3-2-15,3 1-2 16,-3 0 2-16,2-1-3 0,1-4 2 15,-3-4-1-15,3-5 1 16,-4-6-1-16,4-4 0 16,0-8 0-16,-1-4 0 15,3-5 0-15,2-3 0 16,0-3-11-16,-2-4-28 0,2-5-60 16</inkml:trace>
  <inkml:trace contextRef="#ctx0" brushRef="#br0" timeOffset="-5083.52">4080 13705 14 0,'0'3'8'0,"0"-2"-1"0,0 3 3 0,-2-2-3 0,-2 2-4 15,2-1 1-15,-2 0 6 16,-2-1 2-16,3 0-3 15,1 2-4-15,0-2-3 16,0-1-1-16,-2 2-1 0,3 1 2 16,1-2-2-16,-3 1 0 15,3 0 0-15,-2 2 1 16,2 1-1-16,-2 1 0 16,2 2 0-16,-2 3 0 15,-2 1 0-15,3 4 0 16,-3 4 0-16,0 2 0 0,-1 7 0 15,-2 1 1-15,1 3-1 16,1 5 0-16,-3 0 0 16,3 4 0-16,-2 4 0 15,0 1 1-15,1 5 1 0,1 1-2 16,1 3 0-16,0 2 1 16,-4 2 0-16,4 3 0 15,-2 3 0-15,-1 1 0 16,0 2 1-16,-2-1-1 15,2 0 2-15,1-3-1 16,-1-7-1-16,0-2 1 0,0-1 2 16,1-6 0-16,0-2-1 15,3 0 0-15,-1-1 0 16,-3 3-2-16,6-3 1 16,-3 0-1-16,2-1 0 0,2 0 0 15,-2-3 0-15,2-1 0 16,0 1-1-16,0-4 1 15,0-1-1-15,0-2 0 16,2-1 0-16,0-3 1 16,-2-5 1-16,2-3-1 15,-2-4 0-15,0-1-1 0,0-6 1 16,0-2 2-16,0-4 4 16,-2 0 2-16,-2-3 1 15,0 0 1-15,1-1 0 16,-1 0-5-16,0-3-4 15,0 3 1-15,0-2-2 16,2-1-1-16,0 1 1 0,0-1-1 16,2 1 1-16,0-1-1 15,-2 1-1-15,1 1-27 16,-1-2-64-16</inkml:trace>
  <inkml:trace contextRef="#ctx0" brushRef="#br0" timeOffset="-3218.12">2657 14638 44 0,'-2'-5'3'0,"-2"0"6"0,-1 2 5 0,1-2-1 0,0 1-4 16,-2 1 1-16,0 0 1 16,-2 1-2-16,3-1 1 15,-3 2-6-15,0 1-3 0,1 0 2 16,-1 0 1-16,1 0-3 16,-2 0 0-16,2 3-1 15,1 1 0-15,-3 3 0 16,0-1-1-16,2 1-2 15,-2 1 5-15,-1 1-2 16,0 0-2-16,-1 2 4 0,2-1 1 16,-4 3-2-16,1 1 0 15,-1 0 0-15,2 3-1 16,-2-3 1-16,-1 2-1 16,-1 2 2-16,1 0-2 0,-2 0 2 15,1 1-2-15,2 0 0 16,-1 3 2-16,3 0-1 15,-2 2-1-15,1 2 0 16,1 5 1-16,-1-1-2 16,1 4 1-16,-1 0 1 15,0-2-1-15,3 3 0 0,0-1 1 16,0 0-1-16,2 4-1 16,3-3 1-16,2 3 0 15,2-1 0-15,0-2 0 16,0-2 1-16,0-3-1 0,6-4 0 15,1-1 1-15,2-2-1 16,2-2 1-16,0-2 0 16,1 2-1-16,1 0 2 15,1-1-2-15,-1 1 0 16,1 1 0-16,-1 1 1 0,2-1-1 16,3 1 0-16,0-2 0 15,2 2 0-15,0-3-1 16,3-2 1-16,-3-2-2 15,4-5 1-15,-1 0 0 16,0-1 0-16,3-2 2 16,0-3-1-16,1 0 2 0,2-1-2 15,-2-3-1-15,3-1 4 16,-1 0-3-16,2 0 0 16,2 0 0-16,-2-7 0 15,3-2 0-15,-1-5 0 16,1-1 0-16,1-4 0 0,-3-6 0 15,2-2 0-15,-3-4 1 16,-1-4-1-16,-2-2 1 16,1-2 0-16,-4-1-1 15,0-7 3-15,1-3-3 16,-5-1 2-16,-4-4-1 0,-1-1-1 16,-5-2 5-16,-4 1-4 15,-3-1 1-15,-4-3 0 16,0 4 1-16,-2-2 0 15,-9 3 3-15,-3 3-1 16,-5 1-3-16,-2 5 1 0,-4 5 2 16,-2 2 1-16,-4 3 0 15,0 3-3-15,-5 4 0 16,-2 3 3-16,-4 7-2 16,-5 3-2-16,-2 4 0 15,-4 5 5-15,1 3-4 0,0 5-1 16,-1 0-1-16,1 8-1 15,-2 9 0-15,1 7 1 16,2 7-3-16,-1 7 0 16,8 5-10-16,-1 1-18 15,7 3-27-15,0-3-21 16</inkml:trace>
  <inkml:trace contextRef="#ctx0" brushRef="#br0" timeOffset="-2598.86">1951 16168 44 0,'0'0'22'0,"3"0"-21"0,-1 0 1 0,3 1 0 15,-1-1 0-15,2 3 1 16,1-3 0-16,5 0 1 16,1 1-1-16,5-1-2 0,1 0 0 15,8 0 1-15,3-8-1 16,5-5 0-16,4-2 2 15,3-7-1-15,0-2 2 16,5-6 4-16,0 0-1 16,0-4 2-16,5 2 0 15,1-1 3-15,-1 0 1 0,0 1-5 16,-2 2-1-16,0 3-4 16,-6 3-1-16,-1 3-1 15,-5 5-1-15,-3 3 0 16,-3 3 0-16,-3 6 0 0,-7 2 0 15,-4 2-1-15,-4 0 0 16,-5 3 0-16,-3 7 0 16,-6 7-12-16,0-1-11 15,-11 4-13-15</inkml:trace>
  <inkml:trace contextRef="#ctx0" brushRef="#br0" timeOffset="-2286.49">2233 16159 119 0,'0'0'6'0,"0"0"20"0,0 0 0 0,-38 6-14 0,38-6-6 15,5 0-18-15,8 0 12 16,5-7 3-16,6-3-1 16,7-4-3-16,3-2 3 15,7-3-3-15,3-2 3 16,8-3-2-16,4-3-2 0,2 0 6 16,4-1-3-16,6-3-1 15,5-1 2-15,-4-2-10 16,-1 0-77-16</inkml:trace>
  <inkml:trace contextRef="#ctx0" brushRef="#br0" timeOffset="-1119.34">4705 14398 104 0,'0'0'0'0,"0"0"5"0,0 0-2 0,0 0-1 0,-35-41-1 16,21 35 0-16,-1 3-2 16,0 1 0-16,0-1 1 15,-1 1 3-15,1 1 5 16,-1 1 2-16,1-3 0 16,-3 3-2-16,2 0-1 0,-2 0-7 15,-1 3 0-15,-2 5-3 16,-4 4 5-16,3-1-2 15,-2 5-1-15,-1-1 1 16,0 2 1-16,5 0 0 16,0 2-1-16,2-1-1 0,3 4 2 15,-1 2-1-15,3 1 0 16,1 5 0-16,3 3 0 16,1 1 0-16,0 1 0 15,2 4 0-15,-1 0 1 16,3 2-1-16,0 3 0 0,1 4 0 15,-2 1 0-15,5-2 1 16,0 1-2-16,0-3 1 16,0-5 0-16,0-1 1 15,7-3-1-15,2-2 1 16,2-1-1-16,5 2 0 16,-1-3 2-16,6-2-2 0,1-1 0 15,3-2 0-15,1-4 2 16,3 1-2-16,2-6 0 15,1-1 0-15,-1-1 4 16,0-3-5-16,1-3 2 16,-1-3-1-16,0-3 1 0,2-3 0 15,2-1-1-15,1-1 0 16,1-9 2-16,3-7-2 16,1-6 2-16,-1-4 1 15,0-5-1-15,-1-4 0 16,-5-5-1-16,3-2 0 0,-6-1 1 15,-3 0 1-15,0-3 4 16,-6-1 1-16,-3-2 2 16,-5 0 3-16,-4-1-3 15,-7 3 2-15,-3 2-1 16,-1 4-3-16,-13 2 1 0,-1 2 0 16,-8 2-5-16,-1 2-1 15,-2 3-3-15,-6 2-2 16,3 4 1-16,-2 1 1 15,2 7 0-15,2 2-10 16,-2 3-18-16,2 2-25 0,0 3-42 16</inkml:trace>
  <inkml:trace contextRef="#ctx0" brushRef="#br0" timeOffset="2230.22">4386 13945 122 0,'0'0'2'0,"0"0"2"0,0 0 1 0,0 0-1 15,0 0 7-15,-37-40 6 16,31 36-3-16,1 1-3 15,3 3-3-15,0 0-2 16,2 0-4-16,0 0-4 0,0 9 3 16,3 3 0-16,5 5-1 15,4-1 2-15,-2 3-1 16,1-1 0-16,-1-1 0 16,-1-2-1-16,-3 0 0 15,-1-3 1-15,-1 1-1 0,-4 0-1 16,0 0-8-16,0-2-36 15,0-2-20-15</inkml:trace>
  <inkml:trace contextRef="#ctx0" brushRef="#br0" timeOffset="2565.75">4260 14215 92 0,'0'0'14'0,"0"0"0"16,0 0 7-16,0 0 1 15,0 0-10-15,0 0-8 0,0 0-1 16,0 0-1-16,0 0 2 15,49-26-1-15,-32 17-2 16,0 0 0-16,3 0-1 16,-5-1 2-16,4 2 1 15,-6-2 0-15,3 3-2 0,-3-2 0 16,1 4-1-16,-6-1-7 16,-3-1-53-16,-3 0-40 15</inkml:trace>
  <inkml:trace contextRef="#ctx0" brushRef="#br0" timeOffset="2771.86">4182 14007 146 0,'0'0'-4'16,"0"0"3"-16,54-45 1 16,-30 28-2-16,3-3-24 0,0 3-16 15</inkml:trace>
  <inkml:trace contextRef="#ctx0" brushRef="#br0" timeOffset="3341.81">4414 14007 136 0,'0'0'4'0,"0"0"11"15,0 0 1-15,0 0-10 16,0 0 2-16,0 0-3 0,0 0-3 16,0 0-2-16,-11-12 0 15,20 12 0-15,3 0-1 16,-1 0 1-16,4 1 0 16,-3 4-1-16,0 2-1 15,0 1 2-15,-3 2 0 16,-2-3-1-16,0 3 1 0,-3-1-1 15,-2-2 1-15,-2 0-2 16,0-2 1-16,0 0 2 16,0-2-3-16,0-2 5 15,-4-1-2-15,-1 0 1 16,1 0 0-16,1-1 0 0,1-7-4 16,0-2-6-16,2-1 3 15,0-2 1-15,0-3 1 16,6 0 1-16,2 1 5 15,-1-2-6-15,3 5 6 16,1-1-3-16,1 4 0 0,-3 2 1 16,4 3-1-16,-2 3-1 15,0 1 0-15,1 0-2 16,-3 2 1-16,1 8 2 16,-2-1 1-16,-2 4-1 15,-2-2-1-15,-1 3-15 16,-3-7-9-16,0-2-51 0</inkml:trace>
  <inkml:trace contextRef="#ctx0" brushRef="#br0" timeOffset="3584.11">4685 13813 137 0,'0'0'53'0,"0"0"-51"0,0 0-9 0,0 0 5 16,0 37 1-16,0-16 2 16,2 5-1-16,2 2 1 15,0-1 0-15,2 3-1 16,0-5 1-16,-1 1 0 16,1-6 0-16,1 1-1 0,-2-2 0 15,-1-5-23-15,-2-6-33 16</inkml:trace>
  <inkml:trace contextRef="#ctx0" brushRef="#br0" timeOffset="3868.18">4694 13824 145 0,'0'0'1'16,"0"0"4"-16,7-42 1 15,-1 33-5-15,3 2 0 0,0 4-2 16,3 3 1-16,0 0-1 16,2 0 1-16,-3 2-3 15,3 6 0-15,-3 4 1 16,-5 3-1-16,-1 3 2 16,-5 0 1-16,0-1-1 15,0 1 1-15,-7 1 0 16,-3-2 4-16,0-2 0 0,1-1-3 15,-1-4 0-15,5-4-9 16,-3-3-53-16</inkml:trace>
  <inkml:trace contextRef="#ctx0" brushRef="#br0" timeOffset="4471.83">4859 13796 198 0,'0'0'4'0,"0"0"-10"16,0 0 0-16,0 0 4 16,0 0 1-16,0 0 2 15,21 40 0-15,-19-29 0 16,2-4-1-16,-2 2 1 0,1-4-1 16,1-2 0-16,-2 0 1 15,0-3 2-15,0 0-2 16,0-1 1-16,1-8 2 15,0-1 0-15,-1 1-2 16,0 0-1-16,0-1 1 0,-2 4 0 16,0 2 0-16,1 2 0 15,3 2-2-15,-2 0-4 16,2 0 4-16,3 2 0 16,0 4 0-16,0-1 1 15,2 4-1-15,1-5 0 0,0 1 1 16,-1-3-1-16,1-2 1 15,2 0-1-15,-3 0 1 16,-1-6-1-16,0-5 1 16,-1-1 3-16,-1-4-2 15,-2-3-1-15,-2-1-1 0,-1-2 1 16,-1-1-1-16,0 0 0 16,0 0-1-16,-1-1 0 15,-3 3 0-15,2 2-1 16,-2 2 0-16,1 6 1 15,1 2 0-15,0 4-2 0,0 5 3 16,2 0-4-16,0 6-8 16,0 8 7-16,0 4 5 15,4 3 2-15,3 2-4 16,-1 2 4-16,1 0-1 16,2 1-1-16,-2 0 0 0,-1 0 2 15,-1 0-2-15,1-1 0 16,-4-4-28-16,-2-5-34 15</inkml:trace>
  <inkml:trace contextRef="#ctx0" brushRef="#br0" timeOffset="4607.43">5067 13753 212 0,'0'0'6'0,"0"0"0"0,20-45-6 0,1 29 0 15,5-1-29-15,1 0-63 0</inkml:trace>
  <inkml:trace contextRef="#ctx0" brushRef="#br0" timeOffset="5420.12">5579 13377 100 0,'0'0'95'15,"0"0"-92"-15,0 0-12 16,0 0 8-16,14 48 0 0,-8-18-2 16,0 4 3-16,3 5 0 15,-1 1 1-15,1-1 1 16,1-5-2-16,0 0 1 15,-1-4-1-15,-1-2 0 16,-1-4 1-16,0-2-2 16,-1-5 3-16,-1-3-2 0,-1-3 0 15,0-5 0-15,1-1 1 16,-3-4 0-16,1-1-1 16,1-6 4-16,1-5 2 15,-1-5-7-15,-1-4 2 16,3-1-2-16,-2 0 1 0,2 1 0 15,2 3 0-15,1-2-3 16,-1 5 3-16,4 4 0 16,1 0 0-16,1 6 0 15,-3 1-2-15,0 3-1 0,3 0-4 16,-3 6 7-16,2 2 0 16,-1 2 0-16,0-1 0 15,0-1 1-15,-1 0-1 16,-4-2 0-16,2-1 1 15,-2-2-1-15,-1-2 2 16,-1-1-1-16,1 0 4 0,1 0-3 16,-4-4 1-16,1-3 1 15,0-5-1-15,-2-2-1 16,0 0-3-16,1 0 1 16,-1 1 1-16,-2 4-1 15,2 1 0-15,-2 2 2 0,2 5 5 16,1 1-8-16,0 0-3 15,3 0 4-15,0 5 0 16,3 3 1-16,1-1 0 16,-1 0-1-16,3 0 0 15,0-1-18-15,-1-1-12 0,-2-2-14 16,-2-3-41-16</inkml:trace>
  <inkml:trace contextRef="#ctx0" brushRef="#br0" timeOffset="5554.83">6012 13462 221 0,'0'0'0'0,"0"0"1"0,0 0-9 16,0 0-72-16</inkml:trace>
  <inkml:trace contextRef="#ctx0" brushRef="#br0" timeOffset="6008.79">6145 13542 180 0,'0'0'26'16,"0"0"-21"-16,0 0-1 15,0 0-1-15,0 0 1 16,0 0-7-16,0 0 2 0,-16-30-1 15,9 40 3-15,-3 5-2 16,4 1 1-16,0 4 1 16,4-2-1-16,2-1 0 15,0-2-1-15,2-5-2 16,9-3 0-16,-2-3-1 0,4-4 4 16,1 0-1-16,-1-3 0 15,3-8 2-15,-3-3-1 16,1-7 3-16,-3-3 3 15,-2-7-3-15,-1 0 1 16,-2-4-2-16,-2 0-2 0,-2 1 0 16,-2 4 0-16,0 2 0 15,-2 8-1-15,-3 2 1 16,-2 6 0-16,0 7 1 16,-1 5 1-16,1 0-5 15,-3 13 3-15,4 9 1 0,-1 4-1 16,3 8 0-16,4 4 1 15,0 5-3-15,0-2-15 16,5-3-23-16,4-2 2 16,4-5-5-16</inkml:trace>
  <inkml:trace contextRef="#ctx0" brushRef="#br0" timeOffset="7019.86">6424 13556 72 0,'0'0'9'0,"17"-51"-2"0,-16 28 12 0,-1 6 0 0,0 4 3 0,-1 6 0 16,-7 3-7-16,-5 4-11 15,-1 1-6-15,-3 12 5 16,1 4-4-16,3 4 4 16,0 2-2-16,5 0 2 15,4-2-3-15,2-4-4 0,2-1 8 16,1-5-4-16,8-4-1 15,2-2-1-15,3-3-1 16,-1-2 5-16,3-2-2 16,-1-8 3-16,1-6-2 15,-1-2 1-15,0-4 1 0,-2-5-1 16,0-1 4-16,-4-5-3 16,-4 0 0-16,1-1-2 15,-6 0 0-15,0 0-1 16,0 0 0-16,-7 0-1 15,-1 5 1-15,-4 3 0 16,-1 2 0-16,2 5 1 0,-1 5 0 16,0 5 2-16,3 5-2 15,-1 4-5-15,1 0 1 16,1 16 2-16,1 5 0 16,2 6 1-16,3 4-1 0,-1 5 1 15,3-1 0-15,0-1 0 16,7 0 0-16,5-5 1 15,1-1-1-15,3-6 0 16,1-3 1-16,0-3-1 16,5-7 0-16,-4-4-3 0,4-5 4 15,-2 0-4-15,2-5 4 16,-2-9 1-16,-2-1-1 16,-2-5 0-16,-3 2 1 15,-3-2-2-15,-4 0 1 16,-3 4 0-16,-3 1 2 0,0 2 3 15,0 6 3-15,-3 1-3 16,-5 5-3-16,2 1-5 16,-2 0 1-16,3 8 0 15,1 5 0-15,-1 4 0 16,5-1 0-16,0 4 0 0,0-2-1 16,9 1-1-16,0-4-2 15,1-1 2-15,1-2 1 16,1-5-2-16,0-1 0 15,-1-4-1-15,-2-2 4 16,0 0-1-16,-2-4-1 0,-1-6 5 16,-2-1 1-16,-1-4-2 15,-1 1 1-15,1 0 2 16,-1 0 0-16,0 0 1 16,-1 3-2-16,1 2 2 15,0 2-1-15,2 3-3 0,0 2-1 16,-1 2-2-16,3 0-2 15,1 5 2-15,0 4 2 16,-1 3 0-16,1 1 0 16,0-1 2-16,0 0-2 15,-1-4 0-15,-1-1 0 16,-1-2 0-16,-2-4 1 0,0-1 1 16,-2 0 7-16,1-6 19 15,0-4-14-15,5 0-6 16,-4-1-4-16,2 1-2 15,5 4-2-15,0 2-1 16,7 4 0-16,1 0-10 0,3 0-33 16,5 9-27-16,0-4-100 15</inkml:trace>
  <inkml:trace contextRef="#ctx0" brushRef="#br0" timeOffset="7460.81">7510 13332 122 0,'-8'-3'8'0,"-2"1"9"0,1 2-10 0,-2 0-2 0,-1 9-4 16,4 2-1-16,-3 6 2 15,2 2-1-15,6-1 1 16,-1 3-2-16,4-1 0 16,0-3 3-16,2-2 0 15,4-5-1-15,4-2 1 0,-1-4-1 16,0-4 3-16,2 0 5 15,0-5 3-15,-2-7 5 16,0-3-2-16,-4-4 0 16,1-2-1-16,-6-2-5 15,0 2-1-15,0 2-4 0,0-1-2 16,-2 6-3-16,-4 5-1 16,3 3-6-16,-1 6-12 15,-4 0-20-15,4 0-33 16,0 7-7-16</inkml:trace>
  <inkml:trace contextRef="#ctx0" brushRef="#br0" timeOffset="8098.8">7644 13330 238 0,'0'0'4'16,"0"0"-4"-16,0 0 0 15,0 0-1-15,0 0-9 16,0 0 0-16,38 21 8 16,-31-6 2-16,0-1 2 0,3 0-1 15,-2-1-1-15,1-2 1 16,1-4-1-16,0 0 1 16,1-4 0-16,-2-3 0 15,4 0-2-15,-2 0-1 16,0-8 3-16,-2-5 3 0,0-3-3 15,0-2 2-15,-3-1 0 16,2 1 1-16,-4 2-1 16,0 1-1-16,1 3-1 15,-1 2-1-15,-1 5 2 16,4 3-4-16,-3 2 0 0,3 0-1 16,1 3-3-16,1 7 3 15,3 0-1-15,-2 2 2 16,2-3 2-16,-1 0-1 15,-2-2-1-15,2-3 2 16,-2-1-3-16,2-3 2 0,-1 0 0 16,-2 0 0-16,-1-11 2 15,-3-1 0-15,-2-6 2 16,0-2-1-16,-2-7-2 16,0-3 1-16,0-1-1 0,0-2 0 15,0-1 0 1,0 4 1-16,-2 5 3 0,0 5 4 15,0 6-4-15,0 5 0 16,0 6 1-16,-1 3-2 16,2 3-5-16,0 11 2 15,1 6 0-15,0 4 0 0,0 3 0 16,0 2 1-16,5 1 0 16,1 1-1-16,1-1 0 15,-2-2-10-15,-3-4-32 16,0-2-24-16,-2-7-69 15</inkml:trace>
  <inkml:trace contextRef="#ctx0" brushRef="#br0" timeOffset="8242.1">7956 13209 271 0,'0'0'6'0,"0"-35"-1"0,8 18-4 0,3 1-3 0,5 5-25 0,-1-1-25 0,-1 1-51 0</inkml:trace>
  <inkml:trace contextRef="#ctx0" brushRef="#br0" timeOffset="8463.64">8098 13127 110 0,'0'0'40'16,"0"0"-38"-16,0 0 7 0,9 47 4 15,-2-26-1-15,-1 6-5 16,1 1 0-16,0 1-4 16,2 0 0-16,-1 0 0 15,-1 2-2-15,-1-4 0 16,1 0 0-16,-2-3 0 16,0-2 0-16,-3-5-1 0,0-2-6 15,0-7-27-15,-2-8-10 16,0 0-12-16</inkml:trace>
  <inkml:trace contextRef="#ctx0" brushRef="#br0" timeOffset="8698.45">8161 13188 140 0,'0'0'25'0,"20"-43"-19"15,-11 25 2-15,3 3 3 16,0 7-9-16,-3 4-1 0,-2 4-2 15,-2 4-3-15,-3 13-6 16,-2 6 10-16,0 5 2 16,-10 2 0-16,-1 0 0 15,-5 0-1-15,1-3 1 16,-1-6-1-16,3-4-1 0,0-4-5 16,3-3-19-16,4-9-22 15,3-1-21-15</inkml:trace>
  <inkml:trace contextRef="#ctx0" brushRef="#br0" timeOffset="9261.06">8256 13130 190 0,'0'0'15'0,"0"0"-8"16,0 0-6-16,0 0-2 15,0 0 4-15,0 0-2 0,21 50 0 16,-17-32 1-16,0 2 0 15,-1-6-1-15,3-1 0 16,0-5-1-16,0-3 2 16,-2-2 0-16,1-3-1 15,-1 0-1-15,2-2 3 0,-2-7 2 16,0-6-3-16,0-2-1 16,1-5-1-16,-1 1 0 15,2 0 1-15,-3 4-1 16,6 3 0-16,-4 3 1 15,3 6 0-15,-1 5-1 0,4 0-2 16,0 1-1-16,0 9 2 16,3 2 1-16,-3 3 0 15,0-2 1-15,-2 0-2 16,-2-4 1-16,-1-1 1 16,-4-4-1-16,0-1 1 15,-2-3 0-15,0 0 0 0,0-4 7 16,0-9-4-16,-4-7-3 15,0-1 0-15,-5-7-1 16,3-1-1-16,-2-1 0 16,4-1 0-16,-2 5-1 0,5 4 2 15,-1 3 1-15,0 6 0 16,2 6 4-16,0 7 1 16,0 0-11-16,0 8-1 15,4 10 4-15,5 3 2 16,1 6 1-16,1 5 0 15,2-1-2-15,-1 1-2 0,-2 1-9 16,-5-1-9-16,2-3-23 16,-7-6-11-16</inkml:trace>
  <inkml:trace contextRef="#ctx0" brushRef="#br0" timeOffset="9389.02">8505 13090 240 0,'0'0'3'0,"49"-55"-1"0,-13 26-2 16,7-1-5-16,5-1-67 0,-6-2-96 0</inkml:trace>
  <inkml:trace contextRef="#ctx0" brushRef="#br0" timeOffset="13821.5">4705 13540 8 0,'-4'-1'25'0,"0"-1"-4"0,1 0-4 16,0 0-4-16,1 1-5 15,0-1-1-15,2 1-6 16,-2 1 0-16,-2 0-1 0,3 0 0 15,-3 0-1-15,0 0 1 16,-1 0 0-16,1 3 0 16,-3 0 1-16,2 1-1 15,-1-1 1-15,-1 1 1 16,-2-2 3-16,0 2 3 0,-2 1 0 16,-1 0 1-16,-1 1-1 15,-3-1-3-15,1 5-2 16,-1 0-1-16,-3 0-1 15,2 1 0-15,0 2 0 16,-3 0 1-16,1 0-1 0,0-1 0 16,-1 2 0-16,2-1 1 15,0 0 1-15,-1 1-3 16,4 0 2-16,-1-1 2 16,1 0-2-16,4 1 0 15,-3 2 1-15,3 0-2 0,-2 3-1 16,2 3 0-16,0 0 1 15,-3 1-1-15,3 1 0 16,-1 1 0-16,1-3 0 16,3-2-1-16,-2-4 2 15,4 1-1-15,-1-3 0 0,1-3 0 16,2 2 2-16,1-2 0 16,-2 2-1-16,5 0 1 15,0-1-1-15,0 0-1 16,0 0 1-16,0 0 0 15,0 1 0-15,7 0-1 0,-2 0 1 16,1 1 0-16,3 1-1 16,0 2 2-16,0-2-2 15,2-1 0-15,3 0 0 16,-1-3-2-16,1-2 2 16,1-2 0-16,5 0 3 15,2-2-3-15,3-3 2 0,2 1-1 16,4-2 1-16,1-1 0 15,3 0-2-15,-1 0 1 16,4-8-2-16,0 1 1 16,-2-2 1-16,3-3-2 0,2 0 2 15,1-3-1-15,-2 3 0 16,1-3 0-16,-3-1 1 16,-2 0 0-16,-1 2 2 15,-3-3-2-15,1 0 0 16,-4-1 0-16,2-2 0 0,-3 1-1 15,0-4 2-15,-1-1-1 16,-2-4 1-16,-3-2 1 16,-2-2-1-16,-2-3 1 15,-2-2-1-15,-6 1-1 16,-2-3 1-16,-3 2-2 16,-4 0 4-16,-1 1-4 15,0 1 0-15,-8 0 1 0,-6 1 1 16,-3 1 1-16,-4 2 0 15,-4 0 1-15,-4 5 0 16,0 2 0-16,-5 5 2 16,1 2 0-16,0 7-2 0,2 2-2 15,1 5-2-15,3 3 1 16,1 3-4-16,2 10-5 16,1 7-29-16,-2 1-29 15,-1 0-46-15</inkml:trace>
  <inkml:trace contextRef="#ctx0" brushRef="#br0" timeOffset="15793.8">3717 14293 70 0,'-6'0'5'0,"-2"0"8"16,2 0-5-16,-1 0-5 0,1 0-3 0,0 0 0 16,0 0 0-16,-1 0 0 15,3 0 0-15,2 0 1 16,0 0 5-16,2 0 0 16,0-1-5-16,0-1-7 15,11-1 7-15,3-1-1 0,3 0-1 16,2 0 2-16,3 0-1 15,-3 3 0-15,4 1 1 16,-4 0-2-16,0 10 1 16,1 6-1-16,0 4 0 15,-2 4-1-15,-2 4 4 0,-1 6-1 16,1 6 0-16,-3 6 0 16,0 6-1-16,-1 2 1 15,-1 6-1-15,-2-1 0 16,2-2 2-16,-2 0-2 15,0 0 1-15,5-2 0 0,-5-1-1 16,5-1 1-16,-2-3-1 16,1-4 0-16,-1-2 0 15,-1-9 0-15,3-4 1 16,-6-3 0-16,1-6 1 16,-2-3-1-16,0-6 1 0,-3-2-1 15,1-2 3-15,-3-2-1 16,2-3 0-16,-3-3-2 15,3 1 1-15,-4 0-1 16,2-2 0-16,-2 0 0 16,2 2 0-16,0-2-1 0,1 3-1 15,-1 3-15-15,-2 1 3 16,0 0-39-16</inkml:trace>
  <inkml:trace contextRef="#ctx0" brushRef="#br0" timeOffset="16071.02">4084 15502 72 0,'0'0'5'0,"0"0"-12"0,0 0 7 15,0 0 1-15,0 0 2 16,0 0 1-16,0 0 2 15,0 0-2-15,0 0 2 16,36 11 0-16,-30-8-2 16,-2-3 2-16,1 0 0 0,-3 0 0 15,3 0-1-15,-3 0-2 16,1 0 3-16,3 0-3 16,-2 0-1-16,1-6-5 15,-3-7-56-15</inkml:trace>
  <inkml:trace contextRef="#ctx0" brushRef="#br0" timeOffset="17564.93">6077 13832 13 0,'-7'0'2'0,"-1"0"0"0,1 0-6 15</inkml:trace>
  <inkml:trace contextRef="#ctx0" brushRef="#br0" timeOffset="18099.47">5945 13910 64 0,'0'0'11'0,"0"0"4"0,0 0-6 16,0 0-7-16,0 0-8 16,0 0 3-16,0 0 2 15,0 0-1-15,40-19 2 16,-17 12-1-16,2-4 4 0,6-1-2 16,2 1 4-16,1-3-2 15,9-1-2-15,-3-1 1 16,2 0 1-16,3-1-2 15,-3 0 0-15,0-2 1 16,2 2-2-16,-2-1 2 0,3-1-1 16,-3 1 1-16,0 2-1 15,-3 0-1-15,-4 3 3 16,-5 2-6-16,-4 3 6 16,-8 2-3-16,-4 2 0 15,-6 4-2-15,-5 0 0 16,-3 1-3-16,-1 8-6 0,-14-1-43 15</inkml:trace>
  <inkml:trace contextRef="#ctx0" brushRef="#br0" timeOffset="18461.82">6053 14003 66 0,'0'0'7'0,"59"-24"2"0,-20 8 0 15,3-2 2-15,2-4-3 16,-1 0-3-16,3 1 3 16,-4 1-2-16,-2 0 3 15,-4 1-2-15,2 1-4 0,-7 5-2 16,-4 2 1-16,0 2-1 16,-3 4-1-16,-7 3 0 15,-4 2 0-15,-3 0-19 16,-10 0-53-16</inkml:trace>
  <inkml:trace contextRef="#ctx0" brushRef="#br0" timeOffset="19829.1">7613 13709 15 0,'4'2'33'0,"3"-2"-30"0,2 1 3 16,2-1-2-16,3 0-1 15,5 0 0-15,0-1 0 16,5-8-1-16,5 1 1 0,0-4 5 16,5 0 0-16,0-1 1 15,3-3-5-15,-1 3 1 16,0-1-4-16,0 2 1 15,-2 1-2-15,-1 0 1 16,-2 3 0-16,-4 0 0 16,-3 1 0-16,-4 0-1 0,1 3 1 15,-6-2-1-15,-1 3 2 16,-1 1-4-16,-3 0 2 16,1 2-2-16,-3 0-3 15,-1 0-23-15,-3 0-54 16</inkml:trace>
  <inkml:trace contextRef="#ctx0" brushRef="#br0" timeOffset="20091.06">7900 13743 66 0,'0'0'6'0,"48"-18"-2"0,-19 7-2 15,0 1-2-15,2 1-1 0,-3-1-4 16,0 2-20-16</inkml:trace>
  <inkml:trace contextRef="#ctx0" brushRef="#br0" timeOffset="22750.57">2105 17120 67 0,'0'0'4'0,"0"0"-5"0,0 0 1 0,0 0-1 0,0 0 2 15,0 0-1-15,0 0 1 16,0 0-2-16,0 0 13 16,0 0 28-16,0 0-13 15,17-4-16-15,-17-4-1 0,0-2-5 16,2-3-3-16,2 2-2 16,-2-5 0-16,2 2 0 15,-2 0-1-15,4 1-2 16,-4 0 3-16,0 3 0 15,-2 2 0-15,2 2 0 0,0 3 1 16,1 2-2-16,-1 1-1 16,2 3-3-16,1 8-4 15,2 3 7-15,-1 5 2 16,3 1-1-16,-3 1 2 16,2 0-1-16,-3-1 2 15,3 0-2-15,-4-1 2 0,1 0 0 16,-1 1-2-16,-2-1 1 15,-2 1 2-15,0-2-11 16,0 0-30-16,0-6-22 16</inkml:trace>
  <inkml:trace contextRef="#ctx0" brushRef="#br0" timeOffset="22927.66">2184 17280 96 0,'0'0'6'0,"0"0"15"16,0 0-9-16,0 0-2 15,18-46-4-15,-5 35-4 0,3 0-1 16,0 1 3-16,2 0-2 16,-1 1-1-16,1 4 1 15,-3 0 0-15,2 0-2 16,-4 0-15-16,-2 0-22 0,-4-1-66 16</inkml:trace>
  <inkml:trace contextRef="#ctx0" brushRef="#br0" timeOffset="23795.78">2190 16791 64 0,'0'0'19'15,"0"0"-1"-15,0 0-4 16,-46-14 0-16,34 14-17 0,1 0 1 16,0 0 0-16,0 0 0 15,0 6 2-15,0 2-3 16,-1 1 3-16,1 1-1 16,-3 0-3-16,4 3 7 15,-1 1-2-15,-1 0-5 0,3 0 5 16,-1 4-5-16,0-2 8 15,3 3-1-15,-1 0 4 16,3 1-4-16,-2 0 0 16,3 2-3-16,2 0 1 15,1 1 1-15,1 1-1 0,0 2-1 16,0 1 0-16,0 1-3 16,3 0 2-16,4 2 0 15,0-2-1-15,-1 0 4 16,3-1-2-16,1 0 1 15,3-3 0-15,0-1 4 0,1-1-3 16,3-2 1-16,-1-3-2 16,4 0 0-16,0-1 2 15,0-3-2-15,1-2 0 16,2-5 1-16,0-2 1 16,0-4-1-16,1 0-1 0,-2 0 2 15,1-10-2-15,-1-3 2 16,1-4-2-16,-3-1 1 15,0-4-1-15,-1-2 1 16,0-3 0-16,-3-1 0 16,-1-2 0-16,-1-3-1 0,-1 0 1 15,-6 0-1-15,1 0 0 16,-3 0 2-16,-5-1-3 16,0 1 1-16,-2-3 14 15,-10 1-14-15,-3-3-1 16,-3 3 1-16,-3-2 0 0,-2 4 0 15,-2 5 2-15,-4 2 3 16,0 6 4-16,-3 5 0 16,-1 7-4-16,2 7-6 15,-3 1 0-15,1 10-8 16,4 11-15-16,-1 1-43 0</inkml:trace>
  <inkml:trace contextRef="#ctx0" brushRef="#br0" timeOffset="25639.49">7837 13783 59 0,'-2'0'4'0,"-1"0"6"0,3 0-2 0,-1 0-5 0,-1 0-3 16,2 0 0-16,0 0-1 16,0 0 0-16,0 0 2 15,0 0 0-15,0 0 9 16,0 0 10-16,0 0-6 0,-2-1-1 15,2 1-5-15,0 0-4 16,0 0 0-16,0 0-3 16,0 0-2-16,0 0-1 15,0 0 2-15,0 0 0 16,0 0 0-16,0 0 0 0,2 0 0 16,0 0 2-16,-1 0-2 15,2 0 0-15,-3 1-2 16,2-1 1-16,-2 2 0 15,0-1 0-15,0 2-1 16,2-2-10-16,0 2-9 0,-2 0-9 16,2-2-26-16</inkml:trace>
  <inkml:trace contextRef="#ctx0" brushRef="#br0" timeOffset="26243.74">7883 13730 44 0,'0'0'5'0,"0"0"2"0,0 0-5 0,0 0-1 16,0 0 0-16,0 0-1 15,0 0 0-15,0 0 0 16,0 0-13-16</inkml:trace>
  <inkml:trace contextRef="#ctx0" brushRef="#br0" timeOffset="26976.38">7944 14364 111 0,'0'0'6'0,"0"0"11"0,0 0-15 0,0 0-2 0,0 0 0 16,0 0 1-16,0 0-1 15,0 0 1-15,0 0-1 16,0 0 1-16,0 0 1 16,0 4 8-16,0-4 6 15,0 0 4-15,0 0-9 0,0 0-10 16,0 0 0-16,0 0-1 16,0 0-1-16,0 0-8 15,0 0-14-15,0 2 8 16,0-2-13-16,0 0-1 15,2 0-33-15</inkml:trace>
  <inkml:trace contextRef="#ctx0" brushRef="#br0" timeOffset="27574.76">7771 13903 47 0,'0'0'25'0,"0"0"-13"0,0 0-9 16,0 0-3-16,0 0 1 0,0 0 1 16,0 0-1-16,0 0 0 15,0 0-10-15</inkml:trace>
  <inkml:trace contextRef="#ctx0" brushRef="#br0" timeOffset="32657.41">6535 11829 97 0,'2'0'2'0,"-1"0"-2"15,1 0 0-15,3 3 0 0,-3 1-2 16,0 3 2-16,0 0-1 16,-2 4 4-16,1 2-1 15,0 3 4-15,0 0-2 16,-1 1-1-16,1 1 0 0,2 3 0 15,-3-1-2-15,2 2 0 16,-2 0 2-16,2-2-1 16,0-1 1-16,1-2-7 15,2-6-12-15,-3-4-22 16</inkml:trace>
  <inkml:trace contextRef="#ctx0" brushRef="#br0" timeOffset="33156.08">6683 11864 71 0,'0'0'5'0,"0"0"-2"16,0 0-3-16,0 0 0 16,0 0 2-16,0 0 1 15,0 0 2-15,0 0 0 16,0 0-2-16,6 40 0 0,-5-27 0 16,3-2-2-16,1 2 1 15,-1-4-1-15,0 0 0 16,3-3-1-16,-2 0 1 15,2-4 0-15,-2 0-1 16,3-2 1-16,-3 0 2 0,3 0-1 16,-1-6 2-16,-2-1-1 15,1-4 1-15,-1 1-1 16,-1-3 2-16,-2-1 1 16,0 1 1-16,-2-1 0 15,0 0 3-15,0 1-2 16,-4 0-3-16,-3 2 1 0,-1-2-5 15,1 6 0-15,-4 3 3 16,2 3-2-16,-2 1-2 16,-1 3-5-16,-1 6-21 15,1 7-2-15,0-3-9 16</inkml:trace>
  <inkml:trace contextRef="#ctx0" brushRef="#br0" timeOffset="33624.99">6846 11794 6 0,'0'0'2'0,"0"0"4"0,0 0 18 16,0 0 5-16,0 0-6 15,0 0-9-15,0 0-4 16,0 0 0-16,0 0-7 16,0 0 2-16,-22 25-4 0,20-14 0 15,0 1-1 1,2-1 0-16,0-2-1 0,2 0 3 16,2-4-1-16,5 3-1 15,-2-5 0-15,4 1 5 16,0-4-1-16,0 0-1 15,1 0 0-15,-1-4 1 16,3-7 1-16,-2 2 0 0,-3-1 0 16,1-3 4-16,-6 1 2 15,-2 0 0-15,-2 1 3 16,0 0-4-16,-2-1-3 16,-7 2-1-16,0 0-3 0,0 3-3 15,-3 1 0-15,2 4 0 16,1 0-2-16,2 2-8 15,-2 3-6-15,2 7-10 16,-2 0-26-16,3 0-10 16</inkml:trace>
  <inkml:trace contextRef="#ctx0" brushRef="#br0" timeOffset="34102.29">7039 11703 1 0,'0'0'63'0,"0"0"-51"0,0 0 2 0,0 0-10 15,0 0-3-15,0 0-2 16,0 0 1-16,0 0 0 0,0 0-2 16,-21 38 2-16,21-27 0 15,0-1 0-15,0 0 0 16,0 0 0-16,7-2-1 16,-1-2 1-16,4 0-1 15,-2-5 3-15,3 1 0 16,-1-2 3-16,1 0 0 15,-3 0 4-15,2-6 2 0,-1-1 2 16,-3-3 1-16,1-1 2 16,-3-1 2-16,-4-1-2 15,0-1 0-15,0-1-4 16,0 2-2-16,-7 0-5 0,-1 4-1 16,-1 1-4-16,-4 4 1 15,0 4-3-15,-2 0-27 16,0 4-18-16,1 4-7 15,-1 1-23-15</inkml:trace>
  <inkml:trace contextRef="#ctx0" brushRef="#br0" timeOffset="34998.81">7128 11416 114 0,'0'0'3'0,"0"0"3"0,0 0-3 0,-41-25-1 16,29 21-1-16,-5 1 0 15,0-1 1-15,-1 3-2 16,0-2 2-16,-5 0-1 0,3 3 1 16,-3-1 0-16,4 1-1 15,-6 0 1-15,3 0-2 16,0 4 2-16,-3 6-2 16,-2 0-3-16,1 1 2 15,-3 2-2-15,1 0 2 0,-1 1 1 16,-2 1 0-16,2 1 0 15,0 0 0-15,0 2 0 16,0 2 0-16,5 3-2 16,-3 1 2-16,0 1 0 15,2 1-4-15,2 4 2 0,0-3 1 16,4 0 0-16,1 0 1 16,3-4 1-16,-1 1-1 15,3-2 0-15,2 1 1 16,1 1-1-16,0 3-1 15,5 3 1-15,-1-1 1 0,6 2-1 16,0 1-1-16,0 1 0 16,0-4 0-16,8 0 0 15,3-3-1-15,5-2-1 16,1 0 1-16,6-4-1 16,0 0 5-16,6-2-1 15,4-1-1-15,3-2 2 0,4-3-1 16,3 0 1-16,1-4 1 15,4-3-2-15,0-3 1 16,4-2-1-16,-2-4-1 16,2-9 0-16,2-4 0 0,2-5 1 15,1 0-1-15,-4-6 0 16,2 0 3-16,-3-2-2 16,-7-3 2-16,-2-1 0 15,-4-2 3-15,-5-3-1 16,-5 2 1-16,-4-3-2 0,-6 1 2 15,-2 0 48-15,-5-2-53 16,-4 0 1-16,-6-2-1 16,-2 0 2-16,-2 1 3 15,-10 0 3-15,-9 4 3 16,-2 4-2-16,-7 1-5 16,-5 6-3-16,-4 3 5 0,-5 5-6 15,-5 4 1-15,-2 5-1 16,-1 9 0-16,-4 1-1 15,3 3-4-15,1 12-29 16,1 4-21-16,4-1-40 0</inkml:trace>
  <inkml:trace contextRef="#ctx0" brushRef="#br0" timeOffset="35883.53">7612 11605 66 0,'-1'1'16'0,"1"-1"3"0,-1 0-9 16,1 0-1-16,-4 0 1 15,2 0 2-15,-3 0-1 0,1-1 1 16,0-2-2-16,-1-2-1 16,2 0-5-16,-1-1-3 15,2 0-1-15,0-1-3 16,2-1 4-16,0-2-2 16,0-2 0-16,2 1-2 15,4-3-1-15,4 0 1 0,1-3 1 16,-1 1 1-16,5-1 2 15,0 0-1-15,3 1-1 16,1-1 1-16,2 4 0 16,4-2 0-16,-1 1 0 15,2 1-1-15,-1 0 1 0,0 2 0 16,0 1-1-16,-1 0 1 16,-1 3-2-16,1 2 2 15,-2 3-1-15,2 0-1 16,0 2 2-16,-2 0-2 15,0 0 1-15,-3 5 0 0,-2 0 0 16,1 2 0-16,-5 2 0 16,1-2 1-16,-3 1 0 15,-4-2-1-15,2 1 2 16,-4-1 0-16,-1 1 0 16,0 1 1-16,-2-3-1 0,0 0 2 15,-1 1 1-15,0 0-2 16,-1 1 0-16,0-3 1 15,1 3 0-15,-1 1 1 16,0 0-6-16,0-2-25 16,0-1-14-16</inkml:trace>
  <inkml:trace contextRef="#ctx0" brushRef="#br0" timeOffset="36144.83">8131 11467 29 0,'0'0'5'0,"0"0"-1"0,0 0 2 0,0 0-2 15,0 0 1-15,0 0 6 16,0 0 1-16,0 0-3 15,43 13 1-15,-30-13-2 16,0-2-3-16,1-3-1 16,-1-1-2-16,1-2-7 0,-3-3-46 15</inkml:trace>
  <inkml:trace contextRef="#ctx0" brushRef="#br0" timeOffset="36294.65">8304 11315 104 0,'0'0'18'16,"0"0"23"-16,0 0-22 16,0 0-15-16,0 0-20 15,0 0 7-15,0 0-1 16,-12 35-27-16,6-16-32 0</inkml:trace>
  <inkml:trace contextRef="#ctx0" brushRef="#br0" timeOffset="36921.84">7946 11915 66 0,'0'0'40'0,"0"0"-18"0,0 0 15 0,0 0-9 16,0 0-9-16,0 0-4 16,0 0-6-16,0 0-16 15,0 0 0-15,0 0 1 16,-5 26 4-16,5-9 2 15,1 0 1-15,2 4 0 0,2-1 0 16,-1 0 0-16,1-3 2 16,0 0 0-16,-1 0-3 15,-2-1-8-15,1-3-26 16,1-3-25-16,-2-6-14 16</inkml:trace>
  <inkml:trace contextRef="#ctx0" brushRef="#br0" timeOffset="37277.3">8091 11923 199 0,'0'0'5'0,"0"0"-3"16,0 0-6-16,0 0-32 15,0 0 22-15,0 0 9 16,-24 46 2-16,21-26 0 0,3-4 0 15,0 1 1-15,0-4 0 16,0-4-2-16,7 0 2 16,1-3 3-16,2-5 0 15,-1-1 3-15,-1 0 4 16,2-7 5-16,-3-3 2 0,1-1 2 16,-3-5-1-16,2 1-1 15,-5-1-2-15,-2-1-3 16,0 1-1-16,0 2-4 15,-2 1-2-15,-6 2-2 16,2 5-3-16,-3 2-12 0,-3 4-10 16,2 0-21-16,-3 10-7 15,1-3-4-15</inkml:trace>
  <inkml:trace contextRef="#ctx0" brushRef="#br0" timeOffset="38009.71">8317 11820 141 0,'0'0'52'0,"0"0"-46"16,0 0-7-16,0 0 1 15,0 0-5-15,0 0 3 16,-38 32 1-16,36-17-3 16,2 4-2-16,0-4 3 15,4-1-2-15,4-1 3 0,4-1 2 16,1-8 0-16,3 0 1 15,2-4 2-15,2 0-1 16,1-1 0-16,-1-11 2 16,4-4-7-16,-3-2 3 15,-2-3-2-15,-1 0 3 0,-4-2-1 16,0-3 0-16,-6-2 1 16,-2 0 0-16,-4-2-1 15,-2 0-1-15,0 4 1 16,0 4 0-16,-4 2 1 15,-2 9 3-15,-1 3 4 0,0 5-4 16,-2 3-1-16,2 0-4 16,1 8 1-16,-1 6-5 15,0 4 1-15,3 2 0 16,2 4 2-16,2-1 1 16,0 0-1-16,0-2 1 0,8 0 0 15,0-3 1-15,1-3-1 16,1-2 0-16,2-3-17 15,1-1-6-15,1-3 6 16,-3-3 2-16,2-1-3 16,3-2 7-16,-1 0 9 0,-1-3 4 15,-1-5-2-15,-1-1 2 16,-2-1 1-16,-3 0 7 16,-3 0 12-16,-3 1 3 15,-1 1 11-15,0 1-13 16,0 1-4-16,-3 1-7 0,-1 3-6 15,-2 2 0-15,1 0-5 16,-3 0-28-16,2 3-35 16,-4 1-21-16</inkml:trace>
  <inkml:trace contextRef="#ctx0" brushRef="#br0" timeOffset="39796.87">7989 13719 69 0,'-4'-3'14'0,"2"1"5"0,1 0-6 15,0 1-6-15,-1-1-5 16,2 1-1-16,-2 1 0 0,2 0-1 16,0 0 1-16,-2-1-1 15,2 1 0-15,-3 0 1 16,2-2-1-16,-1 2 4 16,-1 0-2-16,1 0-2 15,-2 0-2-15,-1 0 0 0,0 0-2 16,1 0-5-16,-1 3 3 15,1 0 2-15,-2 0 4 16,3 1-1-16,-2-1-1 16,1 1 4-16,-1 0-2 15,1 3 1-15,2 2-1 0,-2-2 1 16,0 2-1-16,1 0-1 16,-2 3 1-16,2-1-1 15,-1 3 1-15,2-2 0 16,-4 1-2-16,2 2 1 15,-1-1 4-15,-1 1-2 0,2 2 0 16,0 0 0-16,0 1 0 16,0 1-1-16,3-1 0 15,1 3 0-15,0-4 0 16,0 1 0-16,0 1 0 16,0 0 1-16,4-1-1 0,3 2 0 15,0 1 0-15,2 1 0 16,-2-1 0-16,-1 2 0 15,3 1 1-15,-2 0-1 16,2-1 1-16,-2 1-1 16,4-1 1-16,-2 1-1 15,-2-2 1-15,3 1-1 0,-2 0 0 16,-1 1 1-16,1-1 2 16,-3 2 1-16,4-1 1 15,-5 0-1-15,3-1-1 16,-1 1-2-16,1-4 0 15,2 3-1-15,0-6 1 0,0 0 0 16,3-3 1-16,2-2 1 16,3-4 0-16,0-4 0 15,2-4-1-15,3 0-10 16,-2-10-15-16,2-8-15 0</inkml:trace>
  <inkml:trace contextRef="#ctx0" brushRef="#br0" timeOffset="40536.94">8077 13587 27 0,'0'0'6'0,"44"-7"8"0,-20 4-2 0,-2 3-1 0,0 0 0 16,-1 0-4-16,-4 0-4 16,0 10 0-16,-3 3-2 15,-2 0-1-15,-1 2 2 0,-4 5 3 16,4 0-1-16,-6 3-2 15,1 2 1-15,-1 4 0 16,1-1 0-16,-2 4 0 16,0 2-2-16,2 1 1 15,-4 2-2-15,3-2 2 0,-1 1-2 16,-2-3 3-16,2 0-1 16,-1-1 2-16,4 2-1 15,-5-1 0-15,2 0-2 16,1 2 2-16,1-2-2 15,-3-1 0-15,1-1 0 16,1-1 0-16,-1-3 0 0,-3-4-1 16,-1 1 1-16,0-5 0 15,0-1-1-15,0-1 2 16,-5 0-1-16,-4-6 3 16,2 1 0-16,0-2 0 15,-5-3 2-15,4-1-3 0,-3-2 1 16,0 0 2-16,0-2 1 15,2-1-1-15,-3 0-6 16,1 0 2-16,-2 1-1 16,-1-2-1-16,1 0-5 15,-3 0-20-15,3 0-22 0,-5-7-60 16</inkml:trace>
  <inkml:trace contextRef="#ctx0" brushRef="#br0" timeOffset="41084.07">7981 13818 85 0,'0'0'15'0,"0"0"7"0,0 0-2 0,0 0 0 0,0 0 0 16,0 0-4-16,0 0-11 15,0 0-10-15,0 0 5 16,0 0-2-16,0 0-2 0,0 0 3 16,-27 48 0-16,35-34-2 15,-1-3 1-15,1-4-1 16,-1-1-2-16,2-3 6 15,-2-3-3-15,1 0 4 16,-1-2 11-16,-2-6-1 0,-1-2-3 16,-1-2 2-16,-3 1 5 15,0-2-7-15,0 1-4 16,0 0-2-16,-1 3-2 16,-1 1 1-16,-2 4-3 15,1 4-14-15,-3 0-27 0,1 3-62 16</inkml:trace>
  <inkml:trace contextRef="#ctx0" brushRef="#br0" timeOffset="41384.32">8025 14144 114 0,'0'0'21'16,"0"0"-26"-16,0 0 3 15,0 0 8-15,39 13-3 16,-34-13-2-16,1 0 0 0,-2 0 1 16,2 0 7-16,-4-6 21 15,0 0-7-15,0-1-2 16,-2-1-11-16,0-1-5 16,0 2-2-16,0 0 0 15,-4 0-1-15,-2 0-1 0,0 1 1 16,0 2-3-16,1 1 0 15,-1 3-6-15,0 0-16 16,0 3-18-16,0 7-15 16,1 3 4-16</inkml:trace>
  <inkml:trace contextRef="#ctx0" brushRef="#br0" timeOffset="41712.03">8064 14408 153 0,'0'0'39'16,"0"0"-32"-16,0 0-10 15,0 0 2-15,0 0 2 16,0 0-2-16,0 0-5 16,0 0-3-16,15 17 5 0,-9-11 3 15,0-1-1-15,1 0 0 16,-1-3-2-16,-3 0 3 15,4-2 0-15,-3 0 1 16,-1 0 1-16,-1 0 11 16,-2-4 12-16,0-3-2 15,0-2-12-15,-3-1-5 0,-3 0-1 16,-4 0 0-16,2 3-3 16,-1 1-2-16,-1 4-12 15,1 2-23-15,1 0-11 16,-4 3-38-16</inkml:trace>
  <inkml:trace contextRef="#ctx0" brushRef="#br0" timeOffset="41940.05">8136 14547 86 0,'0'0'-1'15,"0"0"0"-15,0 0 2 16,0 0-1-16,41 19-1 16,-33-16-2-16,-4 0 4 0,1-2-1 15,-3-1 2-15,2 0 0 16,-2 0 6-16,-1 0-6 16,1-4-2-16,-2-4-88 15</inkml:trace>
  <inkml:trace contextRef="#ctx0" brushRef="#br0" timeOffset="43347.21">8466 11505 52 0,'0'0'12'0,"0"0"-6"0,0 0 1 0,-51-11-2 15,34 11-2-15,0 0-1 16,0 0 2-16,1 0 4 16,-3 0 1-16,0 2 0 15,1 1 0-15,-1 3-5 16,0 1-1-16,-4 3-3 0,2 1 0 16,-4 2-1-16,-2 1-2 15,-2 1 2-15,2 0 0 16,-2 2 1-16,0-1-1 15,0 2 1-15,-1 5 0 16,1-2 1-16,2 2-1 16,-3 1 1-16,1 3-1 0,2 0 1 15,-2 3-1-15,2 0 0 16,2 0 0-16,1 8 0 16,6-2 0-16,0 3 0 15,5 1 0-15,3 0 0 0,4 0-1 16,2-2 0-16,4-3 0 15,0 0-1-15,6-5 1 16,8-2-3-16,3-3 1 16,4-5 2-16,8-4-1 15,2-2 3-15,1-7 4 16,7-3-3-16,2-4 0 0,2 0 1 16,6-9 0-16,0-7 3 15,4-4-1-15,-1-6 2 16,-3-2 0-16,0-2 5 15,-5-4 9-15,-2 0-12 16,-3-7 1-16,-5 0 0 0,-3-5 0 16,-6 1 0-16,-8-2-3 15,-5 1 0-15,-10 3-2 16,-2 3-1-16,-12 3 3 16,-11 3-4-16,-6 8-3 0,-7 8 1 15,-3 11 5-15,-8 7-17 16,-4 12-35-16,-5 11-47 15</inkml:trace>
  <inkml:trace contextRef="#ctx0" brushRef="#br0" timeOffset="43634.22">8302 13708 64 0,'0'0'-1'0,"0"0"1"0,0 0-2 16,0 0-15-16</inkml:trace>
  <inkml:trace contextRef="#ctx0" brushRef="#br0" timeOffset="47790.19">483 15802 4 0,'0'2'2'0,"-2"1"-1"0,2 1-1 16,0-4-4-16</inkml:trace>
  <inkml:trace contextRef="#ctx0" brushRef="#br0" timeOffset="47974.83">483 15802 40 0,'15'-8'4'0,"-15"8"-2"16,0 0-10-16,5-1 1 0,0-5-21 15</inkml:trace>
  <inkml:trace contextRef="#ctx0" brushRef="#br0" timeOffset="51825.94">8574 14013 3 0,'0'0'12'0,"0"0"4"0,0 0 2 0,0 0 2 15,0 0-6-15,0 0-1 16,0 0-5-16,0 0-1 0,0 0-3 16,0 0 0-16,0 0-1 15,42 37 1-15,-33-30-1 16,5 0 0-16,-3 3 0 16,2 2 0-16,5-1 0 15,-2 3 0-15,-1 1 0 16,-1 0 0-16,2 2-2 0,2 4 1 15,-1-2-1-15,-1 4 2 16,-1-1-2-16,3 1-1 16,0 1 1-16,1 0 1 15,1-1 0-15,-3 3 1 16,2-2-1-16,2 1 1 0,-2 0-1 16,1-1 1-16,-1-1-2 15,-2 0 1-15,0-3 1 16,-1-2-1-16,-1 0 2 15,-1-2 3-15,-3-2-1 0,0 0-1 16,1-3 1-16,-2 1-2 16,0-2-2-16,-2 1 2 15,1-1 1-15,-3-2 2 16,0 1-1-16,-2-1-2 16,-2-1-17-16,0-2-26 15,-2-2-20-15,0-3-8 0</inkml:trace>
  <inkml:trace contextRef="#ctx0" brushRef="#br0" timeOffset="52196.23">9048 14765 110 0,'0'0'7'0,"0"0"18"0,0 0-17 15,0 0-8-15,0 0-1 16,0 0-1-16,0 0 1 16,0 0-1-16,0 0 0 0,0 0 5 15,29 0 2-15,-23 0 3 16,3 0-1-16,-1 0 1 15,2-1-3-15,1 1-1 16,-1-1-2-16,1 0 0 16,-1-1-1-16,2 1 0 0,-3 0 1 15,0 0-1-15,3-1 3 16,-2 1-1-16,1-1-18 16,1-3-21-16,-3-1-5 15,1-3-31-15</inkml:trace>
  <inkml:trace contextRef="#ctx0" brushRef="#br0" timeOffset="52381.36">9265 14573 119 0,'0'0'6'0,"0"0"30"15,0 0-21-15,0 0-11 16,0 0-13-16,0 0 3 15,-25 43 1-15,21-11 4 16,1 6-8-16,-3 2-33 0,-2 5-66 16</inkml:trace>
  <inkml:trace contextRef="#ctx0" brushRef="#br0" timeOffset="52864.74">9034 15233 57 0,'0'0'42'0,"0"0"-19"0,0 0 2 0,0 0-9 16,0 0-20-16,0 0-8 15,0 0 11-15,0 0 5 0,0 0 1 16,20 50 0-16,-11-29 0 16,0 2-4-16,2-2 1 15,-2 1 3-15,3-1-1 16,-5 0 2-16,-1 0-2 15,-2-2-19-15,-4 1-23 0,0-6-19 16</inkml:trace>
  <inkml:trace contextRef="#ctx0" brushRef="#br0" timeOffset="53185.93">9052 15229 103 0,'0'0'5'16,"0"0"2"-16,0-42 5 16,2 31-7-16,7 0-2 0,1 0 2 15,1 2 5-15,1 2-1 16,2 2-3-16,-1 3-6 16,-1 0-2-16,1 2 0 15,-1 2-1-15,-3 5-1 16,-1 4 2-16,-3 2 1 0,-1 1-2 15,-4 1 6-15,0-1 4 16,-5 2-3-16,-3-1 1 16,-5-1 3-16,-1 1-1 15,-1-3-4-15,1 0-1 16,3-2-1-16,1-2-3 16,6-5-49-16,0-3-13 0</inkml:trace>
  <inkml:trace contextRef="#ctx0" brushRef="#br0" timeOffset="54067.12">9258 15183 78 0,'0'0'-4'0,"0"0"0"0,0 0-18 16,0 0-14-16,44-21 25 15,-35 13 10-15,-2-2 1 16,0 0 12-16,-5 1 20 16,0-1 0-16,-2 2-14 15,0 1-6-15,0 1-2 0,-2 3 2 16,-2 1-10-16,-3 2-2 16,0 0 7-16,0 0-8 15,1 0 4-15,0 4 2 16,1 3-3-16,3 3-2 15,-1 1-2-15,3 2 0 0,0 2 1 16,0-2 0-16,5 1-2 16,0-3 1-16,3-2-1 15,-2-1-1-15,1-3 3 16,1-1 2-16,2 1 1 16,-5-4 1-16,3-1 0 0,0 0 0 15,0 0 0-15,-1 0 3 16,-3-8-1-16,2-1 3 15,-2-1-1-15,-2-3 3 16,0-1-1-16,1 1-1 16,-1-1-1-16,2 3 0 15,-2-1-1-15,2 2-3 0,1 3-2 16,0 2-1-16,1 2-1 16,-1 1-3-16,1 2-4 15,-1 0-2-15,4 3 0 16,0 4 6-16,-1 0 2 15,4-1 2-15,-1-1 2 0,2 0 0 16,1-3 2-16,1-2 1 16,2 0 2-16,-1-7-7 15,1-2-8-15,-2-7-5 16,-1-1 7-16,-3-3 1 16,-3-1 7-16,-2-3-2 15,-2-2 1-15,-4 1 0 0,0-1 3 16,0-1 3-16,0 4-2 15,-5-1 0-15,0 7-3 16,1 0-2-16,-3 7 3 16,3 3-2-16,2 4 1 0,-2 3 0 15,2 0 6-15,1 0-11 16,1 10-4-16,0 3-1 16,0 7 6-16,3 1 0 15,5 6 2-15,1-1-1 16,3 3 2-16,1 0-2 0,1-1 1 15,-1-1 0-15,-3-2 3 16,2-1-1-16,-3-2 1 16,-4-2 0-16,-2-3 0 15,0 0 1-15,-3 0-2 16,0-4-12-16,0-2-26 0,-7-3-1 16,-3-4-5-16,1-4-14 15</inkml:trace>
  <inkml:trace contextRef="#ctx0" brushRef="#br0" timeOffset="54751.01">9629 15124 41 0,'0'0'31'0,"0"0"-3"0,-2-37-12 0,2 26-8 0,6-1-4 0,3-1-2 16,3 1 1-16,1-1-1 16,0 0-1-16,3 2 1 15,-3 2 0-15,1 2 2 16,-4 1-2-16,1 2-2 0,-1 4-1 15,-3 0-3-15,-1 0 2 16,-1 6 0-16,4 1 2 16,-5 2 1-16,-1 0 0 15,3 0 4-15,-2-2-2 16,4 2 0-16,-4-4 0 0,-1-2-1 16,3 0 1-16,-2-3-1 15,-1 0 8-15,-1 0 0 16,2-7 3-16,-2-4-1 15,-2-2-4-15,0-3-4 16,0-4 1-16,-2 2-4 0,-5-2 0 16,-3 0-3-16,1 0-9 15,-1 3-12-15,-1 1 7 16,2 5 15-16,4 1 1 16,1 4-4-16,2 1 2 15,2 5 0-15,0 0-28 0,0 0 22 16,6 0 4-16,4 6 0 15,-3 2 2-15,3-1-1 16,2 3 3-16,-3-3-1 16,0 2 1-16,2-2 0 15,0 0 1-15,-4-3 1 0,4-1-1 16,-2-3 4-16,2 0 2 16,-3 0 1-16,4-3 1 15,-1-4-1-15,1-2 0 16,-3-2-1-16,1 1 3 0,-5 0 4 15,2 3 3-15,-5-1-3 16,-1 2 0-16,-1 2 4 16,0 1-5-16,1 1-6 15,-1 2-6-15,0 0-8 16,0 5-7-16,0 6 4 16,1 3 18-16,3 1-6 0,0 2-1 15,0 1-1-15,3-4 0 16,3 3 0-16,0-5-5 15,2-1-14-15,1-1-11 16,0-6-26-16,-1-4-13 16</inkml:trace>
  <inkml:trace contextRef="#ctx0" brushRef="#br0" timeOffset="55390.73">10152 14833 177 0,'0'0'-2'0,"0"0"9"0,0 0-3 0,0 0-3 0,0 0-1 0,0 0-5 0,0 0-6 15,0 0 2-15,0 0 7 16,0 0-1-16,0 0 0 0,0 0 2 16,-2 31-1-16,2-20 1 15,4 1 2-15,-2-4 0 16,-1-1-1-16,1-2 1 15,-1-3-1-15,0 0 1 16,-1-2 2-16,0 0 22 0,0 0 3 16,0-6-21-16,0-1-1 15,0-3-3-15,0-3-2 16,0 2 1-16,0 1 0 16,0-1-2-16,0 1 0 15,0 4 0-15,0 0 0 16,2 3-2-16,2 1 2 15,1 2-3-15,2 0-4 0,-1 2-3 16,1 4 0-16,0 4 4 16,4 0 2-16,-6 1 1 15,3 0 4-15,-3-2-2 16,1 2 1-16,-1-5 1 0,-2-1 0 16,-1-2 1-16,0-1 0 15,0-2 1-15,-2 0 3 16,2 0 7-16,-2-7-6 15,0-2-4-15,0-4-1 16,0 1 0-16,2-1-1 0,-2-1 1 16,2 3-2-16,3 1 0 15,-3 1 0-15,2 1 0 16,4 2-2-16,-4 3 1 16,1 2-1-16,3 1-2 15,1 0-3-15,0 0 1 0,2 7 0 16,-2 0 2-16,5 0 3 15,-1 0 1-15,1 0 0 16,3-4-26-16,2-1-10 16,1-2 10-16,0 0-24 15</inkml:trace>
  <inkml:trace contextRef="#ctx0" brushRef="#br0" timeOffset="55582.03">10532 14760 48 0,'0'0'38'0,"0"0"-5"0,16-41 58 0,-16 30-47 0,0 4-41 0,-8 1-4 0,-3 0-8 0,-1 6 3 0,-2 0 14 16,1 13-7-16,-3 1-2 16,3 4-4-16,0 2 4 15,7-4-2-15,2 0 0 16,4-2-2-16,0-3 1 16,0-2-2-16,9-3-20 0,5-5 0 15,0 1-8-15,2-2-3 16</inkml:trace>
  <inkml:trace contextRef="#ctx0" brushRef="#br0" timeOffset="55973.48">10619 14706 115 0,'0'0'19'0,"0"0"10"16,0 0-12-16,0 0-8 15,0 0-6-15,0 0-5 16,0 0-29-16,0 0 11 0,0-1 13 15,0 11 1-15,2 0 1 16,0 1 5-16,-1 3 2 16,2-2 1-16,0-4-2 15,-1 1 1-15,0-4-1 16,0 0 1-16,-2-4 0 0,0-1 0 16,0 0 22-16,0 0 14 15,0-3-28-15,0-5-4 16,0-5 1-16,0 2 0 15,0-5-4-15,0 2-3 16,0-2 3-16,2 2-2 0,4 1 0 16,1 2 2-16,3 2-2 15,-1 2-1-15,2 3 0 16,1 3-2-16,1 1-2 16,-2 0 1-16,-2 5 0 15,-1 6-35-15,0 2-5 0,-2-3 40 16,-3-1-21-16,1-1-51 15</inkml:trace>
  <inkml:trace contextRef="#ctx0" brushRef="#br0" timeOffset="56357.66">10862 14493 112 0,'0'0'23'0,"0"0"-1"0,0 0-25 0,0 0-5 16,0 0 3-16,-37 40 14 0,27-20-10 16,4 1 1-16,2-1 1 15,4-3-1-15,0-1-1 16,4-4 0-16,7-4 7 16,3-4-6-16,6-4 7 15,-2 0 0-15,6-7 1 0,-2-6 1 16,0-2-2-16,-1-1 4 15,-3-3 0-15,-5 4-3 16,-5-3-1-16,-3 3 3 16,-2 4 2-16,-3 2-1 0,0 2-5 15,-10 2-5-15,2 5-2 16,-3 0 2-16,-3 6 2 16,1 7-4-16,-1 6 0 15,3 5-2-15,1 0-6 16,2 5-18-16,-1 3-13 15,3-3-19-15,-3 0-22 0</inkml:trace>
  <inkml:trace contextRef="#ctx0" brushRef="#br0" timeOffset="57431.78">9437 15489 35 0,'0'0'10'0,"55"-21"20"0,-21 7-9 0,5-4-9 15,4 1-4-15,5-3-1 16,5-2-1-16,3-4-1 0,4 0 0 16,5-3 1-16,5-1-2 15,1 3-3-15,5-3 0 16,1 3 0-16,2-3 0 16,0-1 0-16,-1-1 2 15,0 0-3-15,-2-2 1 0,-2 3-1 16,-7-2 1-16,-6 5 5 15,-2-1 9-15,-6 4 1 16,-7 2-3-16,-9 2-6 16,-3 1-1-16,-5 1-2 15,-6 1 2-15,-5-1 1 16,-7-2-1-16,-4 1 1 0,0-3 2 16,-7-2 1-16,0-2-5 15,0 0-2-15,-3-3-2 16,-4 3 1-16,-3-1-2 15,-3 1 0-15,-1 1-1 16,-5-2 0-16,-2 5 0 0,-2-2 1 16,-4 2 0-16,-2 0-1 15,-2 3-1-15,-3 4 0 16,-3 1 4-16,-3 4 23 16,-4 2-24-16,-2 5-4 15,-5 2 3-15,-2 2 0 16,-2 0 0-16,-1 9 0 0,-4 2-2 15,-5 5-1-15,-3 2-6 16,-3 4 2-16,-4 3-6 16,-4 4 1-16,1 1 6 15,-2 4-3-15,-3 4 0 0,0 1 6 16,-1 6 2-16,1 1 2 16,-1 1-1-16,0 1-1 15,-1 1 3-15,2 1-2 16,5 1 0-16,0 1 1 15,6 1-1-15,4 2 0 0,2 1 0 16,8-2 0-16,4-3 0 16,7-1-1-16,10-1 1 15,9-5-1-15,9-1-1 16,7-5 0-16,8-1-3 16,4-6 1-16,6-2-4 0,13-4 1 15,7-4 1-15,10-5 12 16,4 0-5-16,9-8 0 15,6-4 2-15,4-4-1 16,5-1 2-16,5-10-2 16,6-10 1-16,0-2 1 15,6-6-1-15,4-3 0 0,3-5-3 16,-1-1-20-16,-9-4-37 16,-4 0-69-16</inkml:trace>
  <inkml:trace contextRef="#ctx0" brushRef="#br0" timeOffset="64686.12">10565 15187 15 0,'2'1'0'0,"0"-1"1"0,-1 3 5 0,1-2 8 16,3 1 7-16,-1 2 1 0,-2-2-2 15,3 2-5-15,1 0-1 16,-3 0-3-16,3-1 3 16,-1 1-4-16,-2 0 0 15,3-1 0-15,-2 1-3 16,5-1-1-16,-3 0-2 0,4 0-2 15,0 0-1-15,0 0 1 16,1-1-2-16,0 1 3 16,-3 1-2-16,2 0 0 15,-1 0-1-15,-4 0-4 16,1 0-7-16,-1-1-19 0,-5 1-21 16,0-1-30-16</inkml:trace>
  <inkml:trace contextRef="#ctx0" brushRef="#br0" timeOffset="64983.76">10693 15161 73 0,'0'0'5'0,"0"0"16"16,0 0 13-16,0 0-9 15,0 0-8-15,0 0-7 0,0 0 1 16,0 0-5-16,0 0-4 16,-32 27-1-16,26-13-2 15,3 3 1-15,2 0-1 16,0-4-7-16,1 0-16 15,0-3-25-15,0-5-21 16</inkml:trace>
  <inkml:trace contextRef="#ctx0" brushRef="#br0" timeOffset="66328.39">10679 15047 15 0,'0'0'35'0,"0"0"2"0,0 0-15 0,0 0-9 0,0 0-2 16,-43 9-4-16,37-8-3 15,-3 2-3-15,3 0 0 16,-1 0-1-16,0 0 0 0,0 2 1 16,0-2-1-16,1 1 0 15,-3-1 0-15,2 1 0 16,0-1 1-16,1 3-1 15,2-3 0-15,-3 1 0 16,2 0 0-16,1-1 0 0,0 2 1 16,1 0-1-16,-4 1 0 15,0-1 0-15,1 1 0 16,-1 1 0-16,-1 0 0 16,3 2 0-16,-4 0 1 15,4 0-2-15,1 0 1 16,-2-1-1-16,3 0 1 0,-1 0-1 15,1 0 2-15,-1 1 2 16,2-2 1-16,1 2 2 16,-1 0-4-16,2 0 0 15,0 2-2-15,0 1 0 0,0-1 0 16,0 0 0-16,0 1-2 16,0-1 1-16,0-1 0 15,3 0 1-15,1 1-1 16,1-1 1-16,0-3 0 15,1 2 1-15,0-2 3 16,-1 0-4-16,1 2 0 0,2-2 2 16,0 0-3-16,-1 0 3 15,2-1-3-15,0 1 1 16,-2-2 1-16,3 3-2 16,0-3 2-16,-1 0-4 15,2 0 8-15,2 0-4 0,-2-1-1 16,0-2-1-16,3 0-3 15,-3-1 6-15,1-1-2 16,-3 0 3-16,3 0-2 16,0 0 2-16,-1 0 2 15,-2-1-2-15,3-5-1 0,0 2-1 16,0-2 0-16,-1-1-1 16,-2 2 1-16,2-3 0 15,-2 0 0-15,-1-1 2 16,1 0 3-16,-1-3-2 15,0 1-1-15,1-2 0 0,-3 0-2 16,2-1 0-16,-1 0-1 16,1 0 1-16,-4-1 0 15,1 1 3-15,0-3 8 16,-2 3-3-16,-2-1 1 16,0 0-3-16,-1 1 2 0,0-2-5 15,0 2-1-15,0-1 0 16,0 1-2-16,0-1 0 15,-2 0 0-15,-1 0 1 16,-4 1-1-16,2 0 0 16,-3-2-1-16,1 1 1 0,-4 3 0 15,2 1 0-15,0 2-2 16,-2 4 0-16,2-1-7 16,0 6-13-16,0 0-20 15,-2 3-22-15,2 4-5 16</inkml:trace>
  <inkml:trace contextRef="#ctx0" brushRef="#br0" timeOffset="67131.9">10583 15213 53 0,'0'-1'4'0,"0"-2"1"15,0 3 4-15,0-1 6 0,0 1 6 16,0-2-2-16,0 2-3 15,0 0-10-15,0 0-6 0,0 0-2 16,0 0 2-16,2 0 2 16,3 0 0-16,2 3-1 15,4 1 3-15,-2 2-1 16,1-2-1-16,3 1-1 16,-2 0-1-16,1 0 1 0,0 0-1 15,-3 1 0-15,0-1 1 16,2 1 1-16,0 0-2 15,-4-2-3-15,2-1-13 16,-2 1-11-16,-1-2-4 16,-2-2-55-16</inkml:trace>
  <inkml:trace contextRef="#ctx0" brushRef="#br0" timeOffset="67476.31">10680 15164 12 0,'0'0'4'0,"0"0"13"0,0 0 6 16,0 0-8-16,0 0-2 16,0 0-7-16,-11 49 3 15,5-29-2-15,2 2-5 16,-4 4-1-16,1 0-7 0,-7 1-77 15</inkml:trace>
  <inkml:trace contextRef="#ctx0" brushRef="#br0" timeOffset="79630.39">8263 14821 91 0,'0'0'3'0,"0"0"6"0,0 0 5 0,0 0-5 16,0 0-1-16,0 0 5 0,0 0 2 15,0 0 0-15,0 0-1 16,0 0-4-16,0 0-7 16,0 0-3-16,-4 0-1 15,4 0 0-15,0 0-1 16,0 2 0-16,0 2 2 16,0 0 1-16,0 1-1 0,4 0 1 15,-1 1-1-15,-1 1-1 16,2-3 2-16,-1 3-1 15,1-2 0-15,0 0 0 16,-2 1 1-16,0-1-1 0,0-3 0 16,1 1 1-16,-1-2-1 15,3 2-1-15,-4-3 1 16,3 2 0-16,0-2-1 16,0 0 1-16,-2 0-1 15,3 0 1-15,1-2 0 0,2-5-1 16,-1 0 1-16,3-4 0 15,2-1 0-15,-2-2 0 16,2 1 0-16,0-4 1 16,0 3-2-16,0-3 2 15,-1 0-1-15,-2 1 0 16,2-2 1-16,0 1 1 0,-2-2 0 16,-1 2-1-16,4 2-1 15,-3-1 1-15,2 5-1 16,-3 1 0-16,2 3 0 15,-5 3 0-15,1 3-2 16,-1 1-13-16,-5 0-32 0,0 5 0 16</inkml:trace>
  <inkml:trace contextRef="#ctx0" brushRef="#br0" timeOffset="80264.02">8232 14908 85 0,'0'0'24'0,"0"0"-9"0,0 0-5 0,0 0-5 15,0 0-2-15,0 0-1 16,0 0-4-16,0 0 0 16,0 0-6-16,0 0 4 0,0 0-2 15,-2 7 3-15,5-1-2 16,3 1 3-16,-2 1 2 15,3-1 0-15,-3 0 0 16,1-1 0-16,2-1 0 16,-3-1 0-16,-2-3 0 15,1 1 0-15,1-2 0 0,-2 0 1 16,2-2 9-16,1-6 0 16,4-4-5-16,0-2-1 15,2-3 0-15,1-1-3 16,3-4 1-16,1 1-1 15,-1-2-1-15,3-1 1 0,2-6-1 16,2 1 1-16,3-3-1 16,0-2 1-16,-1 4-1 15,0-1 1-15,-1 8-1 16,-5 2 0-16,-4 8 1 16,-3 2-1-16,-2 5 0 0,-5 4 0 15,-2 1 0-15,-2 1-1 16,0 0-3-16,0 0 0 15,0 7 3-15,0 3-6 16,-2 2-1-16,-2-1-7 16,-1 2-5-16,-2-5-68 0</inkml:trace>
  <inkml:trace contextRef="#ctx0" brushRef="#br0" timeOffset="82484.85">5926 14080 77 0,'0'0'11'0,"-3"0"-4"0,1-1-5 16,-1 1-2-16,1 0-2 15,0 0-8-15,-2 0 3 16,-1 0 2-16,1 0 4 0,0 0 3 16,-2 0 2-16,2 0 4 15,0 0 0-15,-1 0-2 16,1 0-3-16,0 1-3 16,-1-1 1-16,-2 4-2 15,1-2 1-15,1-1-2 0,-3 3 2 16,0-1 0-16,0-1 0 15,1 0 1-15,-2 1-1 16,-3 0 0-16,1 1 0 16,1-1 0-16,-2 4-2 15,-1-1-3-15,1 0-1 16,-1 1 1-16,0-3 2 0,1 2 1 16,2-1 4-16,1-2 0 15,-1 0 1-15,1 1 0 16,3-1-2-16,0 1 1 15,-2-2 0-15,4 2-1 16,-1 1-1-16,3-1-1 0,-2 0-3 16,2-1 3-16,0 1-1 15,2-2 2-15,-3-1 0 16,3 3 1-16,-1-2-1 16,1 0 0-16,0 1 0 15,0 3-1-15,0-2-1 0,0 3 0 16,0 3 1-16,0-1 1 15,0 1 0-15,0 3 0 16,0 1 0-16,0 1 1 16,0 1-1-16,0-2 1 15,0 3 0-15,0 2 0 0,0-2 0 16,0 0 0-16,0 0 0 16,0 1-1-16,0-2 0 15,0 2 0-15,2-1 0 16,2 0 0-16,-2 1 1 15,0-3 0-15,1 3 2 0,1-1-2 16,-2 1 1-16,0 0 0 16,0 3-2-16,1-1 0 15,2 1 0-15,-3 0 0 16,2 0 0-16,-1-3 1 16,3-1-1-16,0-1 1 0,-2 1-2 15,4-1 5-15,-3-1 0 16,1 4-3-16,0-1-1 15,-1 1 0-15,2 0 0 16,-2 1-1-16,1 0 2 16,-1 3-1-16,1-2 0 15,0 2 0-15,0 0 0 0,0 1 0 16,-2-2 1-16,3 3-1 16,-3-3 0-16,4 1 0 15,-2-2 0-15,1-2 0 16,1 0 0-16,0-1 0 15,-2-1 0-15,3 0 0 0,-4 2 2 16,3 0-1-16,-2 1 0 16,2 1 0-16,-3-1 0 15,3 0-1-15,0 1 0 16,2-1 0-16,-3-3 0 16,5 0 4-16,-1-1-3 0,1-3-2 15,3-3 1-15,1-4-1 16,5-5-1-16,2-1 1 15,-1-7-2-15,6-10-18 16</inkml:trace>
  <inkml:trace contextRef="#ctx0" brushRef="#br0" timeOffset="84400.29">5849 14022 10 0,'9'0'4'0,"3"0"4"0,3 0 11 0,3 0 0 0,0 0-15 16,4-3 4-16,1-3-3 16,1 0 2-16,1-1-3 15,3-3 0-15,0-1 1 16,1 0-2-16,2-2 0 16,2-1 1-16,1 0-2 0,2 1 0 15,-2-1 1-15,-1 1 2 16,-1-1 0-16,1 0 3 15,-2 2-3-15,0 1-3 16,0-2-2-16,1 1 1 16,1 1 0-16,-3 1-1 15,5-2 0-15,-3 0 0 0,1 1 0 16,0-1 0-16,-3-1 0 16,1 2 1-16,0 0-1 15,-2-1 0-15,0 0 0 16,0 1 0-16,0 0 0 15,0 0 0-15,-2 0 0 0,-2 1 2 16,-1 1-4-16,1 2 2 16,-5 1 0-16,-2 1 0 15,2 2 0-15,-4-2 2 16,-3 3-4-16,-2 0 2 16,1 1 2-16,-4 1-2 0,1 0 0 15,-1 0-2-15,0 0 2 16,-3 0 0-16,1 1 0 15,-1 4 0-15,2 1 0 16,-3 1-1-16,1 0-6 16,1 2 5-16,-2 0 4 0,0 2 2 15,2 1-2-15,0-1-2 16,-1 0 1-16,1 1 0 16,-1 2-1-16,1 0 0 15,0 2 2-15,-2 2-1 16,0 1-1-16,0 2 1 0,0 1-1 15,1 0 1-15,-3 2-1 16,3 2 0-16,0-1 1 16,-1 2-1-16,0-3 0 15,1 2 0-15,-1-2 0 16,0 0 1-16,2-1-1 16,-4 1 0-16,4 0-3 0,-4 1 5 15,1 2-1-15,1 2-1 16,0 1 0-16,-3-1 0 15,1 3 0-15,0-1 0 16,1-1 0-16,-3-1 0 0,2-1 1 16,0-1-1-16,-2-1 0 15,2-1 0-15,-1 1 1 16,1-1-1-16,-1 0 1 16,2-1-1-16,-1-2 0 15,0 1 0-15,0-3 0 0,0 1 1 16,3-1-1-16,0 2 1 15,-1-3-1-15,1 1 0 16,-1-3 0-16,1 0 1 16,1 0-1-16,-2-4 0 15,4 0 0-15,-2 0 2 16,0-2-1-16,1 2 0 0,3-2 0 16,-4 1-1-16,1 2 0 15,-1 0-1-15,2 0 1 16,-4 2 0-16,0 1 0 15,1-1 0-15,-3 1 0 16,2-1 1-16,-2-4-1 0,-1 3 0 16,0-4 0-16,0-2 0 15,-1 0 0-15,0-3 0 16,0-1 0-16,0 1 1 16,0-2-3-16,-3-1 5 15,-1 0 7-15,-4 1 1 0,-1-1-8 16,-3 3 0-16,-1-1 0 15,-5 1 0-15,0-1-2 16,0 2 1-16,-3 1-2 16,2-2 0-16,-5 2-2 15,1 1 1-15,-2 1-3 0,-2 0 2 16,1-1 0-16,-3 3 2 16,-3-1 0-16,1 2 0 15,-2 0 0-15,-6 1 0 16,2 0 0-16,-3 2 0 15,4-1 0-15,-5 1-2 0,3 0 2 16,1-1-1-16,1 1 1 16,0 0 0-16,-4-2 0 15,4 0-1-15,-4 0 2 16,4-1-1-16,-4-2 1 16,6 2-1-16,0-1 1 0,3-3-1 15,0 1-1-15,4-1 1 16,-2-1-1-16,4-1 1 15,1-1 0-15,-1 0-6 16,3 1 5-16,-1-3 2 16,4 2-1-16,1-2 0 15,3-1 0-15,2 0 1 0,3-2-1 16,1 2 0-16,2-3 1 16,2 0 1-16,-1 0 0 15,2 0 2-15,3 0 3 16,-3 0 0-16,2 0 4 0,2 0-1 15,-2 0-2-15,2 0-3 16,0 0-4-16,0 0-14 16,0 3-20-16,2-3 12 15,2 0-32-15</inkml:trace>
  <inkml:trace contextRef="#ctx0" brushRef="#br0" timeOffset="85119.32">6678 15831 37 0,'3'-3'10'0,"-3"2"9"0,2-1 5 0,0 0 1 15,-2-1 5-15,0 3-3 0,0 0-1 16,0 0-8-16,0 0-9 15,0 0-8-15,2 0-2 16,-2 0-10-16,2 3 7 16,1 2 2-16,2 1 0 15,1 1 2-15,-3-1 0 0,3-1 2 16,1 1-1-16,2-1-1 16,-2-1 1-16,1-1-2 15,1-1 1-15,-2-2-1 16,2 0 2-16,-2 0-1 15,1-7 2-15,4-4 1 16,-4-2 1-16,2-5 2 0,3-1-1 16,0-5 1-16,1-1-2 15,1-4-1-15,0 1-1 16,4-5-1-16,-1 0-1 16,-1 5 3-16,2-2-2 0,-4 5-1 15,3 6 0-15,-7 5-1 16,1 5-3-16,-4 7-4 15,-3 2-14-15,-3 0-24 16,-2 5-18-16</inkml:trace>
  <inkml:trace contextRef="#ctx0" brushRef="#br0" timeOffset="85668.12">6703 15847 72 0,'0'0'15'0,"0"0"10"0,0 0-4 0,0 0-4 16,0 0-9-16,0 0-17 16,0 0 10-16,0 0 0 15,0 0-1-15,0 0 0 0,13 7 0 16,-6 0 0-16,0 0 0 16,0-2 0-16,-1 0 0 15,1-2 1-15,-3-2-1 16,2-1 0-16,0 0-1 15,1 0-1-15,1-7 4 0,0-4-1 16,2-2 1-16,-1-5 1 16,5-2-1-16,-3-2 2 15,2-3 3-15,3-4 0 16,2 1 0-16,0-2-4 0,4 2 0 16,1-1-1-16,-4 4-1 15,1 2 1-15,1 3-1 16,-4 3-1-16,-2 6 0 15,-2 1 2-15,-1 6-2 16,-2-1 0-16,-3 5 0 16,-1 0 0-16,-2 0-3 0,-1 3-12 15,-3 6-8-15,0-1-6 16,-1 2-24-16</inkml:trace>
  <inkml:trace contextRef="#ctx0" brushRef="#br0" timeOffset="86158.04">6744 15794 91 0,'0'0'8'0,"0"0"2"0,0 0-7 0,0 0-4 15,0 0 2-15,0 0-2 16,-1 36 1-16,5-28-1 16,3-3 3-16,-1-1 5 15,2-2 2-15,1 0-3 16,-1-2-4-16,2 0 2 0,1-3 0 15,3-5-1-15,-1-5 1 16,2-3 0-16,1-2 0 16,0-5 0-16,1 0 0 15,4-4 4-15,-2 0 3 16,0-1 1-16,1 1-5 0,0 1 1 16,0 1-5-16,-2 4-1 15,-4 1-1-15,-1 5-1 16,0 3 0-16,-6 3 2 15,-1 4-2-15,-3 4 0 0,1 1 0 16,-1 0 0-16,-1 0-4 16,2 5-3-16,-4 2-8 15,0-1-23-15,0-2-119 16</inkml:trace>
  <inkml:trace contextRef="#ctx0" brushRef="#br0" timeOffset="88500.64">5762 14069 9 0,'-13'2'11'0,"1"0"2"0,1 1-4 0,1-2-2 0,0 2 2 16,1-3-1-16,-1 4-3 16,5-1-3-16,-4 0-2 15,6 0 0-15,-1-1 0 16,0-1 1-16,2 0 1 0,1 0 0 15,0 1-1-15,0 0-1 16,-1 0 0-16,2 2 0 16,0 2 2-16,-2 0-2 15,0 2 0-15,2 4 1 16,-2 0-1-16,-1 4 1 0,1 2-1 16,2 0 0-16,0 3 1 15,0 0-1-15,0 2 0 16,0 1 0-16,0 1 0 15,0-2 0-15,0 4 0 16,1-4 0-16,3 4 1 0,-2-4-1 16,0 2 0-16,2 2 1 15,-1-1 0-15,1 2 0 16,2 1 0-16,1 2-1 16,0 2 0-16,-3 2 1 15,3-1-2-15,-2 2 1 0,1-2 0 16,-1 0 0-16,2-4 0 15,-1-2 0-15,1 2 0 16,1-5 0-16,2 1 0 16,-2-2 0-16,4 4 0 15,1-3 1-15,-2 0-2 16,3-2 2-16,-3 1-2 0,2 2 1 16,-1-3 0-16,-3 1 0 15,4-2-1-15,-4 1 1 16,0-3 0-16,0 1 0 15,2 0 0-15,0-1 1 16,-2 2-1-16,3-1 0 0,-2 0 0 16,2 1 1-16,-3-1-1 15,0-3 0-15,1-1 0 16,-2-2 2-16,-2-3 2 16,3 0 1-16,-3-5 3 15,4 1 3-15,1-3-2 0,3-2-1 16,1-2-1-16,6-1-2 15,6-6-9-15,6-10 5 16,2-9-12-16,3-8-75 16</inkml:trace>
  <inkml:trace contextRef="#ctx0" brushRef="#br0" timeOffset="92241.73">4118 13601 51 0,'0'0'9'0,"0"0"-3"0,0 0-1 0,0 0 0 0,-19-36-3 15,17 28-1-15,-2 1 3 16,1 0 1-16,-1-1 4 16,2 3 2-16,0-2-5 15,0 3-3-15,2 0-3 0,0 0 0 16,0-1-3-16,0 1-5 16,0 0-4-16,2 1 2 15,0-1 4-15,2 2 6 16,-4-2 0-16,2 3 1 15,-2 0-1-15,0 0 3 16,0 1-2-16,0-2 2 0,0 2 0 16,0 0-1-16,0 0-2 15,0 0-3-15,0 0-3 16,0 0 7-16,0 3-2 16,0 3 2-16,-2 1-1 15,0 3 1-15,-2 2-1 0,0 2 0 16,0 0 0-16,0 3 0 15,0 0 0-15,0 0 0 16,-1 4 0-16,1-1 0 16,-1 4-1-16,-4-1 1 15,2 5 0-15,1 2 0 0,-3-1 0 16,0 2-1-16,4 0-2 16,-1 0 1-16,3 1 3 15,1-2-1-15,0-1 1 16,0 1-1-16,2 0 2 15,0 4-1-15,-2 3 0 0,-4 3-1 16,2 4 0-16,-2 6 0 16,-1 0 0-16,-3 2-1 15,2-4 1-15,-1-1 0 16,-2-6 1-16,2 0-1 16,2-4 0-16,1-1 1 15,0 2 0-15,3-1 0 0,-2 3 0 16,0 0-1-16,3 2 1 15,0 1 0-15,-2 1 0 16,2 0-1-16,-1 3 0 16,1 0 0-16,0-2 0 15,-2 1 0-15,1-4 1 0,-2 0-1 16,1-4 1-16,-2 0 1 16,3 0-1-16,-1 1 1 15,-2 2-2-15,0 0 2 16,0 0-1-16,1 2 1 0,-3-1-2 15,0 0 1-15,2 0 0 16,-1 0 1-16,-1 0-2 16,1-1 1-16,-4-1 0 15,4-4-1-15,-2-1 0 16,2-5 1-16,-2-3 0 16,-1-2 2-16,3-6-1 0,-1-1 0 15,4-5 1-15,-2-2-3 16,3-5 1-16,1-4-1 15,2-2-1-15,0 0-20 16,0-16-4-16</inkml:trace>
  <inkml:trace contextRef="#ctx0" brushRef="#br0" timeOffset="93360.89">4028 13589 4 0,'-9'29'5'0,"-3"0"-2"0,2 2 0 0,1 2-2 16,-3 2-1-16,4-1 1 15,1 4-1-15,-2-2 0 0,6 5 0 16,-3-2 2-16,2 2-4 16,1 0 4-16,-1 2-2 15,-2 0 1-15,0 0 1 16,2 1 2-16,-1 1 3 15,-1 0-1-15,2-1-1 16,-1 1-2-16,0 1 0 0,1-1-1 16,-1 4 2-16,-1 0 0 15,1 3 2-15,-1 0-1 16,-1 0-2-16,0 1 0 16,-2 4-2-16,1 1 0 15,-2-1 1-15,-1 2-2 0,-1-2 0 16,2 0 1-16,-1 0-2 15,2-3 2-15,-3-3-1 16,6 1 0-16,-1-2 0 16,1-3 1-16,-1-4-1 15,2-1 0-15,1-2 0 0,-2 3 1 16,1-1-1-16,1 4 0 16,-4 1 1-16,2 0-1 15,-1 0 0-15,-1-1 1 16,2-4-1-16,0 0 0 0,1-7 0 15,1-2 1-15,2-2 1 16,-2-4 4-16,1-3-2 16,1-4 0-16,-3 1-1 15,3-5-1-15,0 0 2 16,-1-4 0-16,1 0 4 0,0-2 0 16,0-3-4-16,0 2-2 15,0-4-1-15,2 0 0 16,0-1-1-16,0 0-3 15,0-4-20-15,0-2-6 16</inkml:trace>
  <inkml:trace contextRef="#ctx0" brushRef="#br0" timeOffset="94100.88">3855 14186 76 0,'-4'3'2'0,"0"-3"2"0,4 0-3 0,-2 0-1 0,0 0 1 0,1 0-2 15,-1 0 1-15,2 0 1 16,-2 0-1-16,2 0-1 16,0 0-6-16,0 0-5 15,0-3-1-15,0-3 2 0,0 1 8 16,0-1 3-16,0-1 1 16,2 0 3-16,0 0 2 15,3-1-1-15,-1-2-5 16,5-2 0-16,0 2-14 15,0-3-15-15</inkml:trace>
  <inkml:trace contextRef="#ctx0" brushRef="#br0" timeOffset="94557.44">3911 14032 11 0,'0'0'18'0,"15"-46"-1"15,-5 22-5-15,-1-2-8 16,-2-3 0-16,2 2-3 16,-4 1 2-16,1 5-3 15,-4 2 1-15,0 2 1 0,-2 3 8 16,0 3 2-16,0 1-4 15,-4 3 1-15,2 0 0 16,-2 4-2-16,3 0-2 16,1 3-1-16,-2 0-2 0,2 0-7 15,0 8 5-15,-2 5-2 16,0 6 2-16,0 4 1 16,-3 6-2-16,2 6-1 15,-1 4 1-15,0 7 4 16,-1 3-2-16,-1 7-1 15,-2 8 0-15,2 5 0 0,-1 9 0 16,-3 8 0-16,0 9 0 16,-1 6 0-16,2 1-1 15,-5 2-1-15,3 2 0 16,3-2 1-16,-2-2 0 0,2 0 1 16,3-1 0-16,-1-4 0 15,0-2 0-15,2-1 0 16,2-1 0-16,0 2 0 15,0-4 1-15,2 3-1 16,0-3-1-16,0-7 1 16,0-8-4-16,0-12-6 0,0-13 2 15,0-15 4-15,0-13 0 16,0-11-2-16,0-12-8 16,0-5-31-16</inkml:trace>
  <inkml:trace contextRef="#ctx0" brushRef="#br0" timeOffset="95531.16">4162 13411 20 0,'0'0'27'0,"0"0"-21"0,0 0 3 0,0 0 0 16,0 0-2-16,0 0-2 15,-5-37 1-15,5 36 0 16,-2 1-1-16,0 0-5 0,2 0-1 16,-2 0 1-16,0 5 0 15,-1 4-7-15,1 1 10 16,0 4-11-16,-3 0 12 16,3 3 0-16,-3 3-3 0,-1 3-2 15,0 4 2-15,1 1-1 16,-5 3 0-16,4 1 1 15,-1-1-1-15,-1 5 0 16,0-1 0-16,0 3 0 16,-1 1 0-16,0 3 2 15,0 3-2-15,2 1 0 0,1 0 0 16,-3 1 0-16,1 2 0 16,2 1 0-16,-2 1 0 15,1 6 0-15,-2 1 0 16,2 2 0-16,0 1 0 15,-1 1 0-15,0 2 0 0,-2 2 0 16,3 0 0-16,0 0 0 16,-2-2 0-16,2 1 0 15,1-1 0-15,-1 0 0 16,0 1 0-16,0 2 1 16,1 0-1-16,0-2 1 0,1 4-1 15,0-2 1-15,0 1-1 16,-1 1 1-16,1-1-1 15,1 1 0-15,-2 1 1 16,-2 2-1-16,2 0 0 16,-3-1 0-16,1-1 2 15,0-6-1-15,-1-2-1 0,1-6 1 16,1-6 0-16,0-6 0 16,0-4 0-16,1-6 0 15,-1 0 0-15,0-3 1 16,0-1 2-16,1 0-2 0,-1-2-1 15,1 1 0-15,-2 0 0 16,0 0-1-16,3-1 0 16,-1-4-2-16,0-4-4 15,5-7-11-15,-2-13-20 16</inkml:trace>
  <inkml:trace contextRef="#ctx0" brushRef="#br0" timeOffset="96457.59">4182 13408 6 0,'0'0'4'0,"0"0"10"0,0 0 0 0,0 0-7 15,0 0-7-15,0 0 2 16,0 0 0-16,-31 37-1 16,25-18 0-16,1 2 1 15,-4 5-6-15,4 2 12 0,-3 3-3 16,1 2-3-16,-1 5 0 16,0 3-1-16,1 4-1 15,1 4 0-15,-2 7 2 16,0 2-2-16,-1 3 0 15,0 1 0-15,0 4 0 16,-2 2 1-16,-3 1-1 0,1 4 0 16,0 3 0-16,-3 6 0 15,1 2 1-15,-1 0-1 16,1 2 1-16,1 2-1 16,1 0 0-16,1 1 1 15,-1-1-1-15,-1 5 0 0,-1 3 0 16,2-2 1-16,-1 1-1 15,3 0 0-15,-3 0 0 16,3-1 0-16,0-4 0 16,-1 1-1-16,0-2 1 0,0-7-1 15,1-6 1-15,-2-8 0 16,-1-6 1-16,-1-5 0 16,1-6 3-16,-1-3 3 15,1-5-1-15,3-3 0 16,0-6-1-16,2-7-1 15,4-6 1-15,1-7-2 0,0-4 0 16,3-7 0-16,-1 0 5 16,2-3 11-16,-2 0 1 15,2 0-8-15,-2 0-6 16,2 0-4-16,0 0-4 16,0 0-4-16,0-1-22 0,2-5 5 15,3-3-6-15,1-2-20 16</inkml:trace>
  <inkml:trace contextRef="#ctx0" brushRef="#br0" timeOffset="97967.19">5714 14080 0 0,'-3'0'16'0,"0"0"3"0,-1 0-6 16,1 0 0-16,2 3-2 0,0-3-4 15,1 0 2-15,0 0 0 16,0 0-9-16,0 0-5 16,0 0 5-16,0 0 2 15,1 0-1-15,3 0-1 16,0 0 1-16,1 0-1 15,2 0 0-15,-1 0 0 0,1 0 0 16,3 0 0-16,3 0 1 16,5-3-1-16,1-3 0 15,4 1 2-15,6-3-2 16,2 0 0-16,3-1 0 16,3-2 0-16,4-1 1 0,0-2-2 15,3-3 1-15,3-1 0 16,1-2 0-16,4 0 1 15,2-4 1-15,0 4 2 16,1 0-3-16,-1-1-1 0,0 1 1 16,-5 2 2-16,4 2 0 15,-7-1-1-15,-2 2 2 16,-1 2-3-16,-1-2 0 16,-6 4 0-16,1 1-1 15,-3 0-1-15,-1 3-2 0,-4-3-17 16,-4 4-40-16</inkml:trace>
  <inkml:trace contextRef="#ctx0" brushRef="#br0" timeOffset="99605.01">5739 14101 26 0,'0'0'11'0,"0"0"12"0,0 0-7 0,0 0-7 0,0 0-5 16,0 0-1-16,0 0 0 16,0 0-6-16,0 0-1 15,0 0 3-15,0 0 0 0,0 0 2 16,0 0-2-16,-19 14 3 16,19-2 1-16,0 2-2 15,0 2 1-15,0 2-1 16,0 2 0-16,0 3-1 0,0-1 1 15,0 2-1-15,0 1 2 16,0-1-4-16,0 0 4 16,2 2-2-16,0-2 0 15,0 3 0-15,3 1 0 16,1 3 1-16,0 3-1 16,2 2 0-16,-1 4 0 0,1 4 0 15,0-1 0-15,-2 2 0 16,-1-1 0-16,1-2 0 15,-2 1 0-15,4-3 1 16,-2-2-1-16,1 3 1 16,-1-2-1-16,1-1 1 0,0-1-1 15,-2-3 1-15,1 2-1 16,0-2 0-16,1-3 2 16,-1 0-2-16,2-1 0 15,-2-2 1-15,3-2-1 16,1 1 2-16,-2-3-2 0,3-1 1 15,-1-2 0-15,-3-1-1 16,1-3 0-16,-2-1 1 16,2-4-1-16,-3 0 1 15,1-4-1-15,0 0 1 16,1-3-1-16,-3 1 0 0,1-1 1 16,0-2-1-16,-1-1 1 15,-1 1-1-15,1-2 1 16,-2 0-1-16,0 1 0 15,0-1 0-15,0-1 0 16,-2 0 0-16,0 0 0 16,1 0 0-16,-1 2 2 0,0-2-2 15,1 1 0-15,-1-1 0 16,0 0 0-16,2 0 0 16,-2 0 0-16,0 0 0 15,0 0 0-15,0 0 1 0,0 0-1 16,0 0 0-16,0 0 0 15,1 0 0-15,2 0 0 16,-3 0 0-16,2 0 0 16,-2 0 0-16,2 0 0 15,-2 2 0-15,0-2 0 16,0 0 1-16,0 0-2 0,0 0 1 16,0 1 1-16,2-1-2 15,-2 1 1-15,1-1 0 16,1 0 0-16,2 0 1 15,0 0-1-15,0 0-1 16,-1 0 1-16,4 0-1 0,0 0 1 16,1 0 1-16,-1 0-1 15,0 0 0-15,2 0 0 16,-2 0 0-16,1 0 0 16,0-1 0-16,0 0 0 0,-2-1 1 15,1 2-1-15,-1 0 0 16,0 0 0-16,-4 0-2 15,2 0 3-15,-3 0-1 16,1 0-1-16,0 0 2 16,0 0-1-16,-2 0 0 15,0 0 0-15,2 0 0 0,-2 0 0 16,0 0 0-16,2 0 0 16,0 0 1-16,-2 0-1 15,3 0 0-15,2 0 0 16,-3 0 0-16,2 0 0 15,-1-3 0-15,1 3 0 0,0 0 0 16,-1 0-1-16,0 0 1 16,0 0-1-16,0 0-3 15,-1 0 2-15,-2 0 0 16,2 0 1-16,-2 0 1 16,0 0 0-16,0 0 1 0,0 0-1 15,0 0 0-15,2 0-3 16,-1 3-10-16,3 0-16 15,-4-2-8-15</inkml:trace>
  <inkml:trace contextRef="#ctx0" brushRef="#br0" timeOffset="103160.88">5966 14340 158 0,'0'0'-32'0,"-9"-45"27"0,-1 23 6 0,-1 1-2 15,1 2-7-15,-2 0-11 16,-1 2 17-16,-1 2 4 16,3-2 1-16,1 4-1 0,2 2-2 15,2 0 0-15,1-1-57 16</inkml:trace>
  <inkml:trace contextRef="#ctx0" brushRef="#br0" timeOffset="104249.81">5837 13989 41 0,'0'0'22'16,"0"0"3"-16,0 0-9 0,0 0-6 16,0 0-4-16,0 0-3 15,0 0-3-15,0 0 0 16,-17-13 1-16,17 12-1 16,0-1 0-16,0 1 1 15,2 1 0-15,3-1-1 0,4-1 0 16,2-1 0-16,2 1 0 15,3-3 0-15,5 0 0 16,0-2 0-16,4-1 0 16,0-3-1-16,2 1 1 15,0-3 0-15,2-1 0 16,0 0 2-16,3 1-1 0,3-3 4 16,1 1-4-16,3 1 1 15,1 0-1-15,1-1-2 16,1 1 2-16,-2 3-1 15,1-2 0-15,-1-1 1 16,0 1-2-16,-1 0 2 0,1-1-1 16,-4 0 2-16,3 0-1 15,-5 1 0-15,0-1 1 16,-2 1-2-16,-3 1 0 16,-4 1 0-16,2-1 0 0,-4 1 1 15,-2 0-1-15,2 1 0 16,0-1 0-16,-2-1 1 15,1 4-1-15,0-1 0 16,0 1-1-16,-3 2 1 16,-2 0-1-16,-3 3 1 15,-4 1 0-15,-1 0 0 0,-4 2-2 16,2 0 1-16,-5 0 0 16,1 0 0-16,1 0 0 15,-2 4 1-15,2 1-1 16,-2 2 1-16,3 0 0 15,-1 3 1-15,1 0-1 0,0 1 0 16,-1 3-1-16,-2-1 1 16,1 4-1-16,-1 3 2 15,-2 0 0-15,4 4-2 16,-4 2 2-16,4 4 0 16,1-1 0-16,2 1-1 0,1 3 0 15,1-2 1-15,3 3-1 16,-3 2 0-16,0-2 0 15,2 0 0-15,-4 1 0 16,2 1 1-16,2-2-1 16,0 2 2-16,-3 2-4 0,4 2 4 15,-1 2-2-15,-2-1 1 16,0 2-1-16,0 0 1 16,0-2-1-16,-2 0 1 15,2 0 0-15,-5-2-2 16,3 0 1-16,-5-2 1 0,2-1-1 15,-2-2 0-15,3-3 0 16,0-1 1-16,-1-2-1 16,1-2 0-16,3 1 0 15,-1-2 0-15,0 1-1 16,2 1-1-16,-1 0-2 0,1-1 1 16,-1-1-2-16,-2-2 4 15,1-3 2-15,-3 0-1 16,1-2 0-16,2-2 0 15,-1 1 0-15,-4-2-1 16,1-1-19-16,-3-3-7 0</inkml:trace>
  <inkml:trace contextRef="#ctx0" brushRef="#br0" timeOffset="114779.81">6777 15429 31 0,'0'-1'40'0,"0"-1"-5"0,0 1-6 0,0-2-9 16,0 3-3-16,0 0-1 0,0-3-1 16,0 3-6-16,0 0-6 15,0 0-4-15,0 0-1 16,4 0 3-16,1 0-2 16,4 0 1-16,-2 0 0 15,3 3 0-15,2 2 0 0,-1 1 0 16,0-1-1-16,3-1 2 15,-1-1-1-15,1 1-1 16,1-2-1-16,-3 2-14 16,-1-1-7-16,-3-2-13 15,-2 2-9-15,0-2-44 0</inkml:trace>
  <inkml:trace contextRef="#ctx0" brushRef="#br0" timeOffset="114957.93">6882 15432 110 0,'0'0'2'0,"0"0"3"0,0 0 7 16,-43-20-1-16,39 19-2 15,-3 1 1-15,3 0-3 16,0 5-3-16,-4 11-6 16,2 8 1-16,-1 6-3 15,-1 6-5-15,-2 3-11 0,-1 1-40 16</inkml:trace>
  <inkml:trace contextRef="#ctx0" brushRef="#br0" timeOffset="118571.08">8140 14789 6 0,'-5'4'4'0,"1"-2"0"0,2 0-2 0,0 1-2 0,2-1 1 15,0 0-3-15,0-2-1 16,0 0-2-16,0 0 6 16,0 0 7-16,0 0 15 15,0 0-1-15,0 0 0 0,0 0-11 16,-4 2-10-16,2-1-1 16,-1 1 0-16,1 0 1 15,0 0 0-15,-3-1-1 16,4-1 4-16,0 0 7 15,0 0 4-15,1 0-3 0,0 0-9 16,0 0-5-16,0 0 1 16,1 0 3-16,6 0-2 15,0 0 0-15,3-5 1 16,2 0 1-16,3-4-1 16,1-2-1-16,0 0 1 15,6-2 0-15,-2-2 0 0,6-1-1 16,-1-2 3-16,2 0 0 15,3-1 0-15,-2 0-1 16,0 2 0-16,1 0-1 16,-3 4-1-16,-4-1 0 15,-4 4 1-15,-5 3-1 0,1 0 0 16,-7 5 0-16,-3 0-1 16,-4 2-2-16,0 0-24 15,0 0-15-15</inkml:trace>
  <inkml:trace contextRef="#ctx0" brushRef="#br0" timeOffset="118999.27">8100 14880 35 0,'0'0'5'0,"0"0"13"0,0 0-2 0,0 0-3 15,45-19-5-15,-34 13-2 16,4-1 1-16,3-2-1 16,3 1 1-16,-2-3-3 15,4 0-3-15,4-1 1 16,-3-1 0-16,3 2-2 0,0-2 2 16,0 1-2-16,0 0 0 15,-1 1 0-15,-1-1 0 16,-2 1 1-16,-3 2-2 15,2 0 2-15,-6 1-2 16,-3 3-12-16,-7 2-20 0</inkml:trace>
  <inkml:trace contextRef="#ctx0" brushRef="#br0" timeOffset="119425.61">8187 14846 22 0,'0'0'27'15,"0"0"-10"-15,0 0 0 16,0 0-6-16,0 0-6 0,0 0-5 16,0 0-3-16,0 0 6 15,0 0-3-15,7 1 3 16,-1-4 1-16,6-2-1 16,1-1-2-16,3-3 1 0,2 1 0 15,4-4-1-15,3 1-1 16,0-3 2-16,6-2-2 15,-2 0 0-15,2-2 2 16,3 0-1-16,-3 0 0 16,1 0-1-16,-2 1 1 15,-2 1-1-15,-4 5-1 0,-2-2-5 16,-4 6-13-16,-9 0-40 16</inkml:trace>
  <inkml:trace contextRef="#ctx0" brushRef="#br0" timeOffset="119839.03">8230 14773 36 0,'0'0'5'0,"0"0"11"0,0 0 6 0,47-34 1 16,-37 25-8-16,2 1-4 16,-3 1-2-16,-2 0-2 15,1 1-3-15,0 2-2 16,-2 1-1-16,1 1-1 0,-1 0 0 15,-1 0 0-15,0 1 1 16,-1 1-1-16,0 0-1 16,-2 0 1-16,0 0-1 15,1 0 2-15,-1 0-1 16,-2 0 0-16,2 0 0 16,-2 0 0-16,2 0-1 0,-1 0-5 15,1 1-15-15,-2 3-3 16,0-1-19-16</inkml:trace>
  <inkml:trace contextRef="#ctx0" brushRef="#br0" timeOffset="127704.01">8946 15631 52 0,'0'-2'10'0,"0"1"9"0,0 0-6 0,0 1-7 16,0 0-2-16,0 0-2 16,0 0 1-16,0 0-3 15,0 0 0-15,0 0 1 0,0 0-1 16,0 0 0-16,0 0 0 15,2 0 2-15,6 0 0 16,-3 0-1-16,5 0 0 16,4 0 0-16,1-4 2 15,6-3-3-15,4-1 1 16,8-2-1-16,7-4 1 16,8-2 0-16,8-5 0 0,10-6 3 15,6-4 3-15,8 0-2 16,5-5 1-16,4-4-2 15,5 2 0-15,7-2 2 16,-2 5-1-16,0-1 2 16,0 2 1-16,0 0 3 0,-13 5-3 15,-5 1-1-15,-12 3 1 16,-9 1-1-16,-8 4-2 16,-10 3-2-16,-8 2 0 15,-9 4 3-15,-5 3-4 0,-7 0 0 16,-5 4-1-16,-2 1 0 15,-4 2 2-15,-2 0 0 16,0 1 12-16,0 0-12 16,-7 0-6-16,0 0 3 15,-1 0-1-15,1 5-13 16,-3 2-1-16,4-1-6 0,-3 5-15 16,3-1 2-16,0 3 1 15,2-2-8-15,2-1-27 16</inkml:trace>
  <inkml:trace contextRef="#ctx0" brushRef="#br0" timeOffset="137171.6">5805 14057 81 0,'0'0'4'0,"-5"0"2"0,0 0 0 0,-1 0-4 15,-1 0-2-15,1 0 0 16,-4 0 0-16,4 0 0 16,-1 0 1-16,1 0 3 0,0 0 2 15,0 2-4-15,-3 2-1 16,1 1-2-16,-2 1-1 15,1 0-7-15,-3 3-3 16,2-1 2-16,-1-2 7 16,2-2 3-16,1 0 2 0,0-1-1 15,4-2 3-15,-2 2-2 16,3-1-1-16,1 3-1 16,0 0-1-16,-2 1 0 15,0 3 1-15,2 0 0 16,0 2-1-16,0 3 1 0,2-1 0 15,0 1 0-15,0 3 1 16,0 2-1-16,4 2 1 16,1 2-1-16,2 0 0 15,0 2 1-15,1 4-2 16,-4-1 2-16,2 3 0 0,-2 3-2 16,-1 0 1-16,-1-1 1 15,-2 0-2-15,2-5 2 16,0 2-1-16,0-4 0 15,2-1 1-15,-1 1 0 16,1-1-1-16,3 1 1 0,-2-2-1 16,1 5 0-16,-1-3 0 15,3 3 0-15,-2-4 1 16,0 2-2-16,1-1 2 16,1-2-2-16,-1 0 1 15,2 0 0-15,0-1 0 16,-1 1 1-16,2 0-1 0,-1 2 1 15,-1-3-1-15,4 1 0 16,-5-3 0-16,1 2 0 16,1-2 0-16,-1 2 0 15,0-1 0-15,-3 1 2 16,1 4-1-16,1-3-1 0,-2 3 1 16,1 0 0-16,-1 0-1 15,3-3 0-15,0-2 0 16,0-4 0-16,3-2-1 15,3-1 1-15,1-3 0 16,3-2 0-16,2-4 5 0,5-2-3 16,2-4 2-16,4 0-1 15,4-2-2-15,9-12 2 16,-2-6-2-16,7-7-25 16</inkml:trace>
  <inkml:trace contextRef="#ctx0" brushRef="#br0" timeOffset="138446.38">6035 13901 25 0,'16'-10'4'0,"3"-1"13"0,0-1-2 0,4-2-6 0,2 1-4 16,2-2 1-16,2 0-3 16,3 0-1-16,3-2 0 15,-2 1 1-15,6-1-2 16,-1-2 2-16,0 1-3 0,0 1 1 16,1 0 0-16,0 2-1 15,-1 0 0-15,-2 0 0 16,1 1 2-16,0 1 0 15,-4-1 1-15,1 1 2 16,-3 1-4-16,-1 1 0 16,-1 1 0-16,-3 0-1 0,-1 3 1 15,-1 3-1-15,-3-2 0 16,1 2 1-16,-2 1-1 16,2 0-1-16,1-1 1 15,-1 2 1-15,-2 2-2 16,4-2 1-16,-1 2 1 0,-1 0-1 15,-2 0 0-15,-1 4 0 16,-2 3 0-16,-3 0-2 16,-1 2 0-16,1 1 1 15,-3 1-1-15,-1 2 2 16,2 0 1-16,-1 1 0 0,-2 3-1 16,1 1 2-16,2 1-1 15,-3 3 1-15,1 0-3 16,0 3 2-16,-1 1 0 15,1 1 0-15,-3 0-2 16,1 0 0-16,-2 0 0 0,1 1 3 16,1 1 2-16,0 0-3 15,-2 0 0-15,3-1-1 16,1 1 0-16,-3 0 0 16,1 1 1-16,2 0-1 15,-2 3 0-15,-1 1 0 16,1-1 1-16,0 1-1 0,-2-2 1 15,-1 0-1-15,1-3 0 16,-2 1 1-16,4-2-1 16,-4 1-1-16,-1 1-1 15,1 2 3-15,0 3 0 0,-1 2 1 16,-1 2 0-16,2 3 0 16,-2-1-2-16,-2 0-2 15,0-2 0-15,0-4 0 16,0-1 2-16,0-3 0 15,0-2 0-15,0-3 0 0,0-3 0 16,0 0 0-16,0-5 0 16,0 0 0-16,0-2 1 15,0-3-1-15,-2 0 0 16,-2-3-1-16,-1-1-3 16,-1-2 5-16,-1 0 0 0,-2-2-1 15,0 1 0-15,-2 1 14 16,-5-2-12-16,-2 3-2 15,-2-1-1-15,-5 0 1 16,0 2-2-16,-3-2 0 16,1 2 1-16,-2 0 1 15,-2 1-2-15,0 0 4 0,-4 4-2 16,2 0-2-16,-2 1-14 16,1 2-6-16,-2-3-11 15,3 4-26-15</inkml:trace>
  <inkml:trace contextRef="#ctx0" brushRef="#br0" timeOffset="138851.76">6853 15327 11 0,'0'0'26'0,"-56"23"-5"16,32-12-12-16,1 0-3 0,-1-2-5 0,1 1-1 0,3-2 0 0,-1 0-1 0,0-3-2 16,3 2 2-16,2-4 1 0,-2 2 0 15,3-3 2-15,-1 2 0 16,1 1 1-16,-1-2-1 15,2 2-1-15,-1-1-3 16,1 2 0-16,-1-1 6 16,3-1-5-16,-1 0 7 0,2 0-3 15,0-1 0-15,-1 0 1 16,-1 0-2-16,1-2 2 16,1-1-1-16,0 3 3 15,0-3 12-15,2 0-6 0,-1 0-10 16,0 0-1-16,1 0 3 15,0 0 0-15,1 0-3 16,-2 0 0-16,1 0-1 16,1 0 0-16,-2 0 2 15,1 0 2-15,1 1 1 16,1 1 4-16,-2-2 4 16,0 1 0-16,2 2-2 0,3-3-4 15,0 3-2-15,1 1-4 16,1 0-2-16,-3-4-20 15,-4 0-79-15</inkml:trace>
  <inkml:trace contextRef="#ctx0" brushRef="#br0" timeOffset="142165.46">6502 15029 33 0,'0'0'38'0,"0"0"-36"0,0 0 2 15,0 0 6-15,0 0-3 0,0 0-5 16,0 0-2-16,0 0 3 16,0 0-6-16,0 0 4 15,0 0-6-15,4-2-9 16,1 4-52-16</inkml:trace>
  <inkml:trace contextRef="#ctx0" brushRef="#br0" timeOffset="146571.08">3474 17538 54 0,'0'0'24'0,"0"0"-20"0,0 0 4 0,0 0 1 16,0 0-8-16,0 0 1 15,0 0 6-15,0 0 1 16,0 0 5-16,0 0-3 15,0 0-11-15,0 0 3 16,-23 16-3-16,23 0-1 0,0 4-4 16,4 5 4-16,1 2 2 15,2 7-3-15,-3-1-8 16,3 2 9-16,-1 1-4 16,1-5-18-16,-2-1-11 15,-3-9-26-15</inkml:trace>
  <inkml:trace contextRef="#ctx0" brushRef="#br0" timeOffset="-199732.47">8252 13537 57 0,'0'-4'20'0,"-2"4"-14"0,-9 0-2 0,1 0-1 15,-2 0-2-15,1 0 0 16,-1 4 2-16,1-1 1 0,-3 0-1 16,3 0 3-16,0-3 2 15,0 0 2-15,2 0 1 16,0 0-1-16,-3 0 0 16,4 0-4-16,-3 0-2 15,-1 0 0-15,1 0-4 0,-2 0 1 16,0 0-1-16,0 0 1 15,1 0-1-15,1-3 0 16,-2 3 0-16,1-3 2 16,1 2 0-16,-1-1 1 15,-1 2 0-15,2 0-3 16,-2 0 1-16,2 0-1 0,-1 0 0 16,1 0 0-16,0 0 0 15,-1 3 1-15,4 3-2 16,-1-2 2-16,3 2-1 15,-4 0 0-15,6 0-1 16,-1-1 0-16,3 2 0 0,-2 0-1 16,2 1 1-16,-2 1 0 15,2 1 0-15,0 0 0 16,0 0 0-16,2-1-1 16,-2 2 0-16,2-1 1 15,0 1-1-15,-2-1 1 0,2 2 0 16,0 0 1-16,0 1-1 15,-3 3 1-15,2 1 0 16,0 0 0-16,0 1 0 16,1 1 0-16,0-1 0 0,0 3-2 15,1 1 0-15,4-1 2 16,-1 3 0-16,2 2 0 16,-2-1 1-16,0 2-1 15,0-2 1-15,-3 1-1 16,0 1 2-16,2 0-2 15,-3 2 0-15,0 2 0 16,0 0 0-16,0 1 0 0,0-1 0 16,0-3 0-16,0 1 0 15,2-5 0-15,0-3 0 16,0 0 0-16,-2-5 1 16,2 3 1-16,0-4 0 0,2-1-1 15,0-1 0-15,-2 0 0 16,3-3-1-16,1 1 1 15,1-2-2-15,5 1-1 16,2-2 4-16,3-1 10 16,2-2-15-16,0-5-57 0</inkml:trace>
  <inkml:trace contextRef="#ctx0" brushRef="#br0" timeOffset="-197070.07">8694 14179 25 0,'-2'0'6'0,"-2"0"2"0,3 0 2 0,0-4 1 16,1 0-8-16,0 1 0 16,0-1 6-16,0 0-5 15,0 1 4-15,0 0 4 16,0 1-2-16,0 0-3 0,0 0-2 15,0 2-5-15,4 0-1 16,0 0 0-16,2 3-2 16,2 6 0-16,-4 2 4 15,5 4 1-15,-1 1-1 16,2 3 1-16,1 0-2 0,3 1-2 16,1 3 2-16,1-3 0 15,-2 4-1-15,3-3 1 16,-1 1-1-16,4-1 1 15,-4 2 0-15,4-3-1 16,-2 1 0-16,0-1 0 0,2 0 1 16,-5 1 0-16,3 0-1 15,-2 1 0-15,2 0 2 16,-2 1-1-16,-3 0 0 16,-2 2-1-16,1-1-2 15,-4 1 3-15,1-3 3 0,-3-2 3 16,-2-3-1-16,2-2-2 15,-2-4-1-15,0 0 0 16,1-4 0-16,-3 0 0 16,1-2-1-16,-1 0 2 15,3 0 0-15,-5 0-1 16,0 0-9-16,0-3-28 0,0-2-42 16</inkml:trace>
  <inkml:trace contextRef="#ctx0" brushRef="#br0" timeOffset="-196465.24">8871 14838 66 0,'0'0'15'0,"0"0"-1"15,0 0-5-15,0 0-3 0,0 0-3 16,0 0-2-16,0 0 1 16,0 0-1-16,0 0-2 15,0 0 0-15,0 0 3 16,0 3 1-16,5 0-1 16,4 1-1-16,-2-1-1 0,3 3 0 15,2-2 0-15,1 1 0 16,-2 0-6-16,3-1 3 15,-1 2 0-15,-1-3 5 16,0-1-1-16,0-1-1 16,2-1 1-16,-2 0-2 0,0 0 0 15,-1 0-1-15,-2-3 4 16,0-3 0-16,-2-1 6 16,1 0 7-16,-1-6-1 15,-1 0 1-15,2-2-2 16,-1-4-3-16,1-3-2 15,-3-3-3-15,4-2 0 0,-2-2-4 16,1-3 1-16,1 0-1 16,2 2 0-16,1 0-2 15,1 0-27-15,-4 5-48 16</inkml:trace>
  <inkml:trace contextRef="#ctx0" brushRef="#br0" timeOffset="-188393.87">6572 13658 64 0,'-7'0'7'0,"0"2"7"0,1-2-8 0,-1 1-2 15,0-1-2-15,0 1 1 16,0-1 4-16,-1 0 2 15,-2 2 2-15,1-2-2 16,1 0-1-16,-1 1-5 16,-2-1 1-16,4 0-2 0,-2 3-1 15,-2 0 0-15,4-2 1 16,-4 2-2-16,1 1 1 16,-2-1-1-16,-1 0 0 15,-1 2 0-15,1 0 1 16,-3-2-1-16,0 1 0 0,-2-1 0 15,-4 1 0-15,4 2 0 16,-5-2 0-16,1 3 0 16,0-1-1-16,-2 1 0 15,3 0 1-15,0 0-2 16,2-1 2-16,-1 1 0 0,4 2 0 16,-2-1 0-16,1 2 0 15,-2-1 0-15,3-1 0 16,-1 3 0-16,1-3 0 15,-1 0 0-15,0 0 0 16,2-1 0-16,-1-1 2 0,1 0-2 16,-1 0 0-16,3-1 0 15,-1 0 0-15,1 5 0 16,2-3 0-16,-1 0 0 16,-1 1 0-16,0 2 0 15,4-2 0-15,-2 1-2 16,3-2 4-16,0-1-4 15,1 1 2-15,3-1 0 0,-2 0 0 16,2 0-1-16,2 0 0 16,0 1 0-16,0-1 0 15,2 3 1-15,-2-1 0 16,2-1-1-16,-2 3 0 0,1 0-1 16,0-2 0-16,1 3-1 15,0 1 2-15,0 3 0 16,0 0 0-16,0 2 0 15,0 3 1-15,0 2 0 16,0 0 0-16,1 2-1 0,-1 0 1 16,0 1 0-16,0-1 0 15,0-3 0-15,0 2 0 16,0-3 0-16,0 1 0 16,0 1-1-16,-1-1 1 15,0 1 0-15,1 1 0 0,-2 1 0 16,2 2 0-16,-2 1 0 15,2 1 0-15,0-1 1 16,0 0-1-16,0 1 0 16,0 1-1-16,2-3 2 15,2-1-2-15,1 1 0 0,1-1 1 16,2 0 0-16,-2 0 0 16,1 2 0-16,-1 1 1 15,4 2-1-15,-3 1 1 16,1-1-1-16,1 2 0 15,0 0 0-15,0-4 0 0,-2 1 0 16,2-4 0-16,-4 1-1 16,1-3 2-16,-1 2-2 15,1-3 1-15,-2 0 0 16,2 0 0-16,-2-1-1 16,2-1-1-16,-3-2 1 15,3-1-1-15,0 0 2 0,0 0 0 16,0-2-1-16,-1 0 1 15,1 1 1-15,-1-2-2 16,2-2 1-16,-3 3 1 16,1-5-1-16,-1 1 0 15,0-3 0-15,0-3-2 0,-1 0 1 16,1-1 0-16,1-1 2 16,-2 1 0-16,1-3 1 15,0 3-2-15,0-1 3 16,-1 0-2-16,1-1-3 15,0-1 3-15,-1 1 0 0,2-1-5 16,-1-1 0-16,2 0 5 16,1 0 2-16,1 0-4 15,2 0 2-15,1 0 2 16,1 0-2-16,3-3 0 16,-1-1-1-16,1-1 1 0,1 0-1 15,0-1 1-15,4 0-2 16,-1-1 1-16,2 0 0 15,0 0 0-15,2 2 0 16,4-1 1-16,-2 0-1 16,4 0 0-16,0-1 0 15,2 2 0-15,-1-1-1 0,3-1 1 16,-2 0 0-16,5 0 0 16,-1-2 0-16,2 2 0 15,-3 0 0-15,3-2 1 16,-1 0 0-16,-3 0 2 0,-1-2 3 15,1 1-2-15,-4-2 0 16,-2 2 2-16,0 0-2 16,0 0 1-16,-4 2-2 15,0-1-1-15,-2 1 0 16,-1 4-1-16,-3-2 0 16,2 0 2-16,-4 5-2 0,-1-2 0 15,-3 2 1-15,-1 1-1 16,0 0-16-16,-7 0-20 15,-2 0-99-15</inkml:trace>
  <inkml:trace contextRef="#ctx0" brushRef="#br0" timeOffset="-187134.98">5974 13759 79 0,'-4'0'5'0,"0"0"2"0,2 0 3 16,0 0 2-16,-1 0 3 0,1 0 1 15,-1 0-3-15,-1 0-5 16,1-1-7-16,1 1 1 16,2-1-2-16,0 1 0 15,0-1-6-15,0 1-4 16,2 0 6-16,5 0 1 15,5 0 6-15,3 0-1 0,3-1-2 16,2-2 1-16,4-1 0 16,3-1-1-16,5-3 1 15,5-1-1-15,4-4 0 16,2-2 1-16,4-4 0 16,-1 1-1-16,0-2 2 0,0 0-2 15,-1 1 0-15,-1 0-2 16,-2 0-1-16,1 2-1 15,-4 0-2-15,0 3-1 16,-2 0 5-16,-4 4 1 16,-2 0 2-16,-1 3-1 0,-6 0-1 15,2 3 1-15,-3 2 0 16,-2 1-2-16,0 1-3 16,-2 0 1-16,-1 0-2 15,-1 5 3-15,-3 3-1 16,1 1 2-16,-4 1 0 0,3 2 1 15,-3-1 0-15,1 3 1 16,0 1 0-16,0 0-1 16,2 2 0-16,-2 0 0 15,0 3 1-15,-1-1-2 16,-4 3 4-16,4 0-2 16,-4 2 3-16,1 2 1 0,-1 3-3 15,2 4 0-15,0 1-1 16,-4 4 2-16,3 4-2 15,0 1 0-15,-2 0 1 16,1 0-1-16,-1-1 1 16,0 2-1-16,2-1 1 0,-2 2 1 15,1 2 0-15,-2 0 1 16,1 3-1-16,-1-3 1 16,0-2 0-16,1 1 2 15,1-3-2-15,3 0 0 0,0-1-2 16,1-1 1-16,0-3 0 15,1-3-1-15,1-2 0 16,0-4 0-16,0-5-1 16,1-1 1-16,-1-2 0 15,-2-3 0-15,1 1-1 16,-1-2 0-16,-2 0 1 0,2-2-1 16,-6 1 1-16,3-2-1 15,-4 3 0-15,-3-1 1 16,1 0-1-16,1-1 2 15,-3 1 0-15,0-1-1 16,0 1 0-16,0 1 1 0,-8-5 2 16,0 5-3-16,-1-1 3 15,-5-3-2-15,1 4 0 16,-7 0 1-16,0 0-1 16,-3 3 1-16,-2-1-1 15,-4 2 0-15,0 1-1 0,-4 3 0 16,-3 3-1-16,-5 5-10 15,-7-2-19-15,-4 2-47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22:10.606"/>
    </inkml:context>
    <inkml:brush xml:id="br0">
      <inkml:brushProperty name="width" value="0.05292" units="cm"/>
      <inkml:brushProperty name="height" value="0.05292" units="cm"/>
      <inkml:brushProperty name="color" value="#FF0000"/>
    </inkml:brush>
  </inkml:definitions>
  <inkml:trace contextRef="#ctx0" brushRef="#br0">16873 5848 9 0,'0'0'17'0,"0"0"1"0,-44-16-9 0,29 12 7 15,-2-1-1-15,3 0 0 16,-1 3-4-16,1-1-1 16,1 1-1-16,-1 1-2 0,1-1-5 15,1 1-1-15,2 1-1 16,2 0 0-16,2 0 1 16,4 0 0-16,0 0-1 15,2 0-1-15,0 0 0 16,0 3 0-16,8 2-1 0,5 0 1 15,6-1 11-15,3 3-4 16,4 0-3-16,5-1 0 16,7-1-1-16,3 1 2 15,7 0-2-15,5-1 3 16,7 0-3-16,5-1 2 0,7-1 3 16,6 1 0-16,9-4 3 15,7 0 1-15,6 0-3 16,10 0-1-16,1 0-2 15,6 0-2-15,6-5 0 16,6-1-1-16,4 0 0 16,1-4 1-16,8 2 1 0,2 1-1 15,1-2 1-15,2 1-1 16,-1 1 3-16,-3-1-5 16,4 0 2-16,-6 3 0 15,-4-1 2-15,-6 1-3 16,-6 2-1-16,-10 2-1 0,-10 1 1 15,-9 0 0-15,-12 11-1 16,-14 1-1-16,-15 2-12 16,-20-4-89-16</inkml:trace>
  <inkml:trace contextRef="#ctx0" brushRef="#br0" timeOffset="116513.81">16425 15284 88 0,'0'-5'31'0,"0"-1"13"0,0-1 1 0,0 1-11 16,0 2-12-16,0 0-9 16,0 1-2-16,0 1-4 0,0 1 3 15,0 0-3-15,0 1-1 16,0 0-6-16,0 5-3 16,0 5 0-16,0 6 6 15,0 1-2-15,0 3 0 16,3 0 0-16,0 1-1 0,1-3 1 15,0 1 0-15,-2-1 0 16,0-1-2-16,-2 0-14 16,0-4-31-16,0-4-26 15,0-8-69-15</inkml:trace>
  <inkml:trace contextRef="#ctx0" brushRef="#br0" timeOffset="117075.15">16412 15281 184 0,'0'0'6'15,"0"0"4"-15,0 0 12 0,0 0-7 16,36-19-4-16,-25 19-7 15,0 0-3-15,0 7 0 16,3 3 0-16,-3 2-1 16,0 1 0-16,1 3 1 15,0-2-1-15,1 3 1 0,-3-3-1 16,-2 0 1-16,1-1-1 16,-4-3 1-16,0 0-3 15,-2 0-10-15,-1-6 3 16,-1 1-2-16,-1-3 2 15,0-2 1-15,1 0 5 0,-1 0 8 16,0-4-5-16,0-3-4 16,1-4-2-16,0-1 1 15,1 0 0-15,2-1 3 16,-2 0 1-16,3-1 3 16,0 1 4-16,0 4 2 15,3-2 5-15,0 1-2 0,3 3 0 16,1-1-5-16,2 2-1 15,-1 0-2-15,3 3-1 16,0 2-1-16,0 1 0 16,-1 0-1-16,1 8 1 15,-4 2 0-15,0 3-2 0,0 3 2 16,-1 1 0-16,-3 1-1 16,1 2 2-16,-2-3-2 15,1 3-11-15,-1-3-18 16,0-3-41-16</inkml:trace>
  <inkml:trace contextRef="#ctx0" brushRef="#br0" timeOffset="117615.93">17194 15339 85 0,'0'0'3'0,"0"0"17"0,0 0 1 0,0 0 3 15,0 0-1-15,0 0 3 16,0 0-5-16,-38-18-10 16,32 16-2-16,-1-1 0 15,-3 3-4-15,0 0-4 16,-1 0-1-16,-5 0 0 0,-1 2 0 15,-2 5-2-15,-1 2 0 16,3 1 0-16,1 0 2 16,4 1 0-16,3 2 0 15,3 0-1-15,5 0 1 0,1 1-3 16,0-3-3-16,8-1 8 16,3-1 1-16,4-3 0 15,1-2-2-15,2-4-1 16,0 0 2-16,2 0 0 15,-2-6-1-15,-1-3 0 16,-3-1 0-16,0-1-1 0,-4 0 1 16,-3-2 1-16,-2 2-1 15,-2 2 1-15,-2 1 0 16,-1 1 16-16,0 2-13 16,0 4 5-16,0-1 0 15,0 2-10-15,0 0 2 0,0 6-1 16,3 3-4-16,1 0-9 15,1 2-11-15,0-2-4 16,3-1-47-16,-1-4-47 16</inkml:trace>
  <inkml:trace contextRef="#ctx0" brushRef="#br0" timeOffset="117923.86">17420 15304 138 0,'0'0'7'0,"0"0"13"0,0 0-10 0,0 0-5 0,-47-13 2 16,32 13 5-16,1 0 0 16,1 5-2-16,1 3-4 15,1 6-4-15,1-1 0 0,5 3 1 16,0 0-1-16,5 0-1 15,0-1-1-15,3-1 5 16,7-3 2-16,3-1-3 16,6-5 1-16,1-1 4 15,4-3-4-15,3-1-1 0,2 0-2 16,2-6-16-16,1-8-47 16,-1-4-81-16</inkml:trace>
  <inkml:trace contextRef="#ctx0" brushRef="#br0" timeOffset="118706.08">17568 15137 192 0,'0'0'12'0,"0"0"27"15,0 0-15-15,0 0-11 16,0 0-13-16,0 0-2 15,0 0 7-15,0 0-3 16,0 0 1-16,2 47-1 16,3-26-2-16,1 3 1 0,-2 1-1 15,0 0 1-15,-2-3 0 16,1 1 0-16,-1-3 0 16,-2-2 1-16,0-2-2 15,0-3 0-15,0-2 0 16,0-1 0-16,0-3 0 0,-2-4-5 15,-1 0-1-15,1-3 1 16,0 0 8-16,0-3-2 16,1-7-5-16,1-1-6 15,0-2 9-15,0-3-5 16,2-1 7-16,6 2-1 0,1 0 3 16,1 1-3-16,2 2 0 15,2 0 0-15,-1 6 0 16,2-1 0-16,0 3 1 15,-1 4-2-15,-1 0 1 16,0 0-1-16,-2 6 1 0,0 4-3 16,-1 1-4-16,-2 1 4 15,-1 3 2-15,-1-1 0 16,-1-1 2-16,2 1-1 16,-3-2 0-16,1-2 1 15,3-2 0-15,-2-1 0 0,4-1 1 16,1-5 2-16,0-1 2 15,3 0 1-15,1 0-4 16,-1-5-1-16,1-4-1 16,-1-2-1-16,-1-1 1 15,-1-2-1-15,-4 0 0 16,-1 0 1-16,-2 0-1 0,-1 2-1 16,-2 1 1-16,-2 2 0 15,0 4-2-15,0-1-6 16,-4 5 1-16,-1-1 4 15,1 2 5-15,-1 0-4 16,1 3 4-16,2 6-2 0,0-1 1 16,2 3 1-16,0-1 2 15,0 0 5-15,2 0 0 16,1 0-1-16,5-1-4 16,-1-2-2-16,4 0-1 15,-2-3-1-15,1 0-15 0,1-4-26 16,-1 0-74-16</inkml:trace>
  <inkml:trace contextRef="#ctx0" brushRef="#br0" timeOffset="118855.12">18010 15159 286 0,'0'0'2'0,"0"0"1"0,0 0 0 15,0 0-7-15,0 0-58 0,0 0-37 16</inkml:trace>
  <inkml:trace contextRef="#ctx0" brushRef="#br0" timeOffset="119282.1">18154 15276 261 0,'0'0'1'15,"0"0"-4"-15,0 0 2 0,0 0-2 16,0 0-8-16,0 0 5 16,8 42 9-16,-8-32-3 15,0 0 2-15,-2-1-1 16,0-1 0-16,2-1 1 0,0-1-4 15,0-2-1-15,0-2-7 16,0-1 4-16,0-1 5 16,0 0 8-16,0-2 5 15,0-6-1-15,0-2-1 16,4-1 0-16,0-2-1 0,3 1-1 16,0 0-3-16,3 0-4 15,2 3 2-15,2 0-3 16,-1 2 0-16,4 3 1 15,-2 1-1-15,1 2 1 16,-1 1-1-16,-1 0-1 0,-1 7 1 16,-2 1-1-16,0 2-9 15,-5 3-24-15,-1-3-25 16,-2-2-33-16</inkml:trace>
  <inkml:trace contextRef="#ctx0" brushRef="#br0" timeOffset="119624.82">18423 15324 238 0,'0'0'2'0,"0"0"1"16,0 0 1-16,0 0-2 0,0 0 0 16,35-43-2-16,-28 35 1 15,-1 1-1-15,-2 0 0 16,-1-2 1-16,0 4-1 15,-3-2 0-15,0 2 1 16,0 0-3-16,-3 2-1 0,-4 0 2 16,0 2-2-16,-4 1 2 15,1 0 2-15,2 4 4 16,-2 4-3-16,4 2-2 16,0 4 0-16,3-1 3 15,3 1 9-15,0-1-5 16,0 2-3-16,3-2 0 0,9-4 0 15,4 2-1-15,5-1-4 16,0-4-23-16,6-6-25 16,3 0-94-16</inkml:trace>
  <inkml:trace contextRef="#ctx0" brushRef="#br0" timeOffset="119900.87">19132 15031 141 0,'0'0'7'0,"0"0"0"0,0 0-2 16,0 0 0-16,-20 50 8 15,18-30 1-15,0 4-7 16,2 0-6-16,0 1 1 16,0-1 1-16,0-1-3 15,0-1-1-15,0-2-27 0,0-3-26 16</inkml:trace>
  <inkml:trace contextRef="#ctx0" brushRef="#br0" timeOffset="120305.85">19005 15201 226 0,'0'0'3'0,"0"0"-1"0,43-26-2 16,-24 19 0-16,4 1 0 15,2 3 0-15,1 3 0 16,-1 0 0-16,3 0 0 15,-3 6 0-15,0 5-2 16,0 1 4-16,-4 2-2 16,-4 3 0-16,-4 1 0 0,-2-1-12 15,-6-1-17-15,-4-2 4 16,-1-1 15-16,0-3 7 16,0-4 1-16,-5-3 3 15,-2-1 14-15,-1-2 11 16,-1 0-10-16,1-5-9 0,0-6 0 15,2-2 2-15,1-3 2 16,2-3-3-16,3 1 6 16,0-3-1-16,0 0-10 15,8 2-2-15,6 2 0 0,-1 3-2 16,5 3-11-16,0 2-15 16,2 0-60-16,0 2-55 15</inkml:trace>
  <inkml:trace contextRef="#ctx0" brushRef="#br0" timeOffset="120746.93">19609 15131 198 0,'0'0'10'0,"0"0"8"15,0 0-12-15,0 0-1 0,-46 0-6 16,31 0 1-16,-2 0 1 15,1 5-2-15,2 1 5 16,2 4-2-16,4 0-1 16,-3 3-1-16,6 0 2 15,1-1 0-15,2 1-1 0,2-1-5 16,0-1 7-16,1-2-3 16,6-2 0-16,0-2-7 15,4-2-1-15,0-3-2 16,3 0 6-16,-1 0 3 15,0-5 1-15,-1-3 0 0,-2-3 1 16,1 1 0-16,-3-3 1 16,-3 2-1-16,-1 3 2 15,0 1 7-15,-4 1 5 16,0 2 6-16,0 2 3 16,0 2-13-16,0 0-8 0,0 0-5 15,2 1-1-15,-2 6 2 16,3 3 2-16,-1 2-1 15,5-1-9-15,-1 2-20 16,-1-5-3-16,1 0-41 16,1-4-75-16</inkml:trace>
  <inkml:trace contextRef="#ctx0" brushRef="#br0" timeOffset="121209.91">19686 15169 250 0,'0'0'16'0,"0"0"-7"0,0 0 1 16,0 0-7-16,0 0-1 15,31-37 0-15,-21 36-1 16,-1 1-1-16,0 0 0 0,4 0-1 16,-4 6 0-16,0 2 1 15,1 4-1-15,-4 2 1 16,0 1 0-16,-4-2-8 15,-2 0-7-15,0-2 2 16,0-1 3-16,-2-4 0 0,-6-2 2 16,3-2 7-16,-5-2 8 15,1 0 3-15,3 0-4 16,2-6-1-16,-1-3 3 16,3-1-2-16,2-2-5 15,0-1 11-15,7-1-10 16,2-2 0-16,3 3 0 0,4-1 0 15,2 3-4-15,1 2 5 16,1 2-2-16,0 3-2 16,2 2 2-16,-6 2-1 15,-1 0-1-15,-2 3 1 16,-1 7-1-16,-5 1 1 0,-1 2 1 16,-4 0-2-16,-1 3-3 15,-1-3-14-15,0-2-12 16,0-4-36-16,0-1-12 15</inkml:trace>
  <inkml:trace contextRef="#ctx0" brushRef="#br0" timeOffset="121566.76">20172 15083 216 0,'0'0'11'0,"0"0"21"0,0 0-5 0,16-43-18 0,-16 39-5 15,0 2-5-15,-6 2-4 16,-4 0-6-16,-3 0 3 16,-1 6 8-16,0 2 3 15,1 2-2-15,3 1 0 0,2 1 0 16,4-2 0-16,4 0-2 16,0 0-1-16,4 0 3 15,5 0 3-15,3-3-3 16,2 3 0-16,0-3 0 15,0 0 2-15,-1 0-1 0,-1 0-1 16,-2-1-1-16,-4-1 1 16,-3 0-1-16,-3-1 0 15,0 1-2-15,-4-1-1 16,-8 0 0-16,-3-1 3 16,-2 1 0-16,-2-1-13 0,-3-3-16 15,0 0-55-15</inkml:trace>
  <inkml:trace contextRef="#ctx0" brushRef="#br0" timeOffset="121842.54">20314 14901 234 0,'0'0'3'0,"0"0"-5"0,0 0-1 16,0 0 2-16,0 0-3 15,7 45 8-15,-7-22 2 16,0 1 1-16,0 2-2 16,0 2-1-16,0-1-2 0,3-1 0 15,1-3-1-15,2-2-4 16,2-4-30-16,0-3-39 15,0-5-36-15</inkml:trace>
  <inkml:trace contextRef="#ctx0" brushRef="#br0" timeOffset="122235.37">20586 15105 249 0,'0'0'5'0,"0"0"8"0,0 0-8 15,0 0-3-15,0 0-1 16,-52-31-1-16,33 31 2 16,2 0 0-16,-1 0-1 15,3 7 0-15,1 0 0 16,2 2-1-16,5 1 0 0,3-1 1 16,1 0-4-16,3 2-6 15,0-5-7-15,9 1 3 16,3-2 5-16,1-4-1 15,2-1 7-15,0 0 3 16,1 0 0-16,-2-3 1 16,-1-1 3-16,-2-2 5 0,-4 2 7 15,0 2 8-15,-2 0-6 16,0 2-11-16,-2 0-6 16,1 0-3-16,2 0 1 15,-3 2-1-15,3 2 1 0,1 1-1 16,-4 1-7-16,3-2-12 15,-1-1-13-15,2-3-16 16,-1 0-48-16</inkml:trace>
  <inkml:trace contextRef="#ctx0" brushRef="#br0" timeOffset="122504.7">20684 14881 250 0,'0'0'7'0,"0"0"18"0,0 0-16 15,0 0-10-15,0 0-1 16,0 0-1-16,0 0 3 16,0 0 1-16,13 60 1 15,-7-36-1-15,-1 4-1 0,-2-2 0 16,1-1 2-16,0-3-2 15,-1-1-3-15,-1-4-14 16,-1-5-4-16,-1-1-8 16,0-6-27-16,0-3-3 15</inkml:trace>
  <inkml:trace contextRef="#ctx0" brushRef="#br0" timeOffset="122804.33">20634 15037 215 0,'0'0'17'16,"0"0"-6"-16,0 0 1 16,0 0-11-16,0 0 0 15,0 0-1-15,45-18 0 16,-29 15 0-16,3 0 0 16,1 2 0-16,-1-2 0 0,1 1-1 15,-3-1 1-15,1 3 1 16,-3 0 4-16,-2 0-2 15,-1 1 1-15,-3 7-3 16,-1 4 0-16,-4 0-1 16,0 2 1-16,-3-2 1 0,1 0-1 15,-2-1 1-15,0-3-1 16,0 2-1-16,2-6 0 16,2-1-25-16,-2-3-60 15</inkml:trace>
  <inkml:trace contextRef="#ctx0" brushRef="#br0" timeOffset="122961.05">20903 14887 305 0,'0'0'-3'0,"0"0"5"0,0 0-2 15,0 0-11-15,0 0-61 16,0 0 5-16,0 0-3 15</inkml:trace>
  <inkml:trace contextRef="#ctx0" brushRef="#br0" timeOffset="123352.32">20989 14991 228 0,'0'0'6'16,"0"0"11"-16,0 0-15 16,0 0-4-16,0 0 4 15,0 0-3-15,0 0 4 16,-33 40-2-16,26-26-1 0,3-1 1 16,3 0-2-16,1-1-1 15,0-4-1-15,3 1-1 16,7-4 0-16,0-2 1 15,0 0-1-15,2-3 0 16,-1 0 3-16,0 0 1 0,1-7 6 16,-5 0 9-16,0-3 5 15,-1-2 1-15,-1-1-6 16,-3-1-5-16,-2 0-4 16,0 0-3-16,0 3 0 15,-2 2-7-15,-7 4 5 0,1 1-5 16,0 4-12-16,-3 0-17 15,2 0-10-15,0 2-36 16</inkml:trace>
  <inkml:trace contextRef="#ctx0" brushRef="#br0" timeOffset="123799.52">21188 14982 179 0,'0'0'25'0,"0"0"-21"15,0 0 3-15,41-7-5 16,-31 7-1-16,-3 4-1 16,-1 5 0-16,-1 1 0 0,-4 2 1 15,1 1 2-15,-2 1-3 16,0-1 0-16,0-4 0 15,0 0 1-15,-1-3 1 16,-1-3-2-16,0 0 0 16,-2-2 3-16,2-1 11 0,1 0 3 15,0 0 0-15,1-4 0 16,0-5-9-16,0 0-1 16,0-2-3-16,4 0 3 15,3-1-5-15,4 0-1 16,-2 3 1-16,3 2-2 0,3 2 1 15,0 2 0-15,3 3-1 16,1 0 1-16,-2 2-2 16,3 9 1-16,-3 3-1 15,-1 7 1-15,-5 0-1 16,-6 5-8-16,-5 1-28 16,-4 2-16-16,-18-4-53 0</inkml:trace>
  <inkml:trace contextRef="#ctx0" brushRef="#br0" timeOffset="125323.67">16554 15730 12 0,'0'0'11'0,"0"0"-7"0,0 0 22 16,0 0 0-16,0 0-2 0,0 0 1 15,0 0 2-15,0 0-5 16,0 0-7-16,0 0-8 15,0 0-7-15,0 0 5 16,0 0-1-16,1 0-4 16,2 0 0-16,1 0 0 0,0 0 0 15,0 0 1-15,3 2-1 16,1-1 1-16,2-1 0 16,2 0 0-16,3 0 0 15,0 0 0-15,2 0 1 16,3 0-1-16,-1 0 0 15,4 0 0-15,2 0 1 0,0-3-2 16,1 1 0-16,5-3 1 16,0 4-1-16,4-3 0 15,2 1 0-15,3-3 0 16,4 3 0-16,4-1 0 0,0 1-3 16,2-2 3-16,-2 0 2 15,2 2-2-15,-2 0 0 16,3-1-2-16,0 0 4 15,-3 1-2-15,0-1 0 16,-2 0 0-16,-1 1 0 16,-1-1 1-16,0-1-1 0,-1 2 0 15,0-2 0-15,1 1 0 16,3-2 1-16,-1 4-1 16,2-3-1-16,2 1 1 15,0-1 0-15,1 1 0 16,2 0 0-16,0-1 0 0,1 1 0 15,0-2-1-15,0 2-1 16,0-1-1-16,0 0 1 16,0 1 1-16,-2-1 1 15,1 1 0-15,1-1 0 16,-2 1 0-16,1 1 1 0,0-1 0 16,1 1-2-16,-2 1 3 15,-2-1 0-15,2 2 2 16,0-2-1-16,-4 2 0 15,4-1 0-15,-3 1-2 16,2 1-1-16,1-2 2 16,-1 2-1-16,3-1-1 0,0-1 0 15,0-2 0-15,4 3 0 16,-1-5 1-16,0 2-1 16,1 1 0-16,2 0 0 15,0-1 0-15,1-2 0 16,1 2 1-16,-3-2-1 0,3 3 0 15,-1-2-1-15,0-1 2 16,0 2-2-16,-2-2 1 16,-1-1-1-16,2 2 1 15,-4-1 0-15,1-1 0 0,0 2 0 16,-1-2 1-16,-2 3-2 16,-3-2 1-16,-2 2 1 15,-3-2-2-15,-3 2 1 16,-5 0 1-16,-2-2-1 15,-1 3 1-15,-5-1 3 16,-1 0 8-16,-2 2 1 0,-2 1-3 16,-3-1-4-16,-5 2-4 15,-1 0-1-15,-5 0 0 16,-4 0-1-16,0 0-2 16,-5 0-3-16,-2 0-12 15,0 0-18-15,0 0-22 0,-2 0-25 16</inkml:trace>
  <inkml:trace contextRef="#ctx0" brushRef="#br0" timeOffset="125714.62">21635 14864 264 0,'1'0'3'0,"0"0"1"0,2 0-1 16,-3 0-3-16,0 0 0 15,2 0-5-15,-2 0-21 16,2 0-25-16,0 1-2 0,2-1-61 15</inkml:trace>
  <inkml:trace contextRef="#ctx0" brushRef="#br0" timeOffset="125843.63">21684 14942 173 0,'0'0'63'0,"0"0"-127"15,0 0 15-15</inkml:trace>
  <inkml:trace contextRef="#ctx0" brushRef="#br0" timeOffset="126966.98">17158 16036 122 0,'0'0'80'0,"0"0"-73"0,0 0 31 16,0 0-17-16,0 0-4 16,0 0-1-16,0 0-6 15,0 0-3-15,0 0-6 16,0 0-4-16,0 0 3 0,0 0-1 16,0 0 2-16,-6 48-2 15,10-24-5-15,-1 0-17 16,-1-2-13-16,0-1-23 15,-1-6-37-15</inkml:trace>
  <inkml:trace contextRef="#ctx0" brushRef="#br0" timeOffset="127205.93">17112 16230 196 0,'0'0'3'0,"0"0"6"16,0 0-3-16,0 0-3 16,42-7-1-16,-28 4 4 15,1 0 4-15,-1-2-1 16,1 2-4-16,-1 0-4 16,1-1-1-16,-1 2 1 0,-1-2-3 15,-2 1-18-15,-4 0-34 16,-2-3-20-16</inkml:trace>
  <inkml:trace contextRef="#ctx0" brushRef="#br0" timeOffset="127426.99">17013 16073 214 0,'0'0'2'0,"0"0"10"16,0 0-2-16,0 0-7 16,0 0-1-16,41-40-3 15,-16 33 1-15,2 1 0 0,1 2 0 16,2 0-23-16,0 1-58 16</inkml:trace>
  <inkml:trace contextRef="#ctx0" brushRef="#br0" timeOffset="127908.31">17385 16115 148 0,'0'0'2'0,"0"0"5"0,0 0 7 15,0 0-6-15,-37 3 8 16,30-9 6-16,4 1 2 15,2-1-4-15,1 0-3 16,0-1-13-16,3 0-3 16,8 1 0-16,0-1-1 15,2 4 0-15,1 1 0 0,1 2 0 16,-1 0-1-16,-1 0 1 16,1 4 0-16,-3 5-1 15,-5-1 1-15,3 3-1 16,-5 1-4-16,-2-1-7 15,-2 0-1-15,0-2 3 0,0-2 5 16,0-3 3-16,-4-1 2 16,2-3 3-16,0 0 2 15,0 0 5-15,2-4-5 16,0-4 2-16,2-5-7 16,6-1 0-16,5 0 0 0,0-1 0 15,3 3 0-15,1-1 0 16,1 4 2-16,-1 0 4 15,0 5 0-15,1 3-4 16,-1 1-1-16,-1 0-1 16,-2 7 0-16,0 4-1 0,-4 2-4 15,-3 1-16-15,-3-1-21 16,-1-2-49-16</inkml:trace>
  <inkml:trace contextRef="#ctx0" brushRef="#br0" timeOffset="128178.53">17760 16007 179 0,'0'0'6'0,"0"0"1"0,0 0 5 0,0 0-6 0,0 0-6 16,0 0 3-16,0 0 6 15,29 37 3-15,-26-14-3 16,0 1-3-16,2 4-3 0,-3 1 1 16,0-1-3-16,-2 1 0 15,0-2 0-15,0-3-3 16,0-3-13-16,-6-4-23 16,0-5-16-16,1-7-30 15</inkml:trace>
  <inkml:trace contextRef="#ctx0" brushRef="#br0" timeOffset="128477.12">17767 16037 159 0,'0'0'8'15,"0"0"-3"-15,37-35 5 16,-23 27 3-16,1 1 3 15,0 3-5-15,-2 2-2 16,1 2-2-16,-2 0 0 0,1 0-3 16,-1 2-2-16,-3 5-1 15,-1 3 0-15,-3 0-1 16,-2 2-3-16,-3 0-4 16,0 0 0-16,0-1 3 15,-10 2 3-15,-1-2-3 0,-4-1 11 16,1 1-9-16,-4-2-6 15,1-2-38-15,2-3-20 16</inkml:trace>
  <inkml:trace contextRef="#ctx0" brushRef="#br0" timeOffset="129218.22">18012 15994 200 0,'0'0'6'16,"0"0"20"-16,0 0-4 15,0 0-14-15,0 0-5 16,0 0-4-16,0 0 1 16,0 0 2-16,0 0 0 15,11 40 0-15,-5-24-2 0,0-3 2 16,1 2 0-16,1-3-1 15,-1-2 0-15,3-2-1 16,2-2 0-16,-4-2 0 16,3-4-1-16,0 0-2 15,-1 0-2-15,2-7 0 0,-4-4 1 16,1-2 2-16,-1-2 1 16,-1 0 1-16,-2 1 0 15,0 1 0-15,-2 0 1 16,-1 5 1-16,-1 1 4 0,0 2 1 15,-1 4 3-15,0 1-3 16,3 0-7-16,-2 4-7 16,2 5 5-16,-1 2 3 15,1 2-1-15,0-2 1 16,2 2-2-16,-2-3 1 16,3 0 0-16,3-3 0 0,-4-1 0 15,3-2 0-15,-2-1-1 16,3-2-1-16,-1-1-3 15,-1 0-2-15,1-1 3 16,-2-7 2-16,0-1 2 16,-1-3 0-16,-2-2 0 0,-1-1 2 15,1-4-2-15,-1-1-2 16,0 0 2-16,-1-4-2 16,-1 4 2-16,0-1 0 15,0 4-1-15,0 1 2 16,0 6 3-16,0 0 6 0,0 3 1 15,0 3-2-15,0 3-3 16,0 1 0-16,0 0-7 16,0 1-4-16,0 10 3 15,0 2 1-15,2 6 0 0,1-1 2 16,1 4 0-16,0-1-1 16,1 1 0-16,-1-2 2 15,0 0-5-15,0-1-14 16,-1-4-11-16,2-3-21 15,-5-5-28-15</inkml:trace>
  <inkml:trace contextRef="#ctx0" brushRef="#br0" timeOffset="129473.64">18265 15966 170 0,'0'0'1'0,"0"0"5"0,0 0 2 15,0 0-2-15,0 0 5 0,0 0 4 16,45-20-1-16,-35 20 3 16,2 0-1-16,2-1-11 15,-1 1-3-15,1 0-2 16,-1 0-2-16,-1 0-22 15,-2 0-45-15,-3-1-44 16</inkml:trace>
  <inkml:trace contextRef="#ctx0" brushRef="#br0" timeOffset="129687.24">18542 15901 235 0,'0'0'4'15,"0"0"7"-15,0 0-7 0,0 0-3 16,0 0-1-16,0 0-13 16,0 0-27-16,0 0-20 15,22-10 4-15</inkml:trace>
  <inkml:trace contextRef="#ctx0" brushRef="#br0" timeOffset="129864.98">18576 16002 173 0,'0'0'61'0,"0"0"-56"15,0 0-4-15,0 0 0 16,0 0 1-16,0 0-1 15,0 0-4-15,-1 11-4 16,1-11-42-16,2 0-44 16</inkml:trace>
  <inkml:trace contextRef="#ctx0" brushRef="#br0" timeOffset="130007.59">18671 15954 259 0,'0'0'-5'16,"0"0"8"-16,0 0-3 16,0 0-19-16,37 0-107 15</inkml:trace>
  <inkml:trace contextRef="#ctx0" brushRef="#br0" timeOffset="130862.38">17090 16387 92 0,'0'0'17'0,"0"0"11"0,0 0-11 0,0 0-10 15,0 0-1-15,0 0 0 16,0 0-4-16,0 0 0 16,0 0 0-16,0 0 6 15,-3 0-2-15,3 0-1 0,6 1-2 16,3-1 0-16,3 0-3 16,1 2 0-16,3-2 1 15,0 0-1-15,3 0 3 16,3 0 4-16,3 0 2 15,4 0-4-15,4-2-2 0,5-2-1 16,1 1-2-16,2-1 0 16,1 2 1-16,1-3-1 15,0 0 0-15,2 1 0 16,0-3 0-16,2 2 1 16,0-3-1-16,2 1 0 0,1 1 0 15,-1 1 0-15,1 0 1 16,-3 0-1-16,1-1-1 15,-3 3 1-15,4 0 0 16,-7 0 1-16,2 2-1 16,-5-2 0-16,-3 3 0 15,-5-1 0-15,-4-1 0 0,-7 2 3 16,-6 0 6-16,-3 0 0 16,-6 0-2-16,-2 0-3 15,-2 0-1-15,-1 0 2 16,0 0-3-16,-1 0 5 0,-4 0-7 15,-1 2-19-15,1-2-42 16,2 0-57-16</inkml:trace>
  <inkml:trace contextRef="#ctx0" brushRef="#br0" timeOffset="132331.54">19366 15888 17 0</inkml:trace>
  <inkml:trace contextRef="#ctx0" brushRef="#br0" timeOffset="134559.1">19290 15943 90 0,'0'0'12'15,"0"0"1"-15,0 0-1 16,2-4-4-16,-2 3 9 16,0-3 9-16,0 2-1 15,0-1-3-15,0 2-6 0,0-1-8 16,0 1-5-16,0 1-2 16,0 0 0-16,0-2-1 15,0 2 0-15,0 0 0 16,0 0 0-16,0 0-1 15,0 0 1-15,0 5 0 0,0 3 0 16,0 0 0-16,0 2 0 16,2 1 0-16,0 1 0 15,2 1 0-15,-2-1 1 16,1 2-2-16,-1 0-2 16,0-1-24-16,0-2-29 0,0 0-7 15</inkml:trace>
  <inkml:trace contextRef="#ctx0" brushRef="#br0" timeOffset="135007.1">19259 16138 106 0,'0'0'10'0,"0"0"0"0,0 0-7 15,0 0 0-15,0 0 0 16,0 0 4-16,0 0 2 16,0 0-2-16,0 0 7 0,0 0 9 15,7-1-6-15,0-2-4 16,-2 1-6-16,5 0-1 16,2 0-3-16,1-1 0 15,3 2 0-15,2-1 0 16,1-1 3-16,0 2-1 15,-3-2-4-15,1 3 1 0,-2 0-2 16,-2 0-2-16,-4 0-6 16,-2 0-25-16,-2-2-66 15</inkml:trace>
  <inkml:trace contextRef="#ctx0" brushRef="#br0" timeOffset="135348.49">19142 15929 58 0,'0'0'88'0,"0"0"-43"0,0 0-7 0,0 0-26 16,0 0-10-16,0 0-1 15,0 0 7-15,0 0-1 16,48-1-2-16,-21-2-4 15,5-3-2-15,5-2-55 16</inkml:trace>
  <inkml:trace contextRef="#ctx0" brushRef="#br0" timeOffset="136766.85">19165 15963 136 0,'0'0'5'0,"0"0"20"0,0 0-11 0,0 0-8 15,0 0 4-15,0 0 2 16,0 0-2-16,0 0-4 0,0 0-5 16,0 0-1-16,0 0 2 15,0 0 0-15,0 0 1 16,14 17 0-16,-11-2-3 16,0 2 1-16,2 2 0 15,-1 0-1-15,1-1 0 16,2 2 1-16,1-1-1 0,1-1 0 15,3-2 1-15,1-3 0 16,-2-1-1-16,5-2 1 16,-5-3 0-16,3 0-1 15,-5-5 0-15,2-1-4 16,0-1-7-16,-5 0-5 0,1 0 1 16,-2-9 6-16,0 0 7 15,-1-4 3-15,-3-1 0 16,1 0 7-16,0-2 3 15,-1 2-4-15,2 1 3 16,-1 2-7-16,2 3-1 0,-1 1 1 16,3 3-2-16,2 4 1 15,0 0-2-15,-1 0 1 16,3 7-2-16,-2 3-1 16,2 3 2-16,-1 1 2 15,3 0-2-15,-3 1 1 0,2-4-1 16,3 0 0-16,-2-2 1 15,3-2 0-15,-2-4 0 16,3-2-1-16,-3-1 1 16,1 0 0-16,-1-4 2 15,-2-6 7-15,0-3 7 0,-2 0 8 16,-3-4-8-16,-1-1-5 16,0-2-3-16,-3-2-2 15,-2 0-2-15,0-1-4 16,0 2 0-16,0-2 0 15,-2 7-1-15,-4 0-1 0,3 4 0 16,0 4-4-16,1 4-9 16,2 2-19-16,-2 2-27 15,2 0-86-15</inkml:trace>
  <inkml:trace contextRef="#ctx0" brushRef="#br0" timeOffset="137185.74">19790 16033 212 0,'0'0'1'0,"0"0"1"0,0 0-1 0,0 0 0 16,38 0 0-16,-32-2-1 15,0-2 1-15,0 0 3 16,0 0 0-16,-2-1-3 15,1-2 0-15,1 2-1 0,-3-2-1 16,-1 0 0-16,-1 0-1 16,-1-1 0-16,0 4 0 15,0-2 2-15,-5 3-4 16,-2 2 0-16,-4 0 7 0,-1 1-3 16,-1 0-2-16,-1 0 2 15,-1 1 0-15,1 7 3 16,-1 0-2-16,2 3 0 15,1 3 1-15,2 0-2 16,2 3 1-16,1 0 2 0,5-1 1 16,2 0 5-16,0-2-3 15,1-3 2-15,14-1-2 16,1 0 0-16,8-4-5 16,3-5 1-16,3-1-16 15,3-1-106-15</inkml:trace>
  <inkml:trace contextRef="#ctx0" brushRef="#br0" timeOffset="137813.68">20570 15923 198 0,'0'0'0'0,"0"0"2"0,0 0-1 0,0 0-1 15,0 0 1-15,0 0 3 0,0 0 5 16,0 0 3-16,0 0-3 15,0 0-5-15,-40-28-2 16,28 30-2-16,0 6 2 16,-3 2-1-16,2 2-1 15,1 4 2-15,1-1-1 0,2 0 0 16,5 1-1-16,1-1-1 16,3-5 1-16,0 0-1 15,9-1 1-15,5-5-2 16,1-2 1-16,4-2-6 15,-1 0-11-15,2 0-13 16,0-5 1-16,-3-3 10 0,-1-2 14 16,-4-2 6-16,-1 1 2 15,-3-2 6-15,-3-1 7 16,-3 2 3-16,-1 0 3 16,-1 2-3-16,0 1-3 15,0 2-2-15,0 3-2 0,0 1 0 16,-1 0-1-16,-1 3-3 15,2 0-5-15,0 0-3 16,0 3 0-16,0 4 0 16,0 3 2-16,2 2-1 15,3-1 0-15,3-1 0 16,-2 1 0-16,4 1 0 0,1-4-1 16,1 1-12-16,-1-4-26 15,-2-3-62-15</inkml:trace>
  <inkml:trace contextRef="#ctx0" brushRef="#br0" timeOffset="138061.37">20722 15943 208 0,'0'0'6'0,"0"0"-6"0,0 0 8 0,0 0-5 16,44-42-1-16,-32 33 5 15,0 1 3-15,2 1 5 16,-3-1-2-16,2 2-3 16,3 0-3-16,-2 1-3 15,3 2-3-15,-2 1 0 0,0 0 1 16,-1 2-2-16,-1 0-4 16,-3 0-19-16,-3 4-28 15,1-2-35-15</inkml:trace>
  <inkml:trace contextRef="#ctx0" brushRef="#br0" timeOffset="138730.66">20802 15895 116 0,'0'0'88'0,"0"0"-77"0,0 0 9 0,42-3 1 16,-28 1-5-16,3 2-5 15,-2 0-1-15,1 0-5 16,-1 0 0-16,0 5-2 0,-3 2-1 16,2 3-2-16,-4 1 0 15,-2 2 0-15,-3 1-4 16,-2-1-9-16,-2 0-8 16,-1-1 3-16,0-3 3 15,-1-2 9-15,-5-1 2 0,-2-2-1 16,1-2-9-16,-2-1 4 15,-1-1 10-15,3 0-3 16,0 0-1-16,3-7 8 16,1-1 16-16,1-1 8 15,-1-3-5-15,3-1-3 0,0-1-1 16,3-2-3-16,3 0-7 16,4-4-3-16,2 2-3 15,2 1-2-15,2 0-2 16,2 1-1-16,2 2-13 15,-3 1-18-15,2 3-20 16,-4 2-45-16</inkml:trace>
  <inkml:trace contextRef="#ctx0" brushRef="#br0" timeOffset="139151.65">21136 15895 86 0,'0'0'128'0,"0"0"-130"0,0 0 2 16,0 0 1-16,0 0 1 15,0 0 5-15,0 0 2 0,39 7 9 16,-34-7-3-16,3-5-4 16,-1-1-5-16,2-1-4 15,0 1-1-15,-5 0 0 16,1-3-1-16,-1 1 1 0,-4 2-2 15,0-2-2-15,0 4 0 16,0-2 0-16,-6 2 4 16,-1 2-2-16,-3 2 2 15,0 0-1-15,-1 0-1 16,2 3 3-16,-3 7-2 16,1 3 0-16,2 3 0 0,1 1 1 15,5 0-1-15,0 0 2 16,3-2 1-16,0-3 2 15,0-1 4-15,6-2 1 16,5-2 1-16,0-2-4 16,7-1-2-16,1-2-4 0,6-2 0 15,0 0-14-15,2-11-66 16</inkml:trace>
  <inkml:trace contextRef="#ctx0" brushRef="#br0" timeOffset="140048.24">21930 15737 252 0,'0'0'5'0,"0"0"4"0,0 0 6 0,0 0-12 15,0 0-4-15,0 0-6 0,0 0 7 16,0 0 0-16,0 0 0 15,-4 39 0-15,4-26 0 16,0-1 0-16,0 0 1 16,4-1-1-16,-3-1 0 15,3-1 0-15,5-1-1 16,-4-2-10-16,3-2-5 0,-2-3-2 16,4 0-11-16,-2-1 0 15,0 0 6-15,-2-1-5 16,2-6 10-16,0-1 17 15,-1-1 2-15,1-2 5 16,0 2 0-16,1 0 4 0,-1 1 6 16,0 1 7-16,3 0 10 15,-1 3-12-15,-1 0-3 16,2 1-5-16,-1 1-2 16,2 2-3-16,2 0-2 0,-3 0-3 15,1 2-2-15,-3 5 0 16,1 1-1-16,-1 3 0 15,-3 1 0-15,-3 0-1 16,-2 1-2-16,0-1-3 16,-1-1 1-16,0-3 1 15,-2-1-2-15,-2 0 0 0,-2-5 4 16,-2 0-1-16,1-2 6 16,2 0-1-16,-1 0-1 15,2-2 1-15,1-5 2 16,3 0 7-16,0-3 1 15,0-1-3-15,1 1-2 0,8-3-1 16,-2 1-3-16,1 0 0 16,4-1-3-16,-2 2 1 15,1 1 0-15,1 2-1 16,1 2 1-16,0 0-1 16,0 3 0-16,0 0 0 15,0 2 0-15,0 1 0 0,-1 0 0 16,-2 0 0-16,0 4-1 15,-1 3 1-15,-3 2-1 16,-2 1 0-16,-1 1 0 16,-3 2 0-16,0-3-2 15,0 3-2-15,-7-3-8 0,-4 1-2 16,-2-3-4-16,-4-2-18 16,0-4-31-16</inkml:trace>
  <inkml:trace contextRef="#ctx0" brushRef="#br0" timeOffset="140219.14">22034 15628 319 0,'0'0'-13'0,"0"0"19"0,0 0 0 0,0 0-11 16,0 0-14-16,0 0-30 15,0 0-31-15</inkml:trace>
  <inkml:trace contextRef="#ctx0" brushRef="#br0" timeOffset="141394.62">23101 15575 224 0,'0'0'3'0,"0"0"28"16,0 0-1-16,0 0-10 0,0 0-8 16,0 0-6-16,0 0-6 15,0 0 4-15,-15-6-4 16,4 20 0-16,0 4 0 16,4 3 0-16,-1 2 0 15,2 0 0-15,6-2-3 16,0 2 3-16,0-4-1 15,6-1 1-15,5-4-1 0,4-1-1 16,3-3-1-16,2-3 0 16,1-3-3-16,3-1-3 15,1-3-2-15,-1 0-5 16,-2-4 5-16,1-6 1 0,-3-3 6 16,-5-4 3-16,0-2 2 15,-4-2-1-15,-3-1 1 16,-2-3-1-16,-5 3 0 15,-1 0-1-15,0 1 0 16,-4 4 1-16,-2 3 4 0,0 2 9 16,2 5 3-16,3 2-1 15,-1 2-6-15,-1 3-3 16,2 0-3-16,1 0-6 16,0 5 3-16,0 4 1 15,0 4-2-15,4 2 2 0,-1 4 1 16,0-1-2-16,2 2 1 15,-1 0-1-15,-1-1 0 16,2 1 0-16,-1-5 0 16,-2-1 0-16,1 0 1 15,-1-5-2-15,0-2-2 0,1-4 0 16,-2 1 1-16,1-4 0 16,-1 0 4-16,1 0 1 15,1-7-1-15,1-2-2 16,3-3 2-16,0 0 0 15,1 0-1-15,1 0 1 16,0 4-1-16,0-2 1 0,3 5 0 16,0 1-2-16,-2 3 0 15,3 1 0-15,-3 0 0 16,0 0 0-16,-2 6-1 16,-2 4 1-16,0 0-1 15,0 1 1-15,-5-3 0 0,1 2 1 16,0 0-1-16,0-1 0 15,0-2 0-15,3-3 1 16,-2-1-1-16,2 0 0 16,1-2 1-16,0-1 0 15,3 0 4-15,-1-4 0 0,2-3-2 16,3-2-1-16,-1-4 0 16,0 2-1-16,0-2-1 15,-3 1 0-15,-3-1 0 16,-2 4 0-16,-1-1 0 15,-3 5-3-15,0 0 1 0,0 1-2 16,0 1-1-16,-3 3-1 16,-2 0 3-16,0 0 0 15,-1 0 2-15,3 0 1 16,-5 6 0-16,4 1 0 16,2 0 0-16,0 0-1 0,0 0 2 15,2 1-1-15,0-1 2 16,0-2 0-16,4 4 1 15,4-5-2-15,1 2 3 16,2-2-4-16,2-3 0 16,-4 0-7-16,0-1-19 15,2 0-28-15,-6-6-48 0</inkml:trace>
  <inkml:trace contextRef="#ctx0" brushRef="#br0" timeOffset="141557.47">23514 15557 257 0,'13'0'-4'0,"5"-1"4"0,3-1-14 0,6 2-49 0,0-3-51 15</inkml:trace>
  <inkml:trace contextRef="#ctx0" brushRef="#br0" timeOffset="141928.32">24140 15526 205 0,'0'0'3'16,"0"0"10"-16,0 0-3 16,0 0-7-16,0 0 0 15,0 0 0-15,0 0-2 16,0 0 1-16,-41-2-1 16,33 15 3-16,0 4 0 0,3 1 3 15,3-2 1-15,2 3 0 16,0-1 0-16,5-3-2 15,8 0-2-15,4-4 0 16,4-1 0-16,-1-3-1 0,5-2-1 16,0-2 0-16,1-3-2 15,-1 0 0-15,-1-2-18 16,1-8-15-16,-3-4-9 16,-3-4-31-16,-4-4-69 15</inkml:trace>
  <inkml:trace contextRef="#ctx0" brushRef="#br0" timeOffset="142227.18">24387 15338 175 0,'0'0'23'0,"-1"-44"24"15,-2 29-16-15,1 2-16 16,1 7-11-16,1 1-1 0,-2 4-2 16,2 1-1-16,0 0-1 15,0 0-8-15,-2 3 2 16,0 6 6-16,-1 4 1 15,1 4-1-15,0 3 1 16,1 2 1-16,-1 5-1 0,2-1 0 16,0 2 1-16,0-2 1 15,0 1 2-15,5-4-2 16,4 1 0-16,-1-4 0 16,0 0 1-16,2-2-3 0,-2-1 0 15,1-3 0-15,-1 0-4 16,3-2-18-16,-1-4-18 15,2-1-28-15,2-4-31 16</inkml:trace>
  <inkml:trace contextRef="#ctx0" brushRef="#br0" timeOffset="142661.54">24615 15612 147 0,'0'0'40'15,"0"0"2"-15,0 0-21 16,0 0-3-16,24-42-1 15,-24 36-5-15,0 1-5 0,0 0-1 16,0 3-3-16,-4 0-5 16,0 1 1-16,-4 1-1 15,-1 0 3-15,-1 1 1 16,-1 6-2-16,-1 2 1 16,3 1-1-16,-1 1 0 0,2 2 1 15,2-1-1-15,3-1-1 16,1 0 1-16,2-1-2 15,0-2 0-15,0 1 1 16,2-4 3-16,5-2-3 16,2 0 2-16,2-3-1 15,-1 0 1-15,4 0-1 0,-1 0-1 16,1-7 0-16,-3-1 2 16,-2-2 0-16,-1 1 0 15,-3 0 1-15,-2 2 5 16,-1 1 3-16,-1 3-2 0,-1 1-4 15,0-1 1-15,0 3-2 16,0 0-2-16,0 0-1 16,0 0-4-16,0 6-1 15,2 0-11-15,2 1-11 16,1-2-32-16,4-3-62 0</inkml:trace>
  <inkml:trace contextRef="#ctx0" brushRef="#br0" timeOffset="143046.15">24851 15557 211 0,'0'0'12'0,"0"0"15"0,0 0-15 0,11-45-2 0,-11 37 1 16,0 1-4-16,-1 3-3 15,-3 1-1-15,-1 3-5 16,0 0 4-16,-2 0-2 0,-3 5 0 15,0 4 0-15,1-1-3 16,-2 2 0-16,4 0 1 16,0-1-3-16,3 1 2 15,3 0 1-15,1-2-1 0,0 0-2 16,2-1 8 0,8 2-3-16,2-1 2 0,-2-1-1 15,2 0 0-15,0 1-1 16,0-2 0-16,-5-1 1 15,-2-1-2-15,-2 2 2 16,-3-3-1-16,0-1-1 0,0 0-5 16,-8-1 5-16,-2-1 2 15,-3 0 2-15,-1 0-2 16,0 0-1-16,0 0-38 16,3 0-61-16</inkml:trace>
  <inkml:trace contextRef="#ctx0" brushRef="#br0" timeOffset="143530.01">25045 15476 198 0,'0'0'2'0,"0"0"11"0,0 0-11 0,0 0-5 16,0 0 4-16,0 0-2 0,-45-17 2 16,34 17-1-16,1 6-1 15,3-1 1-15,-3 1 1 16,0 1-1-16,4-1 0 16,3 1 0-16,-3 1 0 0,4-3-1 15,0-1 1-15,2 3-2 16,0-3 4-16,6 2 2 15,2-2 4-15,1 1-4 16,2 0-1-16,-1 2-3 16,2-1 1-16,-2 0 1 15,-2 1-2-15,1 0 1 0,1 2-1 16,-2-1 1-16,0 2 0 16,-3-2 1-16,1 2 0 15,-3-3 0-15,-2 1-1 16,-1-1 0-16,0 1 1 15,0-3-2-15,-4-1 2 0,-7 0 3 16,1-1 5-16,-2-2-5 16,-3 2 2-16,0 1-3 15,-2-1-1-15,0-3-8 16,2 0-122-16</inkml:trace>
  <inkml:trace contextRef="#ctx0" brushRef="#br0" timeOffset="145676.07">17269 17141 125 0,'-22'8'-12'0,"7"-1"12"0,4 2-1 16,6-2-2-16,3 1 1 16,2-1-1-16,0-1 3 15,4 0 0-15,4-1 4 16,5-1 0-16,-2-2-2 0,3 0-3 16,-3-2-42-16</inkml:trace>
  <inkml:trace contextRef="#ctx0" brushRef="#br0" timeOffset="146167.06">17313 17224 102 0,'0'0'115'0,"0"0"-100"16,0 0 12-16,0 0-10 16,0 0-8-16,0 0-1 15,0 0 0-15,0 0-2 16,-31-11-3-16,28 18-2 0,-1 6-1 16,0 3 0-16,-1 2 0 15,3 6 0-15,-1 0 0 16,2-1 0-16,1 1 0 15,0-5-1-15,0-2-2 16,2-2 2-16,4-5-6 0,0-4 5 16,2-2-2-16,1-4 1 15,0 0 2-15,2 0 2 16,2-5-1-16,0-8 1 16,1-3 1-16,-3-4-1 15,0-1 3-15,-1-3 3 0,-2-2-3 16,-6 2-2-16,-1-1 2 15,-1 3 0-15,0 5 1 16,-3 2-2-16,-8 3 0 16,4 6-6-16,-4 5 0 15,0 1-11-15,0 0-12 0,4 9-17 16,-1 0-31-16,5 0 3 16</inkml:trace>
  <inkml:trace contextRef="#ctx0" brushRef="#br0" timeOffset="146905.82">17516 17246 250 0,'0'0'4'0,"0"0"21"0,0 0-3 0,0 0-16 15,0 0-6-15,0 0 0 16,0 0 0-16,0 41 0 16,0-23 1-16,0 1 0 15,0-1-1-15,1 1 1 0,3-5-2 16,0 1 2-16,1-6-1 16,-1 0 0-16,3-4-1 15,-1-2-2-15,1-3-4 16,0 0 2-16,2 0 2 15,-1-8 3-15,0-6-1 0,0-1 1 16,0-2 0-16,-2-2 0 16,-1 1 1-16,-1 1-1 15,0 2 2-15,-2 3-1 16,0 4 4-16,-2 2 5 0,0 3-2 16,1 2-3-16,-1 1-4 15,3 0-3-15,-2 7 1 16,2 6 1-16,1 1-1 15,-2 2 2-15,1 1 0 16,1-2-1-16,2 2 0 16,-1-4 0-16,4-2 1 0,-2-2-2 15,2-5 0-15,2 0-1 16,0-4-3-16,-2 0 1 16,2 0 0-16,0-9 1 15,0-4 2-15,-1-4-1 16,1-5 1-16,-1 0 1 0,-2-5 1 15,-1 1-2-15,1-1 2 16,-4-3-1-16,-2 3 2 16,0 3-1-16,-1 3 1 15,0 5 4-15,-1 2 0 16,0 4-1-16,0 5-2 0,0 3 0 16,0 2 1-16,0 0-4 15,0 4-6-15,0 9 3 16,0 3 2-16,0 2 3 15,0 5-1-15,0 0-1 16,0-1 1-16,6 0-1 16,-1-3 1-16,5-1-3 0,-4-2-9 15,2-4-11-15,-3-4-37 16,-2-2-76-16</inkml:trace>
  <inkml:trace contextRef="#ctx0" brushRef="#br0" timeOffset="147048.63">17807 17243 325 0,'0'0'-2'0,"0"0"4"0,39-23-6 0,-20 12-33 16,3-1-75-16</inkml:trace>
  <inkml:trace contextRef="#ctx0" brushRef="#br0" timeOffset="147275.92">17974 17156 214 0,'0'0'80'16,"0"0"-79"-16,0 0-2 0,0 0 5 15,7 54-3-15,-4-34 1 16,1 2-1-16,2 2 1 15,-1 1-1-15,-3 3 0 16,-1-2 0-16,0 5 0 16,-1-2-1-16,0-2 1 15,0-2-21-15,-1-5-33 0,-5-4-39 16</inkml:trace>
  <inkml:trace contextRef="#ctx0" brushRef="#br0" timeOffset="147575.92">18002 17210 187 0,'0'0'11'16,"0"0"-8"-16,35-37 4 0,-22 27 3 15,1 3 0-15,1 0-2 16,-3 6 3-16,-2-1-4 15,0 2 1-15,-2 0-4 16,0 3-2-16,-4 9-1 16,-2 2-2-16,-2 4 1 0,0 1-1 15,-7 3-2-15,-6 0-6 16,0-1 3-16,-4-1 1 16,0-2 0-16,-1-1-2 15,1-4-7-15,1-3-28 16,3-3-20-16</inkml:trace>
  <inkml:trace contextRef="#ctx0" brushRef="#br0" timeOffset="148336.79">18169 17176 29 0,'0'0'173'16,"0"0"-166"-16,0 0 1 0,0 0-3 16,0 0 1-16,0 0 3 15,0 0 4-15,0 0 1 16,4 44-1-16,-4-28-5 16,0-2-2-16,3 2-3 15,2-2-2-15,3-1 1 0,-3-2-2 16,1-1 1-16,-1-4-1 15,4-2-1-15,-5-3-1 16,1-1 0-16,3 0 2 16,-3-5 1-16,4-3-1 15,-3-5-1-15,1 1 0 0,-2-2 0 16,1-1 1-16,-4 2 2 16,2 2-1-16,-2 2 6 15,0 3 0-15,-2 0 2 16,2 6-3-16,0 0-5 15,0 0-2-15,-2 0-1 16,2 10 1-16,0 1 0 0,1 2 2 16,-1 1-1-16,2-1 0 15,-2 1 1-15,2-4-2 16,2-2 2-16,-1 0-2 16,1-5 3-16,0 0-2 15,0-3-1-15,2 0 1 0,-2-2 0 16,1-8 1-16,0-1-1 15,1-5 0-15,-2-2 1 16,0-3-1-16,-1-1 0 16,1-3 0-16,0 0-1 15,-2-3-1-15,0 2-2 0,-2 2-2 16,0 0 3-16,-1 4-1 16,-1 3 2-16,0 4 2 15,0 3 0-15,0 2 0 16,0 4 0-16,0 2 1 15,-1 2 1-15,1 0-3 0,0 3 0 16,0 9 1-16,0 5 0 16,0 1 0-16,0 6 0 15,0 0 0-15,0 0 1 16,0 1-1-16,2-1 1 16,1-2-1-16,1-1 0 0,0-2 0 15,-1-4 0-15,1-3-14 16,-1-3-40-16,-3-5-62 15</inkml:trace>
  <inkml:trace contextRef="#ctx0" brushRef="#br0" timeOffset="148543.35">18396 17128 267 0,'0'0'8'0,"0"0"-8"0,0 0 1 16,41-20 0-16,-27 14-1 16,3 2 0-16,1 0 0 15,2 2 0-15,-4 1 1 16,-1 1-7-16,-3-1-37 0,-1 1-74 16</inkml:trace>
  <inkml:trace contextRef="#ctx0" brushRef="#br0" timeOffset="149290.73">17220 17651 75 0,'0'0'2'0,"0"0"4"0,0 0 7 0,0 0 4 0,40 0 4 16,-30-2-2-16,2 1 0 15,2-1-8-15,0 2-6 16,3-1-4-16,2-2 0 16,0 3-1-16,5 0 0 15,3 0 0-15,-3 0 1 0,5-2 3 16,2 0 10-16,-1 0 1 16,2-1-1-16,2-1-4 15,1 2-5-15,1-1-3 16,1-2-1-16,1 2 0 15,2-1 0-15,1 0 0 0,0 1 6 16,3-1-2-16,0 1 5 16,2-2-5-16,0 3-2 15,3-1-3-15,-4 2 0 16,4 0 0-16,-7 1 0 16,0 0 0-16,-3 0 0 0,-4 0 0 15,-3 0 0-15,-3 0 1 16,-2 0-1-16,-7 0 1 15,2 0 1-15,-6 0 2 16,-3 1-2-16,-6 0 0 16,1-1-1-16,-7 0 0 0,3 0-2 15,-4 0 1-15,0 0-4 16,0 0-13-16,0-6-60 16</inkml:trace>
  <inkml:trace contextRef="#ctx0" brushRef="#br0" timeOffset="149602.82">18730 17158 186 0,'0'0'4'0,"0"0"23"0,0 0 8 16,0 0-11-16,0 0-9 16,0 0-7-16,0 0-4 15,0 0-4-15,0 0-4 0,0 0-4 16,0 0-13-16,-4 12-13 15,4-2-30-15,0 0-11 16</inkml:trace>
  <inkml:trace contextRef="#ctx0" brushRef="#br0" timeOffset="149759.56">18712 17335 213 0,'0'0'0'0,"0"0"-2"16,0 0 1-16,0 0-6 0,0 0-25 16,0 0-9-16,0 0-20 15</inkml:trace>
  <inkml:trace contextRef="#ctx0" brushRef="#br0" timeOffset="149936.54">18833 17252 221 0,'0'0'7'0,"0"0"-4"16,0 0-3-16,0 0 0 16,37 0-15-16,-29-2-43 15,-2-2-33-15</inkml:trace>
  <inkml:trace contextRef="#ctx0" brushRef="#br0" timeOffset="160509.43">19713 17111 56 0,'2'-2'6'0,"-1"1"-6"0,0-2-4 0,1 2-19 15</inkml:trace>
  <inkml:trace contextRef="#ctx0" brushRef="#br0" timeOffset="160829.88">19713 17111 97 0,'2'-13'6'0,"-2"13"6"16,0 0-1-16,0 0-2 16,0 0 1-16,0 0-3 15,0 0-4-15,0 0-3 16,0 0-3-16,0 0 0 16,0 0-5-16,0 0 2 0,0 0 3 15,0 0-6-15,0 0-7 16,0 0-40-16</inkml:trace>
  <inkml:trace contextRef="#ctx0" brushRef="#br0" timeOffset="161911">19719 17051 83 0,'0'0'32'0,"0"0"-1"0,0 0-4 0,0 0 3 0,0 0-9 16,0 0-3-16,0 0-2 16,0 0-3-16,0 0-6 15,0 0-7-15,0 0 1 16,0 0-1-16,5 27 2 15,-2-13-1-15,1 2-1 0,-1 0 1 16,0-2-2-16,2 0 1 16,-3 1 1-16,-1-3-1 15,0-1 1-15,-1-5-1 16,1-2 1-16,-1 0-1 16,0-3 0-16,0 0 0 0,0-1 0 15,0 0 3-15,-2 0-2 16,-3 0-1-16,-1 0 1 15,3 0-1-15,-4-2 0 16,2 0 1-16,1 0-1 16,0 1 0-16,1-1 0 15,1 1 0-15,0 0 0 0,1 1 0 16,0-2 0-16,-1 2 0 16,2-1-1-16,-2 1 1 15,1 0 0-15,1 0-2 16,0 0 2-16,0 0 0 0,0 0 0 15,0 0 0-15,0 0 0 16,0 0-2-16,0 0-4 16,0 0-3-16,0 0 0 15,3 0-11-15,1 0-12 16,0-1-26-16,-1 0 5 0</inkml:trace>
  <inkml:trace contextRef="#ctx0" brushRef="#br0" timeOffset="163050.4">19690 17223 22 0,'0'0'7'0,"0"0"-5"0,0 0-2 0,0 0-6 16,0 0-13-16</inkml:trace>
  <inkml:trace contextRef="#ctx0" brushRef="#br0" timeOffset="163091.76">19690 17223 7 0,'0'0'6'0</inkml:trace>
  <inkml:trace contextRef="#ctx0" brushRef="#br0" timeOffset="169901.5">19673 16993 179 0,'0'0'11'0,"0"0"40"0,-2 0-27 0,2 0-18 0,0 0-2 15,0 0-3-15,0 1-1 16,0 2 2-16,0 1-2 15,0 3 6-15,2 2 0 16,0 1-3-16,1 0 1 0,1 2-3 16,2 0 0-16,-4 1 1 15,4-2-2-15,0 1 1 16,-3-1 0-16,1-1-1 16,0 0 0-16,-1-2 1 15,0-2-1-15,1 1 0 0,0-1 1 16,-2-2-1-16,1 0-1 15,-1-1 1-15,0 0 0 16,2 0 0-16,-2-2-1 16,0 1 1-16,0-1-1 15,1 2 1-15,-1-2 0 0,1 2 0 16,-1-1 0-16,-2 0 0 16,2 1 1-16,-2-2-2 15,0 0 0-15,0 0-1 16,0 2 2-16,0-2-1 15,0 0 2-15,0 0-1 16,0-1 2-16,0 0-2 0,0 1 0 16,0-1 0-16,0 2-2 15,0-2 2-15,0 0 2 16,0 0-4-16,1 2 5 16,-1-2-3-16,1 0 0 15,0 0 0-15,-1 1 1 0,0-1-2 16,0 0 2-16,2 0-1 15,-2 0 1-15,0 0-1 16,0 0 1-16,0 0 2 16,0 0 4-16,0 0 0 0,0 0-2 15,0 0-2-15,0 0-2 16,0 0 0-16,0 0 0 16,0 0-2-16,0 0 2 15,0 0 0-15,0 0-1 16,0 0 1-16,0-1 0 15,0-1-1-15,0 2 1 0,0-2-1 16,0 2 0-16,0-1 1 16,0 1-1-16,0-1 0 15,0 0 0-15,0 1-1 16,0 0 1-16,0-1 1 16,0 1-2-16,0 0 1 0,0 0 0 15,0 0 0-15,0 0-1 16,0 0 1-16,0-1-2 15,0 1 1-15,0 0 1 16,0 0-1-16,0-2-9 16,0 2-5-16,2 0-14 0,2 0-13 15,-2-1-36-15,-1-1-30 16</inkml:trace>
  <inkml:trace contextRef="#ctx0" brushRef="#br0" timeOffset="171537.98">19758 17213 11 0,'0'0'25'0,"0"0"-7"0,0 0 7 16,0 0-10-16,0 0 1 15,0 0 8-15,0 0 4 0,0 0-2 16,0 0-3-16,0 0-3 15,0 0-12-15,0 0-4 16,0 0-2-16,0 0 0 16,0 0-2-16,0 0 0 15,-2 0-2-15,2 0 0 16,-2 0 0-16,-1 0 2 0,1 0 1 16,0 0 0-16,0-1 3 15,-1-1-1-15,1 2-1 16,-3-1 1-16,1 0 0 15,0 1-2-15,-5-2 1 16,4 2 1-16,-4 0-3 0,1 0 4 16,0-1 3-16,-2 1-2 15,0 0-3-15,-1 0 0 16,2 0-1-16,-3 0 0 16,-1 0-1-16,1 0 2 0,-1 0 0 15,1 0 0-15,0 1 0 16,1 2-2-16,0 1 1 15,1-1-2-15,2 0 1 16,2 0 0-16,1 0 0 16,1 1 0-16,0-3 0 15,2 3 1-15,0-1-1 0,1 1 0 16,-1-2-1-16,2 2 2 16,0-2-1-16,0 1 0 15,0-1 0-15,0 0 2 16,0 1-4-16,0-1 4 15,0 1-4-15,0 0 2 0,0 0 2 16,0 0-2-16,0 1-2 16,0-1 2-16,0-2 2 15,2 3-2-15,-1-2 0 16,1 1 0-16,2 0 0 16,0-1 0-16,-2 1 0 0,1 0 0 15,0 0-2-15,2-1 4 16,-1 0-2-16,0 2 0 15,2-2 0-15,-2-1 0 16,-1 1-2-16,3-1 4 16,-4-1-2-16,1 2 0 0,0-2 0 15,-1 0 0-15,-1 2 1 16,0-2-1-16,1 1 0 16,0 0 0-16,1-1 0 15,1 0 1-15,2 0-5 16,0 0 6-16,4 0-2 15,-4 0 1-15,1 0-1 0,-1 0 0 16,2 0 1-16,-2 0-1 16,1 0 0-16,-2 0 0 15,1 0 0-15,-1 1 0 16,-2-1 0-16,1 0 0 0,0 0 0 16,-2 0 0-16,0 0 0 15,1 0 0-15,-1 0 0 16,2 0 0-16,-1 0 0 15,0 0 2-15,-2 0-4 16,0 0 4-16,1 0-2 16,0 0 0-16,0 0 0 0,-2-1 0 15,2 1 0-15,-1-1 0 16,-1 0 0-16,2 1 0 16,-2 0 0-16,1-2 0 15,-1 2 0-15,0 0 0 0,0 0 0 16,0 0 1-16,0 0-1 15,0 0 0-15,0 0 1 16,0 0 1-16,0 0-1 16,0 0 0-16,0 0-1 15,0 0 0-15,0 0 0 16,0 0 0-16,0 0 0 0,0 0 0 16,0 0 0-16,0 0 1 15,0 0 0-15,0 0-1 16,0 0 3-16,0 0 1 15,0 0-4-15,0 0 2 16,-3 0-2-16,-3 0-1 0,1 0 1 16,-1 0 0-16,-2 0 1 15,1 0-1-15,0 3 0 16,0-1 0-16,1 2 1 16,1-2-1-16,-2 2 1 15,3-1-1-15,0 1 0 0,-1 2 0 16,1-2 0-16,2 2 0 15,1 1 0-15,-1 0 0 16,-1 2 0-16,2 0 0 16,1 0 1-16,-1 1-1 15,1 3 0-15,0-2 0 0,0 3 0 16,0-1 1-16,0 0-1 16,1-2-1-16,5-3-1 15,0-1 3-15,3-2 0 16,1-1-1-16,1-3 5 15,2-1 5-15,1 0-5 0,4 0-1 16,-3-1-1-16,1-8-2 16,-1 1-1-16,1 0 0 15,-1-3-3-15,0-1-17 16,-2-2-23-16,-1-2-73 16</inkml:trace>
  <inkml:trace contextRef="#ctx0" brushRef="#br0" timeOffset="172768.54">19911 17083 54 0,'0'-2'67'0,"0"0"-42"0,0 2 12 0,-1-1-22 16,1 0-7-16,0 1-2 0,0 0 9 15,0 0 6-15,0 0-4 16,0 0-10-16,0 1-4 15,0 6 4-15,0 3 2 16,1 3-3-16,2 1-2 16,2 4-2-16,-1 0-1 0,-1 0 0 15,0 2 0-15,0-1 0 16,-1 0-1-16,0-2-1 16,-2-1 0-16,0 1 2 15,0-3-2-15,0 0 2 16,-6-4-1-16,1-1 0 15,1-2 0-15,-2-2 0 0,1-3 1 16,-2 1 0-16,3-3-1 16,0 0 0-16,1 0 1 15,-1 0-2-15,2-3-5 16,2-1 1-16,-2 0-3 0,2 1 3 16,0-1 3-16,0 1 1 15,0 1 1-15,0 1-1 16,0-1 2-16,0 0-2 15,3 2 1-15,2 0 0 16,-3 0 0-16,2 0 0 0,-1-2 1 16,4 2-2-16,-5 0-1 15,1-1 0-15,0-1 2 16,2 2-1-16,-3-1 1 16,-1 0 0-16,0 1 0 15,0 0 0-15,-1 0 0 0,0 0 0 16,1 0 0-16,-1 0 0 15,0 0 0-15,0 0 0 16,0 0 0-16,1 0-1 16,0-1-9-16,0 1-16 15,3 0 2-15,-2-1-14 0,0 0 8 16,1 1 17-16,-1-2 13 16,-1 2 2-16,3-3 13 15,-2 2 20-15,-1-2 1 16,1 2-7-16,1-1-10 15,2-1-8-15,-1 2-3 0,2 0-3 16,1-1-1-16,3 2-2 16,-2 0 1-16,4 0 2 15,0 0 6-15,2 0-7 16,1 0-1-16,-1 2 5 16,-1-2-5-16,0 0-1 0,0 0-1 15,-4 0 0-15,-1 0-1 16,0 0 1-16,-4-3-1 15,-1-3 1-15,-1-1 2 16,-1-3-2-16,-1 1 0 16,0-2-1-16,0 0-6 15,0-2-5-15,0-1-6 0,-1 0 6 16,-1-1 3-16,1 0 3 16,1-1 2-16,0 3 3 15,0 1-1-15,0 0 1 16,0 4 0-16,1 2 0 15,1 1 0-15,-2 3 1 0,1 2-1 16,-1 0 2-16,3 0-2 16,-3 0 0-16,2 4 2 15,-2 5 2-15,2 5 3 16,-1 3-3-16,1 0 1 0,0 6 3 16,3-1-3-16,-3 1-1 15,0 0-1-15,1 0-3 16,0-2 1-16,0 0-1 15,1 1 1-15,-3-4-1 16,1-1 0-16,-2-4-1 0,2-3-8 16,-2-3-6-16,0-3-20 15,0-4-61-15</inkml:trace>
  <inkml:trace contextRef="#ctx0" brushRef="#br0" timeOffset="173486.03">19452 17030 108 0,'0'0'19'0,"-2"-1"16"0,1-1-7 0,0-1-1 16,1 3-15-16,0-1 9 15,0 1-15-15,0 0-6 0,0 0-2 16,1 0 2-16,5 0 1 16,1 0-1-16,3 0 0 15,2 0 0-15,0 0 1 16,5 0-1-16,0 0 0 16,5-3 0-16,-1-1 1 0,3-1-1 15,3 0 0-15,2 0 2 16,0-2 4-16,4 3 8 15,1-3-2-15,4-1-2 16,0 3-1-16,-1-2-1 16,1 2-1-16,0-1-1 0,-1 1-2 15,-3 1-1-15,1-1 3 16,-5 0 0-16,-1 2-4 16,-3-1-1-16,-4 3-1 15,-2 0 0-15,-6 0 0 16,-3 1 0-16,-3 0-3 0,-1 0-10 15,-4 0-13-15,0 0-19 16,-3 0-68-16</inkml:trace>
  <inkml:trace contextRef="#ctx0" brushRef="#br0" timeOffset="174483.71">20554 17302 64 0,'0'0'14'0,"0"0"-13"0,0 0-1 0,0 0 0 0,0 0 3 16,0 0 15-16,0 0 8 16,0 0-3-16,0 0 4 15,0 0-4-15,0 0-8 0,-9-18-3 16,9 8-4-16,0 2 0 15,0-4 1-15,4 1-1 16,4 2 2-16,-2-2-3 16,3 1-3-16,1 1 0 15,0 2 0-15,1 2-2 0,0 0-2 16,3 4 1-16,-3 1-1 16,2 0 0-16,-2 0 0 15,-1 0 1-15,1 4-1 16,-2 3 1-16,1 0 0 15,-2 2 2-15,-2 2-3 0,-1 1 2 16,0-1-2-16,0-2-4 16,-3-1-8-16,-2-2 1 15,0 1 3-15,1-3 3 16,-1-2 5-16,0 0-1 16,0-2 4-16,0 0 3 0,0 0-4 15,0-1 0-15,-1-5-3 16,-1-2 2-16,0 1-2 15,2-2-5-15,0-2-5 16,0 2 2-16,0-3 7 16,4-1 2-16,2 1 0 15,2 1 3-15,-2 0 2 0,4 1-2 16,1 1 0-16,-2 1-1 16,1 2-2-16,1 2 0 15,-1 2 0-15,-3-1 1 16,5 2-2-16,-2 0 2 15,-3 1 1-15,5 0 3 0,-2 0 4 16,1 0 1-16,-4 0 0 16,3 4-2-16,-2 3-4 15,-1 0-3-15,-1 3 0 16,0 3 0-16,-4-2-1 16,0 2 1-16,-1-1-1 0,-1 0-3 15,0 0 4-15,0-2-3 16,-2 0-7-16,-2-1-4 15,-5 0-20-15,0-2-44 16,0-6-35-16</inkml:trace>
  <inkml:trace contextRef="#ctx0" brushRef="#br0" timeOffset="174944.68">20670 16954 76 0,'0'0'23'0,"0"0"-15"0,0 0 10 15,0 0-8-15,10 43-4 0,-9-29-1 16,2 2-1-16,-1 0-1 16,2 2-2-16,-2-2 0 15,1-3-11-15,-1-3-68 16</inkml:trace>
  <inkml:trace contextRef="#ctx0" brushRef="#br0" timeOffset="176830.53">21009 16851 173 0,'1'0'25'0,"-1"0"16"0,0 0-10 0,0 0-9 15,0 0-8-15,0 0-11 16,0 1 0-16,0 6 1 15,0 4-2-15,0 4-2 16,0 2 1-16,0 5 1 0,0 3-1 16,0 1-1-16,6 0 1 15,1-1 0-15,-1-1-1 16,2-2 1-16,3-3-3 16,-4-2 3-16,3-1-3 15,-5-4-14-15,1-4-14 0,-3-3-27 16,-3-5-48-16</inkml:trace>
  <inkml:trace contextRef="#ctx0" brushRef="#br0" timeOffset="177137.07">20431 16641 192 0,'0'0'1'0,"0"0"44"15,0 0-39-15,0 0-2 16,42 2 9-16,-13 9 0 15,9 1-3-15,4 4-4 16,6 1-4-16,6 1-1 16,-1 1-1-16,1-3-24 0,-3-4-87 15</inkml:trace>
  <inkml:trace contextRef="#ctx0" brushRef="#br0" timeOffset="177528">21171 16899 176 0,'0'0'-1'0,"0"0"6"16,0 0 6-16,37-1 7 15,-26 1 8-15,-1 7-2 16,3 5-3-16,-4 4-9 15,1 3-7-15,0 2-1 16,-3 5-3-16,0-2-1 0,-2 1 0 16,1-3 2-16,-4-1-3 15,-1-3 0-15,-1-2 0 16,0-1 1-16,0-3-4 16,-11-2 4-16,-1 0-7 15,-6-4-12-15,-2-3-4 0,-1-1-16 16,-1-2 14-16,3 0 15 15,4-4 12-15,3-5 0 16,7-2 5-16,5 0 0 16,0-1 3-16,11 1-9 15,7-2-8-15,2 2-34 16,3-2-50-16</inkml:trace>
  <inkml:trace contextRef="#ctx0" brushRef="#br0" timeOffset="177821.41">21388 16917 212 0,'0'0'3'0,"0"0"16"16,0 0-3-16,0 0-7 15,0 0 0-15,0 0-5 0,0 0-2 16,0 0 3-16,0 0 0 15,35 53 2-15,-30-26-4 16,1 2-2-16,-1-1 1 16,4-1-2-16,-2-3 0 15,1 0 0-15,-1-1 1 0,1-2-1 16,-2-2 0-16,0-2 0 16,-2 0-1-16,-1-2-11 15,-3-4-33-15,0-4-83 16</inkml:trace>
  <inkml:trace contextRef="#ctx0" brushRef="#br0" timeOffset="178261.58">20636 16906 123 0,'0'0'6'0,"0"0"27"0,48-11-4 0,-21 6-12 15,5 1 4-15,5-1 1 16,5-1-5-16,5-1-2 16,3-2 3-16,5 2-2 0,0-1-2 15,2-1-4-15,1 1-7 16,-3 3-1-16,-1 0-2 15,-2-1 0-15,-6 3 0 16,-3 2-4-16,-7 1-8 16,-5 0-21-16,-8 0-36 0,-8 0-112 15</inkml:trace>
  <inkml:trace contextRef="#ctx0" brushRef="#br0" timeOffset="179008.72">22202 16845 199 0,'0'0'6'0,"0"0"14"0,0 0 3 0,0 0-6 16,0 0-7-16,0 0-3 0,0 0 3 15,0 0 0-15,0 0 0 16,0 0-3-16,26 45-4 16,-19-20 1-16,-1 3-4 15,1 2 4-15,0 1-4 16,0 0 0-16,0-5 0 0,-1-3 0 15,1-3 0-15,-1 0-9 16,-4-3-7-16,-1-3-25 16,-1-2-17-16,0-3-35 15</inkml:trace>
  <inkml:trace contextRef="#ctx0" brushRef="#br0" timeOffset="179441.88">22179 17017 58 0,'0'0'41'16,"0"0"-41"-16,0 0 3 16,-36-33-2-16,22 31-1 15,0 0 5-15,0 2 3 16,1 0 6-16,1 6-4 0,3 4-5 15,-2 0-6-15,4 3-4 16,3-1-6-16,2 0 8 16,2-1 2-16,0-4 1 15,12 0 1-15,3-3 2 16,2-2 4-16,3-2 2 0,1 0 6 16,2 0 6-16,-1-4 3 15,1-3-1-15,0-1 3 16,0 0 0-16,1-3-3 15,-1 1-9-15,0 0-4 16,-2 2-3-16,-1 1-3 0,-2 3 3 16,-4 4-3-16,0 0-3 15,0 3-1-15,-5 6 0 16,2 2-1-16,-1 4-5 16,0-2-15-16,-4 1-14 15,2-2-28-15,-3-1-40 0</inkml:trace>
  <inkml:trace contextRef="#ctx0" brushRef="#br0" timeOffset="179847">22483 17090 170 0,'0'0'7'16,"0"0"30"-16,0 0-12 15,0 0-11-15,0 0-3 16,0 0 0-16,2-39-6 15,7 37-2-15,0 0 2 0,0 1 1 16,2 1-2-16,2 0 0 16,-4 0-2-16,2 1-2 15,-2 3 1-15,-1 3-1 16,-3-1-1-16,-1 0-1 16,-2-1-3-16,-2 0-4 15,0-4 1-15,0 3 0 0,0-4 7 16,-1 0 5-16,-3 0-3 15,3 0 2-15,-1-4 3 16,2-3 6-16,0-2 1 16,0 0 0-16,2 0-1 0,5 0-3 15,3 2-4-15,1 0-3 16,3 3-1-16,-1 4-1 16,3 0 1-16,-2 0 0 15,0 11-1-15,0-1 0 16,-3 3-1-16,0-2-15 15,-4 1-32-15,-2-5-54 0</inkml:trace>
  <inkml:trace contextRef="#ctx0" brushRef="#br0" timeOffset="180436.76">22528 16797 247 0,'0'0'10'0,"0"0"13"0,0 0-17 0,0 0 7 15,0 0 3-15,31 37-11 0,-20-19-3 16,-1 4-2-16,2 2-3 16,-1 0-23-16,-3-3-40 15,1-6-71-15</inkml:trace>
  <inkml:trace contextRef="#ctx0" brushRef="#br0" timeOffset="180764.66">22830 16763 178 0,'0'0'-5'0,"0"0"7"16,0 0 1-16,0 0 8 15,0 0 9-15,15 41-6 16,-13-20 0-16,2 5-8 15,-1-2-1-15,1 5-4 0,3-3 0 16,-2-1-1-16,3-1-7 16,-3-4-27-16,3-5-40 15,-3-2 2-15</inkml:trace>
  <inkml:trace contextRef="#ctx0" brushRef="#br0" timeOffset="181525.81">23113 16726 206 0,'0'0'6'0,"0"0"17"0,0 0-3 16,0 0-6-16,36-4-2 16,-27 5-2-16,1 8 1 15,-3 3-1-15,0 3-2 0,-2 1-4 16,-1 5-3-16,-3 0-2 16,-1-1 1-16,0 0 0 15,-1-2-1-15,-7 0-3 16,-3-5-6-16,-4-2 0 15,-3-3-1-15,-1-1-2 0,-1-3 10 16,0-4 5-16,2 0-1 16,5 0 0-16,2 0-1 15,7 0 2-15,4-4-3 16,0 0 4-16,9 1-4 16,5 2 1-16,-4 1 1 15,5 0-1-15,-2 0 3 0,-1 7 3 16,0 2 3-16,-1-2 1 15,1 2-2-15,-3 0-4 16,0-1-2-16,-1 2-2 16,-2-3-3-16,0-2-13 15,-3-1-16-15,0-4-31 0,-1 0-32 16</inkml:trace>
  <inkml:trace contextRef="#ctx0" brushRef="#br0" timeOffset="181904.51">23197 16857 159 0,'0'0'88'0,"0"0"-74"0,0 0-10 16,0 0-1-16,0 0 1 16,0 0-1-16,0 0 0 0,0 0-1 15,39 31 3-15,-31-29 0 16,0-2-1-16,1 0-3 15,2-2 1-15,-1-7-1 16,-1-2-1-16,0-2-1 16,-1-4-6-16,-2 1-5 0,0-1 3 15,-3 0 6-15,2-1 3 16,-1 5 2-16,-2 1-2 16,-1 3 1-16,-1 3 9 15,0 6 1-15,0 0-6 16,0 3-7-16,0 11 6 0,0 3-3 15,0 6 2-15,0 3-2 16,-1 3-1-16,1-1 0 16,0 1 0-16,0-2-4 15,0-1-16-15,0-5-19 16,0-4-78-16</inkml:trace>
  <inkml:trace contextRef="#ctx0" brushRef="#br0" timeOffset="182445.58">22295 16743 123 0,'0'0'17'0,"0"0"17"0,0 0-28 0,0 0-3 0,0 0 2 15,40-14 11-15,-18 10 3 16,5-1-1-16,7 1 0 15,6-3-3-15,9-2-1 16,5-1-1-16,7 0-1 16,5-1 0-16,3 1-2 15,3 0-6-15,0 1-2 0,-3 0 1 16,-6 2-5-16,-4 2 1 16,-8 1-7-16,-9 2-7 15,-9 0-23-15,-6-4-56 16</inkml:trace>
  <inkml:trace contextRef="#ctx0" brushRef="#br0" timeOffset="183269.68">23828 16695 189 0,'0'0'24'0,"0"0"12"0,0 0-4 15,0 0-10-15,0 0-12 16,0 0-4-16,35 7-1 0,-28 1 1 16,1 2-1-16,1 4-1 15,-1 3-1-15,-1 1 0 16,-2 1-3-16,2-2-1 15,-5 0-3-15,-2-2-11 16,0-4-11-16,0-1-20 16,-5-3 5-16,-5-4 6 0,2-3 10 15,0 0 21-15,0 0 8 16,3-7 9-16,3 0 4 16,0-2-1-16,2 2-2 15,0 0-5-15,2 3-4 0,5 1 0 16,3 1-4-16,1 0 2 15,2 2-1-15,0 0 0 16,0 0 1-16,1 0 5 16,1 0-1-16,-1 0 0 15,-1 0-3-15,1 0 0 16,-4 0 0-16,0-2 0 0,-1-3-2 16,-3 0-1-16,-1-2 0 15,-2 2 4-15,0-1-1 16,-2-3 0-16,-1 1-2 15,0-1-2-15,0 1-8 16,0-1-12-16,-5 2 0 0,0-1 6 16,0 1 8-16,3 4 9 15,1 0 1-15,-1 1 5 16,2 2-3-16,0 0-5 16,0 2 0-16,0 8 8 0,2 1 5 15,3 5-1-15,1 1 0 16,3 1-5-16,0 1 0 15,2-2-3-15,-2 1 0 16,0-4-5-16,0 1 0 16,-4-3-10-16,-1-5-25 0,-4-5-35 15,0-2-112-15</inkml:trace>
  <inkml:trace contextRef="#ctx0" brushRef="#br0" timeOffset="183611.05">23589 16334 200 0,'0'0'2'0,"0"0"6"0,0 0 7 0,49-37-5 16,-29 31 4-16,6 2 1 0,1 4-3 15,3 0-4-15,4 3 1 16,-2 7 1-16,2 4-3 16,0 5 1-16,2 3-2 15,-3 5-5-15,-2 3-1 16,-2 0 0-16,-5 1-8 0,-3-2-35 15,-7-4 27-15,-5 2-39 16,-5-7-51-16</inkml:trace>
  <inkml:trace contextRef="#ctx0" brushRef="#br0" timeOffset="183838.75">23728 16676 244 0,'0'0'9'0,"0"0"8"0,50-11 10 16,-24 9-13-16,4 2-6 16,1 0-4-16,2 0 0 15,1 5-1-15,0 0-3 16,-4 1-5-16,1-5-40 0,-3 0-82 15</inkml:trace>
  <inkml:trace contextRef="#ctx0" brushRef="#br0" timeOffset="184721.41">24615 16530 176 0,'0'0'-24'0,"0"0"23"0,0 0-5 0,0 0-4 0,0 0 8 16,0 0 2-16,0 0 15 16,0 0 16-16,0 0 1 15,0 0-12-15,20 33-4 16,-20-24-2-16,0 0-3 16,4 4-3-16,1-2-4 0,2 1 0 15,1-2 1-15,2 0 3 16,4-1 0-16,-1-1-1 15,1-3-1-15,0 1-2 16,-5-2-3-16,1-1 2 16,-6-3-3-16,-2 1-3 15,-2-1 2-15,-3 1-3 0,-10 0 9 16,-4 0-8-16,-4 3 3 16,-6 2 0-16,0-1 0 15,1 3 0-15,4 1 0 16,2 0 0-16,7-1 0 15,3 1 0-15,5 1 0 0,5 0 0 16,0-2-1-16,2 0-2 16,10-1 4-16,1 1-1 15,2-2-1-15,4 0 3 16,1-2-2-16,-3-3 1 0,-1 2 0 16,-2-2-1-16,-2 0 1 15,-6 0-1-15,-2-1 0 16,-4 3 1-16,0 0-3 15,-6 1 0-15,-7 2 4 16,-1 1-2-16,-2 6 0 0,-1-2 0 16,2 3 1-16,4 2-1 15,2-2 1-15,5 2-1 16,4-2 1-16,0-1-1 16,9-3-1-16,4-2 2 15,5-1 2-15,5-4-1 16,1-3-2-16,4 0-27 0,-1 0-54 15,-2-10-52-15</inkml:trace>
  <inkml:trace contextRef="#ctx0" brushRef="#br0" timeOffset="185204.79">24460 16463 149 0,'0'0'5'0,"0"0"24"0,39 17 1 15,-24-7-15-15,1-1-5 0,-1 3-3 16,-1-3 1-16,-1 1-7 16,0-2 0-16,-1-2-1 15,-2 1 1-15,-1-4-1 16,-1-3 1-16,-3 1-2 15,0-1 1-15,0 0 1 0,-3-9 3 16,-2-3 7-16,0-3 9 16,0-5-8-16,0-2-6 15,-7 1-5-15,1-3 3 16,1 1 0-16,2 2-3 16,0 3-1-16,0 3-1 15,3 7-9-15,0 2-9 0,0 5-29 16,0 1-115-16</inkml:trace>
  <inkml:trace contextRef="#ctx0" brushRef="#br0" timeOffset="187552.79">24468 16622 69 0,'5'0'13'0,"1"0"14"0,2-3-8 0,2 2-1 16,1-2 2-16,1 2 1 15,4-1-2-15,0-1-7 16,2 1 6-16,1 0-3 0,0-1 1 16,3-1-4-16,-4 3-8 15,3-1-3-15,1 1-1 16,-3-1-2-16,-2 1-18 16,-1 0-34-16,-3-1-38 15</inkml:trace>
  <inkml:trace contextRef="#ctx0" brushRef="#br0" timeOffset="188201.54">24960 16665 127 0,'0'0'180'0,"0"0"-168"0,0 0 6 0,0 0-10 16,0 0-5-16,0 0-4 16,0 0 2-16,0 0-3 15,0 0-24-15,0 0-22 16,0 0-52-16</inkml:trace>
  <inkml:trace contextRef="#ctx0" brushRef="#br0" timeOffset="188406.96">25006 16917 331 0,'0'0'-1'15,"0"0"-11"-15,0 0-14 16,0 0-70-16</inkml:trace>
  <inkml:trace contextRef="#ctx0" brushRef="#br0" timeOffset="209832.49">19388 16372 86 0,'-1'0'17'0,"-1"0"6"0,-1 0-12 16,1 0-3-16,1 0-3 16,0 0 0-16,1 0 5 15,-1 0 0-15,1 0 0 0,-1-2-4 16,1 2-2-16,0 0-3 16,0 0-1-16,0 0 0 15,0 0-4-15,0 0 4 16,0 0 1-16,2 0-1 15,5 0-1-15,-1 0 2 0,1 0-1 16,0 0 5-16,3 0-1 16,0 0 3-16,3-2-1 15,3-1-2-15,-1 1 2 16,2-1-2-16,2-2-1 16,2 4-1-16,1-3-1 0,-1 1-1 15,2-1 0-15,-1-1 0 16,-1 1 0-16,-2 1 0 15,0 2 0-15,-3-3 0 16,-2 1 0-16,-1 2 1 16,0-3-1-16,-6 4 1 0,1-1-1 15,-5-1 0-15,-1 2 0 16,0 0 0-16,-2 0 1 16,0 0-1-16,0 0 0 15,0 0-6-15,-1 0-9 16,-4 0-18-16,-4 3-27 0</inkml:trace>
  <inkml:trace contextRef="#ctx0" brushRef="#br0" timeOffset="210266.01">19388 16424 70 0,'0'0'3'0,"0"0"9"0,0 0 2 16,0 0-14-16,0 0 5 16,0 0 11-16,0 0 6 15,0 0 3-15,39 1-5 0,-23-3-2 16,2-2-2-16,4 0-5 16,3-2-2-16,-1 2 2 15,3-2-4-15,-1 1-2 16,1 1-3-16,-2 0 0 15,-3 2-1-15,-3-1 0 16,-1 3 0-16,-1-1-1 0,-1 1 0 16,-3 0-1-16,1 0-22 15,-4-3-63-15</inkml:trace>
  <inkml:trace contextRef="#ctx0" brushRef="#br0" timeOffset="211777.03">20542 16269 0 0,'0'0'6'0,"0"0"15"0,0 0 1 0,0 0-9 0,0 0-5 16,0 0-4-16,0 0 0 15,0 0-3-15,0 0-3 16,0 0 2-16,0 0-1 16,0 0-2-16,0 0 0 15,0 0 2-15,0 0 1 0,0 0 1 16,0 0 5-16,0 0 8 16,0 0 6-16,0 0 5 15,0 0 0-15,0 0-11 16,0 0-1-16,0 0-9 15,0 0-4-15,0 0 0 16,0 0 1-16,0 0-1 0,0 0 0 16,0 0 3-16,0-1 1 15,0 1 0-15,0-1-1 16,1 1-1-16,2 0-2 16,1-3 0-16,3 3 0 0,-3-2 0 15,2 0 0-15,-1 1-2 16,1-1 1-16,2 0 2 15,0 1 1-15,0-1 1 16,0 0-3-16,3-1 0 16,-2 2 1-16,-1-1-1 15,1 1 0-15,-1-2 0 0,2 3 0 16,-3-3 0-16,2 2 1 16,2-2-1-16,0 0 0 15,-1 2 4-15,1-2 3 16,1-1 0-16,2 1 1 15,-2-3 1-15,2 3-3 0,1-1 1 16,1 0-3-16,1 2 0 16,3-3-3-16,-1 1 1 15,0-1 0-15,0 2-2 16,-1-1 1-16,3 0-1 16,-2-2 2-16,0 2-1 0,1 1 1 15,-1-2-2-15,0 3 0 16,-4-1 1-16,-1 2-1 15,0-1 0-15,-5 2 0 16,-2 0 0-16,1 0 0 16,-2 0-1-16,-4 0-10 0,-2 0-34 15,0 0-34-15,-1 0-38 16</inkml:trace>
  <inkml:trace contextRef="#ctx0" brushRef="#br0" timeOffset="212380.09">20534 16279 40 0,'0'0'1'0,"0"0"3"0,0 0 0 16,0 0 9-16,0 0 4 16,0 0-7-16,0 0-4 15,0 0 5-15,0 0-2 0,0 0 1 16,0 0-1-16,0 0-7 15,0 0-1-15,0 1 0 16,4-1-1-16,0 0 1 16,1 0-1-16,4 0 0 15,-1 0 1-15,2-3 0 16,3 2 0-16,1-2 2 0,4-1-1 16,1 1 1-16,2-2-2 15,3 1 0-15,4-1 0 16,1 0 0-16,4 0 0 15,-2-1 3-15,1 0 2 16,1-1 5-16,-4 1 1 0,0-2 4 16,-1 1-2-16,-1 1-3 15,-4 1-4-15,0 0-4 16,0 1-1-16,-4 1-1 16,1-1 1-16,-5 2-1 15,-1 1-1-15,-3-3 0 0,-1 2 0 16,-2 2 2-16,-3-1-2 15,-1 1 1-15,0 0-2 16,-3 0-2-16,-1 0-15 16,0 0-43-16,-3 0 5 15</inkml:trace>
  <inkml:trace contextRef="#ctx0" brushRef="#br0" timeOffset="213568.33">19266 16380 42 0,'-4'0'17'0,"-2"0"-15"0,3 0 7 16,0 0 7-16,1 0 5 15,2-1-2-15,-2 1 7 0,2-1-2 16,0 0-7-16,0-1-12 16,0 2-5-16,0 0 0 15,0 0 1-15,0 0-1 16,0-1 1-16,0-1-1 16,0 2-1-16,2 0 5 15,-1-3 3-15,3 2 1 0,5-2-2 16,-2 2-1-16,2-2-2 15,5-1 0-15,1 2-2 16,2-1-1-16,1 2 1 16,2-1-1-16,-3 0 0 15,2 0-1-15,-6 1-3 0,1 1 1 16,-3 0-1-16,-1 0-5 16,-1 0-8-16,-3 0-11 15,0 0-11-15,-4 0-18 16</inkml:trace>
  <inkml:trace contextRef="#ctx0" brushRef="#br0" timeOffset="-214511.04">19361 16386 14 0,'-2'0'11'0,"1"-2"15"0,1 2-2 0,-2 0 0 16,2-2-6-16,0 2-3 16,0 0-5-16,0 0-2 15,0 0-7-15,0 0 0 16,0 0-1-16,0 0 0 0,0-1 2 15,0 0 3-15,0 1 1 16,0-1-4-16,0 1 1 16,0-1-1-16,0 1-1 15,0 0-1-15,0-1 1 16,0 1-2-16,2-2 1 16,0 2 0-16,2 0 0 0,1 0 0 15,0-3 0-15,0 3 1 16,3-2-1-16,-3 1 1 15,3-1 2-15,-2 0 8 16,3-1 3-16,1 1-1 16,-1-3-1-16,4 4-1 0,0-3-1 15,1 1-1-15,3-1-2 16,0 1-3-16,-1 0-4 16,-1 0 2-16,-2 0-3 15,-2 3 2-15,-4-1-1 0,-2 1 0 16,-1 0-1-16,-4 0-11 15,0 0-8-15,0 4-13 16,-2-1-48-16</inkml:trace>
  <inkml:trace contextRef="#ctx0" brushRef="#br0" timeOffset="-212597.57">21959 16084 109 0,'-6'0'5'0,"2"0"11"0,0 0 7 0,3-3-10 0,1 0 3 16,0 0-6-16,0-2-4 16,0 2-4-16,0 0-1 15,4 0 0-15,3-1-1 16,4 1 1-16,3 0-2 0,0-1 2 16,5 0-1-16,2-2 2 15,3 2 4-15,1-2 5 16,3-1-2-16,0 3-1 15,1-1 2-15,-1 0-5 16,-1 1-2-16,-1 2-2 16,-3-1 0-16,-4 3-1 0,-2-1-5 15,-3-2-50-15,-5-2-103 16</inkml:trace>
  <inkml:trace contextRef="#ctx0" brushRef="#br0" timeOffset="-212063.24">23200 15922 109 0,'0'0'6'0,"48"-7"7"0,-24 4 4 16,1 2-14-16,-2-1-2 16,-3 0-2-16,-2 1-22 0,-5 0-51 15</inkml:trace>
  <inkml:trace contextRef="#ctx0" brushRef="#br0" timeOffset="-207392.99">20609 15712 83 0,'-6'-3'14'15,"2"0"2"-15,1 3-13 0,-3-1-2 0,2 0-1 16,-2 1 2-16,2-2-2 16,0 1 1-16,1 0 4 0,-2 1 8 15,1 0 1-15,0 0-9 16,-2 0-4-16,1 0-1 15,-4 0-3-15,2 0 1 16,-6 0-1-16,3 2 1 16,-2 0 1-16,0 0 1 0,1 0 1 15,-3-1 0-15,1 2 0 16,0 0 3-16,1-2-1 16,2 3-2-16,3 2-1 15,-4 0 0-15,4 0-1 16,1 3 1-16,-1 0 0 0,-1 0 0 15,0 0 0-15,3 0 0 16,-3 2-2-16,0-1 4 16,0 2-2-16,1 0 0 15,-3 1 0-15,0 1 0 16,3-2 0-16,-3 0 0 0,0 1 0 16,3-1 0-16,-1 0 1 15,1 1-1-15,-2 1 0 16,4-1 0-16,-1 0 0 15,2-2 0-15,1 1 0 16,-1-2 0-16,2 0 1 0,1 0 1 16,1 1 0-16,0-1 0 15,0-2-1-15,0 2-1 16,0 2 1-16,0-2-1 16,3 1 0-16,1-3 1 15,-1 2-1-15,1 0 2 16,-1-2-2-16,2 0 1 0,-2-1-1 15,2 0 0-15,-1 0 1 16,1 2-1-16,0-2 0 16,2-1 0-16,-2-1 0 15,4 0 0-15,-2 0 1 16,1-1 1-16,1-2 0 0,-1 2 4 16,1 0-1-16,1-2-1 15,0 1-1-15,-1 0 0 16,1-2-3-16,0 2 1 15,-2-2 0-15,1-1-1 16,-2 3 1-16,2 0-1 16,0-2 0-16,0 2 0 0,1 1 0 15,0-1 1-15,1-1-1 16,1 0 0-16,-1 1 0 16,1-1 0-16,1-1 0 15,-1 1 0-15,4 1 0 0,-3-1 0 16,-1 0 1-16,1-1-1 15,0 0 1-15,1 0 0 16,-3 0 0-16,5-1 1 16,-5 1-2-16,1-1 0 15,2 0 1-15,-2 0-1 0,2 0 0 16,-3 0 0-16,4 0 1 16,-2 0-1-16,1 0 0 15,2 0 0-15,-1 0 0 16,3 0 1-16,0 0-1 15,-1 0 0-15,1 0 0 0,0 0 0 16,1-2 0-16,-1 1 0 16,-1-1 0-16,2 0 0 15,-2-1 0-15,5 1 1 16,-3-3-1-16,2 2 0 16,-1-1 0-16,2-3 0 15,-4 1-1-15,1-1 2 0,-2 0-1 16,-1-1 2-16,0-1 11 15,-1 1 2-15,-1-1-5 16,0-1-3-16,-1 0-2 16,-1-1-5-16,-2-1 1 15,-2-2 0-15,-2-1 1 0,0-1 0 16,-2-2-2-16,1-1 1 16,-3 1 2-16,1-1-3 15,-1-1 0-15,0 3 1 16,0-1-1-16,0 1 0 15,-2 1 1-15,0 2 2 0,0-2 0 16,0 3 1-16,0-1 1 16,-4-1 1-16,-2-1-1 15,-3 2-1-15,-1-2-2 16,-5 2-2-16,-2-3 0 0,0 3-1 16,-1 2 3-16,-3-3-2 15,0 2 2-15,-3 2-2 16,3 1 1-16,0 0 4 15,-1-1-4-15,1 3 0 16,1 0 0-16,0 1 0 16,1 1-2-16,0 0 2 0,1 1-1 15,0-1 1-15,0 2-1 16,0 2 0-16,2 1-1 16,-2 1 1-16,1 0-1 15,2 0 2-15,0 0-2 16,0 0-2-16,1 5-8 0,-1 3-21 15,2 0-17-15,-1-3-46 16</inkml:trace>
  <inkml:trace contextRef="#ctx0" brushRef="#br0" timeOffset="-205941.06">19379 16378 67 0,'0'0'16'0,"0"0"-3"0,0 0-10 0,0 0-2 15,0 1-1-15,0-1 0 16,0 0 0-16,0 0 1 0,0 0 2 16,1 0 6-16,1 0-2 15,3 1 2-15,0 0 1 16,1-1-1-16,0 1-4 15,3 1-1-15,-1-2-1 16,3 0-1-16,0 2-2 16,3-2 3-16,1 0 0 0,1 0 5 15,1 0-1-15,4 0-2 16,1 0-2-16,-1 0-1 16,2 0 1-16,-2 0-3 15,1 0 2-15,-4 0-2 16,2 0 0-16,-5 0 0 0,-1 0 0 15,-3 0 0-15,1 0 0 16,-3 1 0-16,1 0 0 16,-2 1 0-16,1-1 0 15,-1-1 0-15,-3 2 0 0,-1-1-6 16,0 0-4-16,-1 1-12 16,-2-2-5-16,-1 0-27 15</inkml:trace>
  <inkml:trace contextRef="#ctx0" brushRef="#br0" timeOffset="-204825.27">19595 16290 89 0,'0'0'14'0,"0"0"8"0,0 0-12 16,0 0-5-16,0 0-3 15,0 0 0-15,0 0-2 0,0 0-4 16,0 0-17-16,0 0-16 16,-1 0-34-16</inkml:trace>
  <inkml:trace contextRef="#ctx0" brushRef="#br0" timeOffset="-202274.74">20417 15823 167 0,'-4'0'3'0,"4"0"0"0,0 0-8 0,0 0-25 15,0 2-24-15</inkml:trace>
  <inkml:trace contextRef="#ctx0" brushRef="#br0" timeOffset="-201328.76">19400 16210 85 0,'0'0'11'0,"0"0"7"0,0 0 0 0,0 0 2 16,0 0 0-16,0 0 4 0,0 0-8 15,0 0-10-15,0 0-2 16,0 0-4-16,0 0-3 16,0 0-8-16,0 0-21 15,-10 0-2-15,10 0 17 16,0 0-5-16,0 0-5 16,0 2-13-16</inkml:trace>
  <inkml:trace contextRef="#ctx0" brushRef="#br0" timeOffset="-199813.05">19538 16245 34 0,'-2'0'43'0,"0"0"-7"0,-1 0 3 0,2 0 4 0,1 0-22 16,0 0-10-16,0 0-3 16,0 0-3-16,0 0-4 15,0 0-3-15,0 0-3 16,0 0-19-16,0 0-15 16,0 0-8-16,0 0 7 0,0 0 0 15</inkml:trace>
  <inkml:trace contextRef="#ctx0" brushRef="#br0" timeOffset="-197969.64">19788 15895 102 0,'-1'-1'17'0,"0"-1"6"0,1 2-15 0,0 0-6 0,0 0-1 16,0 0 0-16,0 0-3 16,0 0-6-16,0 0-3 15,0 0-7-15,0 0-15 0,0 0-49 16</inkml:trace>
  <inkml:trace contextRef="#ctx0" brushRef="#br0" timeOffset="-196860.12">19788 15895 27 0,'-14'-1'7'0,"14"1"-7"15,0 0 2-15,0 0 9 0,-1 0 11 16,0 0-1-16,1 0-3 16,0 0-6-16,0 0-3 15,0 0 0-15,0 0 2 16,0 0-3-16,-1 0-4 0,1 0-4 15,0 0 1-15,0 0-1 16,0 0 0-16,0 0 1 16,0 0 3-16,0 0-1 15,-2 0 0-15,0 0 2 16,1 0 3-16,1 0-4 16,-1 0-3-16,1 0 0 0,0 0-1 15,0 0-1-15,0 0 2 16,0 0 0-16,0 0 1 15,0 0-1-15,-1-2 1 16,1 1 1-16,0-2 0 0,0 3-1 16,0-2 0-16,0 0-4 15,0 0 1-15,0 0 0 16,0 0 0-16,0-1-1 16,0 1 2-16,0-2-2 15,0 2 1-15,0-2 1 16,1 1 0-16,3-1 0 0,-1-1 0 15,-1 2 0-15,0-1 0 16,0 1 0-16,2-1 0 16,-1 0 0-16,-3 1 0 15,3 0-8-15,-1-1-5 16,1-1 3-16,0 2 0 0,-1-1 3 16,1-1-2-16,-1 1 3 15,2 0 1-15,0 0 3 16,0-1 1-16,0 0 1 15,2 0-3-15,-1 0-7 16,1 0-5-16,1-1 1 0,2 0 7 16,-3 3 3-16,1-2 3 15,0-1 2-15,2 3-1 16,-3-1 1-16,1 1 0 16,-1 0 1-16,2 2-1 15,-1-2 1-15,1 2-1 0,-2-1-1 16,1 1 0-16,1-1-1 15,-1 1 1-15,-1 1 0 16,3-1 0-16,2-1 0 16,-3 2 1-16,2 0-1 15,1 0 0-15,-4 0 0 0,2 0 0 16,0 0 1-16,-2 0 0 16,1 0 4-16,-3 0 2 15,3 0 0-15,0 0 3 16,-1 0 0-16,1 0-3 15,0 0-1-15,4 0-1 16,-3 0-1-16,0 0 1 0,1 0-1 16,0 0-3-16,-3 2 1 15,2-1-2-15,-4 0 1 16,3-1 0-16,-2 2-1 16,1-1 0-16,0 1 0 15,2-1 1-15,-4-1-1 0,1 3 1 16,-1-2-1-16,1 0 1 15,-1 1 0-15,0-1-1 16,1 2 0-16,-1-2-1 16,0 0-10-16,-1-1-24 15,-2 0-46-15</inkml:trace>
  <inkml:trace contextRef="#ctx0" brushRef="#br0" timeOffset="-196396.86">20180 15632 82 0,'5'2'5'0,"-5"-2"8"0,3 3 0 0,-1-2-5 15,1 2-4-15,0 1-1 0,0 0-1 16,1-1 0-16,0 2-2 16,1 0 0-16,0 1 1 15,1 0-1-15,-4 1-1 16,1 0 1-16,0 0-2 0,-2 0 0 16,-1 0 1-16,0 0 1 15,0 0-1-15,0 3 1 16,-7 0 1-16,-1 1 0 15,-3-2-3-15,1 2-24 16</inkml:trace>
  <inkml:trace contextRef="#ctx0" brushRef="#br0" timeOffset="-195343.98">19548 16273 103 0,'-2'0'10'0,"0"0"10"0,2 0 4 15,0 0-15-15,0 0-4 16,0 0 0-16,0 0-1 0,0 0 1 15,0 0-2-15,0 0-3 16,0 0-5-16,0 0-11 16,0 0-4-16,0 0-6 15,0 0 6-15,0 0-8 16,1 0-21-16</inkml:trace>
  <inkml:trace contextRef="#ctx0" brushRef="#br0" timeOffset="-194787.8">20282 15686 92 0,'0'0'14'0,"0"0"-3"0,0 0-5 0,0 0-5 15,0 0-1-15,0 0-1 16,0 0-13-16,0 0-26 15</inkml:trace>
  <inkml:trace contextRef="#ctx0" brushRef="#br0" timeOffset="-193257">20991 15700 96 0,'0'0'19'0,"0"0"-2"0,0 0-12 16,0 0-2-16,0 0-2 16,0 0-2-16,0 0 1 15,0 0 0-15,0 0 0 0,0 0 0 16,0 0 0-16,0 0 0 16,-2 0 0-16,2 0-6 15,0 0-3-15,0 0-6 16,0 0-1-16,0-1 5 15,-1-2 4-15,1 2 7 0,0-1 2 16,0-2 3-16,0 3 2 16,0-1 2-16,0-1 1 15,0-1-7-15,0 1 2 16,0-1-1-16,4 1-2 16,1-1-1-16,-1 0-1 15,2-2 1-15,1 2 1 0,0 0-1 16,0-2-1-16,1 2 0 15,0-1 0-15,0 2 0 16,-1-1 0-16,0 1-2 16,1-1 0-16,-1-1 1 15,0 2 1-15,0 0 1 0,1 0-1 16,1-2 1-16,-1 1 0 16,4 2-1-16,0 0 1 15,-2-1-1-15,2 2 0 16,4-2 0-16,-1 3 0 15,3-2 0-15,-1 1-1 0,0 0 1 16,0-1-2-16,-1 1 2 16,1-1 0-16,-2 2 0 15,-1-2 0-15,-1 2 1 16,2-1-1-16,-1-1 3 16,-1 2 4-16,1-1 3 0,0 1-3 15,1 0-5-15,-2 0 1 16,1 0-1-16,0 0 1 15,0 0 0-15,0 0-1 16,1 0 1-16,0 0-2 16,4 3 2-16,-3-1 0 0,1 0 2 15,-1 0-3-15,0 1 0 16,-3-2 0-16,1 1 1 16,-3 1 1-16,-1-2 0 15,0 1-2-15,-2-1 0 16,-1 2-1-16,-1-2 1 15,2 2 0-15,-5 0-1 0,1 0 0 16,2-3 1-16,-2 3-1 16,1-2 0-16,-1 2-1 15,0-2 1-15,0 2-1 16,-1-3 0-16,2 3 1 0,-3-1-1 16,1 0 0-16,3-1 1 15,-4 0-1-15,3 0 0 16,-2 1 0-16,1-1 0 15,-1 0-9-15,1 1-28 16,-3-2-4-16,0 0-19 16</inkml:trace>
  <inkml:trace contextRef="#ctx0" brushRef="#br0" timeOffset="-192936.34">21626 15532 91 0,'0'0'4'0,"0"0"-2"0,0 0 4 15,39 4 7-15,-28-1 1 16,2 2 6-16,-1 1-2 0,0 1 3 16,1 0-7-16,-1 2-1 15,-3 2-5-15,0 2-5 16,-4 1-3-16,-3 2 0 16,-2 1-14-16,-2 0-34 15,-8-3-11-15</inkml:trace>
  <inkml:trace contextRef="#ctx0" brushRef="#br0" timeOffset="-192480.84">21855 15629 37 0,'0'0'10'0,"0"0"15"0,0 0-13 15,0 0-5-15,0 0-2 0,0 0-5 16,0 0-4-16,0 0-9 16,0 0 3-16,0 0 2 15,-4-9-20-15</inkml:trace>
  <inkml:trace contextRef="#ctx0" brushRef="#br0" timeOffset="-181310.13">19497 16111 184 0,'0'0'6'0,"0"0"15"0,0 0-7 0,0 0-3 0,0 0-4 16,0 0-6-16,0 0-1 16,0 0-25-16,0 0-46 15,0 0 24-15</inkml:trace>
  <inkml:trace contextRef="#ctx0" brushRef="#br0" timeOffset="-161928.22">857 15833 86 0,'0'0'-20'0,"0"0"20"0,0 0-5 0,0 0-20 0,0 0-11 16</inkml:trace>
  <inkml:trace contextRef="#ctx0" brushRef="#br0" timeOffset="-161885.6">857 15833 16 0,'0'0'38'16,"0"0"-25"-16,0 0-16 0</inkml:trace>
  <inkml:trace contextRef="#ctx0" brushRef="#br0" timeOffset="-161564.27">859 15746 7 0,'0'0'79'0,"0"0"-78"15,0 0 4-15,0 0 5 0,0 0 14 16,0 0-12-16,0 0 15 16,-23-8-2-16,23 8-17 15,-2 0-5-15,2 5-6 16,0 4 0-16,0 2-1 0,0 2 2 15,2 5 1-15,2 1 1 16,4 1 0-16,-2 1 1 16,-1-3-1-16,1 2 1 15,-1-3 0-15,2 0 1 16,-3-1 0-16,-2-2-1 0,0 2-19 16,-2-2-34-16,0-3 0 15</inkml:trace>
  <inkml:trace contextRef="#ctx0" brushRef="#br0" timeOffset="-161315.45">832 16004 108 0,'0'0'3'15,"0"0"-3"-15,0 0 0 16,0 0-1-16,0 0 2 0,0 0 1 15,0 0 1-15,0 0 3 16,43-17-1-16,-35 13 0 16,3-2-3-16,3 1 0 15,-1 0 1-15,0-3-1 16,-1 0 3-16,1 0-5 0,-1-1-8 16,-6-2-10-16,-1 0-33 15</inkml:trace>
  <inkml:trace contextRef="#ctx0" brushRef="#br0" timeOffset="-161065">704 15786 155 0,'0'0'2'15,"0"0"6"-15,0 0-1 16,0 0 3-16,0 0-1 16,0 0-1-16,0 0-5 15,2-43-1-15,15 29-1 0,2-2 2 16,4-1-2-16,4-2-6 16,-2-1-48-16,0 0-32 15</inkml:trace>
  <inkml:trace contextRef="#ctx0" brushRef="#br0" timeOffset="-160467.43">946 15877 204 0,'0'0'-3'16,"0"0"10"-16,0 0 0 16,0 0-4-16,0 0 0 15,0 0-2-15,-16-39-1 16,25 29 3-16,-2 2-4 15,4 1 1-15,-3 1-1 0,4 3-1 16,-1 1-1-16,1 2 2 16,1 0 0-16,0 0-2 15,-1 4 1-15,-2 4-1 16,2 1-1-16,-5 2-1 16,-1 0 5-16,-2 0 0 15,-3 1 0-15,1-2 1 0,-2 0-2 16,0 1 3-16,-3-4-1 15,-3-1-1-15,-1 0 1 16,-2-5 2-16,2-1 0 16,-1 0 1-16,3-3 1 15,-1-6 1-15,0-3-4 0,5-3 1 16,1-1-1-16,0-1-1 16,0-2-1-16,9 2 0 15,0 0 0-15,4 0 0 16,3 3-1-16,-1 1 1 15,3 3 0-15,-2 3-3 16,2 6 1-16,0 1 0 0,-5 0 0 16,3 5-3-16,-5 8-7 15,2 0-8-15,-5 0-25 16,0-2-3-16</inkml:trace>
  <inkml:trace contextRef="#ctx0" brushRef="#br0" timeOffset="-160174.03">1303 15638 100 0,'0'0'93'0,"0"0"-94"0,0 0-15 16,0 0 2-16,0 0 7 0,8 43 10 15,-2-19-1-15,2 1 0 16,-1 5 1-16,3 1-2 16,-2 1 1-16,-1 2-2 15,1 1 3-15,0-1-2 16,-4-1 3-16,3 1 0 16,-3-7 2-16,0 0-3 0,-3-6-20 15,0-5-22-15,-1-9-17 16</inkml:trace>
  <inkml:trace contextRef="#ctx0" brushRef="#br0" timeOffset="-159820.16">1306 15662 189 0,'0'0'0'0,"0"0"2"15,2-38-1-15,1 29-1 16,5 5-1-16,-1 1-2 16,1 2-2-16,0 1-3 15,0 0 0-15,1 0 3 16,0 1-2-16,2 6 6 0,-2 0 0 16,3 2 1-16,-3-2 0 15,-1 4 0-15,-1-1-1 16,-2 0 2-16,-3 0 0 15,-2 2-1-15,0-1 4 16,0 0 6-16,-5-1 6 0,-4 3-9 16,1-2-2-16,1-1-2 15,-3-1-1-15,4-1 0 16,2-3-2-16,4-4-25 16,0-1-31-16,0-4-66 15</inkml:trace>
  <inkml:trace contextRef="#ctx0" brushRef="#br0" timeOffset="-159071.21">1527 15563 206 0,'0'0'5'0,"0"0"5"15,0 0-2-15,0 0-1 16,0 0-5-16,0 0-3 15,0 0 0-15,0 0-1 16,0 0-1-16,2 23 1 0,3-10 1 16,1 0 0-16,-1-1 0 15,2-2 1-15,-1 0-1 16,-1-2 1-16,3-1 1 16,-3-4 0-16,2 0-1 0,-3-2 1 15,3-1 0-15,-3 0 2 16,1-1 2-16,-1-7-1 15,0-2-1-15,2-3 2 16,-4-1-3-16,-2-1 2 16,2-3-3-16,-2 1 0 15,0 1-1-15,0 2 1 0,0 3 0 16,0 2-2-16,0 5 2 16,0 3-2-16,2 1-1 15,2 0-7-15,-1 5 1 16,3 8 3-16,4-2 2 15,-2 5 3-15,3-2 0 0,-2-1 0 16,3-2 0-16,-2-4-2 16,0-1 2-16,-1-2 0 15,-1-4 2-15,1 0-2 16,-1 0 3-16,0 0 0 16,-4-8 3-16,1-4-1 0,-3-2 1 15,-2-1-3-15,0-4-1 16,0-1 0-16,-4-5-1 15,-3-1 1-15,-3-4-2 16,0 0 0-16,1-2 0 16,3 3 0-16,-1 4 0 15,2 2 0-15,0 5 0 0,3 6-2 16,2 1 2-16,0 7 0 16,0 2-1-16,0 2-16 15,0 2 1-15,7 9 9 16,2 3-1-16,0 6 1 0,2 1 3 15,-1 5 1-15,0-2 3 16,-1 0-1-16,1 0-1 16,-2-1 4-16,-3-3-2 15,1-2 1-15,-2-1 1 16,-1-5-2-16,2-2-34 0,-5-3-14 16,0-4-21-16</inkml:trace>
  <inkml:trace contextRef="#ctx0" brushRef="#br0" timeOffset="-158865.24">1694 15455 224 0,'0'0'7'0,"0"0"0"0,0 0-5 16,0 0 1-16,19-39-4 0,-4 24 6 15,7-2-5-15,1 3 1 16,1-2-6-16,3 0-27 16,0 2-4-16,-3 2-32 15</inkml:trace>
  <inkml:trace contextRef="#ctx0" brushRef="#br0" timeOffset="-158174.9">723 16434 58 0,'0'0'3'0,"0"0"13"0,57-32-3 16,-30 18-1-16,6-2-3 16,6-4-1-16,3 1-1 15,5-3-1-15,6-5-2 0,1 0 2 16,2-3 1-16,5-2-3 16,-1-1 0-16,-1 0 1 15,1 1 0-15,0-1 2 16,-3 2 1-16,-1 2-2 0,0 0 1 15,-2 3-2-15,-2 0 0 16,-3 5-1-16,-2 1-3 16,-5 3 1-16,-8 3-2 15,-3 4 1-15,-6 2-1 16,-8 3 1-16,1 4-1 0,-7 1 1 16,1 0-1-16,-6 0-19 15,-5 0-40-15,0-1-24 16</inkml:trace>
  <inkml:trace contextRef="#ctx0" brushRef="#br0" timeOffset="-157835.03">2105 15229 198 0,'0'0'3'0,"0"0"9"0,0 0 0 15,0 0-6-15,0 0-1 16,0 0-3-16,0 0 0 0,0 0-2 16,0 0 0-16,0 0-4 15,-17-10-5-15,21 17-15 16,0 0-39-16,3 1 2 16</inkml:trace>
  <inkml:trace contextRef="#ctx0" brushRef="#br0" timeOffset="-157642.42">2155 15516 225 0,'0'0'1'0,"0"0"-3"16,0 0 0-16,0 0 2 15,0 0 2-15,0 0-2 16,0 0-13-16,0 0-37 15,-2 11 6-15,10-12 5 0,0-9-31 16</inkml:trace>
  <inkml:trace contextRef="#ctx0" brushRef="#br0" timeOffset="-157498.77">2271 15398 177 0,'0'0'11'0,"0"0"4"0,0 0-15 15,0 0 0-15,0 0 1 16,0 0-3-16,40-28-49 16,-31 16-36-16</inkml:trace>
  <inkml:trace contextRef="#ctx0" brushRef="#br0" timeOffset="-144975.92">19736 16343 33 0,'-7'1'31'0,"-2"-1"-24"0,2 0-1 0,0 0-5 15,1 0-1-15,-1 0-1 16,2 0-3-16,-3 0-2 16,3 0 0-16,-3 0 1 15,0 0-3-15,0 0-39 16</inkml:trace>
  <inkml:trace contextRef="#ctx0" brushRef="#br0" timeOffset="-144634.25">19615 16338 28 0,'0'0'5'0,"0"0"11"0,0 0 4 15,36 2-7-15,-19-2-3 16,3 0-1-16,1 0-3 16,1 0 0-16,-2-2 4 15,0 2 2-15,-3 0-3 0,-2 0-3 16,-1 0-2-16,-4 0-3 16,-2 0 1-16,-2 0-1 15,-1 0-1-15,-3 0 0 16,-1 0-1-16,-1 0-1 15,0 0-2-15,0 3 1 0,0-3-11 16,0 2-28-16</inkml:trace>
  <inkml:trace contextRef="#ctx0" brushRef="#br0" timeOffset="-131469.08">22113 12895 89 0,'0'-7'10'0,"0"3"24"0,0-1-13 0,0 2-2 0,0 0-5 15,0 1 2-15,0 2-1 16,0-1-2-16,1 1-8 0,-1 0-5 16,2 0-1-16,0 4 1 15,-2 5 0-15,4 2 2 16,-1 0-2-16,-2 2 0 15,0 2 2-15,2-2-1 16,1 0 0-16,0 0-1 16,2-1 0-16,1-1-1 0,1-1 1 15,0-3-1-15,1 0 0 16,-2 0 0-16,4-3 1 16,-2-1-1-16,0-3 0 15,3 0 2-15,-1 0-3 16,2 0 3-16,0-5-2 0,-2-4 5 15,2-1-4-15,-1 1 2 16,1-2-2-16,-4 1 1 16,0 3 0-16,-5 0-1 15,-1 3 1-15,-2 1 0 16,0 0 8-16,-1 3 2 0,0 0-7 16,0 0-7-16,0 6 4 15,1 2-2-15,3 2 5 16,-2 0-4-16,3 1-1 15,3-3 0-15,-2 0 0 16,3-1 0-16,-1-1 0 0,2-3-1 16,0-2-1-16,3-1 2 15,-2 0 4-15,3-8 0 16,-1-5 3-16,-3 1 4 16,1-3-1-16,-3 1-1 15,-4-2 0-15,-3 0 3 0,-1 1-1 16,0 2-3-16,-1 0-4 15,-6 2-1-15,2 4-1 16,0 1-2-16,-2 5-4 16,3 1-5-16,1 0-16 15,-2 3-18-15,2 3-13 16,2 0-19-16</inkml:trace>
  <inkml:trace contextRef="#ctx0" brushRef="#br0" timeOffset="-131063.58">22630 12886 176 0,'0'0'7'0,"0"0"0"0,0 0 11 0,0 0-16 16,0 0-8-16,0 0 12 15,0 0-4-15,0 0-1 0,0 0 0 16,0 0-1-16,0 0 1 15,-37 39-2-15,37-30 1 16,0-2-4-16,0 0-3 16,1 0 8-16,4-3-4 15,2-1 1-15,0-1 4 0,3-2-2 16,-1 0 3-16,0 0 3 16,1-3 0-16,0-4 2 15,-3 0 2-15,-1-1 5 16,-3-1 0-16,-3 0-1 15,0-1 0-15,0 0-5 16,-1 0-3-16,-6 2-3 0,-1-1 0 16,-2 5-5-16,-2 0 11 15,5 2-11-15,-3 2-3 16,1 0-13-16,4 3-8 16,2 3-21-16,3-1-25 0,0-1-6 15</inkml:trace>
  <inkml:trace contextRef="#ctx0" brushRef="#br0" timeOffset="-130685.52">22782 12853 106 0,'0'0'43'16,"0"0"-38"-16,0 0 12 15,38-20-5-15,-27 20-7 16,1-1-3-16,-1 1-1 0,0 0 4 15,2 1 1-15,-4 9-3 16,3-2 1-16,0 3-3 16,-2 1 0-16,1 1-1 15,-4 0 2-15,-2-2-2 16,0-1 0-16,-4-3-1 0,-1-1-1 16,0-2-2-16,0-2 3 15,0-1 17-15,-1-1-5 16,-4 0 6-16,0 0-4 15,0-6-4-15,0-1 0 16,2 0 3-16,-1-3-7 0,4-1 4 16,0-2-5-16,0 0-3 15,6 1-2-15,5 1 4 16,3 2-5-16,3 0-1 16,6 2-26-16,-2 0-33 15,2 0-44-15</inkml:trace>
  <inkml:trace contextRef="#ctx0" brushRef="#br0" timeOffset="-130202.81">23170 12815 173 0,'0'0'29'0,"0"0"-26"16,0 0-2-16,0 0-2 15,0 0 0-15,0 0 0 16,-44 22 1-16,29-15 0 15,-1 3 0-15,-1-2 1 16,2 1-1-16,2 2 1 0,2-2 0 16,6 1-1-16,3-3 0 15,2 1-2-15,0-3-1 16,2-1-3-16,7-2 0 16,0-2 6-16,1 0 6 15,2 0 2-15,0-4 0 0,-2-4-4 16,0 0 2-16,0-3-2 15,-2-1-1-15,-3-2 0 16,1-2-2-16,-2-1 1 16,-1-4 0-16,-2 2-1 15,-1-3-3-15,0 0-1 0,0-1 0 16,0 2 1-16,0 1-1 16,0 3 2-16,0 3 1 15,0 3 0-15,0 1 0 16,0 6 1-16,0 1 2 15,0 3 2-15,0 0-2 16,1 0-7-16,2 7 4 0,5 9-2 16,-1 2 4-16,5 8-2 15,0 2 0-15,2 5 0 16,-2 1-4-16,-2-3-55 16,-4-1-76-16</inkml:trace>
  <inkml:trace contextRef="#ctx0" brushRef="#br0" timeOffset="-129711.43">22522 13353 221 0,'0'0'-5'0,"0"0"-3"0,0 0 6 0,0 0 4 16,0 0-4-16,19 48 2 16,-17-31-1-16,0 2 1 0,-1-1-1 15,2-1 3-15,-2-4-2 16,1 2 0-16,2-4 0 16,0-3 0-16,2-2-1 15,1-2 5-15,1-1-1 16,3-2 8-16,0-1 0 0,5 0 2 15,-1 0-5-15,5-3-2 16,0-1-5-16,1 0 1 16,-1-2-2-16,-4 2 0 15,1 1-9-15,-7 0-35 16,-3-3-32-16,-4-1-59 0</inkml:trace>
  <inkml:trace contextRef="#ctx0" brushRef="#br0" timeOffset="-129540.06">22581 13455 202 0,'0'0'13'15,"0"0"14"-15,0 0-32 16,0 0-16-16,0 0 30 16,38-13-5-16,-20 6-1 15,6 0-4-15,-6 0-21 0,-2-3-43 16,-4 0-40-16</inkml:trace>
  <inkml:trace contextRef="#ctx0" brushRef="#br0" timeOffset="-129427.93">22632 13323 161 0,'0'0'-3'16,"0"0"12"-16,0 0-2 15,0 0-20-15,40-20-32 16</inkml:trace>
  <inkml:trace contextRef="#ctx0" brushRef="#br0" timeOffset="-128763.79">22798 13384 178 0,'0'0'-8'15,"0"0"20"-15,0 0 10 16,0 0-13-16,0 0-3 16,0 0 2-16,0 0 2 0,0 0-2 15,30-33-4-15,-17 33-2 16,-1 0-1-16,3 1 0 16,-2 7-1-16,-1 0-4 15,-2 1-5-15,-3 0 0 16,-3 0-6-16,-2-1 10 15,-2 0 3-15,0-3-3 16,-2 0 10-16,-4-1-3 0,-1 0-1 16,-1-3 0-16,0-1 0 15,3 0 1-15,0 0 0 16,2 0 5-16,3-2 4 16,0-4 2-16,0-1-10 0,6-1-1 15,1-1 1-15,5 1-1 16,0 1 0-16,1 1-2 15,1 3 0-15,-1 2 0 16,1 1 0-16,-1 0 1 16,-1 0-1-16,-3 0-1 15,0 4-2-15,-1 2 0 0,-2-1-2 16,-2 2 2-16,-2-2-4 16,0-2-1-16,-2 1 7 15,0-3-1-15,0 1 0 16,0-2 9-16,0 0-2 0,-3 0 0 15,2-2 7-15,-1-5-3 16,2 1-3-16,0-2-2 16,2-2-2-16,7 2-1 15,1-2-1-15,4 1 1 16,-1 0 0-16,1 5 0 0,1 0-1 16,-1 3 1-16,1 1 0 15,-4 0-1-15,3 5 1 16,-5 4-1-16,1 2-5 15,-4 1-21-15,-2-1-27 16,-3-3-26-16</inkml:trace>
  <inkml:trace contextRef="#ctx0" brushRef="#br0" timeOffset="-128280.41">23150 13212 225 0,'0'0'2'0,"0"0"5"0,0 0-5 15,0 0-2-15,41-22-1 16,-32 22 0-16,2 8-1 0,-3 5-2 16,-1 2 1-16,-2 2 2 15,2 1 3-15,-3 3 0 16,-2-3-1-16,-2 2-1 15,0-3-1-15,0-2-3 16,0-1-5-16,-5-5 4 0,2-4 0 16,-1 1 8-16,2-5 4 15,1-1 1-15,1 0 1 16,0-3 2-16,0-4-6 16,7-2-4-16,2-2 3 0,2 1-2 15,3 0 0-15,1 2-2 16,1 1 0-16,-1 3 1 15,1 0 0-15,-1 2 1 16,-1 2 1-16,-1 0-3 16,-3 2 0-16,-1 5 0 15,-3 2 0-15,-4 1-5 16,-2 0 2-16,0 0-1 0,-7-1-4 16,-6-1 9-16,-3 2 4 15,-4-2-6-15,1 0-16 16,0-1-17-16,3-3-20 15,6-3-16-15</inkml:trace>
  <inkml:trace contextRef="#ctx0" brushRef="#br0" timeOffset="-127932.35">23536 13337 104 0,'0'0'3'0,"0"0"14"0,0 0 11 0,0 0-3 16,0 0-6-16,37-15-13 15,-32 9-4-15,2 0 3 0,-3-1 1 16,2 0 1-16,-3 0-4 16,-1-2 1-16,1 2 1 15,-3 0 1-15,0 3 5 16,0 0 2-16,-4 1-11 0,-2 3-1 15,-5 0 4-15,-2 0-6 16,2 4 4-16,0 5-1 16,3 1-2-16,0 1 0 15,4 0 0-15,4 1-1 16,0-1-2-16,0 0-2 16,8-2-15-16,6-2-22 0,5-4-17 15,4-3-13-15</inkml:trace>
  <inkml:trace contextRef="#ctx0" brushRef="#br0" timeOffset="-127213.05">23884 13254 204 0,'0'0'27'0,"0"0"7"16,0 0-20-16,0 0-10 15,0 0-7-15,0 0 8 16,-46-28-4-16,27 34 2 0,-1 4-3 15,-1 2 0-15,5 2 0 16,-1-2 0-16,7 1-5 16,2-3-15-16,4 1-10 15,4-4 14-15,0-1-1 16,0-4 9-16,5-2 0 0,3 0 7 16,3 0 12-16,3-8-5 15,0-3 2-15,-1-3-4 16,0-3-1-16,-2-6-1 15,-1-1 4-15,-2-4-1 16,-1-1 2-16,-1-3-3 0,-2 1-1 16,0 3-3-16,0 3 1 15,-4 5-1-15,0 0-1 16,0 9-1-16,0 3 0 16,-3 3 0-16,-3 5 2 15,-2 0-6-15,0 3 12 0,-2 8-6 16,0 8 1-16,2 3-1 15,-1 4-1-15,4 1 1 16,0 3-1-16,4-2-1 16,1 0-1-16,0-3 1 15,6-4 4-15,3-1-4 0,1-6 2 16,3-1-1-16,0-5 0 16,0-2 2-16,3-2 6 15,0-1 2-15,3-3-1 16,-3 0-3-16,0 0 2 15,1-6-2-15,-4-2 1 0,-1-3 0 16,-1-2-2-16,-3-2 0 16,-2 0-3-16,-2 2 1 15,-3-1-1-15,-1 2-2 16,0 3 0-16,-3 2 2 16,-4 5-3-16,-1 2 6 15,-1 0-1-15,1 0-3 0,-2 2 1 16,3 7-1-16,2 0 0 15,1 0-1-15,4 2-2 16,0-1-3-16,3-3 4 16,7 3-1-16,1-4-1 15,5-1 1-15,2-2-18 0,2-3-48 16,-1 0-66-16</inkml:trace>
  <inkml:trace contextRef="#ctx0" brushRef="#br0" timeOffset="-127100.2">24097 13035 165 0,'0'0'-10'0,"0"0"14"0,0 0-31 16</inkml:trace>
  <inkml:trace contextRef="#ctx0" brushRef="#br0" timeOffset="-126666.61">24128 13161 203 0,'0'0'21'16,"0"0"-23"-16,0 0 6 16,0 0-4-16,0 0 3 15,0 0-1-15,0 0-2 16,18 37 1-16,-15-27 1 0,0 1-2 15,-1-1 1-15,0 0 0 16,1-3-1-16,-3-1 0 16,0-2 0-16,0-1 1 15,0-3-1-15,0 0 1 0,-3 0 2 16,1-3-1-16,2-5 0 16,0-5 1-16,0 0-3 15,0-4 2-15,2 3-3 16,4-2 3-16,0 3 0 15,2 2 2-15,1 3 3 16,1 2-5-16,0 2-2 0,2 1-1 16,-1 3 2-16,-1 0-1 15,0 0 1-15,1 10-2 16,-5 0 1-16,0 1-1 16,-1 2-5-16,3-2-9 15,-5 2-10-15,1-3-23 0,2-3-9 16,-3-1 6-16</inkml:trace>
  <inkml:trace contextRef="#ctx0" brushRef="#br0" timeOffset="-125911.3">24325 13209 33 0,'0'0'30'0,"0"0"1"15,26-47-5-15,-17 26-2 0,2 1-5 16,3 0 0-16,-3 2-9 16,0 1-1-16,-6 5 0 15,-1 4 3-15,-4 2 1 16,0 5-3-16,-4 1-5 15,-7 0-2-15,-1 0-4 16,-1 8-2-16,-3 3 5 0,5 2-2 16,0 1 0-16,3 1-2 15,4-4-3-15,3 1-2 16,1-2-5-16,0-2 2 16,2-2 1-16,5-2 2 15,3-1 3-15,0-3 7 0,0 0-3 16,0 0 5-16,-1 0 7 15,1 0 9-15,-5 0-4 16,4 0-5-16,-2 0-7 16,0 3-3-16,-2 5 0 15,-1 5-4-15,2 4 2 0,-5 0 3 16,0 3-1-16,-1-1-1 16,0 0 0-16,0 0-2 15,0-5 0-15,-5 1 0 16,-1-4-3-16,0-3 1 0,0-2 0 15,1-2 2 1,2-4 1-16,-2 0 4 0,2 0-1 16,2-8 2-16,1-4-3 15,0-1 1-15,3-5 3 16,8-3-2-16,0-2-2 16,4 0 1-16,1-2-3 0,3-1 0 15,0-1 0-15,1 1 1 16,0 2-1-16,-6 0 0 15,0 2-1-15,-2 3 1 16,-7 2 0-16,-1 4 0 16,-3 3 1-16,0 2-2 0,-1 2-1 15,0 3 0-15,-2 3-3 16,-4 0-3-16,3 0 0 16,-5 6 6-16,3 4 2 15,-2 1 0-15,5 2-1 16,2 1-1-16,0 1 0 15,0 1 1-15,3 0-1 0,6 0-1 16,1-1 1-16,-3 2 2 16,4-1 0-16,-2-2 1 15,-2 3 0-15,-1 0-1 16,-4-1 0-16,-2 0 0 16,0-1 0-16,-10-1-2 0,-8 2 4 15,-7 0-4-15,-6-1-13 16,-10 1-44-16,-1-3-47 15</inkml:trace>
  <inkml:trace contextRef="#ctx0" brushRef="#br0" timeOffset="-125356.77">23014 13746 22 0,'14'0'35'0,"4"0"-31"0,3 0 13 0,5 0-1 15,3-5 0-15,4-1 3 16,1 0-2-16,4 1 2 16,7-3-4-16,5 0 5 15,5-2-6-15,3 0-5 0,4 0-4 16,0 0-2-16,2 0-2 16,-2 0 2-16,-2 0-3 15,-4 0 1-15,-2 1 1 16,-8 1 0-16,-3 1 1 15,-6 3-1-15,-4 0 0 0,-6 2-1 16,-6 2 0-16,-7 0-13 16,-8 0-21-16,-6 3-42 15,-3 3-21-15</inkml:trace>
  <inkml:trace contextRef="#ctx0" brushRef="#br0" timeOffset="-124999.1">23254 13782 74 0,'0'0'8'0,"0"0"-3"0,0 0 11 16,37 3 2-16,-18-3-2 16,6 0 6-16,4 0-1 15,5-5 2-15,5-2 0 16,4 0-4-16,4 0-8 16,1 0-5-16,2 0-3 0,3-2-2 15,1 2 0-15,-6 2-1 16,2-1 1-16,-3 1 0 15,2 0-1-15,-5 2 0 16,0 0 0-16,-3 1-10 0,-5-3-62 16</inkml:trace>
  <inkml:trace contextRef="#ctx0" brushRef="#br0" timeOffset="-119979.6">3507 14877 7 0,'0'-2'19'0,"0"-2"-4"0,0 1-2 16,0 1 3-16,0 0 0 15,-2-1 1-15,2 2 1 16,-2-1-2-16,2-1-1 16,-2 2-5-16,2 1-7 0,0 0-2 15,0 0-2-15,0 0 1 16,0 0 0-16,0 0 0 15,2 0 0-15,0 3 0 16,2 1 0-16,-2 3-2 16,-1 2 4-16,3 1-2 15,0-2 1-15,-1 5 0 0,-1-1-1 16,-1 2-5-16,-1 0 8 16,1 1-3-16,-1 2 0 15,0-2-2-15,0-1 2 16,0 0 2-16,0-1 3 15,1-4-4-15,1 0 0 0,2-3-2 16,0 0 0-16,1-2-4 16,1-1 5-16,-1 0 0 15,2-2-2-15,-3-1 2 16,3 0 0-16,-1 0 2 0,2 0-2 16,-2-7 0-16,1 1 1 15,-1-1-2-15,1-3 2 16,2 2-1-16,-2-1 0 15,-1-1 0-15,1 3 0 16,2 2 1-16,-4 1-2 0,1 0 1 16,1 4 0-16,-1 0 0 15,0 0-1-15,2 0 1 16,-1 8-2-16,1 0 1 16,2 1 1-16,-1 0 0 15,1 1 0-15,-2-3 0 16,0-1 0-16,-1-1 0 0,0-3 0 15,2 0 0-15,-4-2 1 16,1 0-1-16,0 0 0 16,-1 0 2-16,-1-5 0 15,1-2 3-15,-2-3 8 0,-1-1 6 16,-2-3-2-16,0-1-3 16,0 0-4-16,0-1-1 15,-5 1-1-15,0-1-4 16,1 0 0-16,-2 3 0 15,3 1-3-15,1-1-2 16,2 6-1-16,0-1-1 0,0 3-4 16,0 1-20-16,2 1-43 15,1 0-23-15</inkml:trace>
  <inkml:trace contextRef="#ctx0" brushRef="#br0" timeOffset="-119339.99">3909 14938 41 0,'0'0'8'0,"0"0"-4"0,0 0 1 0,0 0-1 15,0 0 0-15,0 0 6 0,0 0 2 16,0 0 2-16,0 0 4 16,38 13-2-16,-34-13-4 15,2-5-2-15,0 0-2 16,1 0-2-16,-1-3-2 16,-3 0-1-16,4-1 1 0,-3 0-1 15,0-1 0-15,1 0-1 16,-3-1 0-16,0 1 0 15,0 0-1-15,-2 0 1 16,0 0-2-16,0 3 1 16,0 1 1-16,-4 1 0 0,-1 1 3 15,1 2-1-15,-2-1-1 16,0 3-2-16,2 0 6 16,0 0-7-16,-1 5 0 15,1 2 1-15,2 1-2 16,-2 4 1-16,-2-1 0 15,4 0 0-15,-2 2 0 0,2 2 0 16,-3-3 0-16,3 2 0 16,0 0 0-16,2 1 0 15,0-2 1-15,0-1-1 16,0 4 1-16,0-5-1 16,0 1 1-16,4-2-2 0,1 0 1 15,-1-2 1-15,0-4-1 16,0 2 2-16,0-3-1 15,0-2 1-15,3-1 2 16,-1 0 5-16,1 0-2 16,4 0-4-16,0-2-3 0,3-1 1 15,1-2-2-15,-1 1-6 16,-3-2-82-16</inkml:trace>
  <inkml:trace contextRef="#ctx0" brushRef="#br0" timeOffset="-118713.28">3780 15311 8 0,'0'0'37'0,"0"0"-6"0,0 0-3 0,0 0 5 0,0 0 5 15,0 0-8-15,0-38-14 16,0 37-8-16,0-1 0 15,-2 2-3-15,2 0-4 0,-2 0-3 16,1 0 3-16,1 3 2 16,0 6-5-16,0 2 6 15,0 2-2-15,0 4-2 16,0 0 1-16,0 3-1 16,0 1 1-16,0 0-1 15,0 3 0-15,0-2 0 0,0-1 0 16,0-1 0-16,0 0 0 15,0-5 1-15,-1 0 0 16,1-3-1-16,-1-2 0 16,1-3 0-16,0-2 0 15,0 0 0-15,0-1-2 0,0-2-20 16,0-2-80-16</inkml:trace>
  <inkml:trace contextRef="#ctx0" brushRef="#br0" timeOffset="-118414.27">3717 15573 94 0,'0'0'2'16,"0"0"-1"-16,0 0 1 0,0 0 2 15,0 0 22-15,0 0 3 16,0 0-12-16,0 0-5 15,0 0-7-15,-11 0-5 16,11 0 0-16,0 0 0 16,5 1 1-16,-1 1-1 0,3 0-1 15,-1 1-1-15,0 0 3 16,2-1-2-16,1-1 3 16,-1 1-1-16,-1 0 1 15,1 0-2-15,0-1-2 16,-2-1-24-16,1 0-78 0</inkml:trace>
  <inkml:trace contextRef="#ctx0" brushRef="#br0" timeOffset="-118222.33">3845 15507 212 0,'0'0'3'16,"0"0"4"-16,0 0-2 15,0 0-4-15,0 0-2 16,0 0-2-16,-38 17 3 16,30-2 0-16,2 3-1 0,0 6-1 15,1 2-18-15,-4-1-72 16</inkml:trace>
  <inkml:trace contextRef="#ctx0" brushRef="#br0" timeOffset="-117166.91">19673 16252 100 0,'0'0'-25'0,"0"0"23"0,0 0 2 0,0 0-40 0</inkml:trace>
  <inkml:trace contextRef="#ctx0" brushRef="#br0" timeOffset="-116846.83">21076 16124 265 0,'0'0'9'0,"0"0"6"15,0 0-7-15,0 0-4 16,0 0-2-16,0 0-1 16,0 0-1-16,0 0-7 15,3-5-33-15,-3 5-57 0,0-4-40 16</inkml:trace>
  <inkml:trace contextRef="#ctx0" brushRef="#br0" timeOffset="-116532.41">22333 15927 151 0,'0'0'-1'15,"0"0"4"-15,0 0-2 16,0 0-2-16,0 0-24 0,0 0-19 15</inkml:trace>
  <inkml:trace contextRef="#ctx0" brushRef="#br0" timeOffset="-116255.23">23762 15855 97 0,'0'0'12'0,"0"0"-11"16,0 0-1-16,43 6-21 16</inkml:trace>
  <inkml:trace contextRef="#ctx0" brushRef="#br0" timeOffset="-114689.14">2682 15887 70 0,'0'0'2'0,"0"0"0"0,0 0-3 0,0 0 0 0,0 0-2 15,0 0-2-15,0 0 17 16,0 0 0-16,0 0 3 16,0 0-3-16,0 0 1 15,0 0-1-15,-38-24-1 0,36 23 3 16,0 0 1-16,-2-2-4 15,0 2 0-15,0 1 0 16,0-1-1-16,-1 0-2 16,1 1-2-16,-2-1-2 15,-1 1-3-15,-2 0-1 0,2 0 0 16,-4 0 2-16,0 0-2 16,0 0 1-16,0 0-1 15,1 0 0-15,-1 2 0 16,3 3 3-16,0-2-3 15,2 1 0-15,-1 1 0 0,3 0-1 16,2-1 1-16,0 1-2 16,2-1 2-16,0 0 0 15,0 2 0-15,0-1 0 16,0 3 0-16,0 0 0 16,0 3 0-16,0 0 0 15,0 3 0-15,2 1 0 0,0 5-1 16,0-2 0-16,0 4 1 15,-2-1 0-15,0 3-1 16,0-1 0-16,0 1 1 16,0-2 0-16,0 0 0 15,-2 0-1-15,0-1 1 0,2-3 1 16,0-1-1-16,0-3 0 16,0-1 0-16,0-1 0 15,0-2 1-15,2-2-2 16,5 2-1-16,-1-2 1 15,-1 0-1-15,2-1 1 0,-3 0 1 16,0-1-3-16,1-2 3 16,1-1-3-16,-2 1-3 15,2-3-1-15,-1-1 10 16,5 0 2-16,0 0-5 16,1 0-13-16,-1-5-31 0,2-5-38 15</inkml:trace>
  <inkml:trace contextRef="#ctx0" brushRef="#br0" timeOffset="-114362.15">2718 16039 103 0,'0'0'21'0,"0"0"15"0,0 0 3 0,0 0-7 15,0 0-12-15,0 0-5 16,0 0-5-16,0 0-8 15,0 0-2-15,-29 48 0 16,27-23-1-16,2 7 0 0,0 2-3 16,0-3-18-16,0-2-38 15</inkml:trace>
  <inkml:trace contextRef="#ctx0" brushRef="#br0" timeOffset="-113749">3141 16108 33 0,'0'0'25'0,"0"0"-24"0,0 0-1 0,-21 41 1 16,17-25 0-16,1 3 2 15,1-1 8-15,0 3 0 16,2-4-1-16,0-3-3 15,0-2 2-15,2-5-2 0,3-3 0 16,4-1 0-16,-2-3-3 16,1 0 3-16,1 0 6 15,-1-10 1-15,2-1-6 16,-3-3-3-16,-1-2-2 16,-4-3 1-16,2 1 0 0,-4-1 1 15,0 0 5-15,0 3 3 16,-6 3-1-16,0 2-6 15,-1 5-4-15,1 6-7 16,-1 0-16-16,0 9-30 16,-2 4-16-16</inkml:trace>
  <inkml:trace contextRef="#ctx0" brushRef="#br0" timeOffset="-113193.12">3603 16091 114 0,'0'0'33'0,"0"0"-4"0,0 0-15 15,0 0-6-15,0 0-7 16,-38 31-1-16,32-17-1 0,2-1 1 15,0 2 0-15,4 0 0 16,0-1 0-16,0-2 0 16,0 0-2-16,4-3-2 15,4-2 2-15,1-3-1 16,0-1 0-16,4-3 1 0,-2 0-2 16,1 0 9-16,-1-10 2 15,0 0-1-15,-2-4 3 16,0 1 2-16,-5-1-2 15,-1-3 3-15,-2 0 1 16,-1 3 1-16,0-2-8 16,-2 3 1-16,-4 2-4 0,-1 3-2 15,-2 3-2-15,2 5-4 16,-1 0-16-16,1 11-2 16,-3 4-32-16,4 0-19 15</inkml:trace>
  <inkml:trace contextRef="#ctx0" brushRef="#br0" timeOffset="-112753.31">4041 16072 46 0,'0'0'1'0,"0"0"-2"0,0 0-7 0,0 0-15 16</inkml:trace>
  <inkml:trace contextRef="#ctx0" brushRef="#br0" timeOffset="-112212.22">4041 16072 165 0,'27'-11'17'0,"-27"9"-1"16,-2 0-5-16,-2-1-6 16,1 3-3-16,-1-2 4 15,2 2-6-15,-3 0 0 16,0 0 0-16,1 4 0 0,0 5 0 16,1 3 0-16,-1 2-1 15,-1 3 1-15,3 2-2 16,-2-1 1-16,4-1 1 15,-3 0-1-15,3-3 1 16,0-5 1-16,0 1-1 16,0-2 0-16,7-3 0 0,0-1 0 15,0-3-3-15,1-1-1 16,2 0 4-16,-1 0 0 16,-1-7-1-16,2-3 5 15,-4-1-1-15,-2-1 4 16,-2-2 1-16,-2 0 8 0,0 0-2 15,0-2-4-15,-6 2-2 16,-2 1-3-16,0 3 2 16,-1-1-5-16,3 7-2 15,-1 1-2-15,2 3-14 16,1 0-46-16,0 0-78 0</inkml:trace>
  <inkml:trace contextRef="#ctx0" brushRef="#br0" timeOffset="-111770.2">4334 16011 83 0,'0'0'84'0,"0"0"-67"0,0 0-16 0,0 0-8 15,0 0-6-15,0 0 19 0,0 0-6 16,0 40-3-16,0-23 6 16,0-1-2-16,0 1 0 15,0-3 0-15,3 3 1 16,3-4-2-16,2-2 1 15,0-2 1-15,0-2-6 16,1-6 7-16,1-1-3 0,-2 0 5 16,1-4 11-16,-2-8 12 15,0-1-4-15,-5-4-5 16,-1-2-5-16,-1 1 6 16,0-2-3-16,-3 1-6 15,-8 4-5-15,4 1-4 0,-4 3-1 16,1 5-6-16,4 3-15 15,-3 3-38-15,1 0-78 16</inkml:trace>
  <inkml:trace contextRef="#ctx0" brushRef="#br0" timeOffset="-111128.83">4589 15772 61 0,'0'0'16'0,"0"0"-2"0,0 0-1 0,0 0-3 16,38-20 0-16,-27 17 3 16,-2-2-3-16,2 4-5 15,-1-2-3-15,2 3-1 16,2 0 1-16,-3 0-1 15,0 0-1-15,1 3 1 0,-4 3 0 16,1-1 0-16,-4 2 0 16,2 1 4-16,-5 0 1 15,0 2-4-15,0 1 10 16,-2 2-7-16,0 2-2 0,1 3-2 16,-1 0 1-16,0 4-2 15,0 0 1-15,0 4-2 16,0 0 2-16,0 0 0 15,2 3-1-15,2 1 1 16,0 1-1-16,-1-1 0 16,6 0 1-16,-3-2-1 0,-1-2 1 15,1-2 0-15,-3-3 0 16,1-4-1-16,-4 0 1 16,0-5 2-16,0 0 1 15,-4-2 5-15,-5 3 3 16,-2-2-5-16,-5 1-4 0,-4 0-2 15,0-1 1-15,-3-4-4 16,-3-6-14-16,1-1-141 16</inkml:trace>
  <inkml:trace contextRef="#ctx0" brushRef="#br0" timeOffset="-109578.8">6195 14895 145 0,'-2'0'4'0,"-4"0"7"0,1-1-3 16,1-5-4-16,0 4-3 15,2-6 3-15,-4 3 10 0,2-2 6 16,0 1-2-16,-1 0 0 16,-1 0-4-16,-2-1-6 15,0 4-3-15,-1 2-4 16,-1 1-2-16,-3 0-1 15,1 4-2-15,-3 6-2 0,1 4 0 16,0 2 5-16,2 3 0 16,2 1 0-16,2 3 2 15,2-3-2-15,4 3 1 16,0-5-1-16,2-2 1 16,0 0-3-16,6-7 3 0,2-2 0 15,3-2-2-15,1-5-5 16,0 0 6-16,3 0 4 15,-1-7 3-15,-1-4-6 16,3-1 1-16,-3-2 0 16,-2 1-1-16,-1-1 1 15,-2-3 0-15,-3 4 2 0,-1 0 0 16,-4 2 3-16,0 0-4 16,0 5 0-16,0 0-1 15,0 4 0-15,0 2-3 16,0 0-1-16,0 0 7 15,0 4-5-15,0 4 1 0,0 2 0 16,2 0-1-16,8 2 0 16,1 0-1-16,4-3-4 15,1 1 2-15,4-3-5 16,-2-3-14-16,2-4-42 16,-3 0-90-16</inkml:trace>
  <inkml:trace contextRef="#ctx0" brushRef="#br0" timeOffset="-109072.14">6401 14952 244 0,'0'0'11'0,"0"0"2"0,0 0-6 0,0 0-4 0,0 0-2 16,0 0-1-16,0 0 0 15,0 0-7-15,0 0 4 16,-12-39 2-16,9 30 7 0,2-1-2 15,-1-3-2-15,0 0 0 16,-2 0-1-16,0-1 0 16,-1 0-1-16,0 3 0 15,1 2 0-15,-1 0 1 16,1 4-2-16,1 1 0 0,2 2 1 16,1 2-1-16,0 0-9 15,0 0-22-15,0 0 27 16,4 0 1-16,3 3 2 15,-1 1 0-15,3-1 1 16,-2-2-2-16,3 1-2 0,2-1 2 16,-1-1 4-16,1 0 5 15,-1 0-2-15,0 3-2 16,0-3 1-16,-2 3-3 16,0 3 0-16,-2 0 1 15,-4 2-2-15,1 3 1 16,-4 1 9-16,0 2-7 0,0-1 0 15,0 1 1-15,0-1-1 16,0 1-1-16,2-1 0 16,4-2 0-16,1-1-1 15,2-3 0-15,3 0-1 0,3-2-6 16,3-5-2-16,2 0-47 16,-3-2-66-16</inkml:trace>
  <inkml:trace contextRef="#ctx0" brushRef="#br0" timeOffset="-108746.12">6681 14857 126 0,'0'0'2'0,"0"0"-1"0,0 0-1 0,0 0 0 15,0 0 0-15,0 0 1 16,0 0-1-16,-9 35 4 15,18-35 12-15,0 0 18 16,4-2-17-16,-2-6-9 16,3-3-2-16,-3 0 1 15,-2-2-2-15,2-1 3 0,-6-1 0 16,-1 1-1-16,-2 0-2 16,-2 3 1-16,0 1 0 15,0 1-1-15,-4 4 0 16,-3 4-3-16,-5 1-2 15,0 5-1-15,-4 11-3 0,1 6-6 16,0 5-20-16,0 4-21 16,-1 0-18-16</inkml:trace>
  <inkml:trace contextRef="#ctx0" brushRef="#br0" timeOffset="-108306.33">6272 15230 62 0,'0'0'22'0,"0"0"-17"0,0 0 7 0,0 0-2 15,0 0-10-15,0 0 6 16,0 0-3-16,0 0-2 15,0 0-1-15,0 0 0 16,-18 30 1-16,18-16 0 0,-3 2 0 16,2 1-1-16,1 1 1 15,0 1 0-15,0 1 1 16,0-2 0-16,0 2 0 16,0 0-2-16,2-3 0 15,2 0-2-15,-4-4-19 16</inkml:trace>
  <inkml:trace contextRef="#ctx0" brushRef="#br0" timeOffset="-108092.25">6183 15483 193 0,'0'0'19'16,"0"0"-9"-16,0 0 7 15,0 0-11-15,0 0-4 16,0 0-4-16,0 0-1 15,0 0 2-15,-19 4-1 0,27 2 0 16,0-2 1-16,3 1-4 16,3-2-5-16,-1-2-13 15,5-1-15-15,-4 0-9 16,1-2-37-16</inkml:trace>
  <inkml:trace contextRef="#ctx0" brushRef="#br0" timeOffset="-107992.33">6303 15469 119 0,'0'0'69'16,"0"0"-6"-16,0 0-26 15,0 0-28-15,0 0-9 16,0 0 0-16,0 0-9 16,-43 50-37-16,30-26-66 15</inkml:trace>
  <inkml:trace contextRef="#ctx0" brushRef="#br0" timeOffset="-107307.79">5825 15713 86 0,'0'0'13'16,"0"0"17"-16,0 0 9 15,0 0-8-15,0 0-14 16,-42-8-12-16,35 5-4 0,-3 3-1 15,0-1 0-15,-1 0 1 16,-1 1-1-16,1 0 1 16,-3 0-1-16,3 0 0 15,-2 0-1-15,0 1 1 16,2 4-5-16,2 4 1 0,-1-2 0 16,0 1 0-16,5 0 3 15,-2 1 1-15,2 0 1 16,3-2-1-16,0 3 0 15,2 0 0-15,-2 1 2 16,2 1-1-16,0 4 0 16,0 0 0-16,0 3 0 0,0 3-1 15,0 3 0-15,2 0 1 16,-2 2-1-16,2 0 0 16,-2-1 0-16,0-1 1 15,0 0 1-15,0 0 1 0,0-1 1 16,0 2-1-16,0-1-1 15,0 2 1-15,0-4 0 16,0-2-2-16,2-2 1 16,2-4-1-16,2-4 0 15,1-2 1-15,3-3-2 16,4-5-2-16,1-1 2 0,6 0 5 16,1-10-7-16,4-7-31 15,-1-5-101-15</inkml:trace>
  <inkml:trace contextRef="#ctx0" brushRef="#br0" timeOffset="-106973.29">5899 15970 170 0,'0'0'2'0,"0"0"8"0,0 0-6 0,-41 16-3 16,33-6-2-16,3 1 1 15,-1 5 0-15,4 1-1 16,2 0 1-16,0 4 0 16,0-4 1-16,6-4-1 15,1-2-2-15,3-3-3 0,2-6 4 16,-1-2 10-16,1 0 4 16,-2-10-3-16,1-2 2 15,-4-4 0-15,2 2-1 16,-6-6 1-16,-2 6 2 15,-1-5-2-15,0 4 0 0,-4 0-3 16,-7 4-4-16,2 1-4 16,-4 6-5-16,-3 4-19 15,3 0-55-15,-5 0-108 16</inkml:trace>
  <inkml:trace contextRef="#ctx0" brushRef="#br0" timeOffset="-106637.98">6385 15844 182 0,'0'0'32'0,"0"0"3"0,0 0-6 0,0 0 3 16,0 0-17-16,0 0-13 0,0 0 1 15,0 0-2-15,0 0-2 16,-2 58 1-16,2-28-7 15,0 1-12-15,2 3-38 16,3-1-79-16</inkml:trace>
  <inkml:trace contextRef="#ctx0" brushRef="#br0" timeOffset="-106077.22">6856 15965 90 0,'0'0'90'0,"0"0"-68"16,0 0 5-16,0 0-8 15,0 0-8-15,0 0-5 0,-42-20-1 16,36 20-3-16,-1 0-3 15,1 6-1-15,-1 3-2 16,0 4 0-16,1 4 2 16,1 0 2-16,3 2 0 15,0-1 0-15,2-2-1 16,0-3 0-16,2-2-1 0,3-6-3 16,3-3-3-16,2-2 2 15,-1 0 1-15,1-8 5 16,0-5 0-16,-1-3 0 15,-1-2 7-15,-3-2 6 16,-1-2 5-16,-2 1 4 0,-2 2-3 16,0-1-7-16,0 5-2 15,-7 2-6-15,-1 6-4 16,-1 5-12-16,-5 2-28 16,-1 0-90-16</inkml:trace>
  <inkml:trace contextRef="#ctx0" brushRef="#br0" timeOffset="-105542.23">7217 15888 90 0,'0'0'14'0,"0"0"23"0,0 0 2 0,0 0-5 15,0 0-12-15,0 0-7 16,0 0-9-16,0 0 1 16,0 0-7-16,0 0-3 0,-34 13 1 15,30 2 2-15,2 2-1 16,-2-2 2-16,4-3-1 16,0 0-1-16,0-4 1 15,6-2-3-15,0-4 1 16,4-2-2-16,-1 0 2 0,0-4 2 15,4-7 2-15,-4-3 0 16,2-2 0-16,-4-2 4 16,-3-2 7-16,-1 2 8 15,-3 0-1-15,0 0-3 16,-4 5-10-16,-4 2-3 16,0 4-3-16,-1 7-8 0,-2 0-18 15,-1 8-24-15,1 8-55 16,-2-3-42-16</inkml:trace>
  <inkml:trace contextRef="#ctx0" brushRef="#br0" timeOffset="-105094.53">7539 15841 170 0,'0'0'12'0,"0"0"11"0,0 0-6 0,0 0 11 15,0 0-9-15,0 0-11 16,0 0-10-16,0 0 9 15,0 0-8-15,0 0 1 16,-20 47 1-16,20-26-1 0,0-1 0 16,2-3 1-16,5 0-5 15,2-4 2-15,0-2 0 16,1-4 4-16,2-4-8 16,-1-3 2-16,1 0 3 15,-3-4 3-15,1-7 1 16,-3-4 5-16,-2-2 4 0,-3 0 4 15,-2-4 0-15,0 3-5 16,-10-1-8-16,-2 5 0 16,-1 2-4-16,-5 4-13 15,-1 8-22-15,0 0-51 0,-2 0-69 16</inkml:trace>
  <inkml:trace contextRef="#ctx0" brushRef="#br0" timeOffset="-104617.56">7704 15622 157 0,'0'0'1'0,"0"0"2"0,39-14 12 15,-24 11-2-15,1 2-2 16,-3-2 0-16,0 2-3 0,-1 1-1 16,1 0-2-16,-1 0-2 15,-4 4-1-15,3 3 0 16,-1 4 0-16,-2 1 0 15,1 5 3-15,-2 1-3 0,2 2 1 16,-4 6 1-16,-1 1 2 16,0 1-9-16,-2 3 12 15,-1-1-7-15,-1 4 0 16,0 0 0-16,0-1-2 16,0-2 1-16,-1 0 3 15,-3-2-3-15,0-4 1 0,-1-1 1 16,-2-5 0-16,-4 1-1 15,-4-1 0-15,-5-1 0 16,-5-1-3-16,-4-3-1 16,-3-7-6-16,-3-7-92 0</inkml:trace>
  <inkml:trace contextRef="#ctx0" brushRef="#br0" timeOffset="-102895.2">8852 14858 40 0,'-4'-4'12'0,"0"0"20"0,-2-2-2 0,3 2 3 16,-1-2-7-16,-1 3-1 16,1-2-2-16,-1 2-3 15,3 0-6-15,-2-1-1 0,2 4-2 16,1-2-5-16,-1 2-3 16,2 0-2-16,0 0-4 15,0 2-1-15,0 8 5 16,0 2-1-16,0 1 0 15,5 4 1-15,4-1-1 0,0 0 0 16,0-2 0-16,5-2-1 16,-1-1 1-16,0-3-2 15,1-3 1-15,-1-3-2 16,1 0 0-16,0-2-1 0,-1 0 0 16,-1-6 2-16,-3 0 2 15,0-4 3-15,-2-1-2 16,-2 1 1-16,-2 0 0 15,2-3 0-15,-3 3-1 16,0 0 0-16,1 0 0 0,2 2-1 16,1 1 0-16,1 1-1 15,-1 0 0-15,4 2 1 16,-1 1 1-16,2 3-2 16,2 0 2-16,0 0-1 15,0 3 0-15,1 4 0 16,-1 3-1-16,1 0 1 0,-3 0 0 15,-3 1-1-15,3 0 1 16,-3-2-2-16,-3 1 2 16,1-3-1-16,-1 0 1 15,-2-2-6-15,-2-2 0 16,0-3 2-16,1 0-2 0,0 0 4 16,0-7 3-16,2-4-2 15,-1-4 3-15,3-2-1 16,0 1-3-16,2-2 6 15,-2-1-2-15,3 4 2 0,-3 0 3 16,4 3 3-16,1 2-2 16,-2 2 0-16,2 3-5 15,1 3-2-15,1 2-1 16,0 0 2-16,0 3-2 16,-1 10-2-16,-1 1 0 15,-4 5 2-15,0 1 1 0,-3 2-3 16,-4 1-15-16,0 1-20 15,-6-4-30-15,-6-3-28 16</inkml:trace>
  <inkml:trace contextRef="#ctx0" brushRef="#br0" timeOffset="-102731.08">9017 14695 243 0,'0'0'4'0,"-7"-40"-7"0,7 26-3 0,0 4-46 15,2 2-87-15</inkml:trace>
  <inkml:trace contextRef="#ctx0" brushRef="#br0" timeOffset="-101528.77">8869 14566 88 0,'0'0'21'0,"0"0"10"0,0 0 3 0,0 0-7 0,0 0-16 15,-36-34 0-15,27 31-6 16,2 0-2-16,-1 2-5 16,1 1 5-16,-2 0-4 15,-3 0-1-15,4 6 0 0,-3 3 0 16,1 6 2-16,4 0 0 16,1 2 0-16,3 1 0 15,2-2-1-15,0 0 2 16,0-2-2-16,7-4 1 15,0-2-1-15,6-5-1 0,-4-3-1 16,0 0 2-16,2-1 2 16,0-8 6-16,-2-5 4 15,-1-1 1-15,-2-3-1 16,-2-1 0-16,-4 0-2 16,0-1 0-16,0 3-3 15,-2 4-3-15,-6 2-3 0,0 7-3 16,-1 2-10-16,-4 2-58 15,-1 3-93-15</inkml:trace>
  <inkml:trace contextRef="#ctx0" brushRef="#br0" timeOffset="-100545.53">8692 15402 96 0,'0'0'53'0,"0"0"-6"0,0 0-20 0,0 0-7 16,0 0-2-16,0 0-14 0,0 0 1 16,0 0-6-16,0 0 0 15,0 0 0-15,0 0 1 16,-29 7 0-16,23-4-1 15,-1-1 2-15,0-1-1 16,-4 2 0-16,0-2 1 0,0 2-1 16,-3 0 0-16,-3 1-1 15,0 0-2-15,0 1-25 16,1 0-3-16,-2 2-1 16,2-2-1-16,4-1 2 15,2-1 19-15,2 0 12 0,3-2 4 16,3 1 5-16,0-1-6 15,2 0-2-15,0 2-1 16,0 0 0-16,0 3 1 16,0-1 0-16,0 3 2 15,2 2 0-15,4 1-1 0,1 2-1 16,-1 2 0-16,0 2 0 16,0 3 0-16,-3 0 1 15,1 1 0-15,0 1 1 16,-2 2 0-16,0 1 0 15,-2 2 1-15,1 2-3 16,-1-1 1-16,0 2-1 0,0 3 0 16,0-1 0-16,0-2 0 15,-1-1 0-15,-1-4 4 16,0-1 4-16,2-4-1 16,0 0-3-16,0 0 2 15,0-1-5-15,0 0 0 0,0-2-1 16,0-1-1-16,0-2 1 15,0-3-1-15,2-2 3 16,1-2 1-16,3-3 1 16,-1-1 1-16,2 0 0 15,1 0 1-15,1-2-2 0,0-1 4 16,2 0-11-16,3 0 3 16,-1 0 4-16,5-2-4 15,2-3-6-15,-1-2-21 16,2-3-47-16</inkml:trace>
  <inkml:trace contextRef="#ctx0" brushRef="#br0" timeOffset="-94167.98">8741 15693 72 0,'0'-4'28'0,"0"3"-1"0,-1-1-4 0,-2-1 4 0,1 1-5 16,2 0-11-16,-2 2-6 15,2 0-3-15,-3 0-2 16,2 0-2-16,-2 0 0 15,0 3 1-15,-1 4 1 16,2 3 0-16,-2-1 0 16,1 2 0-16,1 1 0 0,2 2 0 15,0 1 0-15,0-1 0 16,0 2 0-16,0-2-2 16,4-2-3-16,1-3 0 15,3-3 3-15,2 0-4 16,-2-6 4-16,2 0 0 0,3 0 3 15,-4-9 8-15,4-1-4 16,-4-4 3-16,0-3-1 16,-2 0 0-16,0-1-1 15,-5-1-3-15,-2 1 1 16,0 3 3-16,-7 1-1 0,-2 3-6 16,-4 4-2-16,-3 3-3 15,1 4-23-15,-3 0-30 16,0 1-23-16</inkml:trace>
  <inkml:trace contextRef="#ctx0" brushRef="#br0" timeOffset="-93556.66">9352 15652 83 0,'0'0'7'0,"0"0"2"0,0 0-1 15,0 0 1-15,0 0-3 16,0 0-3-16,0 0 0 16,0 0-2-16,-34 36 0 15,33-19-1-15,1-2 0 0,0 2 2 16,0-2-2-16,1-1-2 16,6-4 1-16,-1-3 4 15,3-4-3-15,1-3 1 16,1 0 5-16,0-6 12 15,3-4-4-15,-1-4-3 0,0-2-2 16,-4-1-1-16,-1 0-3 16,0-1 1-16,-6 2 5 15,-2 1-1-15,0 2 1 16,0 3-5-16,-9 3-5 16,0 5-8-16,-4 2-19 15,-3 0-46-15,0 9-24 0</inkml:trace>
  <inkml:trace contextRef="#ctx0" brushRef="#br0" timeOffset="-93116.41">9888 15547 135 0,'0'0'9'0,"0"0"45"0,0 0-23 0,0 0-5 16,0 0-4-16,0 0-8 15,0 0-7-15,0 0-7 16,0 0 0-16,0 0 0 0,-27 43 0 15,23-15 1-15,4 6-1 16,0 3 0-16,0 4-16 16,0-1-39-16,0-6-45 15</inkml:trace>
  <inkml:trace contextRef="#ctx0" brushRef="#br0" timeOffset="-92509.06">10317 15657 59 0,'0'0'3'0,"0"0"9"0,0 0 0 0,0 0 1 16,0 0-1-16,0 0-8 15,0 0 2-15,0 0-5 16,0 0 0-16,-29 42-1 16,25-26 1-16,2 0-1 15,1 0 0-15,1-4 1 16,0-2-1-16,5-3 1 0,2-3 0 15,4-4 2-15,2 0 1 16,1 0 1-16,-1-4-2 16,0-6 0-16,1 0 0 15,-4-3 6-15,0-1 9 0,-3 0 15 16,-3-2-2-16,-4-1-8 16,0 1-6-16,0 2-6 15,-4 0-6-15,-6 4-3 16,0 4-5-16,-3 2-8 15,-3 4-5-15,2 2-23 16,-4 9-40-16,1 0-12 0</inkml:trace>
  <inkml:trace contextRef="#ctx0" brushRef="#br0" timeOffset="-92080.73">10677 15618 234 0,'0'0'5'0,"0"0"4"15,0 0-8-15,0 0-3 0,0 0-4 16,0 0 4-16,-27 43 1 16,23-25 0-16,4 2 1 15,0-4 0-15,0-1 1 16,6-2-3-16,5-4 0 16,1-6-4-16,1-2-4 0,1-1 4 15,-1-4 7-15,0-8 0 16,-1-5 2-16,-2 0 9 15,-1-1 1-15,-3-1 2 16,-2-1-2-16,-4 2-4 16,0 2-6-16,-4 2-2 15,-4 4-3-15,-5 5-25 0,-5 2-11 16,-2 3-28-16,0 0-64 16</inkml:trace>
  <inkml:trace contextRef="#ctx0" brushRef="#br0" timeOffset="-91561.81">10854 15291 122 0,'0'0'2'0,"0"0"1"0,42-21 2 0,-27 14-1 0,-1 3-3 16,-1-1-1-16,1 1 0 16,-5 3 1-16,0-1 0 15,2 1 4-15,-4 1 0 0,0 0-1 16,1 0-2-16,0 0 0 15,0 4 0-15,-1 4-1 16,1 0 1-16,0 5 1 16,0 1 4-16,1 1-2 15,-3 3 0-15,6 3-2 16,-3 4-1-16,0 0 2 0,2 3 0 16,-2 1-1-16,2 0 1 15,-1 1 2-15,-2 0-2 16,3 0-1-16,-3 1-1 15,0-3-1-15,-3 2 2 16,1-1-1-16,-6 0 0 0,0 1 1 16,0-3 1-16,-15 3 2 15,-6 0 1-15,-6-2-2 16,-6 2-5-16,-5 1 2 16,-1-3-2-16,0-7-21 15,3-8-91-15</inkml:trace>
  <inkml:trace contextRef="#ctx0" brushRef="#br0" timeOffset="-90424.07">11928 14479 186 0,'0'0'7'0,"0"0"23"0,0 0-14 0,0 0-10 15,0 0-7-15,0 0-2 0,0 0 2 16,0 0 1-16,-10 50 0 16,9-26 1-16,1 4-1 15,0 0 0-15,0-3 1 16,1-2-1-16,7-4 1 16,4-4-1-16,-3-4 0 0,2-2-1 15,3-5 0-15,0-4 0 16,1 0 2-16,0-6 1 15,1-8-2-15,-1 0 2 16,1-6 1-16,-1-2-3 16,-3-2 1-16,-4-1-2 0,1 1 2 15,-6 1-1-15,0 2 0 16,1 4 2-16,-4 2-1 16,0 4 2-16,0 4 4 15,0 4-1-15,0 2-2 16,0 1-2-16,2 0-7 0,2 8 3 15,-2 7 2-15,3 4-1 16,1 3 1-16,-3 2 1 16,3 1-1-16,0-2 1 15,-1 1-1-15,0-1 0 16,0-5 1-16,3-1-1 16,-2-5 0-16,2-4 0 0,-2-3 0 15,3-4-3-15,1-1 1 16,-3-3 2-16,5-8 0 15,0-1 1-15,-1-5 0 16,0 2 0-16,1-2 1 0,-2 4 3 16,-1 2 0-16,-2 3 2 15,0 4-2-15,-2 4-4 16,3 0-1-16,-4 4-1 16,2 7 0-16,0 3 0 15,-1 1 2-15,1-1 0 0,0-1-1 16,2 1 1-16,-1-5-1 15,3-2 1-15,2-1-1 16,1-5 1-16,2-1-1 16,1 0 1-16,1-4-1 15,-1-6 2-15,0-3-2 0,0 0 0 16,-5-2 0-16,-1-1 0 16,-4 3 0-16,-4 1-2 15,-2 3-1-15,0 2-1 16,-6 3-5-16,-6 4 5 15,1 0 0-15,0 5 5 16,-1 5 1-16,2 3-1 0,5 2-1 16,3-1 0-16,2 0-1 15,0-2 1-15,4 0 0 16,7-2-2-16,5-3 2 16,0-3 0-16,4 0-1 15,0-4-21-15,2 0-32 16,-4-5-39-16</inkml:trace>
  <inkml:trace contextRef="#ctx0" brushRef="#br0" timeOffset="-90252.38">12503 14475 231 0,'0'0'5'0,"0"0"9"0,0 0-10 0,0 0-10 0,0 0-24 16,0 0-33-16,29-39-58 16</inkml:trace>
  <inkml:trace contextRef="#ctx0" brushRef="#br0" timeOffset="-89093.37">11982 15225 49 0,'0'0'3'0,"0"0"14"0,0 0 13 0,0 0-5 16,0 0 5-16,-35-39 8 15,30 32-6-15,-1 3-12 16,-2-2 0-16,1 2-10 15,-1 4-7-15,-1 0-4 0,-4 0 0 16,0 0-2-16,-3 5 0 16,0 2-4-16,-4 0 3 15,0 0 3-15,2-2 2 16,-1 1-1-16,3 0 0 16,1-1-3-16,2 1 5 0,0 1-2 15,6-1 0-15,1-1-1 16,4 3 0-16,2 1-2 15,0 3-1-15,2 6 3 16,8 5 1-16,0 4 0 16,1 11 0-16,0 2 0 15,0 3 1-15,-2 1-1 0,-2-2 0 16,-1-2 1-16,-3-3-1 16,-1-3 1-16,-2-3 1 15,0-2 1-15,0-4 3 16,0-1-1-16,0-2 0 0,0-1 0 15,2-7-3-15,5-1 0 16,1 1-1-16,4-4 0 16,2-3 0-16,4-1-1 15,1-6-12-15,0 0-37 16,0-12-76-16</inkml:trace>
  <inkml:trace contextRef="#ctx0" brushRef="#br0" timeOffset="-88744.32">11987 15519 203 0,'0'0'3'0,"0"0"5"0,0 0-6 15,-36 8-2-15,29 5-1 16,1 1 2-16,-1 4-1 0,2-3 0 15,3 2 0-15,2-3 1 16,0-3-1-16,2-2-1 16,4-2 1-16,2-3 1 15,0-2-1-15,1-2-1 0,3-2 6 16,-1-9 2-16,3-2 1 16,-5-2-3-16,-1-4 2 15,-3 3-2-15,-3-2 3 16,-2 1 0-16,0 3-2 15,-5 3-4-15,-6 3-2 16,-4 8-12-16,-1 0-9 0,-4 6-31 16,0 7-33-16</inkml:trace>
  <inkml:trace contextRef="#ctx0" brushRef="#br0" timeOffset="-88230.89">12447 15510 177 0,'0'0'21'0,"0"0"-1"0,0 0-13 15,0 0-7-15,0 0 0 16,-36 29 0-16,26-14 1 15,7-1-1-15,-1-1 0 16,4-3 1-16,0 3-1 16,0-6 1-16,5-3 0 15,5-1 1-15,1-3-4 0,5 0 2 16,-3 0 2-16,3-10-1 16,-1 0 1-16,-1-4-2 15,-3 0-2-15,-4-2 8 16,0 1 7-16,-7 0 7 15,0 0-3-15,0-1-6 0,-7 5-5 16,-2 2-7-16,-4 6-11 16,-7 3-31-16,1 0-10 15,-2 10-40-15</inkml:trace>
  <inkml:trace contextRef="#ctx0" brushRef="#br0" timeOffset="-87690.7">12828 15436 293 0,'0'0'8'0,"0"0"8"0,0 0-7 16,0 0-5-16,0 0-9 0,0 0 1 16,0 0 4-16,0 0 2 15,0 0 0-15,-25 37-1 16,24-22-1-16,1-3 1 16,1 0-1-16,8-4 0 15,4-2-6-15,0-5 1 16,1-1 2-16,1 0 1 0,-1-3 4 15,0-5 0-15,-2-4-2 16,0-3 2-16,-5 2 1 16,-1-4 3-16,-4 2 1 15,-2 0-3-15,0 1-2 16,-8 1-2-16,-4 6-7 0,-3 4-14 16,-3 3-28-16,2 0-47 15</inkml:trace>
  <inkml:trace contextRef="#ctx0" brushRef="#br0" timeOffset="-87399.13">13278 15266 135 0,'0'0'158'0,"0"0"-136"0,0 0 0 0,0 0-8 16,0 0-14-16,0 0-4 16,0 0 3-16,-2 52 1 15,2-25-1-15,0 3-8 16,2 3-10-16,1-3-21 15,4-3-42-15,-3-6-61 16</inkml:trace>
  <inkml:trace contextRef="#ctx0" brushRef="#br0" timeOffset="-87022.33">13553 15370 76 0,'0'0'5'16,"0"0"13"-16,-31 42-3 16,25-25-5-16,3-1-4 15,3 0-3-15,0-5-1 16,0-3-2-16,9-2 2 15,1-5 1-15,2-1 11 0,2-1 19 16,2-9-16-16,1 0-7 16,-1-4 4-16,-3-2-1 15,-1 2 2-15,-3-4 1 16,-3 2 0-16,-3 0-1 16,-3 1-7-16,0 2-2 0,-1 3-3 15,-7 3-5-15,-1 6-1 16,-3 1-4-16,-1 1-27 15,0 6-36-15,-1 0-48 16</inkml:trace>
  <inkml:trace contextRef="#ctx0" brushRef="#br0" timeOffset="-86658.5">13889 15324 70 0,'0'0'64'0,"0"0"-57"16,0 0 5-16,-45 44-6 15,36-28-5-15,5 2 0 16,2-2 0-16,2-2-1 15,0-5-1-15,8-4 2 16,3-2-1-16,0-3 6 0,3 0 19 16,-1-6-12-16,0-5 4 15,0-2 5-15,-3 1-2 16,-2-4 0-16,-2 2 2 16,-6-1-5-16,0 0-8 15,0 2-5-15,-12 2-5 0,0 2-10 16,-3 2-17-16,-6 0-52 15</inkml:trace>
  <inkml:trace contextRef="#ctx0" brushRef="#br0" timeOffset="-86253.36">13940 15031 125 0,'0'0'4'16,"0"0"20"-16,51-31 22 15,-37 22-17-15,1 1-13 16,-3 4-6-16,-1-2-2 16,-3 5-4-16,2 1-2 0,-4 0-1 15,1 8 0-15,-1 5-2 16,2 3 0-16,-1 5 1 15,2 1 2-15,1 3-1 16,4 2 2-16,-3 1-2 16,1 2 0-16,1 2-1 15,-2 2 0-15,0 1-1 0,-2 3 1 16,-4 1 0-16,-3 0 0 16,-2-2 0-16,0-3 0 15,-3-4-1-15,-12-3 1 16,-9-3 3-16,-6-1 0 15,-7-3 1-15,-4-3-2 0,3-3-10 16,0-8-47-16,7-6-112 16</inkml:trace>
  <inkml:trace contextRef="#ctx0" brushRef="#br0" timeOffset="-85577.54">14756 14431 83 0,'0'0'3'0,"0"0"10"0,0 0-1 0,0 0-1 0,0 0 6 16,0 0 10-16,0 0-7 15,0 0-17-15,0 0 3 16,0 0 5-16,-36 35 1 0,36-12-3 16,0 4-5-16,0 0-1 15,11-1-2-15,0-2 1 16,4-4-1-16,6-6 0 16,2-5 0-16,0-7 1 15,5-2 1-15,3-6 1 0,0-11-1 16,1-5-1-16,-2-5-4 15,0-3-14-15,-5-3-16 16,-3-2 7-16,-3-1 16 16,-6-2 7-16,-2 1 2 15,-2 2 2-15,-5 3-1 16,-4 8 1-16,0 4 3 16,0 7 19-16,0 6 2 0,-2 7-18 15,-5 0-7-15,1 10-1 16,-2 6 0-16,0 8 1 15,-1 3 0-15,2 6 1 16,2 1 0-16,2 0-1 0,3 1 0 16,0-3 1-16,0-2-1 15,4-2-1-15,5-5-1 16,4-5-11-16,1-5-27 16,4-9-33-16</inkml:trace>
  <inkml:trace contextRef="#ctx0" brushRef="#br0" timeOffset="-84829.57">15304 14464 240 0,'0'0'13'0,"0"0"28"0,0 0-24 0,0 0-9 16,0 0-8-16,-36-28 0 16,22 28 0-16,1 9 0 15,-2 5 1-15,3 2 0 16,1-1-1-16,1 3 0 15,6-3 0-15,4 1 1 0,0-3-1 16,0-2-1-16,8-4-3 16,2-3-10-16,2-2 0 15,1-2 9-15,0-3 5 16,-1-7 0-16,-1-3 0 16,-1 0 1-16,0-1 2 15,-4 5 2-15,-1 1 4 0,-3 0 0 16,-1 6 0-16,0 1-4 15,0 1-4-15,-1 0-3 16,1 0-3-16,1 3 5 16,1 6 3-16,1-2-3 0,-1 0 1 15,4-1 0-15,-1 0-1 16,3-2-1-16,-2-2 1 16,4-2 1-16,2 0-1 15,-1-2-2-15,-1-6 1 16,-1-5 1-16,2-2 1 15,-1-2 0-15,0-2-1 0,-1-3 0 16,-3 1 0-16,-1 3 0 16,-2 2-2-16,-2 5 1 15,-2 2 2-15,0 6-6 16,0 3 4-16,0 0-1 0,0 3 2 16,0 5 0-16,0 3 0 15,0 0 0-15,1 3 0 16,8-4 0-16,-3 2 2 15,3-4-2-15,-2-2 0 16,2 2-2-16,0-5 1 0,-2 0 1 16,1-3 3-16,2 0-3 15,-2 0 1-15,1-6 0 16,-1-2 1-16,0-4 0 16,-1 1-1-16,1-2 1 15,2-1 0-15,-3 3 2 16,3 0-2-16,4 3-1 0,-3 3 0 15,2 3 0-15,1 2-1 16,-3 0-1-16,1 7 1 16,-1 9-1-16,-1 5-2 15,-2 6 3-15,-7 7-4 16,-1 3-12-16,-9 3-51 0,-17 1-65 16</inkml:trace>
  <inkml:trace contextRef="#ctx0" brushRef="#br0" timeOffset="-84303.81">14791 14914 198 0,'0'0'0'0,"0"0"24"0,0 0-4 0,0 0-11 16,0 0-6-16,0 0 1 16,-37-27 3-16,24 27-8 15,-1 0 2-15,0 0-1 16,0 0 1-16,0 0 1 15,3 0-3-15,1 0 2 0,0 4 0 16,5 0-1-16,-1 3-1 16,2 2 1-16,2 0 0 15,2 5-1-15,0 0 1 16,0 3 0-16,0 4 0 16,4 0 0-16,1 3 1 15,0 2 0-15,-3 1-1 0,-1 0 1 16,0 3 0-16,-1-1 2 15,0 0 3-15,0-2 4 16,0-3-3-16,0 0 1 16,2-3-2-16,5-3-1 0,2-4-2 15,1-2-1-15,5-3 0 16,2-2 1-16,4-2 1 16,-1-5-3-16,3 0-11 15,1-5-35-15,-6-9-72 16</inkml:trace>
  <inkml:trace contextRef="#ctx0" brushRef="#br0" timeOffset="-83997.84">14897 15091 241 0,'0'0'8'0,"0"0"4"0,-49 0-7 15,36 10-3-15,-1 4-1 16,3 3-1-16,2 0 1 15,-1-1-1-15,6 1 1 16,1-3 0-16,3-1 1 16,0-3 0-16,5-3-2 0,7-4-1 15,1-3-3-15,3 0 5 16,1-6 1-16,-1-5 1 16,-1-3-1-16,-1-2 1 15,-4-4-1-15,-2 3 4 16,-4-1-1-16,-4-1 1 15,0 4-4-15,-6 3-3 0,-5 5-4 16,-7 6-25-16,0 1-13 16,-2 1-52-16</inkml:trace>
  <inkml:trace contextRef="#ctx0" brushRef="#br0" timeOffset="-83648.15">15125 15033 243 0,'0'0'7'0,"0"0"20"16,0 0-18-16,0 0-7 15,0 0 1-15,0 0-2 0,-15 41 1 16,14-25-1-16,1-2 1 15,1-3-4-15,11-1-9 16,2-6-2-16,-1-2 8 16,3-2 0-16,0 0-2 15,0-10 1-15,-3 0 3 0,-3-4 5 16,0 0-2 0,-6-3 4-16,-2 2 7 0,-2 0 2 15,0-2-7-15,-3 3-5 16,-7 4-2-16,-1 3-25 15,-4 5-57-15,0 2-48 16</inkml:trace>
  <inkml:trace contextRef="#ctx0" brushRef="#br0" timeOffset="-83278.02">15408 14968 186 0,'0'0'2'0,"0"0"1"0,0 0 22 15,0 0 11-15,0 0-18 16,0 0-6-16,0 0-8 16,0 0 0-16,-42 15-2 15,31 4-1-15,2-1 0 16,6-1 0-16,3-3-4 0,0-3-13 15,8-5-2 1,5-4 8-16,5-2 11 0,-2-1-1 16,4-10 0-16,-1-2 1 15,0-1-2-15,-4-4 1 16,-2 2 3-16,-4-1 1 16,-6 0 6-16,-3 0 0 0,0 5-3 15,-3-1-5-15,-7 7-4 16,-6 5-11-16,-2 1-52 15,-1 0-52-15</inkml:trace>
  <inkml:trace contextRef="#ctx0" brushRef="#br0" timeOffset="-82893.61">15710 14925 189 0,'0'0'7'0,"0"0"8"0,0 0-3 0,0 0-3 0,0 0-6 15,-38 1-2-15,28 10 1 16,4 0-1-16,-4 0 0 15,7 1 0-15,1 0 0 16,2 0 0-16,0-3 0 16,0-4 0-16,4-1-1 0,3-4 0 15,3 0 3-15,1 0 2 16,-1-6-3-16,0-4 2 16,-2-1-2-16,1 0-2 15,-7-1 1-15,-1 1 2 0,-1 1 1 16,0 2-4-16,-3 2-4 15,-7 3-30-15,-1 0-81 16</inkml:trace>
  <inkml:trace contextRef="#ctx0" brushRef="#br0" timeOffset="-82423.88">15837 14858 185 0,'0'0'13'0,"0"0"34"0,0 0-15 16,0 0-16-16,0 0-12 15,0 0-8-15,0 0 5 16,0 0 2-16,-13 47-3 16,11-20 1-16,0-1-1 0,2-1-27 15,-2-4-41-15,2-5-68 16</inkml:trace>
  <inkml:trace contextRef="#ctx0" brushRef="#br0" timeOffset="-81898.68">15771 14747 132 0,'0'0'15'16,"0"0"-14"-16,0 0 0 0,53-26 1 15,-37 17 5-15,1-1 3 16,2 3 10-16,-4 1-2 15,1 3-2-15,-3 1-7 16,-2 2-8-16,1 0 1 16,-7 0-2-16,-1 5-3 0,0 4 3 15,-4 5-5-15,0 0 5 16,0 3 2-16,0 0-1 16,0 3-2-16,0 1 4 15,0 1-2-15,2 1 1 16,1 1-1-16,2 3 0 0,-1-2 0 15,0 3-1-15,-1 1 0 16,-2-1 0-16,0-2 0 16,-1 0 1-16,0-1-1 15,0-1 0-15,0 0 1 16,0-2-1-16,0-1-2 0,0 0 5 16,-3 1-3-16,-3-2 0 15,-6 0 2-15,-6-1-2 16,-10 1-1-16,-10 3 2 15,-16-2-14-15,-22 0-122 16</inkml:trace>
  <inkml:trace contextRef="#ctx0" brushRef="#br0" timeOffset="-79121.51">3319 16807 63 0,'-2'1'3'0,"0"1"-11"0</inkml:trace>
  <inkml:trace contextRef="#ctx0" brushRef="#br0" timeOffset="-78744.53">3319 16807 85 0,'-37'20'3'0,"29"-19"11"16,2 2-5-16,2-1-5 15,3 0-3-15,-1-2 0 16,2 0-1-16,0 0 3 16,0 0-1-16,0 0 1 0,0-1 0 15,2-5-1-15,3 0 4 16,1-1 3-16,2 0 0 16,2 0-1-16,-1 2-2 15,5-1-2-15,-3 0-3 16,5 2-1-16,-3 3 0 15,-2 1-1-15,1 0-1 0,-2 0-3 16,-3 4 2-16,1 3 2 16,-2 0 2-16,-2 2 2 15,-2 3 3-15,-1 1-1 16,-1 1 3-16,0 3-2 0,-1 3-1 16,-5 0-2-16,-1 1 0 15,-4-1-1-15,2-1 1 16,2-5-1-16,1-3 1 15,1-4-1-15,2-4-1 16,3-3-2-16,0 0-25 16,0-11-23-16,5-8-3 0</inkml:trace>
  <inkml:trace contextRef="#ctx0" brushRef="#br0" timeOffset="-78288.77">3472 16665 85 0,'0'0'9'0,"0"0"7"0,0 0-6 0,0 0-5 16,0 0-1-16,0 0-3 15,0 0-1-15,0 0-1 16,0 0 5-16,0 0 0 0,-23 21-1 16,21-12 1-16,2 1-2 15,0 2-2-15,0 1 1 16,0 2 0-16,0-1-1 16,0 1 0-16,2-1 1 15,0-1-1-15,2-1 0 0,-2-1 0 16,1-1-1-16,2-2 0 15,-1-2 2-15,-1 1 2 16,3-3 4-16,-2-1 2 16,-1-3 0-16,3 2-2 15,1-2 0-15,-2 0-1 16,3 0-1-16,-1-2 0 0,2-2-1 16,0-2-2-16,0-1 0 15,3 2 0-15,-1-4-5 16,1 1-38-16,-2-1-15 15</inkml:trace>
  <inkml:trace contextRef="#ctx0" brushRef="#br0" timeOffset="-77755.49">3672 16770 86 0,'0'0'3'0,"0"0"3"0,0 0-2 0,0 0-2 15,0 0-1-15,0 0 0 16,0 0-1-16,0 0 1 15,0 0 3-15,0 0 4 16,0 0 0-16,0 11-4 0,0-5-2 16,0 3 2-16,0 2-2 15,0 2-1-15,0 2 1 16,0 1-2-16,0 1 1 16,2 1-1-16,1 1 1 15,-2 0 0-15,0 3 1 0,2 1 0 16,-3 0 1-16,0-1-1 15,0 0-2-15,0-4-10 16,0-4-8-16,0-3-17 16</inkml:trace>
  <inkml:trace contextRef="#ctx0" brushRef="#br0" timeOffset="-77228.26">3775 16784 79 0,'0'0'5'0,"0"0"1"0,0 0-2 0,0 0 3 15,0 0 3-15,0 0 4 16,0 0 2-16,0 0 8 16,0 0-9-16,0 0-7 15,0 0-7-15,0-14-6 0,0 17-4 16,0 5 5-16,3 5 3 15,-1 4 1-15,2 6 0 16,3 4 0-16,-1 5 1 16,4 8 0-16,-2 6 2 0,1 2-8 15,-4-1-105-15</inkml:trace>
  <inkml:trace contextRef="#ctx0" brushRef="#br0" timeOffset="-75613">6231 16774 33 0,'-2'0'2'0,"0"0"10"0,0-1 2 0,0-2 1 0,-1 1-4 16,1 0 2-16,0-1-2 16,0 2 3-16,-2-1 5 15,1-1 4-15,1 2-1 0,2-1-3 16,0 0-8-16,0-1-5 15,0 1-5-15,0-2-1 16,7 1 0-16,3-1 0 16,2 1-1-16,-1 0 1 15,2 2 0-15,3 1-1 16,-3 0 0-16,1 0 0 0,-1 8 0 16,-1 6-2-16,-5 2 1 15,-1 2-1-15,-2 4 3 16,-4 2 1-16,0 0-7 15,0 0-4-15,-4 1-1 0,-5-4-2 16,-2-3-2-16,2-5-15 16,0-4 1-16,-2-7-63 15</inkml:trace>
  <inkml:trace contextRef="#ctx0" brushRef="#br0" timeOffset="-75200.58">6422 16627 87 0,'0'0'7'0,"0"0"2"0,0 0-5 0,0 0-5 16,0 0-2-16,0 0 4 16,0 0-1-16,0 0-2 15,0 0 1-15,0 0 2 16,-32 48 0-16,28-33 0 0,3 1 1 16,1 3 0-16,-2 0-2 15,2 0 1-15,0-2-1 16,0 1 1-16,0-5 0 15,0 0-1-15,3-4 2 16,6-1-1-16,-3-4 1 16,1-1 3-16,1-3-1 0,4 0 0 15,-1 0 2-15,5-3-2 16,-2-4 1-16,2-3-13 16,-1 0-28-16</inkml:trace>
  <inkml:trace contextRef="#ctx0" brushRef="#br0" timeOffset="-74873.07">6598 16727 94 0,'0'0'30'0,"0"0"-6"16,0 0-12-16,0 0-12 0,0 0-7 15,0 0 1-15,0 0 6 16,0 0 0-16,2 50 2 16,-2-33-1-16,0 0 1 15,0 2 4-15,0 1-2 16,3-1-1-16,-1 2-2 0,1-2 0 15,1 0 4-15,0 0-2 16,1-3-15-16,1-3-23 16,-4-6-14-16</inkml:trace>
  <inkml:trace contextRef="#ctx0" brushRef="#br0" timeOffset="-74296.91">6750 16818 73 0,'0'0'22'0,"0"0"-14"16,0 0-5-16,0 0-1 15,0 0-2-15,0 0 1 16,0 0 0-16,0 0 0 16,0 0 8-16,-17 9 13 15,17-9-4-15,0-5-10 0,0-2-2 16,0 0-3-16,2 0-3 16,4 0 0-16,-1 1 0 15,1 1 1-15,1 1-1 16,0 1 0-16,-1 2-1 0,1 1 0 15,0 0-1-15,0 1 0 16,-1 6 0-16,-3 3 0 16,-1 1-1-16,0 0 1 15,-2 4 0-15,0 0 1 16,0 1 1-16,-6-2 0 16,1 6-6-16,-4-4 7 0,4-1 2 15,-3 0-3-15,3-4 0 16,1-1 0-16,0-5 0 15,4-2 0-15,-1 0 0 16,1-3-1-16,0 0-2 16,0 0 4-16,1 0 4 0,5 0 6 15,1-4 2-15,5-2 5 16,0-1-7-16,3-1-9 16,6 0-1-16,1-1 0 15,5 0-3-15,-1-4-53 16,3-1-70-16</inkml:trace>
  <inkml:trace contextRef="#ctx0" brushRef="#br0" timeOffset="-73585.08">8892 16470 73 0,'0'0'1'0,"0"0"2"0,46-32 2 16,-30 22-2-16,-1 1 6 15,1 2 9-15,-1 1 3 0,0 2 1 16,0 4 1-16,3 0-16 16,-3 0-6-16,1 5-2 15,-3 6 1-15,3 1-1 16,-5 1 0-16,-4 2 2 15,0 0-2-15,-5 2-3 0,-2-1 2 16,0 0 3-16,-10 0-4 16,-3 3 5-16,-3-2-12 15,-1-1-7-15,1-2-10 16,1-4 5-16,1-5-18 16</inkml:trace>
  <inkml:trace contextRef="#ctx0" brushRef="#br0" timeOffset="-73277.36">9221 16352 97 0,'0'0'6'0,"0"0"26"15,0 0-2-15,0 0-19 16,0 0 0-16,0 0 5 15,-42-15-3-15,29 23-18 0,-1 2 10 16,2 5-4-16,5 1 0 16,-2 2-1-16,6 2-1 15,3 1 0-15,0-1 0 16,0-1 0-16,0-2 0 0,7-1 0 16,2-4 0-16,2-3 1 15,1-1 1-15,1-3 0 16,0-1-6-16,3-2-41 15,-3-2-17-15</inkml:trace>
  <inkml:trace contextRef="#ctx0" brushRef="#br0" timeOffset="-73080.52">9302 16470 206 0,'0'0'12'0,"0"0"17"0,0 0-11 16,0 0-18-16,0 0-8 15,0 0 5-15,0 0 4 16,0 37-2-16,0-19 2 16,0 1-1-16,0 4 0 15,0-2 2-15,3 2-2 0,1-2-26 16,-2-1-37-16,1-6-18 16</inkml:trace>
  <inkml:trace contextRef="#ctx0" brushRef="#br0" timeOffset="-72617.68">9394 16525 212 0,'0'0'3'0,"0"0"-2"15,0 0 0-15,14-41-1 0,-8 33 1 16,-1 1-2-16,1 1 3 15,-1 2 3-15,4 1 0 16,-2 3-2-16,1 0-4 16,-1 0 1-16,0 0 0 15,-4 7-5-15,1 2-6 0,-4 2-2 16,0 0-2-16,0 2 13 16,-3 0 3-16,-4-2-1 15,-1-1 1-15,1 0 0 16,0-4 1-16,1 0 0 15,3-2-1-15,0-3-1 0,3-1-2 16,0 0-19-16,0 0 25 16,6 0-2-16,1-1 2 15,1-3 8-15,1 2-2 16,1 2-2-16,0 0-2 16,1 0-6-16,-1 0 0 0,-2 7-1 15,-1 5-1-15,-3 0 1 16,-4 4-2-16,0 1 5 15,-9 1-4-15,-5 4 6 16,-5-1-4-16,-6 6 2 16,-2 0 0-16,-2-3-35 0</inkml:trace>
  <inkml:trace contextRef="#ctx0" brushRef="#br0" timeOffset="-71777.29">12505 16309 142 0,'16'-11'2'0,"-1"0"5"0,-1 1 14 0,-1 5-1 15,0 2-7-15,-3 3-6 0,-4 0-6 16,1 5-3-16,-3 5 0 16,-4 6 3-16,0 1 1 15,0 0 4-15,-8 4-5 16,-4-1 2-16,-7 0 1 16,-2 0-2-16,-1-2-4 0,-5 0-6 15,0-1-4-15,1-3-17 16,5-4-4-16,2-5-12 15,6-5-54-15</inkml:trace>
  <inkml:trace contextRef="#ctx0" brushRef="#br0" timeOffset="-71493.38">12664 16245 106 0,'0'0'0'16,"0"0"6"-16,0 0-2 15,-44 28 1-15,29-17-4 16,0 6 5-16,1 0 6 0,1-1 2 16,3 2-1-16,5-1-2 15,2-2-1-15,3-4-2 16,0 3-5-16,3-5 0 15,8-2 0-15,4-1 2 16,4-3 1-16,3-3-1 16,3 0-26-16,0-1-42 0</inkml:trace>
  <inkml:trace contextRef="#ctx0" brushRef="#br0" timeOffset="-71287">12822 16341 81 0,'0'0'150'0,"0"0"-130"16,0 0 10-16,0 0-9 16,0 0-15-16,0 0-9 15,0 0 1-15,0 0-2 16,-13 36 3-16,13-18 1 0,0 5 0 16,0-1 1-16,0 0 1 15,0 0-2-15,2 0-30 16,0-5-35-16,3-6-45 15</inkml:trace>
  <inkml:trace contextRef="#ctx0" brushRef="#br0" timeOffset="-70881.32">12905 16423 219 0,'0'0'0'0,"0"0"4"15,0 0-3-15,0 0-1 16,0 0-5-16,0 0-16 16,0 0 18-16,0 0 3 15,2 29 3-15,0-13-3 0,3-4 3 16,2-2 1-16,-2 0-1 16,3-1-1-16,1-5 1 15,0-1-3-15,1-3-18 16,0 0-23-16,0-2 16 15,-2-7 6-15,1-3 15 0,-2-1 5 16,0 0 8-16,-3-2 23 16,-2 3 4-16,0 2-6 15,-1 2-5-15,0 2 1 16,-1 2 4-16,0 4-12 16,3 0-13-16,-3 0-14 0,2 7 4 15,1 3 3-15,2 4 3 16,3 2 0-16,-1 0 0 15,2 2-16-15,2 0-26 16,-2-4-35-16,1-3-61 16</inkml:trace>
  <inkml:trace contextRef="#ctx0" brushRef="#br0" timeOffset="-70113.35">14711 16036 150 0,'0'0'-1'0,"0"0"-1"0,0 0-3 0,0 0-1 16,0 0 6-16,0 0 3 16,0 0 15-16,0 0 10 15,43-36-9-15,-29 33-8 0,1 3-7 16,1 0-2-16,1 0-1 16,-1 5-2-16,-5 5-10 15,-1 1-11-15,-1 2 1 16,-5 1 14-16,-4-3 5 15,0 1 2-15,-2-1 0 16,-10 2 2-16,-2-3-1 0,-3 1-3 16,1-2-13-16,-2-5-30 15</inkml:trace>
  <inkml:trace contextRef="#ctx0" brushRef="#br0" timeOffset="-69821.31">14936 15934 140 0,'0'0'7'0,"0"0"29"0,0 0-1 16,0 0-19-16,0 0-15 16,0 0-1-16,0 0 4 15,0 0-6-15,-43 4 4 16,28 13-1-16,3 1 2 15,0 3-1-15,5 2 1 0,1-1-3 16,3 0 1-16,2-2-1 16,1-1 1-16,0-4 0 15,6-1-1-15,3-3 1 16,5-2-5-16,3-6-7 16,1 0-26-16,0-3-39 0</inkml:trace>
  <inkml:trace contextRef="#ctx0" brushRef="#br0" timeOffset="-69593.41">15066 16094 218 0,'0'0'17'16,"0"0"15"-16,0 0-9 16,0 0-9-16,0 0-8 15,0 0-6-15,0 0-1 16,0 0-1-16,-13 14 0 0,11 2 2 15,0 1 0-15,-2 1 0 16,4 2 2-16,0-1-2 16,0 0 2-16,0-3-2 15,0 0-30-15,0-4-21 16,0-5-63-16</inkml:trace>
  <inkml:trace contextRef="#ctx0" brushRef="#br0" timeOffset="-69195.21">15191 16105 200 0,'0'0'4'0,"0"0"4"16,0 0-9-16,0 0-6 16,0 0 1-16,0 0 0 15,0 0 6-15,-42 24 3 16,32-12-2-16,2-1 2 0,1 3 0 15,3-1-1-15,2-2-1 16,2-1-1-16,0-1 0 16,0-1 0-16,2-3 1 15,4-1 6-15,4-3 5 16,1 1 1-16,2-2-3 0,-1 1-4 16,1-1-3-16,-2 3-2 15,0 1 0-15,-2-1-1 16,-4 1 2-16,2 2-2 15,-3-2-2-15,-4-1 2 16,0 3 0-16,0-1 2 0,-4 1 1 16,-6 1-1-16,-1 2 0 15,-4-3-1-15,1 2-4 16,-1-1-11-16,1-1-16 16,1-5-39-16,2-1-11 15</inkml:trace>
  <inkml:trace contextRef="#ctx0" brushRef="#br0" timeOffset="-69057.68">15232 16102 139 0,'0'0'33'0,"40"-34"-28"16,-13 16 1-16,3-3-3 15,0-2-54-15</inkml:trace>
  <inkml:trace contextRef="#ctx0" brushRef="#br0" timeOffset="-66824.64">2711 17585 92 0,'-2'1'22'0,"2"-1"-12"0,-2 0 0 0,2 0-4 15,0 0-5-15,0 0-1 0,0 0-3 16,0 0-1-16,0 2 5 15,0-2-2-15,6 0 0 16,1 0 1-16,2 0 1 16,3 0-1-16,6 0 1 0,-1 0 0 15,4 0 0-15,3-3 1 16,3-1-2-16,2 0 0 16,1-1 0-16,3-2 1 15,0 2-2-15,5-1 1 16,-2-1 0-16,3 0 0 15,3 1 0-15,2 0 0 0,3 1 1 16,-2-2-1-16,4 1 1 16,2-3-1-16,0-1 0 15,1 1 1-15,1-3 1 16,1-2-2-16,0 0 0 16,-2 1 1-16,0 0 3 0,2 0 7 15,-4 0 0-15,-3-2-4 16,2 2-1-16,-3-1-1 15,-2 1 1-15,-3-2-2 16,-1 0-1-16,-1 1-1 16,-7 3-1-16,-1-2 2 0,-4 2-6 15,-6 2-12-15,-4 2-14 16,-4 3 3-16,-5 1-12 16,-8 3-17-16</inkml:trace>
  <inkml:trace contextRef="#ctx0" brushRef="#br0" timeOffset="-66242.42">3000 17676 16 0,'0'0'7'0,"53"-18"15"0,-24 8-1 0,5-3-4 16,4-2-4-16,2 0 8 0,3-2 0 16,4 1 1-16,-1-3 0 15,2-3-6-15,0 2-3 16,2-1-2-16,-1 1-2 16,0-1 1-16,3 2 1 15,-1 2 1-15,0 2-5 0,1 3 1 16,-3 1-4-16,4 6-3 15,-1 1 0-15,2 4-1 16,-1 0 3-16,1 0-2 16,-4-4-16-16,-6-13-91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22:10.606"/>
    </inkml:context>
    <inkml:brush xml:id="br0">
      <inkml:brushProperty name="width" value="0.05292" units="cm"/>
      <inkml:brushProperty name="height" value="0.05292" units="cm"/>
      <inkml:brushProperty name="color" value="#FF0000"/>
    </inkml:brush>
  </inkml:definitions>
  <inkml:trace contextRef="#ctx0" brushRef="#br0">16873 5849 9 0,'0'0'17'0,"0"0"1"0,-44-16-9 0,29 12 7 15,-2-1-1-15,3-1 0 16,-1 4-4-16,1-1-1 16,1 1-1-16,-1 1-2 0,1-1-5 15,1 1-1-15,2 1-1 16,2 0 0-16,2 0 1 16,4 0 0-16,0 0-1 15,2 0-1-15,0 0 0 16,0 3 0-16,8 2-1 0,5 1 1 15,6-2 11-15,3 3-4 16,4 0-3-16,5-1 0 16,7-1-1-16,3 1 2 15,7 0-2-15,5-1 3 16,7 0-3-16,5-1 2 0,7-1 3 16,6 1 0-16,9-4 3 15,7 0 1-15,6 0-3 16,10 0-1-16,1 0-2 15,6 0-2-15,6-5 0 16,6-1-1-16,4 0 0 16,1-4 1-16,8 2 1 0,2 1-1 15,1-2 1-15,2 1-1 16,-1 0 3-16,-3 0-5 16,4 0 2-16,-6 3 0 15,-4-1 2-15,-6 1-3 16,-6 2-1-16,-10 2-1 0,-10 1 1 15,-9 0 0-15,-12 11-1 16,-14 1-1-16,-15 2-12 16,-20-3-89-16</inkml:trace>
  <inkml:trace contextRef="#ctx0" brushRef="#br0" timeOffset="116513.81">16425 15406 88 0,'0'-6'31'0,"0"0"13"0,0-1 1 0,0 1-11 16,0 2-12-16,0 0-9 16,0 1-2-16,0 1-4 0,0 1 3 15,0 0-3-15,0 1-1 16,0 0-6-16,0 5-3 16,0 5 0-16,0 6 6 15,0 2-2-15,0 2 0 16,3 0 0-16,0 1-1 0,1-2 1 15,0 0 0-15,-2-1 0 16,0-1-2-16,-2 1-14 16,0-5-31-16,0-4-26 15,0-8-69-15</inkml:trace>
  <inkml:trace contextRef="#ctx0" brushRef="#br0" timeOffset="117075.15">16412 15403 184 0,'0'0'6'15,"0"0"4"-15,0 0 12 0,0 0-7 16,36-20-4-16,-25 20-7 15,0 0-3-15,0 7 0 16,3 3 0-16,-3 3-1 16,0 0 0-16,1 3 1 15,0-2-1-15,1 3 1 0,-3-2-1 16,-2-1 1-16,1-1-1 16,-4-3 1-16,0 0-3 15,-2 0-10-15,-1-6 3 16,-1 1-2-16,-1-3 2 15,0-2 1-15,1 0 5 0,-1 0 8 16,0-4-5-16,0-3-4 16,1-4-2-16,0-1 1 15,1 0 0-15,2-1 3 16,-2 0 1-16,3-2 3 16,0 2 4-16,0 4 2 15,3-2 5-15,0 1-2 0,3 3 0 16,1-1-5-16,2 2-1 15,-1-1-2-15,3 4-1 16,0 2-1-16,0 1 0 16,-1 0-1-16,1 9 1 15,-4 1 0-15,0 3-2 0,0 3 2 16,-1 1 0-16,-3 1-1 16,1 3 2-16,-2-4-2 15,1 3-11-15,-1-3-18 16,0-2-41-16</inkml:trace>
  <inkml:trace contextRef="#ctx0" brushRef="#br0" timeOffset="117615.93">17194 15461 85 0,'0'0'3'0,"0"0"17"0,0 0 1 0,0 0 3 15,0 0-1-15,0 0 3 16,0 0-5-16,-38-18-10 16,32 16-2-16,-1-1 0 15,-3 3-4-15,0 0-4 16,-1 0-1-16,-5 0 0 0,-1 2 0 15,-2 5-2-15,-1 2 0 16,3 1 0-16,1 0 2 16,4 2 0-16,3 1 0 15,3 0-1-15,5 0 1 0,1 1-3 16,0-3-3-16,8 0 8 16,3-2 1-16,4-3 0 15,1-2-2-15,2-4-1 16,0 0 2-16,2 0 0 15,-2-6-1-15,-1-3 0 16,-3-2 0-16,0 0-1 0,-4 0 1 16,-3-2 1-16,-2 2-1 15,-2 2 1-15,-2 1 0 16,-1 1 16-16,0 1-13 16,0 5 5-16,0-1 0 15,0 2-10-15,0 0 2 0,0 7-1 16,3 2-4-16,1 0-9 15,1 2-11-15,0-2-4 16,3-1-47-16,-1-4-47 16</inkml:trace>
  <inkml:trace contextRef="#ctx0" brushRef="#br0" timeOffset="117923.86">17420 15426 138 0,'0'0'7'0,"0"0"13"0,0 0-10 0,0 0-5 0,-47-13 2 16,32 13 5-16,1 0 0 16,1 5-2-16,1 3-4 15,1 6-4-15,1-1 0 0,5 3 1 16,0 1-1-16,5-1-1 15,0-1-1-15,3-1 5 16,7-3 2-16,3-1-3 16,6-5 1-16,1 0 4 15,4-4-4-15,3-1-1 0,2 0-2 16,2-7-16-16,1-7-47 16,-1-4-81-16</inkml:trace>
  <inkml:trace contextRef="#ctx0" brushRef="#br0" timeOffset="118706.08">17568 15257 192 0,'0'0'12'0,"0"0"27"15,0 0-15-15,0 0-11 16,0 0-13-16,0 0-2 15,0 0 7-15,0 0-3 16,0 0 1-16,2 47-1 16,3-25-2-16,1 2 1 0,-2 1-1 15,0 0 1-15,-2-2 0 16,1 0 0-16,-1-3 0 16,-2-1 1-16,0-3-2 15,0-3 0-15,0-2 0 16,0-1 0-16,0-3 0 0,-2-4-5 15,-1 0-1-15,1-3 1 16,0 0 8-16,0-3-2 16,1-7-5-16,1-1-6 15,0-2 9-15,0-3-5 16,2-2 7-16,6 3-1 0,1 0 3 16,1 1-3-16,2 2 0 15,2 0 0-15,-1 6 0 16,2-2 0-16,0 4 1 15,-1 4-2-15,-1 0 1 16,0 0-1-16,-2 6 1 0,0 5-3 16,-1 0-4-16,-2 1 4 15,-1 3 2-15,-1-1 0 16,-1-1 2-16,2 2-1 16,-3-3 0-16,1-2 1 15,3-2 0-15,-2-1 0 0,4-1 1 16,1-5 2-16,0-1 2 15,3 0 1-15,1 0-4 16,-1-5-1-16,1-4-1 16,-1-2-1-16,-1-1 1 15,-1-3-1-15,-4 1 0 16,-1 0 1-16,-2 0-1 0,-1 2-1 16,-2 1 1-16,-2 2 0 15,0 3-2-15,0 0-6 16,-4 5 1-16,-1-1 4 15,1 2 5-15,-1 0-4 16,1 3 4-16,2 7-2 0,0-2 1 16,2 3 1-16,0-1 2 15,0 0 5-15,2 0 0 16,1 0-1-16,5-1-4 16,-1-2-2-16,4 1-1 15,-2-4-1-15,1 0-15 0,1-4-26 16,-1 0-74-16</inkml:trace>
  <inkml:trace contextRef="#ctx0" brushRef="#br0" timeOffset="118855.12">18010 15279 286 0,'0'0'2'0,"0"0"1"0,0 0 0 15,0 0-7-15,0 0-58 0,0 0-37 16</inkml:trace>
  <inkml:trace contextRef="#ctx0" brushRef="#br0" timeOffset="119282.1">18154 15397 261 0,'0'0'1'15,"0"0"-4"-15,0 0 2 0,0 0-2 16,0 0-8-16,0 0 5 16,8 43 9-16,-8-33-3 15,0 0 2-15,-2-1-1 16,0-1 0-16,2 0 1 0,0-2-4 15,0-2-1-15,0-2-7 16,0-1 4-16,0-1 5 16,0 0 8-16,0-2 5 15,0-6-1-15,0-3-1 16,4 0 0-16,0-2-1 0,3 1-1 16,0 0-3-16,3 0-4 15,2 3 2-15,2-1-3 16,-1 3 0-16,4 3 1 15,-2 1-1-15,1 2 1 16,-1 1-1-16,-1 0-1 0,-1 7 1 16,-2 1-1-16,0 3-9 15,-5 2-24-15,-1-3-25 16,-2-2-33-16</inkml:trace>
  <inkml:trace contextRef="#ctx0" brushRef="#br0" timeOffset="119624.82">18423 15446 238 0,'0'0'2'0,"0"0"1"16,0 0 1-16,0 0-2 0,0 0 0 16,35-43-2-16,-28 34 1 15,-1 2-1-15,-2 0 0 16,-1-2 1-16,0 4-1 15,-3-2 0-15,0 2 1 16,0 0-3-16,-3 2-1 0,-4 0 2 16,0 2-2-16,-4 1 2 15,1 0 2-15,2 4 4 16,-2 4-3-16,4 2-2 16,0 4 0-16,3-1 3 15,3 2 9-15,0-2-5 16,0 2-3-16,3-2 0 0,9-4 0 15,4 2-1-15,5-1-4 16,0-3-23-16,6-7-25 16,3 0-94-16</inkml:trace>
  <inkml:trace contextRef="#ctx0" brushRef="#br0" timeOffset="119900.87">19132 15149 141 0,'0'0'7'0,"0"0"0"0,0 0-2 16,0 0 0-16,-20 51 8 15,18-31 1-15,0 5-7 16,2-1-6-16,0 1 1 16,0-1 1-16,0 0-3 15,0-2-1-15,0-2-27 0,0-2-26 16</inkml:trace>
  <inkml:trace contextRef="#ctx0" brushRef="#br0" timeOffset="120305.85">19005 15321 226 0,'0'0'3'0,"0"0"-1"0,43-26-2 16,-24 19 0-16,4 1 0 15,2 3 0-15,1 3 0 16,-1 0 0-16,3 0 0 15,-3 6 0-15,0 5-2 16,0 1 4-16,-4 3-2 16,-4 2 0-16,-4 1 0 0,-2-1-12 15,-6-1-17-15,-4-1 4 16,-1-2 15-16,0-3 7 16,0-4 1-16,-5-3 3 15,-2-1 14-15,-1-2 11 16,-1 0-10-16,1-5-9 0,0-6 0 15,2-2 2-15,1-4 2 16,2-2-3-16,3 1 6 16,0-3-1-16,0-1-10 15,8 3-2-15,6 2 0 0,-1 3-2 16,5 3-11-16,0 2-15 16,2-1-60-16,0 3-55 15</inkml:trace>
  <inkml:trace contextRef="#ctx0" brushRef="#br0" timeOffset="120746.93">19609 15251 198 0,'0'0'10'0,"0"0"8"15,0 0-12-15,0 0-1 0,-46 0-6 16,31 0 1-16,-2 0 1 15,1 5-2-15,2 1 5 16,2 4-2-16,4 0-1 16,-3 3-1-16,6 0 2 15,1-1 0-15,2 2-1 0,2-2-5 16,0-1 7-16,1-2-3 16,6-2 0-16,0-2-7 15,4-2-1-15,0-3-2 16,3 0 6-16,-1 0 3 15,0-5 1-15,-1-3 0 0,-2-3 1 16,1 1 0-16,-3-3 1 16,-3 2-1-16,-1 2 2 15,0 2 7-15,-4 1 5 16,0 2 6-16,0 2 3 16,0 2-13-16,0 0-8 0,0 0-5 15,2 1-1-15,-2 6 2 16,3 3 2-16,-1 3-1 15,5-2-9-15,-1 2-20 16,-1-5-3-16,1 0-41 16,1-4-75-16</inkml:trace>
  <inkml:trace contextRef="#ctx0" brushRef="#br0" timeOffset="121209.9">19686 15289 250 0,'0'0'16'0,"0"0"-7"0,0 0 1 16,0 0-7-16,0 0-1 15,31-37 0-15,-21 36-1 16,-1 1-1-16,0 0 0 0,4 0-1 16,-4 6 0-16,0 2 1 15,1 4-1-15,-4 2 1 16,0 1 0-16,-4-2-8 15,-2 1-7-15,0-3 2 16,0-1 3-16,-2-4 0 0,-6-2 2 16,3-2 7-16,-5-2 8 15,1 0 3-15,3 0-4 16,2-6-1-16,-1-3 3 16,3-1-2-16,2-2-5 15,0-2 11-15,7 0-10 16,2-2 0-16,3 3 0 0,4-1 0 15,2 3-4-15,1 1 5 16,1 3-2-16,0 3-2 16,2 2 2-16,-6 2-1 15,-1 0-1-15,-2 3 1 16,-1 7-1-16,-5 2 1 0,-1 1 1 16,-4 0-2-16,-1 3-3 15,-1-3-14-15,0-2-12 16,0-3-36-16,0-2-12 15</inkml:trace>
  <inkml:trace contextRef="#ctx0" brushRef="#br0" timeOffset="121566.76">20172 15202 216 0,'0'0'11'0,"0"0"21"0,0 0-5 0,16-44-18 0,-16 40-5 15,0 2-5-15,-6 2-4 16,-4 0-6-16,-3 0 3 16,-1 6 8-16,0 3 3 15,1 1-2-15,3 1 0 0,2 1 0 16,4-2 0-16,4 0-2 16,0 0-1-16,4 0 3 15,5 1 3-15,3-4-3 16,2 3 0-16,0-3 0 15,0 0 2-15,-1 0-1 0,-1 0-1 16,-2-1-1-16,-4-1 1 16,-3 0-1-16,-3-1 0 15,0 1-2-15,-4 0-1 16,-8-1 0-16,-3-1 3 16,-2 1 0-16,-2-1-13 0,-3-3-16 15,0 0-55-15</inkml:trace>
  <inkml:trace contextRef="#ctx0" brushRef="#br0" timeOffset="121842.54">20314 15018 234 0,'0'0'3'0,"0"0"-5"0,0 0-1 16,0 0 2-16,0 0-3 15,7 45 8-15,-7-21 2 16,0 0 1-16,0 2-2 16,0 3-1-16,0-2-2 0,3-1 0 15,1-3-1-15,2-1-4 16,2-5-30-16,0-3-39 15,0-5-36-15</inkml:trace>
  <inkml:trace contextRef="#ctx0" brushRef="#br0" timeOffset="122235.37">20586 15224 249 0,'0'0'5'0,"0"0"8"0,0 0-8 15,0 0-3-15,0 0-1 16,-52-31-1-16,33 31 2 16,2 0 0-16,-1 0-1 15,3 7 0-15,1 0 0 16,2 2-1-16,5 1 0 0,3-1 1 16,1 1-4-16,3 1-6 15,0-5-7-15,9 1 3 16,3-2 5-16,1-4-1 15,2-1 7-15,0 0 3 16,1 0 0-16,-2-3 1 16,-1-1 3-16,-2-2 5 0,-4 2 7 15,0 2 8-15,-2 0-6 16,0 2-11-16,-2 0-6 16,1 0-3-16,2 0 1 15,-3 2-1-15,3 2 1 0,1 1-1 16,-4 1-7-16,3-2-12 15,-1-1-13-15,2-3-16 16,-1 0-48-16</inkml:trace>
  <inkml:trace contextRef="#ctx0" brushRef="#br0" timeOffset="122504.7">20684 14997 250 0,'0'0'7'0,"0"0"18"0,0 0-16 15,0 0-10-15,0 0-1 16,0 0-1-16,0 0 3 16,0 0 1-16,13 61 1 15,-7-37-1-15,-1 5-1 0,-2-3 0 16,1-1 2-16,0-2-2 15,-1-2-3-15,-1-4-14 16,-1-5-4-16,-1 0-8 16,0-7-27-16,0-3-3 15</inkml:trace>
  <inkml:trace contextRef="#ctx0" brushRef="#br0" timeOffset="122804.33">20634 15155 215 0,'0'0'17'16,"0"0"-6"-16,0 0 1 16,0 0-11-16,0 0 0 15,0 0-1-15,45-18 0 16,-29 15 0-16,3 0 0 16,1 2 0-16,-1-2 0 0,1 1-1 15,-3-1 1-15,1 3 1 16,-3 0 4-16,-2 0-2 15,-1 1 1-15,-3 7-3 16,-1 4 0-16,-4 0-1 16,0 3 1-16,-3-3 1 0,1 0-1 15,-2-1 1-15,0-3-1 16,0 2-1-16,2-6 0 16,2-1-25-16,-2-3-60 15</inkml:trace>
  <inkml:trace contextRef="#ctx0" brushRef="#br0" timeOffset="122961.05">20903 15003 305 0,'0'0'-3'0,"0"0"5"0,0 0-2 15,0 0-11-15,0 0-61 16,0 0 5-16,0 0-3 15</inkml:trace>
  <inkml:trace contextRef="#ctx0" brushRef="#br0" timeOffset="123352.32">20989 15109 228 0,'0'0'6'16,"0"0"11"-16,0 0-15 16,0 0-4-16,0 0 4 15,0 0-3-15,0 0 4 16,-33 40-2-16,26-26-1 0,3 0 1 16,3-1-2-16,1-1-1 15,0-4-1-15,3 1-1 16,7-4 0-16,0-2 1 15,0 0-1-15,2-3 0 16,-1 0 3-16,0 0 1 0,1-7 6 16,-5 0 9-16,0-3 5 15,-1-2 1-15,-1-1-6 16,-3-1-5-16,-2-1-4 16,0 1-3-16,0 3 0 15,-2 2-7-15,-7 4 5 0,1 1-5 16,0 4-12-16,-3 0-17 15,2 0-10-15,0 2-36 16</inkml:trace>
  <inkml:trace contextRef="#ctx0" brushRef="#br0" timeOffset="123799.52">21188 15100 179 0,'0'0'25'0,"0"0"-21"15,0 0 3-15,41-7-5 16,-31 7-1-16,-3 4-1 16,-1 5 0-16,-1 1 0 0,-4 2 1 15,1 1 2-15,-2 1-3 16,0 0 0-16,0-5 0 15,0 0 1-15,-1-3 1 16,-1-3-2-16,0 0 0 16,-2-2 3-16,2-1 11 0,1 0 3 15,0 0 0-15,1-4 0 16,0-5-9-16,0 0-1 16,0-2-3-16,4-1 3 15,3 0-5-15,4 0-1 16,-2 3 1-16,3 2-2 0,3 2 1 15,0 2 0-15,3 3-1 16,1 0 1-16,-2 2-2 16,3 9 1-16,-3 3-1 15,-1 7 1-15,-5 1-1 16,-6 4-8-16,-5 1-28 16,-4 3-16-16,-18-5-53 0</inkml:trace>
  <inkml:trace contextRef="#ctx0" brushRef="#br0" timeOffset="125323.67">16554 15857 12 0,'0'0'11'0,"0"0"-7"0,0 0 22 16,0 0 0-16,0 0-2 0,0 0 1 15,0 0 2-15,0 0-5 16,0 0-7-16,0 0-8 15,0 0-7-15,0 0 5 16,0 0-1-16,1 0-4 16,2 0 0-16,1 0 0 0,0 0 0 15,0 0 1-15,3 2-1 16,1-1 1-16,2-1 0 16,2 0 0-16,3 0 0 15,0 0 0-15,2 0 1 16,3 0-1-16,-1 0 0 15,4 0 0-15,2 0 1 0,0-3-2 16,1 1 0-16,5-3 1 16,0 4-1-16,4-3 0 15,2 1 0-15,3-3 0 16,4 3 0-16,4-1 0 0,0 1-3 16,2-2 3-16,-2 0 2 15,2 2-2-15,-2 0 0 16,3-1-2-16,0 0 4 15,-3 1-2-15,0-2 0 16,-2 1 0-16,-1 1 0 16,-1-1 1-16,0-1-1 0,-1 2 0 15,0-2 0-15,1 1 0 16,3-2 1-16,-1 4-1 16,2-3-1-16,2 1 1 15,0-1 0-15,1 1 0 16,2 0 0-16,0-1 0 0,1 1 0 15,0-2-1-15,0 1-1 16,0 0-1-16,0 0 1 16,0 1 1-16,-2-1 1 15,1 1 0-15,1-1 0 16,-2 1 0-16,1 1 1 0,0-1 0 16,1 1-2-16,-2 1 3 15,-2-1 0-15,2 2 2 16,0-2-1-16,-4 2 0 15,4-1 0-15,-3 1-2 16,2 1-1-16,1-2 2 16,-1 2-1-16,3-1-1 0,0-1 0 15,0-2 0-15,4 3 0 16,-1-5 1-16,0 2-1 16,1 0 0-16,2 1 0 15,0-1 0-15,1-2 0 16,1 2 1-16,-3-2-1 0,3 3 0 15,-1-2-1-15,0-1 2 16,0 2-2-16,-2-2 1 16,-1-1-1-16,2 2 1 15,-4-1 0-15,1-1 0 0,0 1 0 16,-1-1 1-16,-2 3-2 16,-3-2 1-16,-2 2 1 15,-3-2-2-15,-3 2 1 16,-5 0 1-16,-2-2-1 15,-1 3 1-15,-5-1 3 16,-1 0 8-16,-2 2 1 0,-2 1-3 16,-3-1-4-16,-5 2-4 15,-1 0-1-15,-5 0 0 16,-4 0-1-16,0 0-2 16,-5 0-3-16,-2 0-12 15,0 0-18-15,0 0-22 0,-2 0-25 16</inkml:trace>
  <inkml:trace contextRef="#ctx0" brushRef="#br0" timeOffset="125714.62">21635 14980 264 0,'1'0'3'0,"0"0"1"0,2 0-1 16,-3 0-3-16,0 0 0 15,2 0-5-15,-2 0-21 16,2 0-25-16,0 1-2 0,2-1-61 15</inkml:trace>
  <inkml:trace contextRef="#ctx0" brushRef="#br0" timeOffset="125843.63">21684 15059 173 0,'0'0'63'0,"0"0"-127"15,0 0 15-15</inkml:trace>
  <inkml:trace contextRef="#ctx0" brushRef="#br0" timeOffset="126966.98">17158 16167 122 0,'0'0'80'0,"0"0"-73"0,0 0 31 16,0 0-17-16,0 0-4 16,0 0-1-16,0 0-6 15,0 0-3-15,0 0-6 16,0 0-4-16,0 0 3 0,0 0-1 16,0 0 2-16,-6 49-2 15,10-25-5-15,-1 0-17 16,-1-1-13-16,0-2-23 15,-1-6-37-15</inkml:trace>
  <inkml:trace contextRef="#ctx0" brushRef="#br0" timeOffset="127205.93">17112 16364 196 0,'0'0'3'0,"0"0"6"16,0 0-3-16,0 0-3 16,42-7-1-16,-28 4 4 15,1-1 4-15,-1-1-1 16,1 2-4-16,-1 0-4 16,1-1-1-16,-1 2 1 0,-1-2-3 15,-2 1-18-15,-4 0-34 16,-2-3-20-16</inkml:trace>
  <inkml:trace contextRef="#ctx0" brushRef="#br0" timeOffset="127426.99">17013 16205 214 0,'0'0'2'0,"0"0"10"16,0 0-2-16,0 0-7 16,0 0-1-16,41-41-3 15,-16 34 1-15,2 1 0 0,1 2 0 16,2 0-23-16,0 1-58 16</inkml:trace>
  <inkml:trace contextRef="#ctx0" brushRef="#br0" timeOffset="127908.31">17385 16247 148 0,'0'0'2'0,"0"0"5"0,0 0 7 15,0 0-6-15,-37 3 8 16,30-9 6-16,4 1 2 15,2-1-4-15,1 0-3 16,0-1-13-16,3 0-3 16,8 1 0-16,0-1-1 15,2 4 0-15,1 1 0 0,1 2 0 16,-1 0-1-16,-1 0 1 16,1 4 0-16,-3 5-1 15,-5-1 1-15,3 3-1 16,-5 1-4-16,-2-1-7 15,-2 0-1-15,0-2 3 0,0-1 5 16,0-4 3-16,-4-1 2 16,2-3 3-16,0 0 2 15,0 0 5-15,2-4-5 16,0-5 2-16,2-4-7 16,6-1 0-16,5 0 0 0,0-1 0 15,3 3 0-15,1-2 0 16,1 5 2-16,-1 0 4 15,0 5 0-15,1 3-4 16,-1 1-1-16,-1 0-1 16,-2 7 0-16,0 4-1 0,-4 3-4 15,-3 0-16-15,-3-1-21 16,-1-2-49-16</inkml:trace>
  <inkml:trace contextRef="#ctx0" brushRef="#br0" timeOffset="128178.53">17760 16138 179 0,'0'0'6'0,"0"0"1"0,0 0 5 0,0 0-6 0,0 0-6 16,0 0 3-16,0 0 6 15,29 37 3-15,-26-13-3 16,0 0-3-16,2 4-3 0,-3 2 1 16,0-2-3-16,-2 1 0 15,0-1 0-15,0-4-3 16,0-3-13-16,-6-4-23 16,0-4-16-16,1-8-30 15</inkml:trace>
  <inkml:trace contextRef="#ctx0" brushRef="#br0" timeOffset="128477.12">17767 16168 159 0,'0'0'8'15,"0"0"-3"-15,37-35 5 16,-23 27 3-16,1 1 3 15,0 2-5-15,-2 3-2 16,1 2-2-16,-2 0 0 0,1 0-3 16,-1 2-2-16,-3 6-1 15,-1 2 0-15,-3 0-1 16,-2 2-3-16,-3 0-4 16,0 0 0-16,0-1 3 15,-10 3 3-15,-1-3-3 0,-4-1 11 16,1 1-9-16,-4-2-6 15,1-2-38-15,2-3-20 16</inkml:trace>
  <inkml:trace contextRef="#ctx0" brushRef="#br0" timeOffset="129218.22">18012 16125 200 0,'0'0'6'16,"0"0"20"-16,0 0-4 15,0 0-14-15,0 0-5 16,0 0-4-16,0 0 1 16,0 0 2-16,0 0 0 15,11 40 0-15,-5-24-2 0,0-2 2 16,1 1 0-16,1-3-1 15,-1-2 0-15,3-2-1 16,2-2 0-16,-4-2 0 16,3-4-1-16,0 0-2 15,-1 0-2-15,2-7 0 0,-4-4 1 16,1-2 2-16,-1-2 1 16,-1-1 1-16,-2 2 0 15,0 1 0-15,-2 0 1 16,-1 5 1-16,-1 1 4 0,0 2 1 15,-1 4 3-15,0 1-3 16,3 0-7-16,-2 4-7 16,2 5 5-16,-1 2 3 15,1 2-1-15,0-2 1 16,2 2-2-16,-2-2 1 16,3-1 0-16,3-3 0 0,-4-1 0 15,3-2 0-15,-2-1-1 16,3-2-1-16,-1-1-3 15,-1 0-2-15,1-1 3 16,-2-7 2-16,0-1 2 16,-1-3 0-16,-2-3 0 0,-1 0 2 15,1-4-2-15,-1-1-2 16,0-1 2-16,-1-3-2 16,-1 4 2-16,0-1 0 15,0 3-1-15,0 2 2 16,0 6 3-16,0 0 6 0,0 3 1 15,0 3-2-15,0 3-3 16,0 1 0-16,0 0-7 16,0 1-4-16,0 10 3 15,0 2 1-15,2 6 0 0,1 0 2 16,1 3 0-16,0-1-1 16,1 1 0-16,-1-1 2 15,0-1-5-15,0-1-14 16,-1-4-11-16,2-2-21 15,-5-6-28-15</inkml:trace>
  <inkml:trace contextRef="#ctx0" brushRef="#br0" timeOffset="129473.64">18265 16096 170 0,'0'0'1'0,"0"0"5"0,0 0 2 15,0 0-2-15,0 0 5 0,0 0 4 16,45-20-1-16,-35 20 3 16,2 0-1-16,2-1-11 15,-1 1-3-15,1 0-2 16,-1 0-2-16,-1 0-22 15,-2 0-45-15,-3-1-44 16</inkml:trace>
  <inkml:trace contextRef="#ctx0" brushRef="#br0" timeOffset="129687.24">18542 16030 235 0,'0'0'4'15,"0"0"7"-15,0 0-7 0,0 0-3 16,0 0-1-16,0 0-13 16,0 0-27-16,0 0-20 15,22-10 4-15</inkml:trace>
  <inkml:trace contextRef="#ctx0" brushRef="#br0" timeOffset="129864.98">18576 16133 173 0,'0'0'61'0,"0"0"-56"15,0 0-4-15,0 0 0 16,0 0 1-16,0 0-1 15,0 0-4-15,-1 11-4 16,1-11-42-16,2 0-44 16</inkml:trace>
  <inkml:trace contextRef="#ctx0" brushRef="#br0" timeOffset="130007.59">18671 16084 259 0,'0'0'-5'16,"0"0"8"-16,0 0-3 16,0 0-19-16,37 0-107 15</inkml:trace>
  <inkml:trace contextRef="#ctx0" brushRef="#br0" timeOffset="130862.38">17090 16523 92 0,'0'0'17'0,"0"0"11"0,0 0-11 0,0 0-10 15,0 0-1-15,0 0 0 16,0 0-4-16,0 0 0 16,0 0 0-16,0 0 6 15,-3 0-2-15,3 0-1 0,6 1-2 16,3-1 0-16,3 0-3 16,1 2 0-16,3-2 1 15,0 0-1-15,3 0 3 16,3 0 4-16,3 0 2 15,4 0-4-15,4-2-2 0,5-2-1 16,1 1-2-16,2-1 0 16,1 2 1-16,1-4-1 15,0 1 0-15,2 1 0 16,0-3 0-16,2 2 1 16,0-3-1-16,2 1 0 0,1 1 0 15,-1 1 0-15,1 0 1 16,-3 0-1-16,1-1-1 15,-3 3 1-15,4 0 0 16,-7 0 1-16,2 2-1 16,-5-3 0-16,-3 4 0 15,-5-1 0-15,-4-1 0 0,-7 2 3 16,-6 0 6-16,-3 0 0 16,-6 0-2-16,-2 0-3 15,-2 0-1-15,-1 0 2 16,0 0-3-16,-1 0 5 0,-4 0-7 15,-1 2-19-15,1-2-42 16,2 0-57-16</inkml:trace>
  <inkml:trace contextRef="#ctx0" brushRef="#br0" timeOffset="132331.54">19366 16017 17 0</inkml:trace>
  <inkml:trace contextRef="#ctx0" brushRef="#br0" timeOffset="134559.1">19290 16073 90 0,'0'0'12'15,"0"0"1"-15,0 0-1 16,2-4-4-16,-2 3 9 16,0-3 9-16,0 2-1 15,0-1-3-15,0 2-6 0,0-1-8 16,0 1-5-16,0 1-2 16,0 0 0-16,0-2-1 15,0 2 0-15,0 0 0 16,0 0 0-16,0 0-1 15,0 0 1-15,0 5 0 0,0 3 0 16,0 0 0-16,0 2 0 16,2 1 0-16,0 1 0 15,2 2 0-15,-2-2 1 16,1 2-2-16,-1 0-2 16,0-1-24-16,0-2-29 0,0 1-7 15</inkml:trace>
  <inkml:trace contextRef="#ctx0" brushRef="#br0" timeOffset="135007.1">19259 16270 106 0,'0'0'10'0,"0"0"0"0,0 0-7 15,0 0 0-15,0 0 0 16,0 0 4-16,0 0 2 16,0 0-2-16,0 0 7 0,0 0 9 15,7-1-6-15,0-2-4 16,-2 1-6-16,5 0-1 16,2 0-3-16,1-1 0 15,3 2 0-15,2-1 0 16,1-1 3-16,0 2-1 15,-3-2-4-15,1 3 1 0,-2 0-2 16,-2 0-2-16,-4 0-6 16,-2 0-25-16,-2-2-66 15</inkml:trace>
  <inkml:trace contextRef="#ctx0" brushRef="#br0" timeOffset="135348.49">19142 16059 58 0,'0'0'88'0,"0"0"-43"0,0 0-7 0,0 0-26 16,0 0-10-16,0 0-1 15,0 0 7-15,0 0-1 16,48-1-2-16,-21-2-4 15,5-3-2-15,5-2-55 16</inkml:trace>
  <inkml:trace contextRef="#ctx0" brushRef="#br0" timeOffset="136766.84">19165 16093 136 0,'0'0'5'0,"0"0"20"0,0 0-11 0,0 0-8 15,0 0 4-15,0 0 2 16,0 0-2-16,0 0-4 0,0 0-5 16,0 0-1-16,0 0 2 15,0 0 0-15,0 0 1 16,14 17 0-16,-11-1-3 16,0 1 1-16,2 2 0 15,-1 0-1-15,1 0 0 16,2 1 1-16,1-1-1 0,1-1 0 15,3-1 1-15,1-4 0 16,-2-1-1-16,5-2 1 16,-5-3 0-16,3 0-1 15,-5-5 0-15,2-1-4 16,0-1-7-16,-5 0-5 0,1 0 1 16,-2-9 6-16,0 0 7 15,-1-4 3-15,-3-1 0 16,1-1 7-16,0-1 3 15,-1 2-4-15,2 1 3 16,-1 2-7-16,2 3-1 0,-1 1 1 16,3 2-2-16,2 5 1 15,0 0-2-15,-1 0 1 16,3 8-2-16,-2 2-1 16,2 3 2-16,-1 1 2 15,3 0-2-15,-3 1 1 0,2-3-1 16,3-1 0-16,-2-2 1 15,3-2 0-15,-2-4 0 16,3-2-1-16,-3-1 1 16,1 0 0-16,-1-4 2 15,-2-6 7-15,0-3 7 0,-2-1 8 16,-3-3-8-16,-1-1-5 16,0-2-3-16,-3-3-2 15,-2 1-2-15,0-1-4 16,0 2 0-16,0-3 0 15,-2 8-1-15,-4 0-1 0,3 4 0 16,0 4-4-16,1 4-9 16,2 2-19-16,-2 2-27 15,2 0-86-15</inkml:trace>
  <inkml:trace contextRef="#ctx0" brushRef="#br0" timeOffset="137185.74">19790 16164 212 0,'0'0'1'0,"0"0"1"0,0 0-1 0,0 0 0 16,38 0 0-16,-32-2-1 15,0-2 1-15,0 0 3 16,0 0 0-16,-2-1-3 15,1-2 0-15,1 2-1 0,-3-2-1 16,-1 0 0-16,-1-1-1 16,-1 0 0-16,0 4 0 15,0-2 2-15,-5 3-4 16,-2 2 0-16,-4 0 7 0,-1 1-3 16,-1 0-2-16,-1 0 2 15,-1 1 0-15,1 7 3 16,-1 0-2-16,2 4 0 15,1 2 1-15,2 0-2 16,2 3 1-16,1 0 2 0,5 0 1 16,2-1 5-16,0-2-3 15,1-3 2-15,14-1-2 16,1 0 0-16,8-4-5 16,3-5 1-16,3-1-16 15,3-1-106-15</inkml:trace>
  <inkml:trace contextRef="#ctx0" brushRef="#br0" timeOffset="137813.68">20570 16053 198 0,'0'0'0'0,"0"0"2"0,0 0-1 0,0 0-1 15,0 0 1-15,0 0 3 0,0 0 5 16,0 0 3-16,0 0-3 15,0 0-5-15,-40-29-2 16,28 31-2-16,0 6 2 16,-3 3-1-16,2 1-1 15,1 4 2-15,1-1-1 0,2 0 0 16,5 2-1-16,1-2-1 16,3-5 1-16,0 0-1 15,9-1 1-15,5-5-2 16,1-2 1-16,4-2-6 15,-1 0-11-15,2 0-13 16,0-5 1-16,-3-3 10 0,-1-2 14 16,-4-2 6-16,-1 1 2 15,-3-3 6-15,-3 0 7 16,-3 2 3-16,-1 0 3 16,-1 2-3-16,0 1-3 15,0 2-2-15,0 3-2 0,0 1 0 16,-1 0-1-16,-1 3-3 15,2 0-5-15,0 0-3 16,0 3 0-16,0 4 0 16,0 3 2-16,2 2-1 15,3-1 0-15,3-1 0 16,-2 1 0-16,4 1 0 0,1-3-1 16,1 0-12-16,-1-4-26 15,-2-3-62-15</inkml:trace>
  <inkml:trace contextRef="#ctx0" brushRef="#br0" timeOffset="138061.37">20722 16073 208 0,'0'0'6'0,"0"0"-6"0,0 0 8 0,0 0-5 16,44-43-1-16,-32 34 5 15,0 1 3-15,2 1 5 16,-3-1-2-16,2 2-3 16,3 0-3-16,-2 1-3 15,3 2-3-15,-2 1 0 0,0 0 1 16,-1 2-2-16,-1 0-4 16,-3 0-19-16,-3 4-28 15,1-2-35-15</inkml:trace>
  <inkml:trace contextRef="#ctx0" brushRef="#br0" timeOffset="138730.66">20802 16024 116 0,'0'0'88'0,"0"0"-77"0,0 0 9 0,42-3 1 16,-28 1-5-16,3 2-5 15,-2 0-1-15,1 0-5 16,-1 0 0-16,0 5-2 0,-3 2-1 16,2 4-2-16,-4 0 0 15,-2 2 0-15,-3 1-4 16,-2-1-9-16,-2 0-8 16,-1 0 3-16,0-4 3 15,-1-2 9-15,-5-1 2 0,-2-2-1 16,1-2-9-16,-2-1 4 15,-1-1 10-15,3 0-3 16,0 0-1-16,3-7 8 16,1-1 16-16,1-1 8 15,-1-4-5-15,3 0-3 0,0-1-1 16,3-2-3-16,3 0-7 16,4-5-3-16,2 3-3 15,2 1-2-15,2 0-2 16,2 1-1-16,2 1-13 15,-3 2-18-15,2 3-20 16,-4 2-45-16</inkml:trace>
  <inkml:trace contextRef="#ctx0" brushRef="#br0" timeOffset="139151.65">21136 16024 86 0,'0'0'128'0,"0"0"-130"0,0 0 2 16,0 0 1-16,0 0 1 15,0 0 5-15,0 0 2 0,39 7 9 16,-34-7-3-16,3-5-4 16,-1-1-5-16,2-1-4 15,0 1-1-15,-5 0 0 16,1-3-1-16,-1 1 1 0,-4 2-2 15,0-2-2-15,0 4 0 16,0-2 0-16,-6 1 4 16,-1 3-2-16,-3 2 2 15,0 0-1-15,-1 0-1 16,2 4 3-16,-3 6-2 16,1 3 0-16,2 3 0 0,1 1 1 15,5 0-1-15,0 1 2 16,3-3 1-16,0-3 2 15,0-1 4-15,6-2 1 16,5-2 1-16,0-2-4 16,7-1-2-16,1-2-4 0,6-2 0 15,0 0-14-15,2-11-66 16</inkml:trace>
  <inkml:trace contextRef="#ctx0" brushRef="#br0" timeOffset="140048.24">21930 15864 252 0,'0'0'5'0,"0"0"4"0,0 0 6 0,0 0-12 15,0 0-4-15,0 0-6 0,0 0 7 16,0 0 0-16,0 0 0 15,-4 40 0-15,4-27 0 16,0-1 0-16,0 0 1 16,4-1-1-16,-3 0 0 15,3-2 0-15,5-1-1 16,-4-2-10-16,3-2-5 0,-2-3-2 16,4 0-11-16,-2-1 0 15,0 0 6-15,-2-1-5 16,2-6 10-16,0-1 17 15,-1-1 2-15,1-3 5 16,0 3 0-16,1 0 4 0,-1 1 6 16,0 1 7-16,3 0 10 15,-1 3-12-15,-1 0-3 16,2 1-5-16,-1 1-2 16,2 2-3-16,2 0-2 0,-3 0-3 15,1 2-2-15,-3 5 0 16,1 1-1-16,-1 3 0 15,-3 1 0-15,-3 0-1 16,-2 2-2-16,0-2-3 16,-1-1 1-16,0-3 1 15,-2-1-2-15,-2 0 0 0,-2-5 4 16,-2 0-1-16,1-2 6 16,2 0-1-16,-1 0-1 15,2-2 1-15,1-5 2 16,3 0 7-16,0-3 1 15,0-1-3-15,1 1-2 0,8-3-1 16,-2 0-3-16,1 1 0 16,4-1-3-16,-2 2 1 15,1 1 0-15,1 2-1 16,1 2 1-16,0 0-1 16,0 2 0-16,0 1 0 15,0 2 0-15,0 1 0 0,-1 0 0 16,-2 0 0-16,0 4-1 15,-1 4 1-15,-3 1-1 16,-2 1 0-16,-1 1 0 16,-3 2 0-16,0-3-2 15,0 3-2-15,-7-2-8 0,-4 0-2 16,-2-3-4-16,-4-2-18 16,0-4-31-16</inkml:trace>
  <inkml:trace contextRef="#ctx0" brushRef="#br0" timeOffset="140219.14">22034 15754 319 0,'0'0'-13'0,"0"0"19"0,0 0 0 0,0 0-11 16,0 0-14-16,0 0-30 15,0 0-31-15</inkml:trace>
  <inkml:trace contextRef="#ctx0" brushRef="#br0" timeOffset="141394.62">23101 15700 224 0,'0'0'3'0,"0"0"28"16,0 0-1-16,0 0-10 0,0 0-8 16,0 0-6-16,0 0-6 15,0 0 4-15,-15-6-4 16,4 20 0-16,0 5 0 16,4 2 0-16,-1 2 0 15,2 0 0-15,6-1-3 16,0 1 3-16,0-4-1 15,6-1 1-15,5-3-1 0,4-2-1 16,3-3-1-16,2-3 0 16,1-3-3-16,3-1-3 15,1-3-2-15,-1 0-5 16,-2-4 5-16,1-6 1 0,-3-3 6 16,-5-4 3-16,0-3 2 15,-4-1-1-15,-3-1 1 16,-2-4-1-16,-5 4 0 15,-1 0-1-15,0 1 0 16,-4 3 1-16,-2 4 4 0,0 2 9 16,2 5 3-16,3 2-1 15,-1 2-6-15,-1 3-3 16,2 0-3-16,1 0-6 16,0 5 3-16,0 4 1 15,0 4-2-15,4 2 2 0,-1 5 1 16,0-2-2-16,2 2 1 15,-1 0-1-15,-1 0 0 16,2 0 0-16,-1-5 0 16,-2-1 0-16,1 0 1 15,-1-4-2-15,0-3-2 0,1-4 0 16,-2 1 1-16,1-4 0 16,-1 0 4-16,1 0 1 15,1-7-1-15,1-2-2 16,3-4 2-16,0 1 0 15,1 0-1-15,1 0 1 16,0 4-1-16,0-2 1 0,3 5 0 16,0 1-2-16,-2 3 0 15,3 1 0-15,-3 0 0 16,0 0 0-16,-2 6-1 16,-2 4 1-16,0 0-1 15,0 1 1-15,-5-3 0 0,1 2 1 16,0 0-1-16,0 0 0 15,0-3 0-15,3-3 1 16,-2-1-1-16,2 0 0 16,1-2 1-16,0-1 0 15,3 0 4-15,-1-4 0 0,2-3-2 16,3-2-1-16,-1-5 0 16,0 3-1-16,0-2-1 15,-3 1 0-15,-3-1 0 16,-2 4 0-16,-1-2 0 15,-3 6-3-15,0 0 1 0,0 1-2 16,0 1-1-16,-3 3-1 16,-2 0 3-16,0 0 0 15,-1 0 2-15,3 0 1 16,-5 6 0-16,4 1 0 16,2 1 0-16,0-1-1 0,0 0 2 15,2 1-1-15,0-1 2 16,0-2 0-16,4 4 1 15,4-5-2-15,1 2 3 16,2-2-4-16,2-3 0 16,-4 0-7-16,0-1-19 15,2 0-28-15,-6-6-48 0</inkml:trace>
  <inkml:trace contextRef="#ctx0" brushRef="#br0" timeOffset="141557.47">23514 15682 257 0,'13'0'-4'0,"5"-1"4"0,3-1-14 0,6 2-49 0,0-3-51 15</inkml:trace>
  <inkml:trace contextRef="#ctx0" brushRef="#br0" timeOffset="141928.31">24140 15651 205 0,'0'0'3'16,"0"0"10"-16,0 0-3 16,0 0-7-16,0 0 0 15,0 0 0-15,0 0-2 16,0 0 1-16,-41-2-1 16,33 15 3-16,0 4 0 0,3 1 3 15,3-2 1-15,2 4 0 16,0-2 0-16,5-3-2 15,8 0-2-15,4-4 0 16,4 0 0-16,-1-4-1 0,5-2-1 16,0-2 0-16,1-3-2 15,-1 0 0-15,-1-2-18 16,1-8-15-16,-3-5-9 16,-3-3-31-16,-4-4-69 15</inkml:trace>
  <inkml:trace contextRef="#ctx0" brushRef="#br0" timeOffset="142227.18">24387 15460 175 0,'0'0'23'0,"-1"-44"24"15,-2 28-16-15,1 3-16 16,1 7-11-16,1 1-1 0,-2 4-2 16,2 1-1-16,0 0-1 15,0 0-8-15,-2 3 2 16,0 6 6-16,-1 4 1 15,1 5-1-15,0 2 1 16,1 2 1-16,-1 6-1 0,2-2 0 16,0 2 1-16,0-1 1 15,0 0 2-15,5-4-2 16,4 2 0-16,-1-5 0 16,0 0 1-16,2-2-3 0,-2 0 0 15,1-4 0-15,-1 0-4 16,3-2-18-16,-1-4-18 15,2-1-28-15,2-4-31 16</inkml:trace>
  <inkml:trace contextRef="#ctx0" brushRef="#br0" timeOffset="142661.54">24615 15738 147 0,'0'0'40'15,"0"0"2"-15,0 0-21 16,0 0-3-16,24-43-1 15,-24 37-5-15,0 1-5 0,0 0-1 16,0 3-3-16,-4 0-5 16,0 1 1-16,-4 1-1 15,-1 0 3-15,-1 1 1 16,-1 6-2-16,-1 2 1 16,3 1-1-16,-1 1 0 0,2 3 1 15,2-2-1-15,3-1-1 16,1 0 1-16,2-1-2 15,0-2 0-15,0 1 1 16,2-4 3-16,5-2-3 16,2 1 2-16,2-4-1 15,-1 0 1-15,4 0-1 0,-1 0-1 16,1-8 0-16,-3 0 2 16,-2-2 0-16,-1 1 0 15,-3 0 1-15,-2 2 5 16,-1 1 3-16,-1 3-2 0,-1 1-4 15,0-1 1-15,0 3-2 16,0 0-2-16,0 0-1 16,0 0-4-16,0 6-1 15,2 0-11-15,2 1-11 16,1-2-32-16,4-3-62 0</inkml:trace>
  <inkml:trace contextRef="#ctx0" brushRef="#br0" timeOffset="143046.15">24851 15682 211 0,'0'0'12'0,"0"0"15"0,0 0-15 0,11-46-2 0,-11 38 1 16,0 1-4-16,-1 3-3 15,-3 1-1-15,-1 3-5 16,0 0 4-16,-2 0-2 0,-3 5 0 15,0 4 0-15,1-1-3 16,-2 3 0-16,4-1 1 16,0-1-3-16,3 1 2 15,3 0 1-15,1-2-1 0,0 0-2 16,2-1 8 0,8 3-3-16,2-2 2 0,-2-1-1 15,2 0 0-15,0 1-1 16,0-2 0-16,-5-1 1 15,-2-1-2-15,-2 2 2 16,-3-3-1-16,0-1-1 0,0 0-5 16,-8-1 5-16,-2-1 2 15,-3 0 2-15,-1 0-2 16,0 0-1-16,0 0-38 16,3 0-61-16</inkml:trace>
  <inkml:trace contextRef="#ctx0" brushRef="#br0" timeOffset="143530.01">25045 15600 198 0,'0'0'2'0,"0"0"11"0,0 0-11 0,0 0-5 16,0 0 4-16,0 0-2 0,-45-17 2 16,34 17-1-16,1 6-1 15,3-1 1-15,-3 1 1 16,0 1-1-16,4-1 0 16,3 1 0-16,-3 1 0 0,4-3-1 15,0-1 1-15,2 4-2 16,0-4 4-16,6 2 2 15,2-2 4-15,1 1-4 16,2 0-1-16,-1 2-3 16,2-1 1-16,-2 0 1 15,-2 1-2-15,1 0 1 0,1 2-1 16,-2 0 1-16,0 1 0 16,-3-2 1-16,1 2 0 15,-3-3 0-15,-2 1-1 16,-1-1 0-16,0 1 1 15,0-3-2-15,-4-1 2 0,-7 0 3 16,1-1 5-16,-2-2-5 16,-3 3 2-16,0 0-3 15,-2-1-1-15,0-3-8 16,2 0-122-16</inkml:trace>
  <inkml:trace contextRef="#ctx0" brushRef="#br0" timeOffset="145676.07">17269 17286 125 0,'-22'8'-12'0,"7"-1"12"0,4 3-1 16,6-3-2-16,3 1 1 16,2-1-1-16,0-1 3 15,4 0 0-15,4-1 4 16,5-1 0-16,-2-2-2 0,3 0-3 16,-3-2-42-16</inkml:trace>
  <inkml:trace contextRef="#ctx0" brushRef="#br0" timeOffset="146167.06">17313 17370 102 0,'0'0'115'0,"0"0"-100"16,0 0 12-16,0 0-10 16,0 0-8-16,0 0-1 15,0 0 0-15,0 0-2 16,-31-11-3-16,28 18-2 0,-1 6-1 16,0 4 0-16,-1 1 0 15,3 6 0-15,-1 1 0 16,2-2 0-16,1 1 0 15,0-5-1-15,0-1-2 16,2-3 2-16,4-5-6 0,0-4 5 16,2-2-2-16,1-4 1 15,0 0 2-15,2 0 2 16,2-5-1-16,0-8 1 16,1-3 1-16,-3-5-1 15,0 0 3-15,-1-3 3 0,-2-3-3 16,-6 3-2-16,-1-1 2 15,-1 3 0-15,0 4 1 16,-3 3-2-16,-8 3 0 16,4 6-6-16,-4 5 0 15,0 1-11-15,0 0-12 0,4 9-17 16,-1 0-31-16,5 0 3 16</inkml:trace>
  <inkml:trace contextRef="#ctx0" brushRef="#br0" timeOffset="146905.81">17516 17393 250 0,'0'0'4'0,"0"0"21"0,0 0-3 0,0 0-16 15,0 0-6-15,0 0 0 16,0 0 0-16,0 41 0 16,0-23 1-16,0 2 0 15,0-2-1-15,1 1 1 0,3-5-2 16,0 1 2-16,1-5-1 16,-1-1 0-16,3-4-1 15,-1-2-2-15,1-3-4 16,0 0 2-16,2 0 2 15,-1-8 3-15,0-6-1 0,0-2 1 16,0-1 0-16,-2-2 0 16,-1 1 1-16,-1 0-1 15,0 3 2-15,-2 3-1 16,0 4 4-16,-2 2 5 0,0 3-2 16,1 2-3-16,-1 1-4 15,3 0-3-15,-2 7 1 16,2 6 1-16,1 1-1 15,-2 3 2-15,1 0 0 16,1-2-1-16,2 2 0 16,-1-4 0-16,4-2 1 0,-2-1-2 15,2-6 0-15,2 0-1 16,0-4-3-16,-2 0 1 16,2 0 0-16,0-9 1 15,0-5 2-15,-1-3-1 16,1-5 1-16,-1 0 1 0,-2-6 1 15,-1 2-2-15,1-1 2 16,-4-4-1-16,-2 4 2 16,0 3-1-16,-1 2 1 15,0 6 4-15,-1 2 0 16,0 4-1-16,0 5-2 0,0 3 0 16,0 2 1-16,0 0-4 15,0 4-6-15,0 9 3 16,0 3 2-16,0 2 3 15,0 6-1-15,0-1-1 16,0-1 1-16,6 0-1 16,-1-2 1-16,5-2-3 0,-4-2-9 15,2-4-11-15,-3-4-37 16,-2-2-76-16</inkml:trace>
  <inkml:trace contextRef="#ctx0" brushRef="#br0" timeOffset="147048.63">17807 17390 325 0,'0'0'-2'0,"0"0"4"0,39-24-6 0,-20 13-33 16,3-1-75-16</inkml:trace>
  <inkml:trace contextRef="#ctx0" brushRef="#br0" timeOffset="147275.91">17974 17301 214 0,'0'0'80'16,"0"0"-79"-16,0 0-2 0,0 0 5 15,7 55-3-15,-4-35 1 16,1 3-1-16,2 1 1 15,-1 1-1-15,-3 4 0 16,-1-3 0-16,0 5 0 16,-1-1-1-16,0-3 1 15,0-2-21-15,-1-4-33 0,-5-5-39 16</inkml:trace>
  <inkml:trace contextRef="#ctx0" brushRef="#br0" timeOffset="147575.91">18002 17356 187 0,'0'0'11'16,"0"0"-8"-16,35-37 4 0,-22 27 3 15,1 2 0-15,1 1-2 16,-3 6 3-16,-2-1-4 15,0 2 1-15,-2 0-4 16,0 3-2-16,-4 10-1 16,-2 1-2-16,-2 4 1 0,0 1-1 15,-7 3-2-15,-6 1-6 16,0-2 3-16,-4-1 1 16,0-1 0-16,-1-2-2 15,1-4-7-15,1-3-28 16,3-3-20-16</inkml:trace>
  <inkml:trace contextRef="#ctx0" brushRef="#br0" timeOffset="148336.79">18169 17322 29 0,'0'0'173'16,"0"0"-166"-16,0 0 1 0,0 0-3 16,0 0 1-16,0 0 3 15,0 0 4-15,0 0 1 16,4 44-1-16,-4-27-5 16,0-3-2-16,3 2-3 15,2-2-2-15,3-1 1 0,-3-2-2 16,1 0 1-16,-1-5-1 15,4-2-1-15,-5-3-1 16,1-1 0-16,3 0 2 16,-3-5 1-16,4-4-1 15,-3-4-1-15,1 1 0 0,-2-2 0 16,1-1 1-16,-4 2 2 16,2 1-1-16,-2 3 6 15,0 3 0-15,-2 0 2 16,2 6-3-16,0 0-5 15,0 0-2-15,-2 0-1 16,2 10 1-16,0 1 0 0,1 3 2 16,-1 0-1-16,2-1 0 15,-2 1 1-15,2-4-2 16,2-2 2-16,-1 1-2 16,1-6 3-16,0 0-2 15,0-3-1-15,2 0 1 0,-2-2 0 16,1-9 1-16,0 0-1 15,1-5 0-15,-2-2 1 16,0-3-1-16,-1-2 0 16,1-2 0-16,0 0-1 15,-2-4-1-15,0 3-2 0,-2 2-2 16,0-1 3-16,-1 5-1 16,-1 3 2-16,0 4 2 15,0 3 0-15,0 1 0 16,0 5 0-16,0 2 1 15,-1 2 1-15,1 0-3 0,0 3 0 16,0 10 1-16,0 4 0 16,0 1 0-16,0 6 0 15,0 1 0-15,0-1 1 16,0 1-1-16,2 0 1 16,1-3-1-16,1-1 0 0,0-2 0 15,-1-3 0-15,1-4-14 16,-1-3-40-16,-3-5-62 15</inkml:trace>
  <inkml:trace contextRef="#ctx0" brushRef="#br0" timeOffset="148543.34">18396 17273 267 0,'0'0'8'0,"0"0"-8"0,0 0 1 16,41-20 0-16,-27 14-1 16,3 2 0-16,1 0 0 15,2 2 0-15,-4 1 1 16,-1 1-7-16,-3-1-37 0,-1 1-74 16</inkml:trace>
  <inkml:trace contextRef="#ctx0" brushRef="#br0" timeOffset="149290.73">17220 17803 75 0,'0'0'2'0,"0"0"4"0,0 0 7 0,0 0 4 0,40 0 4 16,-30-2-2-16,2 1 0 15,2-1-8-15,0 2-6 16,3-1-4-16,2-2 0 16,0 3-1-16,5 0 0 15,3 0 0-15,-3 0 1 0,5-2 3 16,2 0 10-16,-1 0 1 16,2-1-1-16,2-1-4 15,1 2-5-15,1-2-3 16,1-1-1-16,1 2 0 15,2-1 0-15,1 0 0 0,0 1 6 16,3-1-2-16,0 1 5 16,2-2-5-16,0 3-2 15,3-1-3-15,-4 2 0 16,4 0 0-16,-7 1 0 16,0 0 0-16,-3 0 0 0,-4 0 0 15,-3 0 0-15,-3 0 1 16,-2 0-1-16,-7 0 1 15,2 0 1-15,-6 0 2 16,-3 1-2-16,-6 0 0 16,1-1-1-16,-7 0 0 0,3 0-2 15,-4 0 1-15,0 0-4 16,0 0-13-16,0-6-60 16</inkml:trace>
  <inkml:trace contextRef="#ctx0" brushRef="#br0" timeOffset="149602.81">18730 17304 186 0,'0'0'4'0,"0"0"23"0,0 0 8 16,0 0-11-16,0 0-9 16,0 0-7-16,0 0-4 15,0 0-4-15,0 0-4 0,0 0-4 16,0 0-13-16,-4 12-13 15,4-2-30-15,0 0-11 16</inkml:trace>
  <inkml:trace contextRef="#ctx0" brushRef="#br0" timeOffset="149759.56">18712 17483 213 0,'0'0'0'0,"0"0"-2"16,0 0 1-16,0 0-6 0,0 0-25 16,0 0-9-16,0 0-20 15</inkml:trace>
  <inkml:trace contextRef="#ctx0" brushRef="#br0" timeOffset="149936.54">18833 17399 221 0,'0'0'7'0,"0"0"-4"16,0 0-3-16,0 0 0 16,37 0-15-16,-29-2-43 15,-2-2-33-15</inkml:trace>
  <inkml:trace contextRef="#ctx0" brushRef="#br0" timeOffset="160509.43">19713 17256 56 0,'2'-2'6'0,"-1"1"-6"0,0-2-4 0,1 2-19 15</inkml:trace>
  <inkml:trace contextRef="#ctx0" brushRef="#br0" timeOffset="160829.87">19713 17256 97 0,'2'-13'6'0,"-2"13"6"16,0 0-1-16,0 0-2 16,0 0 1-16,0 0-3 15,0 0-4-15,0 0-3 16,0 0-3-16,0 0 0 16,0 0-5-16,0 0 2 0,0 0 3 15,0 0-6-15,0 0-7 16,0 0-40-16</inkml:trace>
  <inkml:trace contextRef="#ctx0" brushRef="#br0" timeOffset="161911">19719 17195 83 0,'0'0'32'0,"0"0"-1"0,0 0-4 0,0 0 3 0,0 0-9 16,0 0-3-16,0 0-2 16,0 0-3-16,0 0-6 15,0 0-7-15,0 0 1 16,0 0-1-16,5 27 2 15,-2-12-1-15,1 1-1 0,-1 0 1 16,0-2-2-16,2 0 1 16,-3 2 1-16,-1-4-1 15,0-1 1-15,-1-5-1 16,1-2 1-16,-1 0-1 16,0-3 0-16,0 0 0 0,0-1 0 15,0 0 3-15,-2 0-2 16,-3 0-1-16,-1 0 1 15,3 0-1-15,-4-2 0 16,2 0 1-16,1 0-1 16,0 1 0-16,1-1 0 15,1 1 0-15,0 0 0 0,1 1 0 16,0-2 0-16,-1 2 0 16,2-1-1-16,-2 1 1 15,1 0 0-15,1 0-2 16,0 0 2-16,0 0 0 0,0 0 0 15,0 0 0-15,0 0 0 16,0 0-2-16,0 0-4 16,0 0-3-16,0 0 0 15,3 0-11-15,1 0-12 16,0-1-26-16,-1 0 5 0</inkml:trace>
  <inkml:trace contextRef="#ctx0" brushRef="#br0" timeOffset="163050.4">19690 17369 22 0,'0'0'7'0,"0"0"-5"0,0 0-2 0,0 0-6 16,0 0-13-16</inkml:trace>
  <inkml:trace contextRef="#ctx0" brushRef="#br0" timeOffset="163091.76">19690 17369 7 0,'0'0'6'0</inkml:trace>
  <inkml:trace contextRef="#ctx0" brushRef="#br0" timeOffset="169901.5">19673 17136 179 0,'0'0'11'0,"0"0"40"0,-2 0-27 0,2 0-18 0,0 0-2 15,0 0-3-15,0 1-1 16,0 2 2-16,0 2-2 15,0 2 6-15,2 2 0 16,0 1-3-16,1 0 1 0,1 2-3 16,2 0 0-16,-4 1 1 15,4-1-2-15,0 0 1 16,-3-1 0-16,1-1-1 16,0 0 0-16,-1-2 1 15,0-2-1-15,1 1 0 0,0-1 1 16,-2-1-1-16,1-1-1 15,-1-1 1-15,0 0 0 16,2 0 0-16,-2-2-1 16,0 1 1-16,0-1-1 15,1 2 1-15,-1-2 0 0,1 2 0 16,-1-1 0-16,-2 0 0 16,2 1 1-16,-2-2-2 15,0 0 0-15,0 0-1 16,0 2 2-16,0-2-1 15,0 0 2-15,0 0-1 16,0-1 2-16,0 0-2 0,0 1 0 16,0-1 0-16,0 2-2 15,0-2 2-15,0 0 2 16,0 0-4-16,1 2 5 16,-1-2-3-16,1 0 0 15,0 0 0-15,-1 1 1 0,0-1-2 16,0 0 2-16,2 0-1 15,-2 0 1-15,0 0-1 16,0 0 1-16,0 0 2 16,0 0 4-16,0 0 0 0,0 0-2 15,0 0-2-15,0 0-2 16,0 0 0-16,0 0 0 16,0 0-2-16,0 0 2 15,0 0 0-15,0 0-1 16,0 0 1-16,0-1 0 15,0-1-1-15,0 2 1 0,0-2-1 16,0 2 0-16,0-1 1 16,0 1-1-16,0-1 0 15,0 0 0-15,0 1-1 16,0 0 1-16,0-1 1 16,0 1-2-16,0 0 1 0,0 0 0 15,0 0 0-15,0 0-1 16,0 0 1-16,0-1-2 15,0 1 1-15,0 0 1 16,0 0-1-16,0-2-9 16,0 2-5-16,2 0-14 0,2 0-13 15,-2-1-36-15,-1-1-30 16</inkml:trace>
  <inkml:trace contextRef="#ctx0" brushRef="#br0" timeOffset="171537.98">19758 17359 11 0,'0'0'25'0,"0"0"-7"0,0 0 7 16,0 0-10-16,0 0 1 15,0 0 8-15,0 0 4 0,0 0-2 16,0 0-3-16,0 0-3 15,0 0-12-15,0 0-4 16,0 0-2-16,0 0 0 16,0 0-2-16,0 0 0 15,-2 0-2-15,2 0 0 16,-2 0 0-16,-1 0 2 0,1 0 1 16,0 0 0-16,0-1 3 15,-1-1-1-15,1 2-1 16,-3-1 1-16,1 0 0 15,0 1-2-15,-5-2 1 16,4 2 1-16,-4 0-3 0,1 0 4 16,0-1 3-16,-2 1-2 15,0 0-3-15,-1 0 0 16,2 0-1-16,-3 0 0 16,-1 0-1-16,1 0 2 0,-1 0 0 15,1 0 0-15,0 1 0 16,1 2-2-16,0 1 1 15,1-1-2-15,2 0 1 16,2 0 0-16,1 0 0 16,1 1 0-16,0-3 0 15,2 3 1-15,0 0-1 0,1 0 0 16,-1-2-1-16,2 2 2 16,0-2-1-16,0 1 0 15,0-1 0-15,0 0 2 16,0 1-4-16,0-1 4 15,0 1-4-15,0 0 2 0,0 0 2 16,0 0-2-16,0 1-2 16,0-1 2-16,0-2 2 15,2 3-2-15,-1-2 0 16,1 1 0-16,2 0 0 16,0-1 0-16,-2 1 0 0,1 0 0 15,0 0-2-15,2-1 4 16,-1 0-2-16,0 2 0 15,2-1 0-15,-2-2 0 16,-1 1-2-16,3-1 4 16,-4-1-2-16,1 2 0 0,0-2 0 15,-1 0 0-15,-1 2 1 16,0-2-1-16,1 1 0 16,0 0 0-16,1-1 0 15,1 0 1-15,2 0-5 16,0 0 6-16,4 0-2 15,-4 0 1-15,1 0-1 0,-1 0 0 16,2 0 1-16,-2 0-1 16,1 0 0-16,-2 0 0 15,1 0 0-15,-1 1 0 16,-2-1 0-16,1 0 0 0,0 0 0 16,-2 0 0-16,0 0 0 15,1 0 0-15,-1 0 0 16,2 0 0-16,-1 0 0 15,0 0 2-15,-2 0-4 16,0 0 4-16,1 0-2 16,0 0 0-16,0 0 0 0,-2-1 0 15,2 1 0-15,-1-1 0 16,-1 0 0-16,2 1 0 16,-2 0 0-16,1-2 0 15,-1 2 0-15,0 0 0 0,0 0 0 16,0 0 1-16,0 0-1 15,0 0 0-15,0 0 1 16,0 0 1-16,0 0-1 16,0 0 0-16,0 0-1 15,0 0 0-15,0 0 0 16,0 0 0-16,0 0 0 0,0 0 0 16,0 0 0-16,0 0 1 15,0 0 0-15,0 0-1 16,0 0 3-16,0 0 1 15,0 0-4-15,0 0 2 16,-3 0-2-16,-3 0-1 0,1 0 1 16,-1 0 0-16,-2 0 1 15,1 0-1-15,0 3 0 16,0-1 0-16,1 2 1 16,1-2-1-16,-2 2 1 15,3-1-1-15,0 1 0 0,-1 2 0 16,1-2 0-16,2 2 0 15,1 1 0-15,-1 0 0 16,-1 2 0-16,2 0 0 16,1 1 1-16,-1 0-1 15,1 3 0-15,0-2 0 0,0 3 0 16,0-1 1-16,0 1-1 16,1-3-1-16,5-3-1 15,0-1 3-15,3-2 0 16,1-1-1-16,1-3 5 15,2-1 5-15,1 0-5 0,4 0-1 16,-3-1-1-16,1-8-2 16,-1 1-1-16,1 0 0 15,-1-3-3-15,0-2-17 16,-2-1-23-16,-1-2-73 16</inkml:trace>
  <inkml:trace contextRef="#ctx0" brushRef="#br0" timeOffset="172768.54">19911 17228 54 0,'0'-2'67'0,"0"0"-42"0,0 2 12 0,-1-2-22 16,1 1-7-16,0 1-2 0,0 0 9 15,0 0 6-15,0 0-4 16,0 0-10-16,0 1-4 15,0 7 4-15,0 2 2 16,1 3-3-16,2 1-2 16,2 4-2-16,-1 1-1 0,-1-1 0 15,0 2 0-15,0-1 0 16,-1 0-1-16,0-1-1 16,-2-2 0-16,0 1 2 15,0-3-2-15,0 0 2 16,-6-3-1-16,1-2 0 15,1-2 0-15,-2-2 0 0,1-3 1 16,-2 1 0-16,3-3-1 16,0 0 0-16,1 0 1 15,-1 0-2-15,2-3-5 16,2-1 1-16,-2 0-3 0,2 1 3 16,0-1 3-16,0 1 1 15,0 1 1-15,0 1-1 16,0-1 2-16,0 0-2 15,3 2 1-15,2 0 0 16,-3 0 0-16,2 0 0 0,-1-2 1 16,4 2-2-16,-5 0-1 15,1-1 0-15,0-1 2 16,2 2-1-16,-3-1 1 16,-1 0 0-16,0 1 0 15,0 0 0-15,-1 0 0 0,0 0 0 16,1 0 0-16,-1 0 0 15,0 0 0-15,0 0 0 16,0 0 0-16,1 0-1 16,0-2-9-16,0 2-16 15,3 0 2-15,-2-1-14 0,0 0 8 16,1 1 17-16,-1-2 13 16,-1 2 2-16,3-3 13 15,-2 2 20-15,-1-2 1 16,1 2-7-16,1-1-10 15,2-1-8-15,-1 2-3 0,2 0-3 16,1-1-1-16,3 2-2 16,-2 0 1-16,4 0 2 15,0 0 6-15,2 0-7 16,1 0-1-16,-1 2 5 16,-1-2-5-16,0 0-1 0,0 0-1 15,-4 0 0-15,-1 0-1 16,0 0 1-16,-4-3-1 15,-1-3 1-15,-1-1 2 16,-1-3-2-16,-1 1 0 16,0-2-1-16,0 0-6 15,0-3-5-15,0 0-6 0,-1 0 6 16,-1-1 3-16,1 0 3 16,1-2 2-16,0 4 3 15,0 1-1-15,0 0 1 16,0 4 0-16,1 2 0 15,1 1 0-15,-2 3 1 0,1 2-1 16,-1 0 2-16,3 0-2 16,-3 0 0-16,2 4 2 15,-2 5 2-15,2 5 3 16,-1 3-3-16,1 0 1 0,0 7 3 16,3-2-3-16,-3 1-1 15,0 1-1-15,1-1-3 16,0-2 1-16,0 0-1 15,1 2 1-15,-3-5-1 16,1-1 0-16,-2-4-1 0,2-3-8 16,-2-2-6-16,0-4-20 15,0-4-61-15</inkml:trace>
  <inkml:trace contextRef="#ctx0" brushRef="#br0" timeOffset="173486.03">19452 17174 108 0,'0'0'19'0,"-2"-1"16"0,1-1-7 0,0-1-1 16,1 3-15-16,0-1 9 15,0 1-15-15,0 0-6 0,0 0-2 16,1 0 2-16,5 0 1 16,1 0-1-16,3 0 0 15,2 0 0-15,0 0 1 16,5 0-1-16,0 0 0 16,5-3 0-16,-1-1 1 0,3-1-1 15,3 0 0-15,2 0 2 16,0-3 4-16,4 4 8 15,1-3-2-15,4-1-2 16,0 3-1-16,-1-2-1 16,1 2-1-16,0-1-1 0,-1 1-2 15,-3 1-1-15,1-1 3 16,-5 0 0-16,-1 2-4 16,-3-1-1-16,-4 3-1 15,-2 0 0-15,-6 0 0 16,-3 1 0-16,-3 0-3 0,-1 0-10 15,-4 0-13-15,0 0-19 16,-3 0-68-16</inkml:trace>
  <inkml:trace contextRef="#ctx0" brushRef="#br0" timeOffset="174483.71">20554 17449 64 0,'0'0'14'0,"0"0"-13"0,0 0-1 0,0 0 0 0,0 0 3 16,0 0 15-16,0 0 8 16,0 0-3-16,0 0 4 15,0 0-4-15,0 0-8 0,-9-18-3 16,9 8-4-16,0 2 0 15,0-4 1-15,4 1-1 16,4 1 2-16,-2-1-3 16,3 1-3-16,1 1 0 15,0 2 0-15,1 2-2 0,0 0-2 16,3 4 1-16,-3 1-1 16,2 0 0-16,-2 0 0 15,-1 0 1-15,1 4-1 16,-2 3 1-16,1 0 0 15,-2 2 2-15,-2 2-3 0,-1 2 2 16,0-2-2-16,0-2-4 16,-3-1-8-16,-2-2 1 15,0 1 3-15,1-3 3 16,-1-2 5-16,0 0-1 16,0-2 4-16,0 0 3 0,0 0-4 15,0-1 0-15,-1-5-3 16,-1-2 2-16,0 1-2 15,2-2-5-15,0-2-5 16,0 1 2-16,0-2 7 16,4-1 2-16,2 1 0 15,2 1 3-15,-2 0 2 0,4 1-2 16,1 0 0-16,-2 2-1 16,1 2-2-16,1 2 0 15,-1 2 0-15,-3-1 1 16,5 2-2-16,-2 0 2 15,-3 1 1-15,5 0 3 0,-2 0 4 16,1 0 1-16,-4 0 0 16,3 4-2-16,-2 3-4 15,-1 0-3-15,-1 4 0 16,0 2 0-16,-4-2-1 16,0 2 1-16,-1-1-1 0,-1 0-3 15,0 0 4-15,0-1-3 16,-2-1-7-16,-2-1-4 15,-5 0-20-15,0-2-44 16,0-6-35-16</inkml:trace>
  <inkml:trace contextRef="#ctx0" brushRef="#br0" timeOffset="174944.68">20670 17097 76 0,'0'0'23'0,"0"0"-15"0,0 0 10 15,0 0-8-15,10 43-4 0,-9-28-1 16,2 1-1-16,-1 0-1 16,2 2-2-16,-2-2 0 15,1-2-11-15,-1-4-68 16</inkml:trace>
  <inkml:trace contextRef="#ctx0" brushRef="#br0" timeOffset="176830.53">21009 16993 173 0,'1'0'25'0,"-1"0"16"0,0 0-10 0,0 0-9 15,0 0-8-15,0 0-11 16,0 1 0-16,0 6 1 15,0 4-2-15,0 4-2 16,0 2 1-16,0 6 1 0,0 2-1 16,0 1-1-16,6 1 1 15,1-2 0-15,-1-1-1 16,2-2 1-16,3-2-3 16,-4-3 3-16,3-1-3 15,-5-4-14-15,1-4-14 0,-3-3-27 16,-3-5-48-16</inkml:trace>
  <inkml:trace contextRef="#ctx0" brushRef="#br0" timeOffset="177137.07">20431 16780 192 0,'0'0'1'0,"0"0"44"15,0 0-39-15,0 0-2 16,42 2 9-16,-13 9 0 15,9 1-3-15,4 4-4 16,6 2-4-16,6 0-1 16,-1 1-1-16,1-3-24 0,-3-4-87 15</inkml:trace>
  <inkml:trace contextRef="#ctx0" brushRef="#br0" timeOffset="177528">21171 17041 176 0,'0'0'-1'0,"0"0"6"16,0 0 6-16,37-1 7 15,-26 1 8-15,-1 7-2 16,3 5-3-16,-4 5-9 15,1 2-7-15,0 2-1 16,-3 5-3-16,0-1-1 0,-2 0 0 16,1-3 2-16,-4 0-3 15,-1-4 0-15,-1-2 0 16,0-1 1-16,0-3-4 16,-11-1 4-16,-1-1-7 15,-6-4-12-15,-2-3-4 0,-1-1-16 16,-1-2 14-16,3 0 15 15,4-4 12-15,3-5 0 16,7-2 5-16,5-1 0 16,0 0 3-16,11 1-9 15,7-2-8-15,2 2-34 16,3-2-50-16</inkml:trace>
  <inkml:trace contextRef="#ctx0" brushRef="#br0" timeOffset="177821.41">21388 17059 212 0,'0'0'3'0,"0"0"16"16,0 0-3-16,0 0-7 15,0 0 0-15,0 0-5 0,0 0-2 16,0 0 3-16,0 0 0 15,35 54 2-15,-30-27-4 16,1 3-2-16,-1-2 1 16,4 0-2-16,-2-4 0 15,1 0 0-15,-1-1 1 0,1-1-1 16,-2-3 0-16,0-2 0 16,-2 0-1-16,-1-1-11 15,-3-5-33-15,0-4-83 16</inkml:trace>
  <inkml:trace contextRef="#ctx0" brushRef="#br0" timeOffset="178261.58">20636 17048 123 0,'0'0'6'0,"0"0"27"0,48-11-4 0,-21 6-12 15,5 1 4-15,5-1 1 16,5-1-5-16,5-1-2 16,3-2 3-16,5 2-2 0,0-1-2 15,2-2-4-15,1 2-7 16,-3 3-1-16,-1 0-2 15,-2-1 0-15,-6 3 0 16,-3 2-4-16,-7 1-8 16,-5 0-21-16,-8 0-36 0,-8 0-112 15</inkml:trace>
  <inkml:trace contextRef="#ctx0" brushRef="#br0" timeOffset="179008.72">22202 16987 199 0,'0'0'6'0,"0"0"14"0,0 0 3 0,0 0-6 16,0 0-7-16,0 0-3 0,0 0 3 15,0 0 0-15,0 0 0 16,0 0-3-16,26 45-4 16,-19-20 1-16,-1 4-4 15,1 1 4-15,0 2-4 16,0-1 0-16,0-5 0 0,-1-2 0 15,1-4 0-15,-1 0-9 16,-4-3-7-16,-1-3-25 16,-1-1-17-16,0-4-35 15</inkml:trace>
  <inkml:trace contextRef="#ctx0" brushRef="#br0" timeOffset="179441.87">22179 17161 58 0,'0'0'41'16,"0"0"-41"-16,0 0 3 16,-36-34-2-16,22 32-1 15,0 0 5-15,0 2 3 16,1 0 6-16,1 6-4 0,3 4-5 15,-2 1-6-15,4 2-4 16,3-1-6-16,2 0 8 16,2-1 2-16,0-4 1 15,12 0 1-15,3-3 2 16,2-2 4-16,3-2 2 0,1 0 6 16,2 0 6-16,-1-4 3 15,1-3-1-15,0-1 3 16,0 0 0-16,1-3-3 15,-1 1-9-15,0 0-4 16,-2 2-3-16,-1 1-3 0,-2 2 3 16,-4 5-3-16,0 0-3 15,0 3-1-15,-5 7 0 16,2 1-1-16,-1 4-5 16,0-2-15-16,-4 1-14 15,2-2-28-15,-3 0-40 0</inkml:trace>
  <inkml:trace contextRef="#ctx0" brushRef="#br0" timeOffset="179847">22483 17235 170 0,'0'0'7'16,"0"0"30"-16,0 0-12 15,0 0-11-15,0 0-3 16,0 0 0-16,2-40-6 15,7 38-2-15,0 0 2 0,0 1 1 16,2 1-2-16,2 0 0 16,-4 0-2-16,2 1-2 15,-2 3 1-15,-1 3-1 16,-3-1-1-16,-1 0-1 16,-2-1-3-16,-2 1-4 15,0-5 1-15,0 3 0 0,0-4 7 16,-1 0 5-16,-3 0-3 15,3 0 2-15,-1-4 3 16,2-4 6-16,0-1 1 16,0 0 0-16,2 0-1 0,5 0-3 15,3 2-4-15,1 0-3 16,3 3-1-16,-1 4-1 16,3 0 1-16,-2 0 0 15,0 11-1-15,0-1 0 16,-3 3-1-16,0-2-15 15,-4 1-32-15,-2-4-54 0</inkml:trace>
  <inkml:trace contextRef="#ctx0" brushRef="#br0" timeOffset="180436.76">22528 16938 247 0,'0'0'10'0,"0"0"13"0,0 0-17 0,0 0 7 15,0 0 3-15,31 37-11 0,-20-18-3 16,-1 3-2-16,2 2-3 16,-1 1-23-16,-3-4-40 15,1-6-71-15</inkml:trace>
  <inkml:trace contextRef="#ctx0" brushRef="#br0" timeOffset="180764.66">22830 16903 178 0,'0'0'-5'0,"0"0"7"16,0 0 1-16,0 0 8 15,0 0 9-15,15 42-6 16,-13-21 0-16,2 6-8 15,-1-3-1-15,1 5-4 0,3-2 0 16,-2-2-1-16,3-1-7 16,-3-4-27-16,3-4-40 15,-3-3 2-15</inkml:trace>
  <inkml:trace contextRef="#ctx0" brushRef="#br0" timeOffset="181525.81">23113 16866 206 0,'0'0'6'0,"0"0"17"0,0 0-3 16,0 0-6-16,36-4-2 16,-27 5-2-16,1 8 1 15,-3 3-1-15,0 3-2 0,-2 2-4 16,-1 4-3-16,-3 0-2 16,-1-1 1-16,0 1 0 15,-1-3-1-15,-7 0-3 16,-3-5-6-16,-4-2 0 15,-3-2-1-15,-1-2-2 0,-1-3 10 16,0-4 5-16,2 0-1 16,5 0 0-16,2 0-1 15,7 0 2-15,4-4-3 16,0 0 4-16,9 1-4 16,5 2 1-16,-4 1 1 15,5 0-1-15,-2 0 3 0,-1 7 3 16,0 2 3-16,-1-2 1 15,1 2-2-15,-3 0-4 16,0-1-2-16,-1 2-2 16,-2-3-3-16,0-2-13 15,-3-1-16-15,0-4-31 0,-1 0-32 16</inkml:trace>
  <inkml:trace contextRef="#ctx0" brushRef="#br0" timeOffset="181904.51">23197 16999 159 0,'0'0'88'0,"0"0"-74"0,0 0-10 16,0 0-1-16,0 0 1 16,0 0-1-16,0 0 0 0,0 0-1 15,39 31 3-15,-31-29 0 16,0-2-1-16,1 0-3 15,2-2 1-15,-1-7-1 16,-1-2-1-16,0-2-1 16,-1-5-6-16,-2 2-5 0,0-1 3 15,-3 0 6-15,2-1 3 16,-1 4 2-16,-2 2-2 16,-1 3 1-16,-1 3 9 15,0 6 1-15,0 0-6 16,0 3-7-16,0 11 6 0,0 3-3 15,0 7 2-15,0 2-2 16,-1 3-1-16,1 0 0 16,0 0 0-16,0-1-4 15,0-2-16-15,0-5-19 16,0-4-78-16</inkml:trace>
  <inkml:trace contextRef="#ctx0" brushRef="#br0" timeOffset="182445.58">22295 16883 123 0,'0'0'17'0,"0"0"17"0,0 0-28 0,0 0-3 0,0 0 2 15,40-14 11-15,-18 10 3 16,5-1-1-16,7 1 0 15,6-3-3-15,9-2-1 16,5-1-1-16,7-1-1 16,5 0 0-16,3 1-2 15,3 0-6-15,0 1-2 0,-3 0 1 16,-6 2-5-16,-4 2 1 16,-8 1-7-16,-9 2-7 15,-9 0-23-15,-6-5-56 16</inkml:trace>
  <inkml:trace contextRef="#ctx0" brushRef="#br0" timeOffset="183269.68">23828 16835 189 0,'0'0'24'0,"0"0"12"0,0 0-4 15,0 0-10-15,0 0-12 16,0 0-4-16,35 7-1 0,-28 1 1 16,1 2-1-16,1 4-1 15,-1 3-1-15,-1 2 0 16,-2 0-3-16,2-2-1 15,-5 0-3-15,-2-2-11 16,0-3-11-16,0-2-20 16,-5-3 5-16,-5-4 6 0,2-3 10 15,0 0 21-15,0 0 8 16,3-7 9-16,3 0 4 16,0-2-1-16,2 1-2 15,0 1-5-15,2 3-4 0,5 1 0 16,3 1-4-16,1 0 2 15,2 2-1-15,0 0 0 16,0 0 1-16,1 0 5 16,1 0-1-16,-1 0 0 15,-1 0-3-15,1 0 0 16,-4 0 0-16,0-2 0 0,-1-3-2 16,-3 0-1-16,-1-2 0 15,-2 2 4-15,0-1-1 16,-2-3 0-16,-1 1-2 15,0-2-2-15,0 2-8 16,0-1-12-16,-5 2 0 0,0-1 6 16,0 1 8-16,3 4 9 15,1 0 1-15,-1 1 5 16,2 2-3-16,0 0-5 16,0 2 0-16,0 8 8 0,2 1 5 15,3 5-1-15,1 2 0 16,3 0-5-16,0 1 0 15,2-2-3-15,-2 2 0 16,0-5-5-16,0 1 0 16,-4-3-10-16,-1-5-25 0,-4-5-35 15,0-2-112-15</inkml:trace>
  <inkml:trace contextRef="#ctx0" brushRef="#br0" timeOffset="183611.05">23589 16469 200 0,'0'0'2'0,"0"0"6"0,0 0 7 0,49-37-5 16,-29 30 4-16,6 3 1 0,1 4-3 15,3 0-4-15,4 3 1 16,-2 8 1-16,2 3-3 16,0 5 1-16,2 3-2 15,-3 6-5-15,-2 2-1 16,-2 0 0-16,-5 2-8 0,-3-3-35 15,-7-4 27-15,-5 3-39 16,-5-8-51-16</inkml:trace>
  <inkml:trace contextRef="#ctx0" brushRef="#br0" timeOffset="183838.75">23728 16815 244 0,'0'0'9'0,"0"0"8"0,50-11 10 16,-24 9-13-16,4 2-6 16,1 0-4-16,2 0 0 15,1 5-1-15,0 0-3 16,-4 1-5-16,1-5-40 0,-3 0-82 15</inkml:trace>
  <inkml:trace contextRef="#ctx0" brushRef="#br0" timeOffset="184721.41">24615 16667 176 0,'0'0'-24'0,"0"0"23"0,0 0-5 0,0 0-4 0,0 0 8 16,0 0 2-16,0 0 15 16,0 0 16-16,0 0 1 15,0 0-12-15,20 34-4 16,-20-25-2-16,0 0-3 16,4 4-3-16,1-2-4 0,2 2 0 15,1-3 1-15,2 0 3 16,4-1 0-16,-1-1-1 15,1-3-1-15,0 1-2 16,-5-2-3-16,1-1 2 16,-6-3-3-16,-2 1-3 15,-2-1 2-15,-3 1-3 0,-10 0 9 16,-4 0-8-16,-4 3 3 16,-6 2 0-16,0 0 0 15,1 2 0-15,4 1 0 16,2 0 0-16,7-1 0 15,3 1 0-15,5 1 0 0,5 0 0 16,0-2-1-16,2 1-2 16,10-2 4-16,1 1-1 15,2-2-1-15,4 0 3 16,1-2-2-16,-3-3 1 0,-1 2 0 16,-2-2-1-16,-2 0 1 15,-6 0-1-15,-2-1 0 16,-4 3 1-16,0 0-3 15,-6 1 0-15,-7 2 4 16,-1 1-2-16,-2 7 0 0,-1-3 0 16,2 3 1-16,4 2-1 15,2-2 1-15,5 2-1 16,4-1 1-16,0-2-1 16,9-3-1-16,4-2 2 15,5-1 2-15,5-4-1 16,1-3-2-16,4 0-27 0,-1 0-54 15,-2-10-52-15</inkml:trace>
  <inkml:trace contextRef="#ctx0" brushRef="#br0" timeOffset="185204.79">24460 16600 149 0,'0'0'5'0,"0"0"24"0,39 17 1 15,-24-7-15-15,1-1-5 0,-1 3-3 16,-1-3 1-16,-1 1-7 16,0-1 0-16,-1-3-1 15,-2 1 1-15,-1-4-1 16,-1-3 1-16,-3 1-2 15,0-1 1-15,0 0 1 0,-3-9 3 16,-2-3 7-16,0-4 9 16,0-4-8-16,0-2-6 15,-7 1-5-15,1-4 3 16,1 2 0-16,2 2-3 16,0 2-1-16,0 4-1 15,3 7-9-15,0 2-9 0,0 5-29 16,0 1-115-16</inkml:trace>
  <inkml:trace contextRef="#ctx0" brushRef="#br0" timeOffset="187552.79">24468 16761 69 0,'5'0'13'0,"1"0"14"0,2-3-8 0,2 2-1 16,1-2 2-16,1 2 1 15,4-1-2-15,0-2-7 16,2 2 6-16,1 0-3 0,0-1 1 16,3-1-4-16,-4 3-8 15,3-1-3-15,1 1-1 16,-3-1-2-16,-2 1-18 16,-1 0-34-16,-3-1-38 15</inkml:trace>
  <inkml:trace contextRef="#ctx0" brushRef="#br0" timeOffset="188201.54">24960 16804 127 0,'0'0'180'0,"0"0"-168"0,0 0 6 0,0 0-10 16,0 0-5-16,0 0-4 16,0 0 2-16,0 0-3 15,0 0-24-15,0 0-22 16,0 0-52-16</inkml:trace>
  <inkml:trace contextRef="#ctx0" brushRef="#br0" timeOffset="188406.96">25006 17059 331 0,'0'0'-1'15,"0"0"-11"-15,0 0-14 16,0 0-70-16</inkml:trace>
  <inkml:trace contextRef="#ctx0" brushRef="#br0" timeOffset="209832.49">19388 16507 86 0,'-1'0'17'0,"-1"0"6"0,-1 0-12 16,1 0-3-16,1 0-3 16,0 0 0-16,1 0 5 15,-1 0 0-15,1 0 0 0,-1-2-4 16,1 2-2-16,0 0-3 16,0 0-1-16,0 0 0 15,0 0-4-15,0 0 4 16,0 0 1-16,2 0-1 15,5 0-1-15,-1 0 2 0,1 0-1 16,0 0 5-16,3 0-1 16,0 0 3-16,3-2-1 15,3-1-2-15,-1 1 2 16,2-1-2-16,2-2-1 16,2 4-1-16,1-3-1 0,-1 1-1 15,2-1 0-15,-1-1 0 16,-1 1 0-16,-2 1 0 15,0 2 0-15,-3-3 0 16,-2 1 0-16,-1 2 1 16,0-3-1-16,-6 4 1 0,1-1-1 15,-5-1 0-15,-1 2 0 16,0 0 0-16,-2 0 1 16,0 0-1-16,0 0 0 15,0 0-6-15,-1 0-9 16,-4 0-18-16,-4 3-27 0</inkml:trace>
  <inkml:trace contextRef="#ctx0" brushRef="#br0" timeOffset="210266.01">19388 16560 70 0,'0'0'3'0,"0"0"9"0,0 0 2 16,0 0-14-16,0 0 5 16,0 0 11-16,0 0 6 15,0 0 3-15,39 1-5 0,-23-3-2 16,2-2-2-16,4 0-5 16,3-2-2-16,-1 2 2 15,3-2-4-15,-1 1-2 16,1 1-3-16,-2 0 0 15,-3 2-1-15,-3-1 0 16,-1 3 0-16,-1-1-1 0,-1 1 0 16,-3 0-1-16,1 0-22 15,-4-3-63-15</inkml:trace>
  <inkml:trace contextRef="#ctx0" brushRef="#br0" timeOffset="211777.03">20542 16403 0 0,'0'0'6'0,"0"0"15"0,0 0 1 0,0 0-9 0,0 0-5 16,0 0-4-16,0 0 0 15,0 0-3-15,0 0-3 16,0 0 2-16,0 0-1 16,0 0-2-16,0 0 0 15,0 0 2-15,0 0 1 0,0 0 1 16,0 0 5-16,0 0 8 16,0 0 6-16,0 0 5 15,0 0 0-15,0 0-11 16,0 0-1-16,0 0-9 15,0 0-4-15,0 0 0 16,0 0 1-16,0 0-1 0,0 0 0 16,0 0 3-16,0-1 1 15,0 1 0-15,0-1-1 16,1 1-1-16,2 0-2 16,1-3 0-16,3 3 0 0,-3-2 0 15,2 0 0-15,-1 1-2 16,1-1 1-16,2 0 2 15,0 1 1-15,0-1 1 16,0 0-3-16,3-1 0 16,-2 2 1-16,-1-1-1 15,1 1 0-15,-1-2 0 0,2 3 0 16,-3-3 0-16,2 2 1 16,2-2-1-16,0 0 0 15,-1 2 4-15,1-2 3 16,1-1 0-16,2 1 1 15,-2-4 1-15,2 4-3 0,1-1 1 16,1 0-3-16,1 2 0 16,3-3-3-16,-1 1 1 15,0-1 0-15,0 2-2 16,-1-1 1-16,3 0-1 16,-2-2 2-16,0 2-1 0,1 1 1 15,-1-2-2-15,0 3 0 16,-4-1 1-16,-1 2-1 15,0-1 0-15,-5 2 0 16,-2 0 0-16,1 0 0 16,-2 0-1-16,-4 0-10 0,-2 0-34 15,0 0-34-15,-1 0-38 16</inkml:trace>
  <inkml:trace contextRef="#ctx0" brushRef="#br0" timeOffset="212380.09">20534 16413 40 0,'0'0'1'0,"0"0"3"0,0 0 0 16,0 0 9-16,0 0 4 16,0 0-7-16,0 0-4 15,0 0 5-15,0 0-2 0,0 0 1 16,0 0-1-16,0 0-7 15,0 0-1-15,0 1 0 16,4-1-1-16,0 0 1 16,1 0-1-16,4 0 0 15,-1 0 1-15,2-3 0 16,3 2 0-16,1-2 2 0,4-1-1 16,1 1 1-16,2-2-2 15,3 1 0-15,4-1 0 16,1 0 0-16,4 0 0 15,-2-1 3-15,1 0 2 16,1-1 5-16,-4 0 1 0,0-1 4 16,-1 1-2-16,-1 1-3 15,-4 1-4-15,0 0-4 16,0 1-1-16,-4 1-1 16,1-1 1-16,-5 2-1 15,-1 1-1-15,-3-3 0 0,-1 2 0 16,-2 2 2-16,-3-1-2 15,-1 1 1-15,0 0-2 16,-3 0-2-16,-1 0-15 16,0 0-43-16,-3 0 5 15</inkml:trace>
  <inkml:trace contextRef="#ctx0" brushRef="#br0" timeOffset="213568.33">19266 16516 42 0,'-4'0'17'0,"-2"0"-15"0,3 0 7 16,0 0 7-16,1 0 5 15,2-1-2-15,-2 1 7 0,2-1-2 16,0 0-7-16,0-1-12 16,0 2-5-16,0 0 0 15,0 0 1-15,0 0-1 16,0-2 1-16,0 0-1 16,0 2-1-16,2 0 5 15,-1-3 3-15,3 2 1 0,5-2-2 16,-2 2-1-16,2-2-2 15,5-1 0-15,1 2-2 16,2-1-1-16,1 2 1 16,2-1-1-16,-3 0 0 15,2 0-1-15,-6 1-3 0,1 1 1 16,-3 0-1-16,-1 0-5 16,-1 0-8-16,-3 0-11 15,0 0-11-15,-4 0-18 16</inkml:trace>
  <inkml:trace contextRef="#ctx0" brushRef="#br0" timeOffset="-214511.04">19361 16522 14 0,'-2'0'11'0,"1"-2"15"0,1 2-2 0,-2 0 0 16,2-2-6-16,0 2-3 16,0 0-5-16,0 0-2 15,0 0-7-15,0 0 0 16,0 0-1-16,0 0 0 0,0-1 2 15,0 0 3-15,0 1 1 16,0-1-4-16,0 1 1 16,0-1-1-16,0 1-1 15,0 0-1-15,0-1 1 16,0 1-2-16,2-2 1 16,0 2 0-16,2 0 0 0,1 0 0 15,0-4 0-15,0 4 1 16,3-2-1-16,-3 1 1 15,3-1 2-15,-2 0 8 16,3-1 3-16,1 1-1 16,-1-3-1-16,4 4-1 0,0-3-1 15,1 1-1-15,3-1-2 16,0 1-3-16,-1 0-4 16,-1 0 2-16,-2 0-3 15,-2 3 2-15,-4-1-1 0,-2 1 0 16,-1 0-1-16,-4 0-11 15,0 0-8-15,0 4-13 16,-2-1-48-16</inkml:trace>
  <inkml:trace contextRef="#ctx0" brushRef="#br0" timeOffset="-212597.57">21959 16216 109 0,'-6'0'5'0,"2"0"11"0,0 0 7 0,3-3-10 0,1 0 3 16,0 0-6-16,0-2-4 16,0 2-4-16,0 0-1 15,4-1 0-15,3 0-1 16,4 1 1-16,3 0-2 0,0-1 2 16,5 0-1-16,2-2 2 15,3 2 4-15,1-2 5 16,3-1-2-16,0 3-1 15,1-1 2-15,-1 0-5 16,-1 1-2-16,-1 2-2 16,-3-1 0-16,-4 3-1 0,-2-1-5 15,-3-2-50-15,-5-2-103 16</inkml:trace>
  <inkml:trace contextRef="#ctx0" brushRef="#br0" timeOffset="-212063.25">23200 16052 109 0,'0'0'6'0,"48"-7"7"0,-24 4 4 16,1 2-14-16,-2-1-2 16,-3 0-2-16,-2 1-22 0,-5-1-51 15</inkml:trace>
  <inkml:trace contextRef="#ctx0" brushRef="#br0" timeOffset="-207392.99">20609 15839 83 0,'-6'-3'14'15,"2"0"2"-15,1 3-13 0,-3-1-2 0,2 0-1 16,-2 1 2-16,2-2-2 16,0 1 1-16,1 0 4 0,-2 1 8 15,1 0 1-15,0 0-9 16,-2 0-4-16,1 0-1 15,-4 0-3-15,2 0 1 16,-6 0-1-16,3 2 1 16,-2 0 1-16,0 0 1 0,1 0 1 15,-3-1 0-15,1 2 0 16,0 0 3-16,1-2-1 16,2 3-2-16,3 2-1 15,-4 0 0-15,4 0-1 16,1 3 1-16,-1 1 0 0,-1-1 0 15,0 0 0-15,3 0 0 16,-3 2-2-16,0-1 4 16,0 2-2-16,1 1 0 15,-3 0 0-15,0 1 0 16,3-2 0-16,-3 0 0 0,0 1 0 16,3-1 0-16,-1 1 1 15,1 0-1-15,-2 1 0 16,4-1 0-16,-1 0 0 15,2-2 0-15,1 2 0 16,-1-3 0-16,2 0 1 0,1 0 1 16,1 1 0-16,0-1 0 15,0-2-1-15,0 2-1 16,0 3 1-16,0-3-1 16,3 1 0-16,1-3 1 15,-1 2-1-15,1 0 2 16,-1-2-2-16,2 0 1 0,-2 0-1 15,2-1 0-15,-1 0 1 16,1 2-1-16,0-2 0 16,2-1 0-16,-2-1 0 15,4 0 0-15,-2 0 1 16,1-1 1-16,1-2 0 0,-1 2 4 16,1 0-1-16,1-2-1 15,0 1-1-15,-1 0 0 16,1-1-3-16,0 1 1 15,-2-2 0-15,1-1-1 16,-2 3 1-16,2 0-1 16,0-2 0-16,0 2 0 0,1 1 0 15,0-1 1-15,1-1-1 16,1 0 0-16,-1 1 0 16,1-1 0-16,1-1 0 15,-1 1 0-15,4 1 0 0,-3-1 0 16,-1 0 1-16,1-1-1 15,0 0 1-15,1 0 0 16,-3 0 0-16,5-1 1 16,-5 1-2-16,1-1 0 15,2 0 1-15,-2 0-1 0,2 0 0 16,-3 0 0-16,4 0 1 16,-2 0-1-16,1 0 0 15,2 0 0-15,-1 0 0 16,3 0 1-16,0 0-1 15,-1 0 0-15,1 0 0 0,0 0 0 16,1-2 0-16,-1 1 0 16,-1-1 0-16,2 0 0 15,-2-1 0-15,5 1 1 16,-3-3-1-16,2 2 0 16,-1-1 0-16,2-3 0 15,-4 1-1-15,1-1 2 0,-2-1-1 16,-1 0 2-16,0-1 11 15,-1 1 2-15,-1-1-5 16,0-1-3-16,-1 0-2 16,-1-1-5-16,-2-2 1 15,-2-1 0-15,-2-1 1 0,0-1 0 16,-2-2-2-16,1-2 1 16,-3 2 2-16,1-1-3 15,-1-1 0-15,0 2 1 16,0 0-1-16,0 1 0 15,-2 1 1-15,0 2 2 0,0-3 0 16,0 4 1-16,0-1 1 16,-4-1 1-16,-2-1-1 15,-3 1-1-15,-1-1-2 16,-5 2-2-16,-2-3 0 0,0 3-1 16,-1 2 3-16,-3-4-2 15,0 3 2-15,-3 2-2 16,3 1 1-16,0 0 4 15,-1-1-4-15,1 3 0 16,1-1 0-16,0 2 0 16,1 1-2-16,0 0 2 0,1 1-1 15,0-1 1-15,0 2-1 16,0 2 0-16,2 1-1 16,-2 1 1-16,1 0-1 15,2 0 2-15,0 0-2 16,0 0-2-16,1 5-8 0,-1 3-21 15,2 0-17-15,-1-3-46 16</inkml:trace>
  <inkml:trace contextRef="#ctx0" brushRef="#br0" timeOffset="-205941.06">19379 16514 67 0,'0'0'16'0,"0"0"-3"0,0 0-10 0,0 0-2 15,0 1-1-15,0-1 0 16,0 0 0-16,0 0 1 0,0 0 2 16,1 0 6-16,1 0-2 15,3 1 2-15,0 0 1 16,1-1-1-16,0 1-4 15,3 1-1-15,-1-2-1 16,3 0-1-16,0 2-2 16,3-2 3-16,1 0 0 0,1 0 5 15,1 0-1-15,4 0-2 16,1 0-2-16,-1 0-1 16,2 0 1-16,-2 0-3 15,1 0 2-15,-4 0-2 16,2 0 0-16,-5 0 0 0,-1 0 0 15,-3 0 0-15,1 0 0 16,-3 1 0-16,1 0 0 16,-2 1 0-16,1-1 0 15,-1-1 0-15,-3 2 0 0,-1-1-6 16,0 0-4-16,-1 1-12 16,-2-2-5-16,-1 0-27 15</inkml:trace>
  <inkml:trace contextRef="#ctx0" brushRef="#br0" timeOffset="-204825.27">19595 16424 89 0,'0'0'14'0,"0"0"8"0,0 0-12 16,0 0-5-16,0 0-3 15,0 0 0-15,0 0-2 0,0 0-4 16,0 0-17-16,0 0-16 16,-1 0-34-16</inkml:trace>
  <inkml:trace contextRef="#ctx0" brushRef="#br0" timeOffset="-202274.75">20417 15951 167 0,'-4'0'3'0,"4"0"0"0,0 0-8 0,0 0-25 15,0 2-24-15</inkml:trace>
  <inkml:trace contextRef="#ctx0" brushRef="#br0" timeOffset="-201328.76">19400 16343 85 0,'0'0'11'0,"0"0"7"0,0 0 0 0,0 0 2 16,0 0 0-16,0 0 4 0,0 0-8 15,0 0-10-15,0 0-2 16,0 0-4-16,0 0-3 16,0 0-8-16,0 0-21 15,-10 0-2-15,10 0 17 16,0 0-5-16,0 0-5 16,0 2-13-16</inkml:trace>
  <inkml:trace contextRef="#ctx0" brushRef="#br0" timeOffset="-199813.05">19538 16379 34 0,'-2'0'43'0,"0"0"-7"0,-1 0 3 0,2 0 4 0,1 0-22 16,0 0-10-16,0 0-3 16,0 0-3-16,0 0-4 15,0 0-3-15,0 0-3 16,0 0-19-16,0 0-15 16,0 0-8-16,0 0 7 0,0 0 0 15</inkml:trace>
  <inkml:trace contextRef="#ctx0" brushRef="#br0" timeOffset="-197969.64">19788 16024 102 0,'-1'-1'17'0,"0"-1"6"0,1 2-15 0,0 0-6 0,0 0-1 16,0 0 0-16,0 0-3 16,0 0-6-16,0 0-3 15,0 0-7-15,0 0-15 0,0 0-49 16</inkml:trace>
  <inkml:trace contextRef="#ctx0" brushRef="#br0" timeOffset="-196860.12">19788 16024 27 0,'-14'-1'7'0,"14"1"-7"15,0 0 2-15,0 0 9 0,-1 0 11 16,0 0-1-16,1 0-3 16,0 0-6-16,0 0-3 15,0 0 0-15,0 0 2 16,0 0-3-16,-1 0-4 0,1 0-4 15,0 0 1-15,0 0-1 16,0 0 0-16,0 0 1 16,0 0 3-16,0 0-1 15,-2 0 0-15,0 0 2 16,1 0 3-16,1 0-4 16,-1 0-3-16,1 0 0 0,0 0-1 15,0 0-1-15,0 0 2 16,0 0 0-16,0 0 1 15,0 0-1-15,-1-2 1 16,1 1 1-16,0-2 0 0,0 3-1 16,0-2 0-16,0 0-4 15,0 0 1-15,0 0 0 16,0 0 0-16,0-1-1 16,0 1 2-16,0-2-2 15,0 2 1-15,0-2 1 16,1 1 0-16,3-1 0 0,-1-1 0 15,-1 2 0-15,0-1 0 16,0 1 0-16,2-1 0 16,-1 0 0-16,-3 1 0 15,3-1-8-15,-1 0-5 16,1-1 3-16,0 2 0 0,-1-1 3 16,1-1-2-16,-1 1 3 15,2 0 1-15,0 0 3 16,0-1 1-16,0 0 1 15,2 0-3-15,-1 0-7 16,1 0-5-16,1-1 1 0,2 0 7 16,-3 3 3-16,1-3 3 15,0 0 2-15,2 3-1 16,-3-1 1-16,1 1 0 16,-1 0 1-16,2 2-1 15,-1-2 1-15,1 2-1 0,-2-1-1 16,1 1 0-16,1-1-1 15,-1 1 1-15,-1 1 0 16,3-1 0-16,2-1 0 16,-3 2 1-16,2 0-1 15,1 0 0-15,-4 0 0 0,2 0 0 16,0 0 1-16,-2 0 0 16,1 0 4-16,-3 0 2 15,3 0 0-15,0 0 3 16,-1 0 0-16,1 0-3 15,0 0-1-15,4 0-1 16,-3 0-1-16,0 0 1 0,1 0-1 16,0 0-3-16,-3 2 1 15,2-1-2-15,-4 0 1 16,3-1 0-16,-2 2-1 16,1-1 0-16,0 1 0 15,2-1 1-15,-4-1-1 0,1 3 1 16,-1-2-1-16,1 0 1 15,-1 1 0-15,0-1-1 16,1 2 0-16,-1-2-1 16,0 0-10-16,-1-1-24 15,-2 0-46-15</inkml:trace>
  <inkml:trace contextRef="#ctx0" brushRef="#br0" timeOffset="-196396.86">20180 15758 82 0,'5'2'5'0,"-5"-2"8"0,3 3 0 0,-1-2-5 15,1 2-4-15,0 1-1 0,0 0-1 16,1-1 0-16,0 2-2 16,1 0 0-16,0 1 1 15,1 1-1-15,-4 0-1 16,1 0 1-16,0 0-2 0,-2 0 0 16,-1 0 1-16,0 0 1 15,0 0-1-15,0 3 1 16,-7 0 1-16,-1 2 0 15,-3-3-3-15,1 2-24 16</inkml:trace>
  <inkml:trace contextRef="#ctx0" brushRef="#br0" timeOffset="-195343.98">19548 16407 103 0,'-2'0'10'0,"0"0"10"0,2 0 4 15,0 0-15-15,0 0-4 16,0 0 0-16,0 0-1 0,0 0 1 15,0 0-2-15,0 0-3 16,0 0-5-16,0 0-11 16,0 0-4-16,0 0-6 15,0 0 6-15,0 0-8 16,1 0-21-16</inkml:trace>
  <inkml:trace contextRef="#ctx0" brushRef="#br0" timeOffset="-194787.8">20282 15813 92 0,'0'0'14'0,"0"0"-3"0,0 0-5 0,0 0-5 15,0 0-1-15,0 0-1 16,0 0-13-16,0 0-26 15</inkml:trace>
  <inkml:trace contextRef="#ctx0" brushRef="#br0" timeOffset="-193257">20991 15827 96 0,'0'0'19'0,"0"0"-2"0,0 0-12 16,0 0-2-16,0 0-2 16,0 0-2-16,0 0 1 15,0 0 0-15,0 0 0 0,0 0 0 16,0 0 0-16,0 0 0 16,-2 0 0-16,2 0-6 15,0 0-3-15,0 0-6 16,0 0-1-16,0-1 5 15,-1-2 4-15,1 2 7 0,0-1 2 16,0-2 3-16,0 3 2 16,0-1 2-16,0-1 1 15,0-1-7-15,0 1 2 16,0-1-1-16,4 0-2 16,1 0-1-16,-1 0-1 15,2-2 1-15,1 2 1 0,0 0-1 16,0-2-1-16,1 2 0 15,0-1 0-15,0 2 0 16,-1-1 0-16,0 1-2 16,1-1 0-16,-1-1 1 15,0 2 1-15,0 0 1 0,1 0-1 16,1-2 1-16,-1 1 0 16,4 2-1-16,0-1 1 15,-2 0-1-15,2 2 0 16,4-2 0-16,-1 3 0 15,3-2 0-15,-1 1-1 0,0 0 1 16,0-1-2-16,-1 1 2 16,1-1 0-16,-2 2 0 15,-1-2 0-15,-1 2 1 16,2-1-1-16,-1-1 3 16,-1 2 4-16,1-1 3 0,0 1-3 15,1 0-5-15,-2 0 1 16,1 0-1-16,0 0 1 15,0 0 0-15,0 0-1 16,1 0 1-16,0 0-2 16,4 3 2-16,-3-1 0 0,1 0 2 15,-1 0-3-15,0 1 0 16,-3-2 0-16,1 1 1 16,-3 1 1-16,-1-2 0 15,0 1-2-15,-2-1 0 16,-1 3-1-16,-1-3 1 15,2 2 0-15,-5 0-1 0,1 0 0 16,2-3 1-16,-2 3-1 16,1-2 0-16,-1 2-1 15,0-2 1-15,0 2-1 16,-1-3 0-16,2 3 1 0,-3-1-1 16,1 0 0-16,3-1 1 15,-4 0-1-15,3 0 0 16,-2 1 0-16,1-1 0 15,-1 0-9-15,1 1-28 16,-3-2-4-16,0 0-19 16</inkml:trace>
  <inkml:trace contextRef="#ctx0" brushRef="#br0" timeOffset="-192936.34">21626 15657 91 0,'0'0'4'0,"0"0"-2"0,0 0 4 15,39 4 7-15,-28-1 1 16,2 2 6-16,-1 1-2 0,0 1 3 16,1 0-7-16,-1 2-1 15,-3 2-5-15,0 3-5 16,-4 0-3-16,-3 2 0 16,-2 1-14-16,-2 0-34 15,-8-2-11-15</inkml:trace>
  <inkml:trace contextRef="#ctx0" brushRef="#br0" timeOffset="-192480.84">21855 15755 37 0,'0'0'10'0,"0"0"15"0,0 0-13 15,0 0-5-15,0 0-2 0,0 0-5 16,0 0-4-16,0 0-9 16,0 0 3-16,0 0 2 15,-4-9-20-15</inkml:trace>
  <inkml:trace contextRef="#ctx0" brushRef="#br0" timeOffset="-181310.13">19497 16243 184 0,'0'0'6'0,"0"0"15"0,0 0-7 0,0 0-3 0,0 0-4 16,0 0-6-16,0 0-1 16,0 0-25-16,0 0-46 15,0 0 24-15</inkml:trace>
  <inkml:trace contextRef="#ctx0" brushRef="#br0" timeOffset="-161928.22">857 15962 86 0,'0'0'-20'0,"0"0"20"0,0 0-5 0,0 0-20 0,0 0-11 16</inkml:trace>
  <inkml:trace contextRef="#ctx0" brushRef="#br0" timeOffset="-161885.6">857 15962 16 0,'0'0'38'16,"0"0"-25"-16,0 0-16 0</inkml:trace>
  <inkml:trace contextRef="#ctx0" brushRef="#br0" timeOffset="-161564.28">859 15873 7 0,'0'0'79'0,"0"0"-78"15,0 0 4-15,0 0 5 0,0 0 14 16,0 0-12-16,0 0 15 16,-23-8-2-16,23 8-17 15,-2 0-5-15,2 5-6 16,0 5 0-16,0 1-1 0,0 2 2 15,2 5 1-15,2 1 1 16,4 2 0-16,-2 0 1 16,-1-3-1-16,1 2 1 15,-1-2 0-15,2-1 1 16,-3-1 0-16,-2-2-1 0,0 2-19 16,-2-1-34-16,0-4 0 15</inkml:trace>
  <inkml:trace contextRef="#ctx0" brushRef="#br0" timeOffset="-161315.45">832 16135 108 0,'0'0'3'15,"0"0"-3"-15,0 0 0 16,0 0-1-16,0 0 2 0,0 0 1 15,0 0 1-15,0 0 3 16,43-17-1-16,-35 12 0 16,3-1-3-16,3 1 0 15,-1 0 1-15,0-3-1 16,-1 0 3-16,1 0-5 0,-1-1-8 16,-6-2-10-16,-1 0-33 15</inkml:trace>
  <inkml:trace contextRef="#ctx0" brushRef="#br0" timeOffset="-161065">704 15914 155 0,'0'0'2'15,"0"0"6"-15,0 0-1 16,0 0 3-16,0 0-1 16,0 0-1-16,0 0-5 15,2-44-1-15,15 30-1 0,2-2 2 16,4-1-2-16,4-2-6 16,-2-2-48-16,0 1-32 15</inkml:trace>
  <inkml:trace contextRef="#ctx0" brushRef="#br0" timeOffset="-160467.43">946 16006 204 0,'0'0'-3'16,"0"0"10"-16,0 0 0 16,0 0-4-16,0 0 0 15,0 0-2-15,-16-39-1 16,25 29 3-16,-2 1-4 15,4 2 1-15,-3 1-1 0,4 3-1 16,-1 1-1-16,1 2 2 16,1 0 0-16,0 0-2 15,-1 4 1-15,-2 4-1 16,2 1-1-16,-5 3-1 16,-1-1 5-16,-2 0 0 15,-3 1 0-15,1-2 1 0,-2 0-2 16,0 1 3-16,-3-3-1 15,-3-2-1-15,-1 0 1 16,-2-5 2-16,2-1 0 16,-1 0 1-16,3-3 1 15,-1-6 1-15,0-4-4 0,5-2 1 16,1-1-1-16,0-1-1 16,0-2-1-16,9 1 0 15,0 1 0-15,4 0 0 16,3 3-1-16,-1 1 1 15,3 2 0-15,-2 4-3 16,2 6 1-16,0 1 0 0,-5 0 0 16,3 5-3-16,-5 9-7 15,2-1-8-15,-5 0-25 16,0-2-3-16</inkml:trace>
  <inkml:trace contextRef="#ctx0" brushRef="#br0" timeOffset="-160174.03">1303 15764 100 0,'0'0'93'0,"0"0"-94"0,0 0-15 16,0 0 2-16,0 0 7 0,8 44 10 15,-2-20-1-15,2 1 0 16,-1 6 1-16,3 0-2 16,-2 1 1-16,-1 3-2 15,1 0 3-15,0 0-2 16,-4-2 3-16,3 2 0 16,-3-8 2-16,0 0-3 0,-3-5-20 15,0-6-22-15,-1-9-17 16</inkml:trace>
  <inkml:trace contextRef="#ctx0" brushRef="#br0" timeOffset="-159820.16">1306 15788 189 0,'0'0'0'0,"0"0"2"15,2-38-1-15,1 29-1 16,5 5-1-16,-1 1-2 16,1 2-2-16,0 1-3 15,0 0 0-15,1 0 3 16,0 1-2-16,2 6 6 0,-2 0 0 16,3 2 1-16,-3-2 0 15,-1 4 0-15,-1-1-1 16,-2 0 2-16,-3 1 0 15,-2 1-1-15,0-1 4 16,0 0 6-16,-5-1 6 0,-4 3-9 16,1-2-2-16,1 0-2 15,-3-2-1-15,4-1 0 16,2-3-2-16,4-4-25 16,0-1-31-16,0-4-66 15</inkml:trace>
  <inkml:trace contextRef="#ctx0" brushRef="#br0" timeOffset="-159071.22">1527 15688 206 0,'0'0'5'0,"0"0"5"15,0 0-2-15,0 0-1 16,0 0-5-16,0 0-3 15,0 0 0-15,0 0-1 16,0 0-1-16,2 23 1 0,3-9 1 16,1-1 0-16,-1-1 0 15,2-2 1-15,-1 0-1 16,-1-2 1-16,3-1 1 16,-3-4 0-16,2 0-1 0,-3-2 1 15,3-1 0-15,-3 0 2 16,1-1 2-16,-1-7-1 15,0-2-1-15,2-3 2 16,-4-1-3-16,-2-1 2 16,2-4-3-16,-2 2 0 15,0 1-1-15,0 2 1 0,0 3 0 16,0 2-2-16,0 5 2 16,0 3-2-16,2 1-1 15,2 0-7-15,-1 5 1 16,3 8 3-16,4-2 2 15,-2 5 3-15,3-2 0 0,-2-1 0 16,3-1 0-16,-2-5-2 16,0-1 2-16,-1-2 0 15,-1-4 2-15,1 0-2 16,-1 0 3-16,0 0 0 16,-4-8 3-16,1-4-1 0,-3-3 1 15,-2 0-3-15,0-4-1 16,0-1 0-16,-4-6-1 15,-3 0 1-15,-3-4-2 16,0-1 0-16,1-1 0 16,3 2 0-16,-1 5 0 15,2 2 0-15,0 5 0 0,3 5-2 16,2 2 2-16,0 7 0 16,0 2-1-16,0 2-16 15,0 2 1-15,7 9 9 16,2 4-1-16,0 5 1 0,2 1 3 15,-1 5 1-15,0-1 3 16,-1-1-1-16,1 0-1 16,-2 0 4-16,-3-4-2 15,1-2 1-15,-2-1 1 16,-1-4-2-16,2-3-34 0,-5-3-14 16,0-4-21-16</inkml:trace>
  <inkml:trace contextRef="#ctx0" brushRef="#br0" timeOffset="-158865.25">1694 15579 224 0,'0'0'7'0,"0"0"0"0,0 0-5 16,0 0 1-16,19-40-4 0,-4 25 6 15,7-2-5-15,1 3 1 16,1-3-6-16,3 1-27 16,0 2-4-16,-3 2-32 15</inkml:trace>
  <inkml:trace contextRef="#ctx0" brushRef="#br0" timeOffset="-158174.9">723 16570 58 0,'0'0'3'0,"0"0"13"0,57-32-3 16,-30 18-1-16,6-3-3 16,6-3-1-16,3 1-1 15,5-3-1-15,6-6-2 0,1 1 2 16,2-3 1-16,5-3-3 16,-1 0 0-16,-1-1 1 15,1 2 0-15,0-1 2 16,-3 1 1-16,-1 3-2 0,0-1 1 15,-2 4-2-15,-2 0 0 16,-3 4-1-16,-2 2-3 16,-5 3 1-16,-8 3-2 15,-3 4 1-15,-6 2-1 16,-8 3 1-16,1 3-1 0,-7 2 1 16,1 0-1-16,-6 0-19 15,-5 0-40-15,0-1-24 16</inkml:trace>
  <inkml:trace contextRef="#ctx0" brushRef="#br0" timeOffset="-157835.03">2105 15350 198 0,'0'0'3'0,"0"0"9"0,0 0 0 15,0 0-6-15,0 0-1 16,0 0-3-16,0 0 0 0,0 0-2 16,0 0 0-16,0 0-4 15,-17-10-5-15,21 17-15 16,0 0-39-16,3 1 2 16</inkml:trace>
  <inkml:trace contextRef="#ctx0" brushRef="#br0" timeOffset="-157642.42">2155 15641 225 0,'0'0'1'0,"0"0"-3"16,0 0 0-16,0 0 2 15,0 0 2-15,0 0-2 16,0 0-13-16,0 0-37 15,-2 11 6-15,10-12 5 0,0-9-31 16</inkml:trace>
  <inkml:trace contextRef="#ctx0" brushRef="#br0" timeOffset="-157498.78">2271 15521 177 0,'0'0'11'0,"0"0"4"0,0 0-15 15,0 0 0-15,0 0 1 16,0 0-3-16,40-28-49 16,-31 15-36-16</inkml:trace>
  <inkml:trace contextRef="#ctx0" brushRef="#br0" timeOffset="-144975.92">19736 16478 33 0,'-7'1'31'0,"-2"-1"-24"0,2 0-1 0,0 0-5 15,1 0-1-15,-1 0-1 16,2 0-3-16,-3 0-2 16,3 0 0-16,-3 0 1 15,0 0-3-15,0 0-39 16</inkml:trace>
  <inkml:trace contextRef="#ctx0" brushRef="#br0" timeOffset="-144634.25">19615 16473 28 0,'0'0'5'0,"0"0"11"0,0 0 4 15,36 2-7-15,-19-2-3 16,3 0-1-16,1 0-3 16,1 0 0-16,-2-2 4 15,0 2 2-15,-3 0-3 0,-2 0-3 16,-1 0-2-16,-4 0-3 16,-2 0 1-16,-2 0-1 15,-1 0-1-15,-3 0 0 16,-1 0-1-16,-1 0-1 15,0 0-2-15,0 3 1 0,0-3-11 16,0 2-28-16</inkml:trace>
  <inkml:trace contextRef="#ctx0" brushRef="#br0" timeOffset="-131469.08">22113 12986 89 0,'0'-7'10'0,"0"3"24"0,0-1-13 0,0 2-2 0,0 0-5 15,0 1 2-15,0 2-1 16,0-1-2-16,1 1-8 0,-1 0-5 16,2 0-1-16,0 4 1 15,-2 5 0-15,4 2 2 16,-1 0-2-16,-2 2 0 15,0 2 2-15,2-1-1 16,1-1 0-16,0 0-1 16,2-1 0-16,1-1-1 0,1-1 1 15,0-3-1-15,1 1 0 16,-2-1 0-16,4-3 1 16,-2-1-1-16,0-3 0 15,3 0 2-15,-1 0-3 16,2 0 3-16,0-5-2 0,-2-4 5 15,2-2-4-15,-1 2 2 16,1-2-2-16,-4 1 1 16,0 3 0-16,-5 0-1 15,-1 3 1-15,-2 1 0 16,0 0 8-16,-1 3 2 0,0 0-7 16,0 0-7-16,0 6 4 15,1 2-2-15,3 2 5 16,-2 0-4-16,3 1-1 15,3-3 0-15,-2 1 0 16,3-2 0-16,-1-1 0 0,2-3-1 16,0-2-1-16,3-1 2 15,-2 0 4-15,3-8 0 16,-1-6 3-16,-3 2 4 16,1-3-1-16,-3 1-1 15,-4-2 0-15,-3 0 3 0,-1 0-1 16,0 3-3-16,-1 0-4 15,-6 2-1-15,2 4-1 16,0 1-2-16,-2 5-4 16,3 1-5-16,1 0-16 15,-2 3-18-15,2 3-13 16,2 0-19-16</inkml:trace>
  <inkml:trace contextRef="#ctx0" brushRef="#br0" timeOffset="-131063.58">22630 12977 176 0,'0'0'7'0,"0"0"0"0,0 0 11 0,0 0-16 16,0 0-8-16,0 0 12 15,0 0-4-15,0 0-1 0,0 0 0 16,0 0-1-16,0 0 1 15,-37 39-2-15,37-30 1 16,0-1-4-16,0-1-3 16,1 0 8-16,4-3-4 15,2-1 1-15,0-1 4 0,3-2-2 16,-1 0 3-16,0 0 3 16,1-3 0-16,0-4 2 15,-3 0 2-15,-1-1 5 16,-3-2 0-16,-3 1-1 15,0-1 0-15,0 0-5 16,-1 0-3-16,-6 2-3 0,-1-1 0 16,-2 5-5-16,-2 0 11 15,5 2-11-15,-3 2-3 16,1 0-13-16,4 3-8 16,2 3-21-16,3-1-25 0,0-1-6 15</inkml:trace>
  <inkml:trace contextRef="#ctx0" brushRef="#br0" timeOffset="-130685.52">22782 12943 106 0,'0'0'43'16,"0"0"-38"-16,0 0 12 15,38-20-5-15,-27 20-7 16,1-1-3-16,-1 1-1 0,0 0 4 15,2 1 1-15,-4 9-3 16,3-2 1-16,0 4-3 16,-2 0 0-16,1 1-1 15,-4 0 2-15,-2-2-2 16,0-1 0-16,-4-3-1 0,-1-1-1 16,0-1-2-16,0-3 3 15,0-1 17-15,-1-1-5 16,-4 0 6-16,0 0-4 15,0-6-4-15,0-2 0 16,2 1 3-16,-1-3-7 0,4-1 4 16,0-2-5-16,0 0-3 15,6 1-2-15,5 0 4 16,3 3-5-16,3 0-1 16,6 2-26-16,-2 0-33 15,2 0-44-15</inkml:trace>
  <inkml:trace contextRef="#ctx0" brushRef="#br0" timeOffset="-130202.81">23170 12905 173 0,'0'0'29'0,"0"0"-26"16,0 0-2-16,0 0-2 15,0 0 0-15,0 0 0 16,-44 22 1-16,29-15 0 15,-1 3 0-15,-1-1 1 16,2 0-1-16,2 2 1 0,2-2 0 16,6 1-1-16,3-3 0 15,2 1-2-15,0-3-1 16,2-1-3-16,7-2 0 16,0-2 6-16,1 0 6 15,2 0 2-15,0-4 0 0,-2-4-4 16,0 0 2-16,0-3-2 15,-2-1-1-15,-3-2 0 16,1-3-2-16,-2 0 1 16,-1-4 0-16,-2 2-1 15,-1-4-3-15,0 1-1 0,0-1 0 16,0 2 1-16,0 0-1 16,0 4 2-16,0 3 1 15,0 3 0-15,0 1 0 16,0 6 1-16,0 1 2 15,0 3 2-15,0 0-2 16,1 0-7-16,2 7 4 0,5 9-2 16,-1 2 4-16,5 8-2 15,0 3 0-15,2 4 0 16,-2 2-4-16,-2-4-55 16,-4-1-76-16</inkml:trace>
  <inkml:trace contextRef="#ctx0" brushRef="#br0" timeOffset="-129711.43">22522 13450 221 0,'0'0'-5'0,"0"0"-3"0,0 0 6 0,0 0 4 16,0 0-4-16,19 48 2 16,-17-30-1-16,0 1 1 0,-1-1-1 15,2-1 3-15,-2-3-2 16,1 1 0-16,2-4 0 16,0-3 0-16,2-2-1 15,1-2 5-15,1-1-1 16,3-2 8-16,0-1 0 0,5 0 2 15,-1 0-5-15,5-3-2 16,0-1-5-16,1 0 1 16,-1-2-2-16,-4 2 0 15,1 1-9-15,-7 0-35 16,-3-3-32-16,-4-1-59 0</inkml:trace>
  <inkml:trace contextRef="#ctx0" brushRef="#br0" timeOffset="-129540.06">22581 13553 202 0,'0'0'13'15,"0"0"14"-15,0 0-32 16,0 0-16-16,0 0 30 16,38-13-5-16,-20 6-1 15,6 0-4-15,-6 0-21 0,-2-3-43 16,-4-1-40-16</inkml:trace>
  <inkml:trace contextRef="#ctx0" brushRef="#br0" timeOffset="-129427.93">22632 13419 161 0,'0'0'-3'16,"0"0"12"-16,0 0-2 15,0 0-20-15,40-20-32 16</inkml:trace>
  <inkml:trace contextRef="#ctx0" brushRef="#br0" timeOffset="-128763.79">22798 13481 178 0,'0'0'-8'15,"0"0"20"-15,0 0 10 16,0 0-13-16,0 0-3 16,0 0 2-16,0 0 2 0,0 0-2 15,30-33-4-15,-17 33-2 16,-1 0-1-16,3 1 0 16,-2 7-1-16,-1 0-4 15,-2 1-5-15,-3 0 0 16,-3 0-6-16,-2-1 10 15,-2 1 3-15,0-4-3 16,-2 0 10-16,-4-1-3 0,-1 0-1 16,-1-3 0-16,0-1 0 15,3 0 1-15,0 0 0 16,2 0 5-16,3-2 4 16,0-4 2-16,0-1-10 0,6-1-1 15,1-2 1-15,5 2-1 16,0 1 0-16,1 1-2 15,1 3 0-15,-1 2 0 16,1 1 0-16,-1 0 1 16,-1 0-1-16,-3 0-1 15,0 4-2-15,-1 2 0 0,-2-1-2 16,-2 2 2-16,-2-2-4 16,0-2-1-16,-2 2 7 15,0-4-1-15,0 1 0 16,0-2 9-16,0 0-2 0,-3 0 0 15,2-2 7-15,-1-6-3 16,2 2-3-16,0-2-2 16,2-2-2-16,7 2-1 15,1-2-1-15,4 1 1 16,-1 0 0-16,1 5 0 0,1 0-1 16,-1 3 1-16,1 1 0 15,-4 0-1-15,3 5 1 16,-5 4-1-16,1 2-5 15,-4 1-21-15,-2-1-27 16,-3-3-26-16</inkml:trace>
  <inkml:trace contextRef="#ctx0" brushRef="#br0" timeOffset="-128280.41">23150 13307 225 0,'0'0'2'0,"0"0"5"0,0 0-5 15,0 0-2-15,41-22-1 16,-32 22 0-16,2 8-1 0,-3 5-2 16,-1 2 1-16,-2 2 2 15,2 2 3-15,-3 2 0 16,-2-3-1-16,-2 2-1 15,0-2-1-15,0-3-3 16,0-1-5-16,-5-5 4 0,2-4 0 16,-1 1 8-16,2-5 4 15,1-1 1-15,1 0 1 16,0-3 2-16,0-4-6 16,7-2-4-16,2-2 3 0,2 1-2 15,3 0 0-15,1 2-2 16,1 0 0-16,-1 4 1 15,1 0 0-15,-1 2 1 16,-1 2 1-16,-1 0-3 16,-3 2 0-16,-1 5 0 15,-3 3 0-15,-4 0-5 16,-2 0 2-16,0 0-1 0,-7-1-4 16,-6-1 9-16,-3 2 4 15,-4-2-6-15,1 0-16 16,0 0-17-16,3-4-20 15,6-3-16-15</inkml:trace>
  <inkml:trace contextRef="#ctx0" brushRef="#br0" timeOffset="-127932.35">23536 13434 104 0,'0'0'3'0,"0"0"14"0,0 0 11 0,0 0-3 16,0 0-6-16,37-16-13 15,-32 10-4-15,2 0 3 0,-3-1 1 16,2 0 1-16,-3 0-4 16,-1-2 1-16,1 2 1 15,-3 0 1-15,0 3 5 16,0 0 2-16,-4 1-11 0,-2 3-1 15,-5 0 4-15,-2 0-6 16,2 4 4-16,0 5-1 16,3 1-2-16,0 1 0 15,4 0 0-15,4 1-1 16,0-1-2-16,0 1-2 16,8-3-15-16,6-2-22 0,5-4-17 15,4-3-13-15</inkml:trace>
  <inkml:trace contextRef="#ctx0" brushRef="#br0" timeOffset="-127213.05">23884 13350 204 0,'0'0'27'0,"0"0"7"16,0 0-20-16,0 0-10 15,0 0-7-15,0 0 8 16,-46-29-4-16,27 35 2 0,-1 4-3 15,-1 3 0-15,5 1 0 16,-1-2 0-16,7 1-5 16,2-3-15-16,4 1-10 15,4-4 14-15,0 0-1 16,0-5 9-16,5-2 0 0,3 0 7 16,3 0 12-16,3-9-5 15,0-2 2-15,-1-3-4 16,0-3-1-16,-2-6-1 15,-1-2 4-15,-2-3-1 16,-1-1 2-16,-1-4-3 0,-2 2-1 16,0 2-3-16,0 4 1 15,-4 5-1-15,0 0-1 16,0 8-1-16,0 4 0 16,-3 3 0-16,-3 5 2 15,-2 0-6-15,0 3 12 0,-2 8-6 16,0 9 1-16,2 2-1 15,-1 4-1-15,4 2 1 16,0 2-1-16,4-2-1 16,1 1-1-16,0-4 1 15,6-4 4-15,3 0-4 0,1-7 2 16,3-1-1-16,0-5 0 16,0-2 2-16,3-2 6 15,0-1 2-15,3-3-1 16,-3 0-3-16,0 0 2 15,1-6-2-15,-4-2 1 0,-1-3 0 16,-1-2-2-16,-3-2 0 16,-2-1-3-16,-2 3 1 15,-3-1-1-15,-1 2-2 16,0 3 0-16,-3 2 2 16,-4 5-3-16,-1 2 6 15,-1 0-1-15,1 0-3 0,-2 2 1 16,3 7-1-16,2 0 0 15,1 0-1-15,4 2-2 16,0-1-3-16,3-3 4 16,7 3-1-16,1-3-1 15,5-2 1-15,2-2-18 0,2-3-48 16,-1 0-66-16</inkml:trace>
  <inkml:trace contextRef="#ctx0" brushRef="#br0" timeOffset="-127100.2">24097 13128 165 0,'0'0'-10'0,"0"0"14"0,0 0-31 16</inkml:trace>
  <inkml:trace contextRef="#ctx0" brushRef="#br0" timeOffset="-126666.61">24128 13255 203 0,'0'0'21'16,"0"0"-23"-16,0 0 6 16,0 0-4-16,0 0 3 15,0 0-1-15,0 0-2 16,18 38 1-16,-15-28 1 0,0 1-2 15,-1-1 1-15,0 0 0 16,1-3-1-16,-3 0 0 16,0-3 0-16,0-1 1 15,0-3-1-15,0 0 1 0,-3 0 2 16,1-3-1-16,2-5 0 16,0-6 1-16,0 1-3 15,0-4 2-15,2 3-3 16,4-2 3-16,0 2 0 15,2 3 2-15,1 3 3 16,1 2-5-16,0 2-2 0,2 1-1 16,-1 3 2-16,-1 0-1 15,0 0 1-15,1 10-2 16,-5 0 1-16,0 1-1 16,-1 3-5-16,3-3-9 15,-5 2-10-15,1-3-23 0,2-3-9 16,-3-1 6-16</inkml:trace>
  <inkml:trace contextRef="#ctx0" brushRef="#br0" timeOffset="-125911.3">24325 13304 33 0,'0'0'30'0,"0"0"1"15,26-48-5-15,-17 27-2 0,2 1-5 16,3 0 0-16,-3 1-9 16,0 2-1-16,-6 5 0 15,-1 4 3-15,-4 2 1 16,0 5-3-16,-4 1-5 15,-7 0-2-15,-1 0-4 16,-1 8-2-16,-3 3 5 0,5 2-2 16,0 1 0-16,3 2-2 15,4-5-3-15,3 1-2 16,1-2-5-16,0-2 2 16,2-2 1-16,5-2 2 15,3-1 3-15,0-3 7 0,0 0-3 16,0 0 5-16,-1 0 7 15,1 0 9-15,-5 0-4 16,4 0-5-16,-2 0-7 16,0 3-3-16,-2 5 0 15,-1 6-4-15,2 3 2 0,-5 0 3 16,0 3-1-16,-1 0-1 16,0-1 0-16,0 0-2 15,0-5 0-15,-5 1 0 16,-1-3-3-16,0-4 1 0,0-2 0 15,1-2 2 1,2-4 1-16,-2 0 4 0,2 0-1 16,2-8 2-16,1-4-3 15,0-2 1-15,3-4 3 16,8-3-2-16,0-2-2 16,4-1 1-16,1-1-3 0,3-1 0 15,0-2 0-15,1 2 1 16,0 2-1-16,-6-1 0 15,0 3-1-15,-2 3 1 16,-7 2 0-16,-1 3 0 16,-3 4 1-16,0 2-2 0,-1 2-1 15,0 3 0-15,-2 3-3 16,-4 0-3-16,3 0 0 16,-5 6 6-16,3 4 2 15,-2 1 0-15,5 3-1 16,2 0-1-16,0 1 0 15,0 1 1-15,3 0-1 0,6 1-1 16,1-2 1-16,-3 2 2 16,4-1 0-16,-2-2 1 15,-2 4 0-15,-1-1-1 16,-4-1 0-16,-2 0 0 16,0-1 0-16,-10 0-2 0,-8 1 4 15,-7 0-4-15,-6-1-13 16,-10 1-44-16,-1-2-47 15</inkml:trace>
  <inkml:trace contextRef="#ctx0" brushRef="#br0" timeOffset="-125356.77">23014 13848 22 0,'14'0'35'0,"4"0"-31"0,3 0 13 0,5 0-1 15,3-5 0-15,4-1 3 16,1 0-2-16,4 1 2 16,7-4-4-16,5 1 5 15,5-2-6-15,3 0-5 0,4 0-4 16,0 0-2-16,2 0-2 16,-2 0 2-16,-2 0-3 15,-4-1 1-15,-2 2 1 16,-8 1 0-16,-3 1 1 15,-6 3-1-15,-4 0 0 0,-6 2-1 16,-6 2 0-16,-7 0-13 16,-8 0-21-16,-6 3-42 15,-3 3-21-15</inkml:trace>
  <inkml:trace contextRef="#ctx0" brushRef="#br0" timeOffset="-124999.1">23254 13884 74 0,'0'0'8'0,"0"0"-3"0,0 0 11 16,37 3 2-16,-18-3-2 16,6 0 6-16,4 0-1 15,5-5 2-15,5-2 0 16,4 0-4-16,4 0-8 16,1 0-5-16,2 0-3 0,3-2-2 15,1 2 0-15,-6 2-1 16,2-1 1-16,-3 0 0 15,2 1-1-15,-5 2 0 16,0 0 0-16,-3 1-10 0,-5-3-62 16</inkml:trace>
  <inkml:trace contextRef="#ctx0" brushRef="#br0" timeOffset="-119979.6">3507 14993 7 0,'0'-2'19'0,"0"-2"-4"0,0 1-2 16,0 1 3-16,0 0 0 15,-2-1 1-15,2 2 1 16,-2-1-2-16,2-1-1 16,-2 2-5-16,2 1-7 0,0 0-2 15,0 0-2-15,0 0 1 16,0 0 0-16,0 0 0 15,2 0 0-15,0 3 0 16,2 1 0-16,-2 3-2 16,-1 2 4-16,3 1-2 15,0-1 1-15,-1 4 0 0,-1-1-1 16,-1 2-5-16,-1 0 8 16,1 1-3-16,-1 3 0 15,0-3-2-15,0-1 2 16,0 0 2-16,0-1 3 15,1-4-4-15,1 1 0 0,2-4-2 16,0 0 0-16,1-2-4 16,1-1 5-16,-1 0 0 15,2-2-2-15,-3-1 2 16,3 0 0-16,-1 0 2 0,2 0-2 16,-2-7 0-16,1 1 1 15,-1-1-2-15,1-3 2 16,2 1-1-16,-2 0 0 15,-1-1 0-15,1 3 0 16,2 2 1-16,-4 1-2 0,1 0 1 16,1 4 0-16,-1 0 0 15,0 0-1-15,2 0 1 16,-1 8-2-16,1 0 1 16,2 1 1-16,-1 0 0 15,1 1 0-15,-2-2 0 16,0-2 0-16,-1-1 0 0,0-3 0 15,2 0 0-15,-4-2 1 16,1 0-1-16,0 0 0 16,-1 0 2-16,-1-5 0 15,1-2 3-15,-2-4 8 0,-1 0 6 16,-2-3-2-16,0-1-3 16,0 0-4-16,0-1-1 15,-5 0-1-15,0 0-4 16,1 0 0-16,-2 3 0 15,3 1-3-15,1-2-2 16,2 7-1-16,0-1-1 0,0 3-4 16,0 1-20-16,2 1-43 15,1 0-23-15</inkml:trace>
  <inkml:trace contextRef="#ctx0" brushRef="#br0" timeOffset="-119339.99">3909 15055 41 0,'0'0'8'0,"0"0"-4"0,0 0 1 0,0 0-1 15,0 0 0-15,0 0 6 0,0 0 2 16,0 0 2-16,0 0 4 16,38 13-2-16,-34-13-4 15,2-5-2-15,0 0-2 16,1 0-2-16,-1-3-2 16,-3 0-1-16,4-1 1 0,-3 0-1 15,0-1 0-15,1-1-1 16,-3 0 0-16,0 1 0 15,0 0-1-15,-2 0 1 16,0 0-2-16,0 3 1 16,0 1 1-16,-4 1 0 0,-1 0 3 15,1 3-1-15,-2-1-1 16,0 3-2-16,2 0 6 16,0 0-7-16,-1 5 0 15,1 3 1-15,2 0-2 16,-2 4 1-16,-2-1 0 15,4 0 0-15,-2 2 0 0,2 2 0 16,-3-2 0-16,3 1 0 16,0 0 0-16,2 1 0 15,0-2 1-15,0-1-1 16,0 5 1-16,0-6-1 16,0 1 1-16,4-2-2 0,1 0 1 15,-1-2 1-15,0-4-1 16,0 2 2-16,0-2-1 15,0-3 1-15,3-1 2 16,-1 0 5-16,1 0-2 16,4 0-4-16,0-3-3 0,3 0 1 15,1-2-2-15,-1 1-6 16,-3-2-82-16</inkml:trace>
  <inkml:trace contextRef="#ctx0" brushRef="#br0" timeOffset="-118713.28">3780 15433 8 0,'0'0'37'0,"0"0"-6"0,0 0-3 0,0 0 5 0,0 0 5 15,0 0-8-15,0-39-14 16,0 38-8-16,0-1 0 15,-2 2-3-15,2 0-4 0,-2 0-3 16,1 0 3-16,1 3 2 16,0 7-5-16,0 1 6 15,0 2-2-15,0 4-2 16,0 0 1-16,0 4-1 16,0 0 1-16,0 0-1 15,0 3 0-15,0-1 0 0,0-2 0 16,0-1 0-16,0 0 0 15,0-4 1-15,-1-1 0 16,1-3-1-16,-1-2 0 16,1-3 0-16,0-2 0 15,0 0 0-15,0-1-2 0,0-2-20 16,0-2-80-16</inkml:trace>
  <inkml:trace contextRef="#ctx0" brushRef="#br0" timeOffset="-118414.27">3717 15698 94 0,'0'0'2'16,"0"0"-1"-16,0 0 1 0,0 0 2 15,0 0 22-15,0 0 3 16,0 0-12-16,0 0-5 15,0 0-7-15,-11 0-5 16,11 0 0-16,0 0 0 16,5 1 1-16,-1 1-1 0,3 0-1 15,-1 1-1-15,0 0 3 16,2-1-2-16,1-1 3 16,-1 1-1-16,-1 0 1 15,1 1-2-15,0-2-2 16,-2-1-24-16,1 0-78 0</inkml:trace>
  <inkml:trace contextRef="#ctx0" brushRef="#br0" timeOffset="-118222.33">3845 15631 212 0,'0'0'3'16,"0"0"4"-16,0 0-2 15,0 0-4-15,0 0-2 16,0 0-2-16,-38 18 3 16,30-3 0-16,2 3-1 0,0 6-1 15,1 3-18-15,-4-2-72 16</inkml:trace>
  <inkml:trace contextRef="#ctx0" brushRef="#br0" timeOffset="-117166.91">19673 16386 100 0,'0'0'-25'0,"0"0"23"0,0 0 2 0,0 0-40 0</inkml:trace>
  <inkml:trace contextRef="#ctx0" brushRef="#br0" timeOffset="-116846.83">21076 16256 265 0,'0'0'9'0,"0"0"6"15,0 0-7-15,0 0-4 16,0 0-2-16,0 0-1 16,0 0-1-16,0 0-7 15,3-5-33-15,-3 5-57 0,0-4-40 16</inkml:trace>
  <inkml:trace contextRef="#ctx0" brushRef="#br0" timeOffset="-116532.41">22333 16057 151 0,'0'0'-1'15,"0"0"4"-15,0 0-2 16,0 0-2-16,0 0-24 0,0 0-19 15</inkml:trace>
  <inkml:trace contextRef="#ctx0" brushRef="#br0" timeOffset="-116255.23">23762 15984 97 0,'0'0'12'0,"0"0"-11"16,0 0-1-16,43 6-21 16</inkml:trace>
  <inkml:trace contextRef="#ctx0" brushRef="#br0" timeOffset="-114689.14">2682 16016 70 0,'0'0'2'0,"0"0"0"0,0 0-3 0,0 0 0 0,0 0-2 15,0 0-2-15,0 0 17 16,0 0 0-16,0 0 3 16,0 0-3-16,0 0 1 15,0 0-1-15,-38-24-1 0,36 23 3 16,0 0 1-16,-2-2-4 15,0 2 0-15,0 1 0 16,0-1-1-16,-1 0-2 16,1 1-2-16,-2-1-2 15,-1 1-3-15,-2 0-1 0,2 0 0 16,-4 0 2-16,0 0-2 16,0 0 1-16,0 0-1 15,1 0 0-15,-1 2 0 16,3 3 3-16,0-2-3 15,2 1 0-15,-1 1 0 0,3 0-1 16,2-1 1-16,0 1-2 16,2-1 2-16,0 0 0 15,0 2 0-15,0 0 0 16,0 2 0-16,0 0 0 16,0 3 0-16,0 0 0 15,0 3 0-15,2 1 0 0,0 6-1 16,0-3 0-16,0 4 1 15,-2-1 0-15,0 4-1 16,0-2 0-16,0 1 1 16,0-1 0-16,0-1 0 15,-2 0-1-15,0-1 1 0,2-2 1 16,0-2-1-16,0-3 0 16,0-1 0-16,0-1 0 15,0-2 1-15,2-1-2 16,5 1-1-16,-1-2 1 15,-1 0-1-15,2-1 1 0,-3 0 1 16,0-1-3-16,1-2 3 16,1-1-3-16,-2 1-3 15,2-3-1-15,-1-1 10 16,5 0 2-16,0 0-5 16,1 0-13-16,-1-5-31 0,2-5-38 15</inkml:trace>
  <inkml:trace contextRef="#ctx0" brushRef="#br0" timeOffset="-114362.15">2718 16170 103 0,'0'0'21'0,"0"0"15"0,0 0 3 0,0 0-7 15,0 0-12-15,0 0-5 16,0 0-5-16,0 0-8 15,0 0-2-15,-29 49 0 16,27-24-1-16,2 8 0 0,0 1-3 16,0-3-18-16,0-1-38 15</inkml:trace>
  <inkml:trace contextRef="#ctx0" brushRef="#br0" timeOffset="-113749">3141 16240 33 0,'0'0'25'0,"0"0"-24"0,0 0-1 0,-21 42 1 16,17-26 0-16,1 3 2 15,1-1 8-15,0 4 0 16,2-5-1-16,0-3-3 15,0-2 2-15,2-5-2 0,3-3 0 16,4-1 0-16,-2-3-3 16,1 0 3-16,1 0 6 15,-1-10 1-15,2-1-6 16,-3-3-3-16,-1-2-2 16,-4-4 1-16,2 2 0 0,-4-1 1 15,0 0 5-15,0 2 3 16,-6 4-1-16,0 2-6 15,-1 5-4-15,1 6-7 16,-1 0-16-16,0 9-30 16,-2 4-16-16</inkml:trace>
  <inkml:trace contextRef="#ctx0" brushRef="#br0" timeOffset="-113193.13">3603 16223 114 0,'0'0'33'0,"0"0"-4"0,0 0-15 15,0 0-6-15,0 0-7 16,-38 31-1-16,32-17-1 0,2 0 1 15,0 1 0-15,4 0 0 16,0-1 0-16,0-2 0 16,0 0-2-16,4-2-2 15,4-3 2-15,1-3-1 16,0-1 0-16,4-3 1 0,-2 0-2 16,1 0 9-16,-1-10 2 15,0 0-1-15,-2-5 3 16,0 2 2-16,-5-1-2 15,-1-3 3-15,-2 0 1 16,-1 2 1-16,0-1-8 16,-2 3 1-16,-4 2-4 0,-1 3-2 15,-2 3-2-15,2 5-4 16,-1 0-16-16,1 11-2 16,-3 4-32-16,4 0-19 15</inkml:trace>
  <inkml:trace contextRef="#ctx0" brushRef="#br0" timeOffset="-112753.31">4041 16204 46 0,'0'0'1'0,"0"0"-2"0,0 0-7 0,0 0-15 16</inkml:trace>
  <inkml:trace contextRef="#ctx0" brushRef="#br0" timeOffset="-112212.22">4041 16204 165 0,'27'-12'17'0,"-27"10"-1"16,-2 0-5-16,-2-1-6 16,1 3-3-16,-1-2 4 15,2 2-6-15,-3 0 0 16,0 0 0-16,1 4 0 0,0 6 0 16,1 2 0-16,-1 2-1 15,-1 3 1-15,3 2-2 16,-2 0 1-16,4-2 1 15,-3 0-1-15,3-3 1 16,0-5 1-16,0 1-1 16,0-1 0-16,7-4 0 0,0-1 0 15,0-3-3-15,1-1-1 16,2 0 4-16,-1 0 0 16,-1-7-1-16,2-4 5 15,-4 0-1-15,-2-1 4 16,-2-2 1-16,-2 0 8 0,0 0-2 15,0-3-4-15,-6 3-2 16,-2 1-3-16,0 3 2 16,-1-1-5-16,3 7-2 15,-1 1-2-15,2 3-14 16,1 0-46-16,0 0-78 0</inkml:trace>
  <inkml:trace contextRef="#ctx0" brushRef="#br0" timeOffset="-111770.2">4334 16142 83 0,'0'0'84'0,"0"0"-67"0,0 0-16 0,0 0-8 15,0 0-6-15,0 0 19 0,0 0-6 16,0 40-3-16,0-22 6 16,0-2-2-16,0 1 0 15,0-3 0-15,3 3 1 16,3-3-2-16,2-3 1 15,0-2 1-15,0-2-6 16,1-6 7-16,1-1-3 0,-2 0 5 16,1-4 11-16,-2-8 12 15,0-1-4-15,-5-5-5 16,-1-1-5-16,-1 1 6 16,0-2-3-16,-3 0-6 15,-8 5-5-15,4 1-4 0,-4 3-1 16,1 5-6-16,4 3-15 15,-3 3-38-15,1 0-78 16</inkml:trace>
  <inkml:trace contextRef="#ctx0" brushRef="#br0" timeOffset="-111128.83">4589 15900 61 0,'0'0'16'0,"0"0"-2"0,0 0-1 0,0 0-3 16,38-20 0-16,-27 16 3 16,-2-1-3-16,2 4-5 15,-1-2-3-15,2 3-1 16,2 0 1-16,-3 0-1 15,0 0-1-15,1 3 1 0,-4 3 0 16,1 0 0-16,-4 1 0 16,2 1 4-16,-5 0 1 15,0 2-4-15,0 1 10 16,-2 2-7-16,0 2-2 0,1 4-2 16,-1-1 1-16,0 4-2 15,0 1 1-15,0 3-2 16,0 0 2-16,0 1 0 15,2 2-1-15,2 1 1 16,0 2-1-16,-1-2 0 16,6 0 1-16,-3-1-1 0,-1-3 1 15,1-2 0-15,-3-2 0 16,1-5-1-16,-4 0 1 16,0-5 2-16,0 0 1 15,-4-1 5-15,-5 2 3 16,-2-2-5-16,-5 1-4 0,-4 0-2 15,0-1 1-15,-3-4-4 16,-3-6-14-16,1-1-141 16</inkml:trace>
  <inkml:trace contextRef="#ctx0" brushRef="#br0" timeOffset="-109578.8">6195 15012 145 0,'-2'0'4'0,"-4"0"7"0,1-1-3 16,1-6-4-16,0 5-3 15,2-6 3-15,-4 3 10 0,2-2 6 16,0 1-2-16,-1 0 0 16,-1 0-4-16,-2-1-6 15,0 4-3-15,-1 2-4 16,-1 1-2-16,-3 0-1 15,1 4-2-15,-3 6-2 0,1 4 0 16,0 2 5-16,2 4 0 16,2 0 0-16,2 3 2 15,2-3-2-15,4 4 1 16,0-6-1-16,2-2 1 16,0 0-3-16,6-7 3 0,2-1 0 15,3-3-2-15,1-5-5 16,0 0 6-16,3 0 4 15,-1-7 3-15,-1-5-6 16,3 0 1-16,-3-2 0 16,-2 1-1-16,-1-1 1 15,-2-3 0-15,-3 3 2 0,-1 1 0 16,-4 2 3-16,0 0-4 16,0 5 0-16,0 0-1 15,0 4 0-15,0 2-3 16,0 0-1-16,0 0 7 15,0 4-5-15,0 4 1 0,0 2 0 16,2 0-1-16,8 2 0 16,1 0-1-16,4-2-4 15,1 0 2-15,4-3-5 16,-2-3-14-16,2-4-42 16,-3 0-90-16</inkml:trace>
  <inkml:trace contextRef="#ctx0" brushRef="#br0" timeOffset="-109072.14">6401 15069 244 0,'0'0'11'0,"0"0"2"0,0 0-6 0,0 0-4 0,0 0-2 16,0 0-1-16,0 0 0 15,0 0-7-15,0 0 4 16,-12-39 2-16,9 30 7 0,2-1-2 15,-1-4-2-15,0 1 0 16,-2 0-1-16,0-1 0 16,-1 0-1-16,0 3 0 15,1 1 0-15,-1 1 1 16,1 4-2-16,1 1 0 0,2 2 1 16,1 2-1-16,0 0-9 15,0 0-22-15,0 0 27 16,4 0 1-16,3 3 2 15,-1 1 0-15,3-1 1 16,-2-2-2-16,3 1-2 0,2-1 2 16,-1-1 4-16,1 0 5 15,-1 0-2-15,0 3-2 16,0-3 1-16,-2 3-3 16,0 4 0-16,-2-1 1 15,-4 2-2-15,1 3 1 16,-4 1 9-16,0 2-7 0,0-1 0 15,0 2 1-15,0-2-1 16,0 1-1-16,2-1 0 16,4-2 0-16,1-1-1 15,2-3 0-15,3 0-1 0,3-1-6 16,3-6-2-16,2 0-47 16,-3-2-66-16</inkml:trace>
  <inkml:trace contextRef="#ctx0" brushRef="#br0" timeOffset="-108746.13">6681 14973 126 0,'0'0'2'0,"0"0"-1"0,0 0-1 0,0 0 0 15,0 0 0-15,0 0 1 16,0 0-1-16,-9 36 4 15,18-36 12-15,0 0 18 16,4-2-17-16,-2-7-9 16,3-2-2-16,-3 0 1 15,-2-2-2-15,2-1 3 0,-6-1 0 16,-1 0-1-16,-2 1-2 16,-2 3 1-16,0 1 0 15,0 1-1-15,-4 4 0 16,-3 4-3-16,-5 1-2 15,0 5-1-15,-4 11-3 0,1 6-6 16,0 6-20-16,0 3-21 16,-1 0-18-16</inkml:trace>
  <inkml:trace contextRef="#ctx0" brushRef="#br0" timeOffset="-108306.33">6272 15351 62 0,'0'0'22'0,"0"0"-17"0,0 0 7 0,0 0-2 15,0 0-10-15,0 0 6 16,0 0-3-16,0 0-2 15,0 0-1-15,0 0 0 16,-18 30 1-16,18-16 0 0,-3 3 0 16,2 0-1-16,1 1 1 15,0 1 0-15,0 2 1 16,0-3 0-16,0 2 0 16,0 0-2-16,2-2 0 15,2-1-2-15,-4-4-19 16</inkml:trace>
  <inkml:trace contextRef="#ctx0" brushRef="#br0" timeOffset="-108092.25">6183 15607 193 0,'0'0'19'16,"0"0"-9"-16,0 0 7 15,0 0-11-15,0 0-4 16,0 0-4-16,0 0-1 15,0 0 2-15,-19 4-1 0,27 2 0 16,0-2 1-16,3 1-4 16,3-2-5-16,-1-2-13 15,5-1-15-15,-4 0-9 16,1-2-37-16</inkml:trace>
  <inkml:trace contextRef="#ctx0" brushRef="#br0" timeOffset="-107992.33">6303 15593 119 0,'0'0'69'16,"0"0"-6"-16,0 0-26 15,0 0-28-15,0 0-9 16,0 0 0-16,0 0-9 16,-43 51-37-16,30-27-66 15</inkml:trace>
  <inkml:trace contextRef="#ctx0" brushRef="#br0" timeOffset="-107307.79">5825 15840 86 0,'0'0'13'16,"0"0"17"-16,0 0 9 15,0 0-8-15,0 0-14 16,-42-8-12-16,35 5-4 0,-3 3-1 15,0-1 0-15,-1 0 1 16,-1 1-1-16,1 0 1 16,-3 0-1-16,3 0 0 15,-2 0-1-15,0 1 1 16,2 4-5-16,2 4 1 0,-1-2 0 16,0 1 0-16,5 0 3 15,-2 1 1-15,2 1 1 16,3-3-1-16,0 3 0 15,2 0 0-15,-2 1 2 16,2 1-1-16,0 4 0 16,0 1 0-16,0 2 0 0,0 3-1 15,0 3 0-15,2 1 1 16,-2 1-1-16,2 0 0 16,-2 0 0-16,0-2 1 15,0 0 1-15,0 1 1 0,0-2 1 16,0 2-1-16,0 0-1 15,0 1 1-15,0-4 0 16,0-1-2-16,2-3 1 16,2-4-1-16,2-4 0 15,1-2 1-15,3-3-2 16,4-5-2-16,1-1 2 0,6 0 5 16,1-10-7-16,4-7-31 15,-1-5-101-15</inkml:trace>
  <inkml:trace contextRef="#ctx0" brushRef="#br0" timeOffset="-106973.29">5899 16100 170 0,'0'0'2'0,"0"0"8"0,0 0-6 0,-41 17-3 16,33-7-2-16,3 1 1 15,-1 5 0-15,4 1-1 16,2 0 1-16,0 5 0 16,0-5 1-16,6-4-1 15,1-2-2-15,3-3-3 0,2-6 4 16,-1-2 10-16,1 0 4 16,-2-10-3-16,1-2 2 15,-4-4 0-15,2 2-1 16,-6-7 1-16,-2 7 2 15,-1-5-2-15,0 4 0 0,-4 0-3 16,-7 3-4-16,2 2-4 16,-4 6-5-16,-3 4-19 15,3 0-55-15,-5 0-108 16</inkml:trace>
  <inkml:trace contextRef="#ctx0" brushRef="#br0" timeOffset="-106637.98">6385 15973 182 0,'0'0'32'0,"0"0"3"0,0 0-6 0,0 0 3 16,0 0-17-16,0 0-13 0,0 0 1 15,0 0-2-15,0 0-2 16,-2 58 1-16,2-27-7 15,0 0-12-15,2 4-38 16,3-2-79-16</inkml:trace>
  <inkml:trace contextRef="#ctx0" brushRef="#br0" timeOffset="-106077.22">6856 16095 90 0,'0'0'90'0,"0"0"-68"16,0 0 5-16,0 0-8 15,0 0-8-15,0 0-5 0,-42-20-1 16,36 20-3-16,-1 0-3 15,1 6-1-15,-1 3-2 16,0 4 0-16,1 5 2 16,1-1 2-16,3 2 0 15,0-1 0-15,2-2-1 16,0-2 0-16,2-3-1 0,3-6-3 16,3-3-3-16,2-2 2 15,-1 0 1-15,1-8 5 16,0-5 0-16,-1-4 0 15,-1-1 7-15,-3-2 6 16,-1-2 5-16,-2 0 4 0,-2 3-3 16,0-1-7-16,0 5-2 15,-7 2-6-15,-1 5-4 16,-1 6-12-16,-5 2-28 16,-1 0-90-16</inkml:trace>
  <inkml:trace contextRef="#ctx0" brushRef="#br0" timeOffset="-105542.23">7217 16017 90 0,'0'0'14'0,"0"0"23"0,0 0 2 0,0 0-5 15,0 0-12-15,0 0-7 16,0 0-9-16,0 0 1 16,0 0-7-16,0 0-3 0,-34 13 1 15,30 3 2-15,2 1-1 16,-2-2 2-16,4-3-1 16,0 0-1-16,0-4 1 15,6-1-3-15,0-5 1 16,4-2-2-16,-1 0 2 0,0-4 2 15,4-8 2-15,-4-2 0 16,2-2 0-16,-4-2 4 16,-3-3 7-16,-1 3 8 15,-3 0-1-15,0 0-3 16,-4 5-10-16,-4 1-3 16,0 5-3-16,-1 7-8 0,-2 0-18 15,-1 9-24-15,1 7-55 16,-2-3-42-16</inkml:trace>
  <inkml:trace contextRef="#ctx0" brushRef="#br0" timeOffset="-105094.53">7539 15970 170 0,'0'0'12'0,"0"0"11"0,0 0-6 0,0 0 11 15,0 0-9-15,0 0-11 16,0 0-10-16,0 0 9 15,0 0-8-15,0 0 1 16,-20 47 1-16,20-25-1 0,0-2 0 16,2-3 1-16,5 0-5 15,2-4 2-15,0-1 0 16,1-5 4-16,2-4-8 16,-1-3 2-16,1 0 3 15,-3-4 3-15,1-8 1 16,-3-3 5-16,-2-2 4 0,-3 0 4 15,-2-4 0-15,0 2-5 16,-10 0-8-16,-2 5 0 16,-1 2-4-16,-5 4-13 15,-1 8-22-15,0 0-51 0,-2 0-69 16</inkml:trace>
  <inkml:trace contextRef="#ctx0" brushRef="#br0" timeOffset="-104617.56">7704 15748 157 0,'0'0'1'0,"0"0"2"0,39-14 12 15,-24 11-2-15,1 2-2 16,-3-2 0-16,0 2-3 0,-1 1-1 16,1 0-2-16,-1 0-2 15,-4 4-1-15,3 3 0 16,-1 4 0-16,-2 1 0 15,1 5 3-15,-2 1-3 0,2 3 1 16,-4 5 1-16,-1 1 2 16,0 2-9-16,-2 2 12 15,-1 0-7-15,-1 3 0 16,0 0 0-16,0 0-2 16,0-3 1-16,-1 1 3 15,-3-3-3-15,0-4 1 0,-1 0 1 16,-2-6 0-16,-4 1-1 15,-4-1 0-15,-5 0 0 16,-5-2-3-16,-4-3-1 16,-3-7-6-16,-3-7-92 0</inkml:trace>
  <inkml:trace contextRef="#ctx0" brushRef="#br0" timeOffset="-102895.2">8852 14974 40 0,'-4'-4'12'0,"0"0"20"0,-2-2-2 0,3 2 3 16,-1-2-7-16,-1 3-1 16,1-2-2-16,-1 2-3 15,3 0-6-15,-2-1-1 0,2 4-2 16,1-2-5-16,-1 2-3 16,2 0-2-16,0 0-4 15,0 2-1-15,0 8 5 16,0 2-1-16,0 1 0 15,5 4 1-15,4-1-1 0,0 1 0 16,0-3 0-16,5-2-1 16,-1-1 1-16,0-3-2 15,1-3 1-15,-1-3-2 16,1 0 0-16,0-2-1 0,-1 0 0 16,-1-6 2-16,-3 0 2 15,0-4 3-15,-2-1-2 16,-2 1 1-16,-2 0 0 15,2-4 0-15,-3 4-1 16,0 0 0-16,1 0 0 0,2 2-1 16,1 1 0-16,1 1-1 15,-1 0 0-15,4 2 1 16,-1 1 1-16,2 3-2 16,2 0 2-16,0 0-1 15,0 3 0-15,1 4 0 16,-1 3-1-16,1 0 1 0,-3 0 0 15,-3 1-1-15,3 0 1 16,-3-1-2-16,-3 0 2 16,1-3-1-16,-1 0 1 15,-2-2-6-15,-2-2 0 16,0-3 2-16,1 0-2 0,0 0 4 16,0-7 3-16,2-4-2 15,-1-4 3-15,3-3-1 16,0 2-3-16,2-2 6 15,-2-1-2-15,3 3 2 0,-3 1 3 16,4 3 3-16,1 2-2 16,-2 2 0-16,2 3-5 15,1 3-2-15,1 2-1 16,0 0 2-16,0 3-2 16,-1 10-2-16,-1 1 0 15,-4 5 2-15,0 2 1 0,-3 1-3 16,-4 1-15-16,0 2-20 15,-6-5-30-15,-6-3-28 16</inkml:trace>
  <inkml:trace contextRef="#ctx0" brushRef="#br0" timeOffset="-102731.08">9017 14809 243 0,'0'0'4'0,"-7"-40"-7"0,7 25-3 0,0 5-46 15,2 2-87-15</inkml:trace>
  <inkml:trace contextRef="#ctx0" brushRef="#br0" timeOffset="-101528.77">8869 14678 88 0,'0'0'21'0,"0"0"10"0,0 0 3 0,0 0-7 0,0 0-16 15,-36-34 0-15,27 31-6 16,2 0-2-16,-1 2-5 16,1 1 5-16,-2 0-4 15,-3 0-1-15,4 6 0 0,-3 3 0 16,1 6 2-16,4 0 0 16,1 3 0-16,3 0 0 15,2-2-1-15,0 0 2 16,0-2-2-16,7-3 1 15,0-3-1-15,6-5-1 0,-4-3-1 16,0 0 2-16,2-1 2 16,0-8 6-16,-2-6 4 15,-1 0 1-15,-2-3-1 16,-2-1 0-16,-4 0-2 16,0-2 0-16,0 4-3 15,-2 4-3-15,-6 2-3 0,0 7-3 16,-1 2-10-16,-4 2-58 15,-1 3-93-15</inkml:trace>
  <inkml:trace contextRef="#ctx0" brushRef="#br0" timeOffset="-100545.53">8692 15525 96 0,'0'0'53'0,"0"0"-6"0,0 0-20 0,0 0-7 16,0 0-2-16,0 0-14 0,0 0 1 16,0 0-6-16,0 0 0 15,0 0 0-15,0 0 1 16,-29 7 0-16,23-4-1 15,-1-1 2-15,0-1-1 16,-4 2 0-16,0-2 1 0,0 2-1 16,-3 0 0-16,-3 1-1 15,0 0-2-15,0 2-25 16,1-1-3-16,-2 2-1 16,2-2-1-16,4-1 2 15,2-1 19-15,2 0 12 0,3-2 4 16,3 1 5-16,0-1-6 15,2 0-2-15,0 2-1 16,0 0 0-16,0 3 1 16,0-1 0-16,0 3 2 15,2 2 0-15,4 2-1 0,1 1-1 16,-1 2 0-16,0 2 0 16,0 3 0-16,-3 1 1 15,1 0 0-15,0 1 1 16,-2 2 0-16,0 2 0 15,-2 1 1-15,1 2-3 16,-1 0 1-16,0 1-1 0,0 4 0 16,0-2 0-16,0-2 0 15,-1 0 0-15,-1-5 4 16,0-1 4-16,2-3-1 16,0-1-3-16,0 0 2 15,0-1-5-15,0 1 0 0,0-3-1 16,0-1-1-16,0-2 1 15,0-3-1-15,2-1 3 16,1-3 1-16,3-3 1 16,-1-1 1-16,2 0 0 15,1 0 1-15,1-2-2 0,0-1 4 16,2 0-11-16,3 0 3 16,-1 0 4-16,5-2-4 15,2-3-6-15,-1-2-21 16,2-3-47-16</inkml:trace>
  <inkml:trace contextRef="#ctx0" brushRef="#br0" timeOffset="-94167.98">8741 15820 72 0,'0'-4'28'0,"0"3"-1"0,-1-1-4 0,-2-1 4 0,1 1-5 16,2 0-11-16,-2 2-6 15,2 0-3-15,-3 0-2 16,2 0-2-16,-2 0 0 15,0 3 1-15,-1 4 1 16,2 3 0-16,-2-1 0 16,1 2 0-16,1 1 0 0,2 2 0 15,0 2 0-15,0-2 0 16,0 2 0-16,0-2-2 16,4-2-3-16,1-3 0 15,3-2 3-15,2-1-4 16,-2-6 4-16,2 0 0 0,3 0 3 15,-4-9 8-15,4-2-4 16,-4-3 3-16,0-3-1 16,-2 0 0-16,0-1-1 15,-5-2-3-15,-2 2 1 16,0 3 3-16,-7 1-1 0,-2 3-6 16,-4 3-2-16,-3 4-3 15,1 4-23-15,-3 0-30 16,0 1-23-16</inkml:trace>
  <inkml:trace contextRef="#ctx0" brushRef="#br0" timeOffset="-93556.66">9352 15778 83 0,'0'0'7'0,"0"0"2"0,0 0-1 15,0 0 1-15,0 0-3 16,0 0-3-16,0 0 0 16,0 0-2-16,-34 37 0 15,33-20-1-15,1-2 0 0,0 2 2 16,0-1-2-16,1-2-2 16,6-4 1-16,-1-3 4 15,3-4-3-15,1-3 1 16,1 0 5-16,0-6 12 15,3-4-4-15,-1-4-3 0,0-3-2 16,-4 0-1-16,-1 0-3 16,0-1 1-16,-6 2 5 15,-2 0-1-15,0 3 1 16,0 3-5-16,-9 3-5 16,0 5-8-16,-4 2-19 15,-3 0-46-15,0 9-24 0</inkml:trace>
  <inkml:trace contextRef="#ctx0" brushRef="#br0" timeOffset="-93116.41">9888 15672 135 0,'0'0'9'0,"0"0"45"0,0 0-23 0,0 0-5 16,0 0-4-16,0 0-8 15,0 0-7-15,0 0-7 16,0 0 0-16,0 0 0 0,-27 43 0 15,23-14 1-15,4 5-1 16,0 4 0-16,0 3-16 16,0 0-39-16,0-7-45 15</inkml:trace>
  <inkml:trace contextRef="#ctx0" brushRef="#br0" timeOffset="-92509.06">10317 15783 59 0,'0'0'3'0,"0"0"9"0,0 0 0 0,0 0 1 16,0 0-1-16,0 0-8 15,0 0 2-15,0 0-5 16,0 0 0-16,-29 43-1 16,25-27 1-16,2 0-1 15,1 0 0-15,1-3 1 16,0-3-1-16,5-3 1 0,2-3 0 15,4-4 2-15,2 0 1 16,1 0 1-16,-1-4-2 16,0-6 0-16,1 0 0 15,-4-4 6-15,0 0 9 0,-3 0 15 16,-3-2-2-16,-4-1-8 16,0 0-6-16,0 3-6 15,-4 0-6-15,-6 4-3 16,0 4-5-16,-3 2-8 15,-3 4-5-15,2 2-23 16,-4 9-40-16,1 0-12 0</inkml:trace>
  <inkml:trace contextRef="#ctx0" brushRef="#br0" timeOffset="-92080.73">10677 15744 234 0,'0'0'5'0,"0"0"4"15,0 0-8-15,0 0-3 0,0 0-4 16,0 0 4-16,-27 43 1 16,23-24 0-16,4 1 1 15,0-4 0-15,0-1 1 16,6-2-3-16,5-3 0 16,1-7-4-16,1-2-4 0,1-1 4 15,-1-4 7-15,0-9 0 16,-1-4 2-16,-2 0 9 15,-1-1 1-15,-3-2 2 16,-2 0-2-16,-4 2-4 16,0 2-6-16,-4 2-2 15,-4 3-3-15,-5 6-25 0,-5 2-11 16,-2 3-28-16,0 0-64 16</inkml:trace>
  <inkml:trace contextRef="#ctx0" brushRef="#br0" timeOffset="-91561.81">10854 15413 122 0,'0'0'2'0,"0"0"1"0,42-22 2 0,-27 15-1 0,-1 3-3 16,-1-1-1-16,1 1 0 16,-5 3 1-16,0-1 0 15,2 1 4-15,-4 1 0 0,0 0-1 16,1 0-2-16,0 0 0 15,0 4 0-15,-1 4-1 16,1 0 1-16,0 5 1 16,0 2 4-16,1 0-2 15,-3 3 0-15,6 3-2 16,-3 5-1-16,0-1 2 0,2 3 0 16,-2 2-1-16,2-1 1 15,-1 1 2-15,-2 1-2 16,3-1-1-16,-3 2-1 15,0-4-1-15,-3 2 2 16,1 0-1-16,-6-1 0 0,0 2 1 16,0-4 1-16,-15 3 2 15,-6 1 1-15,-6-3-2 16,-6 2-5-16,-5 2 2 16,-1-4-2-16,0-7-21 15,3-7-91-15</inkml:trace>
  <inkml:trace contextRef="#ctx0" brushRef="#br0" timeOffset="-90424.07">11928 14590 186 0,'0'0'7'0,"0"0"23"0,0 0-14 0,0 0-10 15,0 0-7-15,0 0-2 0,0 0 2 16,0 0 1-16,-10 51 0 16,9-27 1-16,1 5-1 15,0-1 0-15,0-3 1 16,1-1-1-16,7-5 1 16,4-4-1-16,-3-4 0 0,2-2-1 15,3-5 0-15,0-4 0 16,1 0 2-16,0-6 1 15,1-8-2-15,-1 0 2 16,1-6 1-16,-1-3-3 16,-3-1 1-16,-4-1-2 0,1 0 2 15,-6 2-1-15,0 2 0 16,1 4 2-16,-4 1-1 16,0 5 2-16,0 4 4 15,0 4-1-15,0 2-2 16,0 1-2-16,2 0-7 0,2 8 3 15,-2 7 2-15,3 5-1 16,1 2 1-16,-3 2 1 16,3 2-1-16,0-3 1 15,-1 1-1-15,0-1 0 16,0-4 1-16,3-2-1 16,-2-5 0-16,2-4 0 0,-2-3 0 15,3-4-3-15,1-1 1 16,-3-3 2-16,5-8 0 15,0-1 1-15,-1-5 0 16,0 1 0-16,1-1 1 0,-2 4 3 16,-1 2 0-16,-2 3 2 15,0 4-2-15,-2 4-4 16,3 0-1-16,-4 4-1 16,2 7 0-16,0 3 0 15,-1 1 2-15,1 0 0 0,0-2-1 16,2 1 1-16,-1-5-1 15,3-2 1-15,2-1-1 16,1-5 1-16,2-1-1 16,1 0 1-16,1-4-1 15,-1-6 2-15,0-3-2 0,0 0 0 16,-5-3 0-16,-1 0 0 16,-4 3 0-16,-4 1-2 15,-2 3-1-15,0 2-1 16,-6 3-5-16,-6 4 5 15,1 0 0-15,0 5 5 16,-1 5 1-16,2 3-1 0,5 2-1 16,3-1 0-16,2 1-1 15,0-3 1-15,4 0 0 16,7-2-2-16,5-3 2 16,0-3 0-16,4 0-1 15,0-4-21-15,2 0-32 16,-4-5-39-16</inkml:trace>
  <inkml:trace contextRef="#ctx0" brushRef="#br0" timeOffset="-90252.38">12503 14586 231 0,'0'0'5'0,"0"0"9"0,0 0-10 0,0 0-10 0,0 0-24 16,0 0-33-16,29-39-58 16</inkml:trace>
  <inkml:trace contextRef="#ctx0" brushRef="#br0" timeOffset="-89093.38">11982 15346 49 0,'0'0'3'0,"0"0"14"0,0 0 13 0,0 0-5 16,0 0 5-16,-35-40 8 15,30 33-6-15,-1 3-12 16,-2-2 0-16,1 2-10 15,-1 4-7-15,-1 0-4 0,-4 0 0 16,0 0-2-16,-3 5 0 16,0 2-4-16,-4 0 3 15,0 0 3-15,2-2 2 16,-1 2-1-16,3-1 0 16,1-1-3-16,2 1 5 0,0 1-2 15,6-1 0-15,1-1-1 16,4 3 0-16,2 1-2 15,0 3-1-15,2 7 3 16,8 4 1-16,0 4 0 16,1 12 0-16,0 1 0 15,0 4 1-15,-2 0-1 0,-2-1 0 16,-1-3 1-16,-3-2-1 16,-1-4 1-16,-2-2 1 15,0-3 1-15,0-4 3 16,0 0-1-16,0-3 0 0,0-1 0 15,2-7-3-15,5 0 0 16,1 0-1-16,4-4 0 16,2-3 0-16,4-1-1 15,1-6-12-15,0 0-37 16,0-12-76-16</inkml:trace>
  <inkml:trace contextRef="#ctx0" brushRef="#br0" timeOffset="-88744.32">11987 15644 203 0,'0'0'3'0,"0"0"5"0,0 0-6 15,-36 8-2-15,29 5-1 16,1 1 2-16,-1 4-1 0,2-3 0 15,3 3 0-15,2-4 1 16,0-3-1-16,2-2-1 16,4-2 1-16,2-3 1 15,0-2-1-15,1-2-1 0,3-2 6 16,-1-9 2-16,3-2 1 16,-5-2-3-16,-1-5 2 15,-3 4-2-15,-3-2 3 16,-2 1 0-16,0 3-2 15,-5 3-4-15,-6 2-2 16,-4 9-12-16,-1 0-9 0,-4 6-31 16,0 8-33-16</inkml:trace>
  <inkml:trace contextRef="#ctx0" brushRef="#br0" timeOffset="-88230.89">12447 15634 177 0,'0'0'21'0,"0"0"-1"0,0 0-13 15,0 0-7-15,0 0 0 16,-36 30 0-16,26-15 1 15,7-1-1-15,-1-1 0 16,4-3 1-16,0 4-1 16,0-7 1-16,5-3 0 15,5-1 1-15,1-3-4 0,5 0 2 16,-3 0 2-16,3-10-1 16,-1 0 1-16,-1-5-2 15,-3 1-2-15,-4-2 8 16,0 1 7-16,-7 0 7 15,0-1-3-15,0 0-6 0,-7 5-5 16,-2 2-7-16,-4 6-11 16,-7 3-31-16,1 0-10 15,-2 10-40-15</inkml:trace>
  <inkml:trace contextRef="#ctx0" brushRef="#br0" timeOffset="-87690.7">12828 15559 293 0,'0'0'8'0,"0"0"8"0,0 0-7 16,0 0-5-16,0 0-9 0,0 0 1 16,0 0 4-16,0 0 2 15,0 0 0-15,-25 38-1 16,24-23-1-16,1-3 1 16,1 0-1-16,8-3 0 15,4-3-6-15,0-5 1 16,1-1 2-16,1 0 1 0,-1-3 4 15,0-5 0-15,-2-5-2 16,0-2 2-16,-5 2 1 16,-1-4 3-16,-4 2 1 15,-2-1-3-15,0 2-2 16,-8 1-2-16,-4 6-7 0,-3 4-14 16,-3 3-28-16,2 0-47 15</inkml:trace>
  <inkml:trace contextRef="#ctx0" brushRef="#br0" timeOffset="-87399.13">13278 15387 135 0,'0'0'158'0,"0"0"-136"0,0 0 0 0,0 0-8 16,0 0-14-16,0 0-4 16,0 0 3-16,-2 53 1 15,2-26-1-15,0 4-8 16,2 2-10-16,1-2-21 15,4-4-42-15,-3-6-61 16</inkml:trace>
  <inkml:trace contextRef="#ctx0" brushRef="#br0" timeOffset="-87022.33">13553 15493 76 0,'0'0'5'16,"0"0"13"-16,-31 42-3 16,25-25-5-16,3 0-4 15,3-1-3-15,0-5-1 16,0-3-2-16,9-2 2 15,1-5 1-15,2-1 11 0,2-1 19 16,2-9-16-16,1 0-7 16,-1-4 4-16,-3-3-1 15,-1 3 2-15,-3-4 1 16,-3 2 0-16,-3 0-1 16,-3 0-7-16,0 3-2 0,-1 3-3 15,-7 3-5-15,-1 6-1 16,-3 1-4-16,-1 1-27 15,0 6-36-15,-1 0-48 16</inkml:trace>
  <inkml:trace contextRef="#ctx0" brushRef="#br0" timeOffset="-86658.5">13889 15446 70 0,'0'0'64'0,"0"0"-57"16,0 0 5-16,-45 45-6 15,36-29-5-15,5 2 0 16,2-2 0-16,2-2-1 15,0-4-1-15,8-5 2 16,3-2-1-16,0-3 6 0,3 0 19 16,-1-6-12-16,0-6 4 15,0-1 5-15,-3 1-2 16,-2-4 0-16,-2 2 2 16,-6-1-5-16,0-1-8 15,0 3-5-15,-12 2-5 0,0 2-10 16,-3 2-17-16,-6 0-52 15</inkml:trace>
  <inkml:trace contextRef="#ctx0" brushRef="#br0" timeOffset="-86253.36">13940 15149 125 0,'0'0'4'16,"0"0"20"-16,51-31 22 15,-37 22-17-15,1 1-13 16,-3 4-6-16,-1-2-2 16,-3 5-4-16,2 1-2 0,-4 0-1 15,1 8 0-15,-1 5-2 16,2 3 0-16,-1 5 1 15,2 2 2-15,1 2-1 16,4 2 2-16,-3 2-2 16,1 1 0-16,1 2-1 15,-2 3 0-15,0 0-1 0,-2 4 1 16,-4 0 0-16,-3 1 0 16,-2-3 0-16,0-2 0 15,-3-5-1-15,-12-3 1 16,-9-2 3-16,-6-2 0 15,-7-3 1-15,-4-3-2 0,3-2-10 16,0-9-47-16,7-6-112 16</inkml:trace>
  <inkml:trace contextRef="#ctx0" brushRef="#br0" timeOffset="-85577.54">14756 14542 83 0,'0'0'3'0,"0"0"10"0,0 0-1 0,0 0-1 0,0 0 6 16,0 0 10-16,0 0-7 15,0 0-17-15,0 0 3 16,0 0 5-16,-36 35 1 0,36-12-3 16,0 5-5-16,0-1-1 15,11-1-2-15,0-1 1 16,4-5-1-16,6-6 0 16,2-5 0-16,0-7 1 15,5-2 1-15,3-6 1 0,0-11-1 16,1-5-1-16,-2-6-4 15,0-2-14-15,-5-3-16 16,-3-3 7-16,-3 0 16 16,-6-3 7-16,-2 2 2 15,-2 1 2-15,-5 4-1 16,-4 8 1-16,0 3 3 16,0 8 19-16,0 6 2 0,-2 7-18 15,-5 0-7-15,1 10-1 16,-2 6 0-16,0 9 1 15,-1 2 0-15,2 6 1 16,2 2 0-16,2-1-1 0,3 2 0 16,0-4 1-16,0-1-1 15,4-3-1-15,5-5-1 16,4-5-11-16,1-4-27 16,4-10-33-16</inkml:trace>
  <inkml:trace contextRef="#ctx0" brushRef="#br0" timeOffset="-84829.57">15304 14575 240 0,'0'0'13'0,"0"0"28"0,0 0-24 0,0 0-9 16,0 0-8-16,-36-28 0 16,22 28 0-16,1 9 0 15,-2 5 1-15,3 2 0 16,1-1-1-16,1 4 0 15,6-4 0-15,4 1 1 0,0-3-1 16,0-2-1-16,8-4-3 16,2-3-10-16,2-2 0 15,1-2 9-15,0-3 5 16,-1-7 0-16,-1-3 0 16,-1 0 1-16,0-1 2 15,-4 5 2-15,-1 1 4 0,-3-1 0 16,-1 7 0-16,0 1-4 15,0 1-4-15,-1 0-3 16,1 0-3-16,1 3 5 16,1 7 3-16,1-3-3 0,-1 0 1 15,4-1 0-15,-1 0-1 16,3-2-1-16,-2-2 1 16,4-2 1-16,2 0-1 15,-1-2-2-15,-1-6 1 16,-1-5 1-16,2-2 1 15,-1-3 0-15,0-1-1 0,-1-3 0 16,-3 1 0-16,-1 2 0 16,-2 3-2-16,-2 5 1 15,-2 2 2-15,0 6-6 16,0 3 4-16,0 0-1 0,0 3 2 16,0 5 0-16,0 3 0 15,0 0 0-15,1 3 0 16,8-3 0-16,-3 1 2 15,3-4-2-15,-2-2 0 16,2 2-2-16,0-5 1 0,-2 0 1 16,1-3 3-16,2 0-3 15,-2 0 1-15,1-6 0 16,-1-2 1-16,0-4 0 16,-1 1-1-16,1-3 1 15,2 0 0-15,-3 3 2 16,3 0-2-16,4 3-1 0,-3 3 0 15,2 3 0-15,1 2-1 16,-3 0-1-16,1 7 1 16,-1 9-1-16,-1 5-2 15,-2 7 3-15,-7 6-4 16,-1 4-12-16,-9 2-51 0,-17 2-65 16</inkml:trace>
  <inkml:trace contextRef="#ctx0" brushRef="#br0" timeOffset="-84303.81">14791 15031 198 0,'0'0'0'0,"0"0"24"0,0 0-4 0,0 0-11 16,0 0-6-16,0 0 1 16,-37-28 3-16,24 28-8 15,-1 0 2-15,0 0-1 16,0 0 1-16,0 0 1 15,3 0-3-15,1 0 2 0,0 5 0 16,5-1-1-16,-1 3-1 16,2 2 1-16,2 0 0 15,2 5-1-15,0 0 1 16,0 3 0-16,0 5 0 16,4-1 0-16,1 3 1 15,0 3 0-15,-3 0-1 0,-1 0 1 16,0 4 0-16,-1-2 2 15,0 0 3-15,0-1 4 16,0-4-3-16,0 0 1 16,2-2-2-16,5-4-1 0,2-4-2 15,1-2-1-15,5-3 0 16,2-2 1-16,4-1 1 16,-1-6-3-16,3 0-11 15,1-6-35-15,-6-8-72 16</inkml:trace>
  <inkml:trace contextRef="#ctx0" brushRef="#br0" timeOffset="-83997.84">14897 15210 241 0,'0'0'8'0,"0"0"4"0,-49 0-7 15,36 10-3-15,-1 4-1 16,3 4-1-16,2-1 1 15,-1-1-1-15,6 1 1 16,1-3 0-16,3 0 1 16,0-4 0-16,5-3-2 0,7-4-1 15,1-3-3-15,3 0 5 16,1-6 1-16,-1-5 1 16,-1-4-1-16,-1-1 1 15,-4-4-1-15,-2 3 4 16,-4-1-1-16,-4-2 1 15,0 5-4-15,-6 3-3 0,-5 5-4 16,-7 6-25-16,0 1-13 16,-2 1-52-16</inkml:trace>
  <inkml:trace contextRef="#ctx0" brushRef="#br0" timeOffset="-83648.16">15125 15151 243 0,'0'0'7'0,"0"0"20"16,0 0-18-16,0 0-7 15,0 0 1-15,0 0-2 0,-15 42 1 16,14-26-1-16,1-2 1 15,1-3-4-15,11 0-9 16,2-7-2-16,-1-2 8 16,3-2 0-16,0 0-2 15,0-11 1-15,-3 1 3 0,-3-4 5 16,0 0-2 0,-6-3 4-16,-2 2 7 0,-2-1 2 15,0-1-7-15,-3 3-5 16,-7 4-2-16,-1 3-25 15,-4 5-57-15,0 2-48 16</inkml:trace>
  <inkml:trace contextRef="#ctx0" brushRef="#br0" timeOffset="-83278.02">15408 15086 186 0,'0'0'2'0,"0"0"1"0,0 0 22 15,0 0 11-15,0 0-18 16,0 0-6-16,0 0-8 16,0 0 0-16,-42 15-2 15,31 4-1-15,2-1 0 16,6-1 0-16,3-2-4 0,0-4-13 15,8-5-2 1,5-4 8-16,5-2 11 0,-2-1-1 16,4-10 0-16,-1-3 1 15,0 0-2-15,-4-4 1 16,-2 2 3-16,-4-1 1 16,-6-1 6-16,-3 1 0 0,0 5-3 15,-3-1-5-15,-7 7-4 16,-6 5-11-16,-2 1-52 15,-1 0-52-15</inkml:trace>
  <inkml:trace contextRef="#ctx0" brushRef="#br0" timeOffset="-82893.61">15710 15042 189 0,'0'0'7'0,"0"0"8"0,0 0-3 0,0 0-3 0,0 0-6 15,-38 1-2-15,28 10 1 16,4 0-1-16,-4 0 0 15,7 2 0-15,1-1 0 16,2 0 0-16,0-3 0 16,0-4 0-16,4-1-1 0,3-4 0 15,3 0 3-15,1 0 2 16,-1-6-3-16,0-4 2 16,-2-1-2-16,1 0-2 15,-7-2 1-15,-1 2 2 0,-1 1 1 16,0 2-4-16,-3 2-4 15,-7 3-30-15,-1 0-81 16</inkml:trace>
  <inkml:trace contextRef="#ctx0" brushRef="#br0" timeOffset="-82423.88">15837 14974 185 0,'0'0'13'0,"0"0"34"0,0 0-15 16,0 0-16-16,0 0-12 15,0 0-8-15,0 0 5 16,0 0 2-16,-13 48-3 16,11-21 1-16,0-1-1 0,2 0-27 15,-2-5-41-15,2-5-68 16</inkml:trace>
  <inkml:trace contextRef="#ctx0" brushRef="#br0" timeOffset="-81898.69">15771 14862 132 0,'0'0'15'16,"0"0"-14"-16,0 0 0 0,53-27 1 15,-37 18 5-15,1-1 3 16,2 3 10-16,-4 1-2 15,1 3-2-15,-3 1-7 16,-2 2-8-16,1 0 1 16,-7 0-2-16,-1 5-3 0,0 4 3 15,-4 5-5-15,0 0 5 16,0 4 2-16,0-1-1 16,0 3-2-16,0 1 4 15,0 2-2-15,2 0 1 16,1 1-1-16,2 4 0 0,-1-3 0 15,0 3-1-15,-1 2 0 16,-2-2 0-16,0-2 0 16,-1 1 1-16,0-2-1 15,0-1 0-15,0 1 1 16,0-3-1-16,0-1-2 0,0 0 5 16,-3 2-3-16,-3-3 0 15,-6 0 2-15,-6-1-2 16,-10 2-1-16,-10 2 2 15,-16-2-14-15,-22 1-122 16</inkml:trace>
  <inkml:trace contextRef="#ctx0" brushRef="#br0" timeOffset="-79121.51">3319 16948 63 0,'-2'1'3'0,"0"1"-11"0</inkml:trace>
  <inkml:trace contextRef="#ctx0" brushRef="#br0" timeOffset="-78744.53">3319 16948 85 0,'-37'20'3'0,"29"-19"11"16,2 2-5-16,2-1-5 15,3 0-3-15,-1-2 0 16,2 0-1-16,0 0 3 16,0 0-1-16,0 0 1 0,0-1 0 15,2-5-1-15,3 0 4 16,1-1 3-16,2 0 0 16,2 0-1-16,-1 2-2 15,5-1-2-15,-3 0-3 16,5 2-1-16,-3 3 0 15,-2 1-1-15,1 0-1 0,-2 0-3 16,-3 4 2-16,1 3 2 16,-2 0 2-16,-2 2 2 15,-2 3 3-15,-1 1-1 16,-1 2 3-16,0 2-2 0,-1 3-1 16,-5 0-2-16,-1 2 0 15,-4-2-1-15,2-1 1 16,2-5-1-16,1-3 1 15,1-4-1-15,2-4-1 16,3-3-2-16,0 0-25 16,0-11-23-16,5-8-3 0</inkml:trace>
  <inkml:trace contextRef="#ctx0" brushRef="#br0" timeOffset="-78288.77">3472 16804 85 0,'0'0'9'0,"0"0"7"0,0 0-6 0,0 0-5 16,0 0-1-16,0 0-3 15,0 0-1-15,0 0-1 16,0 0 5-16,0 0 0 0,-23 21-1 16,21-11 1-16,2 0-2 15,0 2-2-15,0 1 1 16,0 2 0-16,0-1-1 16,0 2 0-16,2-2 1 15,0-1-1-15,2-1 0 0,-2-1 0 16,1-1-1-16,2-2 0 15,-1-1 2-15,-1 0 2 16,3-3 4-16,-2-1 2 16,-1-3 0-16,3 2-2 15,1-2 0-15,-2 0-1 16,3 0-1-16,-1-2 0 0,2-2-1 16,0-2-2-16,0-1 0 15,3 1 0-15,-1-3-5 16,1 1-38-16,-2-1-15 15</inkml:trace>
  <inkml:trace contextRef="#ctx0" brushRef="#br0" timeOffset="-77755.49">3672 16911 86 0,'0'0'3'0,"0"0"3"0,0 0-2 0,0 0-2 15,0 0-1-15,0 0 0 16,0 0-1-16,0 0 1 15,0 0 3-15,0 0 4 16,0 0 0-16,0 11-4 0,0-5-2 16,0 3 2-16,0 2-2 15,0 2-1-15,0 2 1 16,0 2-2-16,0 0 1 16,2 1-1-16,1 1 1 15,-2 1 0-15,0 2 1 0,2 1 0 16,-3 0 1-16,0 0-1 15,0-1-2-15,0-4-10 16,0-4-8-16,0-2-17 16</inkml:trace>
  <inkml:trace contextRef="#ctx0" brushRef="#br0" timeOffset="-77228.26">3775 16925 79 0,'0'0'5'0,"0"0"1"0,0 0-2 0,0 0 3 15,0 0 3-15,0 0 4 16,0 0 2-16,0 0 8 16,0 0-9-16,0 0-7 15,0 0-7-15,0-14-6 0,0 17-4 16,0 5 5-16,3 5 3 15,-1 4 1-15,2 6 0 16,3 5 0-16,-1 4 1 16,4 9 0-16,-2 5 2 0,1 3-8 15,-4-2-105-15</inkml:trace>
  <inkml:trace contextRef="#ctx0" brushRef="#br0" timeOffset="-75613">6231 16915 33 0,'-2'0'2'0,"0"0"10"0,0-1 2 0,0-2 1 0,-1 1-4 16,1 0 2-16,0-2-2 16,0 3 3-16,-2-1 5 15,1-1 4-15,1 2-1 0,2-1-3 16,0 0-8-16,0-1-5 15,0 1-5-15,0-2-1 16,7 1 0-16,3-1 0 16,2 1-1-16,-1 0 1 15,2 2 0-15,3 1-1 16,-3 0 0-16,1 0 0 0,-1 8 0 16,-1 6-2-16,-5 3 1 15,-1 1-1-15,-2 4 3 16,-4 2 1-16,0 1-7 15,0-1-4-15,-4 1-1 0,-5-3-2 16,-2-4-2-16,2-5-15 16,0-4 1-16,-2-7-63 15</inkml:trace>
  <inkml:trace contextRef="#ctx0" brushRef="#br0" timeOffset="-75200.58">6422 16766 87 0,'0'0'7'0,"0"0"2"0,0 0-5 0,0 0-5 16,0 0-2-16,0 0 4 16,0 0-1-16,0 0-2 15,0 0 1-15,0 0 2 16,-32 48 0-16,28-32 0 0,3 0 1 16,1 3 0-16,-2 0-2 15,2 0 1-15,0-1-1 16,0 0 1-16,0-5 0 15,0 0-1-15,3-4 2 16,6-1-1-16,-3-3 1 16,1-2 3-16,1-3-1 0,4 0 0 15,-1 0 2-15,5-3-2 16,-2-5 1-16,2-2-13 16,-1 0-28-16</inkml:trace>
  <inkml:trace contextRef="#ctx0" brushRef="#br0" timeOffset="-74873.08">6598 16867 94 0,'0'0'30'0,"0"0"-6"16,0 0-12-16,0 0-12 0,0 0-7 15,0 0 1-15,0 0 6 16,0 0 0-16,2 51 2 16,-2-34-1-16,0 0 1 15,0 2 4-15,0 2-2 16,3-2-1-16,-1 2-2 0,1-2 0 15,1 1 4-15,0-1-2 16,1-3-15-16,1-3-23 16,-4-6-14-16</inkml:trace>
  <inkml:trace contextRef="#ctx0" brushRef="#br0" timeOffset="-74296.91">6750 16959 73 0,'0'0'22'0,"0"0"-14"16,0 0-5-16,0 0-1 15,0 0-2-15,0 0 1 16,0 0 0-16,0 0 0 16,0 0 8-16,-17 9 13 15,17-9-4-15,0-5-10 0,0-2-2 16,0 0-3-16,2 0-3 16,4 0 0-16,-1 1 0 15,1 1 1-15,1 1-1 16,0 1 0-16,-1 2-1 0,1 1 0 15,0 0-1-15,0 1 0 16,-1 6 0-16,-3 3 0 16,-1 1-1-16,0 0 1 15,-2 4 0-15,0 1 1 16,0 0 1-16,-6-2 0 16,1 6-6-16,-4-4 7 0,4 0 2 15,-3-1-3-15,3-4 0 16,1-1 0-16,0-5 0 15,4-2 0-15,-1 0 0 16,1-3-1-16,0 0-2 16,0 0 4-16,1 0 4 0,5 0 6 15,1-4 2-15,5-2 5 16,0-1-7-16,3-1-9 16,6 0-1-16,1-1 0 15,5 0-3-15,-1-5-53 16,3 0-70-16</inkml:trace>
  <inkml:trace contextRef="#ctx0" brushRef="#br0" timeOffset="-73585.08">8892 16607 73 0,'0'0'1'0,"0"0"2"0,46-33 2 16,-30 23-2-16,-1 1 6 15,1 2 9-15,-1 1 3 0,0 2 1 16,0 4 1-16,3 0-16 16,-3 0-6-16,1 5-2 15,-3 6 1-15,3 1-1 16,-5 1 0-16,-4 3 2 15,0-1-2-15,-5 2-3 0,-2-1 2 16,0 0 3-16,-10 1-4 16,-3 2 5-16,-3-2-12 15,-1-1-7-15,1-2-10 16,1-3 5-16,1-6-18 16</inkml:trace>
  <inkml:trace contextRef="#ctx0" brushRef="#br0" timeOffset="-73277.36">9221 16487 97 0,'0'0'6'0,"0"0"26"15,0 0-2-15,0 0-19 16,0 0 0-16,0 0 5 15,-42-15-3-15,29 23-18 0,-1 2 10 16,2 5-4-16,5 2 0 16,-2 1-1-16,6 2-1 15,3 1 0-15,0 0 0 16,0-2 0-16,0-2 0 0,7-1 0 16,2-4 0-16,2-2 1 15,1-2 1-15,1-3 0 16,0-1-6-16,3-2-41 15,-3-2-17-15</inkml:trace>
  <inkml:trace contextRef="#ctx0" brushRef="#br0" timeOffset="-73080.52">9302 16607 206 0,'0'0'12'0,"0"0"17"0,0 0-11 16,0 0-18-16,0 0-8 15,0 0 5-15,0 0 4 16,0 37-2-16,0-19 2 16,0 2-1-16,0 3 0 15,0-2 2-15,3 3-2 0,1-3-26 16,-2-1-37-16,1-6-18 16</inkml:trace>
  <inkml:trace contextRef="#ctx0" brushRef="#br0" timeOffset="-72617.69">9394 16662 212 0,'0'0'3'0,"0"0"-2"15,0 0 0-15,14-41-1 0,-8 33 1 16,-1 1-2-16,1 1 3 15,-1 2 3-15,4 1 0 16,-2 3-2-16,1 0-4 16,-1 0 1-16,0 0 0 15,-4 7-5-15,1 2-6 0,-4 2-2 16,0 0-2-16,0 2 13 16,-3 0 3-16,-4-1-1 15,-1-2 1-15,1 0 0 16,0-4 1-16,1 0 0 15,3-2-1-15,0-3-1 0,3-1-2 16,0 0-19-16,0 0 25 16,6 0-2-16,1-1 2 15,1-3 8-15,1 2-2 16,1 2-2-16,0 0-2 16,1 0-6-16,-1 0 0 0,-2 7-1 15,-1 5-1-15,-3 0 1 16,-4 4-2-16,0 2 5 15,-9 0-4-15,-5 4 6 16,-5-1-4-16,-6 7 2 16,-2-1 0-16,-2-3-35 0</inkml:trace>
  <inkml:trace contextRef="#ctx0" brushRef="#br0" timeOffset="-71777.29">12505 16444 142 0,'16'-11'2'0,"-1"-1"5"0,-1 2 14 0,-1 5-1 15,0 2-7-15,-3 3-6 0,-4 0-6 16,1 5-3-16,-3 5 0 16,-4 7 3-16,0 0 1 15,0 0 4-15,-8 4-5 16,-4 0 2-16,-7-1 1 16,-2 0-2-16,-1-2-4 0,-5 0-6 15,0 0-4-15,1-4-17 16,5-4-4-16,2-5-12 15,6-5-54-15</inkml:trace>
  <inkml:trace contextRef="#ctx0" brushRef="#br0" timeOffset="-71493.38">12664 16379 106 0,'0'0'0'16,"0"0"6"-16,0 0-2 15,-44 28 1-15,29-17-4 16,0 7 5-16,1-1 6 0,1-1 2 16,3 2-1-16,5-1-2 15,2-1-1-15,3-5-2 16,0 3-5-16,3-5 0 15,8-2 0-15,4-1 2 16,4-3 1-16,3-3-1 16,3 0-26-16,0-1-42 0</inkml:trace>
  <inkml:trace contextRef="#ctx0" brushRef="#br0" timeOffset="-71287">12822 16476 81 0,'0'0'150'0,"0"0"-130"16,0 0 10-16,0 0-9 16,0 0-15-16,0 0-9 15,0 0 1-15,0 0-2 16,-13 37 3-16,13-19 1 0,0 5 0 16,0-1 1-16,0 1 1 15,0-1-2-15,2 0-30 16,0-5-35-16,3-5-45 15</inkml:trace>
  <inkml:trace contextRef="#ctx0" brushRef="#br0" timeOffset="-70881.33">12905 16559 219 0,'0'0'0'0,"0"0"4"15,0 0-3-15,0 0-1 16,0 0-5-16,0 0-16 16,0 0 18-16,0 0 3 15,2 29 3-15,0-12-3 0,3-5 3 16,2-2 1-16,-2 0-1 16,3-1-1-16,1-5 1 15,0-1-3-15,1-3-18 16,0 0-23-16,0-2 16 15,-2-7 6-15,1-3 15 0,-2-1 5 16,0 0 8-16,-3-3 23 16,-2 4 4-16,0 2-6 15,-1 2-5-15,0 2 1 16,-1 2 4-16,0 4-12 16,3 0-13-16,-3 0-14 0,2 7 4 15,1 3 3-15,2 4 3 16,3 3 0-16,-1-1 0 15,2 2-16-15,2 0-26 16,-2-4-35-16,1-2-61 16</inkml:trace>
  <inkml:trace contextRef="#ctx0" brushRef="#br0" timeOffset="-70113.36">14711 16167 150 0,'0'0'-1'0,"0"0"-1"0,0 0-3 0,0 0-1 16,0 0 6-16,0 0 3 16,0 0 15-16,0 0 10 15,43-36-9-15,-29 33-8 0,1 3-7 16,1 0-2-16,1 0-1 16,-1 5-2-16,-5 5-10 15,-1 1-11-15,-1 2 1 16,-5 1 14-16,-4-3 5 15,0 2 2-15,-2-2 0 16,-10 2 2-16,-2-3-1 0,-3 1-3 16,1-2-13-16,-2-5-30 15</inkml:trace>
  <inkml:trace contextRef="#ctx0" brushRef="#br0" timeOffset="-69821.31">14936 16064 140 0,'0'0'7'0,"0"0"29"0,0 0-1 16,0 0-19-16,0 0-15 16,0 0-1-16,0 0 4 15,0 0-6-15,-43 4 4 16,28 13-1-16,3 1 2 15,0 4-1-15,5 1 1 0,1-1-3 16,3 0 1-16,2-1-1 16,1-2 1-16,0-4 0 15,6-1-1-15,3-3 1 16,5-1-5-16,3-7-7 16,1 0-26-16,0-3-39 0</inkml:trace>
  <inkml:trace contextRef="#ctx0" brushRef="#br0" timeOffset="-69593.41">15066 16226 218 0,'0'0'17'16,"0"0"15"-16,0 0-9 16,0 0-9-16,0 0-8 15,0 0-6-15,0 0-1 16,0 0-1-16,-13 14 0 0,11 2 2 15,0 2 0-15,-2 0 0 16,4 2 2-16,0-1-2 16,0 0 2-16,0-2-2 15,0-1-30-15,0-4-21 16,0-5-63-16</inkml:trace>
  <inkml:trace contextRef="#ctx0" brushRef="#br0" timeOffset="-69195.21">15191 16237 200 0,'0'0'4'0,"0"0"4"16,0 0-9-16,0 0-6 16,0 0 1-16,0 0 0 15,0 0 6-15,-42 24 3 16,32-11-2-16,2-2 2 0,1 3 0 15,3-1-1-15,2-2-1 16,2-1-1-16,0-1 0 16,0-1 0-16,2-2 1 15,4-2 6-15,4-3 5 16,1 1 1-16,2-2-3 0,-1 1-4 16,1-1-3-16,-2 3-2 15,0 1 0-15,-2-1-1 16,-4 1 2-16,2 2-2 15,-3-2-2-15,-4-1 2 16,0 3 0-16,0-1 2 0,-4 1 1 16,-6 1-1-16,-1 2 0 15,-4-3-1-15,1 3-4 16,-1-2-11-16,1-1-16 16,1-5-39-16,2-1-11 15</inkml:trace>
  <inkml:trace contextRef="#ctx0" brushRef="#br0" timeOffset="-69057.69">15232 16234 139 0,'0'0'33'0,"40"-34"-28"16,-13 15 1-16,3-2-3 15,0-2-54-15</inkml:trace>
  <inkml:trace contextRef="#ctx0" brushRef="#br0" timeOffset="-66824.64">2711 17736 92 0,'-2'1'22'0,"2"-1"-12"0,-2 0 0 0,2 0-4 15,0 0-5-15,0 0-1 0,0 0-3 16,0 0-1-16,0 2 5 15,0-2-2-15,6 0 0 16,1 0 1-16,2 0 1 16,3 0-1-16,6 0 1 0,-1 0 0 15,4 0 0-15,3-3 1 16,3-1-2-16,2 0 0 16,1-1 0-16,3-2 1 15,0 2-2-15,5-1 1 16,-2-2 0-16,3 1 0 15,3 1 0-15,2 0 0 0,3 1 1 16,-2-2-1-16,4 1 1 16,2-3-1-16,0-1 0 15,1 1 1-15,1-3 1 16,1-3-2-16,0 1 0 16,-2 1 1-16,0 0 3 0,2 0 7 15,-4-1 0-15,-3-1-4 16,2 2-1-16,-3-1-1 15,-2 1 1-15,-3-2-2 16,-1-1-1-16,-1 2-1 16,-7 3-1-16,-1-2 2 0,-4 2-6 15,-6 2-12-15,-4 2-14 16,-4 3 3-16,-5 0-12 16,-8 4-17-16</inkml:trace>
  <inkml:trace contextRef="#ctx0" brushRef="#br0" timeOffset="-66242.42">3000 17828 16 0,'0'0'7'0,"53"-18"15"0,-24 8-1 0,5-3-4 16,4-3-4-16,2 1 8 0,3-2 0 16,4 1 1-16,-1-3 0 15,2-4-6-15,0 3-3 16,2-1-2-16,-1 1-2 16,0-2 1-16,3 3 1 15,-1 2 1-15,0 2-5 0,1 2 1 16,-3 2-4-16,4 6-3 15,-1 1 0-15,2 4-1 16,-1 0 3-16,1 0-2 16,-4-4-16-16,-6-13-91 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29:58.075"/>
    </inkml:context>
    <inkml:brush xml:id="br0">
      <inkml:brushProperty name="width" value="0.05292" units="cm"/>
      <inkml:brushProperty name="height" value="0.05292" units="cm"/>
      <inkml:brushProperty name="color" value="#FF0000"/>
    </inkml:brush>
    <inkml:context xml:id="ctx1">
      <inkml:inkSource xml:id="inkSrc319">
        <inkml:traceFormat>
          <inkml:channel name="X" type="integer" max="1920" units="cm"/>
          <inkml:channel name="Y" type="integer" max="1080" units="cm"/>
          <inkml:channel name="T" type="integer" max="2.14748E9" units="dev"/>
        </inkml:traceFormat>
        <inkml:channelProperties>
          <inkml:channelProperty channel="X" name="resolution" value="40.33614" units="1/cm"/>
          <inkml:channelProperty channel="Y" name="resolution" value="40.29851" units="1/cm"/>
          <inkml:channelProperty channel="T" name="resolution" value="1" units="1/dev"/>
        </inkml:channelProperties>
      </inkml:inkSource>
      <inkml:timestamp xml:id="ts1" timeString="2026-07-12T06:08:17.842"/>
    </inkml:context>
  </inkml:definitions>
  <inkml:trace contextRef="#ctx0" brushRef="#br0">16320 16002 82 0,'-2'4'2'0,"2"1"-1"0,0 3 0 0,0 0-2 0,0-1-6 16,-2 2-4-16,2-2 7 15,0-3 5-15,0 1 4 16,0-1 1-16,0 1-3 0,0-1-3 15,-2-1-14-15</inkml:trace>
  <inkml:trace contextRef="#ctx0" brushRef="#br0" timeOffset="149.75">16274 16119 35 0,'0'0'71'15,"0"0"-51"-15,0 0 11 16,0 0-15-16,0 0-10 15,0 0-9-15,0 0-7 0,-9 0-9 16,6 0-24-16,-5 3-57 16</inkml:trace>
  <inkml:trace contextRef="#ctx0" brushRef="#br0" timeOffset="576.94">16127 16205 121 0,'0'0'26'0,"0"0"25"0,0 0-23 16,0 0-12-16,0 0-9 16,0 0-4-16,0 0-5 15,0 0 1-15,-3 4 3 16,3 0-1-16,0 5-1 15,0-2 0-15,2 0 0 0,2 1 1 16,1 0-2-16,-1 0 0 16,2-1 1-16,3 0 0 15,1-1 1-15,-2-2 1 16,5-1 1-16,0-3 4 16,2 0-1-16,3 0 3 0,0 0 1 15,1-6 0-15,4-5 3 16,2-3 0-16,2-5-5 15,0-6 3-15,4-4 1 16,0-5-1-16,5-4-3 16,2-1-6-16,2-3-1 0,7 2-1 15,-2 2-1-15,4 4-9 16,-5 4-23-16,-3 7-30 16,-10 6-84-16</inkml:trace>
  <inkml:trace contextRef="#ctx0" brushRef="#br0" timeOffset="1147.08">16452 17199 76 0,'0'0'18'0,"0"0"-9"0,0 0 4 15,0 0 12-15,0 0 16 0,0 0-10 16,0 0-6-16,0 0-6 16,0 0-6-16,0 0-4 15,0 0-3-15,-2 7-3 16,2 2-2-16,0 2 3 15,0 3-2-15,0 4 0 16,-1 1-1-16,1 1 0 0,0-2-1 16,0-3 2-16,0-3-2 15,5-2 1-15,3-7 1 16,7-3 2-16,6-6 12 16,10-13 7-16,10-12 0 15,11-10-8-15,13-8-3 0,7-11-2 16,13-4-8-16,6-9-8 15,5-3 11-15,0-1-48 16,0-2-28-16,-4 5-115 16</inkml:trace>
  <inkml:trace contextRef="#ctx0" brushRef="#br0" timeOffset="2582.56">2819 17611 159 0,'0'-3'21'0,"-2"-1"12"0,-3 2-9 0,2-1-10 16,1 2-6-16,0 1-3 0,-2-3-4 15,4 3 2-15,0 0-1 16,0 0-1-16,0 0-2 16,4 0-5-16,8 0 4 15,3 0-2-15,5 0 1 16,5 0-1-16,3 0 1 15,7 0-1-15,5-2 2 0,4-4 0 16,5-3 1-16,6-2 2 16,5 0-2-16,2-2 3 15,3 1-1-15,2-2-1 16,2 3 1-16,6-2 0 0,2 0 5 16,2 0-3-16,3 2 0 15,5-2-2-15,0 3 0 16,-3 0 0-16,-3 0 1 15,-2 3-4-15,-8 0 4 16,-4 3-2-16,-9 0 1 0,-6-1 1 16,-7 5-2-16,-5-1 0 15,-10 1 0-15,-7 0 0 16,-5 0 0-16,-7 0-2 16,-10 0-25-16,-1 0-76 15</inkml:trace>
  <inkml:trace contextRef="#ctx0" brushRef="#br0" timeOffset="3074.47">3303 17541 135 0,'61'-13'0'0,"1"-1"2"0,8 0 1 0,-1 1-1 0,2-2 1 0,4-1-1 15,-2 0 0-15,3 1 3 16,-2-1 8-16,-3-1 5 15,0 0-7-15,-2 3-4 0,-3-3-4 16,-7 3 1-16,-1 1-2 16,-8 4-2-16,-7 1 1 15,-5 5-1-15,-9 3-1 16,-11 0-9-16,-6 0-33 16,-8 0-27-16</inkml:trace>
  <inkml:trace contextRef="#ctx0" brushRef="#br0" timeOffset="4590.14">6200 17308 121 0,'-9'0'33'0,"-1"0"-22"0,1 0-6 0,1 0-3 15,2 0-1-15,1 0 1 16,3 0 6-16,0 0 2 16,2 0-4-16,0 0-14 15,9 0 5-15,5 0-8 16,5 0 1-16,6 0 1 0,9-3 3 16,6-5 4-16,9-2 1 15,7-3 0-15,7-3 2 16,8-1 0-16,5-1 4 15,2-1 7-15,7 1 6 16,0-1-2-16,0 1-3 0,2 1 1 16,0 1-2-16,0 1-7 15,-4 2-2-15,-7 4-1 16,-7 2-2-16,-13 3-1 16,-10 4-9-16,-13 0-26 15,-18 0-33-15</inkml:trace>
  <inkml:trace contextRef="#ctx0" brushRef="#br0" timeOffset="4889.05">6414 17419 237 0,'41'0'5'0,"8"-6"-4"0,12-8-2 0,12 0 8 16,12-5-6-16,8-4 2 15,7-2-6-15,0-5-25 16,-2-2-105-16</inkml:trace>
  <inkml:trace contextRef="#ctx0" brushRef="#br0" timeOffset="5379.46">9077 16996 146 0,'65'-19'0'0,"6"-2"4"0,3 0 12 0,-2-1 2 16,3 2-9-16,-5 2-6 15,-6 4-1-15,-3 1-2 16,-12 6-5-16,-4 3-10 15,-14 1-10-15,-10 0-20 16</inkml:trace>
  <inkml:trace contextRef="#ctx0" brushRef="#br0" timeOffset="5571.53">9131 17081 200 0,'0'0'-33'0,"0"0"-9"16,0 0 41-16,75-13 0 15,-28 1 4-15,14-4-1 0,8-6-2 16,7-2-6-16,7-3-95 16</inkml:trace>
  <inkml:trace contextRef="#ctx0" brushRef="#br0" timeOffset="6190.68">12099 16850 44 0,'0'0'3'0,"0"0"-2"0,51 18-1 0,-38-9-3 0,-2 2-6 16,1 0-4-16,-1-1 9 15,2-2 6-15,2-2-1 16,4-1 0-16,0-4-8 0</inkml:trace>
  <inkml:trace contextRef="#ctx0" brushRef="#br0" timeOffset="6475.04">12378 16946 116 0,'0'0'14'0,"0"0"13"16,0 0-14-16,0 0-22 16,0 0 13-16,0 0 2 15,54-21-1-15,-25 13 6 0,4-1 0 16,7-3 2-16,7 1 3 15,4-2-4-15,5 0-4 16,7 1-4-16,4 0-1 16,5 1-1-16,3 2-1 15,5 1-1-15,-3 1 0 16,2 1 1-16,-4 5-2 16,-8 1 0-16,-8 0-3 0,-8 0-13 15,-11 1-40-15,-13 3-34 16</inkml:trace>
  <inkml:trace contextRef="#ctx0" brushRef="#br0" timeOffset="8184.78">3402 14482 145 0,'-16'-2'0'0,"1"-5"10"0,-1-1 7 15,1 1-1-15,-1 1-8 0,-2-1-3 16,0 3-1-16,-4 1 0 16,-1 1-2-16,-1 0 1 15,-3 2-1-15,-2 0-1 16,-2 2-1-16,2 7 0 16,-5 5 0-16,-3 2-1 0,0 2-1 15,-5 5 1-15,0 1 0 16,-4 2-3-16,0 1-2 15,1 1 4-15,3 2 0 16,-2-2-4-16,5 1 7 16,-1-4-1-16,4 2 2 15,-2-3-2-15,4 3 1 0,0 0 1 16,3 5-2-16,2 3 0 16,0 6 0-16,2 4 0 15,5 1 0-15,-2 1 0 16,5 3 0-16,0 2 0 15,1-2 0-15,2 4 0 0,-2 4 0 16,3 2 1-16,-1 1-1 16,-2 3 0-16,2 4 0 15,-2 3 0-15,3 3 1 16,-1 3-1-16,1 5 1 16,1 3 0-16,1 1 0 0,2 0 1 15,3 2-1-15,4 0 2 16,4 3-1-16,0 0 1 15,10 3-1-15,5 2-1 16,6 0 1-16,6-3 0 16,6-2 0-16,2-2-1 0,3-5 2 15,4-2-2-15,6-3 2 16,3 0 0-16,2-2-2 16,10-4 1-16,0-6 0 15,7-4 0-15,1-9 2 16,2-7 2-16,3-8 0 0,4-11 6 15,4-7-4-15,9-10-3 16,3-8-2-16,4-3 1 16,4-17-3-16,5-7 4 15,5-15-3-15,-4-11-10 16,-5-13-99-16</inkml:trace>
  <inkml:trace contextRef="#ctx0" brushRef="#br0" timeOffset="9543.43">3145 14520 15 0,'6'-10'92'0,"-1"0"-89"0,2 0 2 0,0-1 4 0,3 0-1 15,-2 1-3-15,0-3 2 0,1 4-5 16,1-1 0-16,-2 2-1 16,3-2-1-16,-2 0 1 15,5 0 0-15,1-2 1 16,3 0 0-16,5-4 1 16,1 2-1-16,8-2-1 15,-1 0-1-15,3 1 1 0,1 0-2 16,1 2 2-16,0 2-1 15,1 2 1-15,2 2 1 16,-1 0-1-16,2 3 4 16,-2 1-2-16,3 3 0 0,-2 0-2 15,3 0-1-15,-1 5 1 16,-1 5-1-16,2 0 0 16,1 4 0-16,-2 2 0 15,1 0 1-15,1 1-1 16,-1 1 0-16,1 1 0 15,-1-1 0-15,0 2 0 0,-1 1 0 16,-3 2 3-16,-1 0-3 16,-1 5 0-16,-3 1 1 15,-3-1 1-15,1 5-1 16,-4 2 1-16,0 2 1 0,-3 1 11 16,-1 2-7-16,-6 2-4 15,1 1-1-15,-2 0-1 16,-7 1 2-16,2 4-2 15,-4 2-1-15,-5 0 1 16,0 1 0-16,-2 0-2 0,0 3 4 16,0 0-3-16,0 1 1 15,-2 2-1-15,0 1 1 16,0 1-1-16,2 0 2 16,0 1-2-16,0 1 0 15,2 0 0-15,2 3 1 0,0 4-1 16,-2-1 0-1,2 4 2-15,-2-1-2 0,0 1 1 16,-2-2 1-16,0 2 1 16,0-1 0-16,0-3 1 15,-4-1-2-15,-2 2 0 16,-4 2 0-16,-1 1-1 0,-3 2 1 16,-5 2-1-16,-4-1 0 15,-4-2-1-15,-7-1 1 16,-3-1 1-16,-9-3 1 15,-2-3-3-15,-6-1 1 16,-2-1 0-16,-5-1 0 0,-3-5 0 16,-3-3-1-16,-2-5 0 15,-6-7 0-15,0-4 1 16,-2-6 0-16,0-5 28 16,0-5-26-16,4-4 0 15,-1-5-1-15,7-5 2 0,0-7 2 16,-2 0 0-16,4 0 2 15,-2-6-5-15,1 1-1 16,2-3-1-16,3 3-2 16,1 0-5-16,3-6-52 15,1-6-132-15</inkml:trace>
  <inkml:trace contextRef="#ctx0" brushRef="#br0" timeOffset="11862.75">692 17916 59 0,'0'0'52'0,"0"2"-29"0,0-2-3 0,0 1-3 16,0 0-6-16,0 1-4 15,0-1 0-15,0 3 2 16,0 0 0-16,0 1-5 16,0 1-3-16,0 2-1 15,0 2 3-15,0 0-3 0,2 1 0 16,0-1 0-16,0 0 0 16,0-1 0-16,0 1 1 15,-2 1-1-15,0 1 1 16,0 3-1-16,0-1 1 0,0 2-1 15,0 1 1-15,0-3 0 16,0 2-1-16,0-2 0 16,0-2 0-16,0 3 0 15,0-3 1-15,0 2-1 16,0-2 0-16,0 1 0 0,0-2 1 16,0-1-2-16,0 0 2 15,0-3-1-15,2 0 2 16,0-2-2-16,1-1 0 15,-1-1 0-15,2 0 0 16,-2-2 0-16,0-1 1 16,2 0 1-16,0 0 0 0,-2 0-1 15,2 0 1-15,1 0 0 16,1 0-1-16,2-4 4 16,-2 0-3-16,3-2-2 15,-2-1-8-15,2-1-20 16,-4 0-35-16,-1-3-33 0</inkml:trace>
  <inkml:trace contextRef="#ctx0" brushRef="#br0" timeOffset="12195.72">596 18193 116 0,'0'0'10'0,"0"0"1"0,0 0-9 16,0 0 3-16,0 0-4 15,0 0 1-15,0 0 1 0,0 0 1 16,44-34 1-16,-34 28 1 15,2-1-1-15,1 1-3 16,3-1 0-16,-3 0 0 16,2 0-2-16,0-1 0 15,3 2 1-15,-3 0-2 0,3-1-3 16,-3 0-38-16,1-1-55 16</inkml:trace>
  <inkml:trace contextRef="#ctx0" brushRef="#br0" timeOffset="12616.11">961 18117 92 0,'0'0'7'15,"0"0"-4"-15,0 0 1 0,0 0 1 16,0 0 1-16,0 0-2 16,0 0 0-16,0 0-1 15,0 0 1-15,4-2 12 16,-4 13-6-16,0-1-3 15,0 3-2-15,0 3 3 0,0 1 2 16,-2 0 0-16,2-2-3 16,0 1-1-16,0-2-2 15,0 0-2-15,4-4 0 16,0-1 0-16,2-2 0 0,1-3-1 16,-1-2 0-16,6-2-2 15,-1 0 6-15,2-9-3 16,-3-6-23-16,2-7-72 15</inkml:trace>
  <inkml:trace contextRef="#ctx0" brushRef="#br0" timeOffset="12794.18">926 17986 223 0,'0'0'11'0,"0"0"5"16,0 0-13-16,0 0-6 16,0 0-38-16,0 0-20 15,0 0 1-15</inkml:trace>
  <inkml:trace contextRef="#ctx0" brushRef="#br0" timeOffset="13711.92">1113 18182 182 0,'0'0'-11'16,"0"0"27"-16,0 0-11 16,0 0-4-16,0 0 1 15,0 0 1-15,0 0-3 0,0 0 0 16,2-21 1-16,1 20-1 16,6 1 1-16,-2 0-1 15,3 0-1-15,0 3 1 16,-1 4-1-16,-1 0 1 15,1 3-2-15,-1 0 4 16,0 1-1-16,-3 1-1 0,1-1 2 16,-4-1-2-16,3-2 0 15,-4-1 0-15,0-2 0 16,-1-1-1-16,0-2-1 16,0-1 4-16,0-1 1 15,0 0 2-15,-1 0 0 0,0 0-1 16,-4-3 1-16,3-4 5 15,-2-2-7-15,2-2 1 16,1 0-2-16,1 0-2 16,0-1 1-16,0 0 1 15,0 2-2-15,0 1 1 0,1-1-1 16,5 3 0-16,-2 0 2 16,4 1-2-16,-2 3 0 15,1 1 0-15,-1 2-2 16,4 0 2-16,-4 0-1 15,3 0-1-15,-3 7 2 0,2-1 0 16,-2 2 0-16,1-1-1 16,-3 3 1-16,1-3-2 15,2 0 0-15,-5 2 2 16,1-2 1-16,1-1-2 16,-2-1 1-16,0 1 1 0,-2-2-1 15,2 0 1-15,-2-1-2 16,0 0 0-16,0-3-2 15,0 0 5-15,0 0 0 16,0 0 1-16,0-3-2 16,0-4 4-16,0-1-3 0,0-3-3 15,0-1 3-15,0-1-2 16,0 2 1-16,4-2-1 16,1 2 1-16,4 1 0 15,0-2 0-15,0 5 0 16,0-1 1-16,2 3-2 15,0 4 0-15,-1 1 0 0,-1 0-1 16,1 3 0-16,-3 6-1 16,2 3 1-16,-2 2 1 15,-1 1-1-15,-1 0-1 16,1 2-4-16,0-1-6 16,0-1-14-16,-2-3-28 0,-1-5-21 15</inkml:trace>
  <inkml:trace contextRef="#ctx0" brushRef="#br0" timeOffset="14096.83">1523 18220 235 0,'0'0'-16'0,"0"0"14"0,0 0-17 0,0 0 16 0,0 0-5 0,0 0 8 16,0 0-2-16,0 0 3 15,0 0 1-15,24-44 6 16,-19 31 0-16,-1 1-3 16,-2-1-4-16,-1 3 0 15,1-2 0-15,-2 4 0 16,0 1 1-16,0 1 7 0,-2 2 5 16,-1 1-3-16,-4 2-6 15,3 1-5-15,-1 0 1 16,-1 0-1-16,1 8-1 15,1 2 0-15,-1 3 0 16,0 3 2-16,3 1-1 0,2 0 0 16,0 0 1-16,0 1-1 15,0-4 1-15,4 0-1 16,4-2 1-16,3 0 0 16,2-2-3-16,1-3-30 15,1-6-45-15,1-1-56 0</inkml:trace>
  <inkml:trace contextRef="#ctx0" brushRef="#br0" timeOffset="14579.65">1871 17916 204 0,'0'0'1'0,"0"0"13"0,0 0-5 0,0 0-9 0,0 0-5 0,0 0-7 15,0 0 3-15,-36 39 5 16,34-21 5-16,-3 1-1 15,5 0 1-15,0 1-1 16,0 1 1-16,0-3-1 16,5 0 1-16,2-3-1 15,1-3 1-15,4-1 0 0,-3-4 0 16,0 0-1-16,-1-1 1 16,2-3-1-16,-4 3 2 15,-1-1-1-15,-1 0 0 16,0 0 0-16,-3 1 2 0,1-2-1 15,-2 3 0-15,0-1 3 16,0 0 1-16,-3 3 1 16,-3-1-5-16,-3 0-2 15,1 2-1-15,-2-1-1 16,3-3-10-16,-1-4-22 0,1-2-26 16,2 0-48-16</inkml:trace>
  <inkml:trace contextRef="#ctx0" brushRef="#br0" timeOffset="14886.01">1949 17890 135 0,'0'0'14'0,"0"0"26"0,0 0-2 0,0 0-11 16,0 0-5-16,0 0-16 16,0 0-9-16,0 0 4 15,0 0 0-15,10 47 2 16,-2-25-1-16,-1 2 0 0,1-1-2 16,0 1 1-16,0-2 0 15,-3-2-1-15,1 3 0 16,0-3-1-16,0-1-2 15,-4-1-21-15,-2-2-26 16,0-4-53-16</inkml:trace>
  <inkml:trace contextRef="#ctx0" brushRef="#br0" timeOffset="15634.8">1963 18114 89 0,'0'0'74'15,"0"0"-72"-15,0 0 4 0,0 0 11 16,0 0-3-16,42-21-7 16,-30 16-4-16,1 1-1 15,0 0-1-15,-1 1 0 16,0-2 0-16,2 1-1 15,-3-1 1-15,-2 0-1 0,1-1 1 16,-2-1 1-16,-1 0-1 16,-1-1-1-16,-4-2 1 15,2 4 0-15,-2-2 1 16,-2 1-1-16,0 1 0 16,0 0 3-16,-2 3 3 0,-2-1-1 15,-2 1-1-15,2 3 2 16,1 0-11-16,-1 0 1 15,0 2 0-15,-1 5-2 16,2 3 1-16,1 2 1 16,2 0 2-16,0 5 1 15,0-2 0-15,0 1 0 0,2 0 1 16,6-1-1-16,0-2 0 16,-1-1-1-16,3-3 1 15,0-4 0-15,-1-1 2 16,3-3-2-16,-3-1 0 0,3 0 2 15,0-5-5-15,-1-7-24 16,-2-2 27-16,2-3-2 16,-4 1 2-16,-1-5 0 15,1 1 2-15,-5 2-2 16,0 2 1-16,-2 3 0 16,0 3 1-16,0 3 8 0,0 3 4 15,0 4-2-15,0 0-8 16,-4 4-3-16,2 7 2 15,-2 3-2-15,3 4-3 16,1 3 5-16,0 2-3 16,0 1 3-16,0 3-2 0,3 1 1 15,1 0-1-15,0 1 0 16,2 1 0-16,0-1 0 16,-2 0-1-16,1-1 1 15,-1-6-1-15,0 1 1 16,2-5-1-16,-2-6 0 0,0-2-6 15,-2-5-34-15,-2-5-54 16</inkml:trace>
  <inkml:trace contextRef="#ctx0" brushRef="#br0" timeOffset="15947.19">2236 18030 119 0,'0'0'5'0,"0"0"5"0,4-46 6 0,3 31-1 0,1 4-6 16,2 0 9-16,-2 4-7 16,1 4-11-16,3 3 0 15,-4 0-1-15,1 3-1 0,-2 7 4 16,2 4 0-16,-4 2-3 15,-1 1 1-15,-4 2 3 16,0 0 0-16,-4 0 2 16,-5 1 0-16,-5-1 4 15,-1-1-5-15,-1 0 0 0,-3-4-3 16,-2-4-19-16,-2-10-140 16</inkml:trace>
  <inkml:trace contextRef="#ctx0" brushRef="#br0" timeOffset="18316.09">3809 18028 95 0,'0'0'8'0,"-2"0"12"0,2 0 1 0,0 0-7 16,-2 0-7-16,2 0 2 16,0 0 10-16,0 0 1 15,-2 0-5-15,2 0-8 16,0 0-5-16,0 0-2 15,0 2-2-15,0-2-1 0,0 0 2 16,0 0 1-16,0 0-3 16,0 0 2-16,2 0 2 15,0-3 3-15,2-4 1 16,0 1-2-16,1-2-2 16,-1-1 0-16,0-1 0 0,0 3 0 15,0-1-1-15,0 0 1 16,-2 3-1-16,-2 0 2 15,1 0-2-15,0 2 0 16,0 0 1-16,-1 0-1 16,2 0 0-16,0-1-1 0,0 1 1 15,0-1-2-15,0 0 0 16,0 1-1-16,1 0-3 16,0 2 0-16,-1-1-3 15,-2 2-20-15,2 0 21 16,0 0 4-16,-1 0-7 15,1 0-5-15,0 0-1 0,0 2 6 16,0 3 9-16,-2 1 1 16,2 4 0-16,0-3 2 15,1 4 1-15,-1-1-4 16,0-1-27-16,0 1-60 16</inkml:trace>
  <inkml:trace contextRef="#ctx0" brushRef="#br0" timeOffset="20678.41">3849 17966 135 0,'-2'0'3'0,"2"1"7"0,-3-1-4 0,3 0-8 0,0 0 0 15,0 0 3-15,0 0 2 16,0 0 13-16,0 0 14 0,0 0-8 16,0 0-7-16,0 0-12 15,0 0-9-15,3-7 15 16,1-1-7-16,1-4 1 16,2-1-2-16,-3-1-1 15,0-1 10-15,-1 2-5 16,1-2-4-16,-2 4 2 0,-2 1-1 15,2 3-1-15,-2 3 0 16,0 0-1-16,0 1 2 16,0 3-4-16,0 0-1 15,1 0-15-15,0 7 3 16,2 3 15-16,-1 4 1 16,3 3-1-16,0 0 0 0,-1 3 0 15,2-1 2-15,-3-1-3 16,3-1 2-16,-2 0-1 15,2 0 0-15,0-1 1 16,-2-1-1-16,1 0 1 0,-1 0-1 16,0-2 0-16,-4 0-16 15,0-3-50-15,0-2-57 16</inkml:trace>
  <inkml:trace contextRef="#ctx0" brushRef="#br0" timeOffset="20849.77">3843 18182 224 0,'0'0'7'0,"0"0"-7"0,0 0-8 0,0 0 11 0,0 0 2 16,48-6-1-16,-23-4-2 16,6-1-1-16,8-6 0 15,3-5-1-15,0-9-100 16</inkml:trace>
  <inkml:trace contextRef="#ctx0" brushRef="#br0" timeOffset="21967.96">6737 17770 41 0,'0'0'10'0,"0"0"16"0,0 0-6 0,0 0-2 15,0 0 5-15,-38 10-1 16,31-10-4-16,2 0-4 16,1 0-4-16,-1 0 0 15,3 0 1-15,-2-3 3 0,4-4-1 16,-2 2-8-16,2-1-1 15,0 1 2-15,0-1-3 16,0-1-2-16,0 3 0 16,6 1-1-16,1-1 0 15,-1 1 0-15,4 0 0 0,-3 2 0 16,3 0 1-16,0 1-2 16,-2 0 1-16,1 1-1 15,-2 8-1-15,-3 0-1 16,1 4-3-16,0-1 7 15,-5 2-2-15,0 1-1 16,0 1-1-16,0 0 2 0,-10-1-2 16,1 1 1-16,-1-2-2 15,-2 0 5-15,3-2-1 16,-1-1 0-16,3-1 0 16,-1-3-4-16,2 0 6 0,2-3-1 15,1-1-1-15,1 0 4 16,2-3 0-16,-2 2 9 15,2-2-6-15,0 0-6 16,2 0-1-16,7 0 6 16,2-5 6-16,5 1-5 15,2-3-5-15,4 1 0 0,0 1-2 16,3 0 1-16,2 2-1 16,2-1-1-16,2-1-20 15,3-4-61-15</inkml:trace>
  <inkml:trace contextRef="#ctx0" brushRef="#br0" timeOffset="22991.09">9311 17487 110 0,'0'0'13'0,"0"0"29"0,0 0-5 0,0 0-15 0,0 0-15 16,0 0-3-16,0 0 0 15,0 0 2-15,0 0 3 0,0 0-2 16,0 0-1-16,0 0-1 16,0 0-2-16,31-38 0 15,-19 38-3-15,3-2 1 16,-1 2-1-16,-3 0 0 15,1 1 0-15,-3 6 0 0,-1 1 0 16,-3 4-1-16,-3 0-1 16,-2 4-4-16,0-2 3 15,-3 2 1-15,-5-1 1 16,-3-1-1-16,-3-2 4 16,1-2-2-16,3-3 0 0,0 0 0 15,5-3 0-15,1-3 1 16,2-1 0-16,2 0 1 15,0 0-5-15,2-1 4 16,5-6 0-16,3 4-1 16,2-2 1-16,-1 0 0 15,3 2 0-15,-1 1 1 0,-2 0 0 16,4 2-1-16,-4 0 0 16,1 0 1-16,-1 7-2 15,-2 3 0-15,-3 2 0 16,0-1 0-16,-2 3-1 15,-4-1 1-15,0 1-2 0,0 0 1 16,-6-1 1-16,-4 2 0 16,-3-2 1-16,-5-1 0 15,0-1 0-15,-4 1 0 16,1-4 0-16,-2-1 1 0,2-1 1 16,0 0 1-16,1-2-2 15,5-4-2-15,2 0 0 16,3-1-7-16,2-14-76 15</inkml:trace>
  <inkml:trace contextRef="#ctx0" brushRef="#br0" timeOffset="23802.03">12852 17413 200 0,'0'0'14'0,"0"0"3"0,0 0-7 0,0 0-8 16,0 0-2-16,0 0 0 15,0 0-1-15,-30 46 2 16,19-32 0-16,-1 0-1 16,-2 3 0-16,-1-1 1 0,0 0-1 15,0-1 0-15,1-1 2 16,1-1-2-16,4-5 0 15,4-2 0-15,1-3 1 16,1 0-1-16,3-2 3 16,0-1-1-16,3 0-2 0,5 0 5 15,5 0 9-15,4-1-3 16,3-4-5-16,1 0-3 16,3-1-1-16,-2 1 1 15,3 0-3-15,-2-2 1 16,1 3-1-16,-4-1 1 0,0 2-1 15,-4-2 0-15,-3 5 0 16,-4-1 0-16,-3 1-6 16,-3 0-10-16,-3 0-23 15,0 0-41-15,-5-4 26 16</inkml:trace>
  <inkml:trace contextRef="#ctx0" brushRef="#br0" timeOffset="24023.63">12834 17437 193 0,'0'0'22'0,"0"0"-12"0,0 0-4 0,0 0 0 16,0 0 7-16,0 0-1 15,17 43-3-15,-13-17 0 16,0 3-4-16,0 3 0 0,-1 4-3 15,-2 3-1-15,-1 0-2 16,0-1-27-16,0-9-66 16</inkml:trace>
  <inkml:trace contextRef="#ctx0" brushRef="#br0" timeOffset="24834.05">14949 17224 103 0,'0'0'9'0,"0"0"15"16,0 0 19-16,0 0-5 15,0 0-11-15,0 0-17 0,0 0-2 16,0 0-5-16,0 0-1 15,0 0-1-15,-18 25-1 16,11-16 0-16,-1 0 0 16,2 1 0-16,0-2 0 15,1-2 0-15,3 1 0 0,2-4 0 16,0 1 0-16,0-1 1 16,4-3-1-16,5 0 0 15,1 2 1-15,1-2 3 16,2 0-3-16,2 0 0 0,-1 0 1 15,1 0 0 1,-1 0 3-16,1 1 2 0,-1 2 0 16,0 0-1-16,-2 2-4 15,-2 1 0-15,1 1-1 16,-6 0 0-16,1 2-1 16,-2-1 0-16,-3 2 4 0,-1-2-4 15,0 1-2-15,0 0 4 16,-5 1-1-16,-4-2 1 15,-2 1 1-15,-2-1 1 16,0-1-3-16,-3 1 0 16,1-3 2-16,0 1-3 15,0-3 0-15,1 1 0 0,1-2-3 16,-1-2-7-16,3 0-19 16,-1 0-27-16,1-7-61 15</inkml:trace>
  <inkml:trace contextRef="#ctx0" brushRef="#br0" timeOffset="25083.73">14935 17234 129 0,'0'0'5'0,"0"0"0"0,0 0 7 16,0 0 5-16,49-28 5 0,-33 21 2 16,6-2 0-16,2 2-4 15,2-2-7-15,5 1-7 16,2 0-5-16,3-1-2 16,2-5-21-16,-2-7-94 15</inkml:trace>
  <inkml:trace contextRef="#ctx0" brushRef="#br0" timeOffset="26725.83">2407 14411 51 0,'0'0'28'0,"0"0"-7"0,0 0-13 0,0 0-6 15,0 0-2-15,0 0 1 16,0 0 0-16,0 0 2 0,0 0 2 16,0 0-2-16,0 0-1 15,0 0 2-15,0-6 1 16,0 6-3-16,0 0 3 15,0 0 9-15,0 0 2 16,0 0-14-16,0 0-1 0,0 0 0 16,0 0 7-16,0 0 1 15,0 0-3-15,0 0-6 16,0 0-2-16,0 0 1 16,0 3 2-16,2 4-1 15,0-2-3-15,2 0 3 16,0 2 0-16,0-3 0 0,-1 1 0 15,1-3 0-15,0 0 0 16,-2 0 2-16,1-1 1 16,-2-1 8-16,2 0 9 15,2-3 8-15,-1-5-4 16,5-7-11-16,4-7-4 0,10-8-5 16,8-13-2-16,10-8-2 15,3-16-1-15,6-15-85 16</inkml:trace>
  <inkml:trace contextRef="#ctx0" brushRef="#br0" timeOffset="30353.22">910 3773 102 0,'0'0'19'0,"0"0"-2"0,0 0-7 0,0-1 3 0,0 1-2 16,0-2 1-16,0 2 3 16,0 0-9-16,0 0-5 15,0 0 1-15,0 0-4 16,0 0 2-16,0 0 0 15,0 0-1-15,0 0 0 0,0 0 0 16,0 0 0-16,0 0 1 16,0 5 0-16,0 2 0 15,2 0 0-15,1 3 0 16,-3 1-1-16,4 2 1 16,-4 1 0-16,2 0-2 0,0 2 2 15,-2 1 0-15,2-3 0 16,-2 2 1-16,1-1-2 15,-1 1 1-15,0 1 0 16,2-1 2-16,-2-2-1 16,2 1-1-16,0 0 0 15,0-1 1-15,3-4 0 0,-3 4 0 16,3-4-1-16,-1 0 0 16,-1-3 1-16,1 1-1 15,0-1 2-15,-2-3-2 16,0 0 0-16,4-1 1 0,-4-2-1 15,4 2 1-15,-4-2 1 16,3 2 0-16,-1-3 0 16,0 0 0-16,4 0 1 15,-2 0-2-15,-1 0 0 16,1 0 1-16,1-1-1 16,0-5-1-16,0 3 1 0,1-1-1 15,-1-3-23-15,0-2-51 16</inkml:trace>
  <inkml:trace contextRef="#ctx0" brushRef="#br0" timeOffset="30737">842 4007 44 0,'0'0'9'0,"0"0"15"0,0 0 2 0,0 0-1 0,0 0-3 16,0 0-1-16,41-16-2 16,-28 10-9-16,3 0-7 15,2 2-3-15,2-2 0 16,-2 3-38-16,2-1-44 0</inkml:trace>
  <inkml:trace contextRef="#ctx0" brushRef="#br0" timeOffset="31114.88">1252 3941 87 0,'0'0'55'15,"0"0"-30"-15,0 0-17 16,0 0 15-16,0 0 7 16,0 0-7-16,0 0-9 15,0 0-5-15,0 0-3 0,27-9-4 16,-18 8-1-16,0 1-1 16,4 0 0-16,0 0 0 15,1 0-1-15,-3 4-17 16,-2 0-48-16,-3 1-49 15</inkml:trace>
  <inkml:trace contextRef="#ctx0" brushRef="#br0" timeOffset="31344.55">1330 4067 206 0,'0'0'7'15,"0"0"12"-15,0 0-8 16,0 0 10-16,0 0-3 16,0 0-10-16,0 0-6 15,0 0-2-15,9-3 0 16,0 3 0-16,2 0 0 0,1 0-1 16,-1 0-14-16,-1 0-44 15,0 0-63-15</inkml:trace>
  <inkml:trace contextRef="#ctx0" brushRef="#br0" timeOffset="31855.63">1580 3880 33 0,'0'0'118'16,"0"0"-110"-16,0 0-8 0,0 0 2 15,0 0 16-15,0 0 22 16,0 0-27-16,0 0-8 16,6-9-3-16,-2 2 1 15,-2-3 0-15,2 0-1 16,0 0 1-16,-1-3-1 0,-1 3 1 15,2-2-2-15,-2 0 1 16,-2 0 2-16,3 0 1 16,-3 2-2-16,1 2 1 15,1 0-3-15,-2 3 0 16,2 2-1-16,-2 0 1 0,0 3-1 16,2 0-1-16,-2 0-4 15,2 6 3-15,0 4-1 16,0 3 1-16,-2 2 2 15,0 4-2-15,3 2 4 16,-3 0-2-16,2-1 1 16,2 0-1-16,0-3 0 0,-2 0 1 15,4-4 0-15,0 0 0 16,-1-2-1-16,-1-1 1 16,0 0-1-16,1 0-1 15,-3 0-15-15,-2-3-43 16,3-1-12-16</inkml:trace>
  <inkml:trace contextRef="#ctx0" brushRef="#br0" timeOffset="32019.07">1636 4020 121 0,'0'0'34'0,"0"0"20"0,0 0-36 0,0 0-6 15,0 0 8-15,0 0-9 16,0 0-4-16,0 0-1 15,56-11-3-15,-20 4-1 16,2-6-1-16,3-1-95 0</inkml:trace>
  <inkml:trace contextRef="#ctx0" brushRef="#br0" timeOffset="32900.92">919 4577 117 0,'0'0'8'0,"0"0"17"0,0 0-4 0,0 0-3 15,0 0 1-15,0 0-2 16,0 0-2-16,0 0-15 0,0 0 0 15,0 0 0-15,0 0 1 16,60-16 0-16,-24 19-1 16,4-1 0-16,7-2 0 15,5 0-1-15,-1 0 3 16,5-3 2-16,0-6 1 16,0-2 1-16,0 0 1 0,-8-1-1 15,2 2-1-15,-8-1 0 16,-4 1-2-16,-7 3-1 15,-2 4 0-15,-4 3-1 16,-7 0-1-16,-5 0-9 0,-4 0-87 16</inkml:trace>
  <inkml:trace contextRef="#ctx0" brushRef="#br0" timeOffset="33569.91">1563 4972 90 0,'0'0'13'0,"0"0"11"0,0 0-4 0,0 0-5 16,8-41-4-16,-1 31-7 0,2 3-1 15,2-2 0-15,0 2 1 16,3 1 0-16,-1 1 3 16,3 2-2-16,0 3-2 15,2 0-1-15,-3 0-2 16,1 1 0-16,-3 8 1 16,-1 2-1-16,-4 0 0 0,-3 2 1 15,-3 0-1-15,-2 3 0 16,0-2 0-16,-2 0-2 15,-7 2 4-15,-3-1-1 16,-1 0 0-16,0-3 2 16,-1-2-2-16,3 0-1 0,0-4 2 15,6-2-2-15,1-4-10 16,4 0-30-16,0-7-37 16</inkml:trace>
  <inkml:trace contextRef="#ctx0" brushRef="#br0" timeOffset="33940.42">1869 4793 150 0,'0'0'4'16,"0"0"0"-16,0 0-2 15,0 0-4-15,0 0 6 16,0 0-5-16,0 0 5 15,0 0-3-15,0 0 4 16,-41 11-2-16,32-1-2 0,3 3 0 16,-1 3-1-16,1 1 2 15,-1 0-2-15,4 1 2 16,1-2 0-16,0-2-1 16,2 0 3-16,0-1-1 15,0-4 2-15,0 0 0 0,4-4 0 16,1 2 2-16,4-4-1 15,-2-2 2-15,4-1 1 16,1 0-2-16,0 0 0 16,4-1-4-16,0-5-1 15,0-3-2-15,1-1-5 0,-3 2-51 16,-1-5-41-16</inkml:trace>
  <inkml:trace contextRef="#ctx0" brushRef="#br0" timeOffset="34273.21">2032 4837 115 0,'0'0'27'0,"0"0"2"0,0 0 0 0,0 0-7 16,0 0-7-16,0 0-11 16,0 0-3-16,0 0-2 15,0 0 1-15,0 11 1 0,0-2 0 16,0 2 0-16,0 0 0 16,0 1-1-16,0-1 0 15,0 1 2-15,0-1-2 16,0 1 1-16,0-2 0 15,0-1 0-15,0 1-1 0,0-3-8 16,2-1-32-16,0-3-37 16</inkml:trace>
  <inkml:trace contextRef="#ctx0" brushRef="#br0" timeOffset="34645.97">2153 4827 106 0,'0'0'18'0,"0"0"0"15,0 0 7-15,0 0 6 16,0 0-20-16,0 0 4 0,0 0-2 15,0 0-9-15,0 0-3 16,0-7-3-16,0 7 1 16,0 0 0-16,0 7 0 15,2 0 1-15,-2 3 1 16,2 1-1-16,-2 1 1 0,0 0 0 16,0 0 1-16,0-1 0 15,0 1 1-15,0-1-1 16,0 3-1-16,0-1 1 15,2 5-2-15,0-2 2 16,-2 1-3-16,0-7-101 0</inkml:trace>
  <inkml:trace contextRef="#ctx0" brushRef="#br0" timeOffset="36505.98">4576 15665 129 0,'0'0'4'0,"0"0"7"0,0 0 0 15,0 0-1-15,0 0-16 0,0 0 4 16,0 0 2-16,0 0 1 15,0 0 0-15,0 0 0 16,0 0-1-16,25 0 1 16,-21 0 0-16,0-3 2 15,1 3 4-15,1-3 6 0,0 1-5 16,0-1-3-16,2 0-3 16,-1 1-2-16,0 1 1 15,2 1-1-15,-4 0 0 16,1 0 1-16,0 0-1 15,-1 1 1-15,-1 2-1 16,-2 4 1-16,3 0-2 0,0 2 3 16,-1 2-2-16,-2 2 0 15,0 1 1-15,1 2-1 16,-1 1 4-16,2 0-3 16,-2 3 1-16,1 1 0 15,2 2-2-15,1 1 1 0,-2 0 0 16,3 2-1-16,-3-1-1 15,-2-1-1-15,4-1 0 16,-6-2 0-16,2-1 2 16,-2-1 0-16,0-4 1 15,0-2 0-15,0-1-1 0,0-2 1 16,0-2 2-16,0-1 0 16,0-1 1-16,0-2-2 15,0 3-1-15,0-2 0 16,0 2-1-16,0-2 0 15,0 3 2-15,0-1 4 0,0 1 1 16,0-1 0-16,0 4-2 16,-2-1-1-16,-4 0 3 15,2-1 2-15,-2 6-3 16,-1-3-3-16,-4 2-2 16,0 2 0-16,-3 0-1 0,-3 3 0 15,1 0 0-15,-6-1 0 16,-1 2-1-16,-6 1-13 15,-4-5-35-15,-8 1-82 16</inkml:trace>
  <inkml:trace contextRef="#ctx0" brushRef="#br0" timeOffset="38562.68">3389 3543 73 0,'0'0'8'0,"0"0"6"0,0 0 1 0,0 0-4 0,0 0 5 15,0 0-1-15,0 0-2 16,0 0 2-16,-36-20 1 15,32 20-2-15,1-1-3 16,-3 1-5-16,3 0 1 16,-2 0-5-16,3 0-2 0,0 0 0 15,0 1-1-15,-2 4 1 16,1 2-1-16,1 1 1 16,0 2 0-16,0 1-2 15,2 0 1-15,0 1 1 16,0-1 0-16,0 1 0 0,4-2 0 15,1 0 0-15,3-2-2 16,-1-1 2-16,2-2 2 16,0-4-1-16,-3 3 1 15,4-4 1-15,-1 0-1 16,-1 0 0-16,1 0 2 0,1-7-1 16,-4 0 0-16,1-3 0 15,-3 0 2-15,0 0 7 16,-3-1 2-16,-1-1-2 15,0-1-5-15,0-1-1 16,-3-1-1-16,-3-1-3 16,1 4 0-16,-1 2-2 0,-1 3-1 15,-2 6-5-15,-2 1-41 16,-2 0-115-16</inkml:trace>
  <inkml:trace contextRef="#ctx0" brushRef="#br0" timeOffset="39308.73">3309 4367 159 0,'0'0'4'0,"0"0"10"0,0 0-1 16,0 0-8-16,0 0-4 15,0 0 1-15,0 0-2 16,0 0-3-16,0 0 4 16,-37 44-1-16,33-30 2 0,0-1-2 15,3 1 0-15,-1 0 1 16,2 0 0-16,0-1 0 15,0-1 0-15,0-4 0 16,2 1-1-16,3-4-1 16,-1-2-1-16,3 1 2 0,0-4 3 15,0 0 2-15,3 0 0 16,0 0 1-16,-2-8-1 16,1-1 0-16,-2-2 1 15,0-3 4-15,0 1 2 16,-5-2-1-16,-2 0 1 15,0 1-2-15,0 0-3 16,0 2-1-16,-6 1-2 0,-1 4-3 16,-3 4-3-16,-3 3-5 15,-3 3-12-15,1 8-55 16,-3-2-95-16</inkml:trace>
  <inkml:trace contextRef="#ctx0" brushRef="#br0" timeOffset="40013.46">3284 5132 81 0,'0'0'4'0,"0"0"-1"0,0 0-1 0,0 0 0 0,0 0 5 16,0 0-2-16,0 0 5 16,0 0 0-16,-41 34-4 15,35-25 2-15,1 2 1 0,1 2-4 16,1-1 3-16,2 2-1 16,1-3 0-16,0 0 1 15,0-1-4-15,4-1 0 16,2-5 1-16,3 1 1 15,-1-3 1-15,2-2 2 0,1 0 0 16,-1 0 2-16,0-3 0 16,-1-5-2-16,-1-1-1 15,-2-1 1-15,-2-1 2 16,1-2 1-16,-5 1-2 16,0 0-4-16,0 0 0 0,0 0-2 15,-7 3-1-15,-2 2-4 16,0 3 0-16,-2 4-6 15,-5 0-8-15,1 9-65 16,-5 1-100-16</inkml:trace>
  <inkml:trace contextRef="#ctx0" brushRef="#br0" timeOffset="40732.17">3251 5928 121 0,'0'0'8'0,"0"0"-1"0,0 0 6 0,0 0-3 16,0 0-6-16,0 0-2 15,0 0-1-15,0 0-1 16,0 0 0-16,0 0 0 0,0 0 0 16,-30 38 1-16,28-29 2 15,2 2-1-15,0 3 1 16,0-1 2-16,0 0-1 16,4-1-2-16,1-1 0 15,3-3-1-15,-1 0 1 0,0-3 5 16,2-2-2-16,0-3 3 15,1 0 3-15,2-3-1 16,-3-6 2-16,3-2 1 16,-4-3 0-16,-1-2 2 15,-1 1-2-15,-4-1-3 0,1 0-3 16,-3 2-3-16,0 1-2 16,-4 3-1-16,-3 3-2 15,-4 7-14-15,-5 0-35 16,-1 7-62-16</inkml:trace>
  <inkml:trace contextRef="#ctx0" brushRef="#br0" timeOffset="41515.66">3180 6540 113 0,'0'0'7'0,"0"0"0"0,0 0 1 0,0 0-6 0,0 0 0 15,0 0 1-15,0 0 3 16,0 0 1-16,0 0 0 16,0 0-3-16,0 0-3 15,-35 21 0-15,31-14-1 16,1 3 2-16,1 0-2 15,0 0 1-15,0 1-1 0,-1 1 1 16,2 0 0-16,1 0 1 16,0-1 3-16,0-3 5 15,0 0-2-15,1-1-4 16,4 0 2-16,-1-1-2 16,1-2 0-16,1 2-1 0,0-2 0 15,0-4-1-15,0 0 2 16,1 0 2-16,-1 0 3 15,0 0 3-15,2-6 4 16,-1-2-3-16,-1-2-6 0,2-4-1 16,-2 4-4-16,1-3 2 15,-3-3 0-15,0 1 0 16,-3-1-2-16,0-1 0 16,-1 1-1-16,0-2-1 15,-4 2 1-15,-4 1-1 0,-1 1 0 16,-3 2-1-16,3 7-3 15,-6 5-11-15,-1 0-24 16,-4 1-85-16</inkml:trace>
  <inkml:trace contextRef="#ctx0" brushRef="#br0" timeOffset="44925.67">4853 3898 96 0,'-5'-3'6'0,"0"3"16"0,-1-2-5 0,-1 1 4 0,1 1-5 0,-1 0-4 16,0 0-6-16,0 0 0 15,1 0-4-15,1 3 2 16,1 0-3-16,2 4-1 16,-5 0 0-16,4 1 1 15,-1 3-1-15,2 0 0 0,-4 3 0 16,3-1 1-16,1 0-2 16,0 1 0-16,0 0 1 15,2-1 1-15,0-1 0 16,0-1-1-16,2 0-1 15,5-2 1-15,1-1-2 16,3-2-1-16,-1-4 8 0,3 0-3 16,0-2 0-16,0 0 2 15,1-3 4-15,0-4 1 16,0-3-3-16,-2-2 1 16,-1-1 2-16,-4-1 2 15,0-1 2-15,-3 0 1 0,-3-1-1 16,-1 1-3-16,0 0-4 15,0 1 0-15,-5 1-5 16,-3 3 0-16,0 2-3 16,-3 5-4-16,-3 3-8 15,-7 0-54-15,0 7-42 16</inkml:trace>
  <inkml:trace contextRef="#ctx0" brushRef="#br0" timeOffset="45657.11">4906 4763 117 0,'0'0'6'0,"0"0"-2"0,0 0 1 16,0 0-2-16,0 0 0 15,0 0-2-15,0 0 0 16,0 0 1-16,-42 7-4 0,35 2 7 16,1 3-6-16,-2 3 2 15,2 0-1-15,1 5 0 16,3-3 0-16,0 3 0 16,2 0 0-16,0-4 1 15,0 2 0-15,0-2 0 0,4-3-1 16,3-1 2-16,0 0-1 15,2-4 1-15,2-1-1 16,-2-4 0-16,2 0 3 16,0-3 3-16,1 0 3 15,-1-4 4-15,-2-8 8 16,2-2-3-16,-2-3-1 0,-2-4-2 16,-1-3-1-16,-2 1-1 15,-2-4-3-15,-2 4-1 16,0-1-5-16,0 4-3 15,-9 2 0-15,-1 6-3 16,-2 5-11-16,-3 7-23 0,-5 0-37 16,0 10-42-16</inkml:trace>
  <inkml:trace contextRef="#ctx0" brushRef="#br0" timeOffset="46340.95">4819 5673 100 0,'0'0'2'0,"0"0"8"0,0 0 6 0,-40 0-3 0,31 0-7 16,0 6-6-16,-2 3 0 15,2 3 0-15,0 4 0 16,0 2 0-16,4 4 1 0,1 1 0 15,0-2 1-15,4 3-2 16,0-3 3-16,0-5 0 16,4 0-2-16,4-2 0 15,2-6-2-15,-1-2 1 16,1-2 3-16,4-2 9 16,0-2 2-16,2 0 2 0,-1-6-2 15,1-3-4-15,-1-2 0 16,-1-6-3-16,-1 2 0 15,-1-3 1-15,-6-3 1 16,-3 0 0-16,-2 0 3 16,-1 2-4-16,0-2-3 15,-8 5-3-15,-4 5-2 0,-3 4-6 16,-3 6-3-16,-2 1-14 16,-2 9-25-16,-1 7-26 15,2 0-31-15</inkml:trace>
  <inkml:trace contextRef="#ctx0" brushRef="#br0" timeOffset="47585.86">5885 4330 121 0,'0'-4'95'0,"-5"-1"-89"0,-1 4 4 0,-2 1-11 0,-2 4-4 16,-3 6 4-16,-1 8 0 15,1 3 2-15,0 2 2 16,1 3 0-16,3 1-3 0,5-1 1 16,4-3-1-16,0-2 3 15,2-3-6-15,7-2 5 16,2-6-1-16,1-4-2 16,0-2 5-16,2-4 1 15,0 0 3-15,0-6 6 0,-1-4-3 16,-1-4-4-16,0-2 1 15,-3-1-2-15,-3-1-1 16,-5-1 1-16,-1 1-3 16,0-2 2-16,0 3-5 15,-3 4 1-15,-7 3-3 0,-1 7-4 16,-4 3-14-16,0 4-40 16,-3 11-15-16,-2 3-54 15</inkml:trace>
  <inkml:trace contextRef="#ctx0" brushRef="#br0" timeOffset="48134.76">5881 5066 97 0,'0'0'13'0,"0"0"9"0,0 0-1 0,0 0-11 0,0 0-5 16,0 0-6-16,-38 13 2 16,29-1 3-16,2-1-4 15,2 1 1-15,3 5-1 16,0-4 1-16,2-2 1 16,0 4-1-16,4-3 1 0,3-2 1 15,0 0-5-15,4-3 1 16,-2 0 2-16,1-3 6 15,2-4 1-15,-1 0 3 16,1 0 4-16,-1-3-1 16,-2-5 0-16,0-3-2 15,0-1-2-15,-5-2 4 0,-2-3-2 16,-2 4 1-16,0-4-4 16,-4 3-5-16,-7 3-3 15,-3 2-5-15,-3 5-1 16,-4 4-11-16,1 3-25 15,0 9 1-15,2 3-24 0,3-1-32 16</inkml:trace>
  <inkml:trace contextRef="#ctx0" brushRef="#br0" timeOffset="49429.62">6652 4557 106 0,'-2'-8'9'0,"0"-1"26"0,-1 1 0 16,-1 2-12-16,0-1 0 0,1 4-10 15,0 0-3-15,-1 0-6 16,-2 3-1-16,3 0-7 16,-3 2 0-16,1 8 5 15,-2 4 0-15,1 3 0 16,3 1-1-16,3 2 1 0,0-1-1 15,0-2 2-15,0-5-2 16,3 1 2-16,6-6-2 16,-2-2 0-16,1-1 3 15,1-4-2-15,-1 0 0 16,2 0 3-16,1-2 0 0,-1-6 2 16,0-3 2-16,-3-4 1 15,0 0-1-15,0-2 0 16,-5-2 1-16,0 2-1 15,-2-1-4-15,0 2-1 16,0 0-1-16,-4 5-2 0,-4 5-3 16,0 6-6-16,-5 2-14 15,-4 12-40-15,0 3-36 16</inkml:trace>
  <inkml:trace contextRef="#ctx0" brushRef="#br0" timeOffset="49934.74">6620 5029 132 0,'0'0'14'0,"0"0"13"0,0 0 5 0,0 0-14 15,0 0-13-15,0 0-2 0,0 0-3 16,0 0 0-16,-27 41 0 15,23-24 0-15,2-1 1 16,2-1-1-16,0 1 3 16,0-5-3-16,0-1 0 15,2-1 0-15,3-1-1 0,4-5 1 16,-4 0 1-16,3-3 3 16,-1 0 6-16,1 0 2 15,2-7-2-15,-3-3 1 16,-1-1 1-16,0-2-1 15,-4 0-1-15,-1-3-2 0,-1 3-4 16,0 2 1-16,0 4-5 16,-7 4-2-16,-6 3-19 15,-3 5-41-15,-4 10-13 16,0 2-11-16</inkml:trace>
  <inkml:trace contextRef="#ctx0" brushRef="#br0" timeOffset="50574.89">6594 5486 57 0,'0'0'75'0,"0"0"-60"0,0 0-3 0,0 0 0 15,0 0 5-15,0 0-1 16,0 0-5-16,0 0-3 16,0 0 0-16,0 0 0 15,0 0-7-15,-12-13-2 0,8 13 0 16,-2 6 1-16,-1 5 0 15,2 2-2-15,-1 4-3 16,1-3 2-16,3 2 1 16,0 1 1-16,2-3 1 15,0-1 0-15,0-2-2 16,2-1 1-16,3-4-3 16,3-2 1-16,0-2 2 0,2-2 1 15,-1 0 2-15,2-5 4 16,-1-5 3-16,-2 0 4 15,1-4 7-15,0-1-1 16,-6-1-1-16,1-1-6 0,-2 0-1 16,-2-1-2-16,0 2-4 15,0 0-3-15,-2 2-1 16,-8 4-2-16,-3 2-13 16,-5 2-59-16</inkml:trace>
  <inkml:trace contextRef="#ctx0" brushRef="#br0" timeOffset="52907.26">3449 3543 33 0,'-7'0'9'0,"1"0"-3"0,-2 0 7 16,2-1-3-16,0-1 1 16,1 1-3-16,1-1 4 15,-1-1 2-15,0 1 5 16,1 0 4-16,0 0-4 0,3 2-9 16,-1 0-1-16,2 0-7 15,0 0-8-15,0 6 5 16,7 3 0-16,3 1 0 15,2 4-1-15,7-1 0 16,-2 0 2-16,6 1 0 0,3-1-1 16,6 1 0-16,1 0 0 15,5 0 4-15,0 1-2 16,5 0 1-16,-3 1-1 16,2 1 0-16,1 0 0 15,-1 1-1-15,3 2-1 0,0 0 1 16,4-1-1-16,-4 1 1 15,4 1 1-15,-2-2-2 16,0 0-1-16,-5-1 4 16,-2 0-2-16,1 0 1 15,-5-4 0-15,-1 2-2 0,-2 1 1 16,-3-2 0-16,-1 1 2 16,-3-3-2-16,-1 0 0 15,-3-2 1-15,-2 0 1 16,1-2-1-16,-4-2 1 15,-1 1-1-15,1-2 2 0,2 3 1 16,-6 2-4-16,-5-2-40 16,-4-3-56-16</inkml:trace>
  <inkml:trace contextRef="#ctx0" brushRef="#br0" timeOffset="53448.03">3337 4419 97 0,'0'0'3'0,"0"0"3"0,0 0-1 0,0 0-3 0,0 0-1 15,0 0 0-15,0 0-1 16,0 0-1-16,0 0 2 16,0 0-1-16,52-32 2 0,-28 27 2 15,5-2-1-15,5-1-1 16,6-4 1-16,5-2 2 16,3 0-1-16,6-6 2 15,1-1-1-15,5 1-1 16,2-7 1-16,3 2 2 0,2-1-2 15,4-1 1-15,1 0 1 16,2-1-3-16,2 2-2 16,-4 2-1-16,-2 0 0 15,-3 4 0-15,-8 3 2 16,-7 4-2-16,-11 0-6 0,-11 6-50 16</inkml:trace>
  <inkml:trace contextRef="#ctx0" brushRef="#br0" timeOffset="54551.36">3393 3587 81 0,'0'0'8'0,"0"0"2"0,0 0 1 0,0 0-2 0,0 0 2 15,0 0-1-15,0 0 4 16,0 0-1-16,0 0 2 16,0 0-4-16,0 0-3 0,0 0-7 15,-34-21-12-15,39 22 11 16,6 6-1-16,2 3-2 15,3 2 2-15,6 3 1 16,3 2 2-16,2 3-1 16,2 0-1-16,3 1 1 0,5 4 0 15,4 0-2-15,-1-1-1 16,2 4 2-16,-1 0 1 16,1 1 1-16,-4 0-3 15,0 2 1-15,0 0 0 16,-4-1-1-16,-3 3 0 15,0-1 0-15,0 0 1 0,-1 0-1 16,-7-1 2-16,4 1-1 16,0-2 1-16,-4-2-1 15,0 1 1-15,0-4-1 16,0 1 0-16,-2-2 0 0,1-3 1 16,-2-1-1-16,2 1 0 15,1 1 0-15,-4-4 0 16,6 2 0-16,-4-1 0 15,3 1 1-15,-2-1-1 16,-2 2 0-16,-1-1 0 16,-2 3 1-16,-3-3-2 0,-3 3 0 15,2-4 2-15,-3 0 3 16,2-1-1-16,-1-2-1 16,1 0 2-16,3-4 0 15,-1 1 1-15,3-1-2 16,-2-1 2-16,2-2-1 0,1 0-1 15,-3 0 0-15,3-1-2 16,-5 1 1-16,1 1-1 16,-5 1 0-16,-4 2-6 15,-5 0-48-15,0 0-11 16</inkml:trace>
  <inkml:trace contextRef="#ctx0" brushRef="#br0" timeOffset="55255.65">3429 3664 100 0,'0'0'-38'0,"0"0"42"0,-43-24-1 0,28 19-2 15,-1 1 4-15,1 3 4 16,1-4-1-16,3 1-1 15,1 1 4-15,2-1-4 0,3 0-2 16,1-2-3-16,0 2 0 16,2-2-1-16,-3 2-1 15,0 1 5-15,3 0 8 16,0 3 3-16,0 0-2 16,2 0-12-16,0 0-13 0,2 9 10 15,8 4-3-15,4 2 3 16,5 6 1-16,2 5 0 15,6 5 0-15,2 5 1 16,3 6 0-16,1 5-1 16,3 4 0-16,1 5-1 15,2 0 1-15,3 3 0 0,1-1-1 16,2 2-10-16,0 4 11 16,1-6-1-16,-1 2 1 15,4-4 0-15,-1 1 0 16,2 0 1-16,2-2 0 0,-2 1 0 15,-2 2 0-15,-2 4 1 16,-2 1-1-16,-2 4-1 16,1-1 2-16,-3 0-1 15,-2-2 0-15,0-6 0 16,-4-4 0-16,-3-7 0 16,-2-3 0-16,-5-4 1 15,-2-6-2-15,-1-3 2 0,-4-4 2 16,-1-4-1-16,-2-5-1 15,-3-4-32-15,-4-7-49 16</inkml:trace>
  <inkml:trace contextRef="#ctx0" brushRef="#br0" timeOffset="55952.55">3326 3766 23 0,'-2'-13'10'0,"-1"3"-1"0,2 2 8 0,1 2-7 0,0 2-7 15,0 2-2-15,0 0-1 16,0 2-1-16,4 0-12 16,-4 0-13-16</inkml:trace>
  <inkml:trace contextRef="#ctx0" brushRef="#br0" timeOffset="57063.91">3305 4407 67 0,'0'0'3'0,"0"0"-1"0,0 0-2 0,0 0 0 0,37-5 1 16,-24 12 0-16,5 1-1 15,-2 3 1-15,6 0 0 16,5 3 0-16,2 1 3 15,4 1-2-15,7 0 0 0,6 3 1 16,2-2 0-16,6 4 0 16,2-4-2-16,2 0 1 15,5 0 0-15,2-2-1 16,2-3 2-16,2 1 2 16,-4 0 1-16,3-1 6 15,-4 0-2-15,-5 2-1 0,-3 0-4 16,-4 0 0-16,-2 2 0 15,-8 1 0-15,-5-1-3 16,-3 1-1-16,-3 0 1 16,-2 0 0-16,-4-1 0 0,0 1 2 15,-5-2-3-15,-4-5-43 16,-5-8-44-16</inkml:trace>
  <inkml:trace contextRef="#ctx0" brushRef="#br0" timeOffset="57546.86">3103 4548 141 0,'0'0'4'0,"0"0"-10"0,0 0 8 0,39 16-3 16,-5-3 2-16,5 4 0 15,5 6-2-15,6 4 1 16,5 2-1-16,1 3 1 16,6 2 2-16,3 2 0 15,2 3-1-15,3 4-1 0,-1 4 0 16,2 1 0-16,-1 2 0 16,-1 1 0-16,-2 0 0 15,-4 0-1-15,1-3-2 16,-1 1 3-16,-1-2 0 15,-1-3 0-15,-1-2 3 16,-1-2-2-16,-4-2 1 0,-1-2 0 16,-10-3-2-16,-6-4-25 15,-11-9-82-15</inkml:trace>
  <inkml:trace contextRef="#ctx0" brushRef="#br0" timeOffset="60279.7">6547 5593 3 0,'2'2'54'0,"0"-2"-19"0,-2 0 23 0,0 0 2 16,0 0-23-16,0 0-20 15,0 0-10-15,0 0 3 0,0 0-1 16,0 0-5-16,0 0-1 16,0 0-2-16,0 0 0 15,0 0-1-15,0 0 0 16,0 0-1-16,0-1 0 16,0-1-5-16,0 1 1 0,2-2 4 15,3-1 1-15,-1 0 0 16,-1 1 0-16,-2 0 1 15,0 3-2-15,-1 0-1 16,0 0-6-16,0 6-9 16,0 2 17-16,0 2 6 0,0 0-4 15,0-3-1-15,0-1 0 16,2-4-3-16,5-1 4 16,-1-1 4-16,1 0-5 15,0-9 4-15,0-2 1 16,-3-3 5-16,-3-2-2 0,-1 2 3 15,0-2 0-15,-3 4-5 16,-8 4-3-16,-1 1-4 16,-1 6-5-16,-2 1 3 15,-1 0 1-15,2 10 0 16,2 2 1-16,0 0-2 0,5 3 4 16,3-3-2-16,4-1-1 15,0-4 0-15,0-2-7 16,8-1 5-16,1-3 3 15,3-1 4-15,-1 0-4 16,0-1 1-16,3-5 0 0,-3-2 1 16,-2 0 1-16,-3 3-3 15,-4 1 1-15,-2 1 1 16,0 3 1-16,0 0-3 16,-6 0-2-16,-5 7 0 15,0 1 2-15,2 2 0 0,1-1 2 16,4-2-1-16,4-1-1 15,0-5-1-15,12-1-6 16,11-7 7-16,2-13-11 16,3-8-74-16</inkml:trace>
  <inkml:trace contextRef="#ctx0" brushRef="#br0" timeOffset="61171.23">3319 5230 70 0,'-8'-7'3'0,"-2"-3"15"0,2 2 2 0,3 0-1 0,-1 2 2 16,-2 0 0-16,6 2-3 0,-2-1-4 15,0 2-2-15,3 1-2 16,1 1 0-16,0-1-5 15,0 2-7-15,9 0 0 16,5 0 2-16,6 0 1 16,7 0-1-16,6 4-4 15,8 0 4-15,5 2 0 0,10-2 2 16,7-1-1-16,6 0 0 16,5-2 0-16,6-1-3 15,1 0 3-15,0 0 0 16,-3-1 0-16,2-6 0 0,-6-3 0 15,0 1-1-15,-5-3 1 16,-4-1 0-16,-5 0-3 16,-4 3-17-16,-11 0-44 15,-6 0-44-15</inkml:trace>
  <inkml:trace contextRef="#ctx0" brushRef="#br0" timeOffset="61682">3603 5097 144 0,'0'0'-11'0,"0"0"35"0,9-57 10 16,11 23-21-16,9-6-4 16,11-10-3-16,8-9 1 15,10-5-2-15,9-8-2 0,4-4 1 16,3-2-2-16,2-4 1 15,7-1-1-15,-1-2 1 16,-1 6-2-16,-3 5-1 16,-7 12 1-16,-6 10-2 0,-13 18-14 15,-17 20-26-15,-17 14-51 16</inkml:trace>
  <inkml:trace contextRef="#ctx0" brushRef="#br0" timeOffset="62130.07">3174 5841 123 0,'0'0'3'0,"0"0"-2"0,0 0 1 16,0 0 17-16,36-13-2 0,-10 0 8 15,6-7-9-15,11-8-1 16,10-9-5-16,11-8-4 16,13-8-4-16,4-8 0 15,10-3 0-15,6-6-1 16,5 0-1-16,2-3 0 0,4-1 1 16,-1-1 1-16,1-2-2 15,-8 2 0-15,-4 4-4 16,-8 6-15-16,-10 5-20 15,-13 10-20-15,-17 12-51 16</inkml:trace>
  <inkml:trace contextRef="#ctx0" brushRef="#br0" timeOffset="62571.06">3248 5902 124 0,'0'0'-1'0,"42"-14"3"0,-13 1 2 16,11 3 4-16,8-5 4 16,10-3-3-16,11-3 1 15,4-2-5-15,10-5-2 0,2 0-1 16,7 1 0-16,0 1-2 15,-1 8 0-15,4 2 2 16,0 6-2-16,-3 3 0 16,-7 7 0-16,-5 0-16 15,-11 1 0-15,-9 8 6 0,-10 2 4 16,-16-1-13-16,-10-1-42 16</inkml:trace>
  <inkml:trace contextRef="#ctx0" brushRef="#br0" timeOffset="62996.91">3094 6633 139 0,'38'-35'3'0,"10"-11"8"0,9-10 7 0,14-7-4 0,9-9-8 15,8-9-4-15,4-6 0 16,5-6-2-16,9-2 1 16,1-7 1-16,3-2-2 15,-1 0 2-15,7-3 1 16,-4-1-1-16,-3 3-2 16,-3 5 1-16,-8 3 1 0,-13 6-4 15,-9 10-5-15,-16 17-15 16,-16 14-1-16,-14 15-9 15,-19 18-39-15</inkml:trace>
  <inkml:trace contextRef="#ctx0" brushRef="#br0" timeOffset="63474.67">3311 5689 108 0,'38'-7'4'0,"2"4"-4"0,11 3 1 0,7 3 1 0,7 10 4 16,4 1-2-16,10 0 3 15,3 1 1-15,5 0-1 16,3-1-4-16,-1-2 0 16,3-2 2-16,0-4-2 15,-1-4 1-15,-6-2-3 0,-3-2 1 16,-3-7 1-16,-6-4-2 16,-10 4 1-16,-11-1-4 15,-13 3-36-15,-14 0-77 16</inkml:trace>
  <inkml:trace contextRef="#ctx0" brushRef="#br0" timeOffset="64243.5">4799 4056 172 0,'0'0'-12'0,"0"0"12"0,60 0 1 15,-22 1 0-15,5 9 3 16,6 4-2-16,5 4 1 0,2 4-2 16,2 5 0-1,-1 6 1-15,1 2-1 0,3 2 0 16,-1 1 0-16,-2 2 1 16,-1-1 0-16,-2 0-2 15,-8-2 0-15,-6 2-5 0,-15-1-11 16,-8-2-17-16,-16-6-29 15</inkml:trace>
  <inkml:trace contextRef="#ctx0" brushRef="#br0" timeOffset="64563.6">4824 4923 127 0,'0'0'1'0,"0"0"15"16,0 0-15-16,0 0-2 16,69-38 4-16,-27 10 1 15,14-5 3-15,5-4-5 0,7-3 0 16,9-5 9-16,0-5 1 15,5 0 1-15,2 1-6 16,-3 2-1-16,-1 2-4 16,-7 6-1-16,-4 8-1 15,-12 7-3-15,-10 5-20 0,-11 8-17 16,-14 5-6-16</inkml:trace>
  <inkml:trace contextRef="#ctx0" brushRef="#br0" timeOffset="65075.9">4924 4141 99 0,'0'0'-4'0,"61"72"8"0,-20-29-1 0,7 3 4 0,4 2-3 0,-1 2-2 16,4-1 0-16,2 1 0 15,1-2 0-15,0-2 5 16,-3-2 3-16,1-2-2 15,0-5-1-15,-8-1-1 16,0-4-2-16,-8-2 0 0,-1 0 0 16,-8-4 0-16,-4-1-2 15,-5-3 1-15,-9 0 3 16,-6-1-2-16,-7-2-29 16,-4-1-26-16</inkml:trace>
  <inkml:trace contextRef="#ctx0" brushRef="#br0" timeOffset="65553.13">4535 5788 114 0,'0'0'-1'0,"0"0"2"0,0 0 2 0,37-35 15 15,-14 7 0-15,8-8 7 16,8-8-4-16,7-6-5 16,7-7-2-16,7-8-4 15,4-4-1-15,4-7-3 0,3-5-1 16,3-7 0-16,-1-3-2 16,1 2-1-16,0-3-1 15,0-2 1-15,0 3 1 16,-1 6-3-16,-2 7 0 15,1 8-1-15,-7 11-1 0,-7 13-1 16,-9 13-2-16,-8 16-4 16,-14 14-17-16,-14 3-28 15,-13 16-14-15,-11 10 7 16</inkml:trace>
  <inkml:trace contextRef="#ctx0" brushRef="#br0" timeOffset="65994.89">4783 5872 171 0,'0'0'-25'0,"0"0"33"0,45-45 4 0,-16 17 9 16,9-7-10-16,4-4-6 15,10-7 0-15,4-1-3 16,2 1-1-16,3 0 0 0,5-1-1 16,-1 3 0-1,0-1 0-15,-1 2-3 0,3 0-8 16,-4 1-7-16,-1 2 3 16,-1 1 5-16,-5 3 9 15,-7 5 0-15,-4 1 2 16,-7 4-1-16,-6 2-21 0,-15 3-60 15</inkml:trace>
  <inkml:trace contextRef="#ctx0" brushRef="#br0" timeOffset="66364.71">5870 4374 130 0,'0'0'11'16,"0"0"-11"-16,46-7 1 15,-26 10-2-15,3 9-1 0,1 6 1 16,1 4 3-16,2 4-1 15,4 1 2-15,0 4-2 16,3-1 1-16,1 1-1 16,4 0 1-16,-1-2-2 15,0-4 2-15,-1-5 1 0,-1-7 2 16,-5 0 0-16,-2-8-3 16,-6 0 2-16,-4-3 2 15,-7 1-4-15,-3-2-6 16,-6-1-39-16,-3 0-25 15</inkml:trace>
  <inkml:trace contextRef="#ctx0" brushRef="#br0" timeOffset="66763.89">5862 5145 172 0,'0'0'-35'0,"0"0"46"0,0 0-1 0,25-38-6 0,-2 28-1 16,2-3-3-16,6-1 1 15,5-2 0-15,3-1 3 16,6-3 2-16,2 2 0 0,5-1-2 16,0 2-2-16,1 3-1 15,0 3-5-15,-1 4-19 16,-6 1 1-16,-2 5-2 15,-5 1-3-15,-8 0 3 16,-5 8-42-16</inkml:trace>
  <inkml:trace contextRef="#ctx0" brushRef="#br0" timeOffset="67232.17">6022 4637 90 0,'0'0'5'0,"37"31"2"0,-7-11 5 0,1 3 1 16,7 1-2-16,1 4-4 16,5 0-4-16,-4 2-1 15,2-1 0-15,-1 0 0 0,-2-3 1 16,-1-2-1-16,1-4 1 16,-6-1 0-16,1-5-5 15,-5 1-14-15,-7-5-11 16,-6-3-29-16</inkml:trace>
  <inkml:trace contextRef="#ctx0" brushRef="#br0" timeOffset="67466.94">6180 5247 229 0,'0'0'0'0,"0"0"14"16,0 0-22-16,0 0 8 16,43 5 1-16,-17-7-25 15,1-8-75-15</inkml:trace>
  <inkml:trace contextRef="#ctx0" brushRef="#br0" timeOffset="72069.07">3346 14382 122 0,'0'0'4'0,"0"0"2"0,0 0-5 0,0 0-1 0,0 0 0 15,0 0 2-15,0 0-2 16,40-22-6-16,-24-7-24 16</inkml:trace>
  <inkml:trace contextRef="#ctx0" brushRef="#br0" timeOffset="74403.5">3795 6546 67 0,'0'0'10'0,"0"0"-5"0,0 0-4 0,0 0 0 0,0 0 0 16,0 0-1-16,0 0 3 15,0 0 1-15,0 0 1 0,0 0 0 16,0 0 3-16,0 0-2 16,0 0-3-16,0 0-2 15,0 0-1-15,0 0 1 16,0 0-1-16,4-1 0 0,0 0 0 15,0 0 0-15,0-2 0 16,1 1 0-16,3-5 0 16,-1 3 0-16,2-2 0 15,0-1 0-15,2 0 0 16,-1 0 0-16,2 0 0 16,2 0 1-16,1 0-1 0,2 0 0 15,2-2 0-15,4-1 0 16,-1 0 0-16,3 0 0 15,1-2 0-15,1 0-1 16,0 0 0-16,0 0 2 16,2 2 0-16,-2 0-1 15,0-1 1-15,2 2-1 0,0-1 0 16,2 0 1-16,1 2-1 16,1-3 0-16,0 0 0 15,1 0 0-15,0-1 0 16,3-3-1-16,1 1 0 15,1 0-1-15,-2-2 5 0,4 1-1 16,2 0-1-16,-2 0-1 16,0 2 1-16,0 0-1 15,-2 2 1-15,-1-3-1 16,2 0 0-16,1-1 0 16,-1 0 0-16,0-4 1 0,5 4-2 15,-3-1 2-15,1 0-1 16,-1 1 0-16,0-1 0 15,1 1 0-15,-2 0 0 16,6 1 0-16,-3 0 1 0,1-1 1 16,2 1-1-16,-3 0 0 15,3 0 1-15,-4-2 2 16,2 2 0-16,-3 1-2 16,1-1 2-16,-3 3-1 15,-5-1-1-15,-1 1 1 0,-5 1-2 16,-4 3-1-16,-6 1 2 15,-3 2-2-15,-5 3 1 16,-7 1-3-16,-4 0-33 16,0 1-30-16</inkml:trace>
  <inkml:trace contextRef="#ctx0" brushRef="#br0" timeOffset="75130.5">3941 6517 33 0,'0'0'3'0,"0"0"-2"0,0 0 1 0,0 0 7 16,0 0 7-16,0 0 3 15,0 0-7-15,45-3-1 16,-26-5-3-16,8-1 0 16,2 0-4-16,3-4 0 0,6-2 1 15,5 0-1-15,7-3 1 16,2-1 0-16,4-4 4 15,4 0-2-15,-1-1-5 16,3 1 2-16,1-1-1 16,2 0 1-16,1-2 1 15,1 1-2-15,2-2 1 0,-1 1 1 16,1-2-2-16,-2 2-1 16,-7 2 2-16,-2-1 1 15,-5 3 1-15,-7 1 0 16,-6 4-1-16,-11 3 0 15,-4 1 1-15,-5 5-1 0,-9 2 3 16,-5 2-1-16,-3 2 6 16,-1 1 8-16,-2-1 3 15,0 1-14-15,0 1-5 16,0-1-5-16,-2-1 1 16,0 1 0-16,1-1 0 0,-1 2 0 15,2 0 0-15,0 0-2 16,0 0-11-16,0 0-39 15,5 0-11-15,2-1-38 16</inkml:trace>
  <inkml:trace contextRef="#ctx0" brushRef="#br0" timeOffset="84163.41">20040 16885 66 0,'-1'0'12'0,"0"0"9"0,1 0-9 0,0 0-9 15,0 0-2-15,0 0-3 16,0 0-4-16,0-3 2 0,0 0 1 15,1 2-1-15,4-2-4 16,-3 2-11-16,0-1-3 16,0-1-2-16,-1 2 21 15,-1 0 4-15,0-1 11 16,0 1 11-16,0-1-4 0,0 1-5 16,-2-1-4-16,-1 0-2 15,-1-1 0-15,-1 0 3 16,1 0 1-16,-4-1 4 15,2-2 9-15,-2 2-8 16,-1-2-5-16,-1 2-2 0,0-2-2 16,1 2-3-16,-3 0-5 15,1-1 4-15,-1 1-3 16,1 1 1-16,0-1-1 16,0 1 1-16,1 2 1 15,0-2 2-15,-1 1-1 0,2 0-2 16,-1 0 0-16,-2 1-2 15,2-2 1-15,0 3-1 16,-2 0 1-16,1-1-1 16,-1-1 2-16,-1 2 1 15,0-1-3-15,-1 1 1 0,1 0 0 16,-2 0-1-16,0 0 1 16,0 0-1-16,0 0 0 15,-1 0 0-15,3 0 1 16,0 1-1-16,-1 2 1 15,2 0-1-15,-1 1 0 16,1 0 0-16,2 2 0 0,1 1 0 16,-2-1 0-16,1 4 0 15,-2-2 0-15,3 2 0 16,-2 2 0-16,-2-1 0 16,2 0-1-16,-1 2 1 15,0 0 0-15,2 1-1 0,-2-1 2 16,0 1-1-16,1 2 0 15,-2-1 0-15,0 2 0 16,-1-2 0-16,0 0 0 16,1 2 1-16,0-1-1 0,1-1 0 15,-1 1 0-15,3-1 0 16,0 1-1-16,1 0 2 16,3-1-1-16,2 0 0 15,0 0 0-15,2 0 0 16,0 0 1-16,2 2-1 15,0 2 0-15,0-3 0 0,0 2 1 16,3 3 0-16,5 0-1 16,2-1 2-16,0 0-2 15,1 0 0-15,0 0 0 16,2 0 0-16,-2-1 0 0,1-1 1 16,0 2-2-16,0-2 2 15,0 3-1-15,1-2 0 16,1-1-1-16,1 2 1 15,-1-3 0-15,0 2 0 16,3-1 0-16,0-2 0 16,2-2 0-16,2 2 0 0,0-3 0 15,3-3 0-15,-1 2 0 16,-1-3 0-16,2-2 0 16,-3 0 1-16,0-3 0 15,0 1 0-15,-1-3-1 16,-2 2 1-16,2 1-1 0,-3-1 0 15,0-1 0-15,3 0 0 16,-3 0 0-16,2-1 0 16,1 0 1-16,-3-1-1 15,0 2 0-15,0-2 0 16,1-1 1-16,-3 2-1 0,2-2-1 16,-1 0 1-16,1 0 0 15,3 0-1-15,-4-1 1 16,1-4 1-16,1 0-2 15,-2-2 1-15,0-1 0 16,0 0 0-16,-2-2 1 0,0 0 1 16,-1-3 1-16,2-2 2 15,0-1-1-15,1-2 0 16,-2-2 0-16,3 1-3 16,-2-3 1-16,1 0-1 15,-5 2-1-15,-1-2 1 0,0 2 0 16,-3-2 0-16,-2 1 0 15,-1 1 3-15,0-1 4 16,-2-2 1-16,-2 1-4 16,1-3 0-16,-1 0 0 15,0-4-3-15,0 1-1 16,0-1 0-16,-3 0 0 0,-5 0-1 16,0 0 0-16,-3 0 0 15,0 4 0-15,-2-1 0 16,-1 2 0-16,-1-2 0 15,1 3-1-15,1 2-2 16,1-3-8-16,2 4-6 0,3 1-15 16,-3-2-17-16,1-1-79 15</inkml:trace>
  <inkml:trace contextRef="#ctx0" brushRef="#br0" timeOffset="87820.91">19377 18035 223 0,'0'0'12'0,"0"0"5"0,0 0-4 0,0 0-8 0,0 0-3 16,0 0 0-16,0 0 2 15,0 0 8-15,0 0 2 16,0 0-1-16,0 0 0 16,-16-12-11-16,16 12 0 0,-2 0-2 15,2 1 2-15,0 8-2 16,0 1 1-16,0 1-1 15,0 2 0-15,0-1 0 16,6-3 0-16,2-2 0 16,1 0 0-16,1-4-1 0,3-2 2 15,1-1 0-15,3 0 1 16,1-2-1-16,0-7-1 16,-1-1 1-16,-1-3-2 15,0-1 2-15,-8 3-1 0,-1-1 0 16,-3 0 3-1,-3 0 0-15,-1 2 2 0,0 0-2 16,0 3 4-16,0 0-2 16,-2 4 1-16,-1 1-4 15,1 2-2-15,-2 0 0 16,2 2 0-16,0 9 1 0,-1 2-1 16,1 4 0-16,2 2 1 15,0-1-1-15,0 2 1 16,0 0 0-16,0-1-1 15,2-2 1-15,0-2 0 16,1-2-1-16,-2-3 0 0,-1 0 0 16,0-3 1-16,-3-2-1 15,-6-1 0-15,-5-3 1 16,1-1 0-16,-3 0 0 16,3 0-1-16,0 0 1 15,1-3 1-15,3-2-1 0,1 0 5 16,5 2 0-16,2-1 2 15,1 1-3-15,2-1-5 16,8 0 2-16,5 1-3 16,4-1 2-16,3-2-4 0,3 4-12 15,1-3-18-15,1 1-1 16,-4-1-21-16,1-2-71 16</inkml:trace>
  <inkml:trace contextRef="#ctx0" brushRef="#br0" timeOffset="88097.79">19718 18052 140 0,'0'0'32'0,"0"0"11"15,0 0-11-15,0 0-20 0,0 0-2 16,0 0-3-16,0 0 10 15,0 0 3-15,0 0-3 16,0 42-9-16,0-27 2 16,0 2-5-16,0-3-2 0,1 1-2 15,3-4-1-15,-3 3 2 16,4-4-2-16,-2-3-3 16,3-1-20-16,0-5-27 15,0-1-35-15,2-1-74 16</inkml:trace>
  <inkml:trace contextRef="#ctx0" brushRef="#br0" timeOffset="88281.78">19854 18077 227 0,'0'0'45'0,"0"0"-31"0,0 0-5 15,0 0-6-15,0 0 9 16,0 0 4-16,1 37-8 15,0-18-4-15,0 0-2 16,1 1-1-16,0-2 0 0,2-4-13 16,-2-6-86-16</inkml:trace>
  <inkml:trace contextRef="#ctx0" brushRef="#br0" timeOffset="105476.02">3373 17379 45 0,'0'-4'16'0,"-2"3"11"0,0 1 4 16,2 0-8-16,0 0-4 15,-3 0 4-15,3 0-21 16,0 0-8-16,0 0-2 0,0 0 8 16,5 0 0-16,2 0 0 15,3 0 0-15,4 0 2 16,0-5 1-16,8-3 2 16,3-5-2-16,1-1 4 15,3-5 1-15,2 1 0 16,1-5-2-16,6 1-2 0,-4 0 0 15,1-2-1-15,-1 3-1 16,-3-1 0-16,0 4 0 16,-4 2-2-16,-2 3 1 15,-5 2-1-15,0 4 3 16,-2 1-2-16,-5 2 1 0,-2 3-2 16,-3 1-7-16,-2 0-28 15,-6 0-38-15,-4 1-48 16</inkml:trace>
  <inkml:trace contextRef="#ctx0" brushRef="#br0" timeOffset="105859.91">3489 17446 74 0,'0'0'4'0,"56"-41"8"0,-23 17 2 0,3-3-2 0,0 0-4 15,2-2 4-15,0 1-1 0,-3 0 1 16,3 3-4-16,-1 3 1 16,-3 2-7-16,1 1 0 15,-2 5 0-15,-4 3 0 16,-1 2-1-16,-2 2 2 16,-8 4-1-16,-2 3-1 15,-5 0-8-15,-7 4-26 0,-4 5-14 16,0 3 1-16</inkml:trace>
  <inkml:trace contextRef="#ctx0" brushRef="#br0" timeOffset="106339">3601 17412 81 0,'0'0'2'15,"0"0"-6"-15,0 0 6 16,0 0 2-16,0 0 0 16,42-14 3-16,-28 7 0 0,1-3 5 15,3-2-1-15,1-2 5 16,-2 1-6-16,3-1-4 16,-2-1-4-16,0 0 0 15,-3 1 1-15,1 0-3 16,-3 0 9-16,-1 1 15 0,-3 3-12 15,-3 0-4-15,1 0 3 16,-2 3 3-16,-3 3-2 16,-2 1 2-16,0 1 1 15,0 1-2-15,0 1-6 16,0 0-4-16,2 0-2 0,-1 0-28 16,3 0-40-16,-4 0-40 15</inkml:trace>
  <inkml:trace contextRef="#ctx0" brushRef="#br0" timeOffset="107691.05">20129 18094 66 0,'0'0'17'15,"0"0"13"-15,0 0 6 0,0 0-7 0,0 0-27 16,0 0-9-16,0 0 14 16,0 0-2-16,0 0-1 15,0 0-1-15,0 0 1 16,47 1-22-16,-32-9-73 16</inkml:trace>
  <inkml:trace contextRef="#ctx0" brushRef="#br0" timeOffset="109573.97">4086 6409 83 0,'0'0'18'0,"0"0"18"0,0 0 1 0,0 0-13 0,0 0-5 16,0 0-8-16,0 0 1 16,0 0-7-16,0 0 1 15,0 0-7-15,0 0 3 16,0 0-3-16,-4-38 0 16,14 32 0-16,9-2-1 15,0-2 2-15,4 1-2 0,4-2 2 16,4-1 0-16,1-3 0 15,5 3-1-15,3-3 1 16,5 2-1-16,-3-1 1 16,4-2-1-16,0-1 0 15,0-1-1-15,0-1 2 0,1-2-1 16,0 1 0-16,0 0 1 16,-3 0-1-16,1 2 0 15,-4 1-2-15,-2 1 3 16,-3 2 0-16,-2 1 0 15,-5 2 0-15,0 1 2 0,-4 3-2 16,-1 1 0-16,-1 1 1 16,-6 0-1-16,0 2 1 15,-2 3 0-15,-2-3-3 16,-2 2-28-16,-4 1-20 16,-2-1-17-16</inkml:trace>
  <inkml:trace contextRef="#ctx0" brushRef="#br0" timeOffset="110513.08">3724 6477 72 0,'0'0'10'0,"0"0"-8"0,0 0-2 16,0 0 4-16,0 0 3 15,0 0-3-15,0 0 1 0,0 0-1 16,40 2-2-16,-22-5 0 15,-1-5-1-15,6 0-1 16,4-3 1-16,4-2 0 16,5 0-1-16,3-1 1 15,3 0 0-15,4-3-1 0,2 0 0 16,5-2 2-16,2 0-2 16,2-4 0-16,3 4 1 15,2-2 0-15,-1 1-1 16,-3 0 0-16,0 2-1 15,0 1 2-15,-4-2-1 0,1 2 1 16,-3 3 2-16,-2 0 5 16,-6 0 0-16,-1 2 1 15,-7 1 0-15,-5 1 0 16,-4 1 2-16,-3 1-2 16,-4 1 2-16,-4 4-5 0,-3 1-1 15,-4 0-2-15,-1 2-1 16,-2 0 0-16,-2 0 2 15,-4 0-3-15,0 0-33 16,-6 0-80-16</inkml:trace>
  <inkml:trace contextRef="#ctx0" brushRef="#br0" timeOffset="116238.98">1563 8325 94 0,'0'0'17'0,"0"0"1"0,0 0 7 16,0 0-8-16,0 0-6 0,0 0 0 16,0 0-1-16,0 0-3 15,0 0-2-15,0 0-2 16,0 0 0-16,0 0-5 15,0 0 1-15,-4-31 4 16,12 25-3-16,-2-1 0 0,4 0 6 16,1 1-4-16,0-1 0 15,1 3-2-15,3 0 0 16,1 2 3-16,1 2-5 16,1 0 2-16,-2 0-1 15,2 7 2-15,-3 3-2 16,-1 0 1-16,-3 4 1 0,-4-2-1 15,2 3 2-15,-7-3 0 16,-2 2 0-16,0-1 0 16,-4 1 7-16,-6-1-8 15,1 1 1-15,-1 0-1 0,-2-2 0 16,1-1 0-16,2-3 0 16,0 1 0-16,2-5-1 15,1 0-7-15,4-4-26 16,-1 0-25-16,3-4-86 15</inkml:trace>
  <inkml:trace contextRef="#ctx0" brushRef="#br0" timeOffset="116625.45">1867 8150 110 0,'0'0'7'0,"0"0"8"0,0 0 3 0,0 0-1 15,0 0 4-15,0 0-8 0,0 0-10 16,0 0 4-16,-41-11-6 16,30 21-2-16,0 1 0 15,-1 5 0-15,2 0 2 16,1 1-2-16,-1 1 0 0,4 2 1 15,0 0 1-15,3-2-2 16,3 1-1-16,0-1 6 16,0-2-3-16,0-3 1 15,0-2 0-15,3-4-1 16,3-1 0-16,0-2 0 16,4-2 4-16,-1-1-2 15,1-1 2-15,4 0 0 0,-1 0-3 16,1-4 2-16,0-4-30 15,1-1-62-15</inkml:trace>
  <inkml:trace contextRef="#ctx0" brushRef="#br0" timeOffset="116929.56">1923 8274 170 0,'0'0'7'16,"0"0"-1"-16,0 0-12 15,0 0 7-15,0 0 3 16,0 0 7-16,0 0 4 16,2 38-6-16,0-23-4 0,0 0-1 15,-2 2 1-15,1 0 2 16,-1 0-2-16,0 3-3 15,0-3 1-15,0 0-2 16,0-1 0-16,0-2 0 16,1 2 0-16,2 1 0 0,-3-5-3 15,0-3-63-15,0-8-88 16</inkml:trace>
  <inkml:trace contextRef="#ctx0" brushRef="#br0" timeOffset="117811.74">2070 8307 123 0,'0'0'89'0,"0"0"-85"15,0 0-9-15,0 0-1 16,0 0 0-16,0 0 7 0,0 0 0 16,0 0-1-16,0 0 2 15,-3 22 0-15,-1-19 1 16,-2-3 0-16,1 0-1 16,1 0 2-16,2 0 2 0,-1 0 0 15,0-1 4-15,3-5-9 16,0 0 1-16,0-1-4 15,0-1 11-15,6 1-13 16,0 0 2-16,1-1 8 16,-1 3-6-16,3-1 0 15,0 4 0-15,0 1 0 0,0 0-1 16,-1 1 0-16,0 0-2 16,1 4 1-16,-3 2 0 15,4 4 3-15,-2 0-2 16,-1 1 2-16,0 3-1 15,0-1-1-15,-3 1 1 0,-2 1 1 16,-1 0 2-16,-1-1-4 16,0 0 2-16,-1 1 0 15,-7-1 2-15,0-1-2 16,-3 1 0-16,-1-3 0 16,0 2 2-16,1-5-2 15,-1 0 1-15,1-3-1 0,1-2 0 16,2 0 2-16,1-3 0 15,3 0 0-15,0 0 0 16,-1 0 0-16,5 0 0 16,-2-3-6-16,2-1 1 15,0-2 1-15,0 0 1 0,3-1 4 16,3 0-7-16,0 0 2 16,-1 2 5-16,2-1-3 15,0 2-1-15,-3 1 0 16,0-1-1-16,1 2 1 15,1-1 0-15,0 3 0 0,0 0-1 16,-1 0-1-16,3 0-1 16,0 6 0-16,2 1 1 15,-1 3 2-15,3-1 3 16,-2 2-4-16,1-1-1 16,1 0 2-16,-1-1 0 0,0-2 0 15,-2-2 0-15,2-1-3 16,0-1 1-16,-1-3 4 15,0 0 1-15,2 0 4 16,1-6 1-16,-2-4-2 16,3-1 0-16,1-5-2 0,1-3-2 15,0-1 2-15,0-9-8 16,-6-5-107-16</inkml:trace>
  <inkml:trace contextRef="#ctx0" brushRef="#br0" timeOffset="118816.85">3380 7641 195 0,'0'0'16'0,"0"0"-3"0,0 0 1 15,0 0-10-15,0 0-6 16,0 0 1-16,0 0-1 16,-21 49 1-16,21-35-3 15,0 1-1-15,5-3 1 0,4-1-2 16,0-3-2-16,0-4 4 16,3-1 1-16,0-3 11 15,-1 0 4-15,3-6 7 16,-3-9-3-16,1-1-3 15,-4-1-4-15,-3-4 0 0,-1-2 2 16,-4 2 1-16,0 1-2 16,-4 1-5-16,-3 4 0 15,-2 6-4-15,-4 9-14 16,-6 6-18-16,-4 12-98 16</inkml:trace>
  <inkml:trace contextRef="#ctx0" brushRef="#br0" timeOffset="119251.01">3484 8325 87 0,'0'0'97'0,"0"0"-83"0,0 0 5 0,-41 20-13 16,34-9-6-16,-3 3-1 15,2 1 1-15,3 1 0 16,1 0-3-16,4-3 3 15,0-3-1-15,0 0 1 16,0-1-4-16,4-4 3 0,3-2-1 16,-1-3 4-16,6 0 10 15,-1 0 3-15,0-10-2 16,0-4-1-16,0 1-3 16,-4-4-2-16,0 2-2 15,-5 2 2-15,-2 2-1 16,0 6 1-16,-9 5-10 0,-7 0-45 15,-6 13-104-15</inkml:trace>
  <inkml:trace contextRef="#ctx0" brushRef="#br0" timeOffset="119713.75">3407 9133 122 0,'0'0'24'0,"0"0"-16"0,0 0 6 16,0 0-11-16,0 0-3 15,0 0-1-15,-36 34 1 16,36-20-2-16,0-2 2 0,0 0 2 16,4-1-1-16,3-3 1 15,0-1 1-15,4-1 4 16,-2-5 2-16,-2-1 4 15,3 0 8-15,0-1-4 0,-4-9-2 16,-1 0 1-16,-3-3-4 16,-2-1-1-16,0 0-1 15,0-2-2-15,-4 5-3 16,-1 1-2-16,-6 6-5 16,0 4-14-16,-4 2-30 15,-2 10-74-15</inkml:trace>
  <inkml:trace contextRef="#ctx0" brushRef="#br0" timeOffset="120161.43">3415 9805 25 0,'0'0'113'0,"0"0"-109"0,0 0 3 15,0 0-4-15,0 0 0 16,0 0-3-16,-31 48 0 15,31-35 5-15,0-1-2 16,0 0-1-16,2-3 0 16,3-4 2-16,1-2-2 0,1-2 5 15,0-1 11-15,-1-1 8 16,1-9 1-16,-2-4-9 16,2-2-6-16,-5-3-3 15,0-3-2-15,-2 2-1 0,0-1 1 16,-4 4-1-16,-4 4-3 15,0 2 0-15,-1 7-4 16,-2 4-15-16,-1 3-23 16,0 9-59-16,-3 4-59 15</inkml:trace>
  <inkml:trace contextRef="#ctx0" brushRef="#br0" timeOffset="120539">3347 10342 129 0,'0'0'8'0,"0"0"-1"0,0 0-5 0,0 0 14 0,0 41-6 16,2-31-5-16,4 0 0 15,-1-2-3-15,4-3 3 0,0-4-1 16,-1-1 14-16,1 0 8 16,3-5-8-16,-4-7-2 15,1-3-5-15,1-2-3 16,-6-1-1-16,-4 1-2 15,0 0 4-15,0 2 4 0,-10 3-3 16,-2 5-5-16,-2 6-7 16,-6 1-33-16,-5 0-69 15</inkml:trace>
  <inkml:trace contextRef="#ctx0" brushRef="#br0" timeOffset="123700.2">5226 17817 91 0,'0'0'8'0,"0"0"22"0,0 0 4 0,0 0-6 16,0 0-6-16,34-37 1 15,-24 27-6-15,4 5-9 16,1-6-2-16,2-1-1 15,7-3-1-15,0-1-2 16,3 1 0-16,0-3-1 0,0 2-2 16,0 3 3-16,-5 2 0 15,0 5-5-15,-4 3-11 16,-4 2-22-16,-5 1-25 16,-7 0-20-16</inkml:trace>
  <inkml:trace contextRef="#ctx0" brushRef="#br0" timeOffset="123948.99">5330 17933 177 0,'0'0'21'15,"0"0"-5"-15,0 0-15 16,0 0-5-16,0 0 5 15,38-34 6-15,-19 21-5 0,3-1 2 16,3 0 2-16,3-2 0 16,2 0-5-16,6-2 1 15,-2 1 0-15,1 0-4 16,-2 1-30-16,-5 1-50 16,-2 2-38-16</inkml:trace>
  <inkml:trace contextRef="#ctx0" brushRef="#br0" timeOffset="125394.77">4322 14569 72 0,'0'0'15'0,"0"0"13"0,0 0-10 0,0 0-13 0,0 0-4 16,0 0-1-16,0 1-2 16,0-1 1-16,0 0 0 15,0 0 1-15,0 0 1 16,0 0-2-16,0 0 1 16,0 0 2-16,0 0 6 0,0 0 17 15,0 0-12-15,0 0-9 16,0 0 0-16,0 0-2 15,0 0 0-15,0 2-13 16,0-1-34-16,0-1 13 16</inkml:trace>
  <inkml:trace contextRef="#ctx0" brushRef="#br0" timeOffset="127084.1">4291 14655 97 0,'0'0'2'0,"0"0"-4"0,0 0 1 16,0 0 2-16,0 0 1 0,0 0-2 16,0 0 0-16,0 0 5 15,0 0 20-15,0 0-15 16,3 0 8-16,-3 0-3 15,0 0-2-15,0-3-8 0,0 1-5 16,0-1-1-16,0-3 2 16,0 2-1-16,0-1 0 15,0-2 1-15,0 0-1 16,0-2 0-16,0 0 0 16,0-4 1-16,0 2-1 15,0-1-3-15,0-2 1 16,0 0 2-16,0-2-1 0,0 3 2 15,0-1-1-15,2 3 0 16,-1 0 0-16,0-1 0 16,2 1-1-16,-1 2-1 15,2-2 3-15,-1 1 0 16,5-4 1-16,-1 1-3 0,2 2 1 16,0-1 1-16,0-3-1 15,4 1 0-15,-2-1 0 16,-1 0-1-16,1 1 1 15,-2 1 0-15,2 1 0 0,0-1-1 16,-3 2-2-16,4 1 5 16,-3 0-1-16,2 0 0 15,-3 2-1-15,2-2 0 16,1 3 0-16,-2-2-1 16,0 2 1-16,0-3 0 15,2 2 1-15,-2-1-1 0,0 1 0 16,0 0 0-16,1 1 1 15,0 0-2-15,-1-1 2 16,3 1-2-16,-2 0 2 16,1 0-1-16,-1 1 0 15,1-1 0-15,-2 0 0 0,4 2 0 16,0-2 0-16,1 0 0 16,1 1 0-16,-2-1 0 15,2 2 0-15,0-1 0 16,-1 0 0-16,-1 2 0 15,1-2 0-15,-1 3 0 0,1-2 0 16,-2 1 1-16,1-1-2 16,1 0 1-16,-1 0 1 15,-1-1-1-15,1 1-1 16,1-1 1-16,-1 1 0 0,0-1 1 16,3 2-1-16,-1-2 0 15,1 0 0-15,3 1 1 16,-4-1-1-16,1 2 0 15,1 1 0-15,-1 0 0 16,-1-1 0-16,2 2 1 16,0 0 0-16,1 0 0 0,-1 1 1 15,2-1-1-15,-1 2 1 16,-3 0-2-16,2 0 0 16,-2 0 0-16,1 0 1 15,-3 0 0-15,0 0 0 16,3 2-1-16,-3 2 1 0,1 0-1 15,1-1-2-15,-1 3 3 16,1-1 2-16,-1 2-2 16,1-1-1-16,-1 3 0 15,-3-2 1-15,2 1 1 16,1 2-1-16,-1 0-1 0,3-1 1 16,-3-2 0-16,1 1-1 15,-1 1 0-15,3 1 0 16,-3-2 0-16,3 1-1 15,-3 0 1-15,0 0 1 16,1 3-1-16,-1-2 0 0,-1 1-1 16,1 0 1-16,-1 1 1 15,-2 0 0-15,1 0 0 16,-1-1 0-16,1 2-1 16,-3-2 1-16,1 2-1 15,1 0 0-15,-1 1 3 16,1 0-3-16,0 1 1 15,-3-1-1-15,3 1 0 0,0 0 2 16,-2 0-1-16,-1 0-2 16,1 0 3-16,2-2-2 15,-1 2 1-15,-2-3 0 16,1 2 1-16,-2-3 2 0,2 2-3 16,-3-2 5-16,3 1-2 15,-4-2-2-15,2 1 2 16,0-2-2-16,-4-1 0 15,1-1-1-15,-1 0 1 16,0-1 1-16,0-1 0 0,0 0 0 16,-2-1-3-16,2 1 1 15,0 0-1-15,2 1 1 16,0 1 0-16,-2-1-7 16,0-5-64-16,-2-1-54 0</inkml:trace>
  <inkml:trace contextRef="#ctx0" brushRef="#br0" timeOffset="128991.95">5708 14550 44 0,'0'0'15'0,"0"0"1"0,0 0-4 0,0 0-7 16,0-2 2-16,0 1-3 15,0-1 3-15,0 1 0 16,0 0 4-16,0 0 6 0,0-1-4 16,-2 2-1-16,2 0-8 15,0 0-2-15,0 0-1 16,0 0 0-16,0 0-2 16,0 0-5-16,0 0 2 15,0 0 2-15,0 0 2 0,2 0-2 16,3 0 2-16,-2 0 0 15,1 0 2-15,0 0-2 16,-2 0 0-16,3 0 0 16,-3 0 0-16,2 0 0 15,0 0 0-15,-1 2 0 0,2 0 0 16,-1 1 0-16,0 3 1 16,3-2-1-16,-3 3-1 15,2-1 1-15,0 1 1 16,-3 0-1-16,3 0 1 15,-2 2 0-15,0-2 1 0,2 0-2 16,-2 0 1-16,-1 0 0 16,1 2 0-16,2 1 0 15,-3-2-1-15,3 1 0 16,-1-1 0-16,0 1 1 16,1-2-1-16,-2-1 0 15,1-2 0-15,1-1-1 0,-1-2 0 16,0 1-1-16,1-2 2 15,-3 0 0-15,1 0 1 16,0 0 2-16,-2-2-2 16,1-2 2-16,2 0-2 15,-1-3 1-15,-2 1-2 0,1-3 1 16,3 1-1-16,-2-2 0 16,1-3-3-16,4-1 2 15,-3 1 4-15,3-5-1 16,0-1 0-16,0 2 1 15,2-4 0-15,-2 0 0 0,3-2 1 16,-4 0 1-16,1-1 2 16,1 1-1-16,-3 0-1 15,1 2 2-15,-2 1-1 16,0 2-2-16,-2 1-2 0,0 2 0 16,-3 4-2-16,3 3 2 15,-4 3-8-15,2 4-24 16,-2 1-31-16,0 0-18 15</inkml:trace>
  <inkml:trace contextRef="#ctx0" brushRef="#br0" timeOffset="129795.57">5764 14509 75 0,'0'0'6'0,"0"-1"12"0,0 1-6 15,0-1-3-15,0 1-6 16,0 0-2-16,0 0 1 0,0 0-1 16,0 0 0-16,0 0-1 15,0 0-1-15,0 0 1 16,0 5 0-16,4 1 0 16,2 2 0-16,0 0 0 15,1 3 0-15,1 3 0 0,2-3 0 16,-1 5 0-16,-1-1 0 15,-1-1 0-15,0 1 0 16,0-4 0-16,0 2 1 16,-1-3-1-16,0-3 0 15,0-2 0-15,0-2-1 0,-2-3-1 16,-2 0 4-16,3 0 15 16,-1-9 23-16,-2-4-13 15,4-5-16-15,-4-3-1 16,2-4-2-16,0-4-1 15,3 1-4-15,-2-3-2 16,6-1-1-16,0 0-1 0,0 3-14 16,1 1-28-16,-1 5-19 15,-1 3-17-15</inkml:trace>
  <inkml:trace contextRef="#ctx0" brushRef="#br0" timeOffset="130215.83">5774 14605 71 0,'0'0'8'0,"0"0"16"0,0 0-11 0,0 0-16 15,0 0 4-15,0 0-3 16,0 0 3-16,0 0-2 16,46-41 5-16,-30 27 7 0,-2 0 1 15,6 0-4-15,-1-1-6 16,2 1 0-16,-1 0-2 16,-2 0-10-16,0 0-32 15,-5 2-54-15</inkml:trace>
  <inkml:trace contextRef="#ctx0" brushRef="#br0" timeOffset="130464.77">5760 14701 124 0,'0'0'12'0,"0"0"-10"16,0 0-1-16,0 0 2 0,0 0 0 16,20-39-1-16,-7 18 2 15,5 1-1-15,5-1 1 16,-1-2-1-16,2 1-2 16,2 0-2-16,0 3-22 15,-6 0-31-15</inkml:trace>
  <inkml:trace contextRef="#ctx0" brushRef="#br0" timeOffset="130706.65">5818 14745 95 0,'0'0'15'15,"0"0"15"-15,0 0-30 16,0 0-3-16,0 0 8 0,0 0 3 16,31-47-4-16,-15 26 3 15,-2 2-3-15,4-2-2 16,-3 2-1-16,1-1-2 16,-1 1-16-16,-4 1-48 15</inkml:trace>
  <inkml:trace contextRef="#ctx0" brushRef="#br0" timeOffset="130934.77">5822 14590 102 0,'0'0'32'16,"0"0"-4"-16,0 0-20 15,0 0-7-15,12-37 1 0,3 21 0 16,2-2 6-16,6-1-8 16,0-1 2-16,4 3-1 15,-3-4-2-15,1 4-18 16,-3-3-38-16</inkml:trace>
  <inkml:trace contextRef="#ctx0" brushRef="#br0" timeOffset="132693.54">6912 17534 73 0,'0'0'9'0,"0"0"3"0,0 0 0 16,0 0-6-16,0 0-3 0,0 0-1 15,0 0 0 1,0 0 2-16,0 0 3 0,0 0 5 15,0 0-1-15,0 0-5 16,0 0-2-16,-39-20-2 16,35 20-2-16,1 0 1 15,-1-1 0-15,2-1-1 0,-3-1 0 16,1 1 1-16,-1-1 3 16,0-1 0-16,1 1 2 15,-2 0-2-15,-1 1-2 16,-2 1-2-16,0-2 2 15,0 2-3-15,-3 1 4 16,1 0-3-16,1 0 1 0,-2 0 4 16,3 0-4-16,-1 0 0 15,0 0-1-15,-1 0 0 16,2 0 0-16,-3 1 1 16,2 2-3-16,-1 1-1 15,-3 2 5-15,1 2-2 0,-1-2 0 16,3 4 1-16,-2-3-1 15,1 3 0-15,0 2 1 16,3-1 0-16,-3 2-2 16,1 3 0-16,-1 5-5 15,0 1-5-15,3 4 9 0,-3-1 0 16,3 1 0-16,0 2 2 16,3-3-2-16,-3 0 5 15,4-1-3-15,1-1 0 16,1 4 0-16,1-4 0 0,1-1 0 15,0 1 0-15,1 0-1 16,0-3 1-16,0 1 0 16,1-1 0-16,5-2 0 15,1 2 1-15,4-3 0 16,-4 2-1-16,3-2 1 0,1 1 0 16,1-1-1-16,-1 1 0 15,5 1-2-15,-3-3 1 16,5 0-1-16,-2-1 3 15,4-1-2-15,0 0-1 16,0-1 2-16,2-1 0 0,-1-1-1 16,1 0 3-16,3-2-1 15,1 1-1-15,3-3-2 16,0-1 4-16,3-3-3 16,-1-2 4-16,2-1-3 15,-1 0 2-15,1-1-1 16,-1-5-1-16,-1-3 4 0,0-3-3 15,-2-1 0-15,-4-3 2 16,2-2-1-16,-6-2 2 16,2 0-1-16,-4-4-2 15,0-2 2-15,-3 1-2 0,-3-4 1 16,-1 1 3-16,-3-5 9 16,-1-1 1-16,-3 0 0 15,2-4-4-15,-7-1-2 16,0-2-4-16,0-2-1 15,0-1-1-15,-7 0 1 16,-2 1-1-16,-2 1-1 0,-5 2 1 16,-1 5 0-16,-2 2-1 15,-1 5-4-15,-2 5-15 16,-3-1-31-16,-8 3-67 16</inkml:trace>
  <inkml:trace contextRef="#ctx0" brushRef="#br0" timeOffset="134501.7">8244 6989 49 0,'0'0'8'0,"0"0"-6"0,0 0-1 16,0 0 5-16,0 0 5 15,0 0-1-15,0 0 4 0,0 0-2 16,0 0-3-16,-3-36-5 15,1 32-2-15,-2 1 4 16,1 0-1-16,0 0 1 16,-1-1 1-16,2 3 0 15,-3-1-1-15,1-1-5 16,0 1 4-16,-3 1-3 0,0 0-2 16,0 1-1-16,-1 0 1 15,-4 0 0-15,3 0 0 16,0 0 1-16,1 0 2 15,-2 0-1-15,0 2-1 16,3 3 0-16,-2-2 1 0,2 1-2 16,0 2 0-16,-4 0 0 15,2 2-2-15,0-1 2 16,-2 5 0-16,-1-1 2 16,2 0-4-16,-1 2 4 15,-1 1-4-15,1 1 2 0,-1 0 0 16,4 4 0-16,-1-1-1 15,3 2 0-15,-1 1 1 16,4-1-1-16,1 1 0 16,0-2 0-16,2 2 1 15,0-4-1-15,0 2-1 0,2-2 1 16,3-3 0-16,6 2-1 16,0-2 4-16,3 0-4 15,1-3 4-15,3 2-5 16,2-1 6-16,0-1-5 15,3 2 5-15,-2-3-1 0,2 1-1 16,0-2-1-16,2 1 0 16,-2-2-2-16,0-2 6 15,-1-2 4-15,1 0-1 16,-1-4 1-16,-1 0 1 16,3 0-1-16,-4-3 3 0,2-5-1 15,1-2-4-15,-2-2-1 16,0-2-2-16,-1-1-1 15,-2-5 2-15,0 3 1 16,-2-6-1-16,-5-3 4 16,-5-2 0-16,-1-3 5 15,-5-3-1-15,0-1-2 0,-7-3 0 16,-8-1-1-16,-6 1-3 16,-3 3 1-16,-5 3-4 15,-4 3-1-15,-5 6-5 16,-4 8-14-16,-4 10-8 15,-7 5-26-15,-3 0-59 0</inkml:trace>
  <inkml:trace contextRef="#ctx0" brushRef="#br0" timeOffset="135711.72">7986 8222 73 0,'0'-5'8'0,"-2"1"7"0,-3 0-5 0,-3 2-2 16,1 1-2-16,-5-1 8 16,1 2-3-16,-1 0-2 15,0 0 3-15,1 3-2 16,-1 6-6-16,-1 2-2 0,0 4-2 15,-5 1 0-15,-1 7 0 16,0-2 0-16,-1 5 0 16,4-1 0-16,0 1 0 15,3 3-2-15,2 0 1 16,6 1 0-16,1 0 0 0,4 1 0 16,0-1-1-16,2 0-1 15,9-2-3-15,3-4 6 16,-2-1 0-16,7-3-3 15,0-3 3-15,2-3 0 16,2-2-1-16,2-1 5 16,1-5 2-16,0-2-3 0,-1-3 3 15,2-1 6-15,0 0-2 16,-2-8 3-16,1-5 0 16,0 0 0-16,0-4-2 15,-2-1-2-15,-1-3 0 16,-6-2 1-16,-3-2 1 0,-5-4-1 15,-3-1-1-15,-6 0-1 16,0-2-2-16,-4-1-3 16,-7-1 0-16,-3 0-2 15,-5 0 0-15,-2 5-1 16,-3 3-1-16,0 8-9 16,-4 8-16-16,-3 8-29 0,-2 2-49 15</inkml:trace>
  <inkml:trace contextRef="#ctx0" brushRef="#br0" timeOffset="136536.66">7968 9349 28 0,'0'0'84'0,"0"0"-77"0,0 0-1 15,0 0 2-15,0 0-6 16,0 0 2-16,0 0-4 15,0 0 0-15,0 0 0 0,-40-11 0 16,26 22 0-16,0 5-2 16,-3 5 4-16,2 3-1 15,-6 6-1-15,3 1-1 16,1-1 2-16,1 1 0 16,3 1-1-16,4-4-1 0,4-1 2 15,2-1-2-15,3-2 0 16,3-3 0-16,11-3-1 15,-1-2 0-15,5-5 0 16,3-4 2-16,0-6 7 16,0-1 11-16,2-3-3 0,0-9 0 15,-1-5 6-15,1-1-2 16,-5-6-1-16,0-2-2 16,-5-2-3-16,-5-4-3 15,-4 1 1-15,-4-3-3 16,0-1-3-16,-9 2 0 0,-5 0-3 15,-3 5 0-15,-3 5 0 16,-1 6-5-16,-2 11-20 16,-3 5-20-16,-3 1-58 15</inkml:trace>
  <inkml:trace contextRef="#ctx0" brushRef="#br0" timeOffset="137590.76">7894 10061 122 0,'-5'1'0'0,"-5"5"6"0,-1 5-2 16,-3 6-4-16,-1 3 0 15,-1 7-2-15,-1 4 2 0,4 0 0 16,5 2 8-16,2-2 3 16,5-1-5-16,1-3-2 15,1-4-3-15,9-3 0 16,1-3-2-16,1-6 0 0,3-4 1 16,1-4 7-16,-1-3 7 15,4-4 4-15,1-12 0 16,2-2 3-16,0-8-7 15,1-3-1-15,-4-6-3 16,-2-4-1-16,-2-3-1 0,-8 0 0 16,-5-1 1-16,-2 3 1 15,-4 3-3-15,-12 6-1 16,-4 7-4-16,0 4-16 16,-5 9-22-16,-2 1-24 15,2 3-38-15</inkml:trace>
  <inkml:trace contextRef="#ctx0" brushRef="#br0" timeOffset="138134.92">9273 7825 209 0,'0'0'-6'0,"-44"34"5"0,24-10 1 0,5 6 0 0,2 3 0 15,7-2-1-15,4 0-1 16,2-3-4-16,7-6-1 15,9-5 3-15,3-6-2 0,6-5 4 16,-2-3 11-16,3-3 16 16,1-5 2-16,-3-10-9 15,1-3-4-15,-5-5-2 16,-6-4-1-16,-1-3 2 16,-8-1 0-16,-3 1-4 15,-2 3-3-15,-3 2-2 0,-7 7-3 16,-6 10-6-16,-5 8-22 15,-8 1-38-15,-5 12-66 16</inkml:trace>
  <inkml:trace contextRef="#ctx0" brushRef="#br0" timeOffset="138550.79">9414 8780 77 0,'0'0'9'16,"0"0"5"-16,0 0-2 0,0 0-5 16,0 0 14-16,0 0-8 15,0 0-11-15,0 0-2 16,0 0 2-16,-35 31-2 15,19-11 1-15,2 3 0 16,5 2 0-16,1-1-1 16,8-1 0-16,0-4 0 15,0-3 0-15,8-6 5 0,2-4 7 16,1-3 4-16,0-3 12 16,2-3 0-16,-2-7-11 15,1-7-6-15,-3-3-2 16,-3-4-1-16,-2-3 0 0,-4 1-1 15,0-2 0-15,-2 4-3 16,-9 3-2-16,-3 6-3 16,-3 8-1-16,-5 7-28 15,-6 7-46-15,-2 10-31 0</inkml:trace>
  <inkml:trace contextRef="#ctx0" brushRef="#br0" timeOffset="138914.1">9294 9488 60 0,'0'0'-12'0,"0"0"10"0,0 0 6 0,12 44 3 0,-12-31 7 15,0 4 1-15,0-1-4 16,1-2 0-16,8 0 1 16,2-3-6-16,4-3 5 15,2-3 0-15,5-5 0 16,-3 0 6-16,4-5 6 0,-2-8 0 16,0-5-2-16,-5-2-6 15,-3-5-1-15,-5 0 0 16,-6-2 3-16,-2-1-3 15,-8-1-5-15,-6 6-5 0,-5 3-4 16,-2 5-24-16,-4 5-24 16,0 1-48-16,0-1-66 15</inkml:trace>
  <inkml:trace contextRef="#ctx0" brushRef="#br0" timeOffset="139412.68">10865 7842 190 0,'0'0'9'0,"0"0"-5"0,-45-2-2 0,30 15-3 16,-4 6 1-16,2 8 0 15,1 1-1-15,7 1 0 16,3-1-1-16,6-3-3 16,4-3-5-16,9-6 9 0,3-5-1 15,-1-5 5-15,2-5 12 16,-2-1 12-16,2 0-2 16,-3-11-9-16,-1-3-2 15,-2-2-2-15,1-5-3 16,-7 0-1-16,-1-2-2 15,-4 3-2-15,0 3 0 0,0 3-4 16,-12 8-15-16,-3 6-21 16,-7 0-76-16,-4 7-29 15</inkml:trace>
  <inkml:trace contextRef="#ctx0" brushRef="#br0" timeOffset="139866.79">10726 8697 186 0,'0'0'22'0,"0"0"-7"0,0 0-11 0,0 0-4 15,0 0 0-15,-46 38-1 0,35-19 0 16,-1-1 1-16,5 2-1 16,3-4 0-16,4 1 0 15,0-4-3-15,4-3 0 16,9-4-8-16,3-2 8 15,5-4 1-15,-2 0 3 0,1 0 1 16,0-6 1-16,-4-4 3 16,-2-1 7-16,-1-5 8 15,-6 2 2-15,-3-6-4 16,-4 0-3-16,0 2-3 16,0-1-7-16,-8 5-3 15,-5 3-5-15,-3 7 2 0,-3 4-15 16,-5 4-42-16,-5 7-46 15</inkml:trace>
  <inkml:trace contextRef="#ctx0" brushRef="#br0" timeOffset="140045.48">10669 8927 312 0,'0'0'-43'16,"0"0"30"-16,0 0-67 15,0 0-63-15</inkml:trace>
  <inkml:trace contextRef="#ctx0" brushRef="#br0" timeOffset="143596.99">3378 7727 9 0,'6'0'6'0,"3"0"-7"0,0 0 2 0,4 0-2 16,1 0 1-16,4 0 6 15,2 0-2-15,2 0 1 16,1 0 1-16,8-3 1 15,2 3-1-15,3-4 2 16,3 3 2-16,5-1-1 16,1-1-3-16,3 1-2 0,6-3-1 15,3 1 0-15,5-2 1 16,5-1-2-16,0 0 1 16,9 0-2-16,0 0 1 15,5-3 1-15,1 0 2 0,5 0 0 16,3-1 2-16,4-2-3 15,1 0 2-15,3 0-1 16,6-1 3-16,-2 3-5 16,4-2-2-16,5-2 1 15,2 3 3-15,7-3-1 0,1 2 0 16,2-1-3-16,4 2 1 16,0-1 0-16,0 1-1 15,1 0 1-15,-3 3 3 16,0-2 0-16,-2 0 3 15,-2 1 1-15,-3 0-1 0,-5 2-3 16,-4-1-1-16,0 0 0 16,-11 0-1-16,-6 0-1 15,-6 2 0-15,-7-2-1 16,-6 4 1-16,-7-1-1 16,-9 2 2-16,-9 1-4 15,-15 2-46-15,-14-2-53 0</inkml:trace>
  <inkml:trace contextRef="#ctx0" brushRef="#br0" timeOffset="144379.72">3237 7757 150 0,'0'0'9'0,"0"0"-18"0,0 0 7 16,45 4 3-16,-24-2-2 0,2-1 1 16,4 3 1-16,2-1 0 15,4 1 0-15,5 2-1 16,5 1 0-16,6 0 0 15,7 0 1-15,6-1-1 16,7 4 1-16,8-1-1 0,5 0 0 16,6 1 1-16,7 1-1 15,4 1-2-15,4 1 0 16,1 1-2-16,5 1 0 16,5 1 7-16,5 3 1 15,4-2 0-15,8 3 1 16,2 0-3-16,9 1 3 15,-2 2 0-15,3 1 0 0,0 4 0 16,0 2 0-16,-2 4-4 16,-4 3 0-16,2 5-1 15,-3-2 0-15,2 0 1 0,-4-1 0 16,2-7 0-16,-4-3-2 16,-4-4 2-16,-3-2-1 15,-9-4 1-15,-11 0-1 16,-9-1 4-16,-13-1-6 15,-14-2-67-15,-19-4-52 16</inkml:trace>
  <inkml:trace contextRef="#ctx0" brushRef="#br0" timeOffset="145153.72">3149 7707 175 0,'0'0'-24'0,"0"0"27"0,0 0-2 0,0 0-1 0,56-10 0 15,-27 10 0-15,9 2 2 16,5 5-2-16,6 3 0 16,9 1 1-16,4 6-1 15,8 0 0-15,4 5 0 16,3 3 0-16,9 7 0 0,5 3-3 16,5 5 2-16,2 2 0 15,10 4 0-15,4 2 0 16,4 0 1-16,7 2-1 15,7 3 1-15,4 2-1 16,4 3 0-16,6 2-1 0,6 0 1 16,2 1 0-16,4-1 2 15,-2-1 1-15,2-2 3 16,3-3 1-16,-5-3 2 16,2-3 1-16,-8-1-1 15,-2-3-1-15,-4 1-1 0,-11 1-4 16,-9-1 0-16,-13 2-1 15,-10-3 1-15,-14 3 0 16,-20-4-15-16,-16-2-34 16,-18-8-46-16</inkml:trace>
  <inkml:trace contextRef="#ctx0" brushRef="#br0" timeOffset="145801.82">3305 8231 139 0,'0'0'-17'0,"0"0"16"0,0 0 1 16,55 0 3-16,-31 9-1 16,3 5 0-16,7 6-1 0,6 0 0 15,11 5-1-15,5 1 2 16,9 1-2-16,10 1 0 15,11-2 0-15,9 2-2 16,11-3 2-16,12 0 0 16,10 2 2-16,6-1 1 0,9 2-1 15,2 2 2-15,9 4 3 16,0 3 0-16,10 3-1 16,-1 2-1-16,4 5 3 15,1 4-3-15,-2 2-1 16,4 5 0-16,-7 3 1 0,-1 0-2 15,-11 3-2-15,0-3 1 16,-7 0-2-16,-12-3 1 16,-7-2 0-16,-11-5-5 15,-12-7-33-15,-17-6-23 16</inkml:trace>
  <inkml:trace contextRef="#ctx0" brushRef="#br0" timeOffset="146406.63">3621 9139 76 0,'0'0'16'0,"0"0"15"0,0 0-4 16,0 0-28-16,0 0-4 15,0 0 1-15,69-3 0 0,-19 3 6 16,15 0 2-16,13-7 1 15,15-6 0-15,13-7-2 16,9-1 0-16,12-7-2 16,10-1 3-16,9-1 0 15,10-1 1-15,7 1 2 0,12 2 1 16,8 1-3-16,3 7 1 16,1 2-3-16,-4 3-1 15,-1 6 0-15,-13 3-1 16,-6 3 1-16,-15 3-1 15,-14 0 0-15,-11 3 0 16,-16 8-7-16,-17 5-19 0,-19-1-22 16,-19 4-25-16</inkml:trace>
  <inkml:trace contextRef="#ctx0" brushRef="#br0" timeOffset="146864.01">3503 9983 82 0,'0'0'3'0,"37"-2"-13"0,11-18 20 0,12-5 6 0,16-12 11 16,15-11 2-16,14-9-3 0,16-11-6 15,16-11-5-15,15-12 4 16,15-10-6-16,18-12-6 15,17-11 0-15,10-12-2 16,18-4 0-16,5-4-3 16,4-3 1-16,0 3-1 0,-4 5-1 15,-11 4 1-15,-16 8-1 16,-12 10 0-16,-23 11-1 16,-22 15 2-16,-23 9-6 15,-26 17-10-15,-23 15-18 16,-31 16-32-16,-25 14-13 15</inkml:trace>
  <inkml:trace contextRef="#ctx0" brushRef="#br0" timeOffset="147339.62">3390 10497 111 0,'-43'10'-48'15,"11"-10"52"-15,14-2 6 16,14-13 5-16,5-7-8 0,24-9-3 15,11-3-4-15,18-9 1 16,17-9-1-16,14-4 4 16,18-6-4-16,20-5 1 15,14-4-1-15,17-1 0 16,9-1-2-16,16 4 5 0,6-1 8 16,9 5 1-16,10-3 2 15,3 2 4-15,10 2-4 16,1 2 3-16,-5 1-4 15,-2 4-5-15,-8 6 0 16,-11 4-2-16,-15 8-3 0,-12 6 0 16,-17 4 4-16,-19 9-2 15,-19 9-4-15,-20 8 0 16,-23 3 1-16,-21 7-5 16,-24 16-32-16,-22 5-39 15,-20 9 5-15</inkml:trace>
  <inkml:trace contextRef="#ctx0" brushRef="#br0" timeOffset="147723.87">4901 10504 145 0,'0'0'30'0,"41"-30"-28"0,3 7 9 0,17 0 1 0,12-5-3 16,19-3-2-16,14-2-1 15,14-4-3-15,14 1 0 0,7-2 0 16,8 2-3-16,4 0 1 15,4 5 1-15,1 2-1 16,-6 4 0-16,0 3-1 16,-3 1 1-16,-3 1-1 0,-3 2 0 15,-9-1 0-15,-5 2 1 16,-8 0 0-16,-9 2 0 16,-10 2-1-16,-14-3-3 15,-17 0-50-15,-14-7-118 16</inkml:trace>
  <inkml:trace contextRef="#ctx0" brushRef="#br0" timeOffset="149098.07">6618 5611 12 0,'4'6'24'0,"1"-1"-9"0,-1 4-6 0,3-1-2 16,0 2 0-16,4 0-2 15,1 2 4-15,-2-1-2 16,3 4-3-16,2 1-3 16,-2 3 0-16,3 2 0 0,-1 5 1 15,-1 2 1-15,1 5-1 16,-1 1-1-16,3 3 0 15,0 4 0-15,2 0 0 16,1 2-1-16,1-1 0 16,3 1 0-16,0-3 0 15,1 1 1-15,4-1 0 0,-2-1 3 16,2 0-1-16,1 0 3 16,0-2 5-16,2 2-3 15,-1-2-1-15,0-2-2 16,1 1-3-16,1-1 0 15,-2-1 1-15,3 0-2 0,-3-2 0 16,0 0-1-16,-1 1 2 16,-1-3-2-16,0 0 0 15,-3-2-2-15,0-1 6 16,-1-2 0-16,0 0-1 0,0-1 0 16,0-3-1-16,-2 0-1 15,2-1 1-15,-4-1-1 16,0-2 0-16,-2-2 0 15,-1-2-1-15,-2-3 1 16,-3 3 3-16,-2-6-1 16,-3 2 3-16,0-4 2 0,-4 2-4 15,-2-4-1-15,1 0 2 16,-3 0-2-16,0 0 1 16,0-2 0-16,0 2 2 15,-5-2-31-15,-9-1-75 16</inkml:trace>
  <inkml:trace contextRef="#ctx0" brushRef="#br0" timeOffset="150571.82">6607 5152 79 0,'-2'-4'6'0,"0"-2"8"0,2 1 0 0,0 0-4 16,0 1-4-16,0 1-2 0,0 0-4 15,2 2 0-15,0 1 1 16,-1 0-3-16,3 0 2 15,-4 0-2-15,2 0 1 16,0 0 1-16,0 0-1 16,0 0 0-16,0 0 0 0,1 3 3 15,-1-2 0-15,0 5-2 16,0-2 0-16,-2 2 0 16,0-2 2-16,0 3 0 15,0 0-2-15,0 0 1 16,3-1 0-16,-2 1-1 0,0 3 0 15,0 0 1-15,1 1-1 16,0 4-3-16,-2 0 4 16,2 4 1-16,2 1 0 15,-2 1-1-15,3 4-2 16,-1 0 2-16,1 6 0 0,2 1-1 16,-1 3 1-16,-1 1-1 15,1 1 0-15,-3 3-1 16,4 1 1-16,-1 2 0 15,-1 0 0-15,3 1 1 16,-1 4-1-16,3 0 0 0,1 2 0 16,2 1-1-16,2 3 1 15,-1 1 1-15,4 2 2 16,2 3-1-16,-1 2-2 16,2 2 1-16,0 2 0 15,2 0-1-15,-2-2 0 16,1-1 0-16,3-3 1 0,-1-4-2 15,1-5 1-15,-3-1 0 16,3-1 1-16,-3-1-1 16,1 0 1-16,1-1 0 15,-3 0 0-15,0 1 1 16,4-1 1-16,-4 1-1 0,3-2 3 16,-4-1-2-16,2-1 3 15,1 0-2-15,-4-3 3 16,2-1-1-16,-1 0-2 15,0-2-3-15,0 2 1 16,-3-3 0-16,2-1 1 0,-1 0 0 16,-2-1 2-16,1 0-3 15,1-1 0-15,-2 0-1 16,1 3 1-16,2 0 1 16,-3 0-2-16,-1 1 0 15,-1 1 0-15,-3-3 1 0,-3-3-1 16,1-2 3-16,-3-1 1 15,0-6 2-15,0-1 0 16,-4-3-2-16,3 0-2 16,-3-4-2-16,0-1 1 15,0-1-1-15,0-1-2 0,-1-2-29 16,-1-9-56-16,0-2 22 16</inkml:trace>
  <inkml:trace contextRef="#ctx0" brushRef="#br0" timeOffset="151730.68">6531 4523 33 0,'6'0'2'0,"-3"0"-1"0,4 0 0 0,-3 0 0 0,-2 0 0 15,0 2-2-15,1 0 8 16,-3 1 1-16,2 1 1 0,-2 1 0 15,0 4-3-15,0 3-1 16,0 2-3-16,0 5-1 16,-5 5 0-16,1 1-1 15,-4 1 0-15,0 5 1 16,-2 0-1-16,1 2 0 0,-1 4 1 16,1 0-1-16,1 5 1 15,1 1 0-15,0 1-1 16,1 2 1-16,5-1 0 15,-1 3 2-15,2 2-2 16,0 0-1-16,0 5 0 16,0 2 1-16,0 1-1 0,0 3 0 15,2 2 0-15,1 3 0 16,6 0 2-16,-2-1-4 16,3 2 4-16,1 0-1 15,5 2 3-15,-1 0 2 0,4 4-2 16,1 3-1-16,2 6 0 15,0 3-2-15,4 2 0 16,0 1 1-16,1 0-1 16,2 3 0-16,1-2-1 15,1-1 0-15,2 3 0 0,-1 0 0 16,3 3 3-16,3-1 2 16,-2 2-3-16,4 1 0 15,-4 3 0-15,1-4 0 16,-1-1 0-16,0 0 0 15,-1-2 2-15,2-6 1 16,1-3 2-16,0 0 1 0,2-1-3 16,0-1-2-16,0 1-2 15,-2 4 0-15,-2 0 2 16,0 0-2-16,-5-1-1 16,1-2 2-16,-1-1 0 15,-5-3 0-15,1-5 0 0,-5-2 1 16,-1-4-2-16,-4-4 1 15,2-5-2-15,-4-7 0 16,-1-2 1-16,-1-2 1 16,-2-5 3-16,0-5 0 15,0 0-3-15,-1-5-1 0,-4-2 0 16,1-6 0-16,-1-3 0 16,-3-2-1-16,2-3 0 15,-1-3-3-15,-4-5-24 16,0-9-45-16</inkml:trace>
  <inkml:trace contextRef="#ctx0" brushRef="#br0" timeOffset="152781.37">6462 4564 116 0,'2'0'-6'0,"0"0"8"0,0-3-1 15,0 2 6-15,3 1-2 0,0 0-2 16,-1 0-1-16,1 0 3 16,-1 0 0-16,5 7-1 15,0 7-3-15,0 5 1 16,0 5 2-16,-1 6-4 15,0 5 2-15,-1 6-2 16,1 6-2-16,-2 6 3 0,2 8-1 16,-2 3 0-16,-1 10 1 15,-1 6 0-15,1 9-2 16,-1 4 2-16,1 7 0 16,-1 6-1-16,-2 5 0 15,3 3 0-15,-1 5 2 0,-1 5-2 16,3 5 0-16,1 4 0 15,2 5 0-15,0 6 0 16,4 0 0-16,0 5 0 16,3 2 0-16,2 2 0 15,0 2 1-15,-2 2 1 0,4 3 0 16,-1-2 2-16,4-2 1 16,4-5-1-16,2-5-1 15,2-7 1-15,5-6 7 16,0-5-1-16,3-4-5 15,0-5-1-15,-3-1 0 0,-1-4-2 16,-1-2 1-16,-1-3-2 16,-4-7 1-16,-1-6-2 15,-2-4 1-15,-1-5-2 16,-4-6 1-16,0-6 2 16,-4-4-1-16,-2-5 1 0,0-8 0 15,-3-7 1-15,1-9 1 16,-4-6-1-16,-2-7-2 15,3-10 0-15,-2-2 0 16,-2-7-18-16,-3-10-36 16,-3-3-9-16</inkml:trace>
  <inkml:trace contextRef="#ctx0" brushRef="#br0" timeOffset="153588.82">6737 4702 108 0,'0'0'-9'0,"0"0"14"0,0 0 10 16,-47 24-14-16,36 3-4 0,4 7 6 16,-2 6-3-16,6 7 1 15,3 7-1-15,0 4-1 16,2 4 1-16,8 8 0 15,-1 7 0-15,0 7 0 0,4 8 0 16,-2 10-1-16,1 6 2 16,1 7-2-16,-2 4 2 15,3 5-1-15,-1 8 0 16,-2 6 0-16,1 7 2 16,1 8 4-16,2 5 8 15,1 7-4-15,2-1-3 0,3 1-1 16,4 3-1-16,0-5-2 15,4 0-2-15,2-5 1 16,1 0 1-16,1-5 2 16,3 0 0-16,0-2 2 15,-2-5-1-15,-1-1 0 0,3-2-4 16,-2-6 0-16,1-6 0 16,-2-8 1-16,-3-5-1 15,1-12 0-15,-5-7 0 16,-2-10 3-16,-4-8 5 15,-5-9-4-15,-2-5-1 0,-3-6-2 16,0-7-2-16,-3-6 1 16,0-6 0-16,-4-7-1 15,1-5 0-15,-2-5 1 16,0-6-2-16,-2-3 1 16,0-1-24-16,0-6-34 15,0-4-24-15</inkml:trace>
  <inkml:trace contextRef="#ctx0" brushRef="#br0" timeOffset="153738.1">7528 10255 275 0,'0'0'16'0,"0"0"-6"0,0 0-2 16,0 0-11-16,0 0 1 15,0 0 0-15,0 0-31 16,0 0-35-16,36 9-82 15</inkml:trace>
  <inkml:trace contextRef="#ctx0" brushRef="#br0" timeOffset="154350.26">4239 7048 196 0</inkml:trace>
  <inkml:trace contextRef="#ctx0" brushRef="#br0" timeOffset="154677.75">8189 8349 234 0,'0'0'-48'16,"0"0"64"-16,0 0 10 16,0 0-31-16,0 0 1 15,0 0 4-15,46-30 12 0,-7 9 2 16,10-6-7-16,10-2-2 16,7-6-1-16,5-2-1 15,6 2-3-15,1-2 2 16,2 0-1-16,1 0-1 15,0 2 1-15,-1 2-1 0,1 1-1 16,-8 4-8-16,-4 7-10 16,-10 5-11-16,-10 9-13 15,-15 7-13-15,-14 0-54 16</inkml:trace>
  <inkml:trace contextRef="#ctx0" brushRef="#br0" timeOffset="155041.84">8174 9004 96 0,'0'0'16'16,"0"0"16"-16,0 0-28 16,0 0-2-16,0 0 6 15,44-37 6-15,-15 17-4 16,9-5 0-16,3-2 6 0,12-5-6 16,5 0-1-16,3-1-2 15,5-1-2-15,4 1-3 16,6 2-1-16,-4 1 1 15,4 3-2-15,-2 4 3 16,0 4-3-16,-1 2-13 16,-4 2-23-16,-6 3-9 0,-5-1-8 15</inkml:trace>
  <inkml:trace contextRef="#ctx0" brushRef="#br0" timeOffset="155397.59">8531 7541 112 0,'0'0'-16'0,"52"44"17"0,-14-16 2 16,4 4-1-16,7 0-1 16,5 4 0-16,2 2 1 15,-1 6 0-15,2 5 0 16,-3 3-1-16,-1 5 1 15,-6 1-1-15,-4 6 0 0,-8 4 0 16,-10 3-14-16,-16 2-32 16</inkml:trace>
  <inkml:trace contextRef="#ctx0" brushRef="#br0" timeOffset="155716.76">8246 9376 147 0,'0'0'-25'16,"0"0"36"-16,0 0 6 16,0 0-12-16,0 0-15 15,0 0 23-15,0 0 1 16,48-11 10-16,1-18-8 0,12-6-1 15,8-8-7-15,9-2 0 16,10-5-1-16,6-3-1 16,2 1-1-16,0-1-2 15,2 1-2-15,-4 5 0 0,-7 4-2 16,-8 5-9-16,-8 8-10 16,-13 4-17-16,-13 7-24 15,-16 6-56-15</inkml:trace>
  <inkml:trace contextRef="#ctx0" brushRef="#br0" timeOffset="156072.65">8116 10001 67 0,'0'0'21'0,"74"-40"10"15,-23 13-2-15,7-7-2 16,5-5-3-16,8-4 2 0,5-3-7 15,9-1-5-15,5 1-7 16,3-1-3-16,-1 2-3 16,4 2 3-16,-4 4-3 15,-3 2 0-15,-8 5-6 16,-8 4-16-16,-8 3-28 16,-16 2-44-16</inkml:trace>
  <inkml:trace contextRef="#ctx0" brushRef="#br0" timeOffset="156492.71">9372 7712 272 0,'0'0'-62'0,"0"0"62"16,42-40-4-16,-19 40 7 15,8 0-3-15,5 11 2 16,6 9-3-16,6 1 2 15,6 6 0-15,7 0 0 16,5 3-1-16,9 0-1 0,0-2 1 16,6 2 1-16,3-4 0 15,3-2-1-15,-5-3 0 16,-4 0 5-16,-7-5-1 16,-8 1-2-16,-11-2 0 15,-15 0 0-15,-13 5 0 0,-14 1-35 16,-10 0-45-16,-17 2-30 15</inkml:trace>
  <inkml:trace contextRef="#ctx0" brushRef="#br0" timeOffset="156783.97">9387 8680 132 0,'0'0'17'0,"-52"6"23"16,42-6-6-16,8 0-10 16,2-7-15-16,17-5-13 15,15-6 4-15,15-6-1 16,16-8 6-16,12-3-4 16,12-5 1-16,11-1 0 0,6-3-1 15,1 3-2-15,4 0 2 16,-2 5 1-16,-5 2-2 15,-8 4 0-15,-8 8 0 16,-8 6-9-16,-15 6-34 16,-15 4-33-16,-13 6-27 0</inkml:trace>
  <inkml:trace contextRef="#ctx0" brushRef="#br0" timeOffset="157075.6">9629 9133 138 0,'0'0'16'0,"0"0"-7"0,36-45-7 15,1 13 3-15,11-6 2 16,8-4 7-16,13-3 1 15,7-1 2-15,9-3-3 16,6 2-8-16,3 2 0 16,-2 4-3-16,-3 1-2 15,-6 9 0-15,-8 5-1 0,-9 9-13 16,-13 7-26-16,-15 8-24 16,-19 2-66-16</inkml:trace>
  <inkml:trace contextRef="#ctx0" brushRef="#br0" timeOffset="157324.82">9631 9542 202 0,'0'0'-7'0,"-60"30"10"15,46-24 0-15,11-5-2 16,3-1-12-16,15-3 3 15,11-12 10-15,12-9 5 0,9-8 0 16,15-10-2-16,15-4-4 16,8-5 2-16,11-1-2 15,9-1 0-15,6 3 1 16,1-1-4-16,0 2-40 16,-2 1-24-16</inkml:trace>
  <inkml:trace contextRef="#ctx0" brushRef="#br0" timeOffset="159437.93">1571 12272 88 0,'0'0'2'0,"0"0"4"0,0 0 2 0,25-40 0 16,-12 27-3-16,1 3 0 0,3-1 2 16,4 3-2-16,1 0-3 15,3 0-1-15,-1 2-1 16,3 3 0-16,0 3-1 16,-4 0 0-16,-1 0 0 15,-6 8-1-15,-1 1 0 0,-8 2 10 16,-1 0-7-16,-6 3 4 15,0 3 3-15,-4 0 5 16,-12 3 8-16,-5 4-18 16,-5 2 9-16,0-1-12 0,-1 0-10 15,0-3-19-15,2-1-3 16,6-6-15-16</inkml:trace>
  <inkml:trace contextRef="#ctx0" brushRef="#br0" timeOffset="159758.82">1911 12036 199 0,'0'0'-36'0,"0"0"52"0,0 0 1 15,4-38-1-15,-4 37-4 16,-4 1-5-16,-2 0-4 15,-1 8-1-15,-3 6 3 16,2 5-4-16,-1 2-3 16,1 3 4-16,0 3-3 0,4 0 1 15,0-3 0-15,1 2-1 16,3-4 0-16,0-3-2 16,0-3-1-16,5-4-1 15,6-1 0-15,2-3 0 16,6-4 3-16,2-1 2 0,4-3 6 15,-2 0-40-15,1-9-44 16</inkml:trace>
  <inkml:trace contextRef="#ctx0" brushRef="#br0" timeOffset="159972.53">2136 12110 198 0,'0'0'13'0,"0"0"7"15,0 0-8-15,0 0-17 16,0 0 4-16,0 0-1 0,0 0 5 16,-10 48-2-16,7-26-1 15,2-1-1-15,1 6 1 16,0-2 1-16,0 1-1 16,0 4-2-16,0 0-30 15,0-2-28-15,0-8-18 16</inkml:trace>
  <inkml:trace contextRef="#ctx0" brushRef="#br0" timeOffset="160371.24">2215 12230 183 0,'0'0'15'15,"0"0"11"-15,7-45-15 16,-1 31-6-16,2 3-3 15,2-2-1-15,-1 3-1 16,3 2 0-16,-1 3 0 0,-2 4-2 16,0 1 0-16,0 1-2 15,-3 11-5-15,-2 5-6 16,-1 3 2-16,-3 4-2 16,0 1-3-16,-3 0 3 15,-5 0 5-15,1-4 5 0,1-2 10 16,-1-4 0-16,4-3-20 15,3-4 14-15,0-1-2 16,0-1-7-16,2-4 7 16,6-2 2-16,0 2 8 15,1-2 8-15,3 2-4 0,1 2-4 16,-2 2 0-16,-1 1-5 16,0 4-1-16,-3 3-1 15,-3 6 3-15,-2 4 0 16,-2 9-3-16,-10 4-23 15,-9 3-56-15</inkml:trace>
  <inkml:trace contextRef="#ctx0" brushRef="#br0" timeOffset="161738.79">9379 18256 112 0,'0'0'8'0,"0"0"9"0,0 0 11 0,0 0-17 16,0 0-11-16,0 0-3 16,0 0 4-16,0 0-1 15,0 0-2-15,0 0 2 0,0 0 4 16,0 0 0-16,0 0 4 15,-3 35-5-15,3-28 1 16,0 0 2-16,0-2-2 16,0 0 2-16,3-5-7 15,1 0 0-15,5-1 8 0,0-15 4 16,7-5 4-16,6-10-4 16,4-13-5-16,9-10-3 15,5-10-1-15,6-9-2 16,4-8-59-16,3-4-70 15</inkml:trace>
  <inkml:trace contextRef="#ctx0" brushRef="#br0" timeOffset="164393.24">3507 11467 165 0,'-13'4'-27'0,"1"-1"37"0,1 4 7 0,0 6-11 16,4 2-5-16,5 1-1 15,0 0 2-15,2-1 0 16,2-3 0-16,7-4-3 16,7-5 7-16,-1-3 1 15,3 0 2-15,5-12 11 0,-1-7-4 16,0-4-6-16,-1-4-1 16,-1 1-1-16,-7-2-2 15,-7 5 3-15,-3-1 5 16,-3 7 1-16,-7 4-5 15,-6 6-7-15,-5 7-9 16,-7 7-42-16,-4 10-91 0</inkml:trace>
  <inkml:trace contextRef="#ctx0" brushRef="#br0" timeOffset="164748.45">3422 12158 162 0,'0'0'-16'15,"-9"36"17"-15,7-13 1 16,2-1-1-16,0-2 0 15,9-2 0-15,-1-5-4 0,4-3 4 16,-3-8 14-16,2-2 7 16,-2 0 16-16,0-10-12 15,-1-4-9-15,0-5-6 16,-4-1-1-16,-1 0 0 16,-3-1-1-16,0 1-2 0,-2-1-1 15,-3 5-3-15,-7 5-4 16,-1 8-25-16,-5 3-49 15,-4 5-125-15</inkml:trace>
  <inkml:trace contextRef="#ctx0" brushRef="#br0" timeOffset="165090.39">3311 12829 139 0,'0'0'7'0,"0"0"-9"15,0 0 2-15,0 53 1 16,2-34-1-16,4 2 0 0,1 1 0 16,1-5 0-16,4-3-3 15,-1-4 3-15,3-4 0 16,-3-5 5-16,0-1 7 15,0-3 12-15,0-10 11 16,-4-4-5-16,-1-1-12 0,0-5-4 16,-6 2-2-16,0-2-2 15,0 2-3-15,-10 1 0 16,-1 7-5-16,-2 8-5 16,-5 5-28-16,-7 7-42 15,-2 11-103-15</inkml:trace>
  <inkml:trace contextRef="#ctx0" brushRef="#br0" timeOffset="165438.35">3261 13430 122 0,'0'0'1'16,"3"36"1"-16,3-14 3 0,2 1 2 16,2-1-3-16,1-2-1 15,3-2 0-15,1-4 1 16,1-3-2-16,-1-4-1 16,-1-6 5-16,-1-1 5 0,-2-3 5 15,1-11 20-15,-5-2-15 16,-1-5-3-16,-4-3-2 15,-2 3-5-15,0-1-1 16,-9 4 1-16,-4 1-2 16,-5 8-3-16,-2 9-7 15,-7 0-17-15,-1 18-10 0,-3 8-38 16,-4 3-20-16</inkml:trace>
  <inkml:trace contextRef="#ctx0" brushRef="#br0" timeOffset="166399.26">10413 10501 53 0,'0'0'4'0,"-50"65"-1"0,29-28 1 15,2-3 4-15,8 0 4 0,5-4 0 16,6-6-5-16,0-2 0 15,9-7-3-15,7-5 1 16,-1-4 1-16,4-6 11 16,2 0 11-16,-1-9-2 15,1-5 7-15,-4-6-15 0,-2-4-4 16,-3-3 0-16,-7-2-3 16,-1-3 0-16,-4-3-2 15,0 0-2-15,-9 3 0 16,-4 3-1-16,-5 5-2 15,-5 12-11-15,-2 7-15 16,-5 8-15-16,-4 15-38 0,-2 9-25 16</inkml:trace>
  <inkml:trace contextRef="#ctx0" brushRef="#br0" timeOffset="166808.84">10350 11373 135 0,'0'0'2'0,"0"0"-1"0,7 50 1 0,0-29 2 0,2 3-4 16,2-4 0-16,3-3 5 15,-1-6-1-15,3-2 6 16,-3-6 3-16,1-3 3 16,-1 0 4-16,0-4 3 15,-2-8-7-15,-1-3-3 0,0-4-3 16,-2-1-4-16,-2-4 0 15,-3 0 0-15,-3-3-1 16,0 1 0-16,-1 4-2 16,-8 3 1-16,-2 8-5 15,-6 11-28-15,-4 1-60 16,-8 18-76-16</inkml:trace>
  <inkml:trace contextRef="#ctx0" brushRef="#br0" timeOffset="167290.07">10538 12072 186 0,'0'0'0'0,"-38"18"5"0,18-1 2 16,0 4-6-16,2 1-1 0,3 5 2 15,1-3 6-15,5 0-2 16,3-1 0-16,6-2-2 16,0-4-6-16,0-2 3 15,9-4 7-15,2-1-11 16,3-5 0-16,-1-5 6 0,4 0 7 16,-2-11 3-16,0-4 2 15,-2-3-4-15,-1-4-3 16,-4-1 3-16,-3-1-5 15,-3 0 0-15,-2 1-2 16,0 2 0-16,-4 3-5 0,-6 4-23 16,-5 7-47-16,-1 4-75 15</inkml:trace>
  <inkml:trace contextRef="#ctx0" brushRef="#br0" timeOffset="167760.1">10511 12783 234 0,'0'0'5'0,"0"0"1"0,-39-11 10 0,28 11-13 16,-3 11-5-16,1 8-1 15,-1 6 6-15,1 4-1 0,4 5-2 16,2-2 0-16,2 1-2 15,5-1-1-15,0-4 1 16,10-4-1-16,2-5-2 16,5-6 1-16,-2-4-1 0,3-9-1 15,-1 0 4-15,2-10 8 16,1-10 7-16,-4-3 1 16,4-4-2-16,-7-4-4 15,-3 1-2-15,0-2-3 16,-9 2 0-16,-1 0-2 0,0 3-13 15,-13 4-45-15,-4 1-130 16</inkml:trace>
  <inkml:trace contextRef="#ctx0" brushRef="#br0" timeOffset="168477.82">11299 10684 39 0,'0'0'110'0,"-27"37"-107"0,16-16-4 0,4 1 1 16,2 2 0-16,1-4 0 16,4 0-1-16,0-5-2 15,6-2-2-15,4-5 2 16,2-5 4-16,3-3 5 15,4 0 7-15,0-3 2 16,3-11 3-16,-2-4 3 0,2-3 2 16,-2-2-4-16,-4-3-7 15,-4-1-2-15,-4 2-5 16,-5-1-1-16,-3 5 1 16,0 2-2-16,-11 5-6 15,-6 10-24-15,-8 4-62 0,-3 0-62 16</inkml:trace>
  <inkml:trace contextRef="#ctx0" brushRef="#br0" timeOffset="168898.86">11365 11546 159 0,'0'0'-9'0,"0"0"13"0,0 0 0 15,-40 27-4-15,27-9 0 16,2 5-1-16,4 0 1 15,1 4 1-15,5 0 1 16,1-3-2-16,5-4 0 16,6-3-2-16,5-4 3 0,1-4 2 15,0-5 3-15,0-4 1 16,3 0 7-16,-2-2 3 16,-3-9 6-16,-2-3-1 15,-1-5-7-15,-6 1-3 16,-1-2-2-16,-5-3-4 0,0 5-2 15,-6 2-5-15,-7 5-21 16,-6 8-52-16,-5 3-70 16</inkml:trace>
  <inkml:trace contextRef="#ctx0" brushRef="#br0" timeOffset="169254.13">11309 12296 81 0,'0'0'0'15,"0"43"3"-15,0-18 2 16,0 1 0-16,0-1 1 0,2-2 1 15,2-3 2-15,4-6 1 16,1-2 2-16,0-7-4 16,3-5 0-16,2 0 3 15,1-4 16-15,1-9 2 16,-1-7-6-16,0 0-3 0,-5-5-5 16,-2 0-3-16,-6 0-1 15,-2 1-3-15,0 1 0 16,-8 6-4-16,-8 2-5 15,-5 3-34-15,-12 1-92 16</inkml:trace>
  <inkml:trace contextRef="#ctx0" brushRef="#br0" timeOffset="171559.93">3440 11499 51 0,'-2'0'-2'0,"2"0"3"0,-2 0-1 0,0 0-1 15,0 0 1-15,-1 0 2 0,2 0 8 16,-1 0 2-16,0 0 2 16,0 0-6-16,2 0-4 15,-2 0-2-15,2 0-1 16,0 0-2-16,0 0-4 15,0-1 1-15,0 1 3 0,0 0-1 16,0 0 1-16,0 0 4 16,0 0 2-16,2-1-1 15,0-2-1-15,3 3 2 16,2-2-2-16,-1-2-4 16,1 1 4-16,-1-1-2 0,4 1 0 15,-4-1 0-15,3 1 0 16,0 0 1-16,0 2-1 15,0-1-1-15,2-1 1 16,1 2-1-16,-3 0 1 16,3 0-1-16,4-1 0 15,-3-1 0-15,3 0 0 0,2 0 1 16,4-1-1-16,1 0 0 16,2-2 0-16,2 0 0 15,-3-1 0-15,5 0 0 16,0-3 0-16,-2 3 0 15,2 0-1-15,2-3 2 0,1 2-2 16,3 0-2-16,1-3 5 16,3 1-2-16,-2-1-1 15,1 1 1-15,-2 0 0 16,2-3 1-16,-2 5-1 0,-1-2 0 16,3 1 0-16,0 1 0 15,1-1 1-15,1 2-1 16,-3 0 0-16,1-1 0 15,1 1 0-15,-1 2 0 16,-2 1 0-16,3-2 0 16,2 3 0-16,-1 0 0 15,2-1 1-15,1 2-2 0,-1 0 2 16,-1-1-2-16,1 0 1 16,-1-1 1-16,0 0-2 15,5-1 3-15,-4 0 3 16,5 0 2-16,-2 1 2 0,6-2-4 15,-2 2-3-15,0 1 0 16,5 1-1-16,0 0 1 16,1-1 0-16,1 2-3 15,0-2 1-15,1 0 1 16,1-1-1-16,2-3-1 0,0 2 1 16,1-2 1-16,1 0 0 15,3-2 0-15,4 1 0 16,0-2 0-16,3 1-1 15,4 0 3-15,-1 0-2 16,4 0-1-16,-3-1 0 0,4-1 0 16,-1 0 1-16,1 0-1 15,3-1 2-15,0-1 0 16,1 2-1-16,4-3 0 16,3 3 0-16,-1-5-1 15,1 3 1-15,-1-1 0 0,1 0 0 16,3 0 0-16,-2-2-1 15,0 2 1-15,4-2 3 16,0-1-2-16,0 0 0 16,5 0 0-16,-1 0-1 15,0-1 0-15,1 2 0 0,0-1 2 16,-1 0 2-16,-3 4 0 16,-4 0 0-16,-1-1-3 15,-5 3 0-15,-2-1-1 16,-5 1 1-16,-4 1-1 15,-2-1-1-15,-7-2 2 0,-7 3-2 16,-8-1 0-16,-5 4 0 16,-7-1 0-16,-6 4-3 15,-11 4-12-15,-10 0-22 16,-7 0-30-16</inkml:trace>
  <inkml:trace contextRef="#ctx0" brushRef="#br0" timeOffset="172763.41">3496 11379 16 0,'9'3'17'0,"2"1"1"0,3-1-5 15,1 1-3-15,1 0-2 0,1-2-2 16,6 0 0-16,2 0-3 15,4-2-1-15,0 0 1 16,4 0-1-16,3 0 0 16,2 0 0-16,0 0-1 15,9 0-1-15,2 0 1 0,4 0-2 16,3 0 2-16,5 0-1 16,2 0 1-16,5 0 0 15,4 0 0-15,0 0 0 16,3 1 2-16,4-1 3 15,2 0-3-15,3 0 4 16,1-1 0-16,7-3-1 0,2 1-3 16,4 0-1-16,1-3 0 15,1 3-1-15,5-1 2 16,3 0-2-16,-1 1-1 16,5-1 1-16,-1 0-1 15,-1 1 0-15,0 1 0 0,1-1 0 16,-1 2 0-16,1 1 1 15,3 0 0-15,3 0-1 16,3 0 1-16,1 0 0 16,2 0 1-16,2 0-2 15,-2-1 2-15,2 0-1 0,-2 0-1 16,-4 1 2-16,-2 0 0 16,-4 0 0-16,1 0 2 15,-3 4 0-15,-1 1 1 16,2-2 0-16,1 1 1 15,0-1-3-15,3 1 0 0,0-1-1 16,-4-2 0-16,-1 2-2 16,-4-2 0-16,-3-1 1 15,-6 0-1-15,-4 0 1 16,-3-4 0-16,-3 0 2 16,-8-2 4-16,-2 0-3 0,-7 2-2 15,-3-2-1-15,-6 5 0 16,-4 1 1-16,-6 0-2 15,-8 0-17-15,-10 4-38 16,-14 4-27-16</inkml:trace>
  <inkml:trace contextRef="#ctx0" brushRef="#br0" timeOffset="174022.43">3380 12175 48 0,'6'0'55'0,"1"0"-54"0,2 0 1 16,0 0 1-16,2 0-2 15,1 0-1-15,-1 0 1 0,2 0-1 16,1 0 0-16,-1 0 0 16,5-2 1-16,2 0-2 15,2-1 1-15,3-1-1 16,6 1-1-16,4-2 3 16,3-2-1-16,3 1 0 0,3-1 0 15,2-2-1-15,5-1-3 16,4 2 4-16,4-2-1 15,3 1 5-15,5-2-2 16,7-2 0-16,2 2 0 16,5-3-2-16,3-1 0 15,5-2 1-15,6-1-1 0,2-1 3 16,1-2 0-16,6 2-2 16,2-3 2-16,-2-1-2 15,3 1 2-15,5 0-1 16,2-2 4-16,3-1-1 15,1-1 2-15,3 0-1 0,1-4-2 16,1 1-2-16,0 0 1 16,0 1-1-16,0-1 0 15,0 1 1-15,2 0-2 16,0-1 0-16,4-2 0 0,2 1 0 16,-1-1 0-16,5-3 0 15,0-2-1-15,1 1 0 16,-1-4-1-16,-3 2 1 15,1-1-1-15,-5 1 2 16,2 2-1-16,-5-1 0 0,-2 1 0 16,-3 1 2-16,-2-1 0 15,-6-1 4-15,-5 0 0 16,-5 2-4-16,-6 1 1 16,-5 2-1-16,-8 1-2 15,-3 5 0-15,-6-1 1 16,-9 5-1-16,-5 1 0 0,-5 2 1 15,-3 2-2-15,-8 3-12 16,-5 2-26-16,-9 0-31 16</inkml:trace>
  <inkml:trace contextRef="#ctx0" brushRef="#br0" timeOffset="175132.97">3480 12265 97 0,'6'0'0'0,"4"1"2"0,3-1 0 0,4 3 6 0,4-1 0 15,6 2 0-15,4-1-3 16,5 2 1-16,5 1-3 16,7-2 0-16,6 1-3 15,5 0-1-15,10-1 4 16,9-1-5-16,4-1 2 0,12 0 3 15,5 0-3-15,6 0 0 16,7-1-1-16,5-1 1 16,10 0 1-16,4 0 0 15,7 0 2-15,10 0 5 16,4-4 0-16,9-4 0 0,7 1-3 16,3-3-1-16,9 2 1 15,5-2-1-15,5 0 0 16,5-1-1-16,4-1-1 15,8-2 1-15,0-2-1 16,4-5 2-16,1-3-3 16,-4-4-2-16,-4-4 2 15,-3-4 0-15,-4 0-1 0,-7-2-3 16,-9 4 7-16,-5 2-1 16,-10 7 3-16,-14 2-3 15,-12 8-2-15,-13 5 1 0,-16 5-1 16,-16 4-3-16,-16 1-18 15,-22 3-26-15,-18 5-36 16</inkml:trace>
  <inkml:trace contextRef="#ctx0" brushRef="#br0" timeOffset="176136.56">3634 12670 95 0,'61'-10'-1'0,"8"-2"7"0,14 1 10 0,9 1 2 0,8 0-4 15,12 2-4-15,9-1-1 0,10 2-1 16,8-2 0-16,8 1-2 16,15-4 3-16,5-1-1 15,14-3-2-15,11-4 0 16,8-3-2-16,9 0-1 15,6-2 0-15,7 2 0 0,7-1-3 16,4 3 1-16,3-1 2 16,4 1-1-16,1 0 1 15,1-1-2-15,-8-2 1 16,-2-1 2-16,-4-2-2 0,-13-2-1 16,-7-2-6-16,-14-2 9 15,-11-1-3-15,-14-1 0 16,-15 1 0-16,-18 1-4 15,-17 5-12-15,-21 4-23 16,-20 2-25-16</inkml:trace>
  <inkml:trace contextRef="#ctx0" brushRef="#br0" timeOffset="176863.2">3491 13361 97 0,'0'0'-16'0,"70"12"20"0,-26-10 7 0,6-2 0 0,8 0 2 15,7-2 0-15,10-12 1 16,10-5-1-16,11-5-3 0,12-9-3 15,10-5-2-15,14-9 1 16,7-3-2-16,15-6 0 16,9-4-1-16,13-5 2 15,12-2-1-15,16-4-1 16,6-3 0-16,11-3 1 16,9-4 2-16,5-2-4 0,4-3 0 15,3 1 7-15,-1-3-7 16,-2 0 1-16,-4 3-1 15,-8 1 4-15,-7 2 5 16,-6 2-1-16,-6 1 0 16,-11 4-2-16,-11 3-4 0,-8 1-3 15,-10 7 2-15,-12 1-2 16,-15 5 0-16,-11 7 3 16,-17 3-3-16,-12 8-3 15,-16 8-10-15,-13 6-12 16,-16 6-26-16,-20 9-32 15</inkml:trace>
  <inkml:trace contextRef="#ctx0" brushRef="#br0" timeOffset="177396.42">4147 13560 224 0,'0'0'-31'0,"60"-15"27"0,-7-4 5 0,17-5 0 16,14-6 1-16,19-3 0 0,16-5 1 16,13-1 3-16,15-5 2 15,18-8-6-15,14-2 8 16,14-5-5-16,15-4 0 16,10-8-1-16,16 0 0 15,8-6 3-15,14-3 3 0,7-3-5 16,9-2-3-16,8-3 1 15,-3 0 0-15,0 2-7 16,-10-4-59-16,-15-6-136 16</inkml:trace>
  <inkml:trace contextRef="#ctx0" brushRef="#br0" timeOffset="179011.83">10720 8866 79 0,'0'-3'8'0,"0"2"9"0,0-1-6 15,-1 2-3-15,1-2-1 0,-2 2 2 16,2 0-4-16,0 0-5 15,0 0 0-15,0 0 2 16,0 0-2-16,0 0-2 16,0 0-2-16,0 0 3 15,0 0 1-15,-2 2 7 0,0 3-5 16,-4 1-1-16,3 2 2 16,-1 2 0-16,-4 0 4 15,-1 4-2-15,1 3 11 16,-2 3-12-16,-1 4 5 15,1 7-7-15,-4 6-1 0,1 2-1 16,-6 6 1-16,2 6-1 16,-5 3 0-16,-1 5 1 15,1 4-2-15,-2 0 2 16,1-1-1-16,-2-2-1 0,0 0 4 16,0-2-2-16,-2-4 0 15,2 1-1-15,0-2 1 16,-2-2 4-16,0-1 2 15,0-1 0-15,3-2 2 16,-3 0-2-16,3-1 2 16,3-2-5-16,1-3-1 0,2-6 1 15,3-2-3-15,-1-5 2 16,1-5-2-16,1-2 0 16,3-4 4-16,-1 0 1 15,0-4-3-15,5 0-2 16,-3-2 0-16,2-1 0 0,1 0-1 15,0 0 0-15,1-4 1 16,-4 2-1-16,4 0 1 16,-1-3 5-16,3-1-1 15,0-1 0-15,-1 0-3 16,3 1-2-16,2-1 0 0,-1 0-1 16,-1 1 1-16,2 3-4 15,0-2-4-15,-2 3-1 16,2 2-3-16,-2 1-10 15,0 4-18-15,-1-1-44 16,-1-3 32-16</inkml:trace>
  <inkml:trace contextRef="#ctx0" brushRef="#br0" timeOffset="179331.7">9808 10518 182 0,'0'0'-28'0,"0"0"60"0,0 0-5 0,0 0-6 16,-37-19-5-16,35 18-7 15,2 1-4-15,0 0-5 0,0 3-6 16,2 7 5-16,8 1-1 16,1 3 2-16,5 3 1 15,1-1 0-15,4 0 0 16,2-1-2-16,0-2 2 15,0-1-1-15,0-4 0 16,1-1 0-16,-5-3 0 0,2-2-1 16,-1-2 2-16,0 0-3 15,2-7 3-15,3-10 3 16,5-9-1-16,3-12-11 16,-2-8-52-16,2-15-100 15</inkml:trace>
  <inkml:trace contextRef="#ctx0" brushRef="#br0" timeOffset="180221.77">10759 8065 144 0,'0'0'-21'0,"0"0"32"0,0 0 2 0,41-18-3 0,-28 18-7 16,3 0-1-16,-3 1-1 16,4 9 1-16,-2 9-2 15,3 3 0-15,-5 11 1 16,-2 9-2-16,-2 10-2 0,-6 10 4 15,-3 12-2-15,0 8 4 16,-11 11-3-16,-5 3 1 16,-5 5-2-16,-5 7 3 15,-3-5 1-15,-8 1-3 16,0-4 4-16,-1 2 5 16,-4-4-1-16,1-3-3 0,-3 0 1 15,0-1-4-15,0 1 0 16,-3-1 1-16,-2 1-2 15,-2 3 0-15,-1-1 0 16,-1-4 0-16,-3 0 1 16,0-2-1-16,-1-6-1 0,2-8 1 15,0-4 0-15,5-6-1 16,4-9 1-16,7-8 6 16,6-6 11-16,6-3 0 15,9-4-15-15,2 0 0 16,3 1-2-16,4-3 0 0,2 3-2 15,1 0 1-15,3 2-1 16,3 3 1-16,0 0 0 16,0 0-1-16,0-1 1 15,5-3-3-15,6-5 3 16,0-1 0-16,2-6 0 0,3-3 2 16,-1-2-1-16,3-4 1 15,1-1 0-15,-1-6 1 16,4-1-3-16,-1-4 0 15,0-5 3-15,0-1-1 0,3 0 3 16,1-1-6-16,-1-6 3 16,-1-2-1-16,1 2 2 15,-6-1-2-15,0 1 2 16,-7 2-4-16,-1 3-12 16,-4 0-12-16,-2 2-64 0,-4 0 53 15,0 0-29-15</inkml:trace>
  <inkml:trace contextRef="#ctx0" brushRef="#br0" timeOffset="180535.2">10040 11511 88 0,'0'0'4'0,"0"0"1"0,0 0 6 16,0 0 4-16,0 0-5 15,0 0 4-15,35-39-1 0,-25 35-7 16,-1 3 1-16,0 1-3 16,3 0-2-16,0 0-2 15,-3 5 3-15,1 2-1 16,0 2 1-16,-3-3 1 16,-1 5 3-16,-3-4-3 15,2 2-3-15,-5 2 1 0,0 0 5 16,-5 5 12-16,-4 4 0 15,-7 4-7-15,-2 6-10 16,-4 8 4-16,0 3-5 16,-5 6-43-16,0-4-85 15</inkml:trace>
  <inkml:trace contextRef="#ctx0" brushRef="#br0" timeOffset="181197.72">9398 11911 84 0,'0'0'5'0,"0"0"16"0,0 0 5 0,-36-37 0 0,33 34-8 16,2 2 0-16,1 1-8 15,0 1-16-15,0 14 0 16,2 6 8-16,9 8 1 0,3 8 4 16,3 8-3-16,6 3-3 15,2 7 0-15,2 2 1 16,0 0-1-16,4 0-1 16,-2-2 4-16,2-4-3 15,3-5 0-15,-2-5-1 0,3-8 2 16,-2-8-1-16,1-3 4 15,1-5-4-15,1-3 1 16,5-3 0-16,1-4-1 16,1-2-1-16,1-3 2 15,1 0 2-15,-2-2 1 16,-4 0-21-16,-5 0-53 0,-7 0 0 16</inkml:trace>
  <inkml:trace contextRef="#ctx0" brushRef="#br0" timeOffset="181317.67">10167 12705 214 0,'0'0'-5'0,"-44"17"37"0,25-14 3 16,9 0-28-16,5-3-1 15,5 0-7-15,5-2-44 16,8-15-23-16,7-9-107 16</inkml:trace>
  <inkml:trace contextRef="#ctx0" brushRef="#br0" timeOffset="182171.82">10444 10679 218 0,'0'0'-40'0,"0"0"35"0,52 25 7 0,-21-11 1 15,5 3-2-15,9 3 0 16,2 4 1-16,7 1-1 0,4-1 0 16,4 0 1-16,-1-2-1 15,1-3-1-15,-1-2 1 16,1-3-2-16,-4-3 2 15,-3-3-1-15,1-3 2 16,-2-2-2-16,-4-1 2 0,-6-2 1 16,-8 0-12-16,-11 0-31 15,-13 0-54-15</inkml:trace>
  <inkml:trace contextRef="#ctx0" brushRef="#br0" timeOffset="182434.67">10587 11271 174 0,'0'0'22'16,"-55"28"-9"-16,42-21 4 16,9 1-2-16,4-5-25 15,8-1 3-15,9-1-1 16,12-1 8-16,10-1-1 15,12-9-1-15,10-6 1 0,8-2 6 16,11-3-5-16,1 2 6 16,-1 4-5-16,-4 3-6 15,-8 7-32-15,-6 5-36 16,-13 1 1-16</inkml:trace>
  <inkml:trace contextRef="#ctx0" brushRef="#br0" timeOffset="182684.53">10700 12038 237 0,'0'0'8'0,"-39"8"19"15,34-8-2-15,5-5-20 16,10-10-9-16,16-8-5 0,13-7 4 15,6-6 9-15,12-7 0 16,9-1-1-16,3 0-1 16,-1 2-1-16,2 3-7 15,-9 7-29-15,-10 6-51 16,-9 6-27-16</inkml:trace>
  <inkml:trace contextRef="#ctx0" brushRef="#br0" timeOffset="182961.4">10515 13008 272 0,'0'0'-14'0,"0"0"-6"15,0 0 17-15,64-37 9 16,-22 0 2-16,12-10-7 16,6-8 2-16,8-5 2 15,4-4-5-15,3 3 3 16,-1 0 0-16,-3 4-3 16,-1 10-22-16,-8 3-30 0,-11 7-36 15</inkml:trace>
  <inkml:trace contextRef="#ctx0" brushRef="#br0" timeOffset="183153.32">10970 12788 278 0,'0'0'3'0,"0"0"0"16,0 0-35-16,38-33 25 15,5-1 13-15,14-9-1 16,12-12-4-16,10-11-40 16,4-9-75-16</inkml:trace>
  <inkml:trace contextRef="#ctx0" brushRef="#br0" timeOffset="187827.46">405 15462 36 0,'-3'0'15'0,"1"0"4"0,0 0-7 15,0 0-5-15,2 0-2 16,0 0-2-16,-2 0-1 0,2 0-1 16,0 0 1-16,0 0-1 15,0 0 5-15,0 0 7 16,0 0 0-16,0 0-3 16,0 0 2-16,0 0-4 0,0 0-5 15,0 0-6-15,0 0 3 16,0 0 0-16,2 0 0 15,2 4 0-15,1 0-2 16,-1 2 4-16,1 0-2 16,-2-2 0-16,1 3 0 0,2-1 0 15,-3 1 0-15,3-1 0 16,-2-2 1-16,4 4-1 16,-4-2 0-16,2-2-1 15,-1-1 1-15,1 0 0 16,0 0 0-16,-2-2 0 15,0-1 0-15,1 0 0 0,1 0-3 16,1 0 3-16,2-4 0 16,2-4 0-16,0-4 0 15,1-1 0-15,3-7 0 16,3-1 1-16,0-4-2 16,2-4 0-16,3-1 2 0,1-4-2 15,0 2 3-15,1-1-3 16,2 0 4-16,-3 1-1 15,-1 1 1-15,1 2-1 16,-3 2 0-16,1 3 0 16,-5 1-1-16,-1 5-1 0,-3 3 0 15,-3 4 1-15,-3 7-1 16,-5 4 0-16,-2 0-13 16,-2 7-51-16</inkml:trace>
  <inkml:trace contextRef="#ctx0" brushRef="#br0" timeOffset="188545.7">365 15504 34 0,'0'0'3'0,"0"0"-2"0,0 0 1 15,0 0 0-15,0 0 2 16,0 0-3-16,18 40 0 0,-14-33 0 16,-2-1 0-16,1-2 1 15,-1 1 5-15,0-1 0 16,0-1-1-16,2 0-2 16,1 1-2-16,-1-2 1 15,1 0-1-15,2 1-2 0,-1-2 0 16,1 0 0-16,2-1 0 15,0 0 0-15,0-2 2 16,3-8 3-16,3-3 5 16,-2-5 2-16,7-5-2 15,1-7-3-15,3-2 1 0,0-7-1 16,7-4-2-16,1-2 3 16,1-3-2-16,2 0-1 15,0 1 1-15,-1 0-2 16,-1 1 0-16,-2 4-2 15,-2 2-1-15,-2 7-1 0,-2 2 0 16,-8 10 1-16,2 5-1 16,-8 6-2-16,-5 9-20 15,-6 1-31-15</inkml:trace>
  <inkml:trace contextRef="#ctx0" brushRef="#br0" timeOffset="189155.07">331 15483 70 0,'0'0'3'0,"0"0"0"0,0 0 0 0,0 0 0 0,0 0-3 15,0 0 0-15,0 0 1 16,0 0 0-16,0 0 0 16,0 0 1-16,0 0-1 15,11 36 1-15,-7-28-1 16,2 4 2-16,0-1-2 0,1-2 1 15,-3-2 0-15,2 0-1 16,2-2 2-16,-1-2 0 16,1-1 0-16,1-2 0 15,1 0 4-15,2-3 7 16,4-11 5-16,2-6 3 0,7-10-6 16,4-7-4-16,6-11-3 15,5-9-3-15,8-7-1 16,3-4-1-16,2-5 1 15,5 0-2-15,3 0-2 16,-1 4 0-16,-6 2-11 0,-7-2-86 16</inkml:trace>
  <inkml:trace contextRef="#ctx0" brushRef="#br0" timeOffset="-199601.02">16466 15623 17 0,'-2'1'16'0,"1"0"-10"0,0-1 5 0,-1 0-5 0,0 2 0 16,0-2 4-16,0 0 4 16,2 0-3-16,-2 0-5 15,2 0 0-15,-2 0-3 16,0 0-2-16,0 0 0 15,0-2-1-15,1-1 0 0,-3-1 1 16,0 0-1-16,0-2 1 16,-2 2 3-16,-1-6 2 15,1 2-2-15,-3-2 0 16,-1 0 1-16,2-2 2 16,-3-3-2-16,1-1-1 15,4-2 2-15,-2-3-6 0,3 0 1 16,-1-3 2-16,3 1 0 15,-1 1 1-15,4 0-5 16,-1 0 0-16,1 2 4 16,0-2 1-16,1 1-5 0,4 0 2 15,3 2-5-15,-1 0 6 16,2 0-3-16,2 3 3 16,-2 0-2-16,2 1-1 15,1 2 1-15,0 0 1 16,1-2-3-16,-1 4 2 0,1-2-2 15,3 0 2-15,-2 0 0 16,2 2-1-16,1-2-4 16,1 3 5-16,0-1-5 15,-2 0 6-15,4 1-3 16,-5 2 3-16,3 0-1 16,-2 1 0-16,4 1 0 0,-2 1 0 15,-2 0 0-15,3 2 0 16,1 2 0-16,0-2 0 15,2 2 0-15,-1 1-1 16,3 0 1-16,1 0 1 16,1 0-1-16,3 0 0 0,0 0 0 15,2 1-1-15,5-1 1 16,1 0 0-16,1 2 2 16,3-2 3-16,1 0 0 15,3 0-1-15,-1 0-2 16,1 0 4-16,6-3-3 0,1 0-1 15,1 0 2-15,3-1 2 16,0 1 0-16,2-3-3 16,2 1-1-16,3-1-1 15,-2-1 1-15,3-1-1 16,-1 0-1-16,0-2 2 0,3 2-2 16,1-2 1-16,3-1-1 15,2 0-1-15,4 3 13 16,0-2-8-16,2 0-4 15,-2 1 2-15,0 0-2 16,2 0 1-16,1-1-2 0,-1 1 1 16,2-2-2-16,-2 1 4 15,3 0-2-15,-1 2 1 16,-2-2-1-16,-2 0 1 16,0 1-1-16,-1 1 0 15,2 1 1-15,-5-2-1 0,4 2 1 16,-4 1-2-16,2 0 2 15,1 1 0-15,-4-2-1 16,-2 3 0-16,0-2 1 16,-1 2-1-16,1-1 3 15,-4 2-1-15,1-1 2 0,-2 0-1 16,1 3-1-16,-8-1 1 16,0 0-1-16,-4 2 1 15,-1 0-1-15,-7 0-1 16,-1 0 1-16,-3 0-1 15,-2 2 0-15,-1 1-1 16,-5 1 1-16,4 2 0 0,-3 0-2 16,1 0 2-16,-3-1-2 15,-2 4 3-15,-1-3-2 16,-3 1 0-16,-5 0 2 16,-2 0-2-16,-2 0 0 15,-1 3 1-15,-4-3 0 0,1 1 0 16,-1-1 0-16,1 2-1 15,-2-1 0-15,1 0 1 16,0 1-1-16,-3 0-1 16,0 2-2-16,2 2 3 15,-3 3 0-15,0-2 3 16,3 5-2-16,-5-1 0 0,3 2-2 16,-2-2 2-16,0 2-1 15,-2 0 1-15,1-3 0 16,-1 3 0-16,0-2 0 15,1 0-1-15,0 0 1 0,1-1-1 16,-3-1 1-16,3-1-1 16,-5 0 0-16,1-3 2 15,-2 1-2-15,-1 2-5 16,0-3 4-16,-4-1 1 16,-9 4-2-16,-6-2 3 15,-5 2 4-15,-10 3-2 0,-7 1 1 16,-12 5-3-16,-10 4 0 15,-9 4 3-15,-15 5-11 16,-13 0-20-16,-13-1-50 16</inkml:trace>
  <inkml:trace contextRef="#ctx0" brushRef="#br0" timeOffset="-188430.14">18733 13418 147 0,'0'0'42'0,"0"0"-26"0,0 0 14 16,0 0-14-16,0 0-11 16,0 0-5-16,0 0-1 15,0 0 0-15,0 0 2 16,-1 33-1-16,1-16 0 15,0 0 1-15,0 6-1 0,0-3 1 16,0-1-1-16,1 2 1 16,3-5-1-16,-1 1 0 15,0-2-1-15,0-3-14 16,3 0-36-16,-1-5-27 16</inkml:trace>
  <inkml:trace contextRef="#ctx0" brushRef="#br0" timeOffset="-188039.25">18946 13455 224 0,'0'0'7'0,"0"0"4"15,0 0-12-15,0 0-1 16,0 0 1-16,0 0 2 0,-12 50 1 15,11-32-1-15,-1-1 0 16,2 0-1-16,0-3 1 16,2-2 0-16,7-2-1 15,0-3 0-15,2-3 2 16,1-1-1-16,1-3-4 0,0 0 2 16,-2-4 6-16,0-6-3 15,-1-4-1-15,-2-2 2 16,-2-4 1-16,-3 2 3 15,-2-2-2-15,-1-2 0 16,0 4-3-16,-4 0-1 0,-6 3-1 16,1 4 2-16,-4 4-3 15,-3 5-2-15,0 2-7 16,-1 6-14-16,1 6-9 16,1 4-23-16,1-1-11 15</inkml:trace>
  <inkml:trace contextRef="#ctx0" brushRef="#br0" timeOffset="-187668.01">19110 13446 94 0,'0'0'27'16,"0"0"-21"-16,0 0 3 15,0 0-9-15,0 0 10 16,0 0-4-16,-22 47-3 0,22-34-1 16,0-1 1-16,0-1 2 15,8-4-4-15,-3 0 1 16,6-4 3-16,-2-2 1 16,0-1 1-16,2 0 6 15,0-1-2-15,-4-8-3 0,3-2 2 16,0 0 5-16,-5-4-1 15,-2 0-2-15,0 2-1 16,-3-1-3-16,0 1-4 16,-6 2-4-16,-1 4-1 15,-4 5-2-15,2 2-10 0,-1 0-19 16,2 10-6-16,-1 1-9 16,4-2-15-16</inkml:trace>
  <inkml:trace contextRef="#ctx0" brushRef="#br0" timeOffset="-187120.95">19432 13359 178 0,'0'0'9'15,"0"0"22"-15,0 0-9 16,0 0-10-16,0 0-8 16,0 0-6-16,0 0 0 15,0 0 2-15,0 0 2 0,1 48-1 16,-1-30 0-16,0 2 0 16,0-3 0-16,5-3-1 15,-3-5 1-15,2 1 1 16,1-7-1-16,0 1-1 15,0-4-1-15,1 0 2 0,-1-2 1 16,1-7 4-16,1-2-2 16,-3 2-3-16,1 0 0 15,-1 0-1-15,-1 4 1 16,1 3-1-16,3 1-1 16,-2 1 1-16,3 0-1 15,1 0 0-15,3 2 1 16,-1 2 0-16,0 0 0 0,2-1 1 15,-2-2-1-15,-1-1 1 16,-1 0-1-16,1-1 4 16,-3-9 10-16,1 2-3 0,-4-3 0 15,-1 0-1-15,0-3 1 16,-3 1-6-16,0 0-1 16,-4 3-3-16,-2-1-1 15,0 1-3-15,0 6-11 16,1 1-7-16,0 3-10 0,2 0-34 15,1 0-33-15</inkml:trace>
  <inkml:trace contextRef="#ctx0" brushRef="#br0" timeOffset="-186771.9">19750 13364 175 0,'0'0'33'0,"0"0"14"0,0 0-27 0,0 0-5 0,0 0-7 16,0 0-9-16,0 0-1 0,0 0 1 16,0 0 4-16,0 0-2 15,-1 41 3-15,1-28-3 16,0-2 0-16,2-3 0 16,6 0 0-16,-1-5-2 15,2 0 0-15,1-3 2 0,-2 0-3 16,0-3 5-16,0-4 0 15,-2-4 1-15,-2-1 3 16,-3-3 0-16,-1 2 2 16,0 0-4-16,-1 0-1 15,-5 2-4-15,-3 2 0 0,3 2-3 16,-3 6-4-16,2 1-10 16,-3 0-22-16,2 4-26 15,2 2-11-15,-1 0-53 16</inkml:trace>
  <inkml:trace contextRef="#ctx0" brushRef="#br0" timeOffset="-186444.68">19890 13324 199 0,'0'0'9'0,"0"0"7"0,0 0-13 16,36-19-3-16,-26 19 1 15,-2 0-2-15,-1 0 0 16,-1 7-2-16,0 3 4 16,0 2 1-16,-2 1-1 15,0 1 0-15,-2-1 0 0,-1-1-1 16,0-1 0-16,-1-3-1 16,0-2 2-16,0-2 1 15,0-1-1-15,0-3 6 16,-4 0 11-16,-2-7 1 0,1-4-9 15,2-2-5-15,1-1-3 16,2-3-3-16,0 1-2 16,2-1-25-16,10 3-18 15,-3 2-28-15,4 1-4 16</inkml:trace>
  <inkml:trace contextRef="#ctx0" brushRef="#br0" timeOffset="-185997.12">20182 13262 190 0,'0'0'12'0,"0"0"22"0,0 0-19 15,0 0-11-15,0 0-8 16,0 0 4-16,-37 11 1 16,24-4-1-16,1 2 1 15,1 2-1-15,2-2 1 16,3 3-1-16,1-1 1 0,4-2-1 15,1 0-1-15,0-2 1 16,0-3-2-16,7-1-3 16,1-3-1-16,4 0 2 15,-2 0 3-15,1-7 1 16,0-3 0-16,1-2 1 0,-2-2-2 16,-3-4-6-16,2-3 2 15,-4-3 3-15,1-2-1 16,-6-1 1-16,0 0 1 15,0-1 1-15,0 5 0 16,0 0 0-16,-3 9 2 0,-1 3 5 16,0 5 11-16,-1 6-10 15,0 0-9-15,1 9 3 16,0 6-2-16,0 8 1 16,1 3-1-16,2 2 0 15,1-1 0-15,0 1 0 0,0-2-2 16,8-3-12-16,-2-4-37 15,3-2-31-15</inkml:trace>
  <inkml:trace contextRef="#ctx0" brushRef="#br0" timeOffset="-185690.86">20336 13229 162 0,'0'0'9'0,"0"0"10"0,0 0-11 0,-4-37-4 0,-2 34-1 16,-1 2 0-16,-1 1-2 16,-2 0-1-16,1 8 0 15,-1 4 2-15,1 2-1 16,3 3 0-16,4-2-1 16,2 0 0-16,0 1 0 15,2-4 1-15,4 0 0 0,4 0-1 16,1-3 3-16,-4-2 0 15,1 2-1-15,-2-2-1 16,-2 2 0-16,-4 0-1 16,-3 4-1-16,-10 1 0 15,-7 2-4-15,-8 0-42 0,-4 2-45 16</inkml:trace>
  <inkml:trace contextRef="#ctx0" brushRef="#br0" timeOffset="-183982.68">18629 13878 41 0,'0'0'7'0,"0"0"4"0,0 0 6 0,0 0-8 15,0 0-6-15,0 0-3 16,0 0 2-16,0 0 5 16,0 0-1-16,0 0-2 0,0 0-1 15,44-5-1-15,-31 3 0 16,1-1-2-16,3 1 1 16,3-1-1-16,1 0 0 15,4-1 1-15,3 0-1 0,5-1 0 16,1 2 0-16,3-2 0 15,4-1 0-15,3 0 0 16,2 1 1-16,2-2 1 16,1-1-2-16,3 1 1 15,1-1-1-15,1-1 0 16,-3-1-1-16,0 3 1 0,0-1 1 16,-2 0-1-16,0 0 0 15,4-1 0-15,-4 1 0 16,3-1 1-16,-1 2-1 15,-4-1 5-15,2 2 4 0,-4-2-5 16,0 3-3-16,-1 0-1 16,1 0 0-16,-5 1 0 15,0 1 0-15,-5-1 0 16,-1 1 0-16,-2 0 0 16,-3-1 1-16,0 1 0 15,2-2 2-15,0 0-1 0,-2 1-1 16,0 0-1-16,-1-1 1 15,-1-1-1-15,-1 1 0 16,-5-2 0-16,-2 0 1 16,-3-3 9-16,-3 0 10 15,1-1-2-15,-7-1-3 0,0-2-5 16,-3 1-2-16,2-2 0 16,-4-4-4-16,-1 2 0 15,1-4-2-15,-1-2-2 16,1-1 0-16,-1-1-2 15,2-1-8-15,1-1 0 0,-2 0-4 16,0 0 11-16,-1 0 4 16,-1 1-1-16,0 1 0 15,0-1 1-15,-1 2 1 16,-5 2-1-16,-3 0-1 16,-3 2 0-16,-1 1 1 0,-3 1 0 15,-1 0-1-15,-4 1-2 16,1 0 1-16,-4 1 1 15,-2 1-1-15,0 0 0 16,-1 2 1-16,-1-1 0 16,1 3 0-16,0 1-1 0,0 1 4 15,1 1-1-15,1 4 1 16,-2-1-1-16,0 4 1 16,0-2-3-16,-2 3 1 15,2 0-1-15,-2 0 1 16,3 0 0-16,-3 0-1 15,4 4 0-15,0 0-1 16,0 0 2-16,3 0 0 0,-1 1 0 16,0-2-1-16,-2 3 2 15,0-2-2-15,-2 2 0 16,-6 1 0-16,2 0 0 16,-4 0 0-16,0-1 0 0,0 4 0 15,1-3 0-15,-3 0 0 16,3 0 0-16,-4 1 0 15,2 1 0-15,-3-2 0 16,0 3 0-16,-4 0 1 0,-1 2-1 16,-2-1 0-16,0 0-1 15,-1 3-1-15,0-1 0 16,-1-1 0-16,1 0 2 16,1 1 0-16,1 1 0 15,1-1-4-15,2 1-3 16,4 1 2-16,4-1-1 0,-1-2 1 15,3 1-4-15,2 0 5 16,4-1 3-16,-1 0 1 16,-1-2 0-16,4 3 0 15,4-2 0-15,-1 2 0 16,5 1-1-16,2 2 1 0,1 2-1 16,1 3-6-16,4 1 0 15,-2 2 1-15,2 0 4 16,3 2 1-16,1-2 1 15,2 2 0-15,1-4 0 16,1 1 0-16,0 1 0 0,1-1 1 16,5-2 0-16,1 2 3 15,2-2-4-15,2-1 1 16,2 0 1-16,1-3 2 16,0-1-1-16,4-2 4 15,1-3-1-15,0-1 1 0,2-1-1 16,0-5-4-16,5 0-1 15,-5-4 1-15,2 0-2 16,-4-5-62-16</inkml:trace>
  <inkml:trace contextRef="#ctx0" brushRef="#br0" timeOffset="-183399.15">18934 13022 15 0,'2'5'5'0,"1"-3"8"0,2-1 1 0,-2-1 8 16,1 0 4-16,5 0 7 16,-3-7-1-16,3-1-2 0,3-5-3 15,1-4-6-15,3-3-7 16,2 0-7-16,5-7-1 16,5 0-6-16,6-3-1 15,2-4-42-15,3-4-71 16</inkml:trace>
  <inkml:trace contextRef="#ctx0" brushRef="#br0" timeOffset="-180386.09">2718 16510 36 0,'0'0'2'0,"0"0"0"0,0 0-1 0,0 0 3 0,0 0 9 16,0 0 8-16,0 0-4 15,0 0-3-15,0 0 0 16,0 0-6-16,0 0-10 16,0 0 4-16,0 0-1 0,2 3-1 15,7-7-3-15,3 0 0 16,3-2 2-16,-2 0 1 16,3-1 0-16,2 0 0 15,0-2-1-15,0 1 1 16,2-2 0-16,0 3 1 15,0 0-1-15,-2 0 0 0,3 1 0 16,-2 3 1-16,-1 0-1 16,-2 2 0-16,2-1-1 15,-1 1 2-15,1 1-1 16,-1 0 0-16,2 0 0 16,-1 0 0-16,0 0 0 0,2 0 0 15,-2 0 0-15,2 0 0 16,2 0 0-16,-1 0 0 15,-1 0 0-15,4 0 0 16,1 0 0-16,-2 0 0 16,0 0 0-16,2 0 0 15,0 0 0-15,0 0 0 0,-1 0 1 16,0 0-2-16,3 0 2 16,-2 0-2-16,4 0 1 15,-2 0 1-15,2 0-1 16,0 0 0-16,0 0-1 0,-1 0 1 15,0 0 0-15,-1-3 0 16,1 0 0-16,2 0 1 16,-3-1-1-16,2 3 1 15,2-1 0-15,0 0-1 16,3 0 2-16,-3 2-1 0,0 0-2 16,-1 0 2-16,-2 0-1 15,-1 0 1-15,-2 0-3 16,-3 0 3-16,-2 0-1 15,1 4 0-15,-4-1 1 16,-1 0-1-16,-3 1 0 0,3-1 0 16,-5 1 0-16,3-1 1 15,-3 0-1-15,0-2 0 16,0 0 0-16,0 0 0 16,0-1 1-16,-3 0-2 15,1 0 1-15,-1 0 0 0,-4 0-14 16,-2 0-30-16</inkml:trace>
  <inkml:trace contextRef="#ctx0" brushRef="#br0" timeOffset="-174206.14">2747 16011 7 0,'0'1'33'0,"-4"-1"-16"0,1 1-14 0,1-1 0 16,0 1 12-16,2 1-8 15,-2-1-3-15,2 2-4 16,0 1 1-16,-2 3-1 15,2-1 1-15,0 3 0 0,0-1-1 16,0 1 0-16,0 0 0 16,4 0 0-16,0 3 0 15,1-3 2-15,-1 1-2 16,1 0 1-16,-2 0 1 0,-1-2 0 16,2-3-1-1,-4 1 1-15,0-3 0 0,2-1 0 16,-2-2 0-16,0 1 7 15,0-1 4-15,0 0-9 16,0 0-3-16,2 0 0 16,-2 0-1-16,2 0-13 0,-2 0-18 15</inkml:trace>
  <inkml:trace contextRef="#ctx0" brushRef="#br0" timeOffset="-163851.64">3297 7115 77 0,'-5'-3'-2'0,"1"0"5"0,2 0 4 0,-2 1-1 0,4 0 2 16,-3 2-4-16,2 0 3 16,1 0 0-16,-1-1-2 15,1 1-2-15,0 0-2 16,0 0-1-16,0 0 0 16,0 0 0-16,0 0 0 15,3 3 0-15,3 4 1 0,1 0 0 16,3 1-1-16,0 1 0 15,1-2 0-15,0 2 0 16,1-4 0-16,0 2 0 16,0 0 1-16,1-3-1 15,-2-1 0-15,1-1 0 0,-2 2 0 16,2-4 0-16,1 1 1 16,-2-1-2-16,1 0 2 15,1 0-1-15,-2 0 0 16,1 0 0-16,-1 0 0 15,3-4 2-15,-1-1-2 0,2-4 0 16,-1-1-2-16,1-1 4 16,3-1-2-16,0-3 0 15,-3 1 0-15,4-2 0 16,0 2 0-16,1-3 1 16,1 1-1-16,-2-1 1 15,2 0-1-15,0 2 0 0,0-2 0 16,0 2 0-16,3-2 0 15,1-1 0-15,1-1 0 16,3-1 0-16,2-1 0 16,4 1 0-16,0-1 0 0,-1 3 0 15,-1 2 0-15,1 0 0 16,-3 3 0-16,0 3 0 16,1-1 0-16,3 0 0 15,-1-1 0-15,3 1 0 16,2 0 0-16,1-1 0 0,0 1 0 15,3 1 0-15,-3 0 0 16,0-1 0-16,-1 3 0 16,-1-1 0-16,2 2 0 15,1 1 0-15,-2 1 0 16,-1 3 0-16,-4-2-1 0,-1 3 1 16,-4 0 1-16,-2 0-1 15,-2-1 0-15,-1-2 0 16,-4 2 0-16,0-2 1 15,-2 0-1-15,0-2 1 16,-2-1 0-16,1-1 1 16,2-4-1-16,0-1 1 0,2 0 0 15,1-2-2-15,0 1 0 16,-1 0 0-16,3 2 0 16,-1 2 0-16,-1 2 0 15,5 1 0-15,1 4 0 0,1 0 0 16,5 3-2-16,-1 0 2 15,1 0 0-15,3 0 0 16,-2 0 0-16,1 0 0 16,-5 0 0-16,-2-3 0 15,0-5 2-15,-2-2-2 16,-1-5 1-16,1 0-1 0,0-2 0 16,0 1-1-16,2-1 3 15,-4 3 1-15,2-3-2 16,-4 6 0-16,2-1 1 15,-4 1-1-15,1 1 0 16,-4 0 1-16,2 0-4 0,-4 0 4 16,2 0-2-16,0-1 1 15,1-3-1-15,0-2 1 16,-2 0 0-16,3-2 0 16,1 0 6-16,-4-2 7 15,0-1-4-15,0 0-3 0,-1 0-5 16,-3 3-1-16,-2-1 0 15,-2 2 0-15,-7 0-2 16,-2 3-37-16,-18 0-82 16</inkml:trace>
  <inkml:trace contextRef="#ctx0" brushRef="#br0" timeOffset="-162675.97">3472 7226 48 0,'4'12'4'0,"-2"0"-3"0,2-1 0 0,3 2 1 16,2-4-1-16,0-1 0 15,2 2 1-15,3-5 0 16,1-3-1-16,1 1-2 0,2-3 2 15,2 0-1-15,0 0 3 16,0 0 0-16,0-9-1 16,1-2 0-16,-2 1-9 15,4-5 11-15,-3-2-2 16,-2-2-1-16,2-1 0 0,0 1-1 16,0-2 1-16,2-1-1 15,3-1 1-15,0-1 0 16,1-2 0-16,5 2-1 15,1-1 1-15,2-2 1 16,-1 0-2-16,5 1 0 0,-2 0 0 16,0 1 1-16,1-2-1 15,2 4-1-15,-1-1 2 16,-1 4-1-16,4 0 0 16,1 2 0-16,-2 1 0 15,2 1 1-15,0 3-1 0,-1 2 0 16,1 1 1-16,2 3-1 15,0-1 0-15,5 2 0 16,1-1 0-16,-3 4 0 16,4 1 0-16,-2 0 1 15,-2 2-1-15,0 0 0 16,0 0 0-16,0 0 0 0,-2-2 0 16,-1-1 1-16,-1-3 2 15,-3-3 0-15,-2 0 4 16,-2-5-2-16,4 2 1 15,-4-5-2-15,1-1 2 16,1-1-3-16,-4-4 0 0,1 0 0 16,0-6 0-16,-2 1 2 15,-2 0-1-15,5-2 0 16,0 0-3-16,2 0-1 16,3 2 1-16,0 1-1 15,1 0 0-15,0 1-1 0,0 2 2 16,-4 0-1-16,2-1 0 15,-2 0 0-15,2-5 1 16,-2-4-1-16,1-1 1 16,-2-7 0-16,1-3 0 15,-4-9-1-15,-1-4 1 0,-4-9-1 16,-6-5-7-16,-10-7-79 16</inkml:trace>
  <inkml:trace contextRef="#ctx0" brushRef="#br0" timeOffset="-161416">3704 3225 57 0,'-5'0'3'0,"-3"0"12"0,1 0 6 0,0 0-7 0,2 0 1 15,1-1-1-15,-1-1 2 16,1 1-3-16,4 1-3 16,-2-2 1-16,2 2-4 15,-2 0-1-15,2 0-5 0,0 0-2 16,0 0-3-16,0 3 2 15,2 5-2-15,2 5 3 16,1 0 1-16,1 4 0 16,4 2 0-16,-1-2 0 15,1 1 1-15,2 1-1 0,-1-1 0 16,0-1-4-16,1 0 6 16,0-2-3-16,2-3 1 15,-3 1 0-15,2-5-1 16,-3 0-1-16,1-3 1 15,-1-2-1-15,0-2 1 16,-4-1-2-16,1 0 1 0,-3 0-1 16,-2 0 0-16,1-1 5 15,-3-6 7-15,3-2-4 16,-3 1-2-16,0-2-2 16,0-1-1-16,0-1 1 15,2 2-1-15,0 0 0 0,0 3-1 16,3 0-3-16,-1 2-13 15,1 2 0-15,1 1 6 16,2 2-2-16,0 0 0 16,0 0 7-16,4 3 4 15,-1 4 3-15,0 0-1 0,3-1 0 16,-3-2 1-16,0-1-1 16,0-2 0-16,-2-1 1 15,-2 0 1-15,0-1 1 16,-2-6 5-16,-1-3 8 15,-2-3 6-15,-2-4 0 0,0 0-6 16,0-4 2-16,-9 0-5 16,-2-1-4-16,0 1-4 15,0 0-2-15,-3 1-2 16,3 1 0-16,2 4-1 16,2 1-11-16,-2 2-65 15</inkml:trace>
  <inkml:trace contextRef="#ctx0" brushRef="#br0" timeOffset="-160448.21">6075 3986 106 0,'-5'-4'-7'0,"1"1"14"0,2 0 7 0,0 2-1 16,2 0-6-16,0 1-7 15,0 0-3-15,0 0 3 16,2 5-1-16,4 5 1 0,4 3-1 16,-1 1 1-16,2 4 0 15,3 0 1-15,3-1-1 16,-1 1 1-16,1-5-1 16,1-2 1-16,0-4-1 15,-2-1 0-15,2-2 0 0,-3-4 0 16,-2 0 0-16,-1 0-1 15,1-7 3-15,-3-4-1 16,-2-1 3-16,1-2 3 16,-5-1 1-16,1 2-2 15,-2 0-1-15,-1 4-2 0,-2 1 0 16,2 1-1-16,0 5 0 16,-1 1 0-16,3 1-5 15,0 0 1-15,5 0-1 16,0 0-3-16,0 2 0 15,-1 2 2-15,2-2 0 16,1 0 3-16,-2-2 1 0,-1 0 1 16,0 0-1-16,-2-3 1 15,1-4 2-15,-3 1 7 16,-1-1 11-16,0-1 4 16,-2-7 20-16,-1-3-14 15,0-2-26-15,0-4-3 0,-5-3-1 16,-3-1 2-16,-3 2-1 15,-3 3 0-15,-1 2-1 16,1 5-1-16,3 5 0 16,2 3 0-16,0 6-4 15,2 2-36-15,-3 6-69 0</inkml:trace>
  <inkml:trace contextRef="#ctx0" brushRef="#br0" timeOffset="-160076.97">6314 4319 144 0,'0'0'7'0,"0"0"-5"0,0 0 2 0,9-46-1 16,3 26-1-16,1-1-1 15,3-2 1-15,1-1-2 16,3 0 0-16,1 0 0 0,-1-2 0 15,2 5 0-15,-1 0 0 16,0 5 0-16,-3 3-3 16,-2 3-13-16,-2 3-19 15,-3 3-25-15</inkml:trace>
  <inkml:trace contextRef="#ctx0" brushRef="#br0" timeOffset="-159935.35">6502 4182 83 0,'0'0'14'16,"0"0"17"-16,0 0 7 0,0 0-15 16,0 0-28-16,0 0 6 15,31-37 5-15,10-5-1 16,6-18-26-16</inkml:trace>
  <inkml:trace contextRef="#ctx0" brushRef="#br0" timeOffset="-155583.43">3576 7751 154 0,'0'0'8'0,"0"0"-5"0,0 0-3 0,0 0-6 16,0 0-12-16,0 0-7 16,-29 39-7-16,29-35-52 15</inkml:trace>
  <inkml:trace contextRef="#ctx0" brushRef="#br0" timeOffset="-154189.7">3203 7501 12 0,'-7'0'3'0,"1"3"-1"0,-4 6 1 0,2 2-1 16,-1 0-2-16,-3 4 0 0,2 0 0 15,1 2 0-15,-3 2 0 16,3-1 0-16,-3 4 0 16,2 0 1-16,1 1-1 15,1 1-1-15,1 2-1 16,-1 5-15-16</inkml:trace>
  <inkml:trace contextRef="#ctx0" brushRef="#br0" timeOffset="-149601.45">5157 7163 57 0,'0'0'7'0,"0"0"7"0,0 0-5 0,0 0-2 15,0 0 1-15,0 0-1 16,0 0 1-16,0 0 2 16,0 0 1-16,0 0 2 15,0 0-2-15,-27-31-5 16,27 31-7-16,0 0-6 0,0 3 6 16,0 5 1-16,0 5 0 15,0 1 1-15,2 1 0 16,0 1 0-16,0 3-1 15,3-3 0-15,-1 2 1 16,-2 2-1-16,2-4 0 0,2 0 0 16,-2-1 0-16,-1-3 2 15,1-4-2-15,2 2 0 16,-1-5 0-16,2-3 0 16,-2-2 0-16,1 0 0 15,0 0 1-15,-1 0 3 0,-1-2-3 16,2-5 1-16,-3-1 0 15,2 0-2-15,-1 0 1 16,0-2-1-16,1 2 0 16,1 2 0-16,0 0 0 15,2 2 0-15,-1 1 0 0,1 3-1 16,4 0 0-16,1 0 0 16,1 3 0-16,-1 3-1 15,3 0 0-15,-1-1 1 16,2 1 0-16,-2-3 2 15,1-2-1-15,-3-1 0 0,0 0 0 16,-1 0 1-16,-3-1 1 16,1-8-1-16,-2 1 0 15,-2-6 2-15,-3-1 4 16,-1-2 4-16,-2-3 0 16,0-1-3-16,0-2 1 15,-7-1-3-15,-2 1-1 16,-4 2 0-16,4 0-1 0,-3 4 2 15,3 0-5-15,-1 3-1 16,-3-1-27-16,-3-3-179 16</inkml:trace>
  <inkml:trace contextRef="#ctx0" brushRef="#br0" timeOffset="-134717.2">12275 4086 116 0,'0'0'6'0,"0"0"5"0,0 0-5 0,0 0-5 15,0 0-4-15,0 0-4 16,0 0 6-16,0 0 1 15,0 0-1-15,0 45 2 0,1-19-1 16,1 4 0-16,2 5 1 16,-2 2-1-16,3 4 0 15,1 4 0-15,1 5-1 16,-1 4 1-16,3 4 0 16,2 4 0-16,-1 0 1 0,1 5-1 15,3-2 0-15,1 2 0 16,-2 1 2-16,3-3-2 15,-1 1 0-15,1-4 1 16,-3-1-1-16,-1-4 1 0,1-2 1 16,-3-2 0-16,-1-2 0 15,1-1 4-15,-4-3 0 16,2-2 2-16,-3-5-2 16,1 1 0-16,0-4-4 15,-3-2 1-15,1-1-2 16,-2-4 1-16,-2-3 0 0,0-2 1 15,0-4-3-15,0-1-2 16,0-5-18-16,0-3-19 16,-2-2-72-16</inkml:trace>
  <inkml:trace contextRef="#ctx0" brushRef="#br0" timeOffset="-134504.7">12500 5862 47 0,'0'0'78'0,"0"0"-70"0,0 0 6 16,0 0 1-16,0 0-10 15,0 0 1-15,0 0-5 16,0 0-1-16,0 0 0 16,0 0 0-16,37-31 1 15,-17 28-1-15,2-1-7 0,0 1-25 16,-2-3-14-16,1-3-44 15</inkml:trace>
  <inkml:trace contextRef="#ctx0" brushRef="#br0" timeOffset="-134375.72">12680 5754 97 0,'0'0'6'0,"0"0"16"16,-50 32-10-16,29-11-5 15,0 4-4-15,-1 4-1 16,4-1-1-16,-2-4-7 15,2-1-42-15</inkml:trace>
  <inkml:trace contextRef="#ctx0" brushRef="#br0" timeOffset="-133708.08">12335 4368 133 0,'0'0'3'0,"0"0"9"0,0 0-7 0,0 0-4 0,0 0-1 15,-40-4-1-15,33 11 2 16,1 1-2-16,-3 1 2 16,-3 5-2-16,-2 2 1 15,-1 5 0-15,-2 1-1 16,3 1 3-16,-1-1-2 0,3-1 1 15,2-5-2-15,5-2-8 16,1-4-10-16,4-6-8 16,0-4 0-16,0 0-21 15,6-10 45-15,1-8 3 16,2-2 1-16,2-4 3 0,-3-2 10 16,1 1-2-16,1 1 6 15,-5 4 7-15,1 6 4 16,0 4 2-16,-1 4-9 15,4 6-12-15,2 0-10 16,5 10 0-16,6 6 0 0,9 8-1 16,1 4 2-16,6-3-29 15</inkml:trace>
  <inkml:trace contextRef="#ctx0" brushRef="#br0" timeOffset="-102760.8">3705 2827 66 0,'0'0'16'0,"0"0"3"0,0 0 0 0,0 0-5 0,0 0-4 16,0 0-2-16,-42-20 6 16,32 19-2-16,-2 0-2 15,-1 1-5-15,-1 0-3 16,-1 0-5-16,-2 1 3 0,2 6-2 15,-1 0 1-15,-1 3 1 16,-1-1-1-16,0 2 1 16,-2 2-1-16,-1 1-1 15,0 4 0-15,-4 4-3 16,-2 5 1-16,-4 2-5 0,-2 4-1 16,-1 4 2-16,-2 0 3 15,-4 1 4-15,4 2 1 16,-2 2 0-16,3 1 0 15,-1 3 1-15,-1 4-1 16,-1 5 0-16,1 6-1 16,-1 6 0-16,-3 7-1 0,1 7-1 15,2 5 3-15,1 5 0 16,1 4 0-16,0 5 0 16,4 1 0-16,1 1 0 15,4 1 1-15,1 1-1 16,3 0 2-16,3-1 1 0,7 3 2 15,3 2-2-15,6 1 0 16,4 6 0-16,2 3-1 16,14 0-2-16,7-2 1 15,6-1-1-15,5-7 0 16,7-1 1-16,7-4-1 0,3-2 1 16,7 0-1-1,2 3 0-15,5-1 0 0,4-2-1 16,3-4 1-16,4-8-1 15,2-9 0-15,2-12 1 16,7-11 0-16,5-9 2 0,6-14 5 16,4-4 1-16,9-10-4 15,5-4 3-15,9-9-3 16,7-6 2-16,9-1-2 16,9-6-1-16,2-12-1 15,9-5-1-15,2-8-1 16,-1-7-5-16,-2-11-54 0</inkml:trace>
  <inkml:trace contextRef="#ctx0" brushRef="#br0" timeOffset="-101564.16">3992 2814 108 0,'2'-5'14'0,"-1"-1"-12"0,5-1 0 0,1 3-2 0,4-1 1 16,2 0-1-16,3 3 0 15,2-2 0-15,0 3 1 16,2-1-1-16,6-1 0 15,-1-1 0-15,6 1 0 0,3-1 0 16,6 0 0-16,3 0 0 16,5 1 1-16,4 0-1 15,4 1 0-15,1 0 0 16,7 2 0-16,3 0 0 16,2 0 0-16,5 0 0 0,4 2 0 15,5 1 0-15,2 2 0 16,2 2 0-16,7 1-1 15,0 1-1-15,2 3 0 16,0 2 1-16,2 2-1 16,0 2 1-16,-1 1 0 0,-1 4 1 15,0 3 1-15,0 3-1 16,-4 5 1-16,0 6-1 16,-1 5 1-16,-1 4 0 15,-2 6 0-15,-5 2-1 16,-2 6 1-16,-5 2-1 0,-2 3 0 15,-3 2 0-15,-6 9-1 16,-3 2 2-16,-3 6 0 16,-3 1-1-16,-7 4 0 15,0 1 0-15,-7 2 0 16,-3-1 0-16,-11 3 0 0,-3 0 0 16,-9 3-1-16,-9-1 0 15,-7 2 0-15,0 2 2 16,-12-2-4-16,-6 2 1 15,-9-4-3-15,-2 1 1 16,-4-5-2-16,-3-5 4 0,-6-2 2 16,-1-2 0-16,-6-3 0 15,-6 0 1-15,-2-2-1 16,-7 0 0-16,-4-2 0 16,-6-1-2-16,-1-5 0 0,-8-2 3 15,-2-4 0-15,-4-5 2 16,-6-1 2-16,-3-4 1 15,-2-4 3-15,-7-1 1 16,-7-2-3-16,-3-2 1 16,-4 2-6-16,-4 0-2 15,-4 2-5-15,-8-1-8 0,-3-1-25 16</inkml:trace>
  <inkml:trace contextRef="#ctx0" brushRef="#br0" timeOffset="-94469.27">5272 6996 135 0,'0'0'10'0,"0"0"2"0,0 0-1 0,0 0 0 0,0 0-3 16,0 0-3-16,0 0 1 16,0 0-3-16,-31-13 0 15,23 7-1-15,1 1 0 0,-5 1-1 16,1 2-1-16,-1-1-1 15,-2 3 1-15,0-3-2 16,-2 3-1-16,-1 0 2 16,-1 0 0-16,0 0 1 15,2 2 0-15,1 4-1 0,-3 5 1 16,2 0-2-16,-1 6 2 16,0 3-2-16,-2 4 1 15,-1 3-2-15,-1 6 2 16,-1 5-2-16,-1 3-1 15,-1 5 0-15,-1 4-3 0,1 4-1 16,-3 2-7-16,1 1 3 16,1 3 4-16,2-2 2 15,2 2 1-15,2 1 0 16,3 1 5-16,1-1 0 16,-2 6-1-16,3 0-3 15,1 4-5-15,-1 1 3 0,0 3 2 16,1 2 3-16,0 1 0 15,1 3 1-15,1 1 2 16,2 1 2-16,0-4 1 16,4-2 0-16,3 0 5 15,2-3-2-15,0 0-5 0,0-3 1 16,0 1-1-16,7-1-2 16,2 3 0-16,2-3 0 15,0 4-1-15,3-1 0 16,3 3 0-16,0 1 1 15,7 0-1-15,1 4 0 0,1 1 0 16,3 1 0-16,4 1 0 16,4-3 0-16,-3-5 0 15,5-6 0-15,-1-9 0 16,3-8 0-16,-1-8 0 0,4-11 2 16,4-5 1-16,0-7 6 15,4-8 6-15,2-6-7 16,4-8 1-16,1-1-3 15,9-21 4-15,-1-9-8 16,6-17-4-16,4-10 2 16,-5-15-64-16</inkml:trace>
  <inkml:trace contextRef="#ctx0" brushRef="#br0" timeOffset="-93687.02">5199 6767 126 0,'4'0'4'0,"1"-4"2"0,4-5 0 0,0 1 0 15,4 0-3-15,1-3 0 16,3 4-2-16,0 0-1 16,4 0 0-16,0 3 2 15,3-1-2-15,1 3 0 16,2 2 0-16,2 0 0 0,2 0-2 15,0 4 1-15,3 6-1 16,-1 3-1-16,1 4-2 16,4 4 1-16,-3 3 1 15,3 9 1-15,3 2 2 0,-1 6 0 16,2 6-1-16,1 7 0 16,1 6 1-16,-3 8 0 15,1 5 0-15,0 6 0 16,-1 3 0-16,-1 5 0 15,0 5 0-15,1 2 1 0,-3 8-1 16,-5 6 1-16,-3 4 0 16,-2 11-2-16,-5 7 2 15,-8 11-2-15,-4 8-13 16,-11 7-21-16</inkml:trace>
  <inkml:trace contextRef="#ctx0" brushRef="#br0" timeOffset="-88197.01">17387 7964 16 0,'2'0'58'0,"0"0"-51"0,-2 0 4 16,0-1-3-16,0 1 6 15,0-2-5-15,0 1-6 16,0 0-1-16,-2-1 2 0,-4 1 3 16,1-2 0-16,2 1 0 15,-3 0 0-15,1 0-1 16,-3 0 3-16,0 0-1 15,0-1 1-15,-3 3 2 16,1 0-1-16,-3 0-5 16,2 0-1-16,-3 0-1 0,1 0 0 15,-1 0-2-15,1 0 1 16,-3 0 1-16,3 0-1 16,0 0-1-16,-3 3-1 15,3 1 1-15,-5 0 0 0,0 1-1 16,0-1 1-16,0 2 0 15,-2 0-1-15,0 1 1 16,-2 0 1-16,4 1 1 16,-2-1 0-16,1 2 0 15,2 1-1-15,-1-3 0 16,3 4-2-16,-1-2 0 0,2-2 1 16,-2 1-1-16,3 1 0 15,-1-1 0-15,2 1 0 16,-1-1 1-16,1-1-1 15,3 2 0-15,-2 1 2 16,-1-1-2-16,2 0 1 0,3 3-1 16,-4-1 2-16,2 0-2 15,2 1 0-15,-3-1 0 16,4-1 1-16,-2 3-1 16,3-2 2-16,1 1-1 15,0-1 0-15,0 3 0 0,2-1 0 16,-2 1 0-16,2-1-1 15,0 1 2-15,0-1-2 16,1-2 1-16,-1 1-1 16,0-1 1-16,0 1 0 15,1-1-1-15,0 0 1 0,1 3-1 16,-2-2 0-16,1-1 1 16,0 2-2-16,1-2 2 15,-1 1-1-15,1 0 0 16,-2 0 0-16,2-1 0 15,-3 0 0-15,3 1 0 0,-2-1 0 16,1 1 1-16,0-1-2 16,1-1 2-16,0 1-1 15,0-1 0-15,0 1 0 16,0-1 0-16,0-1 1 16,2 1-1-16,3 1 0 0,-3-3 0 15,-1 1 0-15,2 0 0 16,1-2 0-16,1 3 1 15,-1-3-2-15,3 3 1 16,-1-3 1-16,2 2-1 16,-3-1 0-16,3 3 1 15,-3-3-1-15,2 0 1 0,-1 1-1 16,-1-2 0-16,3 1-1 16,-3-1 0-16,4 0 0 15,-3-2 1-15,2 2 1 16,0-3-1-16,1 3 1 15,0-2-1-15,-2 0 0 0,3 2 1 16,-2-2 0-16,1 0-1 16,-1 0 1-16,2 1-1 15,-1-3-1-15,1 3 1 16,0-3 0-16,-1 1 0 0,0 3 1 16,4-2-1-16,-4 0 0 15,0-1 2-15,2 2-2 16,0 1 0-16,0-4 0 15,-1 3 0-15,1-1 0 16,0-2 0-16,2 3-3 0,-2-2 3 16,-2-1-2-1,4 0 3-15,-1 0 0 0,2 0 0 16,-2-1-1-16,0 1 0 16,2 0 2-16,-2 0-2 15,0 0 1-15,1-2-1 16,-4 1 0-16,2-1 0 0,0-1-4 15,1 0 4-15,1 0 1 16,0 0 1-16,3 0-2 16,-1 0 1-16,2 0-1 15,3-1 0-15,-3-2 0 16,2 0 0-16,0 0 1 0,-1-1-2 16,1 0 1-16,0-1 0 15,-1 0-4-15,-1-1 4 16,2-1 1-16,-2 1 1 15,2-1-1-15,1 0-1 16,-5 0 1-16,2 0 0 0,-2-2-1 16,1 1 1-16,-3-1-1 15,0-1 1-15,-2 2-1 16,0-2 1-16,1-3 0 16,-4 2-1-16,2-2 0 15,1 0 2-15,-2-4-2 0,0 0 0 16,2 3 0-16,-5-4 0 15,1 2 0-15,0-3 0 16,-1 2 0-16,1 0 1 16,0-1-1-16,-2 1-1 15,1-2 2-15,-1 1-1 16,1-1 0-16,-1 0 0 0,-2 0 1 16,-1-1-2-16,0 0 1 15,-2 3 1-15,0-3-1 16,0 2 2-16,0-2-1 15,0 1 0-15,-2 1 0 0,-1-3 1 16,-4 1 0-16,0-3-1 16,-2 3 1-16,-1 0-2 15,-2-1 5-15,-1 1-2 16,-3 0-1-16,0 3 1 16,-1 1 3-16,-1-2-5 15,-2 4 0-15,2-2 0 0,-5 1 0 16,-1 0 1-16,-1 1 0 15,-2-1 0-15,-2 2-1 16,0 1 0-16,3 1-1 16,-5 4-2-16,2 4-2 15,-2 2-28-15,1-2-64 0</inkml:trace>
  <inkml:trace contextRef="#ctx0" brushRef="#br0" timeOffset="-86134.46">17274 9017 116 0,'0'1'21'0,"0"-1"-19"0,0 0-2 0,0 3 1 0,0-2 4 15,0 2-2-15,0 0 0 16,0 1 0-16,0 2 0 16,0-2-1-16,0 3 0 15,0 1 0-15,0 0 0 0,0 4 0 16,0 0 1-16,0 2 0 15,0 1 0-15,0 0 0 16,-3 2 0-16,1 0-1 16,1 0 0-16,-1 2 1 15,0 0 1-15,-1 1 2 0,1 3-1 16,0 0 0-16,0 3-1 16,1 2-1-16,1 0-2 15,-2 5 0-15,0 1 2 16,-2 0-3-16,1 0 1 15,1-1 0-15,-2 1 0 16,2-3 0-16,1-1 0 0,1 3 0 16,0-2 0-16,0 0 2 15,1-1-2-15,3 2 5 16,-1-1 0-16,1 1 4 16,0 0-5-16,-2 0 1 15,0 1-4-15,-1 2-1 0,-1 1 0 16,0-1-1-16,0 2 0 15,0-1 1-15,0-3-1 16,0-1 0-16,0-5 1 16,0-2 0-16,0-6 9 15,0 0 0-15,0-4-1 0,0 0-4 16,0-3-2-16,-1-2-2 16,-3 3 0-16,-1-2-1 15,-1-1-1-15,-2-1-5 16,-5-3-34-16,1-6-76 0</inkml:trace>
  <inkml:trace contextRef="#ctx0" brushRef="#br0" timeOffset="-85358.62">17199 8997 174 0,'0'0'21'0,"0"0"9"0,0 0-16 0,0 0-8 0,0 0-4 16,0 0-2-16,0 0-2 15,0 0 2-15,0 1-3 16,0 2-3-16,0 1 1 15,-2 4 8-15,-5 0-2 16,2 6-1-16,-5 2 2 0,0 1-1 16,-1 1 0-16,-4 2 0 15,-1-1 1-15,2-1 0 16,-2-1 2-16,2-2-2 16,0-1 0-16,-1 0 0 15,1 0-1-15,3-4-1 0,2 3 0 16,-1-3 0-16,2-2-2 15,3-1-22-15,3-5-52 16,0-2-26-16</inkml:trace>
  <inkml:trace contextRef="#ctx0" brushRef="#br0" timeOffset="-85059.29">17178 9031 174 0,'0'0'24'0,"0"0"-18"15,0 0 0-15,0 0-3 16,47 8 0-16,-31 1-2 15,-1 1 0-15,6 1 0 16,-1 2 1-16,5 0-1 16,1 2-1-16,1-3 1 15,3 2-2-15,0-5-2 0,-2-2-30 16,1-6-65-16</inkml:trace>
  <inkml:trace contextRef="#ctx0" brushRef="#br0" timeOffset="-83464.01">19400 8024 104 0,'0'0'19'0,"0"0"5"0,0 0-9 0,-39-10 1 15,27 6-7-15,0 0-5 16,1 1 0-16,0-2 0 0,-2 1 5 16,-1 0-3-16,1 2-1 15,-3 0-2-15,0 0-1 16,-2 2-2-16,1 0 0 16,-5 0 0-16,-1 0 0 15,2 0 1-15,0 4-1 0,-1 0 1 16,1 1-1-16,0 2 0 15,0 0 1-15,1 0 0 16,-2 2 2-16,1 2-3 16,-1-1 3-16,2 3-3 15,-2 1 1-15,1 1-1 0,-1 1 0 16,2 0 0-16,-2 2 1 16,4 1-1-16,0 1 1 15,3 1 0-15,0 0 0 16,2 1 0-16,5-1 0 15,-3 3 0-15,3-1 0 0,3 0-1 16,-1-1 1-16,2 3-1 16,0-3 1-16,3 1 1 15,-1-2-2-15,2 2 1 16,0-1 0-16,0 0 0 16,0-1 1-16,0 2 1 15,0 0 0-15,3-1 0 0,2 0-2 16,1 2 1-16,1-4-1 15,1 0 0-15,1-2 3 16,3 1-2-16,3-2 1 16,1-2-1-16,1-2-1 0,0 1 1 15,2-1-1-15,1-3 0 16,-1 1 1-16,3-1-2 16,-3 0 0-16,5-3-1 15,0 3 4-15,-2-3 5 16,3 1-1-16,2 0-2 15,-2 0-3-15,3 0 0 0,0-3-1 16,1 2 0-16,2-4-1 16,2 0 1-16,-3-3 1 15,2 0 0-15,0 0 3 16,-1-3 3-16,0-4-4 16,-2-3-1-16,-1 2-1 0,1-5 1 15,-1 3-1-15,-1-3-1 16,2-1 0-16,0-2 1 15,0-1 0-15,0 0-1 16,0-3 0-16,-2 0 1 16,0-3-1-16,-2 1 3 0,-5 1 0 15,2-1 1-15,-5 0 1 16,-3 2 0-16,-1-3 0 16,-1 3 1-16,-3-1 0 15,0 0 0-15,0-1-2 16,-3-2-1-16,-2 3-2 0,-1-3 0 15,-3 0-1-15,0-2 2 16,0 0-1-16,0-1 2 16,-4-1 0-16,-2 2 4 15,-3 0-4-15,-2 1-1 16,1 0-2-16,-6 2-2 0,-5 2 0 16,-2 1-1-16,-6 2 5 15,-3 0-2-15,-7 4 0 16,-5 0-4-16,-6 1 4 15,-9 2-8-15,-10 5-6 16,-7 3-20-16,-9 3-17 0,-3 0-10 16,-4 0-58-16</inkml:trace>
  <inkml:trace contextRef="#ctx0" brushRef="#br0" timeOffset="-82510.78">19209 9035 25 0,'10'-5'52'0,"-3"-1"-41"15,2 0 7-15,-4 2-5 0,1-2 5 16,-2 3 5-16,-1-2-5 0,3 2-6 16,-2-1-7-16,0 1-2 15,-2 1-3-15,2 1 0 16,-4 1 0-16,0 0 0 15,2 0-2-15,-2 0-1 16,0 0 6-16,1 0-3 16,1 1 0-16,2 5 2 0,0 5-1 15,0 2 3-15,2 3 2 16,0 2-1-16,0 1 0 16,1 2 1-16,-2-1-3 15,1 1 1-15,0 2 3 16,0 0 1-16,0 2-3 15,1 2 2-15,0 3 0 0,-2 4-1 16,1 3 0-16,-2 3-4 16,-1 1 0-16,-1 3-1 15,0-1 0-15,0-1-1 16,1-1 0-16,-1-2 1 0,0-1 0 16,2-4 4-16,1 0 6 15,-1 1-4-15,1-1-4 16,1-2 0-16,2 1-1 15,-2-1-1-15,0 0-1 16,-1-1 1-16,-1-1-1 16,0-4 0-16,-2-1 0 0,-2-5 0 15,0 0 0-15,0-6 1 16,0-3-1-16,0-4 0 16,0 0 0-16,0-4 0 15,0-1-3-15,0-2-13 0,0-12 0 16,-5-9-150-16</inkml:trace>
  <inkml:trace contextRef="#ctx0" brushRef="#br0" timeOffset="-81997.33">19242 8972 136 0,'0'0'5'0,"0"0"5"0,0 0-4 0,0 0-4 16,0 0-2-16,0 0 2 0,0 0 7 15,0 0 5-15,0 0-5 16,0 0 3-16,0 0-2 16,0 0-6-16,-45 49 0 15,32-28-1-15,-3 2 0 16,0 1 2-16,0-2 0 16,3 0-2-16,0-2-1 0,2-3 1 15,2-3-2-15,2-1-1 16,3 0-4-16,-1-6-29 15,4-6-53-15</inkml:trace>
  <inkml:trace contextRef="#ctx0" brushRef="#br0" timeOffset="-81714.09">19202 8974 193 0,'0'0'29'0,"0"0"-27"16,0 0-1-16,0 0 1 0,0 0-2 16,48 27 1-16,-29-13 2 15,2 1 2-15,1-1 1 16,5 2 2-16,1-1-2 15,0-1 3-15,2 2-5 16,0-2-3-16,-4-1 0 16,-6-3-17-16,-2-6-158 0</inkml:trace>
  <inkml:trace contextRef="#ctx0" brushRef="#br0" timeOffset="-80781.59">16768 10879 139 0,'0'0'12'0,"0"0"24"0,0 0-21 0,0 0-9 0,-4-37-5 16,12 27 5-16,-3 1 4 16,4 1 0-16,2-1 2 15,-1 2-5-15,1 0-4 16,4 3-1-16,-2 0-2 0,2 1 2 16,-1 3-2-16,-2 0 1 15,1 1-2-15,-3 9 1 16,-4 1-2-16,0 2 0 15,-3 3 6-15,-2 2-7 16,-1-1 1-16,0 0 1 0,-2 0 0 16,-9-1 0-16,0 2-1 15,-5-2-4-15,1-2-8 16,0-1-18-16,1-2 13 16,3-3-12-16,3-5-9 15,1-3-69-15</inkml:trace>
  <inkml:trace contextRef="#ctx0" brushRef="#br0" timeOffset="-80469.85">16999 10754 153 0,'0'0'10'16,"0"0"10"-16,0 0-2 15,0 0-13-15,0 0 3 16,0 0-1-16,0 0-4 0,-45 1-3 16,33 12 1-16,0 1-1 15,2 5 1-15,-2-1 0 16,4 2 0-16,5-2 0 16,-1-1 1-16,4-1 1 15,0-3 1-15,2-2-1 0,5 1 0 16,4-4-4-16,3-1 2 15,3-4 2-15,4 0-2 16,3-3-5-16,-2 0-47 16,1-3-40-16</inkml:trace>
  <inkml:trace contextRef="#ctx0" brushRef="#br0" timeOffset="-80174.98">17212 10814 139 0,'0'0'5'15,"0"0"-1"-15,0 0-1 16,0 0 8-16,0 0 33 16,0 0-26-16,0 0-18 0,0 0 2 15,0 0 3-15,1 22 3 16,-1-8-2-16,0 0 1 15,0 2-2-15,1 0-3 16,1-1 1-16,0 0-1 16,0 0-2-16,1-2 0 15,0 0 0-15,1 0 0 0,-2-2-11 16,-1-5-29-16,3-2-44 16</inkml:trace>
  <inkml:trace contextRef="#ctx0" brushRef="#br0" timeOffset="-79989.63">17327 10842 250 0,'0'0'14'0,"0"0"-10"16,0 0-5-16,0 0 1 15,0 0 1-15,0 0-3 16,17 55 3-16,-13-31-1 15,0 3-2-15,2-5-75 16</inkml:trace>
  <inkml:trace contextRef="#ctx0" brushRef="#br0" timeOffset="-79344.08">19042 10717 79 0,'0'0'58'0,"0"0"-30"0,0 0 5 16,0 0-18-16,0 0-5 15,0 0-2-15,37-13-2 0,-27 13-1 16,1 0-2-16,1 0 1 16,-3 6-2-16,0 2-1 15,0 0 1-15,-4 3-1 16,1 1-2-16,-4 1 0 16,-2 0-1-16,0 1 2 0,-5 0-3 15,-6-1 2-15,0 0 2 16,-4 0-2-16,-1-5-2 15,3 0-2-15,-1-2-5 16,5-3-17-16,3-3-13 16,3 0-20-16</inkml:trace>
  <inkml:trace contextRef="#ctx0" brushRef="#br0" timeOffset="-79044.74">19208 10674 139 0,'0'0'15'16,"0"0"16"-16,0 0-10 15,0 0 1-15,0 0-12 16,0 0 2-16,0 0-6 0,0 0-4 16,-42-4-1-16,33 14-1 15,0 3 2-15,1 1-1 16,1 0 1-16,3 2-2 15,2-1 1-15,2 0 1 16,0-2 0-16,0-1-1 16,9-1 4-16,-1-4-5 0,4 1-1 15,3-3 2-15,4-2 0 16,-1-3-7-16,0 0-24 16,4 0-51-16</inkml:trace>
  <inkml:trace contextRef="#ctx0" brushRef="#br0" timeOffset="-78810.59">19361 10737 265 0,'0'0'7'16,"0"0"-5"-16,0 0 0 15,0 0-1-15,0 0 1 16,0 0-1-16,0 0 0 15,-11 45 0-15,10-28 1 16,1 0-2-16,0 3 0 0,0-3 1 16,0 0-2-16,4 0-6 15,1-4-25-15,0-5-42 16,3-5-53-16</inkml:trace>
  <inkml:trace contextRef="#ctx0" brushRef="#br0" timeOffset="-78505.07">19483 10788 224 0,'0'0'27'0,"0"0"-23"16,0 0 2-16,0 0 4 16,0 0 1-16,0 0-8 15,0 0 0-15,0 0-3 16,28-14-3-16,-26 25 7 15,-2 3-9-15,0 2 3 0,0 2-1 16,-9 2 1-16,1-1 2 16,-1-2-2-16,3-5 2 15,-3-2 1-15,4-3 1 16,3-2 0-16,-1-2 1 16,3-3 0-16,0 0 3 15,12 0-1-15,10-5-9 0,8-8-3 16,7-5-26-16,9-8-121 15</inkml:trace>
  <inkml:trace contextRef="#ctx0" brushRef="#br0" timeOffset="-76753.34">21401 7909 104 0,'0'0'6'0,"0"0"11"0,0 0-3 0,0 0-2 16,0 0 0-16,0 0 5 15,0 0-1-15,-41-24-3 16,34 21-1-16,1 0 0 0,0 0-6 16,-1 2-4-16,1-2-1 15,-2 3-1-15,0 0 0 16,0 0 0-16,0 0 0 16,-6 0 1-16,3 2-1 15,-5 1 2-15,-1 1-1 0,0 1 1 16,-1 1-1-16,-1 1 0 15,-1-2 0-15,2 4-1 16,-1-2 0-16,-1 3 0 16,3-1 1-16,-1 1-1 15,2-2-1-15,1 2 3 0,1 0-1 16,0 1 0-16,2-2 3 16,0 4-1-16,-1 1-2 15,2-2 0-15,-3 3 1 16,1-1-1-16,2 3-1 15,0-3 1-15,1 3 0 0,2-1 0 16,-1 1 1-16,4 0-1 16,-3 2 0-16,3-1 0 15,0 3-1-15,1 1 1 16,0-1 0-16,3 3 1 16,-1-1-2-16,-1 1 2 0,2-1-2 15,0 0 1-15,0-1-1 16,0-3 1-16,1 2 0 15,0 0-1-15,0-2 2 16,0 1-2-16,0-2 1 16,2 3-1-16,5-1 0 0,1 0 1 15,1 2 0-15,1-1 1 16,1-1-1-16,-1 1 0 16,0-3 1-16,2 2-2 15,-1-3 0-15,0 0 0 16,3-1 1-16,-1-2-2 0,3 0 2 15,-1-2-1-15,2-2 0 16,2 1 1-16,1-2 4 16,-1-1-5-16,2 2 4 15,0-1-3-15,3-2 2 16,-4 0-3-16,4-3 1 16,0 2-1-16,-1-5 4 0,1 2-1 15,-1-2 1-15,2-1 4 16,0 0-4-16,0 0 0 15,0 0-3-15,-1 0 0 16,2 0 2-16,-3 0-3 0,2-1 1 16,0-3-1-16,-2 1 1 15,2-1 0-15,-1-1-1 16,-1 0 0-16,-1-2 0 16,0 0 1-16,0-1 0 15,-2-2 0-15,1 1 0 0,0-2 0 16,-2-1 1-16,0-1 3 15,-2-3 2-15,1 1 3 16,-2-4-4-16,0-1 2 16,0-1 1-16,1-2-2 15,3-2-4-15,-3-1-3 16,2-1 1-16,0 0-1 0,-3 0 0 16,0-1 1-16,-4 0-2 15,-4-1 2-15,0-1 0 16,-5 0 0-16,-2-1 2 15,-1-1 3-15,0-2 1 16,-7-1 0-16,-7 1-5 0,0-4 2 16,-8 2-2-16,-2-1 2 15,-3 1-3-15,-4 2 0 16,0 1-3-16,-1 5 2 16,-3 3-3-16,1 8 2 15,-5 9-3-15,-3 6-31 0,-2 2-18 16,-3 9-16-16,1 3-65 15</inkml:trace>
  <inkml:trace contextRef="#ctx0" brushRef="#br0" timeOffset="-76056.2">21402 8954 136 0,'-1'6'6'0,"1"0"-6"0,0 4 4 0,0 4 0 0,0 4 3 15,0 2 2-15,0 4-7 16,0 1 1-16,0 3 0 0,0 0 6 16,0 1 1-16,4 1 0 15,-2 2 1-15,1-1 3 16,0 3-4-16,-2 2 1 15,0 1-5-15,1 0-3 16,-2 1 0-16,0 1 0 0,0-1-2 16,0-1-1-16,0-1 2 15,0-1 1-15,0 0 5 16,4 1 2-16,-4-1-6 16,3-2-1-16,-1 0-1 15,1-2 2-15,-1-4-2 0,3-3-1 16,-4-1 0-16,0-5-1 15,0-1 1-15,-1-4-1 16,0-2 0-16,0-2 0 16,0-3 0-16,0-1-2 15,-3-2 1-15,-5-2-5 16,1-1-24-16,-4-4-84 0</inkml:trace>
  <inkml:trace contextRef="#ctx0" brushRef="#br0" timeOffset="-75609.29">21380 8954 109 0,'0'0'23'0,"0"0"12"0,0 0-14 0,0 0 2 0,0 0-9 16,0 0-11-16,0 0-2 16,-42 0 1-16,32 10-2 15,-2 2 4-15,-1 2-1 16,-2 0 0-16,3 0 0 16,1-1 0-16,1-2-2 0,-1-2 0 15,3-2 0-15,1 0-1 16,1 0 0-16,1-4-7 15,3 1-34-15,2-4-28 16,0 0-1-16</inkml:trace>
  <inkml:trace contextRef="#ctx0" brushRef="#br0" timeOffset="-75444.27">21284 8998 51 0,'0'0'36'0,"0"0"-3"15,0 0-3-15,37-29 8 16,-28 27-13-16,1 2-4 15,1 0-2-15,-1 0-8 0,5 7 3 16,3 4-9-16,0 4-6 16,2 3 2-16,1 2-4 15,-4-2-26-15,1-3-106 16</inkml:trace>
  <inkml:trace contextRef="#ctx0" brushRef="#br0" timeOffset="-74755.17">21053 10600 64 0,'0'0'149'0,"0"0"-145"0,0 0-4 15,0 0 2-15,0 0 7 0,0 0-6 16,0 0-2-16,0 0 4 16,0 0-1-16,0 0 2 15,39 5-2-15,-33 0-1 16,1 3-1-16,0 0-2 15,-2 2 2-15,-2 1 1 0,-1-1-5 16,-2 0 1-16,0-1 1 16,0 2-2-16,-7-1 4 15,-5-2 4-15,-1 2-5 16,-5-1-1-16,0-2 0 16,0 3 0-16,5-4-9 15,-1-2-7-15,5 0-1 0,5-4-22 16,2 0-9-16,2 0 2 15</inkml:trace>
  <inkml:trace contextRef="#ctx0" brushRef="#br0" timeOffset="-74449.2">21235 10593 190 0,'0'0'10'0,"0"0"-2"0,0 0 2 15,0 0-5-15,0 0-1 16,0 0-3-16,-42-7 3 16,31 9 0-16,2 3-3 15,-2 5 1-15,2-1 0 16,2 3-1-16,0 0 0 0,1 2-1 16,3-1 1-16,1 0 0 15,1 1-1-15,1-3 3 16,0-1 1-16,3 0 0 15,4-3-1-15,4 0-1 16,0-1 1-16,5-1-3 16,0-4 0-16,6-1-3 0,-5 0-27 15,2 0-49-15</inkml:trace>
  <inkml:trace contextRef="#ctx0" brushRef="#br0" timeOffset="-74235.92">21345 10654 104 0,'0'0'160'0,"0"0"-147"15,0 0-11-15,0 0-3 16,0 0 2-16,0 0-1 0,0 0 1 16,2 36-1-16,-1-23 0 15,2 1 1-15,-1 0-1 16,0 3 0-16,1-2 0 15,-1 2-3-15,-1-1-43 16,3-6-53-16</inkml:trace>
  <inkml:trace contextRef="#ctx0" brushRef="#br0" timeOffset="-73865.93">21472 10694 224 0,'0'0'23'0,"0"0"-15"16,0 0 3-16,0 0-7 16,0 0 0-16,42-31-4 15,-30 28 1-15,-1 0 0 0,3 2 0 16,-4 1 0-16,0 0 2 16,-4 1-1-16,-3 6-6 15,-3 5-1-15,0 3-4 16,-7 1-9-16,-7-1-3 15,-1 0 13-15,1-1 7 0,1-3 3 16,2-2 3-16,6-5-2 16,2 1-1-16,3-1 1 15,0-1 2-15,7 2-4 16,5-1 2-16,1 1 0 16,1 0 3-16,1 3 0 0,0 1-1 15,-5 1-2-15,-5 3-3 16,-5 5-2-16,-9 1-1 15,-14 2-19-15,-14-1-89 16</inkml:trace>
  <inkml:trace contextRef="#ctx0" brushRef="#br0" timeOffset="-72038.29">17213 6903 84 0,'0'0'12'0,"0"0"11"0,0 0-4 16,0 0-8-16,0 0-6 16,0 0-1-16,-9-38-1 15,8 34 3-15,0-1 9 16,-1 1 1-16,1 1-2 15,-1-1-2-15,2 3-5 0,-3-1-2 16,3 1-3-16,-3 1-1 16,2 0-2-16,-1 3-2 15,0 4 3-15,1 3-1 16,-1 4 2-16,0 4-1 16,-2 2 0-16,2 2-1 0,-1 2 1 15,-1 3-2-15,-2 1 4 16,2 1-1-16,0 0-1 15,-2 1 1-15,1 3 0 16,3-2-1-16,-3 2 1 16,2-1 0-16,2 1 0 0,-1-2 0 15,1 1 0-15,1 0-1 16,-2 0 0-16,2 2 1 16,0 0 0-16,0 1 0 15,0-1-1-15,0-1 0 16,0 0 0-16,0-2 2 0,0-3-2 15,0-1 0-15,0-1 0 16,0-2 1-16,0 0-1 16,0-1 0-16,0 1 0 15,0-3 0-15,0 1 1 16,0 0-1-16,0 4 0 16,0-3 0-16,0 2 6 0,0-1-2 15,0 2-1-15,0-2-1 16,0-2 1-16,0-4-1 15,0 3 3-15,2-4-1 16,-1-5-2-16,0 0 1 0,1 0 0 16,-1-4 1-16,1-1-3 15,-1-1 1-15,-1-2-2 16,0-1 1-16,0 1-1 16,0-2-5-16,-7-2-55 15</inkml:trace>
  <inkml:trace contextRef="#ctx0" brushRef="#br0" timeOffset="-71498.5">17116 6817 86 0,'0'0'20'0,"0"0"11"0,0 0-3 0,0 0-5 15,0 0-8-15,0 0 6 16,0 0-6-16,0 0 0 15,0 0-4-15,0 0-6 0,0 0-3 16,-40 1-2-16,27 13 2 16,-2 3-1-16,-2 2 0 15,-3 4-3-15,2-1 2 16,-2-2 2-16,3 0-2 16,0-3 0-16,3-3 0 15,2-1 0-15,2-3-5 0,4-1-4 16,2-4-16-16,-2-2-28 15,6-3-23-15</inkml:trace>
  <inkml:trace contextRef="#ctx0" brushRef="#br0" timeOffset="-71284.36">17008 6872 107 0,'0'0'6'0,"0"0"1"0,0 0 12 16,0 0 3-16,47 0-1 16,-28 0 0-16,-2 3-6 15,4 3-7-15,-3 2-6 16,4 1-1-16,0 2 1 16,1 2-2-16,-6-2-5 0,1-4-75 15</inkml:trace>
  <inkml:trace contextRef="#ctx0" brushRef="#br0" timeOffset="-69526.68">16835 6267 74 0,'-1'0'32'0,"0"0"-6"0,0 0 4 16,1 0-16-16,0 0-8 0,-1 0-8 16,1 4 0-16,-1 1 2 15,0 2 1-15,1 1 2 16,-1 1-3-16,1 2 1 16,0-2 0-16,0 1 0 15,0-2-1-15,6 1 2 0,2-2 1 16,2 0 0-16,0-3 2 15,3-1-2-15,1 0 1 16,3-2 3-16,-3-1-3 16,1 0 1-16,1-1-2 15,-2-5-1-15,0 0-1 16,-4-1 0-16,-1-1-1 0,-1-1 1 16,-5 1 1-16,1-1-2 15,-1-1 1-15,-3 2 1 16,0-1-1-16,0 2 0 15,-6-1-1-15,0 2 1 16,-2 0-1-16,1 2 0 0,-3 1-5 16,0 3 5-16,3 0-1 15,-3 0-2-15,2 4 6 16,2 5-3-16,1-2 0 16,1 4 0-16,3 1 0 15,1 3-2-15,0 1 2 0,0 0 0 16,1 4 0-16,5-1 0 15,1 3 0-15,2-2 2 16,-2 1-2-16,2-2 0 16,-1 1 0-16,-1-2 1 15,-2-3-1-15,-1-1 2 0,-4-2-2 16,0-2 0-16,0-2 0 16,0-2 0-16,-6-2 1 15,-2-1 3-15,-2 0 0 16,3-3 2-16,0 0 4 15,0 0 3-15,1-4 5 0,3-5-5 16,1 1-7-16,2-4-2 16,0 0-4-16,0 0 2 15,2 1-1-15,5 1-1 16,5 0-6-16,0 5-14 16,3 1-12-16,-3 0-10 0,0 3-33 15,-1-1-25-15</inkml:trace>
  <inkml:trace contextRef="#ctx0" brushRef="#br0" timeOffset="-69236.19">17147 6398 134 0,'0'0'23'0,"0"0"22"0,0 0-19 0,0 0-13 15,0 0-9-15,0 0-2 16,0 0-1-16,0 0 3 0,7 38 0 16,-3-18-2-16,-2 3-1 15,1-2 1-15,2 0-2 16,-1-2-2-16,-1-5-12 15,5-3-29-15,-2-5-26 16,4-4 3-16</inkml:trace>
  <inkml:trace contextRef="#ctx0" brushRef="#br0" timeOffset="-69107.55">17250 6520 107 0,'0'0'6'0,"0"0"15"16,7-48 10-16,-5 39 16 15,-2 2-2-15,0 3-13 16,0 4-15-16,2 0-13 0,3 7-8 15,2 10-5-15,3 1-29 16,3 1-38-16</inkml:trace>
  <inkml:trace contextRef="#ctx0" brushRef="#br0" timeOffset="-67903.14">19225 8104 138 0,'0'0'71'0,"0"0"-61"0,0 0 23 0,0 0-16 0,0 0-5 15,0 0-2-15,0 0-6 16,1-39-1-16,-1 28 0 16,0-5 1-16,0-2 0 0,0-4 3 15,0-2 1-15,0-3 0 16,0-3-2-16,0-2-2 15,-1-4 0-15,0-2-1 16,-1-3-1-16,1-5-2 16,-1 0 0-16,0-4 1 0,-1-3-1 15,1-1 0-15,0 0 0 16,0 0 0-16,2 0 0 16,-2 2 1-16,2-1-2 15,0 1 1-15,0 1 2 16,0 1-3-16,0 2 2 0,-2 4 1 15,-5 1 2-15,2 3 3 16,-1 3-3-16,1 0 0 16,-2 2-3-16,1 2 0 15,-1 5 0-15,0 1 0 16,0 4 1-16,2 2-2 16,-1 4 2-16,-1 5 1 0,3 4 1 15,0-1 2-15,0 6-6 16,2 2 0-16,1 1 2 15,-1 0-4-15,2 0-4 16,-4 1 2-16,1 8 3 16,0-2 3-16,0 2-3 0,0 1 2 15,1-2-1-15,-4-1-1 16,3 0 1-16,1-1 0 16,-2-2-1-16,1-1 2 15,-1-3 0-15,1 1 3 16,-1-1-2-16,-1 2-1 0,-1-1-2 15,0 2 1-15,-4 4-1 16,1 2 1-16,-4 2-1 16,0 6 0-16,2 3 1 15,-2 1-1-15,3 2 1 16,2 1-2-16,3-1 2 0,-5 0-8 16,6-2-20-16,-2-7-18 15,5-7-41-15</inkml:trace>
  <inkml:trace contextRef="#ctx0" brushRef="#br0" timeOffset="-67050.5">16820 6163 63 0,'0'0'11'0,"0"0"6"0,0 0 6 0,0 0-3 0,0 0-2 15,0 0 1-15,0 0-1 16,0-2-3-16,-1 0-2 16,-1-1-1-16,1 1-3 0,0-2-4 15,0 1 1-15,1-2-2 16,-2 1 0-16,2-2 3 16,0-1-3-16,0-2 2 15,0-2-1-15,0 1-2 16,0-1 4-16,0-3-2 0,0 2 0 15,0 1 4-15,0 4 1 16,2 0 2-16,0 3-7 16,5 3-3-16,1 1-3 15,5 2 0-15,9 11-2 16,7 4-5-16,3 0-21 0,6-6-50 16</inkml:trace>
  <inkml:trace contextRef="#ctx0" brushRef="#br0" timeOffset="-66217.59">18683 6193 49 0,'0'0'4'0,"0"0"13"0,0 0-4 16,18 45 1-16,-9-34-2 16,-2-3-1-16,2 0-3 0,2-3-1 15,-2-2 0-15,2 0 0 16,1-3-1-16,-2 0 1 16,0 0-2-16,1-3 2 15,-2-5 1-15,1-1-3 16,-3 0-2-16,2-2-1 0,-5 2-1 15,1-1 1-15,-3 2-2 16,0 1 1-16,-2 1-1 16,0 2 0-16,0 2 9 15,0 2-3-15,0 0-6 16,0 0-2-16,0 5 2 16,0 2 0-16,0 1 0 0,0 4 0 15,3-1 0-15,1 0 0 16,3 1 1-16,-2-1-1 15,3 0 1-15,-2 1-1 16,1-2 1-16,0 1 0 16,0-2 0-16,-4-1 1 0,1-1-1 15,-2 1 1-15,-2-2 3 16,0 1 2-16,0-1 4 16,0 0-1-16,-7-2-1 15,-2 3-4-15,-1-1-3 16,0 0 0-16,0-1-1 0,0 1 0 15,3 1-1-15,1-1-1 16,2-3-18-16,4-3-55 16,0 0-54-16</inkml:trace>
  <inkml:trace contextRef="#ctx0" brushRef="#br0" timeOffset="-65983.14">19019 6315 217 0,'0'0'21'0,"0"0"-19"0,0 0-3 0,0 0 1 16,0 0 2-16,0 35 0 15,0-20 0-15,1-1 0 0,1 2-2 16,1-2 0-16,-1 0 0 15,1-1-21-15,1-3-30 16,4-3-14-16</inkml:trace>
  <inkml:trace contextRef="#ctx0" brushRef="#br0" timeOffset="-65690.19">19170 6362 198 0,'0'0'5'16,"0"0"8"-16,0 0-1 0,0 0-8 16,0 0-4-16,0 0 0 15,38 6-4-15,-37 7 4 16,-1-2 0-16,0 3 0 16,-1-2-2-16,-7-3 4 15,3 0 8-15,2-4 1 0,-1 0-4 16,2-2 1-16,1-3-3 15,1 0 2-15,0 0 0 16,5 0-6-16,9-3 5 16,3-7 1-16,5-1-5 15,6-5-3-15,-3-4-46 0,-4-1-82 16</inkml:trace>
  <inkml:trace contextRef="#ctx0" brushRef="#br0" timeOffset="-65277.68">18763 5986 137 0,'0'0'77'0,"0"0"-67"0,0 0-3 0,0 0 10 15,0 0 5-15,0 0-2 16,0 0-13-16,0 0-5 0,0 0 1 15,5-31-2-15,-2 18 0 16,1-3 1-16,2 1 0 16,-3-1 3-16,3 3 5 15,-1 4-1-15,4 4-3 16,2 5-4-16,7 0-3 16,9 17-3-16,5 7-23 0,10 3-29 15,9 3-67-15</inkml:trace>
  <inkml:trace contextRef="#ctx0" brushRef="#br0" timeOffset="-64452.29">21220 6665 92 0,'0'0'16'0,"0"0"4"0,0 0-9 16,0 0-3-16,0 0-1 15,0 0-2-15,0 0 7 16,0 0-7-16,0 0-5 0,0 0-1 16,0 0 1-16,-2 14 0 15,0-4 0-15,1 4 1 16,-1 0-1-16,2 5 1 16,0 4-2-16,0 2 3 15,0 5-2-15,0 1 1 0,4 3 2 16,0 0-1-16,1 3 4 15,-1-1 2-15,2 6-2 16,0-2-2-16,-3 7-1 16,0 1-2-16,1 4 1 15,1 0 0-15,-2-1 0 0,3 2 1 16,1-2-1-16,2-1 2 16,-1-1 0-16,3 0 2 15,0-4 0-15,-1-1 1 16,0-3 2-16,-1-5-4 15,-4-1-2-15,0-2-1 0,-3-5-1 16,-2-2 1-16,0-2-2 16,-5-6-1-16,-3-9-34 15,-2-9-113-15</inkml:trace>
  <inkml:trace contextRef="#ctx0" brushRef="#br0" timeOffset="-64003.18">21073 6631 134 0,'0'0'13'0,"0"0"38"0,0 0-24 16,0 0-17-16,0 0-13 0,0 0 2 16,0 0 1-16,-36 31 3 15,22-12 2-15,-2 2-1 16,3-1 0-16,-5 1-4 16,3-4 1-16,0 1 0 15,3-3-1-15,3-4 0 16,-1-1-1-16,6-6-41 0,4-4-55 15</inkml:trace>
  <inkml:trace contextRef="#ctx0" brushRef="#br0" timeOffset="-63819.25">21051 6618 199 0,'0'0'4'16,"0"0"3"-16,54 0 4 15,-29 0-1-15,6 7-4 16,-1 1 0-16,3 0 1 0,0 1-5 16,-5 1-1-16,-1-2-1 15,-7 0-17-15,-7-5-64 16</inkml:trace>
  <inkml:trace contextRef="#ctx0" brushRef="#br0" timeOffset="-63071.34">20607 5850 211 0,'0'0'10'0,"0"0"8"0,0 0-8 16,0 0-16-16,0 0 10 15,0 0-4-15,0 0-2 16,0 0 2-16,23 42 3 16,-6-32-2-16,2-1 0 15,2-2-2-15,3-4 5 0,-1-2 0 16,2-1-2-16,-3 0 1 16,1-4-1-16,-5-5-1 15,0-1 0-15,-5 0 0 16,-2-2 0-16,-3 0-1 0,-3 1 2 15,-3 0-2-15,-2 2 1 16,0 2 0-16,0 1-2 16,-3 5-2-16,-2 1 3 15,-3 0-4-15,2 1 2 16,0 8-1-16,0 2 3 0,3 1 0 16,0 2-1-16,3 1 1 15,0 2-1-15,3 0 0 16,4 2 0-16,2-1 2 15,0 2 0-15,0 0 0 16,-3-2 0-16,-1 1-1 16,-3-5 0-16,-2-1-1 0,0-2-1 15,0-2 3-15,-5-5 0 16,-5 0 2-16,-1-3 0 16,-1-1-2-16,1 0 2 15,-1 0-1-15,2-6 2 16,5-1-2-16,0-1 2 0,4 0-1 15,1 1-2-15,0 1-2 16,8 0-1-16,5 2-4 16,3-1-5-16,4 0-12 15,2 1-31-15,-1-3-57 16</inkml:trace>
  <inkml:trace contextRef="#ctx0" brushRef="#br0" timeOffset="-62843.38">21028 5970 208 0,'0'0'26'0,"0"0"-18"0,0 0-6 16,0 0 2-16,0 0 2 16,0 0-1-16,4 40 1 15,-4-23-4-15,0 1 0 16,2 1-2-16,-2-2 1 0,2 0-1 15,-1 0 0-15,1-4 1 16,0 0-8-16,0-5-35 16,3-2-50-16</inkml:trace>
  <inkml:trace contextRef="#ctx0" brushRef="#br0" timeOffset="-62487.21">21146 5990 92 0,'0'0'88'16,"0"0"-52"-16,0 0-2 0,0 0-14 15,0 0-6-15,0 0-5 16,0 0-10-16,0 0 0 16,0 0 1-16,0 16 0 15,0-5 1-15,0 3-1 16,2-1-9-16,-2 0-12 15,0-2-9-15,0-1-25 0,0 0-22 16</inkml:trace>
  <inkml:trace contextRef="#ctx0" brushRef="#br0" timeOffset="-62025.52">21178 6003 191 0,'0'0'19'15,"0"0"10"-15,0 0-4 16,18-40-15-16,-10 33-4 16,1 3 0-16,-3 0-3 0,3 2-2 15,-2 1-1-15,0 1 0 16,0 0 0-16,-1 0-1 16,-3 7-2-16,-1 1 1 15,-2 2-3-15,0 2-3 16,-3-1-4-16,-5 2 7 0,-3 1 3 15,1-4 3-15,0 0 0 16,3-3 2-16,1-1-2 16,4-2-1-16,2-1 1 15,0-2 1-15,0-1-2 16,8 0 1-16,3 0 1 0,5 0 5 16,3 0-2-16,-1-1-2 15,3-1-3-15,-6 2 1 16,1 0 0-16,-5 0-1 15,-4 2 0-15,-1 5 0 16,-6 3-2-16,0 1 1 16,0 3 1-16,-8 0-2 0,-7 1 4 15,-4-1-3-15,-6-1 3 16,-4-3 0-16,-4 1-3 16,-1-5 3-16,-3-2-3 15,1-4-37-15,1-3-89 0</inkml:trace>
  <inkml:trace contextRef="#ctx0" brushRef="#br0" timeOffset="-61639.98">20705 5584 127 0,'0'0'26'0,"0"0"10"0,0 0 2 0,0 0-27 0,0 0-7 15,0 0 4-15,0 0 6 16,0 0-11-16,0 0-3 15,0 0 10-15,-8-10-1 16,14 1-2-16,1-2-2 16,-1-2 3-16,-1-1 1 15,-2 3 2-15,0-2 1 0,-1 5 4 16,-1 5 6-16,-1 3-14 16,0 8-17-16,0 19-13 15,0 17 6-15,0 9-12 16,-4 5-54-16</inkml:trace>
  <inkml:trace contextRef="#ctx0" brushRef="#br0" timeOffset="-59673.44">17753 8586 26 0,'0'0'37'0,"0"0"-22"0,0 0-4 0,0 0-1 0,0 0-7 16,0 0-1-16,0 0-2 16,0 0 2-16,0 0-2 15,0 0 1-15,0 0-1 0,0 0 0 16,0 0-1-16,0 0 3 16,-20-4-2-16,15 4 0 15,3 0 2-15,1-1 0 16,-1 1 6-16,2-2 10 15,0 2 4-15,0-1-7 16,0 0-3-16,0 1-7 0,0-2-2 16,0 2-2-16,0 0 1 15,0 0-2-15,4 0-2 16,0 0 4-16,1 0-2 16,2-1 0-16,3-1 0 0,-1 2 0 15,2 0 0-15,3-1-2 16,-1-1 2-16,3 1 2 15,-1-2-4-15,2 3 4 16,0-1-2-16,3-1 0 16,-4 2 0-16,2 0 1 15,0 0-1-15,-1 0 0 0,-1 0 0 16,1 0 1-16,4-1-1 16,-4-2 0-16,3 3 0 15,1-4 0-15,-2 4 1 16,2-3-1-16,1 2 0 15,-1-2 0-15,3 1 0 0,-1 1 0 16,1-1 0-16,1-1 0 16,-3 2 0-16,0-2 0 15,-1 2 1-15,-3-2 0 16,0 2 0-16,1-1 1 16,-3 1 0-16,-1-1-1 0,-1 2-1 15,1-1 0-15,0 1 1 16,0-3-1-16,-1 3 0 15,1-2 0-15,3 1 1 16,-3-3-1-16,1 3 0 16,-2-1 0-16,2-1 0 0,-1-1 0 15,1 1 0-15,-3 2 1 16,1-2-1-16,-3 1 0 16,-1 0 0-16,-1 1 0 15,-1 1 0-15,-3-2 0 16,2 2 0-16,-5 0 0 15,2 0 0-15,-3 0 0 0,2 0 0 16,-3 0 0-16,0 0 1 16,2 0-2-16,-2 0 1 15,0 0-3-15,0 0-5 16,0 2-1-16,-2-2-30 16,-6 0-42-16</inkml:trace>
  <inkml:trace contextRef="#ctx0" brushRef="#br0" timeOffset="-57175.57">18448 8363 24 0,'0'0'1'0,"0"0"0"0,0 0 0 0,0 0 12 0,0 0 11 15,0 0 2-15,0 0-2 16,0 0-4-16,0 0 0 16,0 0 2-16,-19-25-9 15,17 23-6-15,1 1-5 16,1 1-2-16,0 0 0 0,-1 0 0 15,1 0 0-15,-1 0-3 16,1 0 1-16,0 0 2 16,0 3-1-16,0 1 1 15,0 1 0-15,0 1 0 16,1 2-1-16,7 0 1 0,-3-1 0 16,2 2 0-16,1-2 0 15,3 1 1-15,-3 1-1 16,2-1 0-16,1-1 1 15,-2 0 1-15,-2 1-2 16,1-4 1-16,-1 3-1 0,0-1 2 16,-1-1-2-16,1 0 0 15,-3 0 0-15,2-2 0 16,-2 3 0-16,-1-2 0 16,-1 0 0-16,-2 0 0 15,1-1 0-15,-1 0 1 0,0 2 0 16,0 0 1-16,0 1 0 15,0 0-1-15,-1 2 0 16,-1 3 2-16,-5 4-1 16,-1 8-4-16,-5 6 4 15,-3 8 1-15,-4 9-2 0,-2 9 0 16,-7 3-1-16,-2 3-33 16</inkml:trace>
  <inkml:trace contextRef="#ctx0" brushRef="#br0" timeOffset="-56256.15">17702 8597 57 0,'0'0'7'0,"0"0"2"0,0 0-8 0,0 0-1 15,0 0 1-15,0 0-1 16,0 0 2-16,0 0 12 0,0 0 5 16,0 0-3-16,0 0-6 15,38 13-5-15,-18-13 0 16,0-4-1-16,4 1-2 15,3 1 0-15,0 0-1 16,2 0-1-16,-1 0 2 0,1 0-2 16,2 1 1-1,2 1 0-15,-2 0 0 0,3 0 0 16,2 0 1-16,-1 0 1 16,-1-3 1-16,-3 3-1 15,0 0-1-15,-4-1-1 16,-1-2 1-16,-1 3 0 0,1-3 0 15,-1 2-1-15,0-3 0 16,0 2-1-16,-3-1 1 16,1 0-1-16,-7 1 0 15,0 0 0-15,-3 1 0 16,-2-1 0-16,-2 1 0 0,-2 1 0 16,-1 0 0-16,-1 0-2 15,2 0-16-15,-3 0-9 16,-1 0-9-16,-1 0-26 15</inkml:trace>
  <inkml:trace contextRef="#ctx0" brushRef="#br0" timeOffset="-55823.14">18369 8346 41 0,'0'0'11'0,"0"0"3"0,0 0-4 0,0 0-2 16,42 1-4-16,-32 4 2 16,0 4-1-16,0-1 2 15,-1 1 2-15,3 2 4 0,-3 3 1 16,0 2-1-16,2 4-2 15,-6 4-3-15,1 3-3 16,-6 5-2-16,0 6-2 16,0 4 0-16,-14 2-2 15,-2-3-28-15,0-6-43 0</inkml:trace>
  <inkml:trace contextRef="#ctx0" brushRef="#br0" timeOffset="-54690.57">19841 8382 14 0,'0'0'45'0,"0"0"-33"0,0 0 4 0,0 0 1 0,0 0 1 15,0 0 0-15,0 0 0 16,0 0 4-16,0 0-3 15,0 0-8-15,0 0-10 16,0 0 0-16,2 0 0 0,3 0-1 16,2 0 1-16,0 0-1 15,2 0 0-15,5 0 1 16,2 0 0-16,4 0 0 16,2 0-1-16,2 0 1 15,4 0-1-15,1 0 0 0,0 0 1 16,2-3-1-16,-2 2 0 15,0-1 2-15,-2 0-2 16,0 0 0-16,-2 0 1 16,1 1 0-16,0-2-1 15,2 3 1-15,-3-1 0 16,0-1 0-16,1 1-1 0,-6 0 2 16,2-2 1-16,-2 1 1 15,1 0-2-15,-2 0 0 16,2 1 0-16,-5-1-1 15,2 2 0-15,-2-3 0 0,3 3 0 16,-2-1 1-16,1-2 0 16,3 0-2-16,-2 2 1 15,2-2-1-15,-3-1 1 16,0 1-1-16,0 0 1 16,-3 0-1-16,-1 0 1 15,-3 2 0-15,-2-2 0 0,1 3-1 16,-4 0 1-16,1 0-1 15,-3 0 0-15,3 0-1 16,-5 0 1-16,0 0-10 16,0 0-9-16,-1 3-21 0,-1-2-2 15,0 1 8-15,0-2-23 16</inkml:trace>
  <inkml:trace contextRef="#ctx0" brushRef="#br0" timeOffset="-54105.34">20710 8169 58 0,'0'0'14'0,"0"0"4"0,0 0 3 0,0 0-15 0,0 0-4 15,0 0-2-15,0 0 1 16,0 0-1-16,0 0 1 0,0 0 1 15,0 0 2-15,0 0-1 16,1 14 5-16,3-8 1 16,3-2-1-16,-1 2 2 15,2-1-4-15,2 1-2 16,-2 1-1-16,2-3 1 0,1 1-1 16,-3-1 1-16,2 0 2 15,1 0-3-15,-4 0 2 16,0-2-2-16,-1 1 2 15,1 1-4-15,-4-1 1 16,0 0-2-16,0-2 1 0,-1 2 0 16,0 0-1-16,-1 1 0 15,0-1 0-15,0 0-1 16,-1 0 3-16,0 2 0 16,0 1 1-16,0 3-1 15,-5 2 0-15,-9 5 1 16,-4 2 0-16,-8 8 1 15,-10 5-3-15,-11 7-2 0,-16 5 2 16,-12 4-61-16</inkml:trace>
  <inkml:trace contextRef="#ctx0" brushRef="#br0" timeOffset="-50988.44">16397 9789 78 0,'-3'0'16'0,"2"-2"1"0,0 0-7 0,0-1 1 16,1 2-2-16,-1-1-4 16,-1 1 6-16,1 1 4 15,1 0-2-15,-2-3-2 0,2 3 3 16,-2 0-7-16,2 0-6 16,0 0 0-16,-2 0-1 15,1 0-1-15,0 0-1 16,1 3 3-16,-1 1 0 15,1 4-2-15,0 1 2 0,0-2-1 16,0 2 1-16,0-1-1 16,0-2 0-16,0 4 0 15,1 0 0-15,3-3 0 16,0 2 2-16,-1-1-2 16,0 2 0-16,3-3 0 15,-3 3 1-15,1-2-1 0,0 1 0 16,0 2 0-16,0-2 0 15,0 1 0-15,2 0 1 16,-3-2-1-16,1 1 0 16,2-2 0-16,-3-1 1 15,1-1-1-15,2-2 1 0,-2-1 0 16,0 0 0-16,2 0-1 16,-2-2 1-16,1 0-1 15,-1 0 3-15,0 0-3 16,1-2 1-16,-2-3 2 15,1-1-1-15,-1-1 0 0,-1-3-2 16,2 0 1-16,-2 0 0 16,1-1 0-16,-1-1-1 15,1-3 0-15,1 2 0 16,-2 2 0-16,0-2 0 16,-2 2 0-16,0 1 1 0,0 1-1 15,0 3 0-15,0 2 1 16,0 0-1-16,0 1 0 15,0 3-1-15,0-1 0 16,0 1 2-16,0 0-6 16,0 0-9-16,0 3 13 0,0 4 1 15,2 0 0-15,1 1 0 16,5 0 0-16,-2 0 0 16,4 1 0-16,1-1 0 15,0-1 0-15,3-1 1 16,-3-2-1-16,4 0-1 0,1-3 1 15,-2 1 0-15,1-2 1 16,-1 0 0-16,-1 0 0 16,-2 0 1-16,0-2-1 15,-1-2 1-15,-2 0-2 16,-3-2 3-16,2 1-1 0,-3-1 2 16,-4-2 4-16,0 0-1 15,0-1 2-15,0 0-1 16,-2-2-2-16,-6-1-1 15,2 0-2-15,-3-1 2 16,0 1-2-16,0-2-2 0,-2 0-1 16,-1 1 2-16,-1-1-2 15,1 1 0-15,-1 2 1 16,0-2 0-16,1 3 1 16,0 1 0-16,3 0 1 15,-1 3 1-15,4 0-3 0,1 5-1 16,3-1 0-16,2 2-19 15,0 0-75-15,0-1-12 16</inkml:trace>
  <inkml:trace contextRef="#ctx0" brushRef="#br0" timeOffset="-49359.28">16548 9457 99 0,'-5'-10'1'0,"1"0"5"0,-2 2 7 0,0-1-6 15,-3 2-4-15,2-3 2 16,-3 4-1-16,-1-1 2 16,0 0 4-16,0 3 2 15,-3 0-1-15,1-1 0 16,0 3-6-16,-1 0 0 0,-1 1-2 16,-1 1-3-16,-1 0 0 15,0 0-1-15,0 2 2 16,1 3-1-16,0-1 0 15,0 3-1-15,1 0 4 16,2 0-2-16,-2 3 0 0,1 0-1 16,-1 2 1-16,1-1-1 15,0 5 0-15,1-2 3 16,2 1-4-16,2 1 1 16,-3 1 2-16,2 0-1 15,3 3-1-15,-3-1 1 0,1 1 0 16,3 2-1-16,-2 1 0 15,0-2 1-15,3 2-1 16,1 1 0-16,2-1 1 16,-2 0 0-16,4 2-1 15,0-2 1-15,0 1 0 16,0 0-1-16,0 0 1 0,2 0 2 16,3-2-2-16,0-1 1 15,3 2-2-15,1 0 1 16,0-1 0-16,0-1-1 15,4 1 0-15,0 0 1 16,1-1-1-16,0 0 0 0,3 0 0 16,1-3 1-16,4 2-1 15,1-4 2-15,-1-1-2 16,4 0 0-16,1-4 1 16,1 0-2-16,-1-2 2 15,1-2-1-15,0-2 2 0,0-1-1 16,1-3 0-16,-1-1 0 15,5 0 0-15,-3 0 1 16,1-7-1-16,2-3 0 16,-2-1 1-16,-2-1 3 0,-2-3-2 15,-1 0 0-15,-3-2 3 16,-2-1 1-16,0-1-1 16,-5 0-2-16,-1-3 1 15,-1-2 3-15,-3 1-1 16,-1-4-1-16,-2 0-2 15,-3-1-2-15,-1 0 0 16,-2-2-1-16,-2 0 1 0,0-1-1 16,0 0 1-16,-2 1 0 15,-6 1 0-15,-1 1 3 16,1 4 0-16,-2 4-2 16,2 1 0-16,-1 5-3 0,1 4-3 15,3 3 2-15,-2 7-3 16,3 0-13-16,-1 4-29 15,3 6-5-15,-2 4-20 16,2 1-74-16</inkml:trace>
  <inkml:trace contextRef="#ctx0" brushRef="#br0" timeOffset="-48640.6">16762 9995 94 0,'1'-5'6'0,"-1"0"21"0,0 1-2 16,0-2-2-16,1 2-2 0,-1 3-5 16,0 0-6-16,0 1-1 15,0 0-6-15,0 0-6 16,0 2 3-16,0 5 0 15,4 3 4-15,-2 2-3 16,1 0 0-16,1 1 0 0,2-1-1 16,-2 0 0-16,1-3 0 15,2-1 1-15,-5-1-1 16,1-2 0-16,-1-2 0 16,-1-1-1-16,0 0 1 15,-1-2 0-15,0 0 0 0,0 0 3 16,-1-3-2-16,-4-6 1 15,0-3-2-15,-2-2 1 16,2-1-1-16,-3-2-1 16,3 1 1-16,-3 3 0 15,3 1 3-15,2 5 0 16,1 1 11-16,-1 6-4 0,3 0-9 16,0 7-7-16,7 7 3 15,7 4-6-15,-1 3-16 16,4-2-67-16</inkml:trace>
  <inkml:trace contextRef="#ctx0" brushRef="#br0" timeOffset="-47629.3">18621 9589 145 0,'0'0'1'0,"0"0"33"0,0 0-8 16,0 0-14-16,0 0-4 15,0 0-3-15,0 0-4 16,0 0-1-16,0 0 0 0,0 0 0 15,0 0 0-15,0 0 0 16,-7 27 0-16,7-14 0 16,0 1 0-16,5 0 0 15,3 1 2-15,-2-3-2 16,3 1 0-16,0-3-2 0,0-4 2 16,2 1 0-16,-1-3 0 15,-1-2-1-15,2 0 1 16,1-2 0-16,0 0-2 15,-3 0 4-15,1-7-2 16,0-1 3-16,-3-1 0 0,0-2 4 16,-2-1 1-16,-1-2-2 15,-2 3-3-15,0 0 0 16,-2-1-3-16,0 4 0 16,0 2 0-16,0 0 0 15,0 3 0-15,0 1 0 0,0 2 0 16,0 0-2-16,0 0-9 15,0 8 9-15,0 2 2 16,0 1 0-16,1 2-1 16,4 0 1-16,3-2-3 15,3-1 2-15,-2-1 1 16,2-2 0-16,1-3-1 0,1-3 0 16,1-1 2-16,1 0-1 15,0-1 0-15,-1-6 2 16,2-4 1-16,-3 1-1 15,-3-3 0-15,0 0 2 16,-7-4 4-16,-1 3-3 0,-2-2 2 16,0-2-2-16,-1 1-1 15,-5 1-1-15,-4 2 0 16,1 0-2-16,1 3 2 16,-4 3-3-16,4 4 0 15,1 4-4-15,-1 0-7 0,-1 4-26 16,2 3-24-16,2 1-33 15</inkml:trace>
  <inkml:trace contextRef="#ctx0" brushRef="#br0" timeOffset="-47380.35">19113 9606 103 0,'0'0'90'0,"0"0"-68"0,0 0-21 0,0 0 2 16,0 0 5-16,12 47-1 0,-7-22-4 15,4 4-2-15,-3 6 0 16,2 1-1-16,2-3-67 15</inkml:trace>
  <inkml:trace contextRef="#ctx0" brushRef="#br0" timeOffset="-46448.56">20884 9562 59 0,'0'0'22'0,"0"0"-7"0,0 0 10 0,0 0-9 0,0 0-2 16,0 0 0-16,0 0-2 15,0 0-4-15,0 0 0 16,0 0 2-16,-15-33 0 15,15 33-5-15,-3 0 0 16,2 0-5-16,-1 3-1 0,1 7 1 16,1 3 0-16,0 0 1 15,0 1-1-15,0 2 0 16,3-2 1-16,4 0-1 16,0-3 1-16,0 1-1 15,2-4 0-15,0-2-1 0,1-2 0 16,3 0 1-16,-2-3 0 15,2-1-1-15,1 0 1 16,-3 0-3-16,2-6 3 16,-3-3-1-16,0-1 0 15,-5-1 2-15,2 1-1 16,-5 0 0-16,-1 2 0 0,1 2 0 16,-2 2 0-16,0 0 1 15,0 3 2-15,0 1-4 16,0 0-1-16,1 1-4 15,2 7 5-15,1 0 2 0,0 1-1 16,3 1 0-16,1-2 0 16,0-2 1-16,-1 0-2 15,4-2 1-15,-4-1 0 16,2-3 3-16,-1 0 4 16,0 0 5-16,0-3 5 15,-3-7 1-15,1-1 1 0,-6-2-1 16,2 0-3-16,-2-4-4 15,0 0-6-15,0 0-4 16,-4 0-1-16,2 3-7 16,-2 1-20-16,3 5-14 15,0 0-20-15,1 3-29 0</inkml:trace>
  <inkml:trace contextRef="#ctx0" brushRef="#br0" timeOffset="-45978.25">21279 9593 66 0,'0'0'23'0,"0"0"-20"0,0 0 1 0,0 0-1 15,0 0-2-15,0 0 7 16,0 0 6-16,0 0 3 15,0 0-5-15,0 0-2 16,0 0-6-16,26-1-4 16,-20 1 1-16,-1 0-1 0,4 0 0 15,-4 0 0-15,0 0-1 16,0 7 1-16,-2-3 0 16,0 5-3-16,-2-1 0 15,-1 4-3-15,0-1 2 16,0 2 0-16,-4-2 4 0,-3 0-1 15,1-2 1-15,-3 1 0 16,2 0 3-16,0-4 3 16,0 0 7-16,0-1 0 15,1-1-3-15,4-1-3 16,1-1-2-16,-1-2 2 0,2 0-1 16,0 0 2-16,2 0 1 15,12 0 13-15,2-3-5 16,8-5-7-16,8 0-10 15,7 1 3-15,7-3-3 16,4-3-14-16,2-2-70 0</inkml:trace>
  <inkml:trace contextRef="#ctx0" brushRef="#br0" timeOffset="-44540.54">16302 7413 136 0,'-2'0'5'0,"-2"0"9"0,2 0 2 0,0 0-8 16,1-4 1-16,-1 4 4 15,0-1-2-15,2-1 1 16,-2 2-2-16,2 0-7 16,0 0-4-16,0 0-1 15,0 0-1-15,0 3 3 16,0 4 0-16,4 1 0 0,1-2 0 15,3 4-2-15,-1 0 4 16,0 0-2-16,2 1 0 16,-1 1-2-16,4 1 4 15,-3 0-2-15,1-1 0 16,1 0 0-16,1-4 0 0,0 3 0 16,-3-5 0-16,0 0 0 15,2-3-2-15,-5 0 4 16,1-2-2-16,-2-1 0 15,-1 0-2-15,0 0 4 16,0-2 2-16,-2-6 3 0,-1-1 0 16,-1-2-3-16,0 1-1 15,0-1 0-15,0 0 2 16,0 2-1-16,0 0-3 16,0 2 0-16,0 4 0 15,0-1-1-15,0 4 0 0,1 0-2 16,7 0-6-16,-3 0-1 15,4 6 2-15,4 1 5 16,-2 2 1-16,3-1 1 16,-1-1 0-16,-3-1 0 15,2-2 0-15,-3-3 0 16,-2 1 0-16,-1-1 0 0,-4-1 1 16,0 0 4-16,-2-3 17 15,0-5 0-15,0-3-10 16,0-4-3-16,-1 0 0 15,-4-3-1-15,-2-1-5 0,1 0-1 16,-2-2 2-16,0 1-3 16,1 4 0-16,3 2-1 15,0 3 0-15,2 4-1 16,2 4-9-16,0 3-28 16,0 0-80-16,2 0 14 0</inkml:trace>
  <inkml:trace contextRef="#ctx0" brushRef="#br0" timeOffset="-44036.51">16758 7422 103 0,'0'0'0'0,"0"0"5"0,0 0 1 16,0 0-3-16,0 0 0 16,0 0-1-16,0 0 2 15,0 0 6-15,0 0 0 16,-39-26 10-16,38 25 7 16,-1-2-6-16,2 0-8 0,0 2-4 15,0-2-7-15,4 0-3 16,5 3 4-16,-1-1-1 15,0 1-2-15,1 0 0 16,-2 0 0-16,2 5-1 0,-4 2 0 16,-1 4-1-16,-2 1-1 15,0 1-4-15,-2 1 5 16,0 0 0-16,0-1 2 16,-3-1-2-16,-1-1-1 15,0-1 5-15,2-3-1 0,-2-1 2 16,1-2-1-16,3 0-1 15,0-4 2-15,0 0-3 16,0 0 3-16,7 0 2 16,1-3 10-16,4-4-1 15,3-4-4-15,5-2-5 16,3 0-3-16,5 1-1 0,7-1-1 16,2-3-5-16,0-4-81 15</inkml:trace>
  <inkml:trace contextRef="#ctx0" brushRef="#br0" timeOffset="-43238.47">18637 7231 165 0,'0'0'2'0,"0"0"27"0,0 0-19 0,0 0-10 0,0 0-1 16,0 0 1-16,0 0-1 15,0 0 0-15,9 43 2 16,-5-32-1-16,2 2 1 16,-2 0-1-16,3-2 0 15,0 0 0-15,2-2 1 0,-1 1-1 16,1-3 2-16,1-1-2 16,0 1-2-16,0-4 1 15,2 0 0-15,1-3 0 16,0 0 3-16,-2 0-2 15,-2 0 3-15,2-4-6 0,-2-2 8 16,-4 2-5-16,-1-1 1 16,0 2-1-16,-3 1 1 15,-1 2 0-15,2 0-1 16,0 0-2-16,0 2-4 16,5 4 5-16,-2 4 2 0,3-1-2 15,0 1 2-15,3-2-1 16,-1-1 0-16,1-1 0 15,-3-3 0-15,1-3 1 16,-2 0 2-16,-1 0 6 16,1 0 11-16,-3-7 6 0,-4-5-1 15,0-1-4-15,0-2-6 16,0-2-6-16,-5-2-6 16,-2-2-1-16,-1 1-1 15,3 0-1-15,-1 3-2 16,0 1-17-16,2 5-15 0,1 4-14 15,2 2-26-15,0 3-61 16</inkml:trace>
  <inkml:trace contextRef="#ctx0" brushRef="#br0" timeOffset="-42910.73">18961 7379 138 0,'0'0'29'0,"0"0"2"0,0 0-5 0,0 0-18 16,0 0-3-16,0 0-2 0,0 0 1 15,0 0-5-15,0 0 2 16,0 0-1-16,37-11-1 16,-32 15 0-16,3 5-1 15,-5 1 1-15,-1 2 1 0,-2 1-1 16,0-2 2-16,0-3-2 15,0-1 1-15,-2-3 3 16,-1 0 6-16,3-3 5 16,-3-1 0-16,3 0 3 15,3 0-13-15,13-5-2 16,11-5 4-16,7-4-5 0,17-5-1 16,4-6-41-16,6-8-126 15</inkml:trace>
  <inkml:trace contextRef="#ctx0" brushRef="#br0" timeOffset="-42221.46">20817 7156 125 0,'0'0'-12'0,"0"0"21"0,0 0-9 16,0 0 1-16,0 0 0 0,0 0 1 15,-8 44 1-15,8-31-2 16,0-1 2-16,0-1 0 15,3 0 1-15,3 2 0 16,-1-2 0-16,4-1 0 16,1-3-1-16,-1 1 0 0,4-3-2 15,-1-2 1-15,1 0-1 16,0-2 2-16,-2-1-2 16,-2 0 5-16,0 0 6 15,0 0 2-15,-4 0 0 16,3 3-4-16,-2 0-7 15,2 1-1-15,-2 0-1 0,3 2 0 16,-2 0-1-16,0-2 2 16,-1 0-2-16,1-1 0 15,-4-1 0-15,1-2 4 16,-2 0 25-16,1 0 2 0,-1-6-5 16,-2-1-12-16,0-3-3 15,0-3 0-15,0-2-1 16,0 0-1-16,-6 1-7 15,2-2-2-15,1 5-1 16,2 1-23-16,1 4-27 0,-2 2-47 16</inkml:trace>
  <inkml:trace contextRef="#ctx0" brushRef="#br0" timeOffset="-41950.4">21059 7324 180 0,'0'0'30'0,"0"0"-14"0,0 0-1 16,0 0-5-16,0 0-7 15,0 0-2-15,38 12 0 16,-34-3 0-16,-2 0 1 0,-2-1 1 16,0-2-1-16,0 1 1 15,0-3 11-15,0-1 7 16,0-3 0-16,0 0 2 15,0 0-5-15,4 0-8 16,15-6 0-16,10-5 0 0,10 0-8 16,11-4-2-16,4-3-43 15,-6-6-62-15</inkml:trace>
  <inkml:trace contextRef="#ctx0" brushRef="#br0" timeOffset="-41081.38">17956 8035 157 0,'0'0'9'0,"0"0"25"0,0 0-12 0,0 0-10 0,0 0-6 16,0 0-2-16,0 0 1 15,0 0-4-15,0 0-2 16,0 0 0-16,0 0 1 0,-23 14 1 16,23 2 0-16,0 4-2 15,0-2 2-15,0 1-1 16,0-2 0-16,0-3 0 15,0-2 0-15,0-2 1 16,1-2-1-16,4-5 0 16,-3 1 1-16,-2-1-1 0,2-3 0 15,1 0-1-15,-1 0 4 16,2-7 4-16,0 1-4 16,-1-2-2-16,0-1-1 15,0 2 1-15,0 3-1 16,-1 2 1-16,-1 2-2 0,3 0 0 15,0 0 0-15,3 1-1 16,1 5 4-16,2 0-2 16,-1 1 0-16,1-1 0 15,-2 0 0-15,0-2 0 0,-3-4 0 16,-1 3 0-16,0-3 1 16,-2 0 1-16,-1 0 15 15,0-9 14-15,-1-1-15 16,0-4-9-16,0-3-1 15,0 0-2-15,-1 1-2 16,-1-1-2-16,2-1-1 16,0 1-21-16,0 5-27 0,2 0-75 15</inkml:trace>
  <inkml:trace contextRef="#ctx0" brushRef="#br0" timeOffset="-40656.31">18177 8153 202 0,'0'0'9'0,"0"0"14"0,0 0-10 16,0 0-1-16,0 0-1 15,0 0-4-15,0 0-1 16,12-35-6-16,-4 28 1 15,5 2 0-15,2 1 0 0,0 3 1 16,-1 1-2-16,-3 0 0 16,1 1 0-16,-4 8-4 15,-3 1-1-15,-2 1 2 16,-3 2-1-16,0-2 2 16,0 0 1-16,-5-2 1 15,2 0 1-15,-1-4 0 0,3-1 0 16,1-1 1-16,0 0 0 15,5 0-3-15,4 0 1 16,3 0 3-16,0 1-1 16,2 2 0-16,-2-1-1 15,-2 2-1-15,-4 2 1 0,-5 2-1 16,-1 5 0-16,-9 5-3 16,-14 3 0-16,-5-1-34 15,-2-6-76-15</inkml:trace>
  <inkml:trace contextRef="#ctx0" brushRef="#br0" timeOffset="-39893.71">19963 7957 117 0,'0'0'6'0,"0"0"3"0,0 0-2 0,22-38 2 16,-17 32 0-16,-3 6 8 15,1 0-13-15,4 0-4 16,-3 0 0-16,2 7 1 0,1 6-1 16,-1 1 1-16,3 3 4 15,-3 3-1-15,2 0-2 16,-1 0-1-16,1-1 0 16,0-4-1-16,-1-2 2 15,1-2-1-15,-4-5 1 0,2-2-1 16,0-2 1-16,-3-2 1 15,3 0 4-15,-1 0 8 16,2-5 1-16,0-3-8 16,-1 1-5-16,1-3 0 15,-1 3-2-15,1 1-1 16,-1 3 2-16,1 2 0 0,-2 1-1 16,3 0 1-16,2 0-2 15,1 0 1-15,-1 4-1 16,2-1 1-16,-1 1-1 15,-4-2 1-15,2-1-1 16,-6-1 2-16,0 0 20 0,-2-3 13 16,-1-4-6-16,0-4-5 15,0-2-7-15,0-3-9 16,0-1-2-16,0-1-5 16,0 1-3-16,4 0-4 15,0 1-34-15,1 2-33 0,4 1-98 16</inkml:trace>
  <inkml:trace contextRef="#ctx0" brushRef="#br0" timeOffset="-39530.41">20426 8010 274 0,'0'0'-4'0,"0"0"10"0,0 0-4 0,0 0-3 15,0 0 4-15,0 0-2 0,0 0-1 16,45-16 0-16,-36 12 0 16,2 3 0-16,1 1 0 15,-2 0 0-15,2 0 1 16,-7 7-4-16,1 4-1 16,-5 3-2-16,-1 1 3 15,0 0 3-15,-1 1-2 0,-6-1 3 16,3-2-1-16,-5-2 3 15,6-2 0-15,1 0 1 16,2-2-1-16,0-2 0 16,0 1 2-16,3-2-3 15,4-1 1-15,2 1 1 0,-1 2-2 16,-3 7-1-16,-5 5-1 16,-6 9-14-16,-18 4-52 15,-11 6-94-15</inkml:trace>
  <inkml:trace contextRef="#ctx0" brushRef="#br0" timeOffset="-38634.9">19304 8998 0 0</inkml:trace>
  <inkml:trace contextRef="#ctx0" brushRef="#br0" timeOffset="-38377.66">19304 8998 23 0,'0'-42'43'0,"0"40"-12"16,0 2-3-16,0 0-4 15,0 0-16-15,0 3-10 16,-2 7 6-16,-2 0-4 16,2 6 1-16,0 1-1 0,2 5 1 15,0 1-1-15,0 4 1 16,2 4 0-16,2 5 1 15,-2 3-2-15,1 6 1 16,-2 6 3-16,0 4 1 16,-1 5-1-16,2 2 1 0,-1-2-4 15,1-2 1-15,1-1 0 16,-1-6-1-16,1-1 1 16,0-3-2-16,-1-3 0 15,2-3 0-15,-2-2 1 16,1-4-3-16,-3-7-11 0,0-9-42 15</inkml:trace>
  <inkml:trace contextRef="#ctx0" brushRef="#br0" timeOffset="-14087.67">3972 2921 0 0,'0'0'27'0,"0"0"-19"0,0 0-5 0,0 0-2 16,0 0-1-16,0 0 1 15,-38 20 0-15,30-19 4 16,2-1 6-16,2 0 1 15,-1 0-5-15,-1 0-6 0,2 0 0 16,0 0-1-16,1 0-2 16,-2-3 0-16,3-1 5 15,-3 0 1-15,3 0 0 16,-2-1 1-16,0 1 4 16,1 0-5-16,-1 2 1 15,-1 0-3-15,1 0 1 0,1 1-2 16,-3 1 1-16,2 0-1 15,1 0-1-15,-1 0 0 16,-1 0-2-16,2 0 3 16,-1 0-1-16,0 0 1 15,2 0-1-15,-1 1 0 0,1 1-1 16,2 0 0-16,-2 2 1 16,0 0 0-16,0 3 0 15,0 0-2-15,-4 3 3 16,4 0-2-16,-4 2 0 0,1 0 1 15,1 5 0-15,-2-3 0 16,1 3 0-16,-4-1-1 16,4-2 2-16,1 0 0 15,-3-1-1-15,3 0 0 16,-1-2 0-16,1-1 0 16,-1 4 1-16,1 0-1 15,-3 0 0-15,1 2-1 0,-4 0 1 16,1-1 0-16,1 1 1 15,-2 0 0-15,1-1-1 16,1 1 0-16,1-1 0 16,-2 0 0-16,2 2 0 0,3 1-1 15,-3-2 1-15,3 3 0 16,-3 0 1-16,3 5-1 16,-1-1 0-16,1 1 0 15,0 2 0-15,1 1 0 16,1-2 0-16,0 1 0 0,0 0 0 15,2 2 0-15,-4 1 0 16,2 3 0-16,2 1 0 16,-4 2 0-16,2-1 0 15,0 3 0-15,-2-3 1 16,3 0-2-16,-1-2 1 0,0-3 1 16,2-1-2-16,0-2 1 15,-2 1 0-15,0-1 0 16,0 1 0-16,-1 0 0 15,0 3 0-15,-1-1 1 16,0 1-1-16,-1 2 0 0,3-3 0 16,-2 0 0-16,2 2 0 15,0 0 1-15,1 2-1 16,0 0 0-16,1 1 2 16,-1 0-2-16,1 0 0 15,0 0 0-15,0-3 0 0,0 1 0 16,0-1 0-16,-2-2 0 15,2 3 0-15,-3-2 0 16,1 1 0-16,0 2 0 16,-2 0 0-16,3 3 1 15,-1 1-1-15,0 0 0 0,2 0 0 16,0-3 0-16,0 3 0 16,0-3 0-16,0-1 0 15,2-1 0-15,1-2 0 16,3 2 0-16,1 0 0 15,-2 2 0-15,-1 0 0 16,0 0 0-16,1 2 0 0,-1 0 0 16,3-1 0-16,-4-2 1 15,3-1-1-15,-2-2 0 16,1-3 0-16,-1 1-1 16,0-5 2-16,2 1-1 15,0 0 0-15,-3-1 0 0,5-3 0 16,-4 2 0-16,3 0 0 15,-2-2 0-15,2 0 0 16,-1-2 0-16,1 2 0 16,-1-5 0-16,4 0 0 15,-4 2 0-15,3-3 0 0,-1 3 0 16,2-1 0-16,-3 1 0 16,1 0 0-16,0 1 0 15,-2 0 0-15,1-3 0 16,-3 2 0-16,1-2 0 15,2-3 0-15,-1 1-1 0,-1 1 1 16,1-5 0-16,1 2 0 16,0-2 0-16,0-1 0 15,-1-1-1-15,-1-1-1 16,1-2 0-16,1-1 2 16,0 1 0-16,-1-1 0 0,1 0 0 15,-1 1 0-15,4 0 0 16,-4 1 0-16,5-1 0 15,-3 0 0-15,-1-1 0 16,1 0 0-16,-1-2-2 16,-1-1-1-16,1 0 0 0,0 0 4 15,-1 0 1-15,1 0 0 16,0 0-1-16,0 0 0 16,-1-4-1-16,1 3 1 15,-3-2-1-15,4 0 0 16,-4-1 1-16,0 1-1 15,-2-1 1-15,1 1 1 0,1-2-1 16,0 1-1-16,-3 0 1 16,6-2-1-16,-5-1 1 15,4 0 0-15,-3 3-1 16,3-2 0-16,-2 0 0 0,-1 2 1 16,1-1-1-16,1 2 0 15,-2-2 0-15,1 1 0 16,-2-3 1-16,2 3-1 15,-2-2 0-15,1 0 1 16,-1 1-1-16,2 1 0 0,-2-2 0 16,2 3 0-16,0-1 0 15,-2 2 0-15,2-1 0 16,-2-1 0-16,-1 1 0 16,3 0 0-16,-2-2 1 15,0 2-1-15,2-3 1 0,0 2-1 16,0-3 0-16,0 3 0 15,0 0 0-15,-1 0-1 16,1 2 2-16,-2-1-1 16,0 0 0-16,0-1 0 15,-1-2 1-15,1 0 0 16,1-1-1-16,1-1 2 0,-2-2-2 16,1-1 0-16,3 0 0 15,-2-1 0-15,0 0 1 16,1 1-1-16,-2 1 0 15,-3 3 0-15,2-2 1 16,-2 3-1-16,0 0 1 16,2 0-1-16,-2 0 0 0,1 1 0 15,3-1 1-15,-2 0-1 16,0 2 0-16,0-3 0 16,1 3 0-16,1-2 0 15,-2 2 0-15,2 0 0 0,-1-1 0 16,-1 1 0-16,-1-2 0 15,3 2 0-15,0-4 0 16,0-1 0-16,1-1 0 16,1-1 0-16,-1-3 0 15,2-1-1-15,-2 0 2 16,3-2 0-16,-1 0-1 0,2-2 1 16,0 1 0-16,-2-1-1 15,4 2 0-15,-2 2 1 16,-1-1-2-16,1 4 2 15,-2-2-1-15,2 3 0 16,-4 0 0-16,1 1 0 0,0 0 0 16,0 0 0-16,0-1 0 15,-3-1 0-15,3 1 0 16,0-2 0-16,0 0 0 16,2-1 0-16,-3-2 1 15,1 1-1-15,1-2 0 0,-2 1 0 16,0 2 0-16,1-2 0 15,-2 3 0-15,0 1 0 16,1 0 0-16,2 2 0 16,-4 0 0-16,3 1 0 15,-1 0 0-15,1 0 0 0,3-2 0 16,-2 1 0-16,0-1 0 16,1-2 0-16,0-1 0 15,-2 1 0-15,0-1 0 16,-1-2 0-16,-1 1 0 15,-1-1 1-15,-1-1-1 0,0 0 0 16,1-2 0-16,-1 1 0 16,0-2 2-16,0-1-2 15,-2 1 0-15,2 0 0 16,-1-1 0-16,-1-1 0 16,1-2 0-16,0 0 0 15,-1-2 0-15,2 0 0 0,-2-3 0 16,0 1 0-16,0-1 0 15,0 2 0-15,0 0 0 16,2-1 0-16,-2 1 0 16,0-1-2-16,0 1 4 0,0 1-2 15,0-1 0-15,0 2 0 16,0-2 0-16,0 1 0 16,0-1 0-16,0-1 0 15,0-1 0-15,-2-2 0 16,-2 2 0-16,2-2 0 15,1 0 0-15,-1 0 0 0,-2-1 0 16,1 1 1-16,-1 2-1 16,3-3 2-16,-1 1-1 15,0 3 1-15,2-4-1 16,-2 2 0-16,0-1 1 16,2-1-1-16,-3 0 1 0,1-2-2 15,-2 1 0-15,0 1 0 16,-2-1 0-16,0 2-2 15,-3 1 1-15,-1 0 0 16,-3 0 1-16,3 2-1 16,-2 1 1-16,-3 0 0 0,2 2-1 15,-3 1 2-15,-2 2-2 16,3 5 1-16,-2-3 0 16,4 3 1-16,-3 0 0 15,3 0-1-15,0 0 1 0,1 0 0 16,-1 0-2-16,0 1 2 15,1-1-1-15,2 0 0 16,-6 2 0-16,5-2 0 16,-3 1 2-16,1-1-2 15,-1 0 0-15,-1 1 1 0,2 2-1 16,-4 0-1-16,0 1 1 16,3 2 1-16,-2 2 1 15,1-1 4-15,-3 2-1 16,5-1 0-16,-3 2-2 15,3 0 0-15,0 1-2 0,1 0-2 16,-1 1 1-16,1-1 4 16,1 2-3-16,0 1 0 15,0-1-3-15,0 1 2 16,2 0 1-16,-2 2-3 16,2 1 2-16,2-2 1 15,-1 2-3-15,0 0 1 0,4 0 2 16,-1 0-2-16,-1 0 1 15,4 2-1-15,-4 2-1 16,2 2-1-16,0 2 1 16,0-1 1-16,1 3-2 15,-1 0 3-15,0 0-3 0,0 1 1 16,1 2 2-16,-2 0-1 16,-1 0-4-16,3 1-1 15,-1 0 6-15,-1 0-2 16,1-1 1-16,2 3 0 0,-3-2 1 15,-2 3-1-15,3 3 1 16,-3 0 0-16,1 2-1 16,-2 4 1-16,2-2-2 15,-2 2 3-15,1-1-2 16,0 1 0-16,2-2 2 16,-1 0-1-16,1 2 0 0,1-1-1 15,-1 0 1-15,1 0 0 16,-1 1 0-16,-1-1 0 15,1 1-3-15,-1-1 5 16,1 1-2-16,-2 1 0 16,0 0 0-16,1 0 0 0,0 1 0 15,1 3 1-15,-2-1-1 16,2 2 1-16,-1-1-1 16,-1 0 0-16,-2 0 0 15,2-1 0-15,-3-1 0 16,1 2 0-16,-1 0 0 15,1 2 0-15,-2 1 0 0,2-1 0 16,0 1 1-16,3-2-1 16,-1-1-1-16,3-1 2 15,-1 0-2-15,0 0 2 16,3 1-1-16,0 3 0 0,0 3 0 16,0 4 0-16,-1 2 0 15,2 0 1-15,0 1-1 16,-1-4 0-16,2 2 0 15,-2-5 0-15,2 0 0 16,0-3 0-16,0 1 1 16,0 0-2-16,0-1 1 0,0-2 0 15,0 1 0-15,0-2 0 16,4-1 0-16,-3 1 1 16,3 1-1-16,0-3 0 15,-2 4 0-15,2 0 0 0,-1 1 0 16,0 0 0-16,1 0 0 15,-2 0 1-15,1 0-1 16,1-1 0-16,-2-2 0 16,0-1 0-16,2-2 1 15,-3-1-1-15,3 0 0 16,1 0 0-16,-3 0-1 0,1 2 1 16,1-1 0-16,0 3 1 15,0-4-1-15,-1-1 0 16,1-3 0-16,1-2 0 15,-2-3 0-15,3 2 0 16,-2-3 0-16,-1 2 0 0,3-1 0 16,-2 1 0-16,1-1 0 15,0 2 0-15,-1-2 0 16,1-2 0-16,3 1 0 16,-3 0 0-16,4-3 0 15,0-1 0-15,0 0 0 0,2-2 0 16,0-1 0-16,0 0 1 15,3-1-1-15,-5-2 0 16,4 0-1-16,-2-1 1 16,0-1 1-16,-1-1-1 15,-1 2 1-15,1-3 0 0,-1 1-1 16,0-1 0-16,0 0-1 16,-2 1 2-16,4 0-1 15,-4-1 1-15,0-1-2 16,1 1 0-16,-2-2 0 15,2-1 1-15,-1 0 0 0,1 0 1 16,2 0 0-16,-2 0 0 16,1 0 1-16,0 0-2 15,1-4 0-15,0 1 0 16,-1-1 0-16,-1-2-2 16,2 0 1-16,-3-1 2 0,1 0 1 15,4-1-1-15,-3-3 1 16,1 0-2-16,3-1 3 15,-1 0-1-15,0-1-2 16,1-1 0-16,-2 3 0 16,3-1 0-16,-3 1 0 15,-1-2 0-15,0 3 0 0,-1-1 0 16,3-2 0-16,-4 3 0 16,1-1 0-16,-2-2 0 15,4 2 0-15,-2-1 0 16,-2-2-8-16,4 3 1 15,-4-3-1-15,-1 2 3 0,1-1 3 16,-1-1 2-16,-1 0 0 16,2 1-1-16,-1-1 2 15,1-2-1-15,-1-1 0 16,2 0 0-16,-2-1 0 0,1 2 0 16,-1-2 0-16,0-2 0 15,-2-1 0-15,1-2 0 16,-1-1 0-16,2-2 0 15,-2-2 2-15,4-5-1 16,1-2 0-16,2-4-1 0,2-5-3 16,0-4-21-16</inkml:trace>
  <inkml:trace contextRef="#ctx0" brushRef="#br0" timeOffset="-9128.51">16897 7017 12 0,'0'0'5'0,"0"0"2"0,0 0-4 0,0 0 3 16,0 0 6-16,0 0 6 15,0 0 4-15,0 0-3 16,0 0 0-16,0 0-5 16,0 0-5-16,-2-13-2 0,2 10 0 15,0 2-2-15,-2-2-3 16,2 2 6-16,0-2-3 15,0 0 1-15,0 2-3 16,2-2-4-16,5 0 1 16,2-3 1-16,4-1-1 0,1-1-1 15,2-1 1-15,1-2 1 16,3-1-1-16,-4 0 1 16,1 0 0-16,0 1 0 15,2-1 0-15,-2 0 1 16,-1 0-2-16,0 0 1 15,-2 3-1-15,0-2 0 0,-3 4 0 16,-1 1 2-16,0 3-4 16,-4 3 2-16,1 0 0 15,-2 0 0-15,1 0-1 16,1 4-1-16,-2 3 1 16,3 2 0-16,-3 1 0 0,1 1 0 15,1 1 0-15,0-1 0 16,-2 2 0-16,3-2 1 15,-1 0 0-15,2 1 0 16,-2-1 0-16,2-3 0 0,2 0 0 16,-3-1 1-16,2-3 0 15,1 2-1-15,0-2 2 16,-4 0-2-16,4-1 1 16,-4 0-1-16,0 1 1 15,-1 2-1-15,-2 0 0 16,-4 1-4-16,0 0-39 0,-6-4-29 15</inkml:trace>
  <inkml:trace contextRef="#ctx0" brushRef="#br0" timeOffset="-8477.48">16935 7041 51 0,'0'0'12'0,"0"0"0"0,0 0-6 0,0 0-3 0,0 0-1 16,8-38 2-16,0 28 2 16,-2 0-3-16,2-3 2 15,-1 2 3-15,4-2-1 16,-1 0 1-16,-1 0-2 15,0-1-4-15,3 3-1 0,-2-1-1 16,2 1 0-16,-3 3 0 16,0 0 0-16,2 3 1 15,-4-1-2-15,1 3 2 16,-2 2-2-16,1 1 0 16,-1 0 1-16,2 0-1 15,-3 0 0-15,1 7 1 0,1 1 0 16,2 0 0-16,-1 0 0 15,0 5 0-15,3-2 0 16,-4 2 0-16,2 0 0 16,-1 1 0-16,1-1 0 15,0-2 0-15,-2 1 0 0,-1 0 0 16,2-2 0-16,0-1 0 16,-3-1 0-16,3 1 1 15,-2-1-1-15,2-1 0 16,-3 1 0-16,1 0 0 15,-1-1 1-15,-2 0-7 16,-2-1-8-16,-1-2-34 0</inkml:trace>
  <inkml:trace contextRef="#ctx0" brushRef="#br0" timeOffset="-1451.84">5755 3978 0 0,'-2'-5'7'0,"-2"1"-4"0,-1 1-1 0,0 0 0 15,1 1-1-15,-2 0 5 16,1-1 1-16,-1 0 1 16,1 2-2-16,0 1 0 0,1-3-3 15,1 3 0-15,1 0-3 16,-2 0-1-16,2 0 0 16,0 0 2-16,-2 0 0 15,3 0-1-15,-3 0 0 16,2 3-2-16,-5-2 2 0,4 4 0 15,-1-1-2-15,-1 0 6 16,1 1-2-16,2 2-1 16,-2-3 1-16,-2 3-1 15,4-1 0-15,-2 1-1 16,2-3 0-16,-4 2 0 16,3-1 0-16,1 2 0 0,-2-1-1 15,-2 1 2-15,2-1-1 16,0 3 0-16,0 0-1 15,1 0 0-15,1 3 0 16,0 1 0-16,-4 3 1 16,3 2-1-16,-4 3 1 0,0 3-3 15,1 1 3-15,-3 5-3 16,-3-3-6-16,4 3 4 16,-1-2 9-16,-1 1-2 15,2-2-2-15,1-2 8 16,1 1-6-16,-1-2-1 0,4-1-1 15,-1-1 1-15,0 1-1 16,2-2 0-16,-1 1 0 16,1-2 2-16,0 2-1 15,-2-2 0-15,1 1-1 16,0 1 1-16,-1-2 1 16,0 1-1-16,1-3 0 0,-1 0 0 15,0 0 1-15,1 2-1 16,1 0 1-16,0-2 0 15,0 2-1-15,-1-2 0 16,3 1 0-16,0 1 0 16,0-2 0-16,0-2 0 0,0 4 0 15,0-4-1-15,5 2 0 16,-3-2 0-16,3-1-1 16,-1 1 0-16,1-2 0 15,1-1 7-15,1 0-6 0,0 0 2 16,-1 1-2-16,-1-2 1 15,3 4-1-15,0-2 1 16,0 3-1-16,-1-5-1 16,1 3 2-16,2-1 0 15,-1-1-3-15,-2 1 3 0,4-2 0 16,-4-1 0-16,1 3-1 16,-3-1 0-16,1-3 0 15,1 1 0-15,0-2 1 16,-3-2 0-16,1 0-1 15,-1-4-1-15,0 1 1 16,2-2-1-16,0-1 0 0,-1 0 1 16,1 1 0-16,0-1 1 15,2 0 0-15,-3 1 0 16,3 2-1-16,-2-1 1 16,2 1-3-16,-1 1 3 15,1-2-1-15,-2-3 1 0,4 4-1 16,-1-4 0-16,-1 3 0 15,3-2 0-15,-1-1 1 16,1 0-1-16,-1 0-1 16,2 0 1-16,1 0 1 15,-1 0-1-15,-1-1 1 0,0-1-1 16,-1 2 0-16,0 0-1 16,-1 0 1-16,1 0 0 15,0-1 0-15,-3-1 1 16,0-2-1-16,4 1 0 15,-4-1 2-15,1-1-2 0,2 0 0 16,-4-1-2-16,1 2 4 16,-1 1-2-16,-1 2 0 15,-3-1 1-15,1 1-1 16,-3 1 0-16,2 0 1 16,-2 0 0-16,0 0-1 0,2-1 0 15,1-1 0-15,1 0 0 16,0-3 0-16,-1 1 0 15,3 1 0-15,-2-3 0 16,0 1 0-16,2-1 0 16,-4 0 0-16,2 2 0 15,-1-3 0-15,1 0 2 0,0 1-2 16,2-2 0-16,2 1 1 16,-3-1-1-16,3 1 0 15,-3-1 0-15,4 1 0 16,-4 1 0-16,1-1 0 0,-2 0 0 15,-1-3 0-15,3 1 0 16,-1-2 0-16,-2 0 0 16,3-3 0-16,-2-2 0 15,-1-1 0-15,1-3 0 16,0-4 0-16,2 0 0 0,-2-2 0 16,0-1-1-16,0 0 1 15,-4 0 0-15,0 0 0 16,0 0 0-16,0 3 0 15,0-3 0-15,-2 3 0 16,-2-2 0-16,0 1 0 0,1-1 0 16,-2-2 1-16,1 1-1 15,1-3 0-15,1 4 0 16,0-2 0-16,-2 1 0 16,2 0 0-16,-3 4 1 15,1 0-1-15,-1 2 0 16,-2 0 0-16,1 0 0 0,-1 3 0 15,1 0 0-15,-4-3 0 16,4 0 1-16,1-1-1 16,-1-1 0-16,-1 0 0 15,2 0 1-15,1 1-1 16,-3 1 1-16,1 4 2 0,-2 0-1 16,-1 1 2-16,1 1-2 15,-3-1 0-15,1 2 3 16,-2 1-2-16,3 0-2 15,-3-1 1-15,3 3-1 16,-4-3 0-16,2 2-1 0,2-2 0 16,-3 4 0-16,1 0-1 15,1 0 1-15,-2 4 0 16,3 1-1-16,-2 1 0 16,-3 2 2-16,1 1 8 15,1 1-6-15,0 0-3 0,-1 0 1 16,-1 0-1-16,1 0 0 15,-1 0 0-15,1 0 0 16,1 1 0-16,1 1 0 16,2 2 0-16,-2 0-3 15,4-1 3-15,-2 2 0 16,1 1-1-16,-2 1-1 0,1 3 0 16,-2 0-1-16,0 4-1 15,-2 1 3-15,-1 0 0 16,1 2 1-16,0-2-1 15,-1 2 1-15,3-1 0 0,-1-2 0 16,2 1 1-16,3-1-1 16,-2 2 0-16,2 1 0 15,1 3 0-15,3 1 0 16,-3 5 0-16,1-2 0 16,1 7-1-16,-1 2 1 0,-2 0 1 15,3 3-1-15,-4 1 0 16,3 2 0-16,-1-1 0 15,2 0 1-15,2-1-1 16,0 0 0-16,0-3 0 16,0-1 1-16,2-2-1 15,0-2 0-15,0 0 0 0,0 0 0 16,2-2 0-16,5-1-1 16,2-1 1-16,-2 3 0 15,1-1 0-15,1-1 1 16,1 1-1-16,2-3 0 15,-1 3-1-15,3-2 2 0,-1-2-1 16,1 1 1-16,1-1-1 16,-1 0 0-16,-3-2 0 15,3-5 0-15,-1 2 1 16,-2-1-1-16,-1-2 1 16,2 0-1-16,-1-1 1 0,-1-1-1 15,3 0 0-15,-1-2 2 16,-2 2-2-16,1-3 0 15,3-2 0-15,-3 0 0 16,0-3-2-16,3-2 2 16,-1-2 0-16,1 1 2 0,1-2-2 15,1 0-2-15,-1 0 4 16,3-3-2-16,0-5 0 16,0-4 1-16,0 2 0 15,-2-5-1-15,2 2 1 16,-3-3-1-16,1 2 0 0,-3-2 1 15,1-2-1-15,-1-2 1 16,0-1-1-16,-1-2 1 16,1 0 0-16,-3-2 0 15,1-1-1-15,1-1 1 16,-2 0-1-16,-2-1 1 0,-1-2 2 16,0-1-1-16,0-5 0 15,-2 1-1-15,3-5 0 16,-1 0-2-16,1-3 1 15,2 1-1-15,-4-1-1 16,-1 3 0-16,-1 2 3 0,-4 5-1 16,0 2 0-16,0 3 1 15,-7 2-1-15,-1 2 0 16,-4 0 0-16,1 3-1 16,-2-3 1-16,1 0 0 15,-1 1 0-15,-1-1-1 16,1-2 2-16,2 2-2 0,-2-2 2 15,2-1-1-15,-3 2-1 16,1 2 1-16,-3-1-3 16,0 0 1-16,0 2 0 15,1 1 0-15,-1 0-1 16,1 1 0-16,-1 2 3 0,1 1 0 16,-1 1 0-16,-1 2-1 15,0 1 1-15,-2 1-1 16,1 0-1-16,-1 3 1 15,0-1-1-15,-2 3-1 16,4 2-2-16,-3 0 2 0,3 4 0 16,0 1 4-16,-1 0-2 15,1 0 0-15,1 0-1 16,2 1 3-16,-2 5-2 16,3 0 2-16,-1 2 0 0,1-1-3 15,-1 5 0 1,1 3 4-16,0 2-5 0,-3 3 3 15,3 3 0-15,-3 5-2 16,3 2 3-16,-1 4 0 16,1 3-1-16,1 2 0 15,4 0 3-15,-1-1-2 0,5-1-1 16,-1-1 0-16,0-2 1 16,3 2-1-16,0-1 0 15,2 2 0-15,0 1 1 16,0 2-1-16,0-1 1 15,0 0-1-15,7 1 1 0,0 0-1 16,-1-2 2-16,3 5-2 16,-2-2 1-16,4 2-1 15,0-1 0-15,-2 1 1 16,1-3-1-16,2-1 1 16,0-1 0-16,1 0-1 0,0-3-1 15,3 3 1-15,-1-2 1 16,3 0 1-16,3-1-4 15,-3-5-1-15,2-3 5 16,1-6 2-16,-2-3-4 16,1-5 1-16,1-2 0 15,-2-3-2-15,0 0 2 0,5-1 0 16,-4-2 1-16,2-3-2 16,1 0 1-16,1-2 1 15,-2 0-1-15,1 0 2 16,2-8-1-16,-3-4-1 15,2-2 0-15,-1-6 1 0,-3-6-1 16,0-5 1-16,-2-6 1 16,-5-5-2-16,-5-7-2 15,-7-9-17-15</inkml:trace>
  <inkml:trace contextRef="#ctx0" brushRef="#br0" timeOffset="135.82">5049 3681 3 0,'0'4'14'0,"0"0"-6"0,0 3-6 0,2 1 0 15,-1 0 0-15,2-1 0 16,0 2-2-16,2-1 1 16,0 1 1-16,-1-1-1 0,0 1 1 15,1-2 0-15,-1 1 1 16,0-1-2-16,1 2 0 15,0-2 0-15,1 2-1 16,-3-1 2-16,3-1 0 16,1 3 0-16,0-3 1 0,-1 0-1 15,1-2-1-15,-3-1 0 16,1 0 0-16,-1-4 1 16,1 1 1-16,-3-1 2 15,1 0 2-15,3 0 1 16,-2 0 1-16,1-1-2 0,2-6-2 15,-2-1-2-15,1 0-1 16,-2-1-1-16,1-3 0 16,1 2 0-16,-4-1-1 15,1-1 1-15,0-3-1 16,1 2-1-16,0-1 0 16,-1 1 0-16,1-2 0 0,2 2 1 15,-2 0-1-15,0 4 2 16,0 1-2-16,-2 3 1 15,0 1 0-15,0 3 0 16,-2-1 0-16,0 1 0 0,0 1 0 16,0 0-1-16,0 0-1 15,0 0-4-15,0 0 6 16,0 0 0-16,1 4 1 16,3 1-1-16,0 0 0 15,0 2 0-15,1 2 0 16,2-2 0-16,0 0-1 0,1 2 2 15,4-4-1-15,-3 2 0 16,-1-4 0-16,4 0 1 16,-1-1-1-16,0-2 0 15,1 0 2-15,1 0-1 16,-2-2 2-16,0-4 1 0,0-1 1 16,-2 0-2-16,-2-1 1 15,-3 1 0-15,1-2 0 16,-1 1-1-16,-4-1 1 15,0-1 1-15,0 0 0 16,0-3 2-16,0-1-3 16,-6 1-1-16,1-2-1 0,-2-1-1 15,0 0 1-15,-1-2-1 16,-1 1-1-16,0 0 1 16,2 3-1-16,-2 1 0 15,1 4 0-15,0 2-1 0,2 3-2 16,-1 4-2-16,1 0-9 15,-1 0-20-15,-3 6-24 16</inkml:trace>
  <inkml:trace contextRef="#ctx0" brushRef="#br0" timeOffset="1217.55">5157 3666 7 0,'-3'0'13'0,"3"1"-10"0,0 0-3 0,0 2 0 16,0 1 0-16,0 0 0 15,0-1 0-15,0 3 0 16,0 0 0-16,0-1 0 16,3 3-1-16,1 1 3 0,-1 0-1 15,3 1 0-15,-2 1 0 16,3 1-1-16,-2-1 2 16,0 0 0-16,1-1 0 15,0-1 0-15,-1-1 1 16,-1-2-1-16,2-2 3 15,-2 2-4-15,2-5-5 0,-3 2 12 16,3-3 1-16,-2 0 6 16,0 0-6-16,2 0-3 15,-2 0 1-15,-2-4-1 16,3-2 2-16,-1-2-4 0,2-1-1 16,-3-2-1-16,2-3-1 15,-1 2 0-15,-1-2-1 16,1-3 0-16,0 3 0 15,-2 0 0-15,0-2-1 16,0 3 0-16,1 5 1 0,-3 0 0 16,2 4 0-16,-2 0 0 15,0 3 0-15,0 1 0 16,2 0-3-16,1 0 0 16,-1 0-1-16,0 1 2 15,3 6 2-15,-1 1 0 16,0-3 1-16,3 3-1 0,1-2 0 15,0 1 0-15,3 0 1 16,-2-4-1-16,2 0 0 16,0 0 0-16,1-2 1 15,-3-1-1-15,1 0 1 16,-3 0 0-16,0 0 2 0,-2-2 2 16,-1-3 4-16,-2-2 3 15,0 0 2-15,-2-2-2 16,0-2-5-16,0 0 1 15,0-1 1-15,-8-2 3 16,-1 0-4-16,-1 1-3 0,-2-3-2 16,-1 1 0-16,3-1-3 15,-3 2 1-15,-1 1-1 16,3 1-1-16,2 4 0 16,0 4-4-16,2 3-28 15,-2 1-26-15</inkml:trace>
  <inkml:trace contextRef="#ctx0" brushRef="#br0" timeOffset="3306.18">16663 7474 39 0,'0'0'11'0,"0"0"0"0,0 0-3 0,0 0-2 16,0 0 1-16,0 0-1 15,0 0 5-15,0 0 0 16,0 0 1-16,4-39-4 15,0 36 0-15,1-2-5 16,0 2-2-16,3-1 1 0,-1 1-2 16,3 1 0-16,0 2 0 15,1 0 0-15,-3 0 0 16,2 0 0-16,-1 0-2 16,-2 5 1-16,2 2 0 15,-3 2 0-15,1 4 1 16,-2 1 0-16,-1 0 0 0,1-1 0 15,-3 3 0-15,0-2 0 16,-2 0 0-16,0-1 0 16,0 0 0-16,0-2 0 15,-2-1 0-15,0-1 0 16,-3 0 0-16,2-2 0 0,0-2 1 16,2-1-1-16,-1 0 2 15,0-2-2-15,1-2 2 16,1 1-1-16,0-1-1 15,0 0 0-15,0 0 1 16,0 0-1-16,0 0 1 0,0 0 0 16,0 0 1-16,0 0 0 15,0 0 0-15,0 0-3 16,1 0 0-16,4-1 0 16,1-4 3-16,3 2-3 15,-2-1 1-15,2 1 1 16,2-2-1-16,-2-1 0 0,1 0 0 15,3-1 1-15,-1 0-1 16,0 1 0-16,3-2 3 16,-2 3-3-16,0-1 1 15,-1-3-1-15,2 4 1 0,-3 0-1 16,-3 1 1-16,2-2-1 16,1 3 1-16,0-1-1 15,-4 0 0-15,4 1 0 16,-4 0 0-16,-1 0 0 15,-1 2 1-15,0 0-1 0,-1 1-1 16,-3 0 1-16,-1 0-2 16,1 0-6-16,-1 0-5 15,0 2-11-15,0 0-18 16</inkml:trace>
  <inkml:trace contextRef="#ctx0" brushRef="#br0" timeOffset="4152.7">16737 7436 56 0,'0'0'10'0,"0"0"12"0,0 0-10 16,0 0-1-16,-37-27-7 0,31 24 0 16,1-1 0-16,-1 0-1 15,2 1 5-15,2-1 2 16,1 1-2-16,-1 0-3 15,2 0-2-15,0 2-2 16,0-1-2-16,2 1 0 0,5-2 0 16,2 3 2-16,4-1-2 15,0 1 2-15,0 0-1 16,-1 0 0-16,-1 0-1 16,-1 5 0-16,0 5-1 15,-1 1 0-15,-3 2 0 16,-1 2-1-16,0 0 0 15,-3 4 2-15,-2-2 1 0,0 1 0 16,0 3 0-16,-4-3 1 16,-5 2-2-16,2-2 2 15,-1-2-1-15,-1 0 0 16,1-3 0-16,0-3 0 0,1-3 0 16,-2 2 1-16,4-5-1 15,1-1 1-15,1-2-1 16,2-1 1-16,1 0-1 15,0 0 1-15,0 0-2 16,0 0 0-16,6 0 3 0,0 0-1 16,4-4-1-16,-1-2 1 15,2-1-1-15,1 0 0 16,0 2 1-16,4-1-2 16,-1-1-1-16,2 0 4 15,2-2-2-15,0 0 0 0,3 1 0 16,-5 1 0-16,2 0 0 15,-2 0 0-15,1 2 0 16,-5-2 0-16,1 3 1 16,-1 1-1-16,1-2 0 15,-3 2 1-15,-2-2-1 0,2 1 1 16,-2 1-1-16,0-1 3 16,0 1 1-16,-6-1 1 15,3 1 2-15,-4 3-2 16,0-1-1-16,-1 1-4 15,1 0 0-15,4 0-3 0,-4 0-4 16,-2 0-25-16,0 0-67 16</inkml:trace>
  <inkml:trace contextRef="#ctx0" brushRef="#br0" timeOffset="5553.81">5574 3634 11 0,'0'0'10'0,"0"0"2"0,0 0 4 0,0 0-6 15,0 0-3-15,0 0-1 16,42-34 0-16,-36 28 0 0,0 3-2 16,1-1 2-16,-1 1-3 15,-2 1-1-15,2 2-2 16,-2 0 0-16,-2 0 0 15,-2 2 0-15,0 8 0 16,0 1-2-16,0 1 4 0,-4 2-1 16,-3 0 0-16,2-1-2 15,1-1 3-15,-2-3-1 16,1 0-1-16,1-2 1 16,1-1 1-16,0-2-1 15,3-2 1-15,-2-1 2 16,2-1 11-16,0 0 11 0,5-7-8 15,9-6-6-15,6-4-4 16,7-6-1-16,9-4-5 16,6 0-2-16,5-4 0 15,-7-4-16-15,-7-4-129 16</inkml:trace>
  <inkml:trace contextRef="#ctx0" brushRef="#br0" timeOffset="6243.43">4195 3277 102 0,'0'0'8'0,"0"0"14"0,0 0-9 16,0 0-5-16,0 0 0 16,0 0-2-16,0 0-5 0,0 0-3 15,0 0 1-15,0 0 1 16,-24 67-2-16,28-34-42 15</inkml:trace>
  <inkml:trace contextRef="#ctx0" brushRef="#br0" timeOffset="8853.99">6010 5091 17 0,'0'0'10'0,"0"0"-3"0,0 0 3 16,0 0 3-16,0 0-7 15,0 0 0-15,0 0-3 16,0 0-1-16,0 0-1 0,0 0-2 16,0 0 0-16,-4-24-9 15,8 24-11-15,0 0-12 16</inkml:trace>
  <inkml:trace contextRef="#ctx0" brushRef="#br0" timeOffset="9296.07">6010 5091 7 0,'33'11'5'0,"-30"-2"0"15,4 4-2-15,-2 1-2 16,3 2-1-16,-3 4 0 16,4 1 0-16,0 4 1 15,-1 0-1-15,-1 3 0 16,3 2 0-16,0 1 0 0,1 0 0 15,-1-1 0-15,0 0 0 16,1 0 0-16,1-3 1 16,1 1-1-16,1 0 1 15,-1 1 0-15,3 1 0 16,-1 2 1-16,0 5-1 0,2 0 1 16,1 3 0-16,-3-1 3 15,3 2-1-15,-2-2-1 16,2 3-2-16,-3 0 0 15,3 3 0-15,-3 2-1 16,1-1 1-16,3 1-1 0,-4 0 1 16,1-2-1-16,1 2 0 15,-2-2 0-15,-1 1 0 16,0-1 0-16,1-2 0 16,-1 1 1-16,0-2-1 15,-3 1 0-15,2-3 0 0,-2 1 1 16,0-1 1-16,-2 0 2 15,1-2-2-15,-2-4 0 16,-1 0-2-16,0-5 1 16,-1-7-1-16,-1-6-1 15,-3-10-15-15</inkml:trace>
  <inkml:trace contextRef="#ctx0" brushRef="#br0" timeOffset="10135.18">6264 4909 7 0,'0'0'7'0,"0"0"-5"0,0 0-1 0,0 0 1 15,0 0 1-15,0 0 2 16,0 0 6-16,0 0-2 15,-37-7 2-15,33 7 1 16,-1 0-4-16,3 0-1 16,2 0-1-16,-2 0 0 0,2 0-4 15,0 6-1-15,0 3-1 16,0 5-3-16,0 2 5 16,2 5-2-16,5 4 0 15,1 2 1-15,6 5-1 16,-1 3 1-16,3 6 0 0,0 6-1 15,4 3 0-15,-4 4 1 16,-1 1-1-16,1 2 0 16,-1-2 0-16,-2 2 0 15,3 0-1-15,-3 1 1 16,1 3 0-16,-1-1-1 0,1-2 1 16,-1 2 1-16,3-2-2 15,-1-3 1-15,4 2 1 16,-2 1-1-16,2 1-1 15,3 0 2-15,0-1-1 16,0 2 0-16,-1-4 0 16,0-2 0-16,0-4 0 0,-3-1 1 15,-2-4-1-15,0-2 0 16,-2 1 0-16,-1-4 0 16,-1 0 0-16,-3-2 0 15,-2-3 0-15,0-1 0 16,-5-8-4-16,0-2-5 0,-2-10-6 15,0-6-3-15,-4-7-6 16</inkml:trace>
  <inkml:trace contextRef="#ctx0" brushRef="#br0" timeOffset="10862.33">6297 4687 10 0,'0'0'7'0,"0"0"-4"0,0 0-1 0,15 45 0 0,-9-25 1 16,-1 1 5-16,2 6-2 16,0 3 1-16,1 4-3 0,1 4 0 15,3 6-2-15,-1 3-1 16,3 3 0-16,1 4 0 15,1 1 0-15,1 2-1 16,0 4 0-16,2-1-2 16,1 1 1-16,3 4 1 0,-3 2 0 15,6 1 0-15,1 3 0 16,2-1 1-16,1 5-1 16,-1 0 0-16,2-2 0 15,-4-1 0-15,0-4 0 16,-3 0 0-16,0-4 0 15,-1-3 1-15,-2-6 0 0,-2-1-1 16,1-3 1-16,-2-5 2 16,-2-2 3-16,0-4-2 15,-3-6 2-15,-3-1-2 16,0-6-2-16,-1 1 0 16,-2-5-1-16,-1-2 0 0,0-2-1 15,0-5 2-15,-4-3-2 16,-2-11-11-16</inkml:trace>
  <inkml:trace contextRef="#ctx0" brushRef="#br0" timeOffset="11951.54">7083 5497 27 0,'0'0'21'0,"0"0"-3"0,0 0-2 0,0 0-9 15,0 0 3-15,0 0-3 16,0 0-1-16,0 0-3 16,0 0-2-16,0 0-2 15,0 0-2-15,0 0 3 0,0 0 0 16,7 10 1-16,0-1 0 15,-3 1-1-15,3 2 0 16,-1 0 0-16,1 1 1 16,2-2-1-16,0 0 0 0,-3-1 0 15,3-1 0-15,1-2 1 16,-4 0-1-16,1 0 1 16,0-4-1-16,2 1 0 15,-5-1 0-15,1-3 0 16,1 0 2-16,-2 0-2 15,-3-1 1-15,3-8 0 0,-1 1 0 16,-1-2 0-16,0-4-1 16,0 2 1-16,-2 1-1 15,1-1 0-15,-1 4 0 16,0 1 0-16,0 3 1 16,0 1-1-16,0 1 1 0,0 2-1 15,4 0-2-15,0 0 1 16,1 6 0-16,1 0 1 15,2 1 0-15,0 0 0 16,1-2 0-16,2-2 0 16,-2 0 1-16,0-1-1 15,-1-2 0-15,2 0 0 0,-3 0 0 16,1-2 1-16,-3-3 1 16,2-3 1-16,-3 0 2 15,-3-1 6-15,-1 0 6 16,0 0-3-16,0-1-1 15,0 0-4-15,-5-3-7 0,-3 2 1 16,2-2-2-16,-3 1 1 16,3 0-2-16,-2 1 0 15,4 2 0-15,2 2-1 16,2 1-6-16,0 2-30 0,0 3-11 16</inkml:trace>
  <inkml:trace contextRef="#ctx0" brushRef="#br0" timeOffset="12678.64">7499 5375 40 0,'0'0'4'0,"0"0"3"0,0 0 9 0,0 0-2 15,0 0-6-15,18-43 0 16,-10 35 1-16,-2 0-4 16,2-1-2-16,1 4-3 15,-3 0 1-15,2 4-1 16,-2-1 0-16,-1 2-1 0,-1 0 1 15,0 9-1-15,-4 3 0 16,0 3 2-16,0 2-2 16,0 1 3-16,0-2-2 15,0-2 0-15,0 0 2 16,0-5-2-16,0-2 0 0,0-1 0 16,0-5 1-16,0 2-2 15,0-2 1-15,0-1-2 16,3 0 4-16,4 0-1 15,-1 0-1-15,1-4 2 16,-1 1-2-16,1-1 0 16,2 0 0-16,2 1 0 0,-4 1 0 15,3 2 1-15,0 0-1 16,-1 0-1-16,0 0 1 16,-2 2 0-16,-1 3 0 15,1 1 1-15,-3 2-1 0,-2 0 1 16,-2 2 0-16,0 0 0 15,0 1 1-15,-1 1 1 16,-6 3 2-16,-6 3-2 16,-3 4-2-16,-2 5 0 15,-9 1 0-15,-4 1-21 0</inkml:trace>
  <inkml:trace contextRef="#ctx0" brushRef="#br0" timeOffset="26820.49">17383 8092 17 0,'0'0'4'0,"0"0"0"0,0 0 0 0,0 0 0 0,0 0-1 15,0 0 9-15,0 0-1 16,0 0-3-16,0 0 2 16,0 0-2-16,0 0-4 15,0 0 6-15,0 0-6 16,19-35 2-16,-19 32-2 15,0 0-1-15,0 0 2 0,0 0-1 16,0 0 1-16,0-1 1 16,0 0-1-16,-3-2 2 15,-1 2-1-15,0 0 0 16,0-1-4-16,-3 1-1 0,2 0 1 16,-1 0-2-16,1 1 0 15,-3-1 0-15,0 1 0 16,-1 0 0-16,3 1-2 15,-4 0 2-15,0 2-1 16,1-2 0-16,0 2 2 0,-2 0-1 16,1 0 0-16,2 0-2 15,-4 0 3-15,0 2-1 16,2 0 1-16,-2-1-1 16,2 0 3-16,0-1-3 15,-2 0 2-15,2 2 2 16,-3-1-2-16,2-1 1 0,-2 1 1 15,-1 1-4-15,-1 0 3 16,1 1-3-16,-1 0 0 16,-1 2-3-16,2 0 8 15,-1-1-8-15,0 2 4 16,-1 0 0-16,0-1 0 0,-3 0-3 16,2 0 3-16,-1 1-1 15,1-3 1-15,-1 4-1 16,0-3 2-16,5 2-3 15,2 0 2-15,1 1-1 16,1-1 0-16,0 1-1 0,0 2 1 16,1 0-1-16,1 2 1 15,-2 2 0-15,0-1 0 16,2 0 0-16,-3 2 0 16,1-1 0-16,3 1 0 15,-3 2 0-15,3-3 0 0,-2 1-1 16,2 0-1-16,-2 2 0 15,3 2 2-15,-2-1-1 16,3 2 0-16,-5-1 1 16,2 2 0-16,-1 0 0 15,-2 0 0-15,3 1-1 0,1-2 1 16,0 1 0-16,3-4-1 16,1 0 0-16,2 0 1 15,-2-2 0-15,2 0 1 16,0-1 0-16,0 1-1 15,0-1 0-15,0-1 1 0,0 1-1 16,0-2 0-16,0 1 0 16,4 1 0-16,-3 1 1 15,1 0 0-15,1 1-1 16,0-1 0-16,1 0 0 16,-1 2 0-16,3-3 2 15,-1-1-2-15,-2-2 0 0,3-1 2 16,-1-1-1-16,0-1 1 15,2-2-1-15,-2 2 0 16,2-3 0-16,-2 3-1 16,3 0 1-16,-3-1 0 15,4 1 0-15,-4 0 1 0,1-1-1 16,0-1 1-16,-1 2-2 16,2-2 0-16,0 1 0 15,1-1 1-15,-1 1 1 16,3 0 0-16,2-1 0 15,-3 1 1-15,5-2-2 0,-3 1 1 16,2 0-2-16,-1-2 1 16,0 0 1-16,2 0-1 15,-2-3 1-15,1 3-1 16,0-2 0-16,1 0 1 16,-1 2-2-16,2 0 0 0,2 0 1 15,0-2-1-15,3 2 0 16,-2-3 0-16,2 3 1 15,0-3 0-15,1 0 0 16,-3 0-2-16,2 0 2 16,2 0 0-16,-5 0-2 0,4 0 3 15,-3-3-2-15,1 0 1 16,2-1 0-16,-3 1-1 16,4 0 0-16,-1-2 0 15,1 2 2-15,-2-1-2 16,3-1 0-16,1 1 0 0,-4 0 0 15,3-2 1-15,-2 2-1 16,0-1 2-16,-1-3-1 16,0 1-1-16,-4 3 1 15,2-3 0-15,-1 0 0 16,-3-2 0-16,1 3 0 0,-3-2 1 16,-1-1 0-16,0 1 1 15,-2-2-1-15,-2 0 1 16,-1-3 0-16,-3-1 0 15,-1-2 1-15,0 2-1 16,3-3-1-16,-5 1-1 0,2 1 1 16,-2 0-2-16,0 1 0 15,0-1 0-15,0-1 1 16,2 3-1-16,-2-2 0 16,1-1 0-16,1 0 1 15,1-1-1-15,2 0 2 16,-2 0-2-16,2-1 1 0,0-1-1 15,1 2-1-15,0-1 2 16,-4 1-1-16,1 0 0 16,-1 0 0-16,0 1 0 15,-2 1 0-15,0 0 0 16,0 1-1-16,0 1 1 0,-4 2-2 16,-1-2 1-16,-1 3 0 15,0-1-1-15,-2 3 2 16,-2-2 0-16,2 2 0 15,-3-1-1-15,0 0 1 16,0 0-1-16,-2-1 2 0,1 0-2 16,0 2 1-16,-1 1-1 15,-1 0 1-15,1 0 0 16,0 1 0-16,-1 0 1 16,1 2-2-16,-1 1 1 15,1-2 0-15,-1 0 0 16,0 2 0-16,-3-2 0 0,2-1 0 15,-3 0 0-15,2 1 0 16,-2-2 1-16,-1 1-2 16,2 0 2-16,1 2-1 15,-1-2 1-15,1 2-2 0,-1 0 2 16,3-1 0-16,0 0 0 16,0 0 0-16,2 0 1 15,1-1 1-15,-3 2-1 16,4 1-1-16,-1 0-1 15,3 2 0-15,-1-1 1 0,-1 1 0 16,3 1-1-16,-3 0 0 16,0 0 0-16,-1 1 0 15,-3 8-4-15,0 1-23 16,-5 0-33-16,-4-7-91 16</inkml:trace>
  <inkml:trace contextRef="#ctx0" brushRef="#br0" timeOffset="29922.66">17004 8496 0 0,'0'0'23'0,"0"0"-8"0,0 0 13 0,0 0-10 15,0 0-8-15,0 0-5 16,0 0 0-16,0 0 3 16,41 34-1-16,-34-26-3 15,3 2-2-15,2 0 0 16,-3-1-1-16,2-1 1 15,3-1 0-15,-2 0 1 0,1-1 1 16,2-2 1-16,-2 0-1 16,1-4-5-16,-3 0-22 15,0 0-35-15</inkml:trace>
  <inkml:trace contextRef="#ctx0" brushRef="#br0" timeOffset="30043.62">17219 8483 228 0,'0'0'1'16,"0"0"19"-16,-38 0-18 0,20 18-2 16,-7 5-2-16,-6-2-93 15</inkml:trace>
  <inkml:trace contextRef="#ctx0" brushRef="#br0" timeOffset="31939.51">17071 8560 51 0,'0'0'3'0,"0"0"12"0,0 0 2 0,-42 5-3 15,37-5 2-15,3 0 15 16,1 0-7-16,0 0-11 0,1 0-5 16,0 0-2-16,0 0-5 15,0 0-2-15,1 0 5 16,5-1-4-16,5-7 4 15,3-1 0-15,5-3-1 16,3-3-2-16,2-1 1 0,2-3-1 16,1 1 0-16,-3-2-2 15,-1 0-18-15,-3 1-44 16,-5-1-35-16</inkml:trace>
  <inkml:trace contextRef="#ctx0" brushRef="#br0" timeOffset="32288.51">17041 8633 125 0,'0'0'2'16,"0"0"-8"-16,0 0 5 16,0 0 1-16,0 0 4 15,38-18 4-15,-19 6 0 0,1-3 0 16,3-1-2-16,-2-2-2 15,3 2-2-15,0-1-1 16,0 2-1-16,-1-1-10 16,1 0-13-16,-5 3-10 15</inkml:trace>
  <inkml:trace contextRef="#ctx0" brushRef="#br0" timeOffset="32637.22">17119 8733 96 0,'0'0'6'0,"0"0"0"16,0 0-2-16,0 0 1 15,0 0 1-15,37-46-1 0,-23 31 4 16,1 0 3-16,2-3-3 16,0 1-2-16,5-1-4 15,1-1 0-15,-1 1-1 16,3 0-1-16,2 0 0 15,-3 1-2-15,-3 3-40 0,-6 2-29 16</inkml:trace>
  <inkml:trace contextRef="#ctx0" brushRef="#br0" timeOffset="32900.47">17172 8697 124 0,'0'0'26'0,"0"0"-18"16,0 0 11-16,0 0-5 16,-4-37-6-16,9 26-4 15,5-3-1-15,1 1-1 16,2 1-1-16,5-2 1 0,0 0-1 15,3 3 0-15,-1 0-16 16,0 0-33-16,-2 0-32 16</inkml:trace>
  <inkml:trace contextRef="#ctx0" brushRef="#br0" timeOffset="33121.83">17120 8660 141 0,'0'0'1'15,"0"0"19"-15,0 0 7 16,0 0-17-16,0 0-8 16,0 0-1-16,13-47-3 15,8 31 1-15,1-2 0 16,4-1-23-16,2-3-11 0,-3 1-22 15</inkml:trace>
  <inkml:trace contextRef="#ctx0" brushRef="#br0" timeOffset="33712.49">17036 8639 97 0,'0'0'7'0,"0"0"6"16,0 0-7-16,-2-38-2 16,4 25-1-16,9-1-1 15,0-2 0-15,2 0 0 16,5 0-1-16,2 1-1 15,1-1 1-15,3 4-2 0,-1 1 1 16,0 5-1-16,-2 3 1 16,0 3-1-16,-3 0-2 15,-1 7-1-15,-1 6 1 16,-3 4 0-16,0 3 1 16,-4 2 1-16,-2 1-1 0,-2 1 1 15,-3 0 1-15,-2-2 1 16,0-4-1-16,-7-1 0 15,-5-5 4-15,-3-1 10 16,-5-4 12-16,1-1-7 16,-5-5-1-16,0-1-5 15,0 0-3-15,-3-1-2 0,1-8 0 16,1-4-3-16,4-2 0 16,1-9-7-16,4-10-52 15</inkml:trace>
  <inkml:trace contextRef="#ctx0" brushRef="#br0" timeOffset="70224.46">18951 8094 24 0,'0'-2'5'0,"0"-1"2"16,0 0 1-16,0 1 4 0,0-1-2 16,0-1 1-16,3 2-3 15,-1-1-2-15,0 0-3 16,0 2-3-16,-1-2 2 16,1 0-2-16,0 1 0 15,4 0 0-15,-1-2 0 0,4 1 1 16,-1-1-2-16,2 1 2 15,4-1-1-15,-2-1 0 16,2 0 0-16,2-1 2 16,-1 2-2-16,5-2 0 15,-4 1 0-15,-1 0 0 0,1 2 0 16,-1-2 1-16,1 2-1 16,2 0 1-16,-4-1 1 15,1 2-1-15,1 0-1 16,-1 1 2-16,0 0-2 15,-2 0 1-15,1-1-1 0,-1 2 0 16,0 0 0-16,3 0 0 16,-1 0 0-16,1 0 0 15,1 0 0-15,-3 0 1 16,-1 0-1-16,0 0 0 16,-2 2 0-16,-1 3-1 0,1 0-12 15,-3-2-72-15</inkml:trace>
  <inkml:trace contextRef="#ctx0" brushRef="#br0" timeOffset="71101.35">19454 8006 38 0,'0'0'24'0,"0"0"-14"0,0 0-3 0,0 0 2 16,0 0-3-16,0 0-1 16,0 0-3-16,0 0 0 15,0 0-2-15,0 0 0 16,0 0 0-16,-41-3-1 0,36 3-1 16,0 0 2-16,2 0 0 15,-2 0 0-15,2 0 0 16,0 0 1-16,1 0-1 15,-3 0 0-15,1 0 0 16,1 0 1-16,1 0-1 0,-2 0 0 16,0 0 0-16,0-2 0 15,-1 2-1-15,-3 0-1 16,0 0 0-16,-1 0-5 16,-3 0-1-16,1 3-3 15,-1 1-11-15,-2 2-18 16</inkml:trace>
  <inkml:trace contextRef="#ctx0" brushRef="#br0" timeOffset="71911.47">19102 8065 12 0,'0'0'19'16,"0"0"-1"-16,0 0-10 15,0 0-3-15,0 0-4 16,0 0 0-16,0 0 1 15,-37 10-2-15,33-8 0 0,-1-1 0 16,-1 0 1-16,1 1-1 16,-2-2 3-16,3 0 2 15,-1 0 1-15,-1 0 0 16,0 0-2-16,0 0 1 16,-1 0-2-16,1 0 0 0,-1 0 2 15,1 0-2-15,-3 0-1 16,1 1-1-16,0 1-1 15,-4 2 1-15,3 0 0 16,1-1-1-16,-3 1 0 16,2 3 1-16,2-1-2 15,-1 1 1-15,0 0-1 0,0 0 0 16,0 2 0-16,0-2-1 16,-1 0 0-16,2 0 2 15,-4 2-1-15,-1-1 0 16,2 1 1-16,1 1 0 0,-3-2 0 15,1 4 0-15,1-4 0 16,0 5 0-16,1-2 0 16,-2 2 0-16,1-1 0 15,2 2 0-15,-2 0 0 16,1 1 0-16,-1 2 0 16,2 0 0-16,1 2 0 0,-2-2-2 15,1-3 1-15,2 3 0 16,2-2 1-16,-2-3-1 15,3 4 0-15,1-3 0 16,2 0 1-16,0 1-4 16,0 0-1-16,0 0 4 0,5 2 0 15,1-1 0-15,-1 0 1 16,3 0-2-16,-1 3 3 16,4-3-2-16,-2-1 2 15,0 4 1-15,1-3-2 16,-2 3 1-16,1-1-1 15,0-2 1-15,-2 3-1 0,2-4 0 16,-1 3 0-16,2-3 0 16,0 0 0-16,2-2-1 15,1-1 0-15,1 1 0 16,2-2 0-16,1-1 1 0,5 0-2 16,0-2 2-16,4 0 2 15,0 0-1-15,3-1 1 16,2-2-1-16,0-2 0 15,-2-1-1-15,4-1 1 16,3 0-1-16,3-1 2 0,-1-6-6 16,2-5-26-16</inkml:trace>
  <inkml:trace contextRef="#ctx0" brushRef="#br0" timeOffset="73092.17">19204 8011 39 0,'4'-5'3'0,"1"0"2"0,3 0-2 0,-2 1-2 16,4 0 0-16,-1 0 0 16,-1 3-1-16,3 0 0 15,-1 0 0-15,1 1 0 0,3 0 1 16,1 0-1-16,1 0 0 15,0 3 0-15,3 1 2 16,0 1-2-16,-1-1 0 16,2 0 0-16,0-1 0 0,-2 0 1 15,0-1 1-15,-1 0 0 16,0 1 3-16,-1 1-5 16,-1 2 1-16,2-3 2 15,-1 5-2-15,-3-1-1 16,3-1 1-16,-2 3 0 15,2-1-1-15,-1 2 0 16,0 1 1-16,-1 0-1 0,2 0 0 16,-3 2 1-16,1-1-1 15,-3 1 1-15,-1 1-1 16,-2 2 1-16,0 0 0 16,-3-1 0-16,1 2 3 0,-3 1-2 15,0-2 2-15,2 3 1 16,-2 1-2-16,-2 1-1 15,1-3-1-15,-2 2 1 16,0-1-1-16,0-1 0 16,0-2 3-16,-3 1 0 0,-3 0 0 15,2-1-1-15,0-1-3 16,-3-1 2-16,2-1-1 16,2 3 0-16,-4-2 0 15,2 0-1-15,3 2 1 16,-4 0-1-16,1 2 0 15,1-1 1-15,-4 0-1 0,2 0-1 16,-2 0 1-16,0 0 1 16,-1-1-1-16,0-1 1 15,-1 1 0-15,3 0-1 16,-5-1 1-16,1-1 2 0,-2 2-5 16,4-3 5-16,-4 0-3 15,1-2 0-15,-1 2 2 16,-1-3-5-16,2-2 7 15,-2 1-3-15,-2-2 1 16,-3-1-1-16,1 1 3 0,-3-3-3 16,-4 0 3-16,-6-2 2 15,0-1 1-15,-3-1 1 16,-3 1-4-16,-1 1-2 16,-5-1-1-16,-2 2-5 15,-7-3-50-15</inkml:trace>
  <inkml:trace contextRef="#ctx0" brushRef="#br0" timeOffset="87411.15">16430 9380 4 0</inkml:trace>
  <inkml:trace contextRef="#ctx0" brushRef="#br0" timeOffset="88332.38">16825 9152 19 0,'0'0'-11'0,"0"0"16"15,-42 31 2-15,31-24-5 16,-2-4-1-16,3-1 0 16,2-2-1-16,-1 0 1 15,4 0 7-15,-3 0 0 16,3 0-1-16,-4 0-4 0,-2 4-2 16,0 1-12-16</inkml:trace>
  <inkml:trace contextRef="#ctx0" brushRef="#br0" timeOffset="89199.72">16433 9380 92 0,'0'0'16'0,"0"0"-13"0,0 0 0 0,0 0-2 16,0 0-1-16,0 0 0 15,0 0 0-15,0 0 2 16,0 0 0-16,13-29 0 15,-5 23 0-15,-1 4-2 0,2-2 0 16,-2 3 0-16,1 1 0 16,4-2 0-16,-1 2-1 15,3 0 1-15,-1 0-1 16,6 0 1-16,0 0 1 16,3 0-1-16,3 0 1 0,2 0-1 15,-3 0 1-15,-1 0-1 16,2 0 1-16,-3 3-1 15,-4 0 1-15,1 0-2 16,0 1 1-16,-2 3 0 16,0 0 0-16,-1 2 1 15,1 1-1-15,-2 1 0 0,1 3 0 16,-3 0 0-16,-1 2 0 16,-3 1 2-16,0 0 2 15,1 2-2-15,-3-1-2 16,2 2 5-16,-5-3 0 0,3 3-3 15,0-2-2-15,0 2 1 16,-2-1-1-16,3 2 1 16,-3-1 1-16,2 4-1 15,-1 2 1-15,-3-1-1 16,3 2 0-16,-4 3 2 0,0-3 0 16,-2 0-3-16,0-1 2 15,0-1 2-15,0-2 0 16,0-2-2-16,0 2 2 15,-4-2-1-15,-3 1 1 16,1 0-1-16,-6 2 2 16,2 1-1-16,-4 0 0 0,-2 2 0 15,0-3 1-15,-1 2-2 16,-1-4 0-16,0-1 0 16,-2-3 2-16,0-4 0 15,2 1 1-15,-2-4 2 16,0-3 2-16,-3-1 2 0,0-1-2 15,-1-3-1-15,-3 0 0 16,1-3-4-16,-3 0 2 16,-1 0-4-16,0-3 0 15,1-4-2-15,-1-5 0 16,-1-4-5-16,-2-11-38 0,-1-16-90 16</inkml:trace>
  <inkml:trace contextRef="#ctx0" brushRef="#br0" timeOffset="90481.43">16624 7004 112 0,'-4'-7'2'0,"-2"0"5"0,2 3 2 16,1 1 0-16,-2-3-3 16,0 3 0-16,1-1 4 15,-4 2-6-15,2 1-1 16,-3 1 0-16,3 0-2 16,-4 0-1-16,1 0 0 0,1 3 0 15,0 1 0-15,-1 1 0 16,-1 0 0-16,0 1-1 15,-3 1 2-15,2 0 0 16,-1 2-1-16,0 2 0 16,-1-1 1-16,-3 2-2 15,3 1 1-15,-5 2 0 0,0 1 1 16,0 2-1-16,-2 0 0 16,2 2-1-16,-2 2 1 15,3 0-1-15,1 1 1 16,4 0-1-16,-1 0-2 15,4 2 1-15,0-1 1 0,2 0-2 16,0 1 1-16,3 0-1 16,-1 1 1-16,3-1 1 15,0 4 0-15,2-1-1 16,-2 3 2-16,2-1-1 0,0 0 1 16,0-2-1-16,2-1 1 15,3-1 0-15,3-3-2 16,2-1 1-16,-2 1-1 15,2 0 0-15,3-2 0 16,-2 2 1-16,3-1 0 16,-1-1 1-16,2 0 0 0,1 0 0 15,1-1 0-15,2-2 0 16,1 1 0-16,0-2 0 16,1-2 3-16,-1 0 1 15,-1 0 1-15,1-5-3 16,1 0 0-16,-1 0 2 0,4-1-2 15,1-4 0-15,0 1 1 16,-1 0-2-16,2-3 0 16,0-2 2-16,1 0-1 15,-1-1 0-15,1 0-1 16,0-1 0-16,-2-6 0 0,-2 1 0 16,2-4 1-16,1-1-2 15,1-2 4-15,-1-1 0 16,1-2-2-16,-1-1 0 15,3-1 1-15,-2-2 0 16,-2-3 0-16,0 0 1 0,-3-2 3 16,-4-1 2-16,0-2 2 15,-9 2 1-15,-1-1-2 16,-4 0-6-16,-3 3 0 16,-1 1-2-16,0 4-1 15,0 2 0-15,0 5-24 0,-3-2-67 16</inkml:trace>
  <inkml:trace contextRef="#ctx0" brushRef="#br0" timeOffset="91882.4">18398 7886 49 0,'-6'-8'3'0,"-2"-1"14"0,0 1 3 0,1-1-8 16,-3 1 0-16,3-1 0 15,-3-1-2-15,-1 3 0 16,-1-1-2-16,3 0-4 16,-5 1-3-16,-1 0 4 15,-2 0-3-15,1 3 0 16,-3 1 1-16,-3 0-8 0,2 2 11 16,-4 1-5-16,1 0 1 15,2 0-1-15,0 0 0 16,2 1 0-16,-3 6 1 15,2 0-1-15,-1 1-2 16,1 1 1-16,1 0 1 0,1 0-1 16,3 0 0-16,1 2 0 15,1 0 0-15,2 0-1 16,-2 3 0-16,3 3 0 16,-4 1 0-16,3 3-1 15,-1 0 1-15,1 0 0 0,2 2 1 16,1 1-1-16,4-3-2 15,-3-1 2-15,5 0-1 16,1 0 2-16,1 0 0 16,0 1-2-16,0-1 4 15,-2 3-2-15,2-2 0 16,-2 3 0-16,0-2 0 0,0 0 0 16,1-2 0-16,1 0 0 15,0-3 0-15,0 0-5 16,2-2 2-16,6-1 0 15,3-2 2-15,-1 1 2 0,2-3 2 16,2-1 0-16,-1 1-2 16,2-2 1-16,-1-1 0 15,0 2-2-15,0-5 1 16,0 3 0-16,0-3-1 16,-1 1 1-16,3-1 2 0,-1-1-3 15,2 1 2-15,2-3-1 16,1 1-1-16,-1 0 1 15,5-2 0-15,-5 0 0 16,4 0 0-16,-2 0 0 16,-1 0 0-16,1-2-1 15,0 0 3-15,-1-2-2 0,1 0 0 16,0 0 0-16,-2 0 0 16,2-1-1-16,0-2 1 15,-2 3 0-15,0-5-1 16,0 2 0-16,-2-2 1 0,1 0 0 15,-6 0 3-15,0-4 0 16,0 2 2-16,-1-4 3 16,0-3 2-16,-4-3-2 15,2-2-2-15,-1-4-1 16,0-4-1-16,0 1-2 0,-3-2-2 16,-3-1 4-16,0 3-1 15,-2 3-1-15,0 4-1 16,-4 4 0-16,-7 6-2 15,-7 4-32-15,-9 2-69 16</inkml:trace>
  <inkml:trace contextRef="#ctx1" brushRef="#br0">635 3263 0,'-18'0'218,"1"0"-218,-1 35 0,-17 1 32,17-1-32,18-17 15,-17 17-15,-1-35 16,18 18-16,0-1 15,0 18-15,0 1 16,-18-19 0,18 19-1,0-1 1,0 0-16,-17-17 16,-1 17-1,18 0-15,-18 1 16,18-19-1,0 19-15,0-19 16,0 19-16,0-1 16,0 0-16,0-17 15,-35 17-15,35 18 16,-18-18-16,18 1 16,0-1-16,0 0 15,0 36-15,0-54 16,0 36-1,0 18-15,0-18 16,0 0-16,0-1 16,0-16-16,0 34 15,0-17-15,0 0 16,0 18-16,0-18 16,0 0-16,0-1 15,0 1-15,0-17 16,0 17-16,0-18 15,0 0-15,0-17 16,0 17-16,0 18 16,0-35-16,0 17 15,0-17-15,0 34 16,0-16-16,0-1 16,0 18-16,0 17 15,0-17-15,18-17 16,0 34-16,-1-35 15,1 36-15,0-36 16,-1 1-16,19 16 16,-1-16-16,-35 34 15,53 1-15,-36-36 16,1 18-16,17 18 16,-17-36-1,17 18-15,-17-18 0,17 18 16,-17-18-1,17 1-15,-35-19 16,53 19-16,-53-19 16,18 1-16,-18-1 15,17 19-15,1-1 16,-1-17-16,36 35 16,-17-36-1,17 1-15,-36-1 16,1 1-16,17 0 15,0-18-15,-17 35 16,17-35-16,1 18 16,-19-1-1,36-17 1,-35 18-16,-1 0 16,1-18-16,0 0 15,17 17-15,-17-17 16,17 0-16,18 0 15,0 35-15,17-35 16,-17 0-16,18 0 16,-1 0-1,-17 0-15,-17 0 0,-36 18 16,17-18 0,18 0 15,1 0-31,17 0 15,-36 0-15,54 0 16,-1 0-16,36 0 16,-35 0-16,-1 0 15,1 0-15,-18 0 16,17 0-16,-17 0 16,-17 0-16,-1 0 15,18 0-15,17 0 16,-17 0-16,-17 0 15,69 0-15,-16 0 16,-19 0-16,1 0 16,17 0-16,-18 0 15,1 0-15,-18 0 16,0 0-16,0 0 16,0 0-16,-36 0 15,36 0-15,18 0 16,-18-18-1,0 18-15,-18 0 16,35 0-16,19-17 16,-19 17-16,-17-18 15,0 18-15,0 0 16,-35-35-16,34 35 16,-16 0-16,-1 0 15,18 0-15,-18-18 16,1 18-16,16 0 15,19 0-15,0-17 16,34 17-16,-34 0 16,17 0-16,18 0 15,17 0-15,-52 0 16,0-36-16,-19 36 16,-16 0-16,-1 0 15,18-17-15,-35 17 16,-1 0-16,18 0 15,1-18-15,-1 18 16,36 0-16,-36-18 16,71 18-16,0 0 15,-36 0-15,54 0 16,-54 0-16,1 0 16,17 0-16,-35 0 15,0 0-15,-18-17 16,0 17-1,1 0-15,-19-18 16,18 18-16,18-17 16,-17-19-16,-1 36 15,0-17-15,53-36 16,-35 35-16,0-17 16,-17 0-16,69-1 15,-52 1-15,18 0 16,-36-1-16,18-17 15,-18 18-15,-17 18 16,17-36-16,0 0 16,1 0-16,-19 35 15,19-52-15,-19 17 16,19 0-16,17-18 16,-53 36-16,17-71 15,1 71-15,35-89 16,-36 36-16,-17 0 15,0 0-15,36 0 16,-19-1 0,-17 19-16,18 17 15,-18 0-15,0 0 16,18 0-16,-18 0 16,0 18-16,0 0 15,0-1-15,0 19 16,0-19-16,0-16 15,0 16-15,0-17 16,-18 36-16,18-54 16,0 1-16,-18 17 15,1-35-15,17-1 16,-18 19-16,-17-18 16,-1-36-16,19 54 15,-1-19-15,1 1 16,-1 18-16,-17 34 15,17-87-15,0 88 16,1-71-16,-54 0 16,18 0-16,18 0 15,-18 0-15,18 18 16,-18-18-16,18 18 16,-18-18-16,53 71 15,-18 17-15,0 1 16,1-1-16,17 1 15,-18 17 1,-35 0 15,0 0-31,-17 0 16,-1 0-16,-17 0 16,17 0-16,1 0 15,17 0-15,0 0 16,18 0-16,-18 0 15,35 0-15,-17 0 16,-18 0-16,35 0 16,-35 0-16,0 0 15,-17 0-15,-1 0 16,-17 0-16,35 0 16,0 0-16,18 0 15,-18 0-15,18 0 16,-18 0-16,18 0 15,-1 0-15,-17 0 16,1 0-16,-37 0 16,-16 0-16,34-18 15,-52 18-15,34-18 16,-17 18-16,18-35 16,0 17-1,18 18-15,17 0 16,17 0-16,19 0 15,-36 0-15,35 0 16,-17 0-16,0 0 16,-18 0-16,-18 0 15,1 0-15,-1 0 16,0 0-16,1 0 16,-1 0-16,-17 0 15,35 0-15,-17 0 16,17 0-16,-18 0 15,36 0-15,-36 0 16,-34 0-16,16 0 16,19 0-16,-1 0 15,-17 0-15,17 0 16,1 0-16,-18 0 16,35 0-16,35 0 15,-35 0-15,0 0 16,0 18-16,18-18 15,-18 0-15,-17 0 16,17 0-16,17 18 16,-16-18-16,-1 0 15,17 35 1,-17-35-16,18 0 16,0 0-16,-18 0 15,35 0-15,-35 18 16,0-18-16,36 0 15,-36 17-15,0-17 16,35 18-16,-70 17 16,35-17-16,-17-18 15,34 35 1,-34 0-16,35-35 16,-1 18-16,-17 0 15,18-18 1,-18 35-16,18-18 15,17-17-15,1 0 16,-36 0-16,35 18 16,-17-18-16,17 18 15,-35-1-15,36-17 16,-19 18-16,-17 0 16,36-18-1,-36 0 1,18 35-16,17-35 15,0 0 1,-17 18 0,35-1-16,-18-17 15,1 18-15,-1-18 16,0 0 0,1 18-16,-1-18 15,1 17 1,-1-17-16,0 18 15,-35 17 485,18 18-484,0-35-16,-18 35 16,18-36-1,-1 18-15,1 1 16,0-1-16,35-17 16,-35-1-16</inkml:trace>
  <inkml:trace contextRef="#ctx1" brushRef="#br0" timeOffset="5481.03">16986 7990 0,'-35'0'63,"-18"0"-63,18 0 15,0 0-15,-1 0 16,1 0-16,17 18 16,-17-18-1,17 18-15,1-1 16,-1 1 15,18 0-15,0-1-1,0 1-15,0 0 16,0-1-16,0 1 16,0 17-1,0-17 1,-18 17-16,18 0 31,0-17-15,0 17-1,0-17 1,0 17 0,0-17-1,0 17-15,0-17 16,0 17-1,0-17-15,0-1 16,18-17-16,-18 18 16,0-1-16,18 1 15,-1 17 1,1-17-16,17 35 16,-17-18-1,-18-17 1,18 0-16,-18 17 15,17-35-15,1 17 16,0 1 0,-18 0-16,17 17 15,18-17 1,-35-1-16,18 1 16,35 17-1,-53-17-15,18-1 16,17 1-1,-35 0 1,35-18-16,-17 0 16,17 17-1,-17 1 1,35-18 0,-53 18-16,53-18 15,-18 0-15,0 0 16,0 0-1,-17 0-15,35 0 16,0 0 0,-36 0-1,1-18 1,0 18 0,-18-18-16,17 1 15,1-1 1,17-17-1,-17 17-15,0-35 16,-1 36 0,1-1-16,-18 0 15,0-35-15,0 36 16,0-1-16,18-17 16,17-18-16,-35 35 15,0-17-15,0 0 16,0-1-16,0 19 15,0-18-15,0 17 16,17-17-16,-17 17 16,0 0-16,0 1 15,0-19-15,0 19 32,0-1-32,0 1 15,0-19 1,0 19-1,-17-19-15,-1 19 16,18-1-16,-35-17 16,17 17-1,1-17 1,-19 0-16,1-1 16,0 19-1,-1 17 1,1 0-1,18 0-15,-36 0 16,0 0-16,17 0 16,1 0-16,18 0 15,-1 0-15,-17 0 16,17 0-16,-17 0 16,-18 0-16,35 0 15,-17 0-15,0 0 16,-1 0-1,-17 17-15,18 1 16,18 0-16,-19 17 16,1-35-16,35 18 15,-18-18 1,1 35-16,-1-18 16,0 36-1,18-35-15,-35 17 16,35-17-16,0 17 15,0 0-15,0-17 16,0 0-16,0 17 16,0-17-16,0-1 15,0 19-15,0-19 16,0 18 0,0-17-16,0 17 15,0-17 1,0 17-16,0-17 15,0 0-15,0 35 16,18-36-16,-18 1 16,17-1-16,1 36 15,0-53-15,-18 18 16,17-18-16,19 18 16,-19-18-16,19 17 15,-19-17-15,36 0 16,18 0-16,-18 0 15,17 0 1,-35 0-16,1 0 16,17 0-16,-18-17 15,0-19-15,-17 36 78,-1-17-62,1 17-16,0-18 16,-1 0-1,1 1 1,0-1 0,-18 1-16,0-1 15,0-17 1,17 17-1,-17 0 1,0 1-16,0-1 31,0 0-15,0 1-16,0-1 31,0-17-15,0 17-1,0-17 126</inkml:trace>
  <inkml:trace contextRef="#ctx1" brushRef="#br0" timeOffset="9440.99">8555 6756 0,'-53'0'78,"-18"-71"-78,-34 36 16,-54-18-16,35 35 15,1 1-15,-1-19 16,-34 1-16,69 0 15,37 17-15,-54 1 16,70 17-16,-34 0 16,35 0-1,-36 0-15,18 0 0,0 0 16,0 0 0,18 0-16,-36 0 15,-70 0-15,36 0 16,16 0-16,19 0 15,-36 0-15,18 0 16,17 0-16,-35 0 16,53 0-16,-17 0 15,-1 0-15,-17 0 16,-18 0-16,18 0 16,-35 0-16,34 0 15,-16 0-15,16 0 16,-34 17-16,17-17 15,0 0-15,-52 18 16,69-1-16,-87 19 16,52-19-16,-34 1 15,17 17-15,-1 1 16,-34-19-16,53 1 16,-19 0-16,19 34 15,-18-16-15,35-1 16,-35 0-1,0 18-15,0-18 0,0 18 16,17-35 0,36 17-16,35 1 15,-53-1-15,0 35 16,-17-17-16,70-35 16,-18 52-16,36-52 15,-18 35-15,0-35 16,36 17-16,-1-17 15,-17 17-15,0 0 16,-1-17-16,-17 52 16,36-52-16,-19 17 15,1 36-15,0-1 16,0 1-16,17-36 16,0 18-16,-17 0 15,17 0-15,1 18 16,-19-36-16,36 18 15,-35-18-15,35-17 16,-17 52-16,-1-52 16,18 35-16,-35-18 15,17 0-15,18 18 16,0 0-16,0-18 16,0 18-1,-18 0-15,18 0 16,-35-18-16,35 1 15,0 17-15,0-36 16,0 36-16,0-35 16,0-1-16,0 1 15,0 17-15,0 1 16,0-19-16,18 19 16,-18-19-16,17 36 15,19-35-15,-36 17 16,53 0-16,-36 1 15,18-1-15,18 35 16,-17-52-16,-1 17 16,0-17-16,-17 17 15,-1-17-15,19 17 16,-19-17-16,1-1 16,17 19-16,1-19 15,-1 19-15,0-1 16,53 18-16,-17-53 15,-18 35-15,53 18 16,-71-35-16,53 17 16,-53-17-1,18 17-15,-35-17 16,17-1-16,-17-17 16,17 18-16,0 17 15,-17-35-15,17 0 16,36 35-16,-1 1 15,-17-19-15,53 19 16,-53-1-16,35-18 16,-35 1-16,35-18 15,-52 35-15,17-35 16,0 18-16,-1-18 16,1 35-16,-17-17 15,34 0-15,-35-18 16,18 0-16,0 35 15,-17-17-15,-1-18 16,18 0-16,0 17 16,-18 1-16,-17-1 15,-1-17-15,19 0 16,-1 18 0,0 0-16,0-18 15,18 17-15,-17 1 16,16 0-16,19-18 15,-18 35 1,-18-17 0,-17-18-1,17 17-15,0 1 16,1-1 0,-19 1-16,19-18 15,17 53-15,-1-53 16,1 18-16,36 35 15,-19-36-15,18 36 16,-35-35-16,-35-18 16,35 0-16,-36 0 15,19 0-15,-1 0 16,-17 0 0,-1 0-16,19 0 15,16 0-15,-16 0 16,17 0-16,35 0 15,-18 0-15,-17 0 16,0 0-16,18 0 16,-18 0-16,35 0 15,-70 0-15,52 0 16,-17-18-16,18 18 16,-19-18-1,54 18-15,-17-17 16,16-1-16,19 1 15,-54 17-15,19 0 16,16 0-16,-52 0 16,18 0-16,-18 0 15,-18 0-15,36-18 16,-36 18-16,35 0 16,1 0-16,17-18 15,0 18-15,54-35 16,-19 35-16,0 0 15,19 0-15,16 0 16,1 0-16,-18 0 16,36 0-16,-36 0 15,-18 0-15,18 0 16,-53-18-16,18 1 16,-18-1-16,36-17 15,-1 35-15,19-18 16,-1 1-16,35-1 15,-17-17-15,35-18 16,-71 53-16,18-18 16,18-35-1,-106 36-15,-18 17 16,18-53-16,-17 53 16,-1-18-16,0-17 15,-35 17-15,18-35 16,-1 18-16,19 0 15,-1-36-15,0 0 16,18-34-16,0 34 16,-18-17-16,-17 17 15,0-52-15,34 17 16,-52 35-16,36-34 16,-1-1-16,-35 53 15,18-35-15,-1 17 16,1-17-16,-18 17 15,0 1-15,0-1 16,0 1-16,0-1 16,0 1-16,0-19 15,-35-34-15,-1 52 16,1 1-16,-18-18 16,18-1-16,-18 1 15,-18 0-15,-17-18 16,35 53-16,18-17 15,-18-1 1,18 18-16,-18 0 16,18 18-16,-1 0 15,1-1-15,-18-34 16,0 17-16,-17-35 16,34 70-16,-34-52 15,17 34-15,-18 1 16,71 17-16,-52 1 15,16-1-15,19 18 16,-36-17-16,17 17 16,1 0-16,-18-36 15,18 36-15,-18 0 16,0 0-16,0 0 16,-17 0-16,34 0 15,-17 0-15,-17 0 16,17 0-16,0 0 15,18 0-15,-36 0 16,18 0-16,0 0 16,18 0-16,-35 0 15,17 0-15,-18 0 16,18 0-16,0 0 16,-17 0-1,-1 0-15,1 0 0,-1 0 16,-17 0-1,0 0-15,70 0 16,-17 0-16,17 0 16,-17 0 31,17 0-32,-35 0-15</inkml:trace>
  <inkml:trace contextRef="#ctx1" brushRef="#br0" timeOffset="13232.79">19473 7990 0,'-17'0'125,"-36"0"-125,35 0 16,-35 0-16,18 18 15,-18-18-15,18 0 16,-1 0-16,1 18 15,18-1 1,-36 19 125,35-19-126,0 1 1,1 0-16,-1-1 16,0 1-16,1-1 15,-1 1 1,18 0-16,0-1 15,0 1 1,0 0 0,-17 17-16,17-17 15,0-1 1,0 1 0,0-1-1,0 1 1,0 17-16,-18-17 15,18 0-15,0-1 16,0 1-16,0 0 16,0-1-1,0 1 1,0-1 0,0 1-1,0 0 1,35-1-1,-17 19 1,-1-36-16,-17 17 16,18-17-16,0 18 15,-1 0 1,1-1-16,0 1 16,-1-18-1,19 18-15,-1-1 16,-18 1-1,19-18-15,-1 0 16,-17 17-16,17 1 16,-17-18-16,17 0 15,18 0-15,-36 0 16,19 0-16,-19 0 16,19 0-16,17 0 15,-36 0-15,1 0 16,-1 0-16,19 0 15,-19 0 1,1-18 0,0 18-1,-1-35-15,1 18 16,0 17 0,-18-18-1,0 0-15,0-17 16,17 17-1,-17 1-15,0-19 16,0-17-16,0 36 16,18-36-16,-18 18 15,0-18-15,0 17 16,0 19-16,0-18 16,0 17-16,0-17 15,0 17 1,0 0-1,0-17-15,0 0 16,0 0 0,-35 17-16,17 0 15,0 1-15,-35-1 16,36 18 0,-19-35-16,1 17 15,18 18-15,-1 0 16,-17 0-16,-18-18 15,17 18 1,1 0-16,0 0 16,17 0-1,-35 0-15,36 0 16,-19 0-16,1 0 16,0 0-1,0 0 1,17 36-1,0-36-15,18 17 16,-17 1-16,-19 0 16,36-1-16,-17 1 15,-19 17-15,36 0 16,0-17 15,0 0-31,0-1 16,-17 19-16,17-19 15,0 1-15,-18 17 16,18-17-16,0 17 16,0-17-16,0 17 15,-17-17-15,17-1 16,0 1-16,0 0 16,0-1-16,0 1 15,0-1 1,0 1-1,0 0 1,0-1-16,0 1 16,0 0-16,0 17 15,17-35 1,-17 35 0,18-35-16,-1 18 15,1-18 16,17 0-31,1 0 16,-19 18-16,19-18 16,-1 0-16,18 0 15,-36 0-15,19 0 16,-19 0-16,19 0 16,-19 0-1,36 0 1,-35-18-1,-18 0-15,17 18 16,1-17-16,0-1 16,-18 0-1,17 18-15,1-53 16,-18 18 0,0 0-1,18 35-15,-18-18 16,0-17-16,0 0 15,17 17-15,-17 0 16,18 1-16,-18-1 16,0 0-16,18 1 15,-18-1 1,0 1 15,0-1-15,0 0-16,0 1 15,0-1-15,0 0 16,0 1-16,0-1 16,0 0-16,0 1 15,0-1-15,0 1 16,0-1-16,-18-17 16,18 17-16,-35 18 15,17 0-15,-17-18 16,-1 1-16,1 17 15,0 0-15,0 0 16,17 0-16,-17 0 16,-18 0-1,35 0-15,-35 0 16,36 0 0,-19 0-16,1 35 15,17-17-15,-17-18 16,17 17-16,-17 19 15,18-19-15,-1 18 16,0-35-16,18 18 16,-17 17-16,-1-17 15,18 17 1,0-17 0,0 17-16,0-17 15,0 17 1,0-17-16,0 17 15,0 0 1,0-17-16,0 17 16,0 0-16,0-17 15,0 0-15,0 17 16,18 0-16,-1-17 16,-17 0-16,0 17 15,18-35-15,-18 18 16,18-1-1,-1-17 1,1 0 0,35 0-16,0 0 15,17 0-15,-17 0 16,18 0-16,-1 18 16,-34-1-16,-19-17 15,1 0-15,-1 0 125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22:16.749"/>
    </inkml:context>
    <inkml:brush xml:id="br0">
      <inkml:brushProperty name="width" value="0.05292" units="cm"/>
      <inkml:brushProperty name="height" value="0.05292" units="cm"/>
      <inkml:brushProperty name="color" value="#FF0000"/>
    </inkml:brush>
  </inkml:definitions>
  <inkml:trace contextRef="#ctx0" brushRef="#br0">15589 15886 83 0,'0'0'7'0,"0"0"10"0,0 0-2 0,0 0-7 15,0 0 0-15,0 0 1 0,0 0 4 16,0 0 3-16,0 0-4 15,-37-25-2-15,35 22-2 16,2 2-3-16,-1 1-2 16,1-1-3-16,0 0 2 0,0 1-2 15,0-1-2-15,0-1 2 16,1 1 1-16,7-1-2 16,0 0 1-16,0-1 1 15,3 0-1-15,0 0 0 16,1-1 1-16,2 0-1 15,1 1 0-15,2-1-1 0,-1 1 0 16,0-1 1-16,6-1-1 16,-2 1 0-16,3 1 1 15,-1-1-1-15,6-2 2 16,4 2-2-16,0-2 2 16,5-1-1-16,4 0 0 15,1 0 1-15,1-1-1 0,0 0 0 16,1-2 0-16,5 2 0 15,-4-2 0-15,6 0 0 16,-1 1 0-16,0-2 0 16,2 1 1-16,-2 0-3 0,2 2 2 15,1-1 1-15,2 1-1 16,-1 0-1-16,1 3 1 16,-3-1-1-16,2 3 1 15,-2-3-2-15,0 4 4 16,2 0-2-16,-1 0 0 15,1 0-5-15,-2 1 10 0,0 1-4 16,-1-2 0-16,1 2-1 16,1-1 0-16,1 1 0 15,-1-3 0-15,-1 3 1 16,2-1-1-16,0 0 0 0,-2 0 0 16,2-2 0-16,0 2 0 15,-1 1 2-15,-3-3-1 16,1 3 0-16,-2 0 0 15,-1 0 3-15,3 0-2 16,2 0-1-16,0 0 0 16,2 0 0-16,1 0 0 0,4 0-1 15,-3 0 2-15,2 4-2 16,1 0 0-16,-1 1 0 16,-2-2 0-16,1 1 0 15,-1 0 1-15,-2-1-1 16,3 1 2-16,1-1-2 0,0 1 0 15,2-2 1-15,0-1-2 16,5-1 2-16,-1 0 0 16,1 0-1-16,4 0 1 15,4 0-1-15,-1-1 1 16,2-1 0-16,0 0-1 0,0 2 1 16,-1 0-1-16,1 0 0 15,-1 0 0-15,-1 0 0 16,4 0 1-16,6 0-1 15,2 0 2-15,2 0-1 16,5-3-1-16,3 1 1 0,2-2-1 16,-8 1 2-16,3 3-2 15,-1 0 0-15,1 0 0 16,-1 0 1-16,3 0-1 16,3 1 0-16,1 3 0 15,-1-1 0-15,3-1-1 0,5 2-2 16,-2-1 1-16,1-1 1 15,4 0 1-15,1 0 0 16,-3 1-1-16,0-2-1 16,1 1 1-16,1-1 0 15,-2 1 1-15,1-1 0 16,1 0 0-16,-2-1 0 0,-2 2 1 16,0-2 2-16,-3 1 1 15,-5-1 0-15,-4 3 0 16,-5-1-2-16,-7-1 0 15,-10 2-1-15,-9-3 0 16,-8 1-1-16,-7-1 1 0,-6 0-2 16,-10 0-6-16,-2 0-12 15,-5-5-50-15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22:22.770"/>
    </inkml:context>
    <inkml:brush xml:id="br0">
      <inkml:brushProperty name="width" value="0.05292" units="cm"/>
      <inkml:brushProperty name="height" value="0.05292" units="cm"/>
      <inkml:brushProperty name="color" value="#FF0000"/>
    </inkml:brush>
  </inkml:definitions>
  <inkml:trace contextRef="#ctx0" brushRef="#br0">13651 15769 84 0,'0'0'6'0,"0"0"16"0,0 0 2 15,0 0-7-15,0 0-3 16,0 0 2-16,0 0-3 0,0 0-5 16,0 0-9-16,0 0-6 15,0 0 6-15,-19 1 5 16,21-1-5-16,2 0 1 15,3 0 0-15,0 3 1 16,2 0-2-16,2-2-2 0,3 1 0 16,-1-1-1-16,2-1-4 15,1 0 14-15,4 0-6 16,2 0-1-16,-1 0 3 16,2 0-1-16,3 0 0 15,-2 0 0-15,3 0-1 16,2-1-1-16,3-1 2 15,0 2-3-15,5-1 2 0,1-2-2 16,2 0 3-16,0-1 0 16,3-1 0-16,-1 0-4 15,4-1 2-15,2-1 3 16,1-2 0-16,2 3-1 0,-1 0-1 16,0-1 1-16,-2 1-1 15,-1 1 0-15,0 1 0 16,0 0 0-16,-2 1 0 15,6-1 0-15,-4 1 0 16,2 3 0-16,-1-2 1 16,-2 2 0-16,-2 0-1 0,0 0 0 15,1 0 0-15,1 0 0 16,-1 2 0-16,4 0 0 16,-2-2 3-16,4 0 0 15,3 0 0-15,0 0-2 0,1 0 2 16,3-4-1-16,0 1-1 15,-3 0 0-15,2 1-1 16,0 2 1-16,-3 0 0 16,3 0 2-16,1 0-1 15,0 0 0-15,1 0 1 0,1 0 2 16,3 0 0-16,1 0 2 16,-3 0-3-16,5 0 0 15,-4 0-2-15,2 0 0 16,0 0-1-16,-3 0-1 15,3 0 1-15,-1 0 0 0,2 0-1 16,2 0 0-16,0 0 1 16,-2 0 0-16,2 0-1 15,0 0 1-15,3 0-1 16,1 0 1-16,-2 0-1 16,2 0 0-16,2 1 1 15,0-1-1-15,-2 0 2 0,1 0-2 16,-3 0 0-16,0 0 0 15,-2 0 0-15,3 0 0 16,-1 0 0-16,0 0 0 16,0 0 1-16,3 0-1 15,0 0 2-15,0 0-1 0,1 0 0 16,-4 2 0-16,2 1 0 16,-3-1-1-16,1 0 0 15,-2 0 1-15,4 1 0 16,1 0-1-16,-2-2 0 0,2 0 1 15,3 1-1-15,-5-1 0 16,0-1 0-16,3 0 0 16,2 0 0-16,-3 0 0 15,2 0 1-15,2 0-1 16,2 0 0-16,-2 0 0 16,2 0 0-16,-5 0 0 0,4-1 0 15,-5-2 0-15,1 1 3 16,3-2 4-16,-3 3-3 15,4-1-2-15,-3-1-1 16,4 1-1-16,-5 0 1 16,1 0-1-16,3 0 0 0,0-1 1 15,3 3-1-15,1-3 0 16,0 2 1-16,2-1-1 16,0 0 0-16,-1 0 1 15,-4 1-1-15,-2-1 0 16,1 0 0-16,-2 0 0 15,1 2 0-15,-1-1 0 0,3-1 1 16,-1 2-1-16,0-1 0 16,-1-1 0-16,-1 1 0 15,-3 0 0-15,-1-1 0 16,-6 1 1-16,0 1-1 0,-3-2 2 16,-1 2-1-16,-1-1 3 15,-2 1 2-15,-2-1-2 16,1-1-1-16,-2 2 0 15,-2 0-1-15,-2-1 0 16,-1 0-1-16,-5-1 0 0,-2 2-1 16,-5 0 1-16,-1-2 0 15,-5 1-1-15,-4-3-4 16,-9-7-46-16,-12-5-222 16</inkml:trace>
  <inkml:trace contextRef="#ctx0" brushRef="#br0" timeOffset="8152.63">1424 15607 70 0,'0'0'8'0,"0"0"-1"0,0 0-1 0,0 0 0 15,0 0-3-15,-3 0-1 16,3 0 5-16,0 0 1 16,0 0 2-16,-2 0 1 15,2 0-3-15,0 0-5 0,0 0-3 16,0 0-1-16,0 4 1 16,0 5 0-16,0 2 1 15,2 3 0-15,1 3-1 16,-1 5 2-16,1 3-1 15,-3 4 0-15,2 2 0 0,-2 2 2 16,0-1-2-16,0-1 1 16,0-1-1-16,0-2-1 15,0-2 1-15,0-5 1 16,0 1-2-16,0-5 1 16,0-2 0-16,0-3-5 0,0-5-26 15,0-6-21-15</inkml:trace>
  <inkml:trace contextRef="#ctx0" brushRef="#br0" timeOffset="9016.08">1515 15604 27 0,'0'0'24'0,"0"0"-22"16,0 0-1-16,0 0 1 0,0 0-1 16,0 0 2-16,0 0-1 0,41-29 2 15,-39 29 2-15,3 0 0 16,-1 0-2-16,0 0-2 16,1 3-1-16,-3 3 0 15,3 0-1-15,-3 3 2 16,-2-1-1-16,0 3 1 0,0-1 1 15,0 2 2-15,0 0-2 16,0 2 2-16,-7 1 0 16,1 0-3-16,1 1-1 15,-3-2 1-15,1 0 0 16,-3 0-1-16,2-2-4 16,-1-2 6-16,-3 0-1 0,3-2-1 15,-1-1 0-15,-4-1 0 16,5-2 0-16,0 0 0 15,0-1-1-15,2-1 1 16,1 0 0-16,1-2 0 0,3 1 1 16,0 0-2-16,0 1 0 15,-1 0-3-15,3 1 2 16,0 0 0-16,0 1-1 16,0-1 0-16,0 0 1 15,0 0 1-15,0-1 0 0,5 0-1 16,-3-1 1-16,1 2 0 15,3-1 0-15,-2-1 0 16,1 2 0-16,4-1-1 16,-2 0 3-16,1 2 0 15,3-1-2-15,-1-1 1 16,-2 1-1-16,1-1 2 0,1 3-1 16,-2-1 0-16,-1 0 0 15,0 3 1-15,0-1 0 16,-1 1-1-16,-1 0 1 15,1 2 0-15,-1-1-1 0,1 1-1 16,-1 0 1-16,2-3 0 16,-1 1 1-16,-1-1-1 15,1 0 0-15,4-3 1 16,-2-2-1-16,1-1-3 16,1 0-15-16,-2-4-31 15</inkml:trace>
  <inkml:trace contextRef="#ctx0" brushRef="#br0" timeOffset="9364.58">1813 15642 91 0,'0'0'4'0,"0"0"-2"0,0 0-2 0,0 0 2 16,0 0 1-16,0 0-1 15,-5 47 2-15,5-31-2 16,0 1 1-16,0 4 1 16,3-3 2-16,-1 3-2 0,0-1 3 15,-2 0-3-15,2-2 0 16,-2-1 2-16,0 0-2 15,0-1 1-15,0-1-3 16,0-1-1-16,0-1 0 16,0-1 0-16,0-2-3 0,0-5-18 15,0-4-11-15,0-1-43 16</inkml:trace>
  <inkml:trace contextRef="#ctx0" brushRef="#br0" timeOffset="9896.89">1838 15702 20 0,'0'0'6'0,"0"0"5"0,0 0 0 16,31 38-7-16,-22-23 2 15,-1 0-1-15,0 4-2 16,0-1 1-16,1 3-1 16,-3 0-1-16,2-2 1 15,-1 0 1-15,-1-1-2 0,1-1 0 16,-1-1 1-16,1-2-2 15,-2-1 1-15,-1-2 0 16,-2-1-2-16,0-3 3 16,1-3 14-16,-1 1-9 15,0-3-2-15,-2-2 5 16,0 0 5-16,2 0 25 0,-2-7-15 16,0-2-21-16,0-4-1 15,0-3 1-15,0 0-3 16,0-5 1-16,0-2 0 15,0-1 2-15,-2-2 1 16,2-1-3-16,-2-1-2 0,2 0 1 16,0 5-2-16,0 2 0 15,0 3 0-15,0 3-2 16,6 5 1-16,2 3-13 16,0 4-32-16,-1 0-22 15,3 3-13-15</inkml:trace>
  <inkml:trace contextRef="#ctx0" brushRef="#br0" timeOffset="10229.93">2175 15695 100 0,'0'0'11'0,"0"0"13"0,0 0-9 0,0 0 0 16,0 0-3-16,0 0 1 16,0 0-1-16,0 0-2 15,0 0-6-15,0 0-4 16,-35-23-2-16,35 32 1 16,0 4 1-16,0 2 0 15,0 2-1-15,0 4 1 0,2-2 1 16,0 2-1-16,0-1 0 15,-2 0 0-15,0-2 0 16,0-2 0-16,0-2-1 16,0-1-7-16,0-2-22 15,0-3-8-15,0-4-4 0</inkml:trace>
  <inkml:trace contextRef="#ctx0" brushRef="#br0" timeOffset="10864.52">2126 15661 99 0,'0'0'4'0,"0"0"-4"15,0 0 0-15,0 0 1 16,0 0-1-16,0 0 0 15,45 1 0-15,-38 9-2 16,3 1 3-16,2 2 6 16,-1 3-5-16,0-2 0 0,0 4-1 15,2-1 0-15,-4-1 0 16,3 3-1-16,-3-2 2 16,1 0-1-16,-2 0-1 15,0 0 1-15,-1-2 0 16,-3 1 0-16,3-2 0 0,-2-1 0 15,0 1-1-15,1-4 0 16,-2 0 1-16,-1 1-1 16,3-2 0-16,-1 1 1 15,-1-3-1-15,1-1 1 16,-1-1-1-16,-2 0 0 0,0-2 1 16,1-1-1-16,-1 1 0 15,-2-3 0-15,2 0 1 16,-2 0 1-16,0 0 13 15,0 0 22-15,0-7-23 16,0-3-13-16,0-1 2 16,0-2-1-16,0-4 0 0,0 1 0 15,0-4 0-15,0 1-2 16,0-4 2-16,0 0 1 16,2 1 4-16,-2-3-2 15,2 0-1-15,-2 0-3 16,2 1 2-16,-1 0-3 0,0 2 0 15,1 3 2-15,0 4-2 16,-2 2 0-16,2 3 0 16,0 4 0-16,2 3-3 15,1 1-23-15,-1 1-42 16,4 1 11-16</inkml:trace>
  <inkml:trace contextRef="#ctx0" brushRef="#br0" timeOffset="11270.15">2678 15665 77 0,'0'0'33'0,"0"0"3"0,0 0-2 15,0 0-5-15,0 0-6 16,0 0-5-16,0 0-4 0,0 0-8 16,-21-37-2-16,21 34-3 15,-2 3-1-15,2-1-1 16,0 0-7-16,0 1-21 16,4 0-5-16,4 0-6 15,-2 0-16-15</inkml:trace>
  <inkml:trace contextRef="#ctx0" brushRef="#br0" timeOffset="11612.7">2655 15993 70 0,'0'0'13'0,"0"0"3"16,0 0-3-16,0 0 4 0,0 0-1 15,0 0 4-15,0 0 6 16,0 0-4-16,0 0-8 15,-13-10-5-15,11 10-4 16,2 0-2-16,0 0-3 16,0 0 0-16,0 0-12 15,2 0-25-15,2-4-16 0,3-5-41 16</inkml:trace>
  <inkml:trace contextRef="#ctx0" brushRef="#br0" timeOffset="11869.15">2809 15806 111 0,'0'0'4'0,"0"0"1"0,0 0-4 16,0 0-1-16,0 0 0 15,0 0 0-15,0 0 7 16,0 0 6-16,12 0 1 15,-5 0-6-15,-3 0-1 16,3 0-2-16,2 0 0 16,0 0-1-16,0 0-1 0,4 0-3 15,-2 0 0-15,0 0-2 16,-4 0-45-16</inkml:trace>
  <inkml:trace contextRef="#ctx0" brushRef="#br0" timeOffset="12809.24">3920 15645 123 0,'0'0'3'0,"0"0"0"0,0 0 2 15,0 0-5-15,0 0 1 0,0 0-2 16,0 0 1-16,0 0 1 15,0 0 0-15,-9-44 3 16,7 32 6-16,-2 1-1 16,0 1-7-16,-3 2 0 15,0 0 0-15,-2 2-4 0,0 1 4 16,-4 1-2-16,4 4 0 16,0 0-2-16,-1 0 4 15,4 0-6-15,0 0 6 16,3 4-3-16,1 4 1 15,2 0-1-15,0 1-1 0,0 3 1 16,4-1 0-16,3 1-2 16,2 2 3-16,2-2 0 15,0-1 0-15,3 0 0 16,-3 1 0-16,2-1-1 16,-1 0 2-16,-3 0-1 15,1 0 1-15,-2 0-1 0,-2 1 0 16,-3-2 0-16,-3 2 0 15,0-2 0-15,0 0 2 16,-3 2-1-16,-6-1 0 16,0 0 0-16,-2-2 2 0,-2 0 0 15,-1-1 7-15,1 0 2 16,-3-2 1-16,3 0-5 16,-1-1-5-16,5 0-1 15,1-2-1-15,0-1 0 16,6-2-1-16,2 0 0 15,0 0-26-15,4-8-52 0</inkml:trace>
  <inkml:trace contextRef="#ctx0" brushRef="#br0" timeOffset="13251.37">4104 15699 152 0,'0'0'14'0,"0"0"-23"0,0 0 9 0,0 0-2 16,0 0 1-16,0 0-1 15,0 0 1-15,0 0 2 0,0 0-2 16,0 0 3-16,26 23 5 16,-21-26 5-16,0-4-6 15,-1 0-4-15,1-2 0 16,-1-1-1-16,0 0-1 0,-3 0 1 15,-1 1 0-15,0 1 0 16,0-3 0-16,0 5 2 16,-5 1 8-16,-3 1 0 15,3 3-7-15,-4 1-3 16,4 0 0-16,-4 0-2 0,3 2 0 16,-4 6 1-16,4 4 0 15,-1 1 1-15,1 2-1 16,2 2 0-16,0 0 0 15,4 0 0-15,0-2 0 16,0 1 0-16,1-5 0 16,8-2-2-16,2-1 1 0,7-3-1 15,-1-3-5-15,4-2-10 16,2-2-14-16,2-9-40 16</inkml:trace>
  <inkml:trace contextRef="#ctx0" brushRef="#br0" timeOffset="14168.54">4445 15561 126 0,'0'0'6'15,"0"0"21"-15,0 0-3 16,0 0-15-16,-15-38-10 0,5 35 5 16,-3 3-4-16,1 0 1 15,-2 0-1-15,3 0 0 16,-2 6-1-16,1 1 2 15,1 3-1-15,1 1 0 16,2-1 0-16,1 3 0 0,3 1 0 16,2 0 0-16,2-1 0 15,0 0 0-15,0-2-1 16,0-1 1-16,6 0-2 16,1 0 2-16,1-4 0 15,2-1 0-15,-1-2-2 0,0 0 0 16,4-3 3-16,-2 0 1 15,-1 0 1-15,1 0-2 16,-5 0 1-16,1 0-2 16,0 0 0-16,-4 0 0 15,1 0 0-15,-2 0-5 16,-2 4 0-16,0 3 8 0,0 2-2 16,0 5-1-16,0 1 1 15,0 4-1-15,-2 1 0 16,-2 4 0-16,1 0 3 15,0 2-4-15,1 2 2 16,0 2 1-16,2 0-2 0,0 1 0 16,0 3 0-16,0-2 1 15,7 0 1-15,-3 1-2 16,3 0 1-16,-2-5 0 16,3 1-1-16,0-3 1 0,0-7-1 15,-1-3 1-15,3-4-1 16,0-3-1-16,-1-5 2 15,-1-2 0-15,4-2 3 16,-1-2-1-16,2-8-1 16,-1-7 0-16,-1-6 2 15,1-5-2-15,0-6-1 0,-3-3-1 16,1-3 1-16,-4-1 0 16,1-1-1-16,-3 0 0 15,0 1 0-15,-2 3 0 16,-1 1 0-16,-1 1-1 15,0 2 2-15,0 4-1 0,0-1 0 16,0 4 0-16,-1 6 0 16,-1 0 0-16,-2 3 0 15,4 3 0-15,-2 5 0 16,-1-1 0-16,1 5 0 16,2 2 0-16,0 2-1 0,0 2-1 15,0 0-28-15,0 5 10 16,0 4 20-16,0 4 1 15,0 3 0-15,0 1 1 16,0 3-1-16,0 0 1 16,5 1 0-16,1-3 0 15,-2 1-1-15,4-3 1 0,-3-5-1 16,3 0 1-16,1-5-1 16,1-2 0-16,2-4 0 15,3 0 5-15,0 0-7 16,-2-11-29-16,1-5-37 15</inkml:trace>
  <inkml:trace contextRef="#ctx0" brushRef="#br0" timeOffset="14575.97">4828 15679 103 0,'0'0'1'0,"0"0"1"0,0 0-1 16,0 0-1-16,0 0 1 0,0 0 0 16,0 0 3-16,0 0 7 15,0 0 11-15,0 0 7 16,0 0-12-16,0 0-7 16,0 0-4-16,29-4-3 15,-24-9-1-15,-1 2-1 16,-2-2 0-16,-2 4 1 0,0 2-1 15,0-1 3-15,0 4 1 16,-4 1 0-16,-1 3 1 16,1 0-1-16,-2 0-5 15,0 5-1-15,2 7 2 16,-1 1-1-16,3 5 0 0,0-1 0 16,2 4 0-16,0-2 1 15,0 1-1-15,3 0 0 16,7-6-1-16,0 2-1 15,3-5-7-15,3-4-10 16,-3-7-22-16,3 0-9 0</inkml:trace>
  <inkml:trace contextRef="#ctx0" brushRef="#br0" timeOffset="15030.93">5078 15601 178 0,'0'0'25'15,"0"0"-9"-15,0 0 4 16,0 0-14-16,0 0-10 16,0 0 4-16,0 0-2 15,0 0 2-15,0 0 1 0,-6 26-1 16,6-12 0-16,-3 2 1 16,2-1-2-16,0 1 2 15,-1 0 0-15,0-4-1 16,-1 0 0-16,1-3 0 15,-2-3 1-15,2 0-1 0,1-5 1 16,-1-1 0-16,0 0 2 16,2 0 2-16,0-4-3 15,0-6 1-15,0-3 4 16,0 1-7-16,0-3 0 16,5-2 0-16,1 3 0 15,3 1 0-15,2-1-1 0,2 3 1 16,1-1 0-16,1 4 0 15,3 2 0-15,-2 0 0 16,2 5 0-16,-2 1-3 16,-5 0 1-16,2 4 0 0,-3 6-3 15,-2 2-4-15,-3 2 3 16,-1 1 4-16,-2-2 2 16,-2 4-1-16,0 0-2 15,0-4-30-15,0-6-48 16</inkml:trace>
  <inkml:trace contextRef="#ctx0" brushRef="#br0" timeOffset="15322.51">5331 15543 231 0,'0'0'3'0,"0"0"3"0,0 0-1 15,0 0 5-15,0 0 6 16,0 0-5-16,0 0-13 16,0 0-1-16,0 0 3 0,0 0 1 15,4 31 0-15,-4-11 0 16,-2 1 0-16,2 1 0 16,0-1-1-16,0 0 1 15,-4-2-1-15,3-2 0 16,-3-2 0-16,2 0-3 15,0-3-8-15,-1-3-2 0,2-2-20 16,-1-7-57-16</inkml:trace>
  <inkml:trace contextRef="#ctx0" brushRef="#br0" timeOffset="15778.37">5304 15604 195 0,'0'0'0'0,"0"0"5"16,0 0-10-16,0 0 2 15,0 0 4-15,0 0-1 16,0 0 2-16,0 0-4 16,27-3 4-16,-15 3 1 15,1 3 0-15,2-3 1 16,1 0-1-16,0 0 1 0,1 0-1 15,-1 0 0-15,-3-3 2 16,0 0-4-16,1-2 1 16,-3 1-1-16,-3 1-1 15,-2 1 1-15,0 0 0 16,-5 2-2-16,-1 0 2 0,0 0-6 16,0 1 3-16,0 7 4 15,-5 2 0-15,-2 1-1 16,0 1 0-16,3 1 2 15,0 1-3-15,2-3 0 16,2 2 1-16,0-2 1 16,0 2-1-16,1-6 1 0,6 2-1 15,1-4 0-15,2 0-1 16,1-2 0-16,1-2 2 16,-1-1-2-16,2 0-3 15,-3 0-23-15,0-10-49 0</inkml:trace>
  <inkml:trace contextRef="#ctx0" brushRef="#br0" timeOffset="15922.24">5526 15473 234 0,'0'0'-7'0,"0"0"9"0,0 0-7 0,0 0-96 15</inkml:trace>
  <inkml:trace contextRef="#ctx0" brushRef="#br0" timeOffset="16468.37">5680 15492 147 0,'0'0'20'0,"0"0"17"0,0 0-29 16,0 0-2-16,0 0 0 16,0 0-2-16,0 0-1 15,0 0-3-15,11-30 0 16,-5 30 0-16,3 4-2 15,-2 6 1-15,2 3 2 0,0 3 1 16,-1 1-2-16,-2 0 1 16,0 3 1-16,-4-1-2 15,-2 2 0-15,0-2-2 16,-4-1 2-16,-6 1-1 16,-2-2 4-16,-2-3-3 15,1 0 1-15,0-5-1 0,0-2 0 16,3-4 0-16,1-3 0 15,3 0-1-15,0-7-1 16,4-5-6-16,2-2 6 16,0 0-1-16,2-1 6 15,10 2-4-15,-1 1 1 0,3 4 1 16,1 2 0-16,1 2-1 16,-1 3-1-16,2 1 1 15,0 0-1-15,-1 2-2 16,-1 7 2-16,-1-1 0 0,-3 0-1 15,-2 1-3-15,0-1-9 16,-6 1-5-16,0-1-4 16,0-4 2-16,-3-3-25 15</inkml:trace>
  <inkml:trace contextRef="#ctx0" brushRef="#br0" timeOffset="16712.4">5887 15291 214 0,'0'0'5'0,"0"0"10"0,0 0-6 0,0 0-11 15,0 0-4-15,0 0 7 16,4 53 1-16,-3-16 0 15,4 4 0-15,1 3-1 0,3 3 0 16,0 1 0-16,3-1-18 16,0-3-76-16</inkml:trace>
  <inkml:trace contextRef="#ctx0" brushRef="#br0" timeOffset="17137.62">6537 15559 162 0,'0'0'41'15,"0"0"-39"-15,-39-8 4 0,30 8-3 16,0 0-6-16,-2 3-9 16,2 6 2-16,0 5 8 15,-1 2 1-15,2 3 2 16,3 1-1-16,-1 2 0 15,6-1 3-15,0-3-1 16,0-2 2-16,2-3-2 0,5-5-2 16,3-5 2-16,4-3-4 15,-1 0 4-15,5-4 9 16,2-9-10-16,-2-3 2 16,1-5-20-16,-4-1-53 15</inkml:trace>
  <inkml:trace contextRef="#ctx0" brushRef="#br0" timeOffset="17466.36">6591 15068 142 0,'0'0'11'16,"0"0"8"-16,0 0-4 15,0 0-7-15,0 0-5 0,0 0-27 16,0 0 15-16,0 0 4 16,0 0 6-16,-19 66 3 15,13-29-2-15,2 5 4 16,0 5 3-16,-2 4 7 16,5 0-11-16,1-1 1 15,0-4-5-15,0-4 0 0,0-3 0 16,5-4-1-16,1-5 0 15,-1-2 0-15,2-5-2 16,-1-2-9-16,-1-4-15 16,1-6-15-16,1-7-34 0</inkml:trace>
  <inkml:trace contextRef="#ctx0" brushRef="#br0" timeOffset="17914.62">6793 15554 190 0,'0'0'-8'0,"0"0"11"16,0 0 4-16,0 0-3 15,2-39-2-15,-8 36-2 16,-4 1 0-16,-1 2-3 0,-3 0 3 16,1 2 6-16,-2 6 2 15,-1 4-1-15,5 3-4 16,-1 1-3-16,1 2 3 15,5 2-3-15,-1-1 1 16,6-2-1-16,1-2 0 16,0-2-1-16,0-4 0 0,10-4-9 15,-1-5-3-15,0 0 13 16,4 0-2-16,-2-7-2 16,3-7 1-16,-1-2 12 15,-2-1-5-15,1 0-3 16,-3 0 0-16,-1 4 3 0,-4 3 1 15,2 3 10-15,-4 3-1 16,0 4-7-16,2 0-6 16,-1 0-1-16,1 9-2 15,0 2 1-15,0 1 4 16,4 3-2-16,-4-1-1 0,3-3 1 16,-1 0-2-16,1-2-7 15,0-3-12-15,-2 0-21 16,1-5-19-16</inkml:trace>
  <inkml:trace contextRef="#ctx0" brushRef="#br0" timeOffset="18227.81">6949 15252 116 0,'0'0'5'0,"0"0"6"0,-2-39 7 0,0 35-3 16,0 1 5-16,2 3-3 15,0 0-11-15,0 9-9 0,-3 8 4 16,3 6 9-16,0 8-5 16,0 6-1-16,0 3 0 15,0 1-1-15,0 0 1 16,3-3-2-16,-1-5 0 15,0-2-1-15,0-3-1 16,-2-5 1-16,0-5-1 0,0-2-2 16,0-3-13-16,-2-3-51 15,-2-8-16-15</inkml:trace>
  <inkml:trace contextRef="#ctx0" brushRef="#br0" timeOffset="18413.29">6810 15564 218 0,'0'0'20'15,"0"0"-13"-15,0 0 5 0,0 0-5 16,0 0-7-16,0 0 0 16,48-25 0-16,-29 22 0 15,0-1-15-15,3-1-21 16,-2 0-40-16</inkml:trace>
  <inkml:trace contextRef="#ctx0" brushRef="#br0" timeOffset="19168.63">7056 15434 103 0,'0'0'5'0,"0"0"35"0,0 0-11 16,0 0-15-16,0 0-6 16,4-43-1-16,6 36-1 15,1 4-2-15,0-1-2 16,1 2 2-16,0 1-1 0,-3 1 1 15,3 0 1-15,-4 1-3 16,1 8 1-16,1 2-2 16,-4 5 2-16,-2 0-2 15,-1 3 2-15,-1 1-2 16,-2 1-1-16,0-1 1 0,-2 0-1 16,-5 0 1-16,-4-1-1 15,-2-4 1-15,0 1 0 16,-2-2-1-16,1-3 0 15,-3-2 1-15,2-2 0 16,1-1-1-16,3-2 1 16,0-3-1-16,4-1 0 0,3 0 1 15,0-7-2-15,3-3-3 16,1-2 4-16,0-1-2 16,0-1 2-16,5 1 0 15,4-1 1-15,-2 4-1 16,1-2-1-16,1 5 1 0,1 1 1 15,-3 1-2-15,3 1 2 16,-3 1-2-16,4 0 2 16,-4 3-1-16,4 0 0 15,-2 0-1-15,2 0 1 16,-2 7-1-16,2 1 0 16,-2 0-1-16,0 0 4 0,-2 1-1 15,4-2 2-15,-2 0 0 16,-3-2-1-16,4-2 0 15,-3 1 1-15,1-2 0 16,1-2 0-16,-1 0 1 0,0 0 1 16,-1 0-1-16,3-6 2 15,0-2-1-15,-1-1-2 16,-1 0 0-16,2-2-1 16,-1 1 1-16,2-1-4 15,2-2 2-15,-4-1-6 0,-2-6-53 16,2-8-181-16</inkml:trace>
  <inkml:trace contextRef="#ctx0" brushRef="#br0" timeOffset="23418.53">5649 16495 69 0,'0'-1'15'0,"0"1"18"0,0 0-1 0,0 0-19 16,0 6-13-16,0 6 3 0,0 2-5 15,0 4 4-15,0 5-1 16,0 1 1-16,0 5 0 15,0 3-1-15,0 6 0 16,2 2 0-16,4 7 0 16,1 4 0-16,-1 2 0 15,1-1 0-15,0-5-1 16,-2-4 0-16,1-4 0 0,-2-6 0 16,1-6 1-16,-1-3-1 15,-1 0 0-15,-1-4-3 16,-2-4-32-16,0-5-35 0</inkml:trace>
  <inkml:trace contextRef="#ctx0" brushRef="#br0" timeOffset="24045.55">5724 16456 21 0,'0'0'6'0,"0"0"1"0,0 0 3 16,0 0 5-16,0 0 3 0,0 0 1 16,0 0-4-16,42-16-6 15,-25 12-5-15,3 2-2 16,2 1-2-16,3-2 1 15,4-1 0-15,4 1 3 16,0-1 3-16,3-3 2 16,1 3-2-16,3-3 1 0,2 1 0 15,3 1-3-15,-1-1-3 16,3 2-1-16,-3-1 0 16,4-1 1-16,-4 0-1 15,-2-2 3-15,1 2 4 0,0-2-2 16,-3 1-3-16,2 3-1 15,-3 0 0-15,-2 1-1 16,-1 3-1-16,-4 0 1 16,-1 0-1-16,-3 0 0 15,-1 1 0-15,0 3 1 16,-2-1-1-16,-2 3 0 0,-2-2 0 16,0 0 1-16,-5 0-3 15,-1-2-9-15,1 1-20 16,-3-2-3-16,-4-1-6 15</inkml:trace>
  <inkml:trace contextRef="#ctx0" brushRef="#br0" timeOffset="24416.07">7056 16270 107 0,'0'0'8'0,"0"0"13"0,0 0-16 0,0 0-5 15,0 0 0-15,0 0 1 16,0 0 5-16,0 0 1 16,-7 50-2-16,6-32 0 15,0 4 0-15,-1 4-3 16,2 6 0-16,0 2-1 0,0 8 0 15,0 4 0-15,0-2 0 16,0 4 0-16,0-1-2 16,0-3 3-16,0 1 0 15,3-2-1-15,1 1 1 16,0 3 0-16,-2-3-2 0,0 0 2 16,0-4-1-16,-1-2-2 15,1-1-3-15,-2-5-26 16,0-6-16-16</inkml:trace>
  <inkml:trace contextRef="#ctx0" brushRef="#br0" timeOffset="25540.12">5793 17178 97 0,'0'0'2'0,"0"0"-1"0,0 0 2 16,0 0-2-16,0 0 1 0,0 0-2 16,-27 39 1-16,25-29 2 15,0 3 2-15,0 1 3 16,2 2 1-16,0 2-2 16,0 2-2-16,0 0-2 15,0 0-2-15,4 1 0 0,1-2-1 16,2-2 1-16,-1 1-1 15,-1-3 0-15,1 1 1 16,-1-1-1-16,4-1 0 16,-2-3 1-16,1 3-1 15,1-3 0-15,3-3-1 0,-2-1 0 16,4-4 0-16,2-2-2 16,2-1 1-16,-1 0 3 15,4 0 0-15,1-3 1 16,2-2-1-16,1 1 0 15,2-2-1-15,0 2 0 0,4-1 1 16,0-2 7-16,5-3 4 16,-1 2 0-16,6-1-4 15,0 1-1-15,0 1-4 16,1 0-2-16,2 1 0 16,-6 0-1-16,3 3 0 0,-1-4 1 15,0 3-1-15,3-2 0 16,-1-1 1-16,-1 0-1 15,2 0 0-15,-4 0 0 16,0 2 0-16,-5 1 1 16,-3 0-2-16,-2 1 2 0,-4 3-1 15,-4 0 0-15,-2 0 0 16,1 0 0-16,-6 0 0 16,-1 0 0-16,-4 2-1 15,-1 0-1-15,-2 1 0 16,-2-1 0-16,-4-2 1 0,0 0 1 15,0 0 17-15,0 0 5 16,-2 0-12-16,-6-3 5 16,0-7-7-16,1 1 2 15,-1-5-2-15,1-1-2 16,-4-4-1-16,6-2-1 0,-3-6-4 16,5-1 0-16,1-2-5 15,2 0-22-15,-2 0-34 16,-1 5-58-16</inkml:trace>
  <inkml:trace contextRef="#ctx0" brushRef="#br0" timeOffset="25951.35">6234 17851 140 0,'0'0'25'0,"0"0"19"0,0 0-22 16,0 0-5-16,0 0-6 16,0 0-2-16,0 0-5 15,0 0-6-15,0 0-3 0,0 0 9 16,0 0-5-16,-3 45 0 15,10-28-4-15,2 0-15 16,-2-2-18-16,-3-2-42 16</inkml:trace>
  <inkml:trace contextRef="#ctx0" brushRef="#br0" timeOffset="26221.12">6196 18068 83 0,'0'0'38'16,"0"0"-39"-16,0 0 3 15,0 0-1-15,0 0 0 16,38-25-1-16,-25 17 2 0,2 1 6 16,0-1 4-16,0 2 9 15,5 0-2-15,-2-1-7 16,-3 3-10-16,1-1-1 15,-1 0-1-15,-2 1 0 16,-1 0-3-16,-3-1-12 16,-1 3-9-16,-2-1-6 0,-4-2-17 15</inkml:trace>
  <inkml:trace contextRef="#ctx0" brushRef="#br0" timeOffset="26422.08">6133 17964 170 0,'0'0'4'0,"0"0"-2"16,0 0-4-16,14-41-7 15,-1 28-14-15,5-2 3 16,-1-1 5-16,4 1-15 15</inkml:trace>
  <inkml:trace contextRef="#ctx0" brushRef="#br0" timeOffset="27232.16">6458 17937 50 0,'0'0'49'16,"0"0"-13"-16,0 0-6 0,0 0-13 16,0 0-7-16,0 0-3 15,-17-39-4-15,17 29 0 16,3 1 1-16,6 2 0 15,-4 0 2-15,3 3-1 16,1 1-4-16,1 1 0 0,0 2-1 16,-1 0 1-16,3 0-3 15,-4 5 2-15,3 3-2 16,-1 0-3-16,-3 3-3 16,1-1 0-16,-1 0-12 15,0 0 4-15,-3-1 3 0,-1 0 0 16,-2-3 7-16,0-1 0 15,-1 1 3-15,0-1-1 16,0-4 3-16,0 0 1 16,-1-1 2-16,0 0-2 15,0-4 1-15,-1-5-1 16,2-2-2-16,0-2 3 16,0 0 0-16,2 1 0 0,3 0 0 15,3-1 2-15,-1 2 6 16,1 1 0-16,2 0-2 15,1 3 0-15,1-1-1 16,-2 1-2-16,1 6-3 0,1 1-1 16,-1 0 1-16,-2 0 0 15,0 5-2-15,0 3 0 16,-3 3 0-16,2 1 1 16,-4-1-4-16,-1 0 3 0,1 0 1 15,-2-1 0-15,0-2 1 16,-2-1-1-16,0-1-1 15,0-2-7-15,0-4-1 16,0 0 9-16,0 0 2 16,-2 0 0-16,2-7-1 0,0-4 1 15,0-4 6-15,0-1 6 16,0 1-3-16,2 1-7 16,3-2 2-16,6 2-6 15,-2 4 1-15,0 2-1 16,1 1 0-16,2 4 1 15,-1 3-2-15,1 0 0 16,-1 3 4-16,0 7-2 0,2 1-1 16,-2 1-15-16,0 1-26 15,-1-4-3-15,-1 1-35 16</inkml:trace>
  <inkml:trace contextRef="#ctx0" brushRef="#br0" timeOffset="27674.31">7012 17753 158 0,'0'0'4'0,"0"0"13"0,0 0-1 16,-44-10-13-16,34 10-3 15,1 5 0-15,-2 5-5 16,4 2 4-16,1 4 7 0,3 0-6 15,1 1 1-15,2-4-1 16,0 0-3-16,2-3-6 16,5-3-5-16,2-3 2 15,4-3 2-15,0-1-1 0,1 0 9 16,-1-8-1-16,1-3 6 16,-3-5-4-16,0 1 3 15,-2-4-1-15,-2 2 5 16,-3 2-2-16,-2 0 13 15,-1 4 0-15,-1 1 2 16,0 4 2-16,0 4-1 0,0 0-9 16,-3 2-4-16,1 0-8 15,0 4-4-15,0 8 3 16,0 0-2-16,2 3 7 16,0-1-3-16,2 2-1 15,4-1-7-15,3-4-8 0,1 2-6 16,0-2-19-16,1-3-10 15</inkml:trace>
  <inkml:trace contextRef="#ctx0" brushRef="#br0" timeOffset="28393.2">7191 17754 14 0,'0'0'97'0,"0"0"-80"15,0-51 1-15,0 36-1 16,-7 6-4-16,2 3 3 15,-3 5-4-15,1 1-7 0,0 0-8 16,0 6 0-16,1 6 0 16,5 1-8-16,-1 1-1 15,2 2 1-15,0-1 2 16,0-3 1-16,5-2-1 16,3-3 3-16,2-3 1 15,-3-2 3-15,1-2 2 0,1 0 1 16,0-2 1-16,-4-2 6 15,1-3 12-15,-1 1 7 16,-1 1-2-16,-1 2-7 16,-1 1-6-16,0 2-1 0,0 0-6 15,1 4-5-15,-1 8 2 16,0 3-2-16,0 5 0 16,0 2-1-16,0 2 1 15,-2 1-1-15,1 0-2 16,-1 0-6-16,0 1 5 0,0-5 0 15,-1-1-10-15,-5-3 7 16,0-4-29-16,1-5 10 16,0-6 10-16,-2-2 8 15,3 0 4-15,-1-13 8 16,3-1 0-16,2-5-1 0,0 1 0 16,0-2-2-16,0 1-1 15,7 2 1-15,-1 3 2 16,2 3-1-16,0-1 1 15,3 3 1-15,-2 1 0 16,3 0-2-16,-2 0 1 16,3 1 0-16,-1-2-3 0,-1-1 2 15,1-1-2-15,-1-2 1 16,-3 0-1-16,2-2 2 16,-5 1-1-16,1-1 2 15,-4-1 5-15,0 4-4 16,-2 0 0-16,0 3 1 0,0 4 1 15,-2 4 4-15,-7 1 10 16,1 4-20-16,-4 9 0 16,3 5 3-16,1 2 0 15,2 2-1-15,4-2-1 16,2 0 1-16,0-3-3 0,8-4-1 16,3-5-36-16,2-8-35 15</inkml:trace>
  <inkml:trace contextRef="#ctx0" brushRef="#br0" timeOffset="29524.06">7790 17008 82 0,'-1'0'10'0,"1"0"2"0,0 0-8 0,0 0-6 16,0 0 2-16,0-2 1 0,2-3 0 15,5-1-1-15,-1-2 0 16,2 1 0-16,1-3-1 16,3 0 2-16,4-2-2 15,3-3 2-15,2 0-1 16,4-2 1-16,5 1-1 0,3-4 0 16,2 5 1-16,4-2 0 15,3 4 1-15,-1 0 5 16,6 3 3-16,-1 1 6 15,4 1 1-15,3 1 0 16,3 1-6-16,4 0 0 0,3-1-3 16,3 0-3-16,2 2 1 15,-1-3-2-15,2 3 2 16,-2-2 1-16,3-2-2 16,-5 2 0-16,2-2-3 15,-4-2 0-15,1 1-1 0,-2 0 0 16,-1 0-1-16,-5 2 0 15,-2 0 0-15,-7 0 1 16,-2 1-1-16,-6 2 0 16,-3 0 0-16,-7 2 1 15,-4 0-1-15,-6 3 0 0,-4-1-1 16,-4 1-1-16,-2 0-8 16,-5 0-15-16,-4 0-33 15,0 0-2-15</inkml:trace>
  <inkml:trace contextRef="#ctx0" brushRef="#br0" timeOffset="30036.57">9560 16497 39 0,'0'0'5'0,"0"0"8"0,0 0-4 15,0 0-4-15,0 0 0 16,40 3 2-16,-34-1 0 15,1 2 0-15,1 1-1 16,0 0 7-16,-3 1-2 16,1 2-3-16,0 0-4 0,2 2 2 15,-4 3-3-15,-2 4-1 16,0 3-1-16,-2 4 1 16,0 6-1-16,-4 8 0 15,-12 6-2-15,-5 8-9 16,-7 6-26-16</inkml:trace>
  <inkml:trace contextRef="#ctx0" brushRef="#br0" timeOffset="31353.4">9578 16409 26 0,'-3'0'18'0,"-1"0"-20"0,-2 3 1 16,3 1 1-16,-4-1 0 0,3 0 3 16,1-2 4-16,-1 1 11 15,0-2-2-15,1 1 0 16,1 2 0-16,0-3 3 16,0 0 0-16,2 0 4 15,0 0-14-15,0 0-10 0,0 1-3 16,0 2 6-16,0 0-2 15,6 2 0-15,1 3 0 16,1-1 0-16,4 4 0 16,-1 2 0-16,2 0 0 15,1 3 1-15,1-1-1 0,1 2 0 16,-3 3 0-16,1-3-1 16,-1 0 2-16,-3 1-1 15,-3-2 0-15,1 1 1 16,-4-1 5-16,-4 1 6 15,0 1 6-15,-4 2-3 0,-9 5-9 16,-5 3-2-16,-7 8-3 16,-4 6-1-16,-6 6-33 15,1-1-59-15</inkml:trace>
  <inkml:trace contextRef="#ctx0" brushRef="#br0" timeOffset="33850.1">10156 16629 82 0,'0'-5'14'0,"0"0"26"16,0 1 0-16,0 3-4 0,0-1-9 15,0 1-10-15,0 1-3 16,0 0-6-16,0 0-3 16,0 0-4-16,0 4-1 15,0 6 1-15,0 5-1 16,0 4 0-16,0 3-1 0,1 3 0 15,-1 1-1-15,0-1-4 16,0-1-3-16,0 0-9 16,1-5-7-16,-1-2-24 15,0-7-23-15</inkml:trace>
  <inkml:trace contextRef="#ctx0" brushRef="#br0" timeOffset="34092.12">10098 16879 136 0,'0'0'3'0,"0"0"-1"16,0 0-2-16,0 0 1 16,0 0-2-16,0 0 2 15,38-14 1-15,-26 13 8 0,1-1 1 16,3 1-3-16,-1-1-4 15,3 0-3-15,-2-1 0 16,0 0-2-16,-3-3-16 16,0 1-23-16,-4-4-56 15</inkml:trace>
  <inkml:trace contextRef="#ctx0" brushRef="#br0" timeOffset="34341.36">10034 16679 142 0,'0'0'3'15,"0"0"1"-15,49-35-2 16,-28 22-2-16,4 0 0 16,0-1-11-16,0 2-29 15</inkml:trace>
  <inkml:trace contextRef="#ctx0" brushRef="#br0" timeOffset="35159.9">10400 16730 79 0,'0'0'0'0,"0"0"5"0,0 0 5 15,0 0 6-15,0 0 8 16,0 0 7-16,0 0 5 15,0 0-9-15,-31-24-6 16,31 20-8-16,0 0-9 16,2-1-4-16,4 2 0 0,1 1 0 15,1 0 0-15,2 2-1 16,-4 0 0-16,3 6 1 16,-1 4-2-16,-1 1 1 15,1 5-1-15,-3-1 2 16,1 1-1-16,1-1-3 0,-5 1-2 15,1-2-1-15,-1-2-3 16,-2-1 2-16,0-2 0 16,0-1 3-16,0-3 4 15,-4-1 1-15,1-4 1 16,1 0 1-16,0 0 0 0,-1-4-3 16,3-5-1-16,0-4 0 15,0-1 2-15,0-2-1 16,5-1 3-16,0 2-1 15,1 0 1-15,1 1 3 16,1 3 1-16,0 2-1 0,0 2-2 16,1 3 1-16,1 3-4 15,1 1 1-15,1 0-1 16,0 0 0-16,-3 1-1 16,0 10 0-16,0-1 2 15,-4 3-2-15,-1-1 2 0,0 4-1 16,-4-3 0-16,0 0-1 15,0-3-2-15,0-1 3 16,0-2 0-16,0-3 0 16,0-3 2-16,0 1-2 15,0-2 1-15,0 0 3 0,0-2-6 16,0-5 0-16,0-4 1 16,0-2-1-16,2-1 4 15,3-2-4-15,6 1 1 16,-2-2 2-16,0 2 1 15,4 0-2-15,-1 5 3 16,1 1-2-16,1 2 0 0,-1 6 0 16,1 1-1-16,-1 0 0 15,-2 7 0-15,0 6-1 16,-4 2 1-16,1 2 0 16,-1 1-1-16,0 0-13 15,0-4-27-15,-1 0-17 0,2-4-67 16</inkml:trace>
  <inkml:trace contextRef="#ctx0" brushRef="#br0" timeOffset="36100.07">10950 16688 62 0,'0'0'72'0,"0"0"-49"0,0 0 20 0,-10-40-17 0,2 34-13 15,-1 4-7-15,-2 0-1 16,2 2-1-16,0 0-2 0,0 6 0 16,-2 6-2-16,4 4 1 15,-1 2 1-15,3 1-2 16,2-1 0-16,0 2-2 16,3-4 0-16,0-2-2 0,1-3-2 15,8-2-9-15,0-5-5 16,0-4 7-16,5 0-2 15,1 0 4-15,1-10 9 16,-1-1 2-16,-1-2 1 16,-1-2-1-16,-2 3 1 0,-4-1 2 15,0 3 6-15,-5 2 8 16,0 1 5-16,-2 4-2 16,0 1-2-16,0 0-2 15,0 2-10-15,0 0-5 16,0 0-2-16,0 4 0 15,3 3 0-15,1 4 2 0,2 1-1 16,0-1-1-16,4 0-12 16,-1 0-6-16,2-3-4 15,2-1-8-15,0-4-3 16,2-2-7-16,0-1-17 0,3 0 30 16,-2-11 0-16,-1 2 21 15,-2-5 29-15,-1 0 13 16,-1-2-4-16,-6 1-4 15,1-2-2-15,-3 1 5 16,-3 3-2-16,0 0-13 0,0 5 3 16,-3 1-1-16,-4 3-7 15,-3 4-3-15,1 0-8 16,-3 5 1-16,3 7 0 16,-3 3 0-16,1 2-10 15,5 0 14-15,4-2-4 0,2-1-3 16,0-3-10-1,0-4-12-15,6 0-15 0,4-5 9 16,-1-2 7-16,0 0 5 16,1-1 15-16,-2-7 6 15,-2-2 16-15,-1 0 9 16,1 2 7-16,-3-2-5 0,0 1-13 16,1 4-5-16,-2 0-6 15,-2 4 1-15,0 1 1 16,0 0 3-16,0 0-16 15,0 9 6-15,0 5 0 16,0 6 1-16,0 2 1 0,0 4 1 16,0 3-3-16,0 0 0 15,0 4 0-15,0 0 0 16,0-2 1-16,0 0-1 16,-3-1 0-16,-3-5 0 15,-1-3 1-15,-2-4-2 0,-1-5 2 16,-2-3-1-16,3-3-2 15,-3-5-12-15,3-2-5 16,3 0-10-16,0-13-11 16,5-3 13-16,1-7-1 0,0-4-60 15</inkml:trace>
  <inkml:trace contextRef="#ctx0" brushRef="#br0" timeOffset="36440.15">11270 16734 116 0,'0'0'3'0,"0"0"2"0,0 0 1 0,0 0-3 15,0 0-2-15,0 0-1 16,0 0 2-16,0 0 2 16,41-28 6-16,-37 22 0 0,2-3 0 15,-4 0-4-15,1-1-4 16,-2 0-1-16,-1 0 0 15,0 3 1-15,0 2 1 16,-2 0 5-16,-4 2 2 16,-2 3 1-16,2 0-2 0,-3 0-4 15,1 10-4-15,2 3 1 16,0 4 1-16,1-3-2 16,3 5 1-16,2-1 2 15,0-1 3-15,0-3-2 16,9-1-4-16,5-3 0 15,3-4-1-15,6-6-14 0,3 0-57 16</inkml:trace>
  <inkml:trace contextRef="#ctx0" brushRef="#br0" timeOffset="36766">11938 16469 91 0,'0'0'35'0,"-36"1"-11"0,13 2 14 15,3 4-20-15,0 3-6 16,2 5-1-16,-2 0-4 0,3 5-4 15,1 4-1-15,5 0 1 16,4 3 1-16,-1 1-3 16,7 1-1-16,1-2 0 15,0-1 0-15,11-2-2 16,2-4-2-16,4-3-13 0,2-2 6 16,3-8-21-16,3-5-27 15</inkml:trace>
  <inkml:trace contextRef="#ctx0" brushRef="#br0" timeOffset="37173.76">12107 16646 134 0,'0'0'43'0,"0"0"-25"16,0 0 5-16,0 0-12 15,-49-26-6-15,32 26-2 0,1 0-1 16,-2 5 4-16,0 6-1 15,3 4-3-15,1 0-1 16,3 2-1-16,4 0 1 16,3 0-1-16,4-1 0 15,0-4 0-15,0-3-1 0,9-2-8 16,4-5 5-16,4-2 1 16,2 0 2-16,-1-6 0 15,2-4 1-15,-3-4 0 16,1 0-1-16,-1-3 1 15,-4 1 0-15,-3 2 1 0,0-1-1 16,-5 4 2-16,-3 3 5 16,-1 4 8-16,-1 1 8 15,0 3-4-15,0 0-15 16,0 1-2-16,0 8-2 16,3 1 0-16,-1 0 0 0,2 1-2 15,3-1-10-15,3-2-15 16,0-2-4-16,-1-4-41 15</inkml:trace>
  <inkml:trace contextRef="#ctx0" brushRef="#br0" timeOffset="37408.43">12286 16591 219 0,'0'0'-5'0,"0"0"18"0,0 0-9 15,0 0-4-15,0 0-2 0,0 0 0 16,0 0 7-16,0 47 2 16,0-26 1-16,0 0-4 15,0 1-2-15,0-1-1 16,0 1-1-16,0-3-2 0,0 0-15 16,0-3-23-16,0-2-10 15,-2-5-3-15,-2-6 38 16</inkml:trace>
  <inkml:trace contextRef="#ctx0" brushRef="#br0" timeOffset="37657.93">12249 16697 112 0,'0'0'3'0,"8"-49"7"16,6 25 9-16,-1 5-2 16,0 2-6-16,3 6-1 15,-3 2-2-15,1 5-2 16,-3 3-3-16,-3 1-2 0,2 0-1 15,-5 2 1-15,1 7 0 16,-2 4 0-16,-2 1-1 16,-2 0-1-16,0 2-1 15,-2-1-3-15,-8 0 1 16,-1-2 0-16,-5-1 4 0,0-1-1 16,-2-2-1-16,0-3-17 15,3-5-25-15,1-1-67 16</inkml:trace>
  <inkml:trace contextRef="#ctx0" brushRef="#br0" timeOffset="37913.44">12478 16355 282 0,'0'0'7'0,"0"0"-1"15,0 0-7-15,0 0 0 16,0 0-2-16,0 0-1 16,2 57 7-16,-2-29-2 15,-2 4-1-15,0-2 1 0,2 1-1 16,-2-3 1-16,2-1-1 16,0-3-8-16,0-5-26 15,0-1-8-15,0-4-20 16,0-5 3-16</inkml:trace>
  <inkml:trace contextRef="#ctx0" brushRef="#br0" timeOffset="38198.04">12414 16564 149 0,'0'0'10'16,"0"0"3"-16,0 0-5 15,0 0 0-15,51-20 0 16,-34 16-1-16,2 0 3 16,1 2-4-16,-4 2-3 15,0 0-2-15,-2 0 0 0,-1 9-2 16,-3 3 3-16,-5 3-2 16,1-1 0-16,-4 4 3 15,-2-1-3-15,0-1 3 16,0-3-2-16,0-2 1 0,0-1-1 15,0-4-15-15,0-5-58 16,1-1-30-16</inkml:trace>
  <inkml:trace contextRef="#ctx0" brushRef="#br0" timeOffset="38347.08">12617 16434 203 0,'0'0'-5'0,"0"0"18"16,0 0-11-16,0 0-4 16,0 0-44-16,0 0-25 0,0 0-7 15</inkml:trace>
  <inkml:trace contextRef="#ctx0" brushRef="#br0" timeOffset="38681.04">12675 16544 174 0,'0'0'12'0,"0"0"-11"15,0 0 0-15,0 0 0 0,1 50 0 16,1-37-1-16,-2 0 1 16,4-4 0-16,0 0 0 15,1-4-2-15,3-2 1 16,0-3 0-16,1 0 4 15,1 0-2-15,0-6-2 16,-2-5 2-16,-1-3-2 0,-2 1 4 16,-2-2 9-16,-3 0 10 15,0 0 1-15,0 2-5 16,-4 0-9-16,-6 5-6 16,-1 3-4-16,-1 4-3 15,-3 1-5-15,0 3-14 0,2 7-3 16,2 1-10-16,2 0-20 15,1-2-22-15</inkml:trace>
  <inkml:trace contextRef="#ctx0" brushRef="#br0" timeOffset="39115">12834 16520 215 0,'0'0'2'0,"0"0"0"0,0 0-2 16,0 0 0-16,0 0-2 15,0 0 1-15,0 0 1 16,0 0 1-16,13 44 1 16,-13-30-2-16,0-2 2 15,0 2-1-15,0-5-1 0,0 0-1 16,0-6-7-16,0 1-6 15,0-4 6-15,0 0 10 16,0 0 3-16,0-4-4 16,0-4 1-16,4-4 2 15,0-2-1-15,4 1-2 0,-2-1-1 16,3 0 0-16,3 0-1 16,1 2 2-16,1 2 0 15,1 2 1-15,1-1 0 16,-2 5 0-16,0 1-2 15,1 3 0-15,-2 0 0 0,-2 4 0 16,-4 8 1-16,1 0-1 16,-5 3-3-16,-1-1-7 15,3 0-23-15,-3-2-10 16,0-4-8-16</inkml:trace>
  <inkml:trace contextRef="#ctx0" brushRef="#br0" timeOffset="39321.36">13158 16497 177 0,'0'0'11'0,"0"0"19"0,0 0-17 16,0 0-12-16,0 0-2 15,0 0 5-15,0 0 1 16,0 50-2-16,-2-34-2 0,1-1 0 15,1-2-2-15,0-3-33 16,0-6-61-16</inkml:trace>
  <inkml:trace contextRef="#ctx0" brushRef="#br0" timeOffset="39471.26">13178 16382 249 0,'0'0'-14'0,"0"0"23"0,0 0-9 16,0 0-13-16,0 0-77 15</inkml:trace>
  <inkml:trace contextRef="#ctx0" brushRef="#br0" timeOffset="40076.1">13222 16531 75 0,'0'0'41'0,"0"0"-32"16,0 0 6-16,0 0-3 15,0 0 2-15,0 0 7 16,0 0 2-16,-12-4-2 15,9 1-4-15,1-2-6 16,2-1-3-16,0 0-7 0,0-4-1 16,0 3-2-16,7-3 1 15,3 0-2-15,2 2-2 16,1-2 4-16,1 7 1 16,-1-3 0-16,1 4 1 15,-3 1-1-15,0 1 0 0,1 0 0 16,-2 3 0-16,-3 6-1 15,-3 5 1-15,-2 0-1 16,-2 0 1-16,0 3 0 16,0-3 0-16,0-2 0 0,-4-1 1 15,0-3-1-15,1-3 1 16,-1-1-1-16,2-2 0 16,-3-2 1-16,1 0 0 15,2 0 2-15,-3-2-1 16,3-6 2-16,2-3-4 15,0-2 1-15,0-2-1 16,7-1-1-16,0 0 1 0,3 0-1 16,1 2 1-16,3 3 0 15,-1 2 0-15,3 3 1 16,-3 2 0-16,1 3-1 16,1 1 0-16,-1 0 0 0,-3 7 0 15,-2 4 0-15,1 2 0 16,-2 1-4-16,-1 0-5 15,1-1-6-15,-2 0-12 16,4-4-29-16,-1-4-6 16</inkml:trace>
  <inkml:trace contextRef="#ctx0" brushRef="#br0" timeOffset="40766.01">13707 16438 130 0,'0'0'20'0,"0"0"38"0,10-41-22 0,-10 30-14 0,0 0-11 16,-9 5-3-16,0 2-2 16,0 3-2-16,-5 1-2 15,1 0-2-15,-1 10 0 16,2 2 1-16,1 3-1 0,1 2 0 16,3-2-1-16,5-1-11 15,2-2-7-15,0-2-7 16,0-3-3-16,5-3-8 15,5-4 12-15,0 0 13 16,3 0 10-16,-2-5 3 0,0-4 1 16,1-5 2-16,-1 2 9 15,-2-2-3-15,0 2-1 16,0-3 2-16,-4 6 2 16,1-1-1-16,-4 5 2 15,0 0 0-15,-1 3 2 16,-1 2-4-16,0 0-7 0,0 0-5 15,0 4-3-15,0 8 3 16,0 2 0-16,-1 3 3 16,1 2-2-16,-2 3-1 15,2 2 2-15,0 0-2 0,0 1 0 16,0 0 1-16,0 1-1 16,0-1 1-16,0-1 0 15,0 2 0-15,-2-3 0 16,0-2-1-16,-1-3 0 15,1-2 1-15,0-2-1 16,0-4 0-16,-1-3 1 0,0-1 3 16,0-2 3-16,1-2-1 15,-1-1 3-15,-1-1-5 16,-3 0 0-16,1 0-3 16,-3-3 0-16,2-4 1 15,1-4-1-15,3-2 0 0,-2-3 0 16,3 1 0-16,1-2 0 15,1-2-1-15,0 2-1 16,0 1 0-16,0 1 1 16,6 1-1-16,3 0 1 15,4 1 0-15,2 2-1 16,3 2-3-16,0-1-15 0,0 4-20 16,0 1-37-16,-4-1-50 15</inkml:trace>
  <inkml:trace contextRef="#ctx0" brushRef="#br0" timeOffset="42180.68">10237 16367 86 0,'-12'0'21'0,"1"0"6"0,0 0-6 0,0 0-11 15,0 0-5-15,-1 0-5 16,0 0 1-16,-2 0-1 16,3 1-1-16,0 3 2 15,-1-2-1-15,1 1 0 0,0 1 0 16,-2 1 0-16,3 1 0 16,0 1 0-16,-2-1-3 15,1 3-5-15,-2-1 6 16,3 0 1-16,2 2 2 15,-1-1-1-15,-1 4 1 0,4 1-1 16,-2 3 1-16,1 2 0 16,0 2 0-16,2 3 2 15,1 3-2-15,-1 1 0 16,3 1-1-16,1 4 0 16,1 2 0-16,0 0 0 0,0-2 1 15,4 3-1-15,4-1-1 16,4-1 2-16,-1 0 6 15,4-1 5-15,1-2-3 16,4-3 1-16,4 1-3 0,1-5-2 16,4 0 1-16,3-1 1 15,3-2-1-15,4-1 1 16,3 1 1-16,6-1 2 16,5-4-1-16,5 1 0 15,8-6-4-15,9-2-1 16,0-6-2-16,8-3-2 0,-1-6-11 15,1-14-63-15</inkml:trace>
  <inkml:trace contextRef="#ctx0" brushRef="#br0" timeOffset="43796.2">10304 16307 83 0,'0'0'2'0,"56"-7"0"0,-24 3 2 16,3-2 1-16,0 0-2 15,3 1-2-15,0-2 6 16,5-1 3-16,0 0 3 16,4 1 1-16,1-2-3 0,0 2-6 15,3-1-4-15,2 0 0 16,3-3-1-16,1 1 0 15,5 0 0-15,-1 0 1 16,3-1-1-16,3 1 0 16,0 0 0-16,0 3 0 15,3-1 0-15,1 0 0 0,0 1 2 16,1 0-2-16,-1 3 0 16,-2-1 0-16,0 0 0 15,1 1 0-15,-2 1 0 16,-1-1 0-16,0 1 0 15,1-2 0-15,2-2 0 0,-2 2 6 16,3-2-1-16,1 1-3 16,1-3-1-16,-2 2 0 15,-2 0-1-15,1 0 2 16,-1 4-2-16,-6-1 0 16,-2 1 0-16,1 2 3 0,-2-1 13 15,-4 1 0-15,-2 0-4 16,-5 0-2-16,1 1-5 15,-6 0-4-15,-3 0 1 16,-4 0-2-16,-7 1 0 16,-1 4 1-16,-5 1-2 0,2 1 2 15,-4 0 0-15,2 2 0 16,0 0-1-16,0 2 1 16,-3 2 0-16,3-1-1 15,-5 5 0-15,2 1 0 16,-3 3 1-16,0 0-1 0,0 4 0 15,0-1 0-15,-2 3 0 16,0 0 1-16,1-1-1 16,-1-3 1-16,-1-2-2 15,-2 0 2-15,1-1-1 16,-3-2 1-16,1 1 1 0,-3 0 4 16,1 1-3-16,-4-1 1 15,2 1-1-15,-6 0-2 16,-1 1 0-16,-1 0 1 15,0 1 1-15,-1 1-2 16,-9 0 0-16,-2 1-3 16,-4 1 3-16,-2-3-1 0,-6-1-1 15,-3-1 1-15,-3-3-2 16,-3-2 1-16,-5-2 4 16,-6 1-2-16,-4-1 1 15,-1-2-1-15,-6 1-1 0,-5-1 1 16,-3 2-1-16,-2-2 2 15,-4-1-1-15,-1 4 1 16,-1-4 2-16,-1 2-2 16,0-1-2-16,2 0 1 15,-3 2 12-15,0-2-13 16,-2 2 2-16,0 2 1 0,-1-1 4 16,0 0-7-16,-1-1 1 15,2-1 0-15,-2-1-1 16,2-2 0-16,-1-2 0 15,-4-1 1-15,6 1-1 16,-4-3 0-16,4-2 0 0,-1 0 0 16,2-2 1-16,2 0-2 15,2 0 2-15,1 0 3 16,4-2-3-16,5-1-2 16,5-1 2-16,1-2-2 15,4 3-5-15,1-1 1 0,2 1-2 16,2 3 3-16,1 0 2 15,1 0-2-15,6 0-1 16,0 0 0-16,5 3-4 16,2 3-6-16,4-3-1 15,-1 4 1-15,5-1 3 0,-1-1 9 16,2 0 4-16,0 0 0 16,4-1 3-16,0 2 3 15,3-3-3-15,0-2 0 16,1 2 0-16,3-2-2 15,1 1 0-15,-1-2 3 0,2 0 4 16,0 0 3-16,3 0 0 16,-5 0-4-16,4-2-3 15,1 1-2-15,-3-3-1 16,1 1-2-16,-4 0 0 16,1 2 0-16,1-1-1 0,-4 0 0 15,2 0-8-15,-2 1-14 16,-3-4-32-16,1-6-95 15</inkml:trace>
  <inkml:trace contextRef="#ctx0" brushRef="#br0" timeOffset="46173.52">8733 17563 27 0,'0'0'6'0,"0"0"-6"0,0 0 0 0,0 0 1 0,0 0 22 16,0 0 20-16,0 0-19 15,0 0-12-15,0 0-6 16,0 0-2-16,0 0-1 16,6-16-2-16,-6 14-1 15,0 0 0-15,-4-1 4 0,2-2 15 16,-5 1 3-16,4 3-8 16,-1-2-5-16,-2 2-3 15,3 1-4-15,-1 0-2 16,-1 0 1-16,1 7-1 15,-1 5-1-15,3 5 1 0,-3 2-5 16,3 4 11-16,2-1-5 16,0 1 0-16,1 0 1 15,7-5-1-15,2 0 1 16,2-6-2-16,2-3-2 16,0-5 2-16,4-4 2 15,-1 0-2-15,2-6-2 0,0-8-11 16,-1-6-38-16,-3-1-25 15</inkml:trace>
  <inkml:trace contextRef="#ctx0" brushRef="#br0" timeOffset="46693.28">8871 17504 199 0,'0'0'7'0,"0"0"4"16,0 0-14-16,0 0 3 15,0 0 0-15,0 37 1 0,2-20-1 16,2 0 0-16,2 0 1 16,-2 2-1-16,0-4 0 15,0 0 0-15,1-1 0 16,-3-3 1-16,0-1-1 16,-2-5-8-16,0-1-8 0,0-3 10 15,0-1 7-15,0 0 1 16,-4-5-1-16,-1-3-1 15,2-4 0-15,2-4-1 16,-1-1 1-16,0 0-1 16,2-1 0-16,0 4 1 0,0 0 0 15,0 7 1-15,4 0 0 16,5 4 0-16,0 3-1 16,3 0 0-16,3 0 1 15,3 3-1-15,-3 4 0 16,3-1 0-16,-4-2 0 15,0 0 0-15,-1-2 1 0,0-2-2 16,-6 0 1-16,-3 0 1 16,-1 0-1-16,-1-1 10 15,-2-7 29-15,0 1-14 16,0-7-8-16,-5 0-4 16,-2-2-5-16,1-1-4 0,-4 0-4 15,4 3 1-15,-1 1-2 16,3 3-1-16,2 3-15 15,0 4-9-15,2 0-20 16,0 2-65-16</inkml:trace>
  <inkml:trace contextRef="#ctx0" brushRef="#br0" timeOffset="47241.37">9133 17409 168 0,'0'0'5'0,"0"0"9"0,0 0-8 0,0 0-3 16,0 0 1-16,0 0-2 16,0 0-1-16,0 0 2 15,0 0-1-15,0 41 0 16,0-22 0-16,0-2-1 0,4 0 0 16,3-3 0-16,-3 0 0 15,0 0-1-15,-1 1 0 16,-1-5-4-16,-2 2-9 15,0-3-7-15,0-2 8 16,-2-1 10-16,-3-5 3 0,-1-1 0 16,1 0 0-16,1-4-2 15,0-9 0-15,-2-1-6 16,4-2-1-16,0-1 3 16,2-1 4-16,0 3 1 15,0-1 4-15,0 4 8 0,2 2 4 16,6 5 3-16,-1 2-10 15,5 1-6-15,0 2-2 16,1 0-1-16,3 2 1 16,-1 3-1-16,1 1 1 15,2 1 0-15,-2-1-1 0,-1-1-1 16,-1 1 2-16,-5-3-1 16,0 1 0-16,-3-4 1 15,-4 0-2-15,1 0 2 16,-3 0 7-16,0-1 47 0,0-8-41 15,-7 1-6-15,0-4-1 16,-3-2-4-16,-1-1-3 16,1 0 1-16,1-2-3 15,-1-1-13-15,2 0-29 16,-1 2-57-16</inkml:trace>
  <inkml:trace contextRef="#ctx0" brushRef="#br0" timeOffset="47931.21">9083 17133 153 0,'0'0'-5'0,"-37"-8"22"0,18 5-2 16,-3 0-8-16,0 2-4 15,-2 1-3-15,-1 0 0 0,-2 0 0 16,-1 1 0 0,1 7 0-16,-2 2-1 0,2 2 7 15,2 2-5-15,0 5-2 16,0 1-1-16,2 2 0 15,2 3-9-15,-2 2 5 16,3 2 5-16,3 1 0 16,1 2 2-16,2 0-1 0,2 2 1 15,2 3 0-15,3-1-1 16,3 2 1-16,1 0-1 16,3 2 0-16,0-3 1 15,11-1-1-15,4-4 0 16,4 1 1-16,1-5-1 0,5-1 0 15,-1-4 2-15,3 0 0 16,2-3-1-16,2-3-1 16,5 0 1-16,-1-5 1 15,4-1 0-15,3-2 0 0,3-6-1 16,2 0 0-16,2-3 3 16,2-4-4-16,1-9 2 15,0-4-2-15,-4-4 1 16,-2-4 3-16,-5-3 4 15,-4-2-3-15,-3-4 0 16,-11-1-3-16,0-5-1 0,-7 0 2 16,-9-2-1-16,-3 0 11 15,-4 0 6-15,-6 1-6 16,-12 4-4-16,-3 0 0 16,-5 4-4-16,-3 5-3 15,-8 2-2-15,-1 10-2 0,-3 4-12 16,-1 8-7-16,-4 4-28 15,0 0-43-15</inkml:trace>
  <inkml:trace contextRef="#ctx0" brushRef="#br0" timeOffset="48436.46">8383 17358 28 0,'0'0'31'0,"59"14"-27"0,-26-3 9 0,6 1 0 16,-1 2-3-16,4 0 0 15,1-1-4-15,1 0 3 16,1 1 4-16,4-2 0 15,-1 0 4-15,2 5 2 0,-2-1-2 16,2 2-3-16,2 5-2 16,-3-2-5-16,2 5 0 15,1-2-3-15,0 3-2 16,-4 1-1-16,0 2 0 16,-6-1 1-16,-6-5-1 0,0 3 0 15,-5-7 0-15,-5-2-2 16,-1-8-9-16,-3-2-13 15,-3-6-27-15,-6-2-19 16</inkml:trace>
  <inkml:trace contextRef="#ctx0" brushRef="#br0" timeOffset="49018.91">9327 16912 130 0,'0'0'3'0,"0"0"14"0,0 0 0 0,0 0-14 15,0 0-3-15,0 0-4 0,-37 16 0 16,30-1 2-16,-5 5 2 16,1 4 1-16,-5 5 1 15,1 6 3-15,-5 8 3 16,-1 8 4-16,-7 12-1 15,-6 10-2-15,-6 12 5 16,-5 9-4-16,-9 6 3 0,-2 3 0 16,-4 1-6-16,-2 1-3 15,-1-3-1-15,-2 2 2 16,-2-5-5-16,1 0-1 16,1-6-11-16,4-11-27 15,3-12-46-15</inkml:trace>
  <inkml:trace contextRef="#ctx0" brushRef="#br0" timeOffset="49582.44">8368 17396 114 0,'0'0'2'0,"36"-21"2"0,-14 13 1 16,0 2-2-16,-1 3 1 0,4 3 0 15,2 0 1-15,2 3 4 16,2 8 6-16,5 3-5 16,4 3-5-16,5 5-2 15,3 2-2-15,6 4 0 16,2 4-1-16,4 0 1 0,7 2-1 16,1 0 1-16,6-1-1 15,1-2 1-15,-1-2 0 16,0-5-1-16,-3 0 1 15,-4-4 0-15,-6-5-3 16,-4-5-25-16,-5-7-16 0,-8-3-74 16</inkml:trace>
  <inkml:trace contextRef="#ctx0" brushRef="#br0" timeOffset="50043.14">9273 16908 76 0,'0'0'31'0,"0"0"-1"0,0 0 5 0,0 0-4 16,0 0-9-16,0 0-10 16,-44 54-6-16,22-20-2 15,-6 10-1-15,-3 11 0 0,-7 13 1 16,-4 14-5-16,-10 15 2 16,-5 17 3-16,-8 14-6 15,-5 14-7-15,-12 9-24 16,-10 7-23-16,-13-3-22 15</inkml:trace>
  <inkml:trace contextRef="#ctx0" brushRef="#br0" timeOffset="55618.28">7764 17065 58 0,'-4'3'57'0,"-2"-3"-44"0,1 0 12 0,3 0-11 16,0 0-6-16,2 0-3 16,0 0 0-16,0 0-3 0,0 0 1 15,0 0-1-15,0 0-2 16,0 0-2-16,0 0 3 15,0 0-1-15,0 0 1 16,0 0-1-16,0 0 0 16,0 0 0-16,0 0 0 0,2 0-1 15,0 0 1-15,0-3 2 16,3-4 0-16,-1 3-2 16,1-3-2-16,4-2 4 15,0-2-2-15,-1 2 0 16,5-1 0-16,-1-3 0 0,3 1-2 15,1-1 0-15,3-1 1 16,0 1 1-16,6-2 1 16,2-1 0-16,0-1-1 15,2-1 0-15,2 2 0 16,-2 0 0-16,1 1 1 16,1 0-1-16,-2 2 0 0,-1 2 2 15,1 1-1-15,-2-1-1 16,2 5 2-16,0-2-2 15,-1 1 0-15,2 1 0 16,2 0 0-16,-1 1 0 16,1 0 0-16,3 1 0 0,-1 0 0 15,4-2 0-15,-2 2 0 16,0-3 0-16,1 1 0 16,1-2 0-16,3 0 0 15,-1 0 0-15,-1-1 0 16,3 1 0-16,-3-1 1 0,-1 1-1 15,-2 2 0-15,-2 2 0 16,-1 1 0-16,-4 0 2 16,2 3-2-16,-2 0 1 15,0 0-1-15,-2 0 0 16,1 0 1-16,-2 0-2 0,-3 2 2 16,-3-1-1-16,0 1 0 15,-2-1 1-15,-5-1 3 16,0 0 0-16,-3 0-2 15,0 0 1-15,-1 0-2 16,-2 0 0-16,0 0 1 16,-1-3-1-16,1 0-1 0,-3 0 0 15,4-1-1-15,-4-3-19 16,-1-1-52-16</inkml:trace>
  <inkml:trace contextRef="#ctx0" brushRef="#br0" timeOffset="55895.32">9506 16388 100 0,'0'0'2'0,"0"0"4"0,40 24-1 0,-24-8-3 0,-3 5 0 16,0 3 0-16,-3 4-2 15,-4 2-23-15</inkml:trace>
  <inkml:trace contextRef="#ctx0" brushRef="#br0" timeOffset="57374.37">12617 17105 144 0,'-6'-10'0'0,"0"0"5"0,4 3-1 0,-2-1-4 0,-1 3 2 0,2 1 4 16,0 1-1-16,-1 3 1 15,2 0-3-15,-1 0-3 16,0 0-10-16,1 0-65 16</inkml:trace>
  <inkml:trace contextRef="#ctx0" brushRef="#br0" timeOffset="57766.27">12617 17105 28 0,'-16'-44'82'15,"16"43"-51"-15,-2-1 5 16,0 2-7-16,0 0-7 15,2 0-19-15,0 0-11 16,0 4 2-16,0 6 7 0,4 3 2 16,2 4-1-16,4 3-1 15,-3 3 1-15,4 2-2 16,2 0 1-16,1 2 1 16,2-2 0-16,3 2-1 15,2-2 1-15,1 0-1 0,0-2 1 16,2-1 0-16,1-3 0 15,-2-4 1-15,-3-2-2 16,2-4 2-16,-2-2-1 16,3-3 0-16,-4-3 0 0,2-1 0 15,-2 0 0 1,-3 0-2-16,-2-1-1 0,-2-5-14 16,-8 1-18-16,-3-2-47 15</inkml:trace>
  <inkml:trace contextRef="#ctx0" brushRef="#br0" timeOffset="58030.01">13010 17318 108 0,'0'0'0'0,"0"0"1"15,0 0 3-15,0 0 5 16,0 0 2-16,41 20 0 16,-33-9-2-16,1 1 9 0,-2 1-3 15,-2 1-5-15,1 3 4 16,-5 3-5-16,-1 3-3 16,-1 5-4-16,-12 4-2 15,-7 0-38-15,-9-2-67 16</inkml:trace>
  <inkml:trace contextRef="#ctx0" brushRef="#br0" timeOffset="59359.69">13610 17342 110 0,'0'0'39'0,"0"0"-18"0,0 0 1 16,0 0-14-16,0 0-7 16,-12-37 0-16,8 33-3 15,-1 3 1-15,-2 1 2 16,1 0-2-16,-2 1 2 0,-3 8 8 16,3 5-2-16,-5 3-1 15,3 6-1-15,-2 3-1 16,3 2-1-16,1 1-1 15,4 1 0-15,0 1-1 16,4-5 0-16,0 1 1 0,0-3-1 16,4-4 1-16,1-1 0 15,6-5 0-15,-4-3-1 16,3-4-3-16,2-4-1 16,-1-3 2-16,3 0 1 15,-1-4 0-15,0-7 1 16,1-1 1-16,-1-5-2 0,-3 0-2 15,-2-2 2-15,-1 1 0 16,1 0 3-16,-5 2 1 16,1 3 1-16,1 3 3 15,-3 0 6-15,2 3-9 16,1 3-1-16,0 1-3 0,1 0-1 16,3 3-1-16,-2 0-1 15,-1 0 2-15,1 3 0 16,1 3 0-16,0 1-1 15,-3 1 1-15,3 2-2 16,-4-1-4-16,-1 1-5 0,-2 0-6 16,0-2-5-16,-1-1-16 15,0-2-13-15,0-5-46 16</inkml:trace>
  <inkml:trace contextRef="#ctx0" brushRef="#br0" timeOffset="59679.98">13607 17224 115 0,'0'0'-23'0,"0"0"12"0,0 0-67 0</inkml:trace>
  <inkml:trace contextRef="#ctx0" brushRef="#br0" timeOffset="59908.64">13607 17224 70 0,'0'0'8'0,"2"-29"-2"16,-2 30-3-16,0 0-1 15,0-1 1-15,0 2 9 16,0-1-2-16,0 1 0 0,0-2 3 15,0 3 0-15,0 0-2 16,0-1 1-16,1 1-7 16,2 3-3-16,2-1 0 15,-1 0-2-15,2 0 1 16,0 1-1-16,-1 0-3 0,1 0-5 16,-2 2-5-16,-3 1 0 15,1-2-5-15,-2-2-16 16</inkml:trace>
  <inkml:trace contextRef="#ctx0" brushRef="#br0" timeOffset="60312.29">13581 17341 159 0,'0'0'6'0,"0"0"40"0,0 0-10 0,0 0-19 15,0 0-2-15,0 0-10 16,0 0-1-16,0 0-4 0,-8 60 4 16,8-31-2-16,0 4 1 15,0 0-3-15,0 1 1 16,0-1 0-16,0-2-1 16,0-1 0-16,0-5-1 15,0-1 0-15,-3-4-8 0,0-5-10 16,-1-4-3-16,-2-7-27 15,2-4-19-15,-2 0-55 16</inkml:trace>
  <inkml:trace contextRef="#ctx0" brushRef="#br0" timeOffset="60676.08">13500 17459 115 0,'0'0'42'16,"0"-37"-36"-16,7 20 4 15,-1 3-5-15,5 2-4 0,1 2 2 16,1 0-2-16,1 3 3 16,-1 3 11-16,2 1 5 15,3 3-7-15,-1 0-6 16,2 0-2-16,1 4-4 16,1 8 0-16,-2 1 0 0,-4 3-1 15,-2 2 0-15,-1 3-2 16,-6 0 1-16,0 3 3 15,-6-1-2-15,0 0 0 16,0 1 0-16,-2-3 1 16,-8-1 0-16,-3-2 0 15,0-2 3-15,-5 0-1 0,0-2 0 16,-1-1-1-16,2-3-2 16,2-3 1-16,-3-1-1 15,7-3 0-15,2-1 0 16,1-2-7-16,4 0-37 15,4-10-41-15</inkml:trace>
  <inkml:trace contextRef="#ctx0" brushRef="#br0" timeOffset="61074.31">13834 17482 142 0,'0'0'-1'0,"0"0"1"0,-8 45 0 0,6-29 3 15,2 2-6-15,0-4 6 16,4-2-2-16,5-4-1 16,3-2 0-16,-1-4 2 15,5-2 2-15,-1 0-2 16,3-9-2-16,-3-3-2 0,2-3-8 15,-2-4 7-15,-1-1 3 16,-4 0 0-16,-1-2 6 16,-4-2 7-16,-4 2 10 15,-1 0 6-15,0 0-2 16,-6 5-8-16,-3 0-6 0,-3 6 4 16,0 2-4-16,1 7-8 15,0 2-4-15,-5 0-2 16,3 11-3-16,-1 3-14 15,3 4-6-15,-1-2-14 16,4 3-26-16,3-5-10 0</inkml:trace>
  <inkml:trace contextRef="#ctx0" brushRef="#br0" timeOffset="61536.83">14161 17338 99 0,'0'0'-5'0,"0"0"13"0,0 0 12 16,0 0-5-16,0 0 3 16,-39-18 3-16,25 25-1 15,1 7-7-15,0 3-9 16,3 2-3-16,1 3 0 15,3 1 0-15,-1-2 0 0,6 1-1 16,1-3 0-16,0-2-2 16,1-4-7-16,8-1-5 15,-2-3-6-15,3-4 7 16,2-4 8-16,1-1 2 16,2 0-2-16,-1-3 4 15,1-8 1-15,-1 0 1 0,-1-4 0 16,1 1 6-16,-1 0 12 15,-1 0 17-15,-3 1-20 16,2 2 6-16,1 1-4 16,-2 1-12-16,1 6-2 15,-1 1-2-15,-1 2 0 0,-1 0-2 16,-2 4 1-16,2 6-2 16,-2 5 0-16,-1 0-3 15,1 3-12-15,-1-4-32 16,2 0-30-16</inkml:trace>
  <inkml:trace contextRef="#ctx0" brushRef="#br0" timeOffset="62071.2">14899 17301 218 0,'0'0'10'0,"0"0"3"0,0 0 7 16,0 0-10-16,-40-10-7 15,33 12-3-15,3 6 0 16,3 6 0-16,-1 0 0 0,2 2 0 15,0 4 0-15,0-2 1 16,0-2-1-16,6 1-3 16,2-2-10-16,-1-4-7 15,1-1-4-15,-3-4-2 16,4-2-4-16,-4-4 13 0,1 0 11 16,1-2 5-16,1-6 5 15,-1-4 3-15,2 1 4 16,0-3 6-16,-2-3 1 15,4-2-4-15,2 2 2 16,-1 0-1-16,-1 2-8 0,2 2 0 16,-1 4 1-16,2 1-3 15,-1 5 2-15,0 3-2 16,1 0-4-16,-2 1 0 16,-2 9 0-16,-1 4 0 15,-3 2-1-15,-2 1-1 0,-3 0-4 16,-1 2-4-16,0-1-4 15,-4-2-4-15,-8-3-12 16,-1-4-37-16</inkml:trace>
  <inkml:trace contextRef="#ctx0" brushRef="#br0" timeOffset="62242.35">14888 17198 203 0,'0'0'38'0,"0"-42"-32"0,0 26-2 0,9 1-2 0,4 6-3 15,-3 4-13-15,3 2-31 16,-2-1-29-16</inkml:trace>
  <inkml:trace contextRef="#ctx0" brushRef="#br0" timeOffset="62633.2">15764 17297 178 0,'0'0'72'0,"0"0"-71"0,0 0 2 15,0 0 1-15,23-45 6 16,-33 33-3-16,-3-2-3 16,-5 1-2-16,1 4 1 15,0 2-2-15,-4 3-1 16,2 4-1-16,-3 0 3 16,3 9-4-16,0 8 3 0,1 1-10 15,4 6 3-15,6 2 3 16,1-1 0-16,5-2-3 15,2-6 1-15,2-1 3 16,9-5 0-16,2-4 1 16,4-5 1-16,2-2 1 0,2 0-1 15,1-5 1 1,1-8-1-16,-1-3-24 0,-2-7-37 16,0-3-5-16</inkml:trace>
  <inkml:trace contextRef="#ctx0" brushRef="#br0" timeOffset="62839.04">15777 16947 225 0,'0'0'-8'15,"0"0"32"-15,-21-38 3 16,18 35-13-16,-2 3-7 0,2 0-8 16,0 16 1-16,2 5-2 15,-1 6 1-15,0 7 1 16,2 3 1-16,0 2 1 15,0-3-1-15,4 0-2 16,6-1-20-16,-1-2-27 16,2-6-25-16,3-4 2 0</inkml:trace>
  <inkml:trace contextRef="#ctx0" brushRef="#br0" timeOffset="63215.71">16028 17223 117 0,'0'0'108'0,"0"0"-86"16,0 0 9-16,-20-43-17 15,8 38-5-15,-3 2-7 16,-3 3-2-16,2 0 0 0,-2 8 2 16,3 5-2-16,3 4 1 15,1 3 0-15,3-1-1 16,4-1 0-16,4 2 0 15,0-6-6-15,0 0-9 16,10-4-3-16,3-3 0 0,1-4 0 16,1-3 10-16,3-1 0 15,3-9 2-15,-4-3 5 16,-1-1 1-16,-3 1 0 16,-1 2 3-16,-5 1 8 15,-1 5 6-15,-2 1 1 0,-1 4-7 16,1 0-10-16,-2 0 0 15,2 7 3-15,0 2-5 16,2 2-1-16,-3-1-14 16,1-1-22-16,2-3-35 15</inkml:trace>
  <inkml:trace contextRef="#ctx0" brushRef="#br0" timeOffset="63651.29">16159 17202 134 0,'0'0'1'0,"0"0"4"15,0 0 8-15,36-21 2 16,-27 21 4-16,1 0-3 16,-1 2-5-16,-1 6 0 0,0 3-2 15,2 0-5-15,-5 6-3 16,1-4 0-16,-2 4 0 15,-3-3-2-15,1 0 0 16,-2-2-6-16,0-4 6 16,0-1-1-16,0-2 0 0,-1-5-3 15,-3 0-1-15,-1 0-1 16,1-3-12-16,1-9-4 16,2 0 14-16,1-3 8 15,0-2 6-15,0 3 5 16,5-3 6-16,5 2 4 15,4 0-4-15,-1 2-5 0,5 4-7 16,0 1-1-16,0 3-2 16,-1 3-1-16,0 2 0 15,1 0 1-15,-5 5-1 16,-3 5 1-16,-1 2 1 0,-3 2-5 16,-2 1-2-16,-2-2-47 15,0-4-43-15</inkml:trace>
  <inkml:trace contextRef="#ctx0" brushRef="#br0" timeOffset="64084.85">16587 17155 9 0,'0'0'212'0,"0"0"-186"0,0 0-5 0,0 0-7 0,0 0-6 15,0 0-8-15,0 0-1 16,0 0 3-16,0 0-1 16,-41 32 0-16,37-17-1 15,2 0-1-15,2 0-7 0,0-4-2 16,2 0-7-16,7-4 5 16,2-1 3-16,4-6-1 15,1 0 1-15,1 0 0 16,4-4-9-16,2-7 7 15,-1-1-6-15,-3-4 7 16,0 0 9-16,-2 0 2 0,-2-1 1 16,-5 1 6-16,-3 5 6 15,0 0 1-15,-5 3 0 16,-1 1 10-16,-1 4 3 16,0 2-11-16,0 1-11 15,-3 0-4-15,-3 4-1 0,1 3 0 16,0 5-1-16,1-1 2 15,1 2-2-15,3 0 1 16,0-4-10-16,0-3-40 16,0-2-59-16</inkml:trace>
  <inkml:trace contextRef="#ctx0" brushRef="#br0" timeOffset="64232.98">16761 17047 297 0,'0'0'-40'0,"0"0"38"0,0 0-37 0,0 0-75 16</inkml:trace>
  <inkml:trace contextRef="#ctx0" brushRef="#br0" timeOffset="65158.59">16819 17193 235 0,'0'0'-10'16,"0"0"7"-16,0 0 3 15,0 0 1-15,0 0 0 0,0 0 4 16,9-38 10-16,-7 31-2 16,5 0-1-16,-2-1-7 15,5 3-3-15,0 1-2 16,0 0 0-16,2 3-1 0,1 1 1 16,0 0-1-16,-1 3-1 15,-4 6 2-15,0 1-3 16,-2 1-2-16,1 3-7 15,-6-1-3-15,-1-2 1 16,0-2 5-16,0-2 5 16,0 0 2-16,0-4 0 0,-1-2 1 15,-4-1 7-15,2 0-2 16,0 0 0-16,1-7 0 16,1-1-3-16,1-1 6 15,0-1 4-15,0-3-1 16,7 1-3-16,3-1-1 0,1 1-1 15,4 1-1-15,1 1-2 16,2 3-2-16,-1 4 1 16,-1 2-2-16,-1 1 1 15,0 0 0-15,-3 4-1 16,-1 6 0-16,1 2-1 0,-3 1-2 16,1-2-8-16,2 0 4 15,1 0 4-15,-1-4-22 16,3-1-15-16,1-5 18 15,-1-1-3-15,4 0 7 16,0-1 19-16,-3-7 6 0,0-3 21 16,-2 0 4-16,-3 0-3 15,-1-2 0-15,-6 0-6 16,-2 2-3-16,-2 0-4 16,0 1 1-16,-2 2-6 15,-6 3-3-15,-1 1-1 0,0 4-5 16,0 0 1-16,2 2 1 15,-2 7-3-15,3 2 0 16,1 1 0-16,1 0-4 16,4 1-5-16,0-1-7 15,0-2-3-15,0-2 7 0,9 0 7 16,-2-2 4-16,3-3-1 16,2 1 4-16,1-1-2 15,1 4 2-15,-1-2 1 16,0 4-2-16,-1 3 0 15,-1 2 0-15,-2 5 2 0,2 2-2 16,-5 0 1-16,1 3-1 16,-6-2-1-16,-1-1 1 15,0-1-2-15,-6-2 2 16,-9 1-2-16,-5-4 2 16,-5-2-1-16,-6-1-10 15,0-4-25-15,-5-8-48 0,-4 0-58 16</inkml:trace>
  <inkml:trace contextRef="#ctx0" brushRef="#br0" timeOffset="65351.25">16691 16987 291 0,'0'0'-11'0,"0"0"19"0,-1-38-7 0,5 32-2 16,7 1-6-16,2 3-7 16,1 2-15-16,1 0-31 15,-1 0-45-15</inkml:trace>
  <inkml:trace contextRef="#ctx0" brushRef="#br0" timeOffset="66858.28">17853 17062 205 0,'-3'0'8'0,"-2"0"18"0,-2-4-1 16,3 4-12-16,1-3-4 0,1 2 0 15,-1 1-1-15,2 0-5 16,1 0-2-16,0 2-2 16,0 7 1-16,0 3 1 15,0 2-2-15,2 0 1 16,3 1-4-16,0 0-7 0,3-2-4 15,-3-2 5-15,1-3-2 16,1-2 1-16,1-3 4 16,0-3 0-16,2 0 2 15,1 0 0-15,1-7-4 16,1-4-12-16,-2-1 7 0,0 1 11 16,1-2 4-16,0 2 1 15,0 1 3-15,1 1 6 16,-1 2 3-16,1 2-1 15,-2 0-4-15,1 4-2 16,-1 1-4-16,0 0-2 0,-2 0 0 16,-1 7-1-16,0 3 0 15,-5 3 1-15,0-1-2 16,-2 3-1-16,-1-1-7 16,0 0-7-16,0-1-5 15,0-3-7-15,-2-2 9 0,0-5 2 16,2-1-2-16,0-2 3 15,0 0-13-15,0-8 12 16,6-3 17-16,2-2 11 16,3-1 13-16,1 0-8 15,3-2 6-15,1 2-11 0,-1 0 0 16,2 3 3-16,0 1 3 16,1 2-6-16,-2 4-1 15,-2 0 1-15,2 4 2 16,-3 0-2-16,-1 0-3 15,0 6-4-15,-5 2-2 16,1 5-2-16,-5 1 1 0,-1 0-5 16,-2 2-9-16,0 0-5 15,-7-1-22-15,-6-3-18 16</inkml:trace>
  <inkml:trace contextRef="#ctx0" brushRef="#br0" timeOffset="67029.78">17961 16886 117 0,'0'0'-18'0,"0"0"19"0,9-38-34 16</inkml:trace>
  <inkml:trace contextRef="#ctx0" brushRef="#br0" timeOffset="68055.5">19034 16943 192 0,'0'0'8'16,"0"0"18"-16,0 0 14 15,0 0-18-15,0 0-13 16,0 0-8-16,0 0-1 0,-41-32 3 15,26 45 0-15,0 6-3 16,0 5 1-16,3 2-1 16,2 0 0-16,2-1 1 15,5-2-2-15,3-3-3 16,0-5-4-16,2-1-4 16,10-5-1-16,1-1-3 0,5-5 1 15,0-3-1-15,4 0 7 16,3-3 5-16,-4-8-1 15,2-2 2-15,-4-2 2 16,1-2 2-16,-7-5 0 0,-2 1 3 16,-2-3 6-16,-4 0 6 15,-1 1-2-15,-4 1 7 16,0 4-4-16,0 3-3 16,0 5-4-16,0 3-1 15,-4 3-5-15,4 3-1 0,0 1-4 16,0 5-2-16,0 8 1 15,0 5 1-15,0 5 2 16,-1 2 0-16,1 2 0 16,0-4-1-16,0 0 0 15,0-3-3-15,0-2-4 0,0-4-7 16,5-1-5-16,0-5 1 16,0 0 3-16,1-7-6 15,3-1 7-15,0 0 7 16,1-5 7-16,0-6 0 15,3-3 1-15,1 0-1 16,-1-2 2-16,2-1 2 0,-1 2 5 16,1 0 5-16,-1 1 0 15,-1 4-4-15,1 0-1 16,-1 5-9-16,-2 1 1 16,-1 4 0-16,-2 0 0 15,-2 8-1-15,-1 3 0 0,0 3 2 16,-3-2-1-16,1 5-1 15,0-3 1-15,2-2 0 16,-1-1-1-16,3-4 0 16,3 0 2-16,1-4-2 0,3-3 0 15,-1 0-2-15,4 0 2 16,1-4-4-16,-2-6 2 16,0-2 1-16,0-1 1 15,-3-1 0-15,-3-1-1 16,-2 0-10-16,-4 1 2 15,-2 3 5-15,-2 0 3 0,0 5 0 16,-8 2 4-16,-4 4 5 16,1 0-1-16,-1 1-5 15,0 11 1-15,2 3-2 16,4-1 1-16,-1 0-2 16,5-1 0-16,2-1-2 0,0-4-2 15,0-1 1-15,9-2-1 16,2-1-6-16,0-4-19 15,0 0-48-15</inkml:trace>
  <inkml:trace contextRef="#ctx0" brushRef="#br0" timeOffset="68211.06">19425 16891 271 0,'0'0'-14'0,"0"0"13"0,0 0-2 0,0 0-31 0,48-30-47 16,-24 24-57-16</inkml:trace>
  <inkml:trace contextRef="#ctx0" brushRef="#br0" timeOffset="68587.61">20174 16680 179 0,'0'0'19'15,"0"0"14"-15,6-43-15 16,-6 35-9-16,-9 1-3 16,-3 4-4-16,-3 3-1 15,0 0 1-15,-1 3 1 0,-2 7-1 16,2 6-1-16,3 1-2 15,1 4 1-15,4 2 0 16,3 2-6-16,4 2-4 16,1-1 2-16,4 0 2 15,9-2 3-15,3-2 3 0,1-2 0 16,3 0 1-16,0-1-1 16,-3-1 1-16,-1-4-1 15,-5-1 1-15,0 0-1 16,-9-2 0-16,-2-4-1 15,0 0-1-15,-2-2 2 16,-11-2-2-16,-1-1-14 0,-2-2-28 16,1 0-21-16</inkml:trace>
  <inkml:trace contextRef="#ctx0" brushRef="#br0" timeOffset="69541.66">20329 16859 152 0,'0'0'1'0,"0"0"11"0,0 0-9 16,0 0 1-16,-27 46 4 16,20-32-1-16,2 2 2 15,3-4-3-15,2 0 0 16,0-1-4-16,1-2 0 0,6-2-1 15,5-3 1-15,-1-4 0 16,2 0 0-16,1 0 0 16,-4 0-1-16,3-8 0 15,-4-4 0-15,-4 1 0 16,-3-2 5-16,-2 0 4 16,0-1 3-16,-7 4-2 0,-7 0-7 15,1 4 1-15,-3 3-4 16,2 1 0-16,2 2 0 15,0 0 0-15,5 0-1 16,2 0-2-16,4 0-5 16,1 0-4-16,0 0-10 15,5-2 15-15,5-7-4 0,3-1-10 16,1-3-9-16,1-4 15 16,1-2 13-16,0-2 1 15,-1-2 1-15,1 1 8 16,0-1 22-16,0-1-8 0,-1 2-3 15,-1 5-7-15,-3 3-3 16,-1 3-5-16,-3 5-2 16,0 6-1-16,-6 0-1 15,-1 6-4-15,0 12 3 16,0 6 0-16,-3 8 2 16,-6 5-1-16,1 5 0 15,1 2 0-15,0 2 0 0,0-4-1 16,4 1 0-16,0 35 0 15,3-44-1 1,0-4 0-16,3-3 0 16,5-2-2-16,2-2 2 0,1-5 0 15,4-2 1-15,-2-6 0 16,3-3 0-16,-1-4 0 16,0-3 1-16,-3 0 0 15,1-7 2-15,-2-6-1 16,-5-2 0-16,-1-2 2 15,-3-2-1-15,-2-2-1 0,0-2-1 16,-4 0 0-16,-5 0 0 16,-4-2-2-16,-1 2-5 15,-1 0-3-15,-5 5 5 16,0-2 3-16,2 6 1 0,-1 3 0 16,4 2 0-16,1 2 0 15,3 2 1-15,5 1 0 16,3 3 2-16,1 0-2 15,2 0-3-15,2 1 3 16,9-2-1-16,2 0 3 0,3-2 1 16,2 1-1-16,-1-1 0 15,0 1-1-15,3-1 0 16,-3-1-1-16,0 0 0 16,1-3-1-16,-1 1 0 15,3-1-4-15,-4 1-22 16,2-3-43-16,-4 0-38 0</inkml:trace>
  <inkml:trace contextRef="#ctx0" brushRef="#br0" timeOffset="70239.92">20746 16768 138 0,'0'0'3'0,"0"0"7"0,0 0 1 15,0 0 0-15,36-31 4 0,-25 27 0 16,0 0-3-16,0 1 4 16,2 2-2-16,-2 1-3 15,1 0-3-15,2 0-4 16,-1 4-3-16,-3 4-1 16,2 4 1-16,-7 3 0 0,1 2-3 15,-4 3-2-15,-2 3-3 16,0 0 3-16,-2-1 1 15,-7 0 2-15,-3-1-2 16,-2-2-6-16,-5-3-7 16,0-1-6-16,-2-4-1 0,0-4 9 15,3-1 13-15,2-6 2 16,5 0 4-16,2 0 12 16,4-9 1-16,4-1-12 15,1-2-3-15,0-2 0 16,4-2-3-16,5 2 1 15,1-1-1-15,1 1 0 0,1 2 0 16,0 4 0-16,1 1 1 16,-1 0 0-16,0 4 0 15,-1 3-1-15,-3 0 2 16,0 0-2-16,1 0 0 16,-3 3 0-16,-1 6 0 0,1-1 1 15,-1 2 0-15,0 3 0 16,-1-2 0-16,0 2-1 15,1-2 0-15,1 2 1 16,-1-4-1-16,2-2 0 0,0 0 1 16,3-3 0-16,1-1 2 15,3-2 3-15,-1-1-1 16,-1 0 0-16,-1 0-3 16,-2 0 0-16,0 0 2 15,-4-4 5-15,-2 0 3 16,-2-1 2-16,-1 0 1 0,0-1-3 15,0 1-5-15,0 0 1 16,0-2-4-16,0 0-2 16,0 3-2-16,0-2-1 15,0-1-6-15,4 0-32 16,-1-2-60-16</inkml:trace>
  <inkml:trace contextRef="#ctx0" brushRef="#br0" timeOffset="70359.96">21123 16875 267 0,'0'0'3'0,"0"0"-14"0,0 0-37 16</inkml:trace>
  <inkml:trace contextRef="#ctx0" brushRef="#br0" timeOffset="75908.16">6041 16372 15 0,'43'-4'2'0,"6"-2"1"0,7-4 0 0,4 2-1 0,5-2-1 15,2 2 0-15,3-4-14 16</inkml:trace>
  <inkml:trace contextRef="#ctx0" brushRef="#br0" timeOffset="77941.91">10435 17161 42 0,'7'0'5'0,"-3"0"0"15,6 0 4-15,-1 0-4 0,0 0-1 16,5 0-3-16,-1-2-1 15,7 1 1-15,-1-1-1 16,6 0 0-16,4-1 1 16,1 0-1-16,9-1-1 15,2 1 0-15,1-2 0 0,2 1 1 16,6 0 0-16,2-2 0 16,2 0 1-16,5 1 3 15,2-1 3-15,6 1-3 16,2 0-3-16,3 2-1 15,7 2 2-15,-2 1-3 0,2-1-47 16</inkml:trace>
  <inkml:trace contextRef="#ctx0" brushRef="#br0" timeOffset="82158.74">13632 17865 92 0,'0'0'7'0,"0"0"20"0,0 0 9 0,0 0-12 15,0 0-15-15,0 0-6 16,0 0-5-16,0 0 2 0,0 0-4 16,0 0 5-16,0 0-1 15,8 21 2-15,4-19-2 16,2 2 0-16,2 0-3 16,5-2 1-16,-2-2 1 15,4 0 0-15,0 0 0 0,0 0 1 16,1-2 0-16,1-2 0 15,-1 0 0-15,1-1-1 16,2 1-3-16,4-1 10 16,2 0-5-16,0 2 0 0,3-2-1 15,0 0 1 1,2 1-1-16,1-3 1 0,1 3 2 16,1-1 0-16,1 0-1 15,0 0-2-15,5 1 1 16,-1 0 0-16,2 0-1 15,-2 0 1-15,0-1-1 0,2 0 1 16,-2-2-1-16,1-1 1 16,4-3 0-16,3 2 2 15,3-2-2-15,1 0 0 16,3 1 0-16,-3-1 0 16,5 0 0-16,-6 2-1 0,2-3 0 15,-3 1 0-15,2 1 0 16,-1 0 0-16,2 0 0 15,0 1 1-15,1 0 0 16,2 0-1-16,-2-1 1 16,3 3-1-16,-2 0 0 0,1-3 0 15,-2 4 1-15,0-1-1 16,-2 2 0-16,0-3 0 16,-1 2 1-16,-1 1-1 15,2-2 0-15,-1 1 2 16,2 2-4-16,-4-2 2 0,2 1 0 15,0 1 0-15,0-1 2 16,1 1 0-16,0 0 0 16,-2-1 0-16,-1 1-1 15,1 1 0-15,0 1 1 16,2 0-2-16,0-1 0 16,-1 0 1-16,3 1-1 0,-3-1 2 15,0-1-2-15,5 2 0 16,-2-1 1-16,0 0 0 15,3 1 0-15,-1-3-1 16,3 3 1-16,0-2 0 16,1 0 0-16,3 2-1 0,0-1 0 15,0 1 0-15,3-1 0 16,-2 3 1-16,2 0-1 16,3-3 0-16,-2 3 1 15,1 0-1-15,0 0 0 16,1 0-2-16,4-1 1 0,-1 0 1 15,0-1-1-15,-1 0 1 16,3 1 0-16,-2-1 1 16,0 0-1-16,-1 1 0 15,-3-1 0-15,1 1-1 16,1-3 1-16,0 1-1 0,-1-3 1 16,-1 2 0-16,3-2 0 15,-1-1 0-15,1 1 0 16,-4-1 1-16,0 0-1 15,-1 0-1-15,-3-3-13 16,-4 0 6-16,-1 2 7 0,-1-2 1 16,-3-2 0-16,-2 1 1 15,1-2-1-15,-1 0 0 16,-4 1 0-16,1-3 0 16,-3 1 0-16,-2 1 0 15,-4-1 0-15,-3 0 2 16,-3-1 3-16,-7 0 4 0,-1-2-1 15,-1 3-2-15,-2-5-1 16,-7 3-4-16,-1-3 1 16,-3-2 0-16,-3-2-1 15,-3-2 0-15,-2-3 0 0,-2-1 0 16,-1-3 1-16,-4 1-2 16,-2-2 3-16,-1 2-3 15,0 1 2-15,0-1 4 16,-8 0 3-16,0 1 1 15,-2 3-4-15,-1-1 0 0,-2 1 1 16,0 1-1-16,-1 2-2 16,-3-2-2-16,1 3 1 15,1 2-2-15,-2-1 3 16,-5 3-4-16,2 3 0 16,-5 2 0-16,-1 3 0 0,-4 3-3 15,-3 3 1-15,-2 3-1 16,-5 2 1-16,-2 0-1 15,-2 0-3-15,-1 5-1 16,-3 2 0-16,0-1 0 16,-3 0 3-16,-3 1 3 15,0 0 2-15,-3-3-1 0,0 3 0 16,2-1 0-16,-4 1 2 16,0-1-1-16,0-1-1 15,-2 2 0-15,-1 0-1 16,-2-1 2-16,-3 0-2 15,-3 1-2-15,1-1 4 0,-2-1-1 16,0 1 0-16,0 0 2 16,0 1-2-16,-3-2 0 15,1 2 0-15,-1-1 0 16,-5 1 0-16,0 1-2 16,-3 0 4-16,1 0-2 0,0 0 0 15,-1-1 1-15,-1 0 0 16,4 1 0-16,-2-2-1 15,-4 2 0-15,1-1 1 16,-1 1-1-16,2 0-1 16,-1-1 1-16,-1 0 0 0,1 0 0 15,1-1 0-15,1 0-1 16,-3-1 2-16,2 0 0 16,2-1 0-16,4 0-1 15,3-1 2-15,-4 1-2 16,4 1 0-16,-3-2 2 0,4-1-2 15,-4 1 1-15,0 1-1 16,0-1 0-16,2 0 0 16,1 0 0-16,0 0 1 15,-1 0 3-15,-1 0-2 16,1-1-2-16,-1 3 1 0,-3-2 0 16,-2 2-1-16,2-2 0 15,-1 0 1-15,1 0 1 16,-1 0 4-16,0-1-1 15,4 2-1-15,-3-1 1 16,4 0-4-16,-4-1 1 0,4 1-1 16,1-1 0-16,2 1-1 15,-1 0 0-15,-1 0 1 16,0 1-1-16,-2 3 0 16,2 0 1-16,-2 3-1 15,0 0-1-15,-3 0 1 16,4 4-1-16,0 2 1 0,3-2-1 15,0 2 1-15,-4 2 0 16,5-1 0-16,-1 3 1 16,-2 0-2-16,1 1 1 15,3-1 0-15,1-1 0 16,4-1 0-16,5 2 0 0,6 3 1 16,3-1-2-16,8 4 0 15,3 2 0-15,6 2 1 16,3 3-1-16,4 3 0 15,5 1-2-15,2 2 2 0,4 2 0 16,5 1 0-16,4-1 1 16,5 0-1-16,2-3-1 15,0 1 1-15,6-5-1 16,10 0-3-16,8-3-4 16,8-5-11-16,2-2-13 0,11-7-23 15,3-7 31-15,6-9-39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39:19.477"/>
    </inkml:context>
    <inkml:brush xml:id="br0">
      <inkml:brushProperty name="width" value="0.05292" units="cm"/>
      <inkml:brushProperty name="height" value="0.05292" units="cm"/>
      <inkml:brushProperty name="color" value="#FF0000"/>
    </inkml:brush>
  </inkml:definitions>
  <inkml:trace contextRef="#ctx0" brushRef="#br0">18502 14272 6 0,'0'0'13'0,"0"0"8"0,0 0 3 0,-2 0-10 16,0 0-2-16,2 0 2 15,-1 0-3-15,0 0 2 0,0 0-2 16,0-2-2-16,0 1-2 16,-1-2 3-16,2 3-2 15,0-1-1-15,-3 0-2 16,3 0-2-16,0 1-2 15,0 0-1-15,0 0 0 0,0 0 0 16,0-1 0-16,0 1-1 16,0 0 0-16,0 0 0 15,0 0 0-15,0 0 1 16,0 0 0-16,0 0 0 16,0 0 0-16,3 0 1 0,0 0-1 15,1 0-1-15,2 0 1 16,-1 0 2-16,3 0-1 15,0 0 0-15,0 0-1 16,0 0 0-16,3 0 0 16,-2 0 0-16,1 0 0 15,0 0-1-15,3 0 1 0,0 0-1 16,1 0-1-16,-1 0 1 16,1 0 0-16,-1-2 1 15,2 2-3-15,-2 0 5 16,1 0-1-16,1 0-1 15,4-1-3-15,-2 1 3 0,2 0 0 16,2-1 2-16,0 0-5 16,3 1 0-16,1-1 4 15,2 0-1-15,-1-1 1 16,4 0-1-16,0-1 1 0,2 1-2 16,1 1 1-16,-4-1 1 15,2 0-1-15,-2 0 0 16,0 1 0-16,1-1 0 15,-3 2-1-15,-1-2 1 16,2 1 1-16,1 0-1 16,-2-1 1-16,2 1-1 15,-3 1 0-15,0-3 2 0,2 3-4 16,-2-1 2-16,0 1 2 16,2 0-2-16,0 0 0 15,1 0 0-15,2 0-2 16,-2 0 4-16,-3 0-2 0,4 0 0 15,-1 0 0-15,0 0 0 16,1 0-2-16,-1 0 4 16,3 0-2-16,-2 0-2 15,1 1 4-15,2 1-2 16,2 0 0-16,2 1 0 0,-1 0 0 16,0 0 0-16,1 1 1 15,-2-1-4-15,2 1-1 16,-1-1 8-16,0 1 2 15,2-1-4-15,2 2 1 16,4-1-1-16,-1-2 1 16,4 0 1-16,-2-2-2 0,3 2 0 15,-1-2-1-15,1 0 2 16,3 0-2-16,-3 0 1 16,3 0 1-16,-3-2-1 15,2-1-1-15,1 1 0 16,0-1-1-16,1 0 1 0,3 0-1 15,4 1 0-15,-4 0 0 16,1-1 2-16,0 1-2 16,1 0-2-16,-1-1 4 15,0 0-2-15,0 0 0 0,-1 0 0 16,1-1 0-16,-2 1 1 16,0 0-2-16,3 2 2 15,1-1-1-15,0 1 0 16,-2 0 0-16,0 1 0 15,-3 0 0-15,1 0 0 16,-6 0 0-16,0 0 1 0,-5 0-1 16,-3 0 0-16,-1 0 1 15,-3 0-1-15,1 0 1 16,-6 0 0-16,1 0 1 16,-1 0-1-16,-2 0-1 15,-5 0 2-15,-1 0-2 0,1 0 0 16,-8 0 0-16,0 0 0 15,-3 0 0-15,-1 0-4 16,-2 0-15-16,-5 1-32 16,-3-1-15-16</inkml:trace>
  <inkml:trace contextRef="#ctx0" brushRef="#br0" timeOffset="1769.81">22838 6117 44 0,'0'0'2'0,"0"0"1"0,0 0-1 0,0 0 4 16,0 0-5-16,0 0 0 15,0 0 0-15,0 0 1 16,0 0 3-16,0 0 9 16,-4-36-6-16,4 36 7 0,0 0-6 15,-1 0-7-15,1 0-3 16,0 0 0-16,0 0 1 16,0 0 1-16,0 0-1 15,0 0 0-15,0 0 1 16,0 3-1-16,1 1 0 0,0-1 0 15,2 1 0-15,0 0 0 16,-2 1 1-16,2 0-1 16,-1 1 1-16,2 0 2 15,-2-2-1-15,1 3 1 16,0-4-1-16,0 3 0 16,2-2 2-16,-2-3-1 0,1 1-1 15,3-2 6-15,1 0 7 16,6-6 14-16,4-9-5 15,8-7-9-15,10-6-2 16,9-10-4-16,9-8-7 16,12-6-2-16,11-14-3 0,8-9-49 15,6-5-137-15</inkml:trace>
  <inkml:trace contextRef="#ctx0" brushRef="#br0" timeOffset="5488.59">19201 15088 56 0,'0'0'44'0,"0"0"-5"0,0 0 8 15,0 0-16-15,0-1-11 0,0-3-14 16,0-3-1-16,0-1-3 15,0 0 2-15,0-1 0 16,0 1 0-16,0-1-2 16,0 1-1-16,0 1 1 15,-6 1-1-15,1 2-1 0,-2 2 4 16,-2 2-5-16,0 0 1 16,-3 0-1-16,1 6 1 15,-3 7-1-15,2 1 2 16,0 3-1-16,2 2 0 15,1-1-1-15,2-1 1 0,2 0 0 16,4-3 0-16,1-2 0 16,0-1 0-16,5-2-1 15,5-4 0-15,2 2 2 16,2-2-1-16,0-1 0 16,1 1 1-16,-1 0-1 0,-1-1 0 15,0 2 0-15,-3 0 1 16,-2 1-2-16,-2 1 1 15,-3-1-2-15,-3 2 0 16,0-1 1-16,-5 2 1 16,-9 0 0-16,1-1 2 0,-5-1-1 15,2 1 2-15,-1-2-1 16,1-2 2-16,-4 0-2 16,4-3 1-16,2-2 1 15,2 0 1-15,2 0-2 16,3 0-2-16,5-4 0 0,2-3-2 15,0-3-35-15,2-3-57 16,9-1-72-16</inkml:trace>
  <inkml:trace contextRef="#ctx0" brushRef="#br0" timeOffset="5915.52">19362 15166 57 0,'0'0'4'0,"0"0"1"0,0 0 6 16,0 0 7-16,0 0 0 16,0 0 1-16,0 0-1 15,38-4-3-15,-30-3-6 16,3 1-5-16,-2-3 0 0,3 0-3 15,-4-1 2-15,-1 0-2 16,-3 3 0-16,-1-1 1 16,-3 1 0-16,0 2 9 15,-1 2 5-15,-5 2 5 16,-3 1-12-16,-1 0-1 0,1 3-4 16,-1 7-4-16,0 2 1 15,3 3-1-15,1 1 0 16,2 2 2-16,2-1-2 15,2 0 0-15,0-1 0 16,0-1 2-16,7-1-1 0,2-2-1 16,2-2 1-16,1-2-1 15,1-1-2-15,3-4-17 16,0-3-14-16,2 0-33 16</inkml:trace>
  <inkml:trace contextRef="#ctx0" brushRef="#br0" timeOffset="6406.42">19644 15128 107 0,'0'0'3'0,"0"0"40"0,0 0 6 16,0 0-25-16,0 0-19 16,0 0-7-16,0 0 4 15,0 0-2-15,0 0 1 16,2 37 1-16,0-23-1 15,-2 2-1-15,1-2 1 16,1 0-1-16,0-1 0 0,-2-2 0 16,2-2 1-16,0-2-2 15,-2-1 1-15,0-3 0 16,0-2 1-16,0-1-1 16,0 0 1-16,0 0 0 15,0-8-3-15,2-3 1 0,2-2-4 16,0-2 2-16,2-2 3 15,-1 0-3-15,5 0 3 16,-1 0 0-16,1 3 0 16,1 1 4-16,2 0 3 0,0 3-3 15,2 3-5-15,-1 3 9 16,1 3-7-16,-2 1-1 16,1 0 1-16,-4 4-2 15,-1 4 0-15,-2 5-2 16,-1 0 8-16,-1 1-3 0,-2 0-2 15,-1 2 2-15,-1-1-2 16,-1-3-1-16,1 2 1 16,1-3 0-16,-1-2-8 15,4-2-21-15,-2-3-26 16,4-4-5-16</inkml:trace>
  <inkml:trace contextRef="#ctx0" brushRef="#br0" timeOffset="6670.13">20054 14997 140 0,'0'0'0'0,"0"0"40"0,0 0-2 16,0 0-18-16,0 0-11 15,0 0-1-15,0 0-7 16,0 0 0-16,0 0 0 0,-5 37 0 15,5-14-1-15,0 3 2 16,0-4-2-16,0 0 0 16,2-4 3-16,1 2-3 15,0-1 0-15,-1-1 0 16,-1-1-13-16,2-3-49 0,-3-4-14 16</inkml:trace>
  <inkml:trace contextRef="#ctx0" brushRef="#br0" timeOffset="7068.46">19995 15151 151 0,'0'0'4'0,"0"0"4"0,0 0 0 16,0 0-4-16,0 0 0 15,52-24 1-15,-33 21 0 16,1 0 2-16,-1 0-2 16,3 1-2-16,-4 1-1 15,0 1 0-15,-4 0-2 16,-1 0 0-16,-3 0 1 0,-3 0-2 16,-3 6-1-16,-3 2 0 15,-1 1 7-15,0 3-4 16,0 0 1-16,-3 3-1 15,-5-1 3-15,3 0 3 16,-1 0 0-16,5-3-1 0,1-2-1 16,0 1 0-16,0-5-1 15,7 0-3-15,0-2 1 16,4-2 0-16,3-1 0 16,1 0 4-16,2-1-6 15,0-11-27-15,0-2-65 0</inkml:trace>
  <inkml:trace contextRef="#ctx0" brushRef="#br0" timeOffset="7204.04">20279 14993 208 0,'0'0'5'0,"0"0"14"16,0 0-13-16,0 0-7 15,0 0-22-15,0 0-74 16,0 0-20-16</inkml:trace>
  <inkml:trace contextRef="#ctx0" brushRef="#br0" timeOffset="7848.68">20334 15162 153 0,'0'0'-3'0,"0"0"7"15,0 0-1-15,0 0-1 16,0 0-1-16,0 0 1 16,0 0 6-16,0 0 0 0,24 26 5 15,-21-22-2-15,0 0-7 16,-1 0 0-16,-2-2-2 16,1 1-2-16,1-2 1 15,-2 1 0-15,0-2-1 0,0 0 7 16,0 0 3-1,0-4-4-15,1-2-4 0,4-3-2 16,-2 2 0-16,4-3-4 16,1 3 3-16,4-1-1 15,0 2 2-15,-3 0-1 16,3 5 4-16,-1-1-3 16,0 2 1-16,0 0 0 0,-2 0-1 15,0 3-1-15,2 3 1 16,-6 2-1-16,1 1-2 15,-1 0 3-15,-1 0 0 16,-1 0 0-16,-1-2 0 0,0 2-2 16,-2-2-4-16,0-2-3 15,0-2-1-15,0 0 5 16,-2-2 4-16,-4-1 1 16,4 0 2-16,1-1 2 15,1-7-3-15,0-1 3 16,1-3-1-16,7 0-1 0,-1-1 0 15,3-1 1-15,-2 2-1 16,3 0 2-16,-1 3 0 16,1 1 2-16,1 2-2 15,-3 3-2-15,1 3-1 16,2 0 0-16,-5 0-1 0,0 5-1 16,-1 6 0-16,1 0 1 15,-4 2 4-15,0-2-4 16,2 2-1-16,-3-1-9 15,0-3-23-15,-1-1-38 0</inkml:trace>
  <inkml:trace contextRef="#ctx0" brushRef="#br0" timeOffset="8192.77">20822 15175 42 0,'0'0'98'0,"0"0"-96"0,0 0 5 0,0 0-4 0,0 0 7 16,36-28-4-16,-31 22 3 15,-2 2 0-15,2-2-2 0,-4 0-2 16,0-1-1-16,-1 0-3 16,0 3 0-16,-4-2-2 15,-7 3 6-15,0 2 6 16,-2 1-1-16,-3 0-4 15,0 3-3-15,-2 7-2 0,2 3 1 16,3 2 0-16,4 1-1 16,2-1 0-16,3 2 2 15,4-4-1-15,0 0 0 16,11-2-1-16,2-1-2 16,1-4-1-16,4 0-16 15,0-5-24-15,1-1-32 0</inkml:trace>
  <inkml:trace contextRef="#ctx0" brushRef="#br0" timeOffset="8655.77">20969 15118 195 0,'0'0'13'0,"0"0"19"16,0 0-25-16,0 0-5 15,0 0-2-15,0 0-1 16,0 0-3-16,0 0 1 15,0 0 3-15,23 23 3 0,-19-12 0 16,-3 2-2-16,0-1-1 16,0-1-1-16,-1-1-1 15,0-3 0-15,0 0-1 16,0-3 0-16,0-1 1 0,0 0 4 16,0-3-1-16,0 0 2 15,0 0 1-15,-1-3-1 16,0-4-7-16,1-1 8 15,0-1-4-15,0 0-1 16,0-2-1-16,5 1 2 0,2 0 2 16,5 0-4-16,-3 3 2 15,3 0 0-15,1 1 2 16,-1-1-2-16,3 5 0 16,-4 1 1-16,2 1-1 15,0 0 0-15,-2 3 0 16,-4 4-1-16,2 4-4 15,-3-2 2-15,-3 4 2 0,1-1 3 16,-2-1-2-16,-2-1-3 16,0-2-9-16,0-1-10 15,0-2-10-15,0-4-14 16,0-1-12-16</inkml:trace>
  <inkml:trace contextRef="#ctx0" brushRef="#br0" timeOffset="8882.58">21274 14945 154 0,'0'0'-8'0,"0"0"36"0,0 0 6 16,0 0-33-16,0 0-7 15,0 0 5-15,0 0 11 0,10 52-8 16,-9-27 0-16,1 1-1 15,0 1-1-15,0-1 1 16,-2 1-2-16,0-3-29 16,0-2-41-16,-4-5-45 15</inkml:trace>
  <inkml:trace contextRef="#ctx0" brushRef="#br0" timeOffset="9018.4">21284 15148 208 0,'0'0'0'0,"0"0"1"0,0 0 0 16,56-47-2-16,-31 34-22 15,2-1-40-15</inkml:trace>
  <inkml:trace contextRef="#ctx0" brushRef="#br0" timeOffset="9387.6">22049 14579 172 0,'0'0'-37'0,"0"0"40"0,0 0 9 16,0 0-12-16,0 0 2 16,-44 54 5-16,26-19 7 15,-2 8 1-15,2 8-3 16,-1 5-6-16,0 7 0 0,2 1 0 16,1 1-5-16,1 2 2 15,0 0-2-15,2-3 0 16,2-3 1-16,1-4-1 15,3-4 0-15,0-5 0 16,5-6-1-16,1-5 0 16,1-9-8-16,0-8-39 0,0-11-20 15</inkml:trace>
  <inkml:trace contextRef="#ctx0" brushRef="#br0" timeOffset="9807.31">22294 14820 85 0,'0'0'3'0,"0"0"12"16,7-38-6-16,-7 29-2 0,0 2 3 16,0 1 1-16,0 4 1 15,-2 1 11-15,-2 1-9 16,1 1-13-16,-1 11-2 16,-3 7 2-16,0 5-1 15,-1 6 1-15,3 4 0 0,-2 3 0 16,2 1 4-16,1-1 0 15,0 0 2-15,2-4 0 16,0-3-1-16,2-3-2 16,-1-3-4-16,0-3 1 15,0-3 0-15,-3-1-1 0,0-4 2 16,-1 0-2-16,-5-5-2 16,0-5-26-16,-1-3-65 15</inkml:trace>
  <inkml:trace contextRef="#ctx0" brushRef="#br0" timeOffset="10840.09">22097 15083 146 0,'0'0'2'0,"0"0"10"15,41-12 2-15,-25 7-3 0,2 2 0 16,3 1-2-16,-2-1 3 15,3 1 2-15,-1 0-7 16,-1-1-3-16,0 2-2 16,0-3-1-16,-2 1 1 15,0-3 0-15,-4 2-1 0,-1-2-1 16,-1 1 1-16,-2-1-1 16,1 0 1-16,-6 1-1 15,0 0 1-15,0 0-1 16,-5-1 1-16,0 3-1 15,0-1 0-15,-2 2-1 16,-6-2 4-16,-1 4-4 0,-1 0 2 16,-3 0-3-16,0 7 1 15,0 3 0-15,2 1 1 16,-1-2 0-16,7 7 0 16,-1-2 0-16,4 0 0 15,2 0 1-15,0 1 0 0,6-3 0 16,3 0 1-16,4-2-3 15,1-2 1-15,2-2 0 16,1-3 0-16,0-2 0 16,2-1 1-16,-1 0-2 15,0-1 0-15,0-5-2 0,2-4-11 16,-5-1 13-16,0-1 0 16,-2-2 1-16,-3 0-1 15,-3 0 2-15,-4 1-1 16,-1 3 0-16,-2 0 2 0,0 3 3 15,-1 4-1-15,-7 3 3 16,-1 0-4-16,-1 0-2 16,0 7 0-16,-1 6 1 15,2 0-2-15,4 0 0 16,3-1 0-16,2 1 1 16,0-1-1-16,0-3-1 0,9 0 2 15,3-2-1-15,3-1 2 16,5-2-2-16,0-4 0 15,4 0 0-15,3 0-7 16,3 0 0-16,0-6-6 0,0-1-7 16,3-3-1-16,-5 0-1 15,-2-2 14-15,-3 0 7 16,-6-1 2-16,-3 3 3 16,-9-1 12-16,-1 3 9 15,-4 1 2-15,0 2-7 16,-7 1-13-16,-6 4-2 0,-1 0-4 15,-4 0-1-15,-1 7 1 16,2 3 1-16,3 0-2 16,2 1 1-16,7 1-1 15,-1-2 0-15,6 0 0 0,0-2 0 16,8-1-4-16,3-3 4 16,3-1-1-16,1-3 1 15,0 0 1-15,0 0 2 16,1 0-3-16,-3-7 1 15,-1-1-2-15,-2-2 5 16,-3-5 3-16,-3 1 5 0,-2-6 2 16,-2-2 1-16,0-2-2 15,-7-1-6-15,-3 1-4 16,-3 3-2-16,0 3 0 16,-1 4-1-16,0 2 1 15,-1 4-5-15,2 6-9 0,3 1-25 16,2-1-20-16,6-1-65 15</inkml:trace>
  <inkml:trace contextRef="#ctx0" brushRef="#br0" timeOffset="11130.94">23183 14689 171 0,'0'-3'29'0,"0"3"-16"0,0 0 0 16,0 7-12-16,0 6 3 16,-4 7-1-16,1 4 0 0,1 2-1 15,2 2-1-15,0 1 1 16,0-1-1-16,0-1-1 15,5 0 1-15,1-1-4 16,0-5-13-16,-2-4-29 16,-2-4-6-16,-1-5 0 0</inkml:trace>
  <inkml:trace contextRef="#ctx0" brushRef="#br0" timeOffset="11601.51">23189 14770 209 0,'0'0'-13'15,"0"0"17"-15,37-25 7 16,-21 19-7-16,-2 3-1 0,2 3-2 16,-3 0 2-16,3 0-1 15,-3 9 0-15,-3 2-3 16,0 3 1-16,-6 3-8 15,-4 3-7-15,0-1 11 16,-4-1-7-16,-9-1 3 0,0-1 7 16,0-2 1-16,-1-4 1 15,4-3 7-15,4-3 1 16,1-1-5-16,5 0-2 16,0-3-1-16,2 0 1 15,8 0 4-15,2 1-1 0,3-1 2 16,0 2-4-16,1 2-1 15,-5 3-1-15,1 0-1 16,-1 2 2-16,-5 1-2 16,0 1 0-16,-5 0-2 15,-1-2 2-15,0 0 3 16,-5 0-1-16,-6-1 0 0,-6-1 6 16,-1 0-3-16,-3-2-3 15,-3 0-2-15,3 0 1 16,3-4-2-16,2-1-22 15,7 0-44-15,6-8-94 16</inkml:trace>
  <inkml:trace contextRef="#ctx0" brushRef="#br0" timeOffset="12034.8">23618 14870 140 0,'0'0'11'0,"0"0"49"0,0 0-36 0,0 0-17 0,0 0 10 15,0 0-10-15,-36-29-3 16,16 29-2-16,5 0 1 16,-2 10-2-16,2 2-1 15,2 0 0-15,3 1 0 16,4 1 0-16,4-1 1 15,2-3-1-15,0 1-3 0,3-4-4 16,9-2 2-16,2-2 2 16,2-2-2-16,2-1 3 15,-1 0-1-15,1-4-1 16,-4-5 3-16,1 2 1 16,-4-1 0-16,-6-1 4 0,0 5 4 15,-1-2 8-15,-2 5 1 16,-2-1-5-16,0 2-6 15,0 0-7-15,0 0 1 16,0 3 5-16,0 4-4 16,0 0-1-16,3 1-11 15,3 1-18-15,3-6-7 0,3 0-30 16,1-3-17-16</inkml:trace>
  <inkml:trace contextRef="#ctx0" brushRef="#br0" timeOffset="12520.84">23822 14866 150 0,'0'0'38'0,"0"0"14"16,0 0-34-16,0 0-9 15,0 0 0-15,-34-22-8 16,14 29 0-16,2 7 0 0,3 1-1 16,0 2 1-16,6 0-1 15,4 1 1-15,5-2 0 16,0-2 0-16,5-3-2 15,7-1-1-15,5-4 3 16,2-2-2-16,1-2 4 16,4-2-4-16,-2 0 4 15,-1-2-3-15,0-8-1 0,-1-1 1 16,-3-2 1-16,-2-3 0 16,-3-2 1-16,0-2-1 15,-4-1-1-15,-3-2 1 16,-1 3-1-16,-2-1 0 15,-2 3 0-15,0 2 0 0,0 3-1 16,0 4 2-16,0 2-1 16,0 2-2-16,0 1 4 15,-2 4 5-15,2 0-2 16,-2 0-4-16,1 2-2 0,0 8 2 16,-1 3-1-16,1 3 1 15,-3 2-1-15,3 1 1 16,0 2-1-16,1 0 0 15,0-1 1-15,0 1-1 16,0-1 0-16,0-1-2 0,0-4-16 16,4-2-18-16,1-3-30 15,1-8-15-15</inkml:trace>
  <inkml:trace contextRef="#ctx0" brushRef="#br0" timeOffset="12803.57">24107 14781 147 0,'0'0'7'0,"0"0"32"0,0 0-21 0,0 0-19 0,0 0-19 0,0 0 28 16,0 0-4-16,0 0 0 15,-40 46 3-15,29-27-1 16,1-1 4-16,3 0-3 15,4-2-1-15,3-2-1 0,0-1 0 16,5-2 1-16,13-4 0 16,12-2 2-16,8-1 3 15,9-2-4-15,8 0-5 16,8 0 0-16,3-2-4 16,-4 0-39-16,-5 0-88 15</inkml:trace>
  <inkml:trace contextRef="#ctx0" brushRef="#br0" timeOffset="13963.76">17820 15247 75 0,'1'0'24'0,"3"0"-16"0,0 0-1 0,-1 0-1 16,2 0-3-16,3 0-3 16,3 0 1-16,-2 0-1 0,6 0 0 15,1 0 0-15,3 0 1 16,2 0-1-16,1-1 1 16,4-2 2-16,3 1 3 15,3-1-1-15,2 1 1 16,0-1 0-16,2 3-1 0,2-1-2 15,-4 1 2-15,1 0 1 16,-5 0 5-16,1 0-1 16,0 0 2-16,-4-2-1 15,2 2-2-15,-2-1-4 16,-4-2 1-16,0 3-5 16,-4-1-1-16,0-1 0 0,-6 2-2 15,-1-2-15-15,0 0-13 16,-3-1-13-16,-3-1-31 15</inkml:trace>
  <inkml:trace contextRef="#ctx0" brushRef="#br0" timeOffset="14219.79">18515 15112 123 0,'0'0'-3'16,"0"0"5"-16,0 0 5 15,46-8 3-15,-34 8 2 16,0 0 2-16,-3 8 1 0,0 7 1 16,-2 3-12-16,-1 9-1 15,-6 6-2-15,0 9-3 16,-13 8-2-16,-11 7-54 15,-8 0-75-15</inkml:trace>
  <inkml:trace contextRef="#ctx0" brushRef="#br0" timeOffset="15315.8">18088 16273 54 0,'0'0'0'0,"0"0"-6"15,0 0 7-15,0 0-1 0,0 0 1 16,0 0 6-16,0 0 15 16,0 0-1-16,0 0 0 15,0 0-10-15,0 0-5 16,0 0-4-16,0 0-2 0,-18-13 0 16,16 12 1-16,1 1-1 15,0-2 1-15,1 2 1 16,0-1 1-16,0 1 2 15,0-1-3-15,0 0-2 16,5 1 0-16,5-2 0 0,3 2 0 16,4-2 0-16,3 2 0 15,5-3 0-15,4 1 6 16,2 0 6-16,2-1 5 16,3-1 2-16,-2 1-9 15,1 0-2-15,0 2-3 16,1-1-1-16,1 2-3 0,-2 0 0 15,1 0 0-15,-5 0-1 16,0 0 0-16,-2 0 1 16,-3 0-1-16,-4 0 0 15,0 0 1-15,-4 0-1 16,-4 0 0-16,0 0 0 0,-2 0-1 16,-3 0-13-16,-2-1-45 15,-6-5-48-15</inkml:trace>
  <inkml:trace contextRef="#ctx0" brushRef="#br0" timeOffset="15578.45">18713 16089 114 0,'0'0'6'0,"0"0"14"0,0 0 8 16,0 0-6-16,41 5-6 15,-30 5-5-15,-3 1-6 0,0 5-1 16,-5 5-2-16,-1 3-2 16,-2 6 1-16,-4 4-2 15,-10 6-1-15,-10-2-80 16,-6-1-62-16</inkml:trace>
  <inkml:trace contextRef="#ctx0" brushRef="#br0" timeOffset="27768.5">11842 14654 83 0,'0'0'14'0,"0"0"-1"0,-2 0-6 0,2 0-3 0,-1 0-2 16,1 0-1-16,0 0 0 15,0 0-1-15,-2 0 0 0,2 0 2 16,0 0 4-16,0 0 1 16,0 0-1-16,0 0-4 15,0 0-2-15,7 0 1 16,-1 0-1-16,5 0 0 16,1-3 0-16,1 0-1 0,3-1 0 15,0 0 1-15,4 0 0 16,-3 0 0-16,1-1 0 15,3 1 0-15,-2-1 0 16,2 2 0-16,-1-1 0 16,2 2-3-16,0 0-5 0,3-1 1 15,0-1 3-15,1-2 2 16,1 3 2-16,4-1 0 16,-2-2-1-16,2 1 2 15,3-1-1-15,-1 0-1 0,2 1 2 16,1-2-1-1,1 0 0-15,3 1 0 0,1 0 0 16,-1 2 1-16,0-2-1 16,-2 3 0-16,2 1 0 15,0 0 0-15,-2 1 0 16,3 0 0-16,0 0 0 16,2 1 0-16,1 0 0 0,4-1 0 15,-2-1 0-15,2 2 0 16,0-1 0-16,3 0 1 15,0 0 0-15,-1 0 0 16,3 0-4-16,-2 1 7 0,0 0-3 16,1 0 0-16,1 0-2 15,1 0 2-15,2 0-1 16,3 0 0-16,-1 0 0 16,2 0 2-16,-2 0-2 15,7 0-2-15,-4 0 4 16,1 0-2-16,1-2 0 0,3 2 0 15,1-2 1-15,1 1-1 16,1-1 0-16,5 2 0 16,-1-1 0-16,2 0 0 15,2 0 1-15,-5-1-1 16,2-2 0-16,-1 1 0 0,0-1 0 16,-2-2 0-16,-3 2 0 15,0 0 0-15,-2-1 1 16,-5 0 2-16,-4-1 3 15,-4 2 0-15,-4-1-3 0,-5 1-2 16,-6 1 0-16,-6 1-1 16,-4 0-2-16,-7 1-22 15,-8-3-39-15</inkml:trace>
  <inkml:trace contextRef="#ctx0" brushRef="#br0" timeOffset="28843.92">13468 14497 45 0,'0'0'39'0,"0"0"-29"0,0 0 0 0,0 0-4 16,0 0 0-16,0 0-2 15,0 0-1-15,0 0-3 16,0 0 0-16,0 0-1 0,0 0 1 16,0 1 0-16,0 6 0 15,0 1 1-15,0 2-1 16,3 3 1-16,-3 3 0 16,1 2 1-16,0 5 3 15,0-1-2-15,-1 2 2 0,0 2-1 16,0-2 0-1,0 0-1-15,0-4 0 0,0-3 1 16,0-1 0-16,0-1-1 16,0-3 0-16,0-3 1 15,0 0-2-15,0-2 1 16,0-1-1-16,-1 1-1 16,1-2 2-16,0-1-3 0,-1 0 1 15,1 2-1-15,-1-1 0 16,1-2-9-16,-3 0-28 15,-1-1-70-15</inkml:trace>
  <inkml:trace contextRef="#ctx0" brushRef="#br0" timeOffset="30245.83">13334 14844 62 0,'0'0'26'0,"0"0"-5"0,0-3 0 0,0 1 4 0,0 1 2 16,0 0-9-16,0 0 4 16,0 1-7-16,0-2-5 15,0 2-7-15,0 0-2 16,0 0-3-16,1 3 1 16,5 3 2-16,-2 2-1 0,6 1 0 15,-3 1 0-15,5 1 0 16,0 0 1-16,1 1-2 15,-1-3 1-15,1 0 1 16,-2 1-1-16,1-4 0 16,-2-1 0-16,-3-2-1 15,1-1 0-15,-3 1 0 0,0-3 1 16,-2 0 0-16,-1 0 0 16,0-6 5-16,0-3 0 15,0-5 6-15,2 0-1 16,-3-2-4-16,4-2-2 15,1-1-4-15,-1 2-2 0,3 0-6 16,-1 2-34-16,0 2-59 16</inkml:trace>
  <inkml:trace contextRef="#ctx0" brushRef="#br0" timeOffset="31441.23">12458 15412 159 0,'0'-3'14'0,"0"2"25"0,0 0-11 0,0 1-18 15,0 0-12-15,0 7 1 16,0 4 1-16,0 2 1 16,0 4 0-16,1 1 0 15,5-2-1-15,-1 4 1 16,3-2-1-16,-1-1 0 0,2 0-12 16,-4-1-32-16,-1-2-22 15,0-1-37-15</inkml:trace>
  <inkml:trace contextRef="#ctx0" brushRef="#br0" timeOffset="31689.76">12440 15681 126 0,'0'0'35'0,"0"0"-19"15,0 0 5-15,0 0-7 0,0 0-10 16,0 0-5-16,0 0-2 15,0 0 12-15,7-4 8 16,4-1-6-16,5-1-5 16,2-1-2-16,-1 0-1 15,4-1-1-15,-1 1-2 16,-2 1 0-16,2-1-2 0,-4 1-5 16,-1 0-19-16,-6-1-50 15,-5 0-37-15</inkml:trace>
  <inkml:trace contextRef="#ctx0" brushRef="#br0" timeOffset="31889.96">12369 15509 196 0,'0'0'-4'0,"0"0"8"15,0 0 1-15,0 0-4 16,15-37-1-16,2 28 0 16,4 0-1-16,0-2-23 15,4 0-31-15</inkml:trace>
  <inkml:trace contextRef="#ctx0" brushRef="#br0" timeOffset="32659.99">12642 15527 179 0,'0'0'-4'0,"0"0"12"16,0 0-7-16,0 0 0 15,0 0 0-15,0 0 0 16,0 0 0-16,38-21 4 16,-32 21 1-16,3 0-2 15,-2 0-2-15,2 1-1 0,-1 8-1 16,1 1 3-16,-1 0-1 16,-2 1-2-16,-1-1 1 15,-1 1 0-15,0-3-1 16,-3-1 0-16,1-2 1 15,-2 1-1-15,0-2-2 0,0-2 3 16,0-1-2-16,0-1 3 16,0 0-2-16,0 0 3 15,0 0 2-15,0-2-5 16,0-6 1-16,0 0-1 0,0-2 3 16,0-2 0-16,3 0-1 15,3 0 2-15,1-1-1 16,1 2-2-16,1 2 0 15,1-2-1-15,1 5 0 16,2 2 1-16,0 1-1 16,-2 3 0-16,1 0-1 0,1 0 1 15,-3 6-1-15,3 3-1 16,0 2 0-16,-1-1 4 16,0 1-2-16,-3-1-1 15,-1 0 1-15,-2-1 1 16,-2-4-1-16,-1 2 0 0,0-3 1 15,0-2-1-15,-1-1 0 16,-2-1-1-16,0 0 2 16,0 0 2-16,0-5-3 15,0-4 1-15,0-1 0 16,0-2 1-16,0 0 2 0,2-2-1 16,2 0 0-16,2-1 0 15,0 4-2-15,3 0 1 16,-2 3-2-16,4 3 0 15,0 2 0-15,-2 3 0 16,2 0-2-16,0 4 1 16,1 7-3-16,-1 0-6 0,0 0-3 15,0 1-13-15,-1-3-26 16,2-4-27-16</inkml:trace>
  <inkml:trace contextRef="#ctx0" brushRef="#br0" timeOffset="33100.18">13308 15419 173 0,'0'0'-13'0,"0"0"21"0,0 0 0 0,0 0-2 16,-42-20-6-16,28 20 5 15,0 0 0-15,1 6 1 16,0 5-3-16,3 2-2 15,2 1 0-15,1 2 0 16,4-2-1-16,2-1 1 16,1-2 0-16,0-2-1 0,8-3 0 15,2-2-4-15,3-4 4 16,2 0 2-16,1 0 2 16,2-1-4-16,-3-7 1 15,1-2-1-15,-2-1 1 16,-1-2-1-16,-2 1 0 0,-4 0 1 15,-3 2 0-15,-2 3 0 16,-2 1 9-16,0 2 7 16,0 4-10-16,-7 0 0 15,1 0-8-15,-2 6 3 16,1 2-2-16,0 5 0 0,4 0 1 16,2 0-2-16,1-1 0 15,0-2-8-15,8-2-7 16,6-3-13-16,3-3-13 15,1-2-3-15,5 0-68 0</inkml:trace>
  <inkml:trace contextRef="#ctx0" brushRef="#br0" timeOffset="33761.91">13541 15415 84 0,'0'0'36'0,"0"0"-7"16,26-51 5-16,-26 35-6 0,0 5-5 15,-2 1-5-15,-9 6-11 16,-3 1 1-16,0 3-6 15,-3 0 0-15,-2 7-3 16,3 5 1-16,-1 3 4 16,4 3-3-16,0-2-1 15,8 0 0-15,0-1-3 0,5-2-3 16,0-4-3-16,7-1 0 16,5-3-2-16,-3-4 5 15,2-1 7-15,2 0 2 16,-1 0-2-16,0 0 1 15,0-3-1-15,-1 2 1 0,-1 1 1 16,1 0-2-16,-1 1-1 16,-3 9-1-16,3 3-3 15,-2 1 5-15,-2 4 1 16,-1 1-2-16,2-2 0 16,-7 1 1-16,0-3-1 0,0-2 0 15,0-1-1-15,-5-3 2 16,-3-4-1-16,3-2 1 15,-1-1 2-15,1-2-2 16,3 0 2-16,-1-5-1 16,3-3-6-16,0-4 9 0,0-1-4 15,5 0 0-15,1 0-1 16,3-2-1-16,0 1 1 16,3 0 0-16,0 0 0 15,3-2 0-15,0 2 0 16,1-4 0-16,1 1 1 0,-1 1-2 15,-3-3 1-15,1 4 0 16,-3-1 1-16,-4 2-2 16,-1 1 2-16,-6 0-1 15,0 4 0-15,0-1 0 0,-2 2 0 16,-4 4-2-16,-1 0 11 16,-2 4-5-16,-2 0-1 15,2 1-2-15,0 9 1 16,-2 5-1-16,6 3-1 15,-1 3 0-15,5 3 1 16,1 2-1-16,3-1 1 16,10 0-3-16,3-4-24 0,-1-1-61 15</inkml:trace>
  <inkml:trace contextRef="#ctx0" brushRef="#br0" timeOffset="34751.89">13359 15895 53 0,'-11'4'4'0,"1"1"3"0,2 0-1 0,0 2-5 15,0-1 0-15,1-1-1 16,3 2 2-16,-1 1 7 16,2 0-1-16,1 1 0 0,1 2-3 15,1 2 0-15,0 4-2 16,0 0-1-16,0 2-1 16,6 2 1-16,3 3 0 15,1 3-2-15,1 2 1 16,2 2 1-16,1 0-1 15,1 0 0-15,4 0 1 0,5-1 0 16,0-3 0-16,1 0 2 16,3 0 0-16,4 0 4 15,1-3 0-15,6 0-5 16,3-2 7-16,2-1 1 16,4-5 11-16,-1 0-6 0,2-4-3 15,2-3 2-15,-1-4-4 16,3 1 0-16,1-5 0 15,-1-1-5-15,1 0-1 16,-4 0-2-16,-2-5-1 0,0-2 2 16,-4-2-3-16,1 0 0 15,-3 1 2-15,1-3-1 16,-7 0 0-16,0 0-1 16,-4 0 0-16,-4 1 0 15,-3 3-1-15,-4-2 1 16,-5 2-1-16,-3 1 0 0,-3 2 0 15,-4 0 0-15,-3 3-7 16,-2-2-18-16,-1 0-18 16,-2 2-78-16</inkml:trace>
  <inkml:trace contextRef="#ctx0" brushRef="#br0" timeOffset="35128.43">14637 16243 129 0,'0'0'4'0,"0"0"24"0,36 0-1 0,-24 0-16 0,1 1-5 15,-1 5 2-15,0 5 1 0,0 0-6 16,-4 1 3-16,1 2-6 16,-4 2 0-16,1 0 0 15,-3 2 3-15,-3 1-1 16,0 0 0-16,-8 2-1 15,-2 2 1-15,-8 3-1 0,-2 2-1 16,-7 5 1-16,-2-2-46 16,-2-1-94-16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40:04.268"/>
    </inkml:context>
    <inkml:brush xml:id="br0">
      <inkml:brushProperty name="width" value="0.05292" units="cm"/>
      <inkml:brushProperty name="height" value="0.05292" units="cm"/>
      <inkml:brushProperty name="color" value="#FF0000"/>
    </inkml:brush>
  </inkml:definitions>
  <inkml:trace contextRef="#ctx0" brushRef="#br0">20186 14636 36 0,'0'0'31'0,"0"0"1"0,0 0-9 0,0 0-1 16,0 0-6-16,0 0-4 15,0 0-2-15,0 0-5 16,0 0 0-16,0 0 5 0,0 0 0 16,0 0-3-16,-4-26-1 15,4 26-4-15,0 0-1 16,0 0-2-16,0 0-2 15,0 1-2-15,3 3 4 16,0 2 5-16,5 0-3 0,-3 1 0 16,3-1 0-16,0 1 0 15,0-2 0-15,-3-2-1 16,3 1 0-16,-5 1 0 16,2-4 1-16,-1 0-1 15,-1 1 1-15,0-2-3 0,1 0 4 16,1 0-2-16,0 0 2 15,4-3-1-15,-2-4-1 16,2 0 2-16,4-4-1 16,0-1-1-16,1-2 0 15,2-3 0-15,3-3 1 16,1 0-1-16,5-3 0 0,-2-1 1 16,5-2 0-16,1 0 0 15,1-1-1-15,1-2 1 16,-4 3-1-16,2 0 1 15,-2 2 0-15,-1 1 1 0,-5 7-1 16,-2 2 1-16,-3 4-2 16,-7 4 0-16,-3 5-3 15,-5 1-17-15,-1 3-47 16,-1 7 12-16,-11 1 24 16</inkml:trace>
  <inkml:trace contextRef="#ctx0" brushRef="#br0" timeOffset="652.69">20193 14600 67 0,'0'0'20'0,"0"0"7"0,0 0-8 16,0 0 3-16,0 0-3 15,0 0-3-15,0 0-8 16,0 0-7-16,0 0-4 0,0 0 3 15,0 0 0-15,0 0 0 16,-16 14-1-16,19-4 2 16,2-1-1-16,-2 0 0 15,3 1 2-15,-1-1-2 16,-1-1 0-16,2-2 0 16,2-2 0-16,0-2-2 0,3-2-1 15,3-2 3-15,1-8 7 16,6-4 1-16,5-5-1 15,3-6-1-15,7-2-2 16,-1-4 0-16,5-2 2 0,2-1 1 16,0-4-1-16,2 4-2 15,-1-3-1-15,-3 4-2 16,-2 3-1-16,-2 5 0 16,-2 2 0-16,-6 9-6 15,-4 5-28-15,-8 4-48 16</inkml:trace>
  <inkml:trace contextRef="#ctx0" brushRef="#br0" timeOffset="6679.43">19233 15098 49 0,'-5'0'26'0,"2"0"-2"0,0 0 0 0,2 0 0 0,-1 0-4 16,0 0 3-16,0 0-10 15,0 0-4-15,2 0-5 16,0 0-4-16,0 6-2 15,0 1 2-15,0 7 0 0,0 3 0 16,1 6 0-16,2 5 0 16,1 4 0-16,-2 3 0 15,1 4 0-15,2 0 0 16,-1 0 1-16,-1-4-1 16,1-2 0-16,0-5 1 0,-2-4-1 15,1-2-1-15,-1-5-8 16,-1-3-20-16,-1-4-11 15,0-6-8-15</inkml:trace>
  <inkml:trace contextRef="#ctx0" brushRef="#br0" timeOffset="7078.76">19282 15155 48 0,'0'0'6'16,"0"0"14"-16,36-23-5 0,-25 18-3 16,-3 3-2-16,-1 2-2 15,-2 0-2-15,2 2 4 16,-2 5 5-16,0 3-10 15,2 1-1-15,-2 2-2 16,2 1 0-16,-3-1 0 16,-1-2-2-16,-1 2 1 0,-2-3-1 15,0-1 1-15,0 0 5 16,-6-1 6-16,-5 0 3 16,-1 1-3-16,-2 0-5 15,0-1-3-15,0 2-2 16,-1-1-2-16,3 1 0 15,2-1 0-15,2-2-1 0,5-1-15 16,1-2-34-16,2-3-20 16</inkml:trace>
  <inkml:trace contextRef="#ctx0" brushRef="#br0" timeOffset="7484.53">19488 15257 45 0,'0'0'9'15,"0"0"-6"-15,0 0 1 16,-7 47 1-16,2-30 6 16,1 1 0-16,2 0-2 15,1-1 1-15,1-3-3 16,0 0-1-16,3-1-3 0,6-3-2 15,-2-3 0-15,3-3-1 16,2-1 1-16,-1-3 0 16,-2 0-2-16,2-5 4 15,0-4 4-15,-2-4 2 0,1-2-3 16,-2-1 1-16,-1-3 0 16,0 0 1-16,-3-1 6 15,-3 1 2-15,-1 1-3 16,0 2-1-16,-3 2 3 15,-5 3-1-15,0 3-2 0,-5 4-9 16,2 4 3-16,0 0-10 16,-2 3-5-16,3 8-14 15,-3 2-28-15,2 0-25 16</inkml:trace>
  <inkml:trace contextRef="#ctx0" brushRef="#br0" timeOffset="7934.78">19809 15191 66 0,'0'0'33'0,"0"0"2"0,0 0-4 0,0 0-11 0,0 0-7 15,0 0-8-15,0 0-6 16,-40-17 0-16,29 22 2 16,-1 2 0-16,2 2-2 15,3 2 1-15,-3 2 0 16,6-2 0-16,2 2 0 0,0-1-1 16,2-1 1-16,0 0-1 15,7-1 0-15,4-3 0 16,2 0-2-16,1-1 6 15,1-2-1-15,-1 1-1 16,-1-1 1-16,-2 1-2 16,-1 1 1-16,-1-3-1 0,-4 2 0 15,0 0-2-15,-5-2 4 16,0 1 0-16,0 2 8 16,-6-1 1-16,-3 1-6 15,-5 4-2-15,1-1-3 16,-4 1 0-16,2 1-1 0,0-4-25 15,3-4-46-15</inkml:trace>
  <inkml:trace contextRef="#ctx0" brushRef="#br0" timeOffset="8273.82">20273 14946 140 0,'0'0'8'0,"0"0"-3"0,0 0-1 0,-14 37-3 0,10-18 3 15,1 2 4-15,1 3 1 16,2-1 1-16,0 1-1 16,0-2-6-16,2 0-1 15,3-2-1-15,3-3 0 0,-4-3 0 16,2-1-1-16,0 0 0 16,-3-3-20-16,-3-5-30 15,0-2-50-15</inkml:trace>
  <inkml:trace contextRef="#ctx0" brushRef="#br0" timeOffset="8451.52">20148 15172 171 0,'0'0'-6'0,"0"0"9"0,0 0-4 16,39-27-1-16,-17 18-17 15,1-4-10-15,4 1-6 16,2-1 2-16,0 2-1 16</inkml:trace>
  <inkml:trace contextRef="#ctx0" brushRef="#br0" timeOffset="9192.54">20491 15008 14 0,'0'0'35'15,"0"0"4"-15,0 0 24 16,0 0-26-16,0 0-27 0,0 0-6 15,-45 12-3-15,30 4 2 16,-1 0-3-16,3 0 2 16,1 0-1-16,4-2-1 15,6-2 1-15,2-4-1 16,0-1-5-16,3-5-12 16,9-2-4-16,2 0 17 0,3-6 4 15,3-4-1-15,0-3 1 16,0-1 0-16,-3-4 1 15,-2 3 1-15,-3 1 5 16,-2 3 6-16,-7 1 6 16,-2 6 1-16,-1 1 5 0,0 3-2 15,0 0-14-15,-2 3-7 16,-4 5-4-16,2 6 5 16,1 2-3-16,1 0 1 15,2 1-1-15,0-4-1 16,2-2-1-16,7-3-6 15,3-2-15-15,5-6 3 0,-1 0 7 16,3 0-3-16,4-6-1 16,-1-5 2-16,0-3 10 15,1-2 5-15,-1-1 0 16,-2-1 0-16,-2-2 1 0,-3 1 1 16,-3 2 6-16,-3 2 4 15,-5 2 3-15,-4 3-1 16,0 2 7-16,-4 3-4 15,-8 2-8-15,-3 3-7 16,0 0-1-16,-5 0-1 16,2 7 0-16,0 3 1 0,0 2-1 15,6-1 0-15,4 3-1 16,1-1 0-16,6 0-1 16,1-2-6-16,4 1 2 15,7-4-2-15,3 2 6 16,5-1 1-16,-2 1 2 0,2 4 0 15,2 0 0-15,-2 2 1 16,1 5 1-16,-3 0-1 16,-4 2-1-16,-3 0 0 15,-4 1 0-15,-6-4 0 16,0 1 1-16,-3-3 0 0,-9-2 0 16,-1-2 1-16,-4-1 0 15,1-3-2-15,-2-3 0 16,2-3-1-16,3-4-2 15,3 0-21-15,4-7-30 0,4-9-14 16</inkml:trace>
  <inkml:trace contextRef="#ctx0" brushRef="#br0" timeOffset="9760.48">20913 15044 148 0,'0'0'-12'0,"27"-46"27"0,-18 27 12 0,-1 1-12 15,-6 3-4-15,-1 5 13 16,-1 0 2-16,-1 3-6 16,-7 1-11-16,-2 2 0 0,-1 4-10 15,-3 0 1-15,-1 0-1 16,-2 10 0-16,0 3 1 16,-1 3 2-16,5 1-1 15,2 0-1-15,5-2 0 16,5 0 0-16,1-4-1 15,5 0 0-15,10-5 0 0,2-1-3 16,3-3 2-16,3-2 5 16,-1 0 0-16,1 1-2 15,1 5-1-15,-3 1 0 16,-2 6-1-16,-3 2-4 16,-3 4 7-16,-5 0-3 0,-2 1 0 15,-6-2 2-15,0 1-2 16,-9-3 2-16,-3-4 0 15,-3 1 2-15,1-6 0 16,0-2-1-16,2-3 1 16,3-2-2-16,1 0 3 0,2-6-2 15,6-7-2-15,0-3 0 16,0-5 1-16,5-3-5 16,8-3-3-16,0-1-4 15,7-1 3-15,1 1 1 16,4 4 3-16,-4 5 1 0,2 7 1 15,-3 3 1-15,0 9 1 16,-3 0-1-16,-3 3 0 16,1 8-3-16,-2 2 4 15,0 2 3-15,-1 0-2 16,0-1-1-16,2-2 1 16,-3-3-2-16,-4-7-66 0</inkml:trace>
  <inkml:trace contextRef="#ctx0" brushRef="#br0" timeOffset="10623.59">18298 14316 160 0,'0'-5'0'0,"0"-1"8"0,0 1 7 0,0 2-6 0,0 2-1 16,0-1 1-16,0 2 1 15,0 0-1-15,0 0-10 16,0 9-1-16,0 7 3 15,5 2 1-15,4 3-2 0,-2 2 0 16,4 1 1-16,1 0 1 16,-2-1-2-16,-1 0 0 15,-1-2-2-15,-1-1-17 16,-2-3-41-16,-4-7-12 16</inkml:trace>
  <inkml:trace contextRef="#ctx0" brushRef="#br0" timeOffset="11269.75">18248 14294 150 0,'0'0'-1'15,"0"0"13"-15,0 0 10 16,8-37-10-16,-1 28-2 16,2 0-2-16,2 2 1 0,2 0-4 15,1 0-3-15,1 1-2 16,2 2 2-16,0 2-2 15,1 2 0-15,-1 0-2 16,-3 0 0-16,-1 7-3 16,-3 3 2-16,-3 1 1 0,-3 3-1 15,-2 4-13-15,-2-1 19 16,0 2-4-16,-6-1-3 16,-6 1 4-16,-1-4 0 15,0-1 3-15,-1-4-2 0,3-1 1 16,4-5 0-16,0 0 0 15,4-2 1-15,2-2-1 16,1 0-1-16,0 1-2 16,0-1-4-16,0 0 7 15,2 3-1-15,4 0-1 0,1 3 0 16,2-1 0-16,2 1 0 16,0 2 1-16,3 1-1 15,2 0 0-15,-1 2 1 16,2 0-1-16,0-1 0 15,5 3 1-15,-3 0-1 16,0-2 1-16,1 0-1 0,-1-1 1 16,3 0-1-16,-4-4 1 15,1 1 0-15,-3-3-1 16,1-2 0-16,0-2-5 16,-3 0-17-16,0-2-33 15,-3-9-51-15</inkml:trace>
  <inkml:trace contextRef="#ctx0" brushRef="#br0" timeOffset="11853.05">18752 14381 83 0,'0'0'17'0,"0"0"-7"0,0 0 6 0,0 0-6 16,0 0 3-16,0 0-3 16,0 0 1-16,-39-35 1 0,30 33-3 15,3 2-2-15,-4 0-5 16,3 0-2-16,-3 6 2 15,-1 2-4-15,1 4 5 16,2 0-3-16,-2 1 1 16,5 0-1-16,-1 0 0 0,5-2 0 15,1 0 1-15,0-2-2 16,0-2 1-16,5 0-1 16,2-4 1-16,1-1 0 15,-1-2 0-15,2 0 0 16,-4 0 0-16,3-3 3 0,-1-4 0 15,0-2-2-15,-4 1 0 16,1-2 0-16,0 1 1 16,-4-1 0-16,2 0 1 15,-2 2 6-15,0 2 3 16,0 2 0-16,0 1-6 16,0 3-3-16,2 0-6 0,-1 0-1 15,3 2 4-15,3 3 1 16,-3 5-1-16,5 0 1 15,-2-2 0-15,2 1-1 16,-1-1-1-16,4-3-7 16,0-1-14-16,-2-4-11 0,3 0-22 15,-1-4-30-15</inkml:trace>
  <inkml:trace contextRef="#ctx0" brushRef="#br0" timeOffset="12195.68">18862 14283 170 0,'0'0'23'0,"0"0"-4"0,0 0-5 0,0 0-12 16,0 0-4-16,0 0 1 0,0 0 1 16,0 0 0-16,13 50 1 15,-4-35-2-15,3 1 1 16,-1-3 1-16,1-1 0 15,2-3-1-15,-3 1 0 16,-1-4 0-16,-2-2 0 0,1-1 1 16,-6-3-1-16,1 0 1 15,-3 0 1-15,-1 0 9 16,0-6 19-16,0-1-16 16,0-6-9-16,0 0-3 15,0-1-1-15,0-3-2 0,0 0-1 16,0 2-13-16,0-1-14 15,1 0-16-15,6 1-31 16,0 0-49-16</inkml:trace>
  <inkml:trace contextRef="#ctx0" brushRef="#br0" timeOffset="12373.17">19081 14195 46 0,'0'0'68'15,"0"0"-60"-15,0 0 16 16,7 41 0-16,-1-21-11 15,-4 3-4-15,2 0-3 0,0-1-3 16,4-2-1-16,-4 0 0 16,3-4 1-16,-3-5-2 15,2 0 1-15,1-2-2 16,-2-8-40-16,2-1-32 16</inkml:trace>
  <inkml:trace contextRef="#ctx0" brushRef="#br0" timeOffset="12501.17">19121 14113 192 0,'0'0'4'0,"0"0"3"0,0 0-4 16,-38-18-6-16,29 13-103 16</inkml:trace>
  <inkml:trace contextRef="#ctx0" brushRef="#br0" timeOffset="13584.78">18450 6149 91 0,'0'0'3'0,"0"0"3"0,0 0 8 0,0 0 1 16,5-42 7-16,-4 32 5 15,0 3-1-15,-1 1-4 16,3 3-4-16,1 0-11 16,0 3-5-16,5 0-3 0,-1 10-4 15,5 6 1-15,4 5 5 16,-3 2 3-16,3 1-3 16,-3 0-1-16,-1-2-2 15,-1-4-1-15,-5-5-3 0,-1-5-8 16,-4-2 6-16,-2-5 0 15,0-1 8-15,-9 0-8 16,-6-11-48-16,0-2 16 16,-5-4 13-16,2-7-5 15,-1-3 3-15,1-3 27 16,4-3 14-16,6 2 24 0,0 0-7 16,7 4-5-16,1 4-9 15,5 8-3-15,7 3-8 16,7 4-2-16,2 5-1 15,5 3 1-15,3 0 0 16,2 3-1-16,-2 5 2 0,0 0-1 16,-2-2 0-16,-2-1-1 15,-5-2 8-15,-1-2 12 16,-1-1-5-16,-6 0-3 16,-3 0-6-16,-1 0 0 15,-6-2-1-15,-2-3 15 0,0-2 12 16,0-2-27-16,-4-2-5 15,-4-2-4-15,1 2-11 16,-2-2-18-16,0 6-15 16,2 1-37-16</inkml:trace>
  <inkml:trace contextRef="#ctx0" brushRef="#br0" timeOffset="14115.68">18853 5898 193 0,'0'0'-18'0,"0"0"18"0,0 0 0 15,0 0-2-15,0 0 1 16,-15 52 1-16,10-32 2 16,2-2-1-16,1-3-1 0,2-2 1 15,0-3 0-15,0-3 0 16,7-6-1-16,-2-1 0 15,3 0 0-15,-1-1 0 16,3-12 8-16,3-3-4 16,0-2-3-16,1-5-1 15,-1-1 0-15,2 3 0 0,-2 2 0 16,-1 4-1-16,-3 4 0 16,0 6 1-16,2 5-1 15,-4 0-5-15,0 0 4 16,3 10 2-16,-2 1 2 15,0-1-2-15,-1 0 1 0,1-3-1 16,-2-1 1-16,0-2-1 16,-3-1 1-16,-1-3-1 15,0 0 0-15,1 0 5 16,2-7 19-16,-3-4-3 0,1-2-11 16,2 0-4-16,-1-1 0 15,-2 1 6-15,0 3 2 16,1 2 1-16,1-1-7 15,-2 5-6-15,1-2-1 16,1 1-1-16,3-1 0 0,-1 0 0 16,3 1-1-16,-1-1-8 15,1-3-32-15,-1-4-51 16</inkml:trace>
  <inkml:trace contextRef="#ctx0" brushRef="#br0" timeOffset="16486.25">8062 14302 46 0,'0'0'5'0,"0"0"5"0,0 0-5 0,0 0-1 15,0 0-2-15,0 0-1 0,0 0 4 16,-36 14 4-16,34-14 4 16,0 0 1-16,0 0 0 15,2 0-2-15,0 0-2 16,0 0-7-16,0 0-5 16,0 2-1-16,0-2 2 0,5 0 1 15,3 1-2-15,5 0-2 16,1-1 3-16,3 0 1 15,4 0 4-15,1 0-3 16,5 2-2-16,2 0 2 16,5 1-2-16,2 1-1 15,6-1 1-15,5 0 0 16,7-1-2-16,5-1 0 0,4 0-3 16,7-1 5-16,5 0 0 15,6 0 1-15,2 0-1 16,1 0 0-16,6-2 0 15,2-4 0-15,1-1 2 0,-1 0 0 16,2 1 2-16,2 0-1 16,0 2 3-16,-4 4-1 15,3 0-2-15,1 0-1 16,0 4 0-16,-1 2-1 16,4 0 2-16,-2-1 0 0,-3 2 1 15,-2-4 3-15,-4 3-1 16,-1-2-2-16,-9-1-1 15,-2 1-2-15,-9-1 1 16,-7 2 0-16,-8-3 0 16,-10 1 1-16,-8-2-7 15,-10 2-19-15,-13-3-1 0,-11 0-25 16</inkml:trace>
  <inkml:trace contextRef="#ctx0" brushRef="#br0" timeOffset="17176.34">8250 14687 4 0,'56'4'5'0,"8"-1"-3"0,12-2 0 16,9-1-2-16,11 0 6 15,10-2 4-15,7-5 9 0,10-1 5 16,4 1-11-16,6 1-3 15,3-1-6-15,5 4 0 16,-1-1-3-16,-1 0 1 16,-2-2 0-16,-1 2-1 15,-10-1 1-15,-2-1 7 0,-13 1-2 16,-3 0 1-16,-12 3-3 16,-13-1-3-16,-9 3 1 15,-10 0-3-15,-12 3 0 16,-14 3-3-16,-13 1-19 15,-10-3-27-15</inkml:trace>
  <inkml:trace contextRef="#ctx0" brushRef="#br0" timeOffset="21456.38">11480 6972 12 0,'-2'2'12'0,"-1"-2"-9"0,3 1 7 0,-4 0 2 16,0-1 5-16,1 0-7 15,2 0-2-15,1 0-4 16,-2 0-1-16,0 0 5 15,0 0-3-15,2 0 0 16,-2 0-2-16,2 0-1 0,0 0 0 16,-1 0-1-16,1 0-3 15,0 0 2-15,0 0 0 16,0 5-1-16,0 0 1 16,1 3 0-16,1 1 0 15,2-1-1-15,-2 1 0 0,1-1 0 16,2 0 0-16,1 0 2 15,-1-1-2-15,1-4 0 16,3 1 1-16,-1-3 1 16,2-1 0-16,1 0 3 15,0-5 4-15,1-4 3 16,2-3 0-16,1-5-1 0,1-2 0 16,1-2 0-16,0-2 2 15,4-4-3-15,-1-1-1 16,3-2 0-16,0 0-3 15,1-2-3-15,3 3 1 0,2 2-1 16,0 0-9-16,0 4-61 16</inkml:trace>
  <inkml:trace contextRef="#ctx0" brushRef="#br0" timeOffset="22139.67">12965 7084 7 0,'0'0'14'0,"0"0"3"0,0 0-9 16,0 0-3-16,0 0-3 15,0 0 1-15,19 41-1 16,-13-37 1-16,1 0 6 15,2-4 2-15,4 0 5 16,3-5 4-16,6-12 0 16,5-4 4-16,5-8-6 0,5-1-7 15,6-7-5-15,6-1-3 16,4-5-2-16,6-2 0 16,-1-1-6-16,0-4-64 15</inkml:trace>
  <inkml:trace contextRef="#ctx0" brushRef="#br0" timeOffset="22708.52">14336 7021 49 0,'0'0'9'0,"0"0"-10"0,0 0 1 15,0 0 2-15,0 0 6 16,0 0 1-16,0 0-1 0,0 0-1 16,0 0 1-16,0 0-4 15,2 29 3-15,-1-29 0 16,3 0 10-16,4 0 14 16,3-5-3-16,7-7-8 15,7-7-5-15,4-1-1 0,9-7-5 16,2-1-3-16,8-5-4 15,5-1 0-15,3-3-2 16,9-1-4-16,-4-3-38 16,1-5-74-16</inkml:trace>
  <inkml:trace contextRef="#ctx0" brushRef="#br0" timeOffset="23998.74">8102 13228 112 0,'-8'2'11'0,"5"0"-1"0,3-2-3 0,0 0-7 16,0 0-1-16,3 0 2 15,7-3 0-15,2-7 5 0,1-7 8 16,3-6 5-16,6-5-3 16,1-5-11-16,6-2-4 15,6-5 0-15,3 0-2 16,3-4-39-16,-3-4-39 16</inkml:trace>
  <inkml:trace contextRef="#ctx0" brushRef="#br0" timeOffset="33693.31">6388 14841 25 0,'0'0'17'0,"-2"0"-5"0,1 0-3 0,-1 0 2 15,2 0-8-15,0 0-1 16,-2 0 2-16,2 0-2 15,0 0 0-15,-2 6-2 16,2 1 1-16,0 0-1 0,0 3 0 16,0 3 0-16,0 1-1 15,0 2 1-15,0-1-1 16,0 1 0-16,0-2 1 16,4-2 0-16,-2-1-1 15,2-4 2-15,-2 0-1 0,2-3 2 16,-2 0-1-16,0-3 1 15,-2 1 3-15,2-2 0 16,-1 0-1-16,1 0 2 16,2 0 0-16,-2-3 1 15,2-3-1-15,2 1-3 0,2-2-1 16,-1 1-2-16,0-1 1 16,4 0 0-16,0 3-1 15,0 0 0-15,0 1 0 16,1 3 0-16,1 0 0 15,0 0-2-15,0 1 0 0,-1 8-1 16,-3 1-2-16,0 1 2 16,2 3-1-16,-8-1 4 15,1 4 3-15,-4-1 4 16,0 1-1-16,0 0-1 16,-9-3-1-16,-3 3 1 0,-1-3-2 15,-1-1-1-15,-1 1 3 16,-1-4-3-16,1 0 1 15,-1-3-5-15,3-5-25 16,2-2-21-16</inkml:trace>
  <inkml:trace contextRef="#ctx0" brushRef="#br0" timeOffset="33878.22">6453 14854 129 0,'0'0'-1'0,"0"0"1"0,0 0 1 0,31-45-1 15,-17 36 0-15,6-2 1 16,-1 3-1-16,4-2-7 0,2 1-28 16</inkml:trace>
  <inkml:trace contextRef="#ctx0" brushRef="#br0" timeOffset="34611.17">6873 14847 99 0,'0'0'8'0,"0"0"10"16,0 0-14-16,0 0-6 15,0 0 4-15,0 0-4 16,0 0 2-16,2 37 0 15,0-23-1-15,3 1 0 16,-2 1 0-16,3 0 1 0,-1-2-1 16,3 2 0-16,-1-3 0 15,0-3 1-15,1 0 0 16,3-5-1-16,-1 1 2 16,1-5 0-16,-1-1 2 15,3 0 0-15,-2 0 1 0,0-5-2 16,-2-3 1-16,-1-3-1 15,1-2 0-15,-4 1 2 16,0-1-3-16,-1 1 1 16,-2 2 0-16,0 1-2 15,-1 3 2-15,-1 3-2 0,1 0 1 16,0 3-2-16,1 0-5 16,0 3-1-16,2 5 2 15,-1 3 4-15,4 0 1 16,-1 0 0-16,-1 1-1 15,3-1-1-15,-1-4 0 16,2-1 1-16,0-4 1 0,0-2 0 16,0 0 3-16,0-1 2 15,0-7 0-15,0-4 2 16,-2-1 3-16,-1-2 4 16,-4-1 1-16,-2-1 2 15,0 2-3-15,0-1 0 0,-2 0-3 16,-8 3-5-16,0 2-2 15,1 1-2-15,-2 3-2 16,0 3 0-16,2 2-3 16,0 2-8-16,2 0-3 15,1 10-33-15,3-3-15 0,1 2-48 16</inkml:trace>
  <inkml:trace contextRef="#ctx0" brushRef="#br0" timeOffset="35009.08">7237 14848 102 0,'0'0'1'0,"0"0"0"0,0 0-2 0,0 0 0 16,0 0-2-16,0 0-2 15,0 0 10-15,0 0-2 16,-40 7 2-16,36 4-2 15,2 3-2-15,0 1 1 16,2-1-2-16,0 1 1 16,4-2-2-16,2-2 0 0,5-3 0 15,1-3 2-15,-1-3-1 16,2-2 2-16,-1 0 1 16,-1-2 3-16,2-7 0 15,-2-2 2-15,-2-3 0 16,-3 1-2-16,0-1 4 0,-4 0 4 15,-2-2 4-15,0 3 1 16,-7 0-10-16,-2 0-5 16,-2 3 0-16,-1 3-2 15,-1 2-1-15,2 3-1 16,1 2-6-16,2 0-18 0,0 4-32 16,3 1-18-16</inkml:trace>
  <inkml:trace contextRef="#ctx0" brushRef="#br0" timeOffset="35380.12">7353 14811 119 0,'0'0'8'0,"0"0"-10"16,0 0 3-16,45-24 0 15,-29 18 0-15,-3 2-1 0,3 2 1 16,-3 2-3-16,1 0-2 15,-3 0 2-15,2 5-3 16,-3 4 4-16,0 3 2 16,-1 1 2-16,-1 0 0 15,-2 3-1-15,-2-1 3 0,-4-2-1 16,0 0-1-16,0-2-1 16,0-2 0-16,-2-5 3 15,-5-1 9-15,3-3 14 16,-3 0 1-16,0-3-13 15,1-7-8-15,1-1 3 16,3-5-9-16,0 0 0 0,2-1 1 16,0-2 1-16,0 1-2 15,4 0-2-15,7-1-13 16,3 2-17-16,-1-4-30 16,2 3-23-16</inkml:trace>
  <inkml:trace contextRef="#ctx0" brushRef="#br0" timeOffset="35968.93">7729 14647 99 0,'0'0'12'0,"0"0"-7"16,0 0 1-16,0 0-5 16,-33 37 0-16,24-26 0 15,-1 2-1-15,-1-2-2 16,1 3 5-16,0 0 1 15,3 1 3-15,1-1 0 0,4 0-3 16,-2 0-2-16,4-2-3 16,0-1-1-16,4-1 0 15,2-3-1-15,3 0 2 16,0-3 1-16,2-2 3 16,0-2-1-16,1 0-1 0,1 0 2 15,-1-6 1-15,1-4-1 16,-3 0 2-16,2-3-2 15,-3-1-1-15,-4-3 2 16,1-1-2-16,-6-1 0 16,0-5 0-16,0 0-1 0,0 0 1 15,-3-2 1-15,-1 1-1 16,-4 2-1-16,-1-1 0 16,-1 3 0-16,2 2-1 15,-1 4 1-15,0 0-1 16,2 3 1-16,0 4-1 0,1 1 1 15,1 0 0-15,2 4 2 16,1-1 0-16,0 4-5 16,2 0 1-16,0 0-4 15,0 0 1-15,0 9 1 16,0 2-1-16,4 5 1 0,2 0-1 16,1 3-2-16,3 5 5 15,0-2-1-15,-1 2 2 16,1-1 0-16,2 2 2 15,-1-1-2-15,-2 0 2 16,4-1 3-16,-1-2-2 0,0-1-17 16,0-3-22-16,1-4-23 15</inkml:trace>
  <inkml:trace contextRef="#ctx0" brushRef="#br0" timeOffset="36383.44">7995 14701 97 0,'0'0'2'0,"0"0"7"0,0 0-5 0,0 0-1 15,-16-40-3-15,7 34 1 16,3-1 0-16,-4 1 1 0,4 1-2 16,-1 0 0-16,1 0 3 15,-1 2 2-15,2 0-2 16,1 3-3-16,-1 0-3 15,1 0-3-15,-2 0 9 0,2 7-4 16,1 2 2-16,-2 1-2 16,1-2 0-16,3 3 2 15,0 0 1-15,1 0-2 16,0-1 0-16,0 0-1 16,6-2 0-16,2 1 0 15,2-1 2-15,-1 0 0 0,1-2-1 16,2 2 1-16,-1-3-1 15,-1 1 0-15,-2 1 1 16,-1-1-1-16,-2 1 1 16,-2 1 1-16,-3-1 4 15,0 3 1-15,-3 2 2 0,-10 1 0 16,-2 2-6-16,-8 0-14 16,-5 1-34-16</inkml:trace>
  <inkml:trace contextRef="#ctx0" brushRef="#br0" timeOffset="37636.39">6851 15304 7 0,'0'0'22'0,"0"0"-11"0,57-2 5 0,-22-5-9 16,1-2-3-16,7-1-2 0,5 0-1 16,-1 1 1-16,6 1 2 15,-1 1 2-15,3 1-2 16,3-1-2-16,0 1-1 15,3 1 1-15,0-1 1 16,3 0-1-16,-3 0-1 0,3 0 1 16,-1 0 3-16,-1-1 1 15,1-3-3-15,-5 0-1 16,-2-4 0-16,0-1 3 16,-2-6 2-16,-5-2 1 15,0-4-1-15,-4-2-2 0,-3-3 0 16,-4-2 0-16,-4 0-1 15,-3 2 0-15,-6 0 1 16,-6 1 1-16,-5 0 6 16,-9-2 3-16,-5 3-3 15,0-4 0-15,-9 2-1 16,-9 0-3-16,-5-2-2 0,-3 3-2 16,-3 1 2-16,-5 1-4 15,-2 3 0-15,-4 0-1 16,0 2 0-16,-9 1-1 15,2 2 1-15,-4 1-1 16,-2-2 0-16,3 0 0 0,-4 3 3 16,2-2-2-16,-4 1 1 15,5 0-1-15,-4 2 0 16,0 1 1-16,2 1-2 16,2 5 1-16,-1-2 0 15,-2 5-2-15,1-1 2 0,-1 6-2 16,-1 1 1-1,0 2 0-15,1 0 0 0,-3 8-1 16,1 6 0-16,0 5-12 16,0 6 14-16,0 4-2 15,5 5-2-15,-3 1-5 0,-1 5 4 16,3 0 0-16,-1 4 3 16,1 1-2-16,0 1 2 15,4 1 1-15,3 1-1 16,4-3 1-16,4-1-2 15,3-2 2-15,3-3-1 0,4 1-1 16,4-2 1-16,6 1 0 16,3 2 1-16,7-1-1 15,4 1-1-15,3-1-1 16,0-3 0-16,8-2-2 16,3 1 0-16,3-4 2 0,1-1 0 15,3-2 1-15,-1-3 2 16,2-1-2-16,1-4 1 15,3-1-2-15,-3-4 2 16,4-3-2-16,3-2 3 16,2-2-2-16,0-4 1 0,5-5-2 15,1 0 2-15,3 0 0 16,0-2 4-16,-1-7 2 16,0-2-3-16,-5-2 2 15,-1 0 3-15,-6 0 1 16,-4-1-1-16,-5 4-2 15,-5 3 2-15,-1 1-2 0,-6 2 1 16,-1 2 0-16,-3 0 1 16,0 2-1-16,0 0-2 15,0 0-2-15,0 0-1 16,0 0-10-16,0 1-45 0,0 0-21 16,0-1-62-16</inkml:trace>
  <inkml:trace contextRef="#ctx0" brushRef="#br0" timeOffset="39149.31">12441 4289 82 0,'0'0'3'0,"0"0"11"0,0 0-3 0,0 0-5 15,0 0-1-15,-39-5-2 16,35 3 1-16,0 0 8 16,1 2 2-16,1-1-3 15,0-1-3-15,2 2-1 0,0 0-7 16,0 3-12-16,0 6 3 15,0 5 1-15,9 6 6 16,2 1 0-16,2 5 0 16,3-1 4-16,1 5-1 15,0 0 2-15,0-3 0 16,-1 4 3-16,-7-2-1 0,0-1-5 16,-4-4-14-16,-1-4-17 15,-4-10-10-15</inkml:trace>
  <inkml:trace contextRef="#ctx0" brushRef="#br0" timeOffset="39397.46">12578 4179 154 0,'0'0'4'15,"0"0"-18"-15,0 0 4 16,12 44 4-16,-6-18 3 16,3 4 1-16,3-2 1 0,-3 2 1 15,0-3 1-15,2 0 0 16,-4-1 0-16,-1 1 2 16,-6 0-4-16,0-2-25 15,-2-3-56-15</inkml:trace>
  <inkml:trace contextRef="#ctx0" brushRef="#br0" timeOffset="39725.43">12463 4540 115 0,'0'0'5'0,"0"0"4"0,0 0-8 15,9-41-2-15,9 24-2 16,2-1 1-16,6-4 2 15,2 1 2-15,1-1 1 16,0 2-3-16,-2 1 0 16,-1 0-4-16,-4 5 2 0,-4 3 0 15,-5 2 3-15,-1 5-3 16,-1 4 4-16,-6 0 0 16,2 3-2-16,-1 5 4 15,-2 5-2-15,3-3 2 16,-2 1-2-16,4 2-1 0,-3-3 0 15,5-3 0-15,0-1 1 16,6-3 3-16,1-2 4 16,5-1 3-16,0-3-13 15,-1-8-46-15</inkml:trace>
  <inkml:trace contextRef="#ctx0" brushRef="#br0" timeOffset="39853.44">12910 4138 196 0,'0'0'-16'0,"0"0"31"0,-41-24-8 16,35 21-3-16,0 3-6 15,1-3-67-15</inkml:trace>
  <inkml:trace contextRef="#ctx0" brushRef="#br0" timeOffset="40251.86">12919 4286 200 0,'0'0'1'16,"0"0"-6"-16,0 0-3 0,0 0 5 16,0 0 0-16,0 0 0 15,8 41 0-15,-1-32 2 16,2-2 1-16,-1 2 0 15,0-1 1-15,-1-1-1 16,-1 0 0-16,-2-3 0 0,-1-1 0 16,-2 0 0-16,0-3 0 15,-1 0 1-15,0 0 14 16,0 0 20-16,0 0-27 16,-1-7-5-16,1-2 1 15,0-4-3-15,0-1-1 0,0 0-1 16,4 0 1-16,3 0-1 15,3 1 0-15,0 4-2 16,-1 5 0-16,2 0 0 16,2 4 0-16,-2 0 2 15,5 0-1-15,-1 4 0 16,1 3-21-16,0-1-23 0,4-2-5 16</inkml:trace>
  <inkml:trace contextRef="#ctx0" brushRef="#br0" timeOffset="40914.06">13245 4235 85 0,'0'0'12'16,"0"0"1"-16,0 0 12 15,0 0 3-15,0 0-23 16,-47-36 5-16,34 36-11 16,2 7 2-16,0 5-2 15,1 2 0-15,2 0-1 0,4 3 0 16,3-3-3-16,1-1-2 15,0-4-2-15,3-4-2 16,5-2 3-16,4-3 0 16,-1 0 9-16,0-4 2 15,1-6 5-15,0-4-3 16,-3-4 2-16,-1-1 0 0,-2-4 3 16,-4 0-2-16,-2-1-2 15,0-3 0-15,0 0-4 16,-6 0-1-16,-2 0 1 15,-3 3-2-15,0 0 1 0,-1 6-1 16,4 2-3-16,-3 3-3 16,0 6 3-16,4 4 3 15,0 2-4-15,3 1 2 16,-4 1 1-16,5 9-4 16,3 6 0-16,0 1-3 0,0 1 3 15,2 4-2-15,7-1 0 16,2 0-1-16,3-3 5 15,-1 0 0-15,0-3-1 16,3-2 3-16,1 0 2 16,-1-5 1-16,1 0-1 0,-1-4 4 15,1-4-3-15,-4 0 13 16,0 0-4-16,-3-6 1 16,1-5 3-16,-3-4-3 15,1 0-2-15,-2-5-3 16,-4 4-2-16,1-1-3 15,0 2 0-15,-4 3-2 0,2 4 0 16,0 4 3-16,-1 2-1 16,4 2-8-16,3 0-9 15,-1 0 4-15,3 1 4 16,3 4 9-16,0 2-1 16,2 1 0-16,0-3-1 0,2-1-9 15,0 0-26-15,1-4-3 16,-2 0-27-16</inkml:trace>
  <inkml:trace contextRef="#ctx0" brushRef="#br0" timeOffset="41006.01">13594 3979 119 0,'0'0'7'0,"0"0"39"0,0 0-18 0,-41-34-30 16,29 28-62-16</inkml:trace>
  <inkml:trace contextRef="#ctx0" brushRef="#br0" timeOffset="49347.54">10241 4597 88 0,'0'0'-2'0,"0"0"30"0,-54-28 5 0,36 20-12 0,-3 1-10 15,0 0-2-15,-3 1-4 0,4 1-2 16,-3-1-1-16,-2-1 0 16,1 1-1-16,-3-1-1 15,0 3 1-15,-1 1-1 16,-3 3 1-16,-2 0-3 15,-2 0 2-15,-1 3-1 0,-6 4 1 16,-3 5-1-16,-2 2 0 16,-4 4-2-16,-1 1 1 15,-1 3 2-15,1 1 0 16,-2 1-1-16,-2 2-1 16,3 1 4-16,-5 1-3 0,2 2 2 15,0 3-2-15,-2 2 0 16,3 4 2-16,3 3-2 15,0 0 1-15,3 1 0 16,2 1-2-16,5-1 2 16,3 1 0-16,4 1 1 0,2 2-1 15,6 2 0-15,5 2 0 16,1-1 1-16,3-1-1 16,7-2-1-16,1-1-1 15,7-1 0-15,3-4-1 0,0 0-3 16,6-1 5-16,7-2 0 15,6-2-2-15,0-5-1 16,6-1 2-16,6-2-2 16,8-2 2-16,3-2 1 15,10 0 2-15,-1-1-1 16,7 2 1-16,3 1 1 16,3-4-2-16,3 3 3 0,5-5-3 15,0 3 0-15,6-4 0 16,2-2-3-16,3-1 2 15,2-3 0-15,0-2 2 16,8 1-2-16,4-1 3 0,2-2-1 16,7-1 1-16,4 2 1 15,1-2-1-15,2 1-1 16,3-2 0-16,2 0-1 16,5-1 0-16,0 0-1 15,2-2 1-15,7-1 1 0,1-2-1 16,6-1 2-16,4 0-2 15,0 0 1-15,5-1 0 16,2-5 1-16,-2-2-2 16,1 0 2-16,-3-2 0 15,1-1-1-15,-1 0 1 16,-2-5 1-16,-2 2-1 0,-4-6 6 16,1 0 0-16,-4-5 2 15,-2-2 1-15,-6-2-3 16,-4-2-3-16,-7 0-1 15,-5-2 1-15,-8-1-1 0,-8 0 2 16,-10-2 3-16,-3-2 0 16,-10-2-2-16,-2 0 0 15,-3-5-3-15,-5 4-2 16,-8-2 0-16,-6 2 0 16,-8 1 0-16,-7 1 0 15,-9 0-1-15,-6 0-1 0,-9 0 0 16,-7 1 0-16,-2-1 0 15,-5 1-1-15,-8 1 2 16,-8 3 1-16,-1 1-1 16,-5 0 3-16,-6 2-1 15,-1 0-2-15,-5 1 1 16,-3-1-2-16,-7 4 1 0,-2-1-1 16,-7 2 0-16,-1 3 0 15,0 2 0-15,-1 1 0 16,-6 0 0-16,0 2 0 15,1 0 1-15,-4 1-1 0,-2 1-1 16,-4-1 1-16,-3 0 1 16,-2 1-1-16,1-2 0 15,-5-2 0-15,-4 3 0 16,-2-3 0-16,-3 0 0 16,-5-2 0-16,-6 1 0 0,-5 3 0 15,-5-1 0-15,-9 5 0 16,-10 0 0-16,-16 7 0 15,-17 4 0-15,-27 3 0 16,-31 27 0-16,-39 16 0 16,-51 22-5-16,-59 24-53 0,-64 18-118 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41:04.123"/>
    </inkml:context>
    <inkml:brush xml:id="br0">
      <inkml:brushProperty name="width" value="0.05292" units="cm"/>
      <inkml:brushProperty name="height" value="0.05292" units="cm"/>
      <inkml:brushProperty name="color" value="#FF0000"/>
    </inkml:brush>
  </inkml:definitions>
  <inkml:trace contextRef="#ctx0" brushRef="#br0">3159 6807 102 0,'0'0'-3'0,"0"0"-1"0,0 0 8 0,40 0 1 0,-22 0-1 16,1 0 0-16,2 0 3 15,6 0 0-15,0 0 2 16,2 0-3-16,2 0 1 15,1 0-3-15,7 3-3 0,-1 1 0 16,5 0 2-16,2 3-2 16,6 0-1-16,0-1 1 15,5 3-1-15,2-2 0 16,0 0 0-16,7-1 1 16,-2-1-1-16,2-2 0 0,3 0 0 15,0-2 0-15,-1-1 0 16,-2 0 0-16,-3 0-1 15,-1 0-1-15,-3 0 3 16,-5-3 1-16,-1 1 0 16,-5 0 1-16,-2 2-2 15,0 0 5-15,-8-1-23 0</inkml:trace>
  <inkml:trace contextRef="#ctx0" brushRef="#br0" timeOffset="5530.68">2995 7792 82 0,'0'0'1'0,"0"0"-1"0,0 0 1 0,0 0 3 15,0 0-5-15,0 0-1 16,0 0 12-16,0 0-8 0,0 0 0 16,0 0-2-16,-31-4 3 15,30 4-3-15,1 4-1 16,0 1 0-16,1 0 0 16,10 1-3-16,0 1 6 15,3 2 0-15,4-2-2 16,4 4 1-16,3-4-1 15,4 3 0-15,4 0 0 0,5 0-1 16,8 0 2-16,7 0-1 16,3-2 0-16,8 1 0 15,3-1 1-15,5-2-2 16,0 0 1-16,5-2 0 0,4 2 0 16,4-3 2-16,2-1 0 15,0-1 1-15,4 0 0 16,3-1-1-16,0 0-1 15,-2 0 1-15,-1 0-1 16,-1 0 2-16,-1 0-2 16,-5 0 0-16,-2 0 1 0,-4 0-1 15,-4 1 1-15,-6 2 2 16,-4 0 1-16,-8 2-1 16,-5 0-2-16,-4-1 1 15,-7 3-2-15,-4-2 0 16,-7-1-1-16,-2 2 1 0,-6-1 0 15,-7-2-1-15,-2 0 1 16,-3 1-1-16,-7 2-1 16,0-2 0-16,0 2 2 15,-2 1 1-15,0 1 3 16,0 1 0-16,0 1-19 0,0-2-16 16,-4 0-14-16</inkml:trace>
  <inkml:trace contextRef="#ctx0" brushRef="#br0" timeOffset="9264.92">19286 6213 12 0,'0'0'11'0,"0"0"4"0,0 0-1 15,-44-10 0-15,38 9-4 16,-2-2 3-16,4 0 0 15,1 2-3-15,1-1 0 0,0 2-2 16,0 0 0-16,0 0-11 16,0 3-4-16,1 4 5 15,-1 3 2-15,2 0 0 16,0 2 0-16,0-1-1 16,0-1 1-16,0-2-1 0,4-4-1 15,6-2 4-15,8-2 8 16,9-2 16-16,8-12 7 15,8-4-11-15,8-5-13 16,7-4-4-16,-1-1 0 16,4-2-2-16,0 0 0 15,-5 3 0-15,-1 1-3 0,-7 1-32 16,-10 2-67-16</inkml:trace>
  <inkml:trace contextRef="#ctx0" brushRef="#br0" timeOffset="9882.93">17232 7574 63 0,'0'0'6'0,"0"0"3"0,0 0 7 16,0 0-7-16,-13 41-2 16,13-31-5-16,0-2 0 15,0-2 1-15,9 0-1 0,4-6 4 16,7 0 6-16,10-14 5 15,12-8 4-15,14-9-5 16,11-6-5-16,9-4-5 16,9-2-1-16,4 2 0 15,-6 1 0-15,-7 4-35 0,-9 2-48 16</inkml:trace>
  <inkml:trace contextRef="#ctx0" brushRef="#br0" timeOffset="10388.95">17029 8675 60 0,'0'0'21'0,"0"0"5"0,0 0 2 16,0 0-13-16,0 0-10 0,0 0-12 16,0 0 0-16,0 0 8 15,0 0 2-15,0 0-4 16,21 7 5-16,3-10 3 15,5-13 9-15,14-10-1 16,12-7-5-16,14-6-5 16,9-5-2-16,7 0 1 0,7-2 0 15,0 2 1-15,-1-1-10 16,-12 3-62-16</inkml:trace>
  <inkml:trace contextRef="#ctx0" brushRef="#br0" timeOffset="10993.88">15427 9799 74 0,'0'0'8'0,"0"0"9"0,0 0-5 0,0 0 0 16,0 0 0-16,0 0-8 16,0 0-5-16,-24 40 0 15,32-40 1-15,7-3 11 0,13-15 7 16,16-11 9-16,16-13-10 15,20-11-9-15,21-13-3 16,15-8-5-16,16-6 11 16,3-1-6-16,-1 2-15 15,-5-2-91-15</inkml:trace>
  <inkml:trace contextRef="#ctx0" brushRef="#br0" timeOffset="11641.91">13433 11201 88 0,'0'0'-3'0,"0"0"17"0,0 0-5 15,0 0-9-15,0 0 1 0,0 0-1 16,0 0 8-16,0 0 4 15,49-10 3-15,-17-17-4 16,12-8-1-16,18-15-5 16,17-14 2-16,19-11-2 15,20-16-2-15,20-14 2 16,14-13-12-16,11-9-82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42:11.131"/>
    </inkml:context>
    <inkml:brush xml:id="br0">
      <inkml:brushProperty name="width" value="0.05292" units="cm"/>
      <inkml:brushProperty name="height" value="0.05292" units="cm"/>
      <inkml:brushProperty name="color" value="#FF0000"/>
    </inkml:brush>
  </inkml:definitions>
  <inkml:trace contextRef="#ctx0" brushRef="#br0">9531 3012 113 0,'0'0'3'0,"0"0"4"0,0 0 3 0,0 0-2 0,0 0-3 15,0 0-2-15,0 0-2 16,0 0-2-16,0 0-1 15,0 0 2-15,0 0 0 16,2 7 0-16,0-1 0 0,2 1 0 16,1 1 0-16,-1 2 0 15,2 0 0-15,2-1 0 16,-3-1 0-16,3-1-1 16,-2 0 1-16,1-4-1 15,1-1 2-15,2-2 0 16,3 0 7-16,4-2 13 0,7-12 9 15,5-9-5-15,11-6-5 16,10-10-9-16,11-2-5 16,14-12-3-16,12-2 0 15,12-8-1-15,8-6-20 16,0-9-150-16</inkml:trace>
  <inkml:trace contextRef="#ctx0" brushRef="#br0" timeOffset="2328.16">14168 5864 3 0,'0'-3'21'0,"0"0"-8"0,0 0 2 0,0 1-3 15,0 1-4-15,0-2 1 16,0 2-6-16,2 0-1 16,-2-1-1-16,2 2-1 0,-2-1 0 15,0 1 0-15,1-1 0 16,-1 1 0-16,1 0 0 15,0 0 0-15,0 0 1 16,0 0 0-16,2 0 0 16,1 0 1-16,-4 0-2 0,2 0 2 15,1 0-2-15,-1 0 0 16,0 0 0-16,2 0-2 16,-2 0 2-16,-2 2-1 15,2 0 0-15,-1 0 2 16,1 1-1-16,0-1 1 0,0 1-1 15,1-2 2-15,-1 2-1 16,0 0 1-16,-1-2 0 16,1 2-2-16,2-3 1 15,-2 2 0-15,2-2 1 16,0 0 5-16,3 0 9 16,5-5 0-16,5-6-1 0,11-7-6 15,14-10-4-15,13-8-1 16,17-10-3-16,20-9 0 15,13-9 1-15,11-9-14 16,7-12-73-16</inkml:trace>
  <inkml:trace contextRef="#ctx0" brushRef="#br0" timeOffset="5526.16">22713 6497 107 0,'0'0'-1'0,"0"0"16"0,0 0 10 0,0 0-6 15,0 0-6-15,0 0-7 16,0 0-4-16,0 0-1 15,0 0-1-15,0 0 1 16,7-13-1-16,-5 13 0 0,0 0 0 16,-2 0-1-16,2 0 1 15,-2 0-2-15,2 0 0 16,-2 0 1-16,1 0-1 16,3 4 1-16,-1-2 1 0,3 1 1 15,-1 0-1-15,0-2 0 16,1-1 2-16,2 0-2 15,2 0 1-15,2-4 0 16,5-6 8-16,5-5 2 16,6-4-1-16,8-4-2 0,9-4-3 15,2 0-3-15,9-4 0 16,5-2-2-16,7-2 1 16,3-5-17-16,4-10-119 15</inkml:trace>
  <inkml:trace contextRef="#ctx0" brushRef="#br0" timeOffset="7716.1">11987 7535 88 0,'-5'3'4'0,"-1"-3"20"0,3 0-7 16,1 2-9-16,0-2 5 15,2 0 1-15,-2 0 1 16,2 0-2-16,-2 0-6 16,1 0-2-16,1 0-3 0,0 0-3 15,0 0-5-15,0 0 2 16,3 0-4-16,5-5-1 16,11-12 10-16,10-11 21 15,9-11-10-15,14-12-4 16,12-11-5-16,6-5 1 15,2-1 1-15,-2 3 0 0,-6 4-21 16,-10 8-48-16,-16 9-59 16</inkml:trace>
  <inkml:trace contextRef="#ctx0" brushRef="#br0" timeOffset="8948.32">10214 8354 29 0,'-1'-1'12'0,"-1"0"-1"0,1 0-4 0,-1-1-5 16,2 2-1-16,-2 0 1 0,-1 0 0 16,3-1 2-16,-2 0 0 15,1 1 6-15,0 0 0 16,1 0-2-16,-1 0 2 16,0 0-6-16,1 0-3 15,0 0-3-15,-1 1 3 16,1 4-5-16,0 4 2 0,0 0 5 15,0 2 0-15,0 0-2 16,0-1 1-16,0 0-2 16,1-3 0-16,2-1 0 15,3-1 0-15,-1-3 0 16,5-2 0-16,1 0 3 0,9-14 13 16,9-12 8-16,12-15-6 15,15-13 0-15,17-17-11 16,22-17-2-16,16-16-2 15,18-14-3-15,12-11-61 16</inkml:trace>
  <inkml:trace contextRef="#ctx0" brushRef="#br0" timeOffset="12046.92">13924 9300 42 0,'0'-8'-1'0,"0"1"1"0,1 0-10 16,1 0-11-16</inkml:trace>
  <inkml:trace contextRef="#ctx0" brushRef="#br0" timeOffset="12390.77">13922 9176 10 0,'0'0'21'0,"0"0"-4"15,0 0-3-15,0 0-2 16,0 0-3-16,0 0 0 15,0 0-4-15,-13-21 1 16,13 19 1-16,0 2 3 0,0 0-1 16,0 0-8-16,0 0-4 15,0 0-2-15,0 0 5 16,0 5-1-16,3 1 0 16,2 0 1-16,2-1-3 15,-2 0 2-15,2-2 1 0,-1-2 3 16,1-1 0-16,2 0 5 15,4-1 11-15,5-13-3 16,9-10 12-16,8-13-6 16,15-14-6-16,17-13-2 15,20-19-5-15,24-19-6 0,24-7-1 16,9-13 1-16,14-5-93 16</inkml:trace>
  <inkml:trace contextRef="#ctx0" brushRef="#br0" timeOffset="15187.24">8297 9500 130 0,'0'0'9'0,"0"0"9"0,-38-43-2 0,23 31-11 15,-2 4 2-15,-4 0-4 16,0 1 1-16,-4 4 2 16,-2-1-4-16,0 2 0 15,-4 2-1-15,2 0 5 16,0 0-4-16,-5 0-3 0,1 4 2 16,-3 3-1-16,-3 5 1 15,-3 1-2-15,-2 4 1 16,-5 1 1-16,0 3-1 15,-3 2 0-15,4 5 0 16,-1-1 0-16,1 5 0 16,2 2 0-16,3 0 0 0,1 4-4 15,1 2-3-15,4 0 2 16,3 2 5-16,3-2-7 16,2 0 8-16,4-3-1 15,2-3-2-15,10-3 3 16,0 0-2-16,8-2 1 0,5-4-2 15,0 4 0-15,4-5-3 16,8 3 2-16,1 0 0 16,3-4 1-16,1 0-1 15,4-1 2-15,1-4-1 16,2 0 2-16,2-3 0 0,3 0 0 16,4-1 0-16,0 0 0 15,3 0 2-15,1 0 1 16,0-1 0-16,3 0-3 15,-2 1 0-15,3-1-1 16,1-2 2-16,4 3 0 0,0-3 0 16,3 1-1-16,2-1 0 15,0-1 1-15,4 0-1 16,-2-2 1-16,3 0-1 16,4-1 1-16,-4 0 1 15,2 0-2-15,0 0 3 0,-2 0-3 16,5-1 2-16,1-2-1 15,1-1 0-15,4-1 0 16,2-1 1-16,2-1 0 16,3 0 1-16,0 0 0 15,2 0-3-15,0-1 2 0,3-1-1 16,0-1 0-16,2 2 0 16,1-2-1-16,-1 0 1 15,4 2 0-15,-7-2-1 16,3-1 1-16,-2-2 1 15,1 0-2-15,2-1 0 16,-4-1 1-16,5-1 0 0,0-1 0 16,2 1-1-16,-5 0 1 15,-1 0-1-15,-1 1 1 16,0-2-1-16,-4 1 0 16,-4-1 0-16,0-2 0 15,-3-3 0-15,-2-2 0 0,-2-1 0 16,-3-5 1-16,-3 1 0 15,-1-4 2-15,-3-1 0 16,-2-3-1-16,-4 0 0 16,-6-1-1-16,-1-3 1 15,-3 0-1-15,-6 1 1 0,-4-4-2 16,-6 3 0-16,-6 0 0 16,-5-1 0-16,-4-1 0 15,-6 2 0-15,0 0-3 16,-9 1 0-16,-7 2 2 15,-5 3 1-15,0 2-2 0,-6 0-1 16,-2 4-3-16,-4 3 6 16,1-1 4-16,-3 3 1 15,1 0 0-15,-6 3 0 16,2 0-5-16,-4 0 4 16,-3 1-5-16,0 0 0 0,-4-1 4 15,2-2-1-15,-5-1 1 16,-1 0 0-16,-3-1 0 15,0-1-3-15,-4 2 1 16,-3 0-2-16,-5 2-2 16,-3 3 3-16,-7 1 0 0,-5 1-1 15,-6 3-2-15,-11 0 2 16,-4 2 0-16,-5 4 1 16,-7 1-1-16,-9 0 1 15,-9 7 1-15,-9 14-6 16,-12 10-19-16,-12 8-31 0,-14 9-83 15</inkml:trace>
  <inkml:trace contextRef="#ctx0" brushRef="#br0" timeOffset="20381.54">3594 11535 66 0,'-4'-3'5'0,"0"-1"7"0,-1 1 4 0,2-1-6 0,-1 1-6 15,2 0-1-15,-3 0 1 16,3 0-1-16,0 1 0 15,0 0 0-15,2 1 1 16,0-1-3-16,0 2 0 16,0 0-4-16,0 0-3 0,2 0 4 15,4 0-1-15,3 0-1 16,-1 0 2-16,2 3 2 16,2 1-1-16,4-1 1 15,1 0-1-15,3-2 1 16,3 2 0-16,2-1 0 15,-1-1 1-15,3-1-1 0,4 0 0 16,-2 0 0-16,4 0 0 16,1 0 0-16,4 0 0 15,2 0 0-15,-2 0 0 16,4 0 0-16,-1 0 0 0,1 0 0 16,-2 0 0-16,3 0 1 15,-3 0-2 1,3 0 1-16,-3 0 0 0,2 2 0 15,-1-1 1-15,-1 2-1 16,-2-3 1-16,2 1 0 16,1-1 1-16,1 0-2 0,0 0 0 15,3 0 1-15,0-1 0 16,4-5-1-16,-5 2 1 16,2-2-1-16,0-1 0 15,-3 1 0-15,1 1 0 16,1 0 0-16,-3 1 0 0,1-1 0 15,0 3 0-15,-1-1 0 16,-4 3 1-16,3 0-1 16,-1 0-1-16,0 0 1 15,2 0 1-15,0 0-2 16,-1 0 2-16,4 0-1 0,-3 0 0 16,3 0 2-16,-3-3 0 15,2-1 3-15,4 0-1 16,-1-1-2-16,-2 1 0 15,4 0-1-15,-3 1-1 16,2-1 1-16,-2 4-1 0,-1 0 2 16,4-1-2-16,-2 1 0 15,4 0 0-15,-1 0 0 16,0 0 1-16,2-2-1 16,0-1 0-16,2 2 0 15,0-3 1-15,1 1-1 16,-1-2 0-16,0 1 1 0,-1 1-1 15,0-1 0-15,-1 0 0 16,2-2 1-16,-1 3-1 16,-1-1 1-16,0 0-1 15,1-2 0-15,-2 3 0 0,1-1 0 16,0 0 1-16,-1 4-1 16,0-3 1-16,-4 1-1 15,4 0 0-15,-4 0 0 16,0-1 0-16,0-1 1 15,0 0-1-15,2 1 0 16,-6 2 0-16,4-1 0 0,-3 2 0 16,1 0-1-16,-3 0 2 15,3 0-2-15,0 0 2 16,1 3-1-16,-2 4 0 16,0-3 0-16,1 2 0 15,-3 0 0-15,2 0 0 0,0-1 0 16,2 1 0-16,1 0 0 15,2-1 1-15,-2 2-1 16,3-4-1-16,-1 1 2 16,4-2-1-16,-1-1 0 15,1-1 0-15,1 0 0 0,-2 0 0 16,2 0 1-16,-1-1-1 16,0 1 3-16,1 0-2 15,2 0 0-15,-3 1-1 16,3 4 0-16,0 2 0 15,2-3 1-15,-2 0-1 0,0-1 5 16,2 0-2-16,0-2 3 16,2-1-2-16,-3 0 3 15,5 0 0-15,-1 0-1 16,3 0-2-16,-1-4-3 16,2 1 1-16,1-1-1 0,0 1 1 15,-3 0-2-15,3 3 1 16,-1-1 0-16,-2 1 0 15,1 0-1-15,3 0 0 16,-2 0 0-16,2 0 0 16,-1 0 0-16,1 0 0 0,1 0 0 15,-1 0 0-15,0 1 1 16,0 1-1-16,5-1 0 16,-1 0 0-16,2-1 0 15,4 0 1-15,-3 0-2 16,2 0 2-16,-1 0-1 15,0 0 0-15,-2 0 1 0,-1 0 0 16,2 0-1-16,-3-1 0 16,-2-5 0-16,2 1 2 15,-3-2 9-15,1-2 1 16,0-1-4-16,-1-1-2 16,-3-1-2-16,-5 0-1 0,-4-1-2 15,-1-1 1-15,-3-2-1 16,-4-2 5-16,0-1-10 15,-6 1 11-15,1-4-7 16,-5 2 1-16,-4-1 0 16,-3 0-1-16,-4-1 2 0,-6 1-1 15,-3-2 0-15,-3 1 1 16,-4-4 0-16,-5 2 2 16,-4-3-2-16,-2 3 0 15,0-3 0-15,-2 0 1 16,-7 1-3-16,-4 2-2 0,-1 1 8 15,-3 1-2-15,-2-1 0 16,-1 5 7-16,-5-2-15 16,4 3 4-16,-6 0 0 15,0 0 0-15,0 2-1 16,0 1-1-16,-4 0-1 0,-2 3 0 16,1 1 0-16,-6 0 2 15,0 1 1-15,-3 1 0 16,1-1 0-16,1 4 1 15,-5-1-2-15,3 0 0 16,-1 1 0-16,-1 0-1 0,1 1 2 16,-4-2 0-16,2 3-1 15,-3 1 1-15,0 0 0 16,-2 1 0-16,2 1 0 16,-2 0 0-16,2 0 0 15,-1 0 0-15,2 0 0 0,-4 3 0 16,2 1 0-16,-4-3 0 15,0 5-1-15,-3-3 2 16,2 1-2-16,-5 0 1 16,0-1-4-16,1 1 2 15,1-1 2-15,0 1 0 0,1 0 0 16,1-2 0-16,-2 1 0 16,0 1 0-16,0 0 0 15,-1 1 0-15,-1-4 0 16,-1 2-1-16,1 1 2 15,-2-3-2-15,0 1 2 0,1-2-1 16,-2 1 0-16,2 1 0 16,0-2 1-16,-3 1-1 15,3-1-1-15,-4 0 1 16,1 0 1-16,0 0-2 16,1 0 1-16,1 0 1 0,-1-1-1 15,3-3 0-15,-1-1 0 16,-1 1 0-16,-1 0 0 15,-1 0 1-15,1 1-2 16,-6 0 1-16,0 0 0 16,1 1 0-16,0 0 0 15,-3 0-1-15,2-2 1 0,-3 3 0 16,3-1 0-16,-2-2 0 16,0 3-1-16,-4-1 1 15,0 0 0-15,-1 0 0 16,0-1-1-16,1 0 2 15,-3-1-1-15,2-2 0 0,-2 2-1 16,-2-3 0-16,-1 1-2 16,2 1 2-16,-6-5 1 15,2 5 0-15,-1-4 0 16,-1 2 0-16,0 1 0 0,1 0 1 16,-1 0-2-16,0 1 1 15,3-1 0-15,-1 0 0 16,2 0 0-16,2-2 0 15,1 1 0-15,2 1 0 16,-1-1 1-16,2 0-1 16,2 3 0-16,-4-2 0 0,3 2 0 15,-2 1 1-15,-5 2-1 16,4 1 2-16,-4 0-4 16,1 0 4-16,-2 0-2 15,2 3 1-15,-3 2-2 16,0 4 2-16,-1-1-2 0,1-1 1 15,0-1 0-15,4 3 0 16,3-2 0-16,0 1 0 16,3-1 0-16,0 0 1 15,3-1-2-15,3 0 2 16,0-1-2-16,3-2 1 0,-1 0 0 16,5-3 0-16,0 0 0 15,3 0 0-15,-3 0 0 16,6 0 0-16,-2 0 0 15,0 0 0-15,3 0 0 16,-3 0 1-16,0 0-1 0,1 0 1 16,2 5-1-16,-1 1-1 15,1 1 1-15,-1 1 1 16,3 0-1-16,0 1 0 16,0-1 0-16,3 2-1 15,2 2 2-15,2 1-2 0,1 2 1 16,1 2 0-16,1 1 0 15,1 2 0-15,1 0 0 16,4-1-1-16,-1 2 1 16,7-1 0-16,2 1-2 15,2 1 1-15,2 0 1 0,6 1-1 16,-1 1 0-16,1 0 1 16,1-1-1-16,3 0 0 15,-3 0 0-15,3-2 1 16,0 0 0-16,0-2 0 15,0-1 0-15,2-1-1 0,2 0 0 16,2 1-3-16,5-2-1 16,0 3 1-16,0 2 1 15,0 0 5-15,8 0-2 16,-1 4-2-16,3 0 2 16,2 2-1-16,1 1 1 15,2-2 0-15,1 0 0 0,3-2-2 16,2-3 2-16,4-2-1 15,4-4 1-15,7-2 0 16,9-6-2-16,8-7-1 16,9 0 3-16,13-7-1 15,7-10-4-15,9-4-14 0,3-6-32 16,5-5-13-16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42:51.854"/>
    </inkml:context>
    <inkml:brush xml:id="br0">
      <inkml:brushProperty name="width" value="0.05292" units="cm"/>
      <inkml:brushProperty name="height" value="0.05292" units="cm"/>
      <inkml:brushProperty name="color" value="#FF0000"/>
    </inkml:brush>
  </inkml:definitions>
  <inkml:trace contextRef="#ctx0" brushRef="#br0">4768 4091 72 0,'0'0'4'0,"0"0"8"0,0 0 8 0,0 0-7 0,0 0-6 16,-27-41-2-16,23 36 0 16,-1-1 1-16,1-1 2 15,-2 1 0-15,2-2-3 16,0 2 0-16,-1-3-1 0,1 4-1 16,0-1-1-16,-2 0-1 15,0 1 2-15,2 0 0 16,-3 3 0-16,1 1-1 15,-1 0-2-15,-4 1 0 16,2 0-1-16,-2 0 0 0,-1 2 0 16,-1 3 1-16,1 2 1 15,-1 0-2-15,-3 0 2 16,1 3-4-16,-1 0 5 16,-1 4-5-16,-2-2 3 15,2 3 1-15,-4 2 0 0,1 1-2 16,-2 3 0-16,0 0 3 15,-1 3-2-15,-1 3 1 16,4 0-2-16,-2-1 2 16,6 0 0-16,-2-1-1 15,5-1-1-15,1-4 1 0,1 3 0 16,3-5 0-16,0-1 0 16,2 2-1-16,1-4 1 15,1-2 0-15,2 1-1 16,0-1 1-16,2 0-1 15,0 0 2-15,0 1-2 16,0-1 1-16,0 1 1 0,0 0-1 16,0 0 0-16,2 2 1 15,0-2-1-15,2 0 0 16,1-1 0-16,-1 1 1 16,1-1-1-16,0-1 0 15,1-1 0-15,-2 0 0 0,1-1 0 16,1 0 0-16,-2 1 0 15,4-2 0-15,-3-1-1 16,3 1 0-16,-3-1 0 16,3 1 1-16,0 1 0 0,0-2 0 15,1 2 0-15,-1-1 1 16,2 2-1-16,-1-1 0 16,-1 0 1-16,4 0-1 15,-1-1-2-15,1 0-1 16,-1-3 3-16,2 0 0 15,1 1 2-15,1 0-2 0,1-1 1 16,-1-2 0-16,1 2 0 16,-1-2 0-16,0 0-1 15,0-1 0-15,1 3 1 16,-1-1 0-16,1 0-1 16,1-1 0-16,-1 2 0 0,2-2 1 15,2 0-1-15,0-1 0 16,2 0 0-16,3-1 0 15,-3 0 1-15,3 1-1 16,0-2 0-16,-1 1 0 16,-1-1 0-16,1 2 1 0,1-1-1 15,-3 0 0-15,3-1 0 16,1 1 0-16,2 2 0 16,0-4 0-16,4 2 0 15,-1-1 0-15,0 1 0 16,3 0 0-16,-1 0 0 0,-2-1 0 15,3 1 2-15,-5-2-2 16,3 3 0-16,-3-2 0 16,2 1 0-16,0-1 0 15,0 2 0-15,1-2 0 16,1-1 0-16,1 3 0 16,2-2 0-16,-5 1 0 0,3-2 0 15,-1 1 0-15,-1-1 0 16,1 0 0-16,0 0 0 15,1 0 0-15,-1 0 0 16,-1 0 1-16,1 2-1 0,0-1 0 16,-3-1 0-16,3 0 2 15,0 0-2-15,-3 0 0 16,3 0 0-16,1 0 0 16,0 0 0-16,1 0 0 15,1 0 0-15,2 0 1 0,-1 0-1 16,4-1 1-16,-3-1 0 15,2-1-1-15,1 1 1 16,1-1 0-16,-2 0-1 16,3 0 0-16,-1-1 1 15,2 1-1-15,-2-1 1 0,2 0 0 16,1-1-1-16,1 2 2 16,2-1-2-16,2 0 0 15,2 1 1-15,-2-3-1 16,0 2 0-16,2 1 1 15,-2 2-1-15,-1-2 0 16,2 3 0-16,-2-3 0 0,2 2 1 16,-1-1-2-16,-1-2 2 15,2 1-1-15,1 1 0 16,-1 0 0-16,1 0 0 16,2 0 0-16,-2 0 0 15,2 1 0-15,-2-1 0 0,2 1 0 16,-4-2 0-16,4 3 0 15,0-3 1-15,0 3-2 16,-3-4 2-16,3 4-1 16,-4-3 0-16,2 1 0 15,4 0-1-15,-1-1 2 0,0 2-2 16,0-1 2-16,0 1-1 16,1-2 0-16,-2 2 0 15,1 0 0-15,-2 0 0 16,1 0 0-16,0 1 0 0,0 0 0 15,-3 0 0-15,5 0 0 16,0 0 0-16,0-2 0 16,-1 2 0-16,1-1 0 15,0 1 0-15,-2 0 0 16,2 0 0-16,-1 0 1 16,1 0-2-16,0 0 1 0,0 0 0 15,0 0 0-15,1 0 0 16,0 0 0-16,1 0 0 15,0 0 0-15,-2 1 0 16,2 2 0-16,-4-2 0 16,1 1 0-16,1 1 0 0,-1-2 1 15,0 1-2-15,1-1 1 16,0 2 1-16,0-2-1 16,4 0-1-16,-2 0 1 15,0 0 0-15,-1-1 1 16,1 2-2-16,-2-1 1 0,1-1 0 15,1 0 0-15,-2 1 1 16,1-1-1-16,1 1 0 16,0-1 0-16,0 0 0 15,2 0 0-15,-4 0 0 16,2 0 0-16,2 0 0 16,-2 0 0-16,-1 0 0 0,2 0 0 15,0 0 0-15,-1 0 0 16,1 0 0-16,0 0 0 15,1 0 1-15,-2 0-2 16,3 0 2-16,-1 0-2 0,1 0 1 16,-1 0 0-16,0 0 0 15,-4 0 1-15,1 0-1 16,-2 0 0-16,-2 2-1 16,-1 0 2-16,0-1-1 15,-3 2 0-15,2-2-1 0,-3 2 1 16,3 1 1-16,0-2-1 15,-3 1-1-15,4 0 2 16,-5-2-2-16,2 3 2 16,1-1-2-16,-4-1 2 15,4 0-1-15,-6 1 0 16,-1 0 0-16,0 0 0 0,-3-1 0 16,2 0 0-16,-4 1 0 15,2 0 0-15,1 0 0 16,1-2 0-16,0 3 0 15,1-3 0-15,-1 1 0 16,1 0 0-16,-1 0 0 0,2-2 0 16,2 0 0-16,-2 0 1 15,1 0-2-15,0 1 1 16,0-1 0-16,-1 0 0 16,-1 0 0-16,1 1 0 15,3-1 0-15,0 1 0 0,3-1 0 16,-1 0 0-16,3 0 0 15,3 0 0-15,-4 0 0 16,5 0 0-16,-2 0 1 16,2 2-1-16,2-1 0 15,-3 0 0-15,4 1 0 16,1-2 0-16,1 3 0 0,3-3 0 16,-1 3 0-16,2-2 0 15,2-1 0-15,0 0 0 16,0 0 0-16,-2 0 0 15,3 0 0-15,-1 0 1 0,2 0-2 16,-1 0 2-16,1 0-1 16,1 2 1-16,1-1 0 15,1-1-1-15,-1 3 1 16,-1-2-1-16,1-1 0 16,-2 3 0-16,2-2 2 0,4 1-2 15,-4-1 0-15,3 1 1 16,2-1-2-16,-2 1 1 15,4-1 1-15,-6-1-1 16,2 0 0-16,1 0 1 16,-5 0-1-16,4 0 0 0,1 0 0 15,-1 0 0-15,4-1 1 16,0-4-1-16,3 2 0 16,0-2 1-16,0-2-1 15,0-1-1-15,1-1 2 16,0 0-1-16,-2-3 1 0,-2 0-1 15,0-1 1-15,3-1 0 16,-6-2 2-16,1-1 4 16,-1 0 2-16,1-2 0 15,-3-2-4-15,2 0-1 16,-4 0-2-16,-2-2 0 16,-5 0-1-16,-2-1 1 0,-4-3 0 15,-4 0 0-15,-2-4-2 16,-7 1 1-16,-2-1-2 15,-4-2 2-15,-6-1-2 16,-7 3 1-16,-6 0 0 0,-3 0 1 16,-4 1 0-16,-5-1 0 15,-4-1 0-15,-3 2 0 16,-1-1 0-16,0 1-1 16,-9 1 0-16,-3 0 1 15,-5 2-2-15,0 3 0 16,-6 1 3-16,-4 0-2 0,-5 3-3 15,-1 1 3-15,-7 2 1 16,-3 0-4-16,-4 2 3 16,-2 1-7-16,-2 0 8 15,-4 1-4-15,0-1 1 16,-6 3 0-16,-1-1 1 0,-1 1 1 16,-3 1-2-16,-1 0 5 15,-7 3-6-15,1 0 0 16,-5 1 6-16,-1 2-3 15,-2 0 0-15,-4 2 2 16,1-1-2-16,-3 3 0 0,1 0 0 16,-4 0-2-16,1 0 1 15,-3 0-1-15,-3 1 2 16,0 3-1-16,-2-1-1 16,-1-1 2-16,-4 2 0 15,-1-1 0-15,1-1 1 0,-5 2-2 16,-1-2 2-16,0 0-1 15,0 1 1-15,-2-1-1 16,-3-1 3-16,1 1 0 16,-3-1-3-16,1 0 4 15,-2 0-5-15,0 0 3 16,-2 0-1-16,1 1-2 0,-4-1 3 16,-1-1-2-16,-2 1 0 15,-1 1 0-15,0-2 0 16,-2 0 0-16,0 0 0 15,2 0 1-15,0 0-1 0,0 0 2 16,0-3-2-16,-1 0-2 16,-1-1 1-16,-2 1-1 15,0-1 3-15,-2-2 0 16,-1 2-2-16,-3-1 3 16,1 1-3-16,0-1 4 15,-2-1-5-15,2 0 4 0,-2 1-1 16,2-1-2-16,-2 0 1 15,-2 1 1-15,1-1-2 16,-2 2 2-16,-2-1 0 16,0 0-2-16,0 0 0 0,-1 0 1 15,-2-1 1-15,-1 2-1 16,2 1 1-16,-2 0-3 16,-1 0 5-16,1 3-3 15,-3 0 1-15,3 0-1 16,5 0 1-16,-3 0-1 0,3 0-1 15,0 0 2-15,1 0-1 16,3 0-1-16,-3 0 2 16,1 2-1-16,-1 2 0 15,1 0 0-15,1 0 0 16,3 2 0-16,0 0 0 16,3-1-1-16,-2 0 1 15,4-1 1-15,-3 2-1 0,3 1 0 16,-1-1 0-16,2 1 2 15,1 1 0-15,2 2-2 16,2-1 0-16,0 1 1 16,2-2 0-16,1 2-1 0,3 0 1 15,1-3-2-15,2 0 2 16,-2 2-1-16,2-2 0 16,3 1 2-16,0 1-2 15,3-2 0-15,4 0 0 16,0-3-2-16,5 3 4 15,3-2-4-15,3-2 4 0,3 1-1 16,2-3-1-16,3 4 1 16,2 0 1-16,1-2-1 15,-1 2 0-15,1 1-1 16,2 0 0-16,-1 2 0 0,3 1 1 16,0 2-1-16,4-1 0 15,2-1 2-15,5 2-4 16,0-1 4-16,5 0-2 15,5-3 0-15,6 0 0 16,2 1 0-16,6-1 0 0,7 0 0 16,3 1 0-16,4 1 1 15,4-1-2-15,3 2 1 16,4 1 1-16,1 1-1 16,5-1 0-16,1 1-1 15,3 0-2-15,5 1 0 0,3 3 1 16,0 2 1-16,2 1-3 15,14 0 3-15,6 3-6 16,12-1-4-16,8-5-12 16,8-9-37-16</inkml:trace>
  <inkml:trace contextRef="#ctx0" brushRef="#br0" timeOffset="1260.88">19707 4343 71 0,'0'0'21'0,"0"0"9"0,0 0-6 0,0 0 0 0,0 0-3 16,0 0-1-16,0 0-5 15,0 0-3-15,0 0-2 16,0 0-1-16,0 0-2 15,-2-30-5-15,2 30-3 0,0 0 0 16,0 4-1-16,0 3-1 16,0 3 2-16,1 1 1 15,2 0 0-15,1 0-1 16,-2-4 0-16,1 0 1 0,2-3 0 16,1-1 0-16,-2-3 0 15,5 0 0-15,-2 0 2 16,7-7 4-16,3-6 1 15,6-7 1-15,8-8-2 16,9-8-2-16,12-9-2 0,15-9-2 16,11-13-1-16,12-12-64 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43:23.386"/>
    </inkml:context>
    <inkml:brush xml:id="br0">
      <inkml:brushProperty name="width" value="0.05292" units="cm"/>
      <inkml:brushProperty name="height" value="0.05292" units="cm"/>
      <inkml:brushProperty name="color" value="#FF0000"/>
    </inkml:brush>
  </inkml:definitions>
  <inkml:trace contextRef="#ctx0" brushRef="#br0">7079 2794 22 0,'0'-1'4'0,"0"-3"8"0,-1 3 4 0,0-4-6 16,1 3-1-16,0-2-4 16,0 2 1-16,0-1 4 0,-1 0-1 15,0 2 4-15,1-1 0 16,0 2-5-16,0 0-6 15,0 0-4-15,0 0-1 16,0 0-2-16,1 6 1 16,4 2-2-16,-1 4 4 0,0-1 2 15,1-1 0-15,2 1 0 16,-4-2 0-16,3 1 0 16,0-5 0-16,-1 0 2 15,-1-2-1-15,3-3 0 16,2 0 3-16,7 0 1 0,4-10 3 15,7-9 2-15,9-7-1 16,15-11-4-16,9-11-2 16,14-10-1-16,15-6 2 15,17-11 0-15,10-9 3 16,14-8-45-16</inkml:trace>
  <inkml:trace contextRef="#ctx0" brushRef="#br0" timeOffset="12944.48">4055 7927 62 0,'0'0'4'0,"0"0"5"0,0 0-1 0,0 0-5 16,0 0-1-16,0 0 2 15,0 0 3-15,0 0-3 16,0 0 2-16,0 0 0 16,0 0-1-16,0 0-3 0,0 0-4 15,-5-21 2-15,10 21 0 16,1 0 0-16,-1 0 0 16,3 0 0-16,2 0-1 15,-1 0-1-15,2 0 0 16,3 0 1-16,1 0 1 0,1 0 1 15,1 0 0-15,1 0-1 16,1-2 0-16,0 1 0 16,2 1-2-16,1-1 0 15,0-1 0-15,1 1 0 16,1 1 2-16,1 0 0 16,-1 0 0-16,0 0 1 0,2 0 0 15,0 0-1-15,-3 0 1 16,-1 1-1-16,0 2-1 15,1-2 0-15,-1 1 0 16,-2 1-1-16,2-3-1 0,3 4 2 16,0-4 1-16,1 2 0 15,1-1 1-15,2 0-1 16,0-1 0-16,2 0-2 16,-1 0 0-16,3 0 0 15,0-2 4-15,1-4 1 0,4 0 4 16,0-1-4-16,0 3 0 15,2-3-2-15,-1 1 0 16,-3 1 2-16,1 0-2 16,-3 1 0-16,1 3 1 15,1-1-2-15,0 2 0 0,0 0 1 16,4 0-1-16,0 0 1 16,3 0-1-16,-1 3 0 15,3 1 1-15,-5 1 0 16,2-2-1-16,-1 1 0 15,1 0 0-15,0-3 0 16,2 2 1-16,0 0-1 0,1-3 0 16,-1 1 0-16,-2 1 0 15,2-2 0-15,-2 1 0 16,5-1 0-16,-1 2 1 16,4-1-1-16,-3-1 2 15,6 3-2-15,1-2 1 0,-2 0 0 16,3 1 0-16,-1-2 0 15,2 1 0-15,2 0-1 16,-4-1 0-16,1 1 1 16,1-1-1-16,0 3 0 15,2 0 1-15,0 1-1 0,3-1 0 16,0 3 0-16,1-1 0 16,1 1 1-16,1-2-1 15,-1 2 0-15,-1-2 0 16,1 0 0-16,-3 0 0 15,3 0 0-15,-1 0 1 0,-1-1-1 16,-1 2 0-16,-2-1 1 16,-1-1 2-16,-4 1-1 15,0-2 0-15,-5 0 0 16,-2-1 0-16,-8-1-1 16,-2 0 4-16,-4 0-3 0,-8 0-1 15,-2 0 2-15,-9 0-1 16,-1 0 4-16,-8 1 0 15,-4 1-35-15,-7-2-42 16</inkml:trace>
  <inkml:trace contextRef="#ctx0" brushRef="#br0" timeOffset="13590.26">7718 6965 77 0,'3'-5'1'0,"-2"-2"2"0,0 3-2 15,1 0 0-15,0 0-1 16,0-1 1-16,-2 2 3 0,2-3 7 16,0 2-1-16,-2 1 1 15,2 1-4-15,0-1-4 16,4 3-3-16,-4 0-1 15,2 0-1-15,-1 0 0 16,1 0-1-16,0 0 1 0,-2 0 1 16,2 3 2-16,1-1-1 15,0 0 2-15,4-1 1 16,-1-1-1-16,5 0 3 16,4-3 1-16,5-8 5 15,5-9 3-15,7-7-1 0,8-5-5 16,8-7-2-16,8-5 0 15,7-4-2-15,8-6-2 16,10-6 2-16,6-5-11 16,3-9-80-16</inkml:trace>
  <inkml:trace contextRef="#ctx0" brushRef="#br0" timeOffset="14593.16">9173 7658 110 0,'0'0'0'0,"0"0"2"0,0 0 0 0,0 0-2 0,0 0-1 16,0 0-17-16</inkml:trace>
  <inkml:trace contextRef="#ctx0" brushRef="#br0" timeOffset="14768.87">9399 7626 79 0,'0'0'0'0,"0"0"0"16,38 20 2-16,-23-13-1 16,2-1 0-16,2 0-25 0</inkml:trace>
  <inkml:trace contextRef="#ctx0" brushRef="#br0" timeOffset="14940.56">9792 7828 91 0,'0'0'-1'0,"0"0"0"15,42 41 2-15,-26-28 0 16,2 1 0-16,-4-3 1 15,3-1-17-15,-1-5-43 0</inkml:trace>
  <inkml:trace contextRef="#ctx0" brushRef="#br0" timeOffset="15074.52">10132 7976 83 0,'0'0'-7'16,"0"0"8"-16,0 0 4 15,47 1-3-15,-32-1 0 16,1 0-52-16</inkml:trace>
  <inkml:trace contextRef="#ctx0" brushRef="#br0" timeOffset="15238.96">10624 8007 66 0,'0'0'0'0,"0"0"0"15,51 29 0-15,-36-20-66 16</inkml:trace>
  <inkml:trace contextRef="#ctx0" brushRef="#br0" timeOffset="15453.13">11030 8224 29 0,'0'0'16'15,"0"0"-14"-15,52 23 0 0,-32-16 0 16,-2-3-1-16,4 2 0 15,-2-3 2-15,0-2-3 16,0-1-11-16</inkml:trace>
  <inkml:trace contextRef="#ctx0" brushRef="#br0" timeOffset="16292.9">13050 8247 81 0,'0'0'11'0,"0"0"5"0,0 0 3 0,0 0-10 0,0 0-4 16,0 0-1-16,0 0-4 15,0 0-5-15,0 0-29 16,0 0-56-16</inkml:trace>
  <inkml:trace contextRef="#ctx0" brushRef="#br0" timeOffset="16492.86">13309 8200 79 0,'0'0'-2'0,"0"0"2"15,0 0 1-15,0 0-17 16</inkml:trace>
  <inkml:trace contextRef="#ctx0" brushRef="#br0" timeOffset="16670.29">13430 8152 159 0,'0'0'6'0,"0"0"9"0,0 0-15 15,0 0-1-15,0 0-27 16,0 0-19-16</inkml:trace>
  <inkml:trace contextRef="#ctx0" brushRef="#br0" timeOffset="17986.28">12461 6879 59 0,'-3'-4'4'0,"1"-3"7"0,-1 4 0 15,1-1-2-15,-2-1-3 16,-2 1-4-16,1 0-5 15,-3 1 11-15,0-1-6 16,-1 1 0-16,1-1 0 0,-1 0 4 16,-1 2-3-16,1-1 0 15,1 0 1-15,-2 2 4 16,-2 0-5-16,1-1-1 16,1 2 0-16,-3 0-2 15,-1 0 1-15,3 0-1 0,-2 0 1 16,1 0-1-16,0 0-1 15,0 3-2-15,3-2 1 16,0 2 2-16,0-1 0 16,2-1 0-16,-1 1-3 15,1-1-17-15,-1 0-24 0</inkml:trace>
  <inkml:trace contextRef="#ctx0" brushRef="#br0" timeOffset="20603.03">13816 7466 24 0,'0'0'2'0,"0"0"8"0,0 0 3 15,0 0 0-15,0 0-4 16,0 0 2-16,0 0-1 0,0 0 2 16,0 0 9-16,39 18 2 15,-28-28 1-15,5-4-10 16,2-3-2-16,6-4-8 15,5-3 3-15,2-3-3 16,6-5-2-16,6-3 0 0,0-3 0 16,-1-6-39-16,-3-2-58 15</inkml:trace>
  <inkml:trace contextRef="#ctx0" brushRef="#br0" timeOffset="21051.4">13873 7460 104 0,'0'0'6'0,"0"0"12"0,0 0 4 0,0 0-2 0,0 0-8 16,0 0 1-16,45-44-6 15,-14 21-1-15,9-2-1 16,5-5-13-16,-1-4-80 0</inkml:trace>
  <inkml:trace contextRef="#ctx0" brushRef="#br0" timeOffset="25376.7">7333 7091 49 0,'0'0'2'0,"0"0"-1"0,0 0-1 0,0 0-3 16,0 0 1-16,0 0-1 16,0 0 6-16,0 0 11 0,0 0 0 15,0 0-6-15,-40-23-4 16,30 23-2-16,2-1-1 15,-1 1-1-15,1 0 0 16,1 0 0-16,-4 1-1 16,4 3 1-16,-2 2-1 0,-1 0 1 15,2-2 0-15,1 2 0 16,-1 1 0-16,-2-2 0 16,1 2 0-16,1 2 1 15,-2 2 0-15,1 1-1 16,1 2 0-16,1 3 0 0,-2 0 0 15,2 6 0 1,-3-3-1-16,5 5 1 0,-4-1 0 16,2-1 0-16,0 1-1 15,1 0 1-15,-3 1 0 16,2 0 2-16,1 1-1 16,1 1 0-16,1 0-1 0,0 4 2 15,3-3-2-15,1-1 1 16,0 0-1-16,0-1 1 15,0-1 0-15,7-1 1 16,-1-1-2-16,1 0 1 16,4 0 2-16,0 0 0 0,1-1-2 15,1-2 1-15,0 3 0 16,3-2 0-16,-2-1-2 16,2 0 1-16,1-3-1 15,-1 2 1-15,1-2 0 16,0-2-2-16,4 1 2 15,-2-2-1-15,3 3 0 0,0-3 1 16,2 1 1-16,3-2-1 16,-2-1 0-16,2 1 1 15,0-2-1-15,-2-1 0 16,-2-3-1-16,3 2 0 0,0-5 0 16,-1 3 0-16,4-3 1 15,0-1 0-15,0 3 1 16,2-2-1-16,1 0 1 15,1-1-1-15,-2 1 0 16,1-1-1-16,-3 1 0 0,-2-2 1 16,-1 2-2-16,1-2 0 15,-2 2 2-15,0-3-1 16,2 3 1-16,2-2 0 16,2-2 1-16,0 3 0 15,0-3-1-15,0 0 2 0,1 0-3 16,-1 0 2-16,-2 0-2 15,0 0 0-15,-1 0 1 16,2-3 0-16,4 2 1 16,-1-2-1-16,5 0 2 15,0-3 0-15,0-1 0 16,0 1-1-16,-2-1 1 0,0-1-1 16,-7-1-1-16,0-2 1 15,0-2-2-15,-2-1 3 16,0-2 9-16,2-2-1 15,0-3-5-15,-1-1-3 16,-1-3 1-16,-2 0-2 0,-4 0 1 16,-2-3-1-16,-3-1 4 15,-3 2 1-15,-3-3 3 16,-1 0 2-16,-1-5-4 16,-2 2-2-16,2-5-2 15,-4 2-3-15,3-2 0 0,-5 0 0 16,-2-1-1-16,0 1 2 15,0 4 0-15,0 0 0 16,-8 1 1-16,1 2 0 16,-3 1-1-16,0 1 1 15,-2 0-2-15,-2-1 0 0,-1 4 0 16,-3 0-2-16,-3 1 1 16,0 1-1-16,-3 2 0 15,-1 0 0-15,0 2-1 16,0 1 4-16,1 1-4 15,-1 0 4-15,-2 0 0 16,1 1-2-16,-1 0 0 0,0 2-2 16,1 0 2-16,-5-1 0 15,3 2 1-15,-3 2 0 16,0 0-2-16,-2 0 2 16,1 4-2-16,1 1 2 15,-2 0-1-15,0 4-1 0,2 1 2 16,-3 1-1-16,-1 1 0 15,-3 0 0-15,1 0 0 16,3 0 0-16,-3 0 0 16,1 0 0-16,3 1 0 15,2 3-2-15,-2 1 3 0,3 1-2 16,-1-1 1-16,0 4 0 16,-1-1 0-16,2-1-3 15,0 3 2-15,-1-3 1 16,0 2-1-16,3 1 2 15,0-3-1-15,3 0 0 0,1 0 0 16,-1 0-1-16,5 0 1 16,0 0-1-16,0 0 0 15,1 1 1-15,4 0-1 16,-1-1 1-16,3 0 0 16,-1-1 0-16,3 1 0 0,3-2 0 15,-2-1-1-15,4-1 2 16,1 1-1-16,-1-3-1 15,1 3 2-15,3-2-1 16,-2 1 0-16,1-1 0 16,-1 3 0-16,2 1 0 0,1 2 0 15,1 2-24-15,0-3-53 16,0-1 9-16</inkml:trace>
  <inkml:trace contextRef="#ctx0" brushRef="#br0" timeOffset="26015.65">7825 6946 40 0,'0'0'17'0,"0"0"-16"0,0 0 3 0,2 0 29 15,-2 0-6-15,4-3-20 16,2-4-1-16,0-2-5 16,1-3 1-16,2-1-1 15,4-4 2-15,-2-3 0 0,3-1-2 16,-1-2 1-16,-2-1 1 15,1-2 5-15,-2 2-1 16,1 0-2-16,3 3-2 16,-3-2-1-16,5 4 0 15,-1 1 0-15,2 1-3 0,0 4-15 16,1 1-9-16,-3 1 0 16,1 3-13-16</inkml:trace>
  <inkml:trace contextRef="#ctx0" brushRef="#br0" timeOffset="26322.21">7986 6841 132 0,'0'0'-4'0,"0"0"24"0,0 0 3 15,0 0-16-15,0 0-5 16,0 0 1-16,0 0-2 15,0 0-2-15,0 0-40 0,-27 4 0 16</inkml:trace>
  <inkml:trace contextRef="#ctx0" brushRef="#br0" timeOffset="27732.87">16041 7899 89 0,'0'0'3'0,"0"0"15"0,0 0-6 0,0 0-6 16,0 0 0-16,0 0-2 16,0 0-2-16,0 0 0 15,0 0 4-15,0 0 1 16,0 0 5-16,-20-13 0 15,20 13-4-15,0 0-7 0,0 0-6 16,4 0 7-16,4 0-2 16,2 0 0-16,3 0-1 15,1 0 1-15,-1 0 0 16,3 0-1-16,2 0-3 16,5 0 2-16,3-1 0 0,4-2 1 15,7-1 2-15,4 0 2 16,3 0-3-16,-2-1 1 15,3 2-1-15,-2 0 1 16,4 0 1-16,-3-1-4 16,6 1 2-16,-1-1 2 0,5-1 1 15,1 0-2-15,0-2 0 16,0 3 0-16,-1-1 0 16,-5 0 0-16,-3 1-1 15,-5 1 0-15,-3 0 0 16,-7 2 0-16,-6 0 0 0,-7 1 1 15,-2 0 0-15,-6 0-1 16,-5 0 1-16,-3 0-7 16,-2 2-24-16,-2 2-10 15,-9-1 13-15</inkml:trace>
  <inkml:trace contextRef="#ctx0" brushRef="#br0" timeOffset="28166.73">16356 7930 48 0,'0'0'2'0,"0"0"-1"0,0 0-7 15,0 0 5-15,0 0 7 16,41 2 0-16,-24-2 4 0,6 0 0 16,4 0 2-16,4 0-1 15,3-3-2-15,6-2-3 16,5 1 2-16,4-1 2 15,4-2 0-15,1 1-1 16,4 0-2-16,-2-1-3 0,2 0-1 16,0 0-2-16,-5 1 0 15,-3 2 0-15,-5-2 2 16,-7 5-2-16,-8-1-1 16,-4 0 1-16,-4 2-1 15,-5 0 0-15,-3 0-18 0,-5-2-25 16</inkml:trace>
  <inkml:trace contextRef="#ctx0" brushRef="#br0" timeOffset="28756.64">17856 7460 57 0,'0'0'6'0,"0"0"10"0,0 0 1 0,0 0-5 15,0 0-7-15,0 0-5 16,0 0 0-16,0 0 0 16,0 0 0-16,0 0 0 15,0 0 1-15,13 7-1 16,-13-4 1-16,0 1 1 0,0-1 0 16,0 0 0-16,0-2 0 15,2 0 3-15,0-1 5 16,2 0 2-16,4 0 10 15,-1-8 4-15,7-3-12 16,2-6-5-16,7-2-3 16,7-9-2-16,10-4 1 0,14-10-2 15,14-8-2-15,14-8-2 16,11-11-45-16,3-11-69 16</inkml:trace>
  <inkml:trace contextRef="#ctx0" brushRef="#br0" timeOffset="30208.76">3711 6507 126 0,'0'-14'11'0,"0"-3"13"0,7-7-6 0,15-8-14 16,11-10-1-16,7-15-65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44:26.178"/>
    </inkml:context>
    <inkml:brush xml:id="br0">
      <inkml:brushProperty name="width" value="0.05292" units="cm"/>
      <inkml:brushProperty name="height" value="0.05292" units="cm"/>
      <inkml:brushProperty name="color" value="#FF0000"/>
    </inkml:brush>
  </inkml:definitions>
  <inkml:trace contextRef="#ctx0" brushRef="#br0">9414 1820 14 0,'0'-1'11'0,"0"-2"1"0,1 0-1 0,1 0-6 16,0 0-1-16,-2-1-1 15,2 1 0-15,0 1 0 0,-2 0 0 16,2 1 4-16,-2-2-2 16,0 3 0-16,0-3 0 15,2 3-1-15,-2-1-2 16,1-1-2-16,1-1-1 0,2 3 1 16,-4 0 1-16,5 0-1 15,-3 0 0-15,1 0 0 16,-2 0 0-16,2 0 0 15,1 3 0-15,-2 3 0 16,-1 1 2-16,1 0-2 16,0 0 0-16,0 0 0 0,2 0 1 15,-1-1-1-15,0 1 1 16,1-1-1-16,2-1 1 16,-3 0-1-16,1-3 0 15,0 0 0-15,2 1 0 16,-2-3 1-16,2 1-2 0,-2-1 2 15,3 0-1-15,-1 0 3 16,4-5 4-16,1-4 4 16,0-4-3-16,3-1-3 15,3 0-2-15,2-3 1 16,3 0-3-16,1 0 0 0,1-3 1 16,2 0-1-16,1 0 0 15,1-1 1-15,4-2 0 16,2 0 1-16,0 1 0 15,4-4 0-15,3 2 0 16,0 0 1-16,-5 1-2 0,0-4 1 16,-2 6-3-16,-6 1 2 15,-3 1-2-15,-4 2 2 16,-5 3-2-16,1 4 0 16,-7 3 1-16,1 4-1 15,-6 3-2-15,-4 0-34 16,-1 2-23-16</inkml:trace>
  <inkml:trace contextRef="#ctx0" brushRef="#br0" timeOffset="626.94">9485 1798 31 0,'0'0'5'0,"0"0"-4"0,0 0 0 0,0 0 0 16,0 0 1-16,0 0 1 16,0 0-1-16,0 0 1 15,0 0-1-15,36 35-1 16,-30-26-1-16,2-2 1 16,-1-3 0-16,1-1 1 0,2-2 1 15,-3-1 7-15,4 0 2 16,2-4-2-16,0-5 3 15,2-2 3-15,4-2-3 16,3-4-1-16,1 0-4 16,5-4 1-16,3-3 2 0,6-5-1 15,3-5-4-15,10-3 0 16,5-4-2-16,7-4 0 16,6-5-3-16,3 0 0 15,2-2-1-15,4-1-1 16,-4-5-54-16</inkml:trace>
  <inkml:trace contextRef="#ctx0" brushRef="#br0" timeOffset="10299.16">13924 6723 4 0,'0'0'12'0,"0"0"5"0,0-1-1 0,0-1-1 15,0-1 2-15,0 0-2 16,0 2 1-16,0-2-1 0,0 2 0 15,0-2-5-15,0 3 0 16,0 0-5-16,0 0-2 16,0 0-3-16,0 0-3 15,0 0-1-15,0 0-1 16,1-3 7-16,3 3-2 0,5 0-2 16,-4-1 2-16,5-1-1 15,-1 1-1-15,3-2 4 16,0 2-1-16,5-2 0 15,-2 0 0-15,1 0 0 16,0 0 1-16,1 1 0 16,1 0-1-16,3 0-1 0,1 1 2 15,-1 0-3-15,2 1 1 16,2 0 3-16,2 0-3 16,0 0 1-16,2 0-1 15,2 0 1-15,2 0-1 16,4 0 1-16,2 0-1 0,4-2 0 15,-1 1 0-15,4 1 0 16,0 0 0-16,3 0 0 16,0 0 0-16,3 0 1 15,2-1-1-15,-4-2 1 16,2 3-1-16,2-3 0 16,-3 1 0-16,3-1 0 0,2 1 1 15,0 0-1-15,2-2 0 16,3 1 0-16,1 0 0 15,1-1-2-15,1 1 3 16,1 0-1-16,-3 2 0 0,1-1 1 16,2 0-2-16,-2 0 2 15,-1 2-1-15,3-1-1 16,2-2 0-16,5 3 0 16,-1-3-1-16,1-1 3 15,2 4-3-15,1-3 6 16,0 0-4-16,2 2 2 0,-1-1-3 15,0 1 1-15,-1 1 2 16,3 0 0-16,2 0 1 16,-4 0-1-16,2 0 0 15,0 0 0-15,-2 0-2 16,2 0 2-16,3 0 1 0,-3 0 2 16,7 1 1-16,2 1 4 15,0-1-3-15,1 1 0 16,-4-1 0-16,1 1-4 15,-1-1-1-15,-3-1 0 16,-2 0 3-16,1 0 3 0,-1 0 1 16,-1 0-5-16,-6 3-2 15,-5-2 0-15,-1 2-2 16,-7 0 2-16,-3-2-1 16,-5 1-1-16,-5-2 1 15,-4 0-1-15,-5 1 1 0,-7-1 0 16,-5 1 0-16,-6-1 1 15,-5 2-1-15,-6-2 0 16,-5 3-6-16,-3-3-35 16,-7 0-53-16</inkml:trace>
  <inkml:trace contextRef="#ctx0" brushRef="#br0" timeOffset="11488.32">16620 5172 33 0,'2'0'2'0,"-1"0"0"0,0 0-2 0,0 0 10 0,1 0 3 16,-2 0-3-16,2 1-5 15,0 1-2-15,0-1 2 16,0 2-3-16,-1 0 1 15,2 0 0-15,3 1 1 16,-4 0 0-16,1 2-3 0,1-1 2 16,0 0 1-16,0 2-1 15,-1 0-1-15,-1-1-1 16,5 0 0-16,-5-1 0 16,1 0 0-16,1-1 0 15,2-3 2-15,-2 1 1 0,3-2 8 16,1 0 5-16,4 0 1 15,3-9-4-15,6-5 4 16,2-4-2-16,10-4-3 16,1-5-2-16,9-4-3 15,7-7-2-15,6-5-1 0,3-2-1 16,5-5-1-16,4 0 0 16,7-5-3-16,1-3-20 15,-6-7-131-15</inkml:trace>
  <inkml:trace contextRef="#ctx0" brushRef="#br0" timeOffset="12917.47">15499 6470 74 0,'0'0'5'0,"0"0"8"0,0 0-4 16,0 0-2-16,0 0 0 15,0 0-5-15,0 0-2 16,1 2-2-16,1 2 0 16,-2 3 3-16,3 0 0 0,-3 3 6 15,2 1-6-15,-1-1 1 16,1-1-1-16,0-4 0 16,4-2-2-16,-1-3-2 15,6 0 14-15,5-14 18 16,6-4-15-16,5-8-8 0,2-4-5 15,3-2 3-15,3-1-5 16,-2-2-37-16,-5 2-55 16</inkml:trace>
  <inkml:trace contextRef="#ctx0" brushRef="#br0" timeOffset="13400.88">15974 6507 76 0,'0'0'-2'0,"0"0"4"0,0 0-1 0,0 0 5 15,0 0 7-15,0 0 12 16,43-4-1-16,-27-11-4 16,1-6-9-16,4-3 1 15,3-1-4-15,3-2-5 0,2-2-1 16,2-2 1-16,5 0-7 15,0-2-46-15,2-4-100 16</inkml:trace>
  <inkml:trace contextRef="#ctx0" brushRef="#br0" timeOffset="13764.5">16419 6513 99 0,'0'0'4'16,"0"0"14"-16,0 0-5 16,0 0-7-16,37-47 4 15,-12 23 0-15,2 0-7 16,2-3-1-16,5 1-4 0,1-4-36 15</inkml:trace>
  <inkml:trace contextRef="#ctx0" brushRef="#br0" timeOffset="14042.61">16695 6502 139 0,'0'0'6'0,"0"0"14"16,0 0-9-16,55-52-10 15,-20 29-1-15,5-2 2 16,4-2-5-16,3-3-59 16</inkml:trace>
  <inkml:trace contextRef="#ctx0" brushRef="#br0" timeOffset="15665.12">18050 5650 71 0,'0'0'4'0,"0"0"15"0,0 0-3 0,0 0-4 16,0 0-1-16,-37-19-2 15,32 12-1-15,-1 0-3 0,0-1 0 16,-3 1 6-16,3 0 0 16,-2 0-7-16,3 1-1 15,-5 2-2-15,4 0 0 16,-4 1 0-16,-2 2-1 16,0 1-1-16,-5 0 1 0,1 0-1 15,-4 0 2-15,0 0-1 16,-4 4 0-16,1 0 0 15,2 3-1-15,-2 0 2 16,0 1-1-16,1 2 0 16,0 0 0-16,1 2 0 0,-3 1-1 15,3 1 2-15,-1 2-2 16,-2 1 1-16,1 1 0 16,-2 2-1-16,0 3 1 15,-1-3 0-15,0 4-1 16,0-1 1-16,1-2 1 0,3 2-2 15,1-2 1-15,2 3 0 16,4-1 0-16,-1 0-1 16,3 1 1-16,1 0-1 15,2 0 1-15,3-1-1 16,-1 1 1-16,4-1-1 0,0-2 0 16,0 3 1-16,2-4 0 15,1 1-1-15,1-2 1 16,0-1-2-16,0 0 2 15,0 0-2-15,0-1 0 16,4-1-2-16,3-1-1 0,-2 2 3 16,4 0-2-16,-2-5 2 15,1 3 0-15,2-2-2 16,-1 0 1-16,1 0 4 16,3 1-3-16,1 0 1 15,1 0 0-15,1 3 1 0,2-3-1 16,1 1 3-16,1 0-2 15,0-1-1-15,-1-2 0 16,2-1 1-16,-1-1 0 16,2-3 2-16,-2 0 3 15,4 0 1-15,1-1-4 0,2-2 3 16,0-1 0-16,2 0-3 16,0 3 0-16,1-4-1 15,0 1 0-15,2-1-1 16,0-2 0-16,-1 2 2 15,2-2 1-15,-2 0-3 0,-1 0 1 16,-2 0-1-16,-1-2 0 16,0-2 3-16,-2-1-1 15,-2-1 5-15,2 1 0 16,-1-2 7-16,2-3-4 16,1 0-4-16,0-2 0 0,-1 0-4 15,1-4 1-15,0 1-1 16,-3-3 1-16,2-1-2 15,-1-3 1-15,-2 1-1 16,2-3 0-16,-2 1 1 16,-1-2-2-16,-2 2 2 0,0-1-2 15,-5 2 1-15,-1 1 0 16,-5 1 2-16,1 0-1 16,-4-1 4-16,-1 1-1 15,-3 0-1-15,0-1 1 16,-2-2 1-16,0 0-3 15,0-1 1-15,0-1-2 0,-4-1 4 16,-3 0-4-16,-3 1 0 16,0 1-1-16,-3 0-1 15,-3 1 2-15,0 3-2 16,-4 3 1-16,2 0-1 0,0 4 3 16,-4 2-3-16,3 1 0 15,0 3 4-15,-2 1-3 16,-1 3-2-16,2 3-3 15,-5 0-14-15,-2 2-5 16,-4 2-36-16,-6-1-53 16</inkml:trace>
  <inkml:trace contextRef="#ctx0" brushRef="#br0" timeOffset="17965.64">14751 5632 3 0,'0'0'4'0,"0"0"3"0,0 0 12 0,0 0-2 16,0 0-4-16,0 0-5 16,0 0-2-16,0 0 4 15,0 0-3-15,0 0 3 0,0-1 7 16,0-1-5-16,0 1-5 16,0 1-1-16,0 0-3 15,0-1-2-15,0 1 0 16,0 0-1-16,0 0 0 15,0 0 0-15,0 0-1 0,0 0-1 16,0 0-1-16,0 0 0 16,0 0 6-16,0 1-2 15,1 2-1-15,1 0 1 16,0 1-2-16,0-1 0 16,0 0 1-16,0 1 1 0,1-2-1 15,-2 2 0-15,1-1 0 16,-1 1 0-16,0 0-4 15,3-1 4-15,-2 0 2 16,-2 1-5-16,2 0 2 16,-1-1 2-16,1 1 0 15,-1 2 1-15,0-1-2 0,1 0 1 16,0-2-1-16,0 2 0 16,0-2 0-16,-1 0 0 15,3 1 0-15,-1-2-3 16,1-1 2-16,-2-1-2 15,-1 0 0-15,1 0 2 0,0 0 0 16,2 0 8-16,0-3-2 16,0-4-3-16,4-3 0 15,-1 0 1-15,3-4-1 16,4-3-1-16,0-1-1 0,2-4 0 16,0 0 2-16,3-1-1 15,-2-4 0-15,0 4 3 16,-2 0 3-16,0 1 0 15,1 0 0-15,0 4-3 16,-1 1-2-16,-1 1-1 16,-3 5 0-16,-1 1 0 0,-1 4-3 15,-1 2-11-15,-6 4-8 16,0 0-11-16,-2 0-4 16</inkml:trace>
  <inkml:trace contextRef="#ctx0" brushRef="#br0" timeOffset="19839.33">14709 5661 7 0,'0'-2'16'0,"0"-2"1"0,0 1 1 0,0 1-3 0,0 1-1 16,0-2-2-16,0 1-1 15,0 0 1-15,0-1-4 16,0 2 1-16,0 1-4 0,0-3-3 16,0 3-1-16,0 0-1 15,0 0 1-15,0 0-2 16,0 0-2-16,0 0 1 16,0 0 0-16,0 3 2 15,0 1 2-15,0 2 0 16,0-2-1-16,1 2-1 0,2-2 0 15,0 0 0-15,1 2-1 16,-2-2 1-16,0 1 0 16,1-1 0-16,-2 0 0 15,2 2 1-15,0-2-1 16,-3-1 0-16,2 0 0 0,-2 0 0 16,1-1 0-16,-1-2 0 15,1 1 0-15,0 0 0 16,-1-1-1-16,0 0-1 15,0 0 2-15,1 0-2 16,0 0 3-16,-1 0-3 16,1 0 2-16,2 0 0 0,-1 0-1 15,-2 0 2-15,4 0-2 16,-1 0 0-16,0-2-2 16,2-2 5-16,-2 1-2 15,0-2 2-15,3-1-1 0,-2-1 0 16,-1-2 1-16,3 1 0 15,-1-2-1-15,4-2-1 16,-2-2-1-16,3 0 3 16,2-1 0-16,1-4 1 15,3 0-1-15,0-2 2 16,3 0 0-16,-1-2 0 0,-2 1-2 16,0-1 1-16,0 0-2 15,-3 0 1-15,0-1 3 16,-1 4 0-16,-2 2 2 15,-2 0 4-15,0 4 0 16,-5 3-5-16,0 4-2 0,-1 3-1 16,-1 2-1-16,1 2-2 15,-2 0-40-15,0 8 14 16,0 6-12-16,0 0-28 16</inkml:trace>
  <inkml:trace contextRef="#ctx0" brushRef="#br0" timeOffset="20594">14683 6445 28 0,'4'0'3'0,"2"-2"10"0,6-3 6 0,-2-2-7 16,4-2-2-16,4 0-1 16,0-2-2-16,4 0 1 15,-1-1 0-15,3 1 2 16,-2-1-2-16,3 1-4 0,-3 1-2 15,-2 3 1-15,-2 0-2 16,-2 3 0-16,-3 1 0 16,-1 0 1-16,-3 0-2 15,-1 2 0-15,-3 1-7 16,-1 0-18-16,-2 0-8 0,-2 4-14 16</inkml:trace>
  <inkml:trace contextRef="#ctx0" brushRef="#br0" timeOffset="21006.14">14760 6493 14 0,'0'0'15'0,"0"0"2"0,0 0-5 16,41-7 0-16,-26 1-4 15,1-1-2-15,3 0 0 16,4-3 1-16,-2 0 3 15,-1 0 0-15,0 2-1 0,0-2-2 16,-4 3-3-16,0-1-1 16,-2 3 2-16,-1-1-1 15,-1 3 2-15,-3 0-1 16,-4 1 0-16,-1 0-3 16,-2 2 3-16,-1 0 5 0,-1 0-3 15,0 0-5-15,0 0-32 16,-4 0-22-16</inkml:trace>
  <inkml:trace contextRef="#ctx0" brushRef="#br0" timeOffset="32840.85">10469 10833 104 0,'0'0'10'0,"0"0"0"0,0 0 0 0,0 0 17 0,0 0-13 15,0 0-10-15,0 0-1 16,0 0-2-16,0 0-1 16,0 0 0-16,0 0 0 15,0 0 1-15,0 13 0 16,2-9 1-16,1 3-2 0,3 0 0 15,1 1-1-15,2-1 0 16,4 0-1-16,3-2-5 16,7 0 4-16,1-1 5 15,7-1-2-15,4-2-3 16,4-1 5-16,4 0-4 0,2 0 2 16,5 0 1-16,2 0-3 15,2 0 5-15,2 0-2 16,-1 0 0-16,5 0-1 15,1 0 1-15,1 0 0 16,3 3-2-16,3 0 1 0,-1-2 0 16,6 2-2-16,2-3 3 15,2 2-1-15,4-1 2 16,1 0-3-16,1 1 2 16,0-1 0-16,3 2 0 15,-1-1-1-15,1 0 0 0,3 0 0 16,0-1 2-16,1 1-2 15,-2-2 0-15,3 0 0 16,3 0 0-16,0 0 1 16,2 0-1-16,2-3 0 15,2-1-1-15,0-1 1 16,-2 0 0-16,-2 0 0 0,2 1 3 16,0 1-1-16,0-1 0 15,1 1 1-15,3 2 3 16,-1-2-2-16,0 0-1 15,1 0 1-15,2-1-1 0,1 0 0 16,-1 0 0-16,4-1 2 16,1 1-2-16,-2-2 2 15,1 2-4-15,-2 0-1 16,2 1 2-16,-3 0-4 16,3 3 4-16,-4-3-2 0,2 3 0 15,-1 0 8-15,2-1 0 16,-1 1-3-16,4-2 1 15,0 1-2-15,0 1-4 16,-1 0 1-16,-1-1 0 16,-3-1 0-16,0 2-1 0,-3-3 0 15,-1-1 0-15,-3 0 1 16,-4-2-1-16,0 1 1 16,0-1 0-16,1 1 0 15,-1 1 2-15,2 1-3 16,-3-2 0-16,-5 1 2 15,-5-1-2-15,-3 1 0 0,-5-1 1 16,-3 0 0-16,-5-1 4 16,-1 1 4-16,-2 0-4 15,-2 1-1-15,-3 0-1 16,-2 1 0-16,-3-1-1 0,-5 2-1 16,-2-2 1-16,-9 4 0 15,-5-1 1-15,-4 1-1 16,-5 0 1-16,-6 0-1 15,1 0 0-15,-6 0 1 16,-1 0-2-16,-1 0 0 0,-3 0 0 16,0 0-1-16,-1 0-3 15,-3 0-12-15,-2 0-14 16,-2 0-34-16,0 0-81 16</inkml:trace>
  <inkml:trace contextRef="#ctx0" brushRef="#br0" timeOffset="33289.93">19405 10301 24 0,'0'-2'47'0,"0"-1"-5"0,0 1-9 0,0 0-3 0,0 2-5 16,0-2-11-16,0 1-4 16,0 1 0-16,0 0-2 15,0 0 1-15,2 0 3 0,2-2-2 16,0 0-8-16,6-2 1 16,0-3-2-16,9-3 1 15,1-6-2-15,14-2 2 16,4-7-5-16,8-4 7 15,8-5-3-15,5-2-15 0,5-4-30 16,1-2-64-16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45:08.302"/>
    </inkml:context>
    <inkml:brush xml:id="br0">
      <inkml:brushProperty name="width" value="0.05292" units="cm"/>
      <inkml:brushProperty name="height" value="0.05292" units="cm"/>
      <inkml:brushProperty name="color" value="#FF0000"/>
    </inkml:brush>
  </inkml:definitions>
  <inkml:trace contextRef="#ctx0" brushRef="#br0">10844 4864 52 0,'0'0'17'0,"0"0"-10"0,0 0-1 0,0 0-4 16,0 0-1-16,0-1-1 0,0-1 1 16,0 2 1-16,0-1 0 15,0-1 7-15,0 2 3 16,0-1-1-16,0 1-4 16,0 0-4-16,0 0-5 15,0 0 1-15,0 0 0 16,0 0 1-16,1 0-1 15,1 0 0-15,2 3 0 0,-1 1 0 16,-1 0 1-16,0-1 0 16,0 1 0-16,1 0 0 15,1 1 0-15,0-2 0 16,-2 1 1-16,3-1-1 0,-1 1 0 16,0-2 1-16,0 0-1 15,0 1 1-15,-2-3-2 16,1 4 2-16,-1-2-1 15,2-1 0-15,-2 1 0 16,0 0 0-16,1-2 0 0,0 0 1 16,1 0 0-16,2 0-2 15,-2 0 3-15,3 0 1 16,-1-4 0-16,4-1-1 16,-1-2 1-16,2-2 1 15,1-1-1-15,0-3 1 16,2 0 2-16,2-1 1 0,4-4-1 15,0-1-1-15,4-3-1 16,3 0 0-16,2-3-1 16,1-1-1-16,1-1 0 15,2-1-1-15,-1-2-1 0,3 0 1 16,-3 2-1-16,3-2 2 16,0 4-2-16,0-2 0 15,-1 4 1-15,1-2 1 16,-4 5-2-16,-2-2 3 15,-2 3 0-15,-4 4 5 0,-4-2-2 16,-4 7 2-16,-3-1 0 16,-5 3-2-16,-3 3 3 15,-1 2 3-15,-3 2-1 16,2 1-4-16,-2 1-6 16,1 0-1-16,-1 2-5 0,0 7-17 15,0-2-61-15,-8-5-49 16</inkml:trace>
  <inkml:trace contextRef="#ctx0" brushRef="#br0" timeOffset="2623.01">15628 8150 53 0,'-6'-4'7'0,"1"1"11"0,4-1-6 0,-1 3-3 16,0-1-1-16,2-1 0 0,0 3 0 15,-2-1-1-15,1 1 4 16,0 0-5-16,1 0-6 16,0 0-5-16,0 0 2 15,0 0 3-15,0 1 1 16,0 1 0-16,0-2 0 15,0 0-2-15,6 0 5 0,5-6 10 16,1-9 5-16,7-7-5 16,3-9-3-16,8-6-1 15,3-6-1-15,5-5-3 16,7 1-3-16,5-1-2 0,1 2-1 16,1 1 0-16,1 4-4 15,-5 1-26-15,-4 3-42 16</inkml:trace>
  <inkml:trace contextRef="#ctx0" brushRef="#br0" timeOffset="3726.8">17063 9197 1 0,'2'2'5'0,"1"0"-3"0,3 1 1 0,-4 0 1 16,1 3 2-16,3-2 0 16,-4 0 3-16,1-1-4 0,0 0 3 15,2 1 1-15,-3-1-1 16,1 0 1-16,2 0-2 16,1-3-2-16,-3 3 2 15,2-2-1-15,2-1 2 16,-2 0-3-16,5 0 8 0,0-9 0 15,1-4 2-15,5-5 2 16,2-5-3-16,2-9 0 16,11-9-1-16,5-10-3 15,13-6-4-15,5-10-3 16,8-3-3-16,4-1 0 16,4 1-13-16,-4 5-61 0</inkml:trace>
  <inkml:trace contextRef="#ctx0" brushRef="#br0" timeOffset="4837.22">17856 10187 15 0,'-3'7'21'0,"1"2"-15"0,2-4 2 0,0 1 0 16,0 1-4-16,0-3 0 0,0 1 4 15,5-2-3-15,-1-1 1 16,1 0 1-16,1-2 1 16,2 0 0-16,1 0 3 15,1-9 6-15,4-5-6 16,1-4-1-16,2-5 4 0,7-7 1 15,2-3-3-15,4-4-4 16,8-4-4-16,4-3-2 16,2-4 0-16,5-2-3 15,1 0 1-15,-4 2-11 16,0 0-42-16,-10 9-84 0</inkml:trace>
  <inkml:trace contextRef="#ctx0" brushRef="#br0" timeOffset="5505.69">18602 10846 31 0,'0'0'8'0,"0"0"1"0,0 0 2 15,0 0 9-15,0 0-4 16,0 0-3-16,0 0-4 16,0 0 12-16,0 0-1 15,0 0-5-15,0 0-8 0,-4-6-1 16,4 5-4-16,-2 1-2 16,1 0 1-16,0 0 0 15,-1 0-1-15,2 0 1 16,0 0 0-16,0 0 0 15,0 0-2-15,0 0 2 0,0 1-1 16,0 2 2-16,6 0-1 16,-1-3-2-16,8 0 1 15,0-6 3-15,6-11 7 16,10-10 0-16,10-14-1 16,14-13-4-16,13-17-2 0,14-10-2 15,14-17-1-15,12-11-1 16,3-8-77-16</inkml:trace>
  <inkml:trace contextRef="#ctx0" brushRef="#br0" timeOffset="6615.99">19706 11607 86 0,'1'0'11'0,"1"0"-11"0,2 0 2 0,-2 3-2 0,1-1 0 16,-1 0 1-16,1 3-1 15,-1-1 2-15,0 3 4 16,0-1 2-16,-2-2 2 15,3-1-1-15,0-2 1 0,2-1-2 16,0 0 1-16,6-5 9 16,5-13 0-16,5-11 3 15,13-14-4-15,12-15-6 16,17-16-8-16,14-13-1 16,15-10-3-16,14-10-19 0,7-7-85 15,5 2-11-15</inkml:trace>
  <inkml:trace contextRef="#ctx0" brushRef="#br0" timeOffset="9279.02">14291 13782 0 0,'0'-6'22'0,"0"3"3"0,0-2-9 0,0 0-3 0,0 1-5 16,-2 1 2-16,0 0 2 15,2 2-3-15,-2-1 1 16,2 0 1-16,-1 0-6 15,1 2-1-15,-1-1-1 16,1 1 0-16,0 0 3 16,0 0 0-16,0 0-4 0,0 0-2 15,0 0 0-15,0 0 0 16,0 0 0-16,4 1 0 16,0 3 0-16,1 2 0 15,-1 1 1-15,3 0-1 0,-3-1 0 16,0 1 1-16,1 0-1 15,-1-4 0-15,1 1 1 16,2-1-1-16,-2-3 0 16,1 0 2-16,3 0-2 15,3-3 1-15,1-9 1 0,5-7 2 16,3-6 4-16,6-8-1 16,1-7 3-16,5-8-1 15,3-3-2-15,0-3 0 16,1 1 2-16,-1-1-7 15,2 5 0-15,-6 2-1 0,0 4 0 16,0 6-1-16,-8 3 0 16,-2 8 0-16,-5 5 0 15,-2 4 1-15,-5 10-1 16,-2 0 0-16,-3 5 0 16,-2 2-1-16,-1 0 0 15,0 0 1-15,0 0-1 0,0 0-1 16,-2 9-5-16,2 0-8 15,-2 3-19-15,0 0-23 16</inkml:trace>
  <inkml:trace contextRef="#ctx0" brushRef="#br0" timeOffset="14886.07">4482 15107 57 0,'-4'0'9'0,"0"0"7"0,0 0 2 16,0 0-3-16,1 0-4 15,1 0-4-15,2-2-3 0,-2 2-3 16,2 0-1-16,0 0 0 15,0 0-2-15,0 0-4 16,0 0-1-16,0 0 5 16,0 2 1-16,0 2 0 15,3-2 1-15,1 1 0 16,0-1-2-16,2 0 1 0,2-1 0 16,-2-1 1-16,3 2 0 15,1-1 0-15,-3 0-1 16,3-1 1-16,1 0 0 15,1 2 1-15,-3-1-1 16,5-1 0-16,-2 1 0 0,2-1-1 16,3 0 1-16,2 0 0 15,-4 0 1-15,3 0-1 16,0 0 0-16,2 0 1 16,-3-1 0-16,2 0-1 15,-1-1 0-15,0 0 2 0,2 0 0 16,0 2 0-16,-3 0 0 15,4 0-2-15,-4 0 1 16,2 0-1-16,1 0 0 16,-2 0 0-16,2 0 1 15,-1 3-1-15,-1-2 0 0,3 1 1 16,-3-1 0-16,4 2 2 16,-2-3-1-16,0 0 0 15,0 0 1-15,3 0-1 16,-3 0 2-16,2-3-2 15,1 0 0-15,-4-1-1 0,0 1 0 16,-1 1-1-16,-1 0 0 16,1-1 1-16,0 2-1 15,-2-2 0-15,1 0 1 16,-1 0-1-16,0-1 1 0,4 1-1 16,-4 0 0-16,1-1 0 15,-1 1 1-15,0 2-1 16,2-1 0-16,-3 0 0 15,1 0 0-15,-1 0 0 16,-1 0 0-16,2-1 2 16,0 1-2-16,-1-2 1 0,1 3 0 15,1-2-1-15,-1 0 0 16,-1 2 0-16,0-1 1 16,0-1-1-16,1 0 0 15,1 0 0-15,1 1 0 16,-3-2 0-16,4 2 1 15,1-2-1-15,0 2 1 0,2 2-1 16,1-2 0-16,-1 2 0 16,0 0 0-16,1 0 0 15,-1 0 0-15,0 0 1 16,0-2-1-16,1-2 0 0,-3 1 0 16,0-1 2-16,3 1-2 15,-3 2 0-15,2-1 0 16,0 2 1-16,1 0-1 15,2 0 0-15,-3 0 1 16,4 0-1-16,-1 0-1 0,0 0 1 16,0 0 1-16,-3 0-1 15,2 0 0-15,-4 0 0 16,2 0 0-16,-1 0 1 16,1 0-1-16,1 0 0 15,-3 0 0-15,6 0 0 16,-3 0 0-16,2 2 2 0,2 1-2 15,-1-2 0-15,3 3 0 16,-2 3 0-16,2-2 0 16,0 0 0-16,0 3 1 15,-2-1-2-15,2-1 1 16,1 0 1-16,-1 0-1 0,4 0 0 16,0-1 0-16,1-2 0 15,-1 1 1-15,-1-1-1 16,1-3 0-16,-2 0 0 15,-2 0 1-15,0 0 0 16,1-4 0-16,1-2 0 0,0 2 0 16,1 0 0-16,3 0-1 15,-1 3 1-15,1-1-1 16,0 2 0-16,2 0 0 16,-4 0 0-16,3 0 0 0,-2 0 0 15,1 0 0-15,1 2 0 16,0 0 1-16,0 1-1 15,-3-2 0-15,3 2 3 16,-4-3-1-16,3 2 1 16,-2-2 0-16,1 1-1 15,-1-1 1-15,2 1-1 16,0-1-2-16,3 0 2 0,-3 3-2 16,3-1 0-16,-1 0 0 15,-1 1 1-15,-1 0-1 16,-1 0 0-16,1 0 0 15,-2-2 0-15,3 5 0 0,-3-2 0 16,4 0 0-16,-1 2 0 16,0-2 0-16,1 2 0 15,1-3 0-15,-1 1 0 16,0 0 0-16,1-1-1 16,-2 2 0-16,2-3 0 0,2 1-1 15,-2-3-1-15,0 2 2 16,2-2 0-16,-3 0 1 15,2 0 0-15,-1 0 0 16,-2 0-1-16,1 0 2 16,2 0-1-16,-3 0-1 0,1 0 2 15,1 0-1-15,1 0 0 16,-3 0 0-16,0 0 0 16,3 0 0-16,-3 0 0 15,3 0 0-15,1 0 0 16,0 0 1-16,1 0-2 15,-1 0 2-15,-1 0-1 0,-1 0 1 16,-1 0-1-16,0 0 3 16,-3 0-1-16,-1 2 3 15,0 0 6-15,1-1 1 16,0 2-3-16,-1 1-2 0,0-2 1 16,2 2-2-16,-1-2-1 15,3 0-2-15,1 2-3 16,2 1 1-16,1 2 0 15,3 0-1-15,1 0 0 16,-2 2-1-16,0-2 2 16,1 0-1-16,-2-3 0 0,1-3 0 15,-1-1 0-15,0 0 1 16,3 0-1-16,-1 0 0 16,1 0 0-16,2 0 0 15,-2-1 0-15,2-2 0 16,-2-1 0-16,2 1 0 0,2-1 0 15,0 1 0-15,2 0 0 16,1 0 0-16,-1 1 1 16,-1-1-2-16,3 1 1 15,0-2 1-15,1 3-1 16,-2 0 0-16,0 0 0 0,-2-2 0 16,-2 2 0-16,0-1 0 15,-2 0 0-15,0-1 1 16,1 1-1-16,-3-2 0 15,2-1 1-15,-4 0 1 16,1-1 3-16,-1 1 1 0,-2-1 0 16,-4 0 0-16,4 1-2 15,-4-2 3-15,0 2 2 16,-1-2-2-16,-1 2-3 16,-1-1 0-16,-1 0-4 15,1 3 1-15,-2-1-1 0,-4 3 1 16,2-1-1-16,-2 1 0 15,-2 1 0-15,0 0 0 16,0 0 0-16,-2 0 0 16,0 0 0-16,0 1 0 15,1 2 0-15,-4 0 0 0,1 0 0 16,-1 1 0-16,-1-1-1 16,-2-1-3-16,0 0-16 15,1 1 3-15,-3-3-23 16,-5 0-45-16,-4-10-69 15</inkml:trace>
  <inkml:trace contextRef="#ctx0" brushRef="#br0" timeOffset="15841.26">12925 14762 102 0,'0'0'17'0,"0"0"0"0,0 0-3 0,0 0-9 0,0 0-3 15,0 0-2-15,0 0-3 16,0 0-3-16,0 0 3 15,0 0 3-15,0 0 0 16,0 0 1-16,0 0 0 16,0 0-1-16,0 0 1 15,0 0-1-15,0 0 0 0,0 0 2 16,0 0 1-16,0 0 3 16,0 0 5-16,0 0 3 15,0 0 0-15,0 0-2 0,0 0 2 16,0 0-4-16,0 0-5 15,0 0-4-15,0 0 0 16,0 2-1-16,0 0 0 16,0 2 1-16,1 1-1 15,3 1 0-15,-2 0 0 16,-2 2 1-16,2 1 1 0,-1 0 1 16,2 1-2-16,0 0 0 15,1 0 0-15,-1-2 0 16,2 1 0-16,1-3 0 15,1-1 0-15,3-1 0 16,5-4 2-16,7 0 8 16,5-15 0-16,13-14 2 0,14-16-4 15,19-16-6-15,13-19-2 16,12-15-11-16,8-13-49 16</inkml:trace>
  <inkml:trace contextRef="#ctx0" brushRef="#br0" timeOffset="17134.79">12849 14813 168 0,'-2'0'6'0,"2"0"18"0,-3 0-4 0,3 0-7 16,0 0-7-16,0 0 2 16,0 0 3-16,0 0-3 0,0 0-3 15,0 0-4-15,0 1-3 16,0 5-1-16,0 1 2 15,5 3 1-15,-2 3-2 16,4 0 2-16,0 1 2 16,3 0-2-16,0-3 0 0,5-2 0 15,3-5 0-15,3-4-2 16,9-4-3-16,9-19 3 16,9-11 1-16,11-19-2 15,11-12-30-15,10-10 6 16,4-10-26-16,3-9-46 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45:34.599"/>
    </inkml:context>
    <inkml:brush xml:id="br0">
      <inkml:brushProperty name="width" value="0.05292" units="cm"/>
      <inkml:brushProperty name="height" value="0.05292" units="cm"/>
      <inkml:brushProperty name="color" value="#FF0000"/>
    </inkml:brush>
  </inkml:definitions>
  <inkml:trace contextRef="#ctx0" brushRef="#br0">5439 2824 8 0,'0'0'11'0,"0"0"-5"0,0 0 4 0,0 0-5 0,0 0-1 16,0 0 3-16,0 0 4 16,0 0 0-16,0 0-3 15,0 0 2-15,-17-18-2 16,15 15-1-16,2 2 0 15,0-1-3-15,0 1 0 0,-2 1 0 16,2-1-2-16,0-1-2 16,0 2-1-16,0 0 1 15,0 0-1-15,2 0 0 16,2 0-1-16,-1 0-1 0,1 0-3 16,1 6 2-16,0-1-1 15,-1 2 2-15,2-1 2 16,-1 1 1-16,1 1-1 15,0-3 1-15,0 1 0 16,-1-1 0-16,3 1 0 16,-1-3 0-16,2 1 0 0,0 0 0 15,1-1 1-15,2-1-1 16,2-1 1-16,0-1 1 16,-1 0 1-16,2 0-1 15,-1 0 1-15,4-4 1 16,-3-3 2-16,3-3 2 0,0-4 3 15,4-3 1-15,3-5-3 16,2-2 0-16,2-3-5 16,0-3 0-16,2-1 0 15,1 1-2-15,3-1 0 16,-4 2 0-16,1 0 1 0,1 0 2 16,-2 2-3-16,1 3 0 15,-5 4 0-15,0 0-1 16,-2 5 1-16,-2 2 1 15,-4 6-3-15,-2 0-2 16,-3 7-18-16,-8 0-32 16,-6 0 8-16</inkml:trace>
  <inkml:trace contextRef="#ctx0" brushRef="#br0" timeOffset="577.8">5521 2854 57 0,'0'0'9'0,"0"0"-1"0,0 0-1 16,0 0-1-16,0 0 4 0,0 0-15 15,0 0 8-15,0 0-7 16,0 0 5-16,0 0-1 16,-3 40 2-16,3-29-4 15,2-2 2-15,6-2-2 16,-1 0-1-16,1-2-2 15,3-3 5-15,-1-2 3 0,3 0 2 16,5-7 4-16,3-7 5 16,6-7 1-16,10-9-4 15,9-11 0-15,10-8-3 16,9-10-3-16,11-7-1 16,13-5 1-16,12-7-1 0,9-5 3 15,6-7-12-15,4-8-123 16</inkml:trace>
  <inkml:trace contextRef="#ctx0" brushRef="#br0" timeOffset="10593.56">4045 5213 41 0,'-2'0'9'0,"2"0"10"0,0 0-7 0,0 0-18 0,0 0 15 16,5 0-9-16,2 0 1 16,0 0 1-16,3 0-2 15,2 0 0-15,-1 0 0 16,5 3 0-16,-1-2-2 15,3 2 1-15,2 0 1 0,5-1 0 16,4-2-2-16,0 0 1 16,6 0 3-16,5 0 1 15,3 0-2-15,2-3 2 16,0-3-2-16,1-1 2 16,2 2-3-16,-2 0 1 15,4-1 3-15,-1 2-4 0,2-1 0 16,3 0 1-16,2 1 0 15,0-1-1-15,1-1 0 16,4 1 0-16,1-2 0 16,1 3-1-16,1-2 1 15,0 3 0-15,1 1 0 0,-1 0-1 16,3 1 4-16,-2 1-2 16,2 0 0-16,3 0-1 15,-1 0 0-15,0 0 0 16,0 0 0-16,3 0 2 15,2 0-1-15,4 0-1 0,0 0 0 16,3-2 0-16,3-2 1 16,1-3-2-16,0 0 1 15,-2 1-1-15,-1 0 3 16,-1 1-1-16,2 1-1 16,-5-1 1-16,1 4-1 0,-1-1-2 15,0 2 3-15,-2 0 1 16,-2 0-1-16,-5 0 1 15,-2 0-1-15,-4 2 1 16,-1 2-2-16,-4 2 2 16,0-5-2-16,-6 3 1 15,-4-3-1-15,-2 0 0 0,-10-1 1 16,-3 1-1-16,-6 1 0 16,-7-2 0-16,0 2 0 15,-4 2-1-15,-1 1-2 16,-4 1 0-16,-1-5-3 0,0-1-69 15</inkml:trace>
  <inkml:trace contextRef="#ctx0" brushRef="#br0" timeOffset="14288.61">13708 6581 47 0,'-1'0'20'0,"0"0"-13"0,1 0 3 16,-1 0-2-16,1 0 7 15,0 0 0-15,-2 0 7 0,2 0-1 16,0 0 0-16,0 0-8 16,0 0-4-16,0 0 0 15,0 0-7-15,0 0 2 16,0 0-9-16,0 0 10 15,2 0 0-15,3-3-4 16,5 0 2-16,0 1-1 0,1-3-2 16,0 1 3-16,2-2-3 15,-1-2 1-15,1 2 2 16,-1 0-1-16,1-1-1 16,0 2 2-16,-1 0-2 15,1 0-1-15,-2-1 0 16,0 3 1-16,-1 0-1 0,0 1 0 15,-2-1 0-15,1 1 0 16,-1 1-1-16,0 1 1 16,3 0 0-16,-1 0-1 15,-1 0-5-15,1 0-29 0,-2 0-34 16,-3-3-53-16</inkml:trace>
  <inkml:trace contextRef="#ctx0" brushRef="#br0" timeOffset="14858.87">13719 6633 66 0,'0'0'13'0,"0"0"4"0,0 0 0 0,0 0-2 16,0 0 4-16,0 0-3 15,0 0-1-15,0 0-10 0,0 0-3 16,0 0 2-16,4 0 0 16,3 0 1-16,-1-2-4 15,3-1 2-15,3-3-1 16,-1 2 2-16,0 1-2 0,1-2 1 16,0 1-1-16,1-2 1 15,-1 1 1-15,2-1-3 16,-3 2 1-16,0 0 0 15,-2 1-1-15,0 0 0 16,-4 1 1-16,1 0-2 16,-2-1 1-16,1 3-1 0,0-1 2 15,-3 1 0-15,1-2-1 16,0 2-1-16,2 0 0 16,-3 0 1-16,0 0-1 15,3 0 0-15,0 0 0 16,-1 0-1-16,1 0 0 0,1 0-1 15,-4 2-10-15,1-2-83 16</inkml:trace>
  <inkml:trace contextRef="#ctx0" brushRef="#br0" timeOffset="18325.46">14480 6550 58 0,'-3'0'14'0,"3"0"-9"0,-2 0 1 0,1 0 8 15,-1 0 1-15,2 0-2 0,-2 0 11 16,2 0-3-16,0 0-2 16,0-2-7-16,0 2-13 15,0 0-4-15,0 0 2 16,0 0 2-16,0 0 3 16,4 0 0-16,1 0 1 0,4 0-9 15,2 0 15-15,-1 0-8 16,7 0 0-16,-4 0-1 15,5 0 1-15,-1 0-1 16,4 0 1-16,-1 0-1 16,2-1 0-16,3-2 3 0,-1 0-2 15,4-2 0-15,3 0 1 16,0 1-2-16,1-2 2 16,1 1-1-16,-2-1-3 15,-1 2 4-15,-2-2-2 16,0-1 0-16,-1 3 1 15,-1-2-1-15,0 0 1 0,1-1 0 16,0 3-1-16,0-3 0 16,0 0 0-16,0 0 0 15,-1 1 0-15,-1 0 0 16,0-1 0-16,-1 2-2 16,-1 0-1-16,-4 0-25 0,-1 0-21 15,-4 1 0-15,-1-2-35 16</inkml:trace>
  <inkml:trace contextRef="#ctx0" brushRef="#br0" timeOffset="18966.24">14633 6578 48 0,'0'0'4'0,"0"0"1"0,0 0-5 0,0 0 1 15,0 0-1-15,0 0-2 0,0 0-4 16,0 0 5-16,0 0 6 15,0 0 4-15,0 0 1 16,0 0-5-16,20 0 0 16,-7 0-3-16,1 0-1 15,2-1 0-15,4-1-1 0,2 0 1 16,2 0-1-16,3-2 2 16,0 1 4-16,2-1 2 15,3-2 0-15,1-1-1 16,1 0-4-16,2 1-2 15,-2-2 0-15,3-1 0 16,1-1-1-16,0 0 1 0,1 1 2 16,-2-2 3-16,-3 2 1 15,-1 0-1-15,-2 0-4 16,-4 2-1-16,-4 3 0 16,-6 0 0-16,-1 1-1 15,-5 0 0-15,-3 3-1 0,-3 0-1 16,-5 0-16-16,0 0-18 15</inkml:trace>
  <inkml:trace contextRef="#ctx0" brushRef="#br0" timeOffset="19513.68">14564 6618 56 0,'0'0'7'0,"0"0"8"0,0 0-9 0,0 0 0 16,0 0-2-16,0 0-1 15,0 0 3-15,0 0 1 16,0 0-3-16,44 0-1 0,-26-3-1 15,5 2-1-15,0-3 0 16,2 0 0-16,3-2 2 16,0-1 6-16,2 2 2 15,-1-2-3-15,0-1 1 16,0 2 1-16,-4-1 0 0,-2 0-4 16,-2 0-3-16,-2 1 1 15,-4 1-3-15,0 1 1 16,-3 0-2-16,0 1 0 15,-2 2 0-15,-1-1 0 16,-1 2 0-16,-4 0-5 16,0 0-2-16,-2 0-29 0,-2 0-23 15</inkml:trace>
  <inkml:trace contextRef="#ctx0" brushRef="#br0" timeOffset="21700.07">13806 6668 15 0,'5'0'16'0,"0"-4"0"0,1 0-3 16,0 0-6-16,-1 0 1 15,4 0-1-15,0-2-4 0,-4 3 0 16,3-1-1-16,0 0-2 15,2-2 2-15,-3 2 1 16,2-3 1-16,0 1 0 16,-2-2 3-16,1 1-2 15,-3-1 2-15,2 1 0 16,-3-3 1-16,-1 2 0 0,-1-4-2 16,2 0 5-16,-2-1 2 15,2 0-2-15,-2-4-5 16,3 0 2-16,2-3-4 15,-2 0-2-15,3-1 1 16,-3-3-2-16,4 1 1 0,-6 2 0 16,3 1 2-16,-2-1 5 15,-3 3-1-15,2 0 0 16,0-2-1-16,-1 4-2 16,0-2-2-16,0 0 0 15,-2-1 0-15,0-1-3 0,1 2 1 16,-1-2 1-16,0-1 2 15,0 1 1-15,0-3-2 16,0 4 1-16,-1-3-1 16,-3 1 3-16,-1-1-1 0,1 4 0 15,0-1-2-15,-4 1-1 16,2 0 0-16,-2 3 0 16,3-2-1-16,-3 3 2 15,0 1-6-15,1-1 7 16,1 2-3-16,0 1-2 15,-1-2-2-15,-2 1 5 0,2 0-2 16,0-1 0-16,0 2-4 16,0 0 3-16,-1 2 0 15,3 2 4-15,-1 0-3 16,0 1 1-16,0 2-2 0,0 0 4 16,2-2-5-16,-1 5-1 15,-1-1 2-15,1 1 0 16,-1 1-1-16,1 0 0 15,0 0 1-15,-3 0-3 16,0 0 3-16,1 0 1 16,-3 4-4-16,1 2 5 0,-1-1-1 15,-2 4 0-15,-3 0-1 16,2 2 1-16,0 3-1 16,-3 0 0-16,3 2 2 15,-1 1-1-15,1-1-1 16,0-1 2-16,2 2-1 0,2-2 0 15,-1 0 0-15,2 2 1 16,1-2-1-16,-1 1 0 16,0 0 0-16,0 2 0 15,3 0 1-15,-2 0-1 16,3 1 0-16,-3 2 0 0,3 0 0 16,1 0 0-16,1 2 2 15,0 1-2-15,2-1 0 16,0 0 0-16,0 2 0 15,0-2-2-15,0 1 2 16,2-1 0-16,0-1-1 16,3 0 2-16,2 2-2 0,-2-3 1 15,3 1-1-15,0-3 0 16,4 1 0-16,-3-3 0 16,-1-1 2-16,2 1-1 15,1-5-1-15,-4 0 1 16,2-2-2-16,2 0 3 0,-3-3-2 15,1-1 1-15,3-2 1 16,-3 0 0-16,-1-1 2 16,2 0-3-16,-2-1 1 15,0 0 2-15,2-2-2 0,-2 2-1 16,0-2 0-16,-1 0-4 16,2 0-20-16,2-7-14 15,-4-10-23-15,1-9-93 16</inkml:trace>
  <inkml:trace contextRef="#ctx0" brushRef="#br0" timeOffset="22561.35">13808 5365 31 0,'-2'-4'16'0,"2"2"-10"0,-1-2 7 0,0 3-6 0,1-1 1 15,-1 0 0-15,1 2-1 16,0 0-4-16,0 0 2 16,0 0-5-16,0 0 0 15,0 0 0-15,0 0-1 16,3 5 1-16,2 1-1 15,-1 0 1-15,-1-1 0 0,1 1 0 16,0 1 0-16,-1-3 0 16,1 2 0-16,0-2 0 15,1-1 0-15,-3 0 0 16,1 1 1-16,-1-4 0 0,0 0-1 16,2 0 5-16,-3 0 5 15,3 0 0-15,0 0 0 16,3-4-2-16,-2-1-6 15,3 0 2-15,1-1-3 16,2-1 3-16,2-1-3 16,4-1 0-16,0-6 0 0,4 2 1 15,2-1 0-15,2-5 0 16,2 1 3-16,2-1 1 16,1-1 0-16,-1 1 0 15,-2 0 2-15,0 1-5 0,-1 1 2 16,-4 1 2-16,-4 3 1 15,2 0-2-15,-4 2-2 16,0 1 0-16,-5 4-2 16,-2 3-2-16,0-1 1 15,-3 3-2-15,1 1 1 16,-1 0-2-16,4 0 1 0,-1 1-2 16,-1 3-33-16,3-4-45 15</inkml:trace>
  <inkml:trace contextRef="#ctx0" brushRef="#br0" timeOffset="28043.91">17218 5967 64 0,'0'0'3'0,"0"0"1"0,0 0 3 0,0 0 7 16,0 0 6-16,0 0 2 16,0 0-1-16,0 0 7 15,0 0-9-15,0 0-6 16,0 0-13-16,0 0-7 16,0 0 2-16,5-14 4 0,-5 28 0 15,0 3 0-15,2 2 1 16,-2-2-1-16,1 3 2 15,2-3-1-15,-1 1 1 16,0-2-1-16,-2 0 1 16,1-2 0-16,-1 0 0 15,0 0 1-15,0 2 1 0,-2-2-14 16,-5 0-20-16,-2-4-46 16</inkml:trace>
  <inkml:trace contextRef="#ctx0" brushRef="#br0" timeOffset="28447.16">17185 5959 198 0,'0'0'-33'15,"0"0"56"-15,15-44-11 16,-8 31-6-16,2 3 0 15,0 0-4-15,3 3 0 16,-4 0-1-16,2 1 0 16,3 2-1-16,0 1 0 15,1 2 0-15,0 0 0 0,2 1 0 16,-1 0-1-16,0 0 1 16,-1 2 0-16,0 4-1 15,-3 3 1-15,-1-1-2 16,-5 2-1-16,2-1-4 0,-5-1 3 15,-2 2 0-15,0-3 3 16,-7 3-1-16,-6 0 4 16,-5 0 1-16,0-1 0 15,-4 0 0-15,1 1-1 16,1-1 0-16,4-1 0 16,4-1 0-16,7-1-3 0,3-3-36 15,2-3-38-15</inkml:trace>
  <inkml:trace contextRef="#ctx0" brushRef="#br0" timeOffset="28877.32">17762 5740 109 0,'0'0'14'0,"0"0"11"0,0 0-15 16,0 0-9-16,0 0-3 15,-37-11 2-15,23 18-3 0,0 7 0 16,-2 2 2-16,1 0 1 16,-1 5 0-16,-1 1-2 15,0 3 2-15,1 0-3 16,0 4 5-16,0-1 1 15,2 2-1-15,1-2 0 0,2-1 1 16,3 0-2-16,3-3 0 16,2-1 1-16,3 0 2 15,0-3-2-15,0-2 1 16,2 0 0-16,7-3 2 16,-2-1 0-16,4-3 0 15,-2 1-1-15,2-4 2 0,3-2 0 16,-1 1 0-16,3-3-1 15,1-1-1-15,1-3-2 16,1 0-14-16,-2 0-35 16,-1-4-28-16</inkml:trace>
  <inkml:trace contextRef="#ctx0" brushRef="#br0" timeOffset="29219.98">17814 5952 95 0,'0'0'4'0,"0"0"9"0,0 0-1 16,0 0-6-16,46-9 2 15,-33 9-4-15,1 7-1 16,-1 3 2-16,1 0 0 16,-1 3 5-16,-1-3-5 0,-1 3-1 15,-1-2-1-15,1-1-2 16,-1 1 1-16,-3-3 0 16,1 0 0-16,0-1 1 15,-1-1-1-15,-1-2-1 16,1-1-19-16,0-3-9 15,-1 0-17-15</inkml:trace>
  <inkml:trace contextRef="#ctx0" brushRef="#br0" timeOffset="29461.29">18014 5916 165 0,'0'0'-14'15,"0"0"36"-15,0 0 5 16,0 0-16-16,0 0-8 0,0 0-9 16,0 0-4-16,0 0 0 15,-35 27 9-15,24-7 0 16,-3 5 2-16,1 0 2 16,-1 0-2-16,2 0 1 15,-2 0 3-15,3-2-1 16,1-1-6-16,3-6-54 0</inkml:trace>
  <inkml:trace contextRef="#ctx0" brushRef="#br0" timeOffset="30058.73">18098 6217 87 0,'0'0'17'16,"0"0"-8"-16,0 0 4 16,0 0 6-16,0 0 1 15,0 0-5-15,0 0-5 0,0 0-2 16,0 0-3-16,24-15 1 15,-20 8-3-15,1 0-1 16,-1-2 0-16,-3 2 0 16,3-2-1-16,0-2 1 15,-2 1-1-15,0-1 0 16,0-2-1-16,2 0 0 0,0-1 0 16,-4 0 1-16,2 0-1 15,0 1 0-15,-1 4 0 16,-1 1 0-16,0 2 2 15,0 2 4-15,0 1-1 0,0 3-2 16,0 0-5-16,0 0-4 16,0 2-1-16,0 6 7 15,0 2 0-15,0 0 0 16,0 5 0-16,0-2 0 16,0-1 0-16,0-2 0 0,2 1 1 15,2-4-1-15,0 2 1 16,0-4 3-16,3 1-1 15,-1-2-1-15,1-1-1 16,0-2 5-16,5 1-4 16,-5-1 2-16,2-1-1 0,1 0-1 15,-1 0-1-15,-1 0-6 16,-3 0-9-16,0 0-14 16,-3-4-21-16,-2-2-24 15</inkml:trace>
  <inkml:trace contextRef="#ctx0" brushRef="#br0" timeOffset="30271.8">18111 6092 152 0,'0'0'21'0,"0"0"6"0,0 0-18 0,0 0-3 0,0 0-4 15,42-24-1-15,-22 17 2 16,-1 0-2-16,5 3 0 16,0-1-1-16,0 1 1 0,0-1-14 15,0-3-50-15</inkml:trace>
  <inkml:trace contextRef="#ctx0" brushRef="#br0" timeOffset="30827.83">18589 5354 44 0,'0'0'60'15,"0"0"-45"-15,0 0-17 16,0 0 2-16,0 0 0 16,0 0-2-16,0 45 3 15,0-23 2-15,-2 5 0 0,2 5 0 16,-6 9 1-16,4 8-1 16,-1 6 1-16,0 6-1 15,1 6-1-15,-2 1 2 16,2 2-2-16,0-5 2 15,2-1 8-15,-1-4 3 16,1-5 3-16,0-7-2 0,0-4 0 16,0-5-8-16,0-5-2 15,0-3-1-15,0-1-1 16,0-6-2-16,-1 0 1 16,-2-4 0-16,-5-3 2 15,2-1-4-15,1-8-29 0,5-8-65 16</inkml:trace>
  <inkml:trace contextRef="#ctx0" brushRef="#br0" timeOffset="31254.68">19003 5878 120 0,'0'0'5'0,"0"0"0"0,40 0 11 0,-25 4-3 0,-1-1-2 16,1 1-3-16,-1 1-1 16,0 0-2-16,-3 1-3 15,2 1 1-15,-2 2 0 16,-2 1-3-16,1-2 0 0,1 1 1 15,-3-1 1-15,0 1 0 16,0-2-2-16,-3-2-25 16,-1-3-39-16</inkml:trace>
  <inkml:trace contextRef="#ctx0" brushRef="#br0" timeOffset="31516.01">19155 5835 173 0,'0'0'27'16,"0"0"0"-16,0 0-2 16,0 0-13-16,0 0-9 15,0 0-6-15,0 0-5 0,0 0 2 16,-38 26 5-16,24-5 2 15,-1 2 1-15,1 1-1 16,4 0 1-16,2 3 0 16,2-3-7-16,4-4-37 15,2-3-64-15</inkml:trace>
  <inkml:trace contextRef="#ctx0" brushRef="#br0" timeOffset="32094.58">19286 6129 88 0,'0'0'4'0,"0"0"8"15,0 0 0-15,0 0-2 16,45-2-2-16,-36-3 2 16,1-2 0-16,1 1 7 15,-1-3 1-15,-3 0-5 16,3-1-4-16,-3 0 1 0,-1-3-2 16,0 1-3-16,-2-1-2 15,0-3-2-15,0-1 0 16,-2 0 0-16,2-3-1 15,-2 3 0-15,1-1 0 0,-1 1 1 16,-2 3 0-16,0 2 2 16,0 4-8-16,0 2 4 15,0 3 1-15,0 2 2 16,0 1-1-16,0 0-5 16,0 1 1-16,-2 6 2 0,-1 3 1 15,3 0 0-15,-2 0 0 16,0 5-2-16,1-3 2 15,1 5 0-15,0-4 0 16,0 1 0-16,0 0 0 16,0-1 2-16,0-2-1 15,3-1 0-15,1 0 1 0,1-1 0 16,1-2 0-16,1 0-1 16,1 0 3-16,0-1-4 15,2-2 3-15,1 0-12 16,-1-4-13-16,-3 0-32 0,0 0-21 15</inkml:trace>
  <inkml:trace contextRef="#ctx0" brushRef="#br0" timeOffset="32428.77">19331 6023 89 0,'0'0'22'0,"0"0"-3"0,0 0 0 0,0 0-8 16,0 0 4-16,0 0-1 0,0 0-4 15,43-26-4-15,-35 22 0 16,2 2-2-16,-2-1 5 16,0 1-2-16,1-1-4 15,1 2-1-15,-1-1-2 16,1 2 1-16,1 0-2 0,1 0-26 16,2 0-59-16</inkml:trace>
  <inkml:trace contextRef="#ctx0" brushRef="#br0" timeOffset="32762.75">19620 6000 117 0,'0'0'15'0,"0"0"21"16,0 0-4-16,42-16-15 16,-29 11-6-16,1-1-3 15,0 3-3-15,-2 0-3 16,0 1-1-16,-3 0-1 15,-1 2 0-15,-1 0 1 16,1 0-1-16,0 0 0 0,1 0-11 16,0 0-37-16,-2 0-41 15</inkml:trace>
  <inkml:trace contextRef="#ctx0" brushRef="#br0" timeOffset="33140.03">19843 5854 82 0,'0'0'6'0,"0"0"5"0,0 0-4 15,0 0 0-15,0 0 1 16,0 0 0-16,0 0 2 16,0 0-2-16,0 0 4 15,5 4 0-15,-5-1-1 16,1 4-3-16,0 0 1 16,1 2-4-16,0-1-3 0,-2 3 1 15,1 1-1-15,-1-2 1 16,0 1-1-16,0 2 0 15,0 0 1-15,0-2-1 16,0 5 0-16,0-3 1 16,0 1-7-16,-1-1-37 0,1-4-28 15</inkml:trace>
  <inkml:trace contextRef="#ctx0" brushRef="#br0" timeOffset="33332.18">20038 6045 147 0,'0'0'5'15,"0"0"1"-15,42 8 9 16,-32-1 0-16,0 1-10 16,-8 5-3-16,-2 3-9 0,0 2 9 15,-8 3 3-15,-7-1-10 16,0 0-48-16</inkml:trace>
  <inkml:trace contextRef="#ctx0" brushRef="#br0" timeOffset="34122.57">20265 5915 111 0,'0'0'6'0,"0"0"3"0,0 0 3 15,0 0-1-15,0 0-5 0,0 0-2 16,43 0-1-16,-40-6 6 15,1 2-2-15,0-1-1 16,-1 0 0-16,1 1 0 16,0-3 1-16,0-2-2 15,-3 2-1-15,3-3-2 0,-3 0 1 16,-1 0-2-16,0-4-1 16,0 1-2-16,0-3 5 15,0-2-1-15,0-2-1 16,0 2-1-16,0-1 0 15,0 1-1-15,0 2 2 0,0 3-2 16,0 3 1-16,0 2-5 16,0 3-2-16,0 3 7 15,0-1 4-15,0 3-4 16,-1 0-1-16,-2 0-3 16,1 0 2-16,-3 4 0 15,1 6 0-15,0 1 2 0,-2 1 0 16,1 2 0-16,0 2-1 15,2 0 1-15,1 1 1 16,1-2-1-16,1 1 0 16,0-2 1-16,0-4 0 15,2 1 1-15,5-1 1 0,-2-3 1 16,3 0 0-16,-1-1 2 16,1 0-3-16,2 0 0 15,-1-2-1-15,1 0-1 16,2-1 1-16,-3-1-1 15,1-1-9-15,1 0-5 0,-1-1-22 16,-3 0-7-16,0 0-22 16</inkml:trace>
  <inkml:trace contextRef="#ctx0" brushRef="#br0" timeOffset="34422.17">20268 5777 85 0,'0'0'9'0,"0"0"4"0,0 0-3 15,0 0 2-15,0 0 7 16,0 0-1-16,0 0 5 0,0 0-2 15,43-17-7-15,-31 10-3 16,1 3-3-16,3 0-2 16,1 0-4-16,2 2-1 15,-2 2-1-15,2 0 0 16,1 0-7-16,-1-3-46 0,-1-1-111 16</inkml:trace>
  <inkml:trace contextRef="#ctx0" brushRef="#br0" timeOffset="34676.07">20657 5781 174 0,'0'0'31'16,"0"0"-8"-16,0 0-13 16,0 0-6-16,0 0-2 15,51-14 1-15,-32 11-2 0,3 2 0 16,2-2-14-16,-1-1-60 16,1-2-90-16</inkml:trace>
  <inkml:trace contextRef="#ctx0" brushRef="#br0" timeOffset="35381.92">21019 5641 138 0,'0'0'0'15,"0"0"13"-15,0 0-7 16,0 0-3-16,0 0-3 16,0 0-3-16,0 0-4 15,0 0 7-15,7 3 1 0,-7-2 0 16,-3-1 2-16,-3 3 4 16,-2-3-4-16,-1 1 0 15,0-1 0-15,0 0-2 16,1 0-1-16,3 0 2 0,1 0 0 15,1 0 0-15,3 0 2 16,0-1 0-16,0-3-4 16,0-1 5-16,5 1-1 15,0 0-1-15,3 0-3 16,2 0 1-16,0 2-1 16,1-1 0-16,1 3 0 0,-1-1 0 15,-2 1 0-15,1 0 0 16,-3 0 0-16,-1 0-1 15,-2 4 1-15,-1 3-3 16,0 0-1-16,-3 2-2 16,3-1 3-16,-3 2 0 0,0-1 4 15,0 1-1-15,-6-2-2 16,0 3 2-16,-2-1-1 16,0 0 1-16,-4-2 0 15,1 0 0-15,0 1 1 16,1-2 0-16,-1 0-1 0,3-2 1 15,0 1-1-15,2-3 0 16,3 1 0-16,1-2 0 16,2-1 2-16,0 0-2 15,0-1 2-15,0 0 14 16,3 0 3-16,7 0-13 16,0-1 0-16,5-2-1 0,1-1-2 15,1 1 0-15,4-1 0 16,0 0 1-16,3 2-2 15,2-1-1-15,1 2-1 16,0 1 1-16,0 0-2 0,-6-3-28 16,-3 0-52-16</inkml:trace>
  <inkml:trace contextRef="#ctx0" brushRef="#br0" timeOffset="36642.12">19980 5573 99 0,'0'0'12'0,"0"1"-10"0,3-1 0 0,6 4 4 0,1-1 2 15,2 4 2-15,5-1 0 16,-1 2-1-16,1 1-2 16,1 1-4-16,2 1 1 15,-4 2-2-15,2-1-1 0,0 1 2 16,-3-4 1-16,-2 4-1 15,-1-3-2-15,-2-2 1 16,-2-2-1-16,-3 0-1 16,-2 0-16-16,-2-2-28 15,-1-4-14-15</inkml:trace>
  <inkml:trace contextRef="#ctx0" brushRef="#br0" timeOffset="36877.37">20142 5577 112 0,'0'0'50'16,"0"0"-16"-16,0 0-37 15,0 0-1-15,0 0 6 0,-26 38 0 16,16-15 3-16,0 1-3 15,0 3 1-15,-1 4 0 16,2-4-7-16,3-4-44 16,5-7-50-16</inkml:trace>
  <inkml:trace contextRef="#ctx0" brushRef="#br0" timeOffset="37759.72">21146 5077 49 0,'0'0'18'0,"0"0"1"0,43 4-6 0,-25-1-10 0,1 0 1 16,0 3 0-16,1-1-1 15,-1 1 3-15,0 3 0 16,0 2 1-16,0 0-2 16,-1 6-2-16,1-1-2 15,-2 5 0-15,-1 1 1 16,0 3-2-16,-2 2 1 0,0 3 1 15,-3 0 3-15,-1 0-2 16,-1 2 5-16,-1 1-4 16,-1-2 0-16,-1 2-2 15,1 2 1-15,0 1 0 16,-2-1 0-16,0 1-2 0,-2-1 2 16,-1 2 0-16,-1-3-1 15,-1 0 0-15,0-1-5 16,0-5 5-16,-4 1 1 15,-4-5-2-15,-1 1-2 16,0-2 5-16,0-3-1 0,2 0 1 16,-3-3 2-16,1-4 1 15,2-2 1-15,-2-1-1 16,4 0 0-16,-3-4 1 16,2-1 0-16,1-2-3 15,1 0-1-15,1 0 0 0,0 0 0 16,0-3-2-16,-1 4 0 15,3-1-1-15,-1 4 1 16,1 2 1-16,-1 0-1 16,1 0-30-16,-1-5-93 15</inkml:trace>
  <inkml:trace contextRef="#ctx0" brushRef="#br0" timeOffset="39418.97">19208 6463 28 0,'-8'-3'8'0,"-2"-1"6"0,1 0 5 0,-1 0-4 16,2-1 3-16,-2 2-6 15,3-1 0-15,2 3 6 16,3-1-5-16,-4-2-3 15,5 4-2-15,0 0 1 16,1 0-4-16,0 0-4 0,0 0-6 16,0 0 3-16,0 7 4 15,5-1-1-15,1 2-1 16,-2 2 0-16,2-2 1 16,1 1 0-16,-1 0-4 15,2 1 5-15,0 0-2 0,3-2 0 16,-2 0 0-16,1-1-2 15,1-2 5-15,3-1-3 16,-1-2 0-16,1-2 0 16,-1 0 2-16,1 0-1 15,0 0 0-15,-1-2-1 0,1-2 1 16,-3 0-1-16,1 0 2 16,-2-1-2-16,0 0-2 15,1-1 0-15,-3 2 0 16,0-5 1-16,-1 2 1 15,2 0 0-15,-1-1 0 16,1 0 0-16,-1-2 0 0,2 1 1 16,0 0-1-16,1 1 0 15,0-1 1-15,-1 2-2 16,1 0 1-16,1-2 0 16,-1 2 0-16,1 0 1 15,0 0-1-15,-1 0 0 0,3 0 0 16,-5-1 1-16,2 0-1 15,4 2 2-15,-1 2 0 16,4-3-1-16,1 1-1 16,1 2 0-16,4-2 2 15,1 2-4-15,-1 0 2 0,-2 0 0 16,0 1 2-16,1 0-2 16,-5 3 0-16,2-1 0 15,1 1 0-15,-2 0 0 16,1 0 0-16,-1 0-2 15,-2 2 2-15,1 4 0 0,-5-2 0 16,1 1 0-16,-5-1 0 16,-1 0 0-16,-1-2 0 15,1 0 0-15,-2 1 0 16,1-3 0-16,0 2 0 16,2-2 0-16,1 0 2 0,1 0-2 15,0 0 0-15,2 0 0 16,-1-2 0-16,1-3 0 15,-1-1 0-15,0 0 0 16,0-2 0-16,-1 1 0 16,5-1 0-16,-1 1 0 0,2-2 0 15,2 1 0-15,2 0 0 16,5-1-13-16,1 2-13 16,0 1 14-16,0-1 9 15,2 3 0-15,-1-1 3 16,-1 3 0-16,1-1 1 15,-2 3-1-15,1 0 2 0,-4 0-1 16,1 0 0-16,-1 0 1 16,1 0-1-16,1 4 1 15,-1-3 0-15,2 1 0 16,-1 0 1-16,0-2 1 16,0 0 0-16,0 0 6 0,-1-2 4 15,-2-5 2-15,-1 0 0 16,-1-3 0-16,-3 0-1 15,-2-1-4-15,-2-2-4 16,-1 0-2-16,0-1-2 0,-6 0-1 16,-1 0-1-16,-3 2 0 15,-2 1-3-15,-2 1 0 16,-9 1-38-16,-7 0-58 16</inkml:trace>
  <inkml:trace contextRef="#ctx0" brushRef="#br0" timeOffset="40906">19306 5209 3 0,'1'0'68'0,"0"0"-44"0,0 0-15 0,0 0-4 15,0 0-1-15,1-1 4 16,0-2 1-16,-2 0-1 16,0-3-1-16,0 2 0 0,0-2-4 15,0-1 0-15,-5-1 0 16,0-1 2-16,0 1 0 16,-3-1-1-16,-2-1-1 15,1-1-2-15,-1-2 0 16,-5-1-1-16,2-2-1 0,-5-1 1 15,1-3 1-15,-3 1-2 16,-2-3 2-16,3-1-2 16,-5 1-1-16,-1-1-1 15,0-1-5-15,-2 0 2 16,-2 1-5-16,-4 0 11 16,1 0 0-16,-5 3-3 0,0 1 1 15,0 2 2-15,-1 2 0 16,2 0 1-16,2 5-1 15,-1 1 2-15,3 1-1 16,-1 2-1-16,2 2 0 16,1-2-1-16,3 6 2 0,1 0 0 15,3 0 1-15,2 0-3 16,2 9 1-16,4-1 2 16,-3 2 0-16,3 3-2 15,3 1 1-15,3-1 1 0,-1 3-2 16,0-1 1-16,3 2-1 15,-3 0 0-15,5 3 0 16,-5 0 0-16,2 3-1 16,3 0 2-16,-3 4-1 15,1-1 0-15,1 3 1 0,0-1-1 16,0-1 0-16,0 0 0 16,-3 0 1-16,2-3-1 15,0 1 0-15,0 0 2 16,-4-2-1-16,4 2 1 15,1-2-1-15,1 1 3 16,-2-4 2-16,3 3-3 0,1-3 1 16,1-2 0-16,-3-1 2 15,2-4 0-15,1 1-2 16,1-4 2-16,-3 1-3 16,0-2 2-16,2-2-3 15,0 0 1-15,0-1-1 0,0-1 0 16,-2 0-1-16,3-2 0 15,0 1 2-15,0 0-2 16,0 1 3-16,-1 0 0 16,-1 4-4-16,-1-1-14 15,-3 1-25-15,2-3-10 0,-1-2-23 16</inkml:trace>
  <inkml:trace contextRef="#ctx0" brushRef="#br0" timeOffset="42060.45">17975 5479 60 0,'0'0'12'0,"0"-2"1"0,0 0 1 16,0 0-10-16,0 2 2 0,0-1-1 15,0 0-2-15,0 1 0 16,0-1-1-16,1 1 0 15,2 0 1-15,-3 0-1 16,2 0-1-16,0 0-1 16,-1 0 0-16,1 0 0 0,0 0 0 15,4 3 0-15,-2 0 0 16,-1 0 0-16,1 0 0 16,1 1 0-16,-2 0 0 15,1 1 0-15,0-1 0 16,-1 0 2-16,-1 2-2 15,3-2 1-15,-1 0 0 0,-2-1 0 16,0 3 0-16,0-2 0 16,1 0 0-16,-2 0 0 15,2-1 0-15,-1 2 1 16,0-1 0-16,-2-1-1 0,2 1 0 16,0-1 0-16,0 2 0 15,2-3 0-15,-2 2 0 16,1-1 0-16,0 1 0 15,-1-1 0-15,3 0-1 16,-2 1 0-16,-1-2 1 0,1 1-1 16,3 1 1-16,-4-1 1 15,0-1-2-15,1-1 1 16,-1 0-1-16,0 0 1 16,0 1 0-16,0-2-1 15,-2 1 0-15,0-1 1 0,1 0 1 16,0 0 0-16,1 0 0 15,0 0 3-15,1 0 0 16,1-1 0-16,0-2-2 16,0-1-1-16,2-2 1 15,0 0-1-15,3-1 1 16,1-1-2-16,0 0 1 0,2-3-2 16,3 0 0-16,-1-1 0 15,4-2 0-15,-3 2 1 16,1-1-1-16,-2 0 0 15,-1 1 0-15,0 0 1 0,-3 0 2 16,0 1 2-16,-1 2-3 16,1 1-2-16,-4-2 2 15,-1 4-1-15,-1-1 3 16,-1 2 2-16,-2 2 2 16,0 0-2-16,-1 0-2 15,0 3-1-15,0 0-3 0,0 0 0 16,0 0-1-16,0 0-1 15,0 0 0-15,0 0-1 16,0 0 2-16,0 0 1 16,0 0-1-16,0 0-2 15,0 0 1-15,0 0 2 0,0 3 0 16,0 1 2-16,0 3-7 16,-2-3-26-16,-1-4-38 15</inkml:trace>
  <inkml:trace contextRef="#ctx0" brushRef="#br0" timeOffset="46456.93">3905 7936 70 0,'0'0'15'0,"0"0"-12"0,0 0-2 0,0 0-1 16,0 0 1-16,0 0-1 15,0 0 0-15,0 0 1 16,0 0-1-16,0 0 0 16,0 0 1-16,0 0-1 15,0 0 2-15,31 4-1 16,-24-4 0-16,1 0 2 0,0 0-3 16,1 0 1-16,1-1 0 15,2-2 0-15,-1-1 0 16,2-1 0-16,1 0 2 15,-1 0 0-15,1 0 1 0,1-1-1 16,-1-1 0-16,1 3-1 16,1-2-1-16,-1 2 0 15,1-2-1-15,0 1 1 16,0 0 0-16,1-1 3 16,1 1 8-16,1 0-7 0,0 1-3 15,4-1-1-15,0-1 0 16,2 0 0-16,0-1-1 15,4 1 1-15,0-2-1 16,-2 1 1-16,3 1 0 16,-1 0-1-16,0-2 2 0,2 1-1 15,0 1 0-15,0-1-1 16,5 0 1-16,2 1 0 16,3-1 0-16,-1 1-1 15,4 1 1-15,1 1-1 16,-1-1 2-16,2 1-2 0,2 1 0 15,0 0 0-15,4-2 0 16,0 2 0-16,2-1 0 16,2-1 0-16,1 0 0 15,5-1 0-15,0 0 0 16,3 1 0-16,2-1 1 0,2-1-1 16,-2-2 0-16,7-1 1 15,-4-1 0-15,6 0 2 16,-1-2 2-16,1 1-2 15,5 1 2-15,-3 1-2 16,0 0 0-16,3 3 0 0,-4 0 0 16,2-3-1-16,-6 4 0 15,2-1 0-15,-2 0 1 16,-3 2 0-16,4-3-1 16,-5 3 0-16,0-2-1 15,0 0 0-15,1 1 0 16,-3 0-1-16,-5-1 0 0,-1 2 1 15,-3-1-1-15,-2 0 0 16,-5-1 1-16,-1 2-1 16,-2 0 0-16,-1 1 1 15,-4 0-1-15,-1 2 1 16,-4 1-1-16,-4 1 0 0,-3 0 0 16,-4 0 0-16,-3 4 0 15,-2 7-1-15,-7 3-14 16,-9 0-50-16</inkml:trace>
  <inkml:trace contextRef="#ctx0" brushRef="#br0" timeOffset="47652.83">2436 7959 22 0,'0'-3'23'0,"0"-1"-15"0,0 1-3 0,0-1-4 0,0-1 2 16,0 4 5-16,0-2 5 15,0 0-1-15,0 2-4 16,0-2 2-16,0 1-4 0,0 2-4 16,0-1-1-16,0 1 0 15,0 0-2-15,0 0 0 16,0 0 1-16,0 0-1 16,3 0 1-16,1 4-1 15,1 1-2-15,-1 0 4 0,1 1 1 16,1-1-1-16,1 1-1 15,2 0 1-15,0-2-1 16,-2 3 0-16,1-2 1 16,2-1-1-16,-2 1 1 15,1-3-1-15,1 2 1 16,-1-3 0-16,1 0 0 0,2-1-1 16,-3 0 2-16,4 0 0 15,-1-4 2-15,2-7 2 16,5-4 2-16,0-8 3 15,10-7-2-15,5-11 2 16,13-10 1-16,10-17-4 0,20-22-4 16,24-20-1-16,22-27-1 15,24-28-5-15,19-29-193 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46:50.939"/>
    </inkml:context>
    <inkml:brush xml:id="br0">
      <inkml:brushProperty name="width" value="0.05292" units="cm"/>
      <inkml:brushProperty name="height" value="0.05292" units="cm"/>
      <inkml:brushProperty name="color" value="#FF0000"/>
    </inkml:brush>
  </inkml:definitions>
  <inkml:trace contextRef="#ctx0" brushRef="#br0">3757 6362 44 0,'11'0'7'0,"3"0"-8"0,-1-5 4 0,1 0 6 15,1 1 0-15,1 0-3 0,1 0-1 16,4-1-2-16,-1 1 0 16,4-2-1-16,3 2-2 15,3 0 1-15,5 0 0 16,0-1-1-16,4 0 0 15,3 0 2-15,6 1 0 16,0 0-1-16,6-2 1 0,3 2-2 16,3 0 1-16,4-1 0 15,1 1 0-15,2 0 0 16,3-2 0-16,3 2 1 16,1 1-2-16,2-1 1 15,2 1 0-15,-1 0 0 0,-2-1-2 16,0 2 2-16,2 1 4 15,0-2 1-15,0 3-1 16,4-1-2-16,-1 1-1 16,3 0 1-16,4-2-1 15,-4 2 0-15,2-1 1 0,2-2 1 16,2 3-2-16,1-1 1 16,-3-1-2-16,3 2 0 15,1 0 0-15,-1 0 0 16,-4 0 0-16,0 0 0 0,3 0-1 15,-2 0 0 1,-1 0 2-16,3 2 1 0,1-1-1 16,-2 3 2-16,-1-1 0 15,-2 2-1-15,0 0-1 16,3 1 0-16,-2 0-1 16,0-1 1-16,7 2 2 15,-1-1-3-15,-2-3 0 0,1 3 0 16,-1-1-1-16,1-1-1 15,1-1 1-15,-3 0 1 16,3 0 3-16,0-3 3 16,-1 0 1-16,-1 0-1 0,-6 0-4 15,1 0 2-15,0-3-3 16,-4-1 1-16,-1 0 0 16,3-1-1-16,0 0 2 15,1-1-1-15,1 1 1 16,0-3 1-16,5 1-2 0,0 0 1 15,1-1-1-15,-3-2-2 16,4-2-1-16,-2 1 1 16,-3-2-1-16,-6 2-1 15,-5-1 0-15,-2 0 1 16,-5 3-1-16,-4 2 1 16,-3 1 1-16,-5 2 0 0,-4 3-1 15,-4 1 3-15,-6 0-9 16,-9 0-31-16,-5-3-55 15</inkml:trace>
  <inkml:trace contextRef="#ctx0" brushRef="#br0" timeOffset="1025.02">11630 5679 36 0,'0'-4'11'0,"1"3"-2"0,0-1-3 0,-1 1-1 16,0 0 1-16,0 1-2 15,2 0-2-15,0 0-3 16,-2 0 0-16,2 0-1 0,-2 0 1 16,2 3-2-16,-2 2-4 15,3 2 2-15,-1 1 5 16,-1 2 1-16,2 0 1 15,-1 0-1-15,1-1 2 16,0-1 0-16,0-1 1 16,2-2 0-16,0-4 5 0,3 0 2 15,4-1 4-15,5-1 11 16,8-12 1-16,6-4-9 16,11-7-5-16,12-4-5 15,11-5-3-15,15-5-2 16,15-1-1-16,19-2 2 0,13-4 0 15,16-2-9-15,14-6-53 16,6-5-68-16</inkml:trace>
  <inkml:trace contextRef="#ctx0" brushRef="#br0" timeOffset="5287.04">5968 9476 133 0,'-38'-19'1'0,"1"-1"-1"0,2 3 1 0,4 4-1 15,-1 1-1-15,3 4-1 16,0 0-10-16,-2 1-7 16,-1 0-38-16</inkml:trace>
  <inkml:trace contextRef="#ctx0" brushRef="#br0" timeOffset="6156.73">4991 9528 33 0,'0'0'5'0,"0"0"4"16,56-11 1-16,-31 6-6 15,2 3-1-15,2-1-1 16,4 1-1-16,1-2 1 15,1 1 0-15,3 2 0 0,5 1 1 16,2-2-2-16,6 2 0 16,2 0 0-16,7 0 1 15,1 0-1-15,7 0 0 16,1 0 0-16,4 0 0 16,1 0-1-16,4 0 1 0,3 0 0 15,1 0 1-15,3 0 0 16,0 0 3-16,3 2-2 15,1 2-1-15,0 3 0 16,-2 0-1-16,3 0 1 0,4 0-1 16,4 1 1-16,3-3 0 15,4 2 0-15,5-2 1 16,1-1 0-16,1-1-1 16,2-2 0-16,-1 2-1 15,-1-2-1-15,1 1 1 16,0-2 1-16,1 0 0 0,0 0 4 15,3 0-1-15,0-3 0 16,4 0-2-16,2 2 0 16,-2-2-1-16,2 1 0 15,-1-2 1-15,1-1-3 16,-1 0 1-16,0-2 0 0,-3 0 0 16,4-4 3-16,-3 1 1 15,2-3-2-15,2 2 1 16,-1-1-1-16,0 4 0 15,-4-2-2-15,-4 2 0 16,-4 3-1-16,-7-1 1 0,-3 1 2 16,-5-3 1-16,-6 0 5 15,-8 2 4-15,-6-4-3 16,-6 0-1-16,-6-1-1 16,-6 3-1-16,-6-4-1 15,-6 5 1-15,-5-2-3 16,-5 4-1-16,-9-1 0 0,-6 5 1 15,-2 1 0-15,-4 0-16 16,-8 0-64-16,0-9-63 16</inkml:trace>
  <inkml:trace contextRef="#ctx0" brushRef="#br0" timeOffset="6589.95">12451 8806 153 0,'0'0'-4'0,"57"-46"7"0,-13 10 10 0,11-8-1 15,15-3 0-15,13-5-3 16,18-2-8-16,10-3 1 0,18-5-1 16,6-7-38-16</inkml:trace>
  <inkml:trace contextRef="#ctx0" brushRef="#br0" timeOffset="7736.04">18068 12259 200 0,'0'0'-9'0,"59"0"13"0,-32 3-1 15,-2 17-3-15,-2 7-3 0,-4 10-5 16,-6 10 7-16,-2 7 7 16,-6 7-2-16,1 3-2 15,-3 2 1-15,1 1-1 16,4 0 0-16,0-6-1 16,5 1-1-16,3-6 2 0,3-4-2 15,4-5 1-15,3-1 1 16,4-8 1-16,3-1 1 15,3-8 1-15,0-4-1 16,2-4 0-16,-2-2 0 16,-4 1-2-16,-2 2-2 15,-6 6-1-15,-6 11-1 0,-6 11-3 16,-3 11 1-16,-6 13 0 16,-3 8 4-16,0 13 0 15,0 2 5-15,0 2 0 16,6 2-2-16,6-2-2 15,7-2 0-15,2-6 0 0,3 1-1 16,2-7 1-16,-1-3-1 16,-6-6 1-16,-5-6 8 15,-10-2 9-15,-4-3-1 16,-21 1-2-16,-19-1 2 0,-21 4 1 16,-29 11-1-1,-37 14-6-15,-41 12-6 0,-46 11-46 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47:21.848"/>
    </inkml:context>
    <inkml:brush xml:id="br0">
      <inkml:brushProperty name="width" value="0.05292" units="cm"/>
      <inkml:brushProperty name="height" value="0.05292" units="cm"/>
      <inkml:brushProperty name="color" value="#FF0000"/>
    </inkml:brush>
  </inkml:definitions>
  <inkml:trace contextRef="#ctx0" brushRef="#br0">18000 12407 59 0,'0'0'13'0,"0"0"-10"0,0 0-3 0,0 0 1 0,0 0 0 16,0 0 0-16,0 1 0 15,0 1 4-15,0 0 3 16,1 1 0-16,0 2-4 16,0-1 0-16,0 2-2 15,3-1-1-15,-2 1 0 0,-1 0 0 16,1 1-1-16,0 0 2 15,2-3 2-15,-2 3 1 16,1 1-1-16,2-3 1 16,-1 2-2-16,0-1 2 15,0-1 3-15,1-2 1 0,-1-3 3 16,2 0 5-16,4 0 10 16,3-8-3-16,4-8-5 15,12-8-4-15,11-10-2 16,14-10-5-16,17-7-4 15,20-12-4-15,21-12 0 16,22-9 0-16,18-7-26 0,13-11-123 16</inkml:trace>
  <inkml:trace contextRef="#ctx0" brushRef="#br0" timeOffset="13250.6">15605 13374 41 0,'-2'3'16'0,"0"-3"1"0,0 3-5 0,2-3-3 16,0 0-4-16,0 3-2 15,0-3 1-15,0 1 0 16,0-1 2-16,0 2 1 16,0-1-4-16,0 0 0 15,0 1-1-15,0-1-2 16,4-1 1-16,-1 0-1 0,3 0 2 16,1 0 0-16,5 0 3 15,2-4 7-15,4-8 1 16,8-6 2-16,11-7 1 15,10-10-10-15,19-9-1 16,17-12-4-16,16-11-1 0,11-15-62 16</inkml:trace>
  <inkml:trace contextRef="#ctx0" brushRef="#br0" timeOffset="17662.37">19759 14539 34 0,'0'0'16'0,"1"0"1"0,0 0-3 0,-1 0-8 16,1 0-2-16,0 0 2 15,-1 0-1-15,1 0 1 16,0 0-2-16,-1 0 3 16,0 0-2-16,0 0 4 0,0 0 0 15,0 0 4-15,0 0-3 16,0 0-3-16,0-2 0 15,0 2-1-15,0 0-3 16,0 0-3-16,0 0 0 0,0 0-1 16,0 0-8-16,0 0 4 15,2 0-19-15,0 0-9 16,0 0-22-16</inkml:trace>
  <inkml:trace contextRef="#ctx0" brushRef="#br0" timeOffset="19256.5">19854 14489 57 0,'0'0'19'0,"0"0"5"0,0 0 3 16,0 0-8-16,0 0-3 16,0 0-5-16,0 0-1 15,0 0-6-15,0 0-1 0,0 0-1 16,-41-30-2-16,34 30 3 15,0 0 0-15,0 0 1 16,0 0 0-16,-4 0 1 16,2 0-2-16,0 0-1 15,-1 0-1-15,0 4 3 0,1 1-3 16,-3-2 1-16,0 2-2 16,-1 1 1-16,-1 0 0 15,2 1 0-15,-2 0 0 16,1 1 0-16,-1 2-1 0,2 0 2 15,-2 0-2-15,2 1 0 16,0 1 0-16,0-1 1 16,1 1 3-16,-1 2 0 15,0-3 0-15,1 4 2 16,0 0-1-16,3 1-2 16,-2-1 1-16,3 2-2 0,-2-1-1 15,2 0 0-15,1-1 0 16,1 1-1-16,-1-2 1 15,1 2 0-15,2-1-1 16,-1 1 1-16,2-2 1 16,0 2-2-16,0-1 2 15,2 0-2-15,0 0 1 0,0 2-1 16,0-1 1-16,0 1-1 16,0-3 0-16,3 3-1 15,1 0 1-15,1 1 0 16,2-3 1-16,0 3 0 0,0-3-1 15,1-1 1-15,4 1-1 16,-5-2 0-16,3 1 0 16,2-4 1-16,-1 4 0 15,-1-4-1-15,3 0 0 16,-2 0 0-16,3 0 0 0,-1 0 0 16,1-3 0-16,3 3-1 15,1-4 2-15,-3 1-2 16,4 0 2-16,-1 0 0 15,4-1-3-15,0-2 2 16,-2-1 0-16,4 1 1 16,-3 0-1-16,0-2 2 0,0-1-2 15,1 1 1-15,1 0-2 16,-4-2 3-16,4 0-2 16,-1 0 1-16,0 0-1 15,1 0 1-15,0 0-1 0,1-4 0 16,-2 0 0-16,1-3 2 15,0 1 0-15,1-2 1 16,-4-2-2-16,2 1 2 16,-1-1-1-16,0 0 1 15,0-1-2-15,0-2 0 0,-1 2-1 16,1-2 1-16,-3 2-1 16,-1-2 0-16,0-1 1 15,-2-2 1-15,1 1 0 16,-5 0 1-16,3-3 0 15,-5 1-3-15,0 0 1 16,-1 1 0-16,0-4-1 0,0 2 1 16,-3 2-1-16,0-4 0 15,0 3 1-15,-1-1-1 16,-2-1 0-16,-1 2 1 16,-1-1 0-16,0 1 0 15,0 0 0-15,0-2 1 0,0 3 2 16,-4-2-3-16,-1-2 1 15,-1 2-2-15,-1-4-1 16,-2 3 1-16,-4-2 0 16,-2 0 1-16,-2 0-3 15,-7 3 6-15,0 1-2 0,-3 0 0 16,-1 2-2-16,-1 4 1 16,0 0-1-16,1 1 1 15,-1 1-1-15,2 3 1 16,0 1-1-16,1 2-1 15,0 2 1-15,1 1-1 0,1 0-1 16,0 8-23-16,6 3-24 16,-1-3-56-16</inkml:trace>
  <inkml:trace contextRef="#ctx0" brushRef="#br0" timeOffset="20318.5">19908 15379 95 0,'0'0'13'0,"0"-1"13"0,0-2-11 0,0 1 3 16,0-1-5-16,0 1-2 15,0-1-9-15,0 2 1 16,0-1-3-16,0 1 0 0,0-2-1 16,0 2-2-16,0-2-1 15,0 0 2-15,0-1 1 16,0 1 1-16,0-1 0 15,-3 1 0-15,3-1 0 16,-4-1-2-16,3 2 2 0,1-1 0 16,-1-1 0-16,1 2 0 15,0-3 0-15,0 3 0 16,0-1 2-16,0 1-1 16,0 1 3-16,0 1 4 15,0 0-5-15,0 1-2 0,0 0-1 16,0 0 0-16,0 0 0 15,0 0 0-15,0 1 1 16,0 2-1-16,0 1 1 16,1 2-1-16,0 1 1 15,3 2 0-15,-4 1 1 0,3 1-2 16,0 3 2-16,0 3 0 16,2 0-1-16,-1 3 2 15,-1 1 2-15,0 2 1 16,0 1 3-16,1 3-2 15,-2 0 2-15,0 5-4 16,-2 3 2-16,0 6-2 0,0 5-2 16,0 5 0-16,0 4-2 15,0 2 0-15,-2 1-1 16,0 0 0-16,2-3 1 16,-2-2-1-16,2-3 1 15,0-3 0-15,0-6 0 0,0-2 1 16,0-1 0-16,2-3 3 15,-2-5-1-15,4-3 1 16,-2 0 0-16,-1-6-2 16,1-2-2-16,-1 0 0 15,1-4 0-15,-2-4-2 0,2-3 3 16,-2-1-2-16,0-7-7 16,0 0-18-16,0-16-17 15,0-10-171-15</inkml:trace>
  <inkml:trace contextRef="#ctx0" brushRef="#br0" timeOffset="20773.43">19948 15243 69 0,'0'0'17'0,"0"0"5"0,0 0-2 0,0 0-10 16,0 0-3-16,-37-4 0 15,25 12 8-15,-1 2 1 16,-1 2 1-16,-1 0 1 0,-1 3-4 16,2 1-7-16,-2-1-4 15,1 3-2-15,1-1 0 16,-2 0-1-16,1-2 1 15,4-1-1-15,0-3 0 16,0 1 0-16,6-5 0 0,-1-1-7 16,5-4-18-16,1-2-29 15,0 0-24-15</inkml:trace>
  <inkml:trace contextRef="#ctx0" brushRef="#br0" timeOffset="20985.51">19846 15276 90 0,'0'0'21'0,"0"0"-8"0,0 0-7 16,0 0 9-16,0 0 3 16,40 31 2-16,-23-17-2 15,4 2-5-15,6 1-2 16,3 1-5-16,6 1-5 15,-2 2-1-15,3 0-10 0,-2 1-74 16</inkml:trace>
  <inkml:trace contextRef="#ctx0" brushRef="#br0" timeOffset="21670.03">19679 16898 135 0,'0'0'31'0,"0"0"7"0,0 0-14 0,0 0-2 15,0 0-5-15,0 0-1 16,0 0-1-16,0 0-3 16,0 0-4-16,0 0-7 15,-15-30 3-15,15 29-2 16,0-1-2-16,1-1 1 0,4 3-1 15,3-1 0-15,0 1 0 16,2 0 1-16,1 0-1 16,0 0 0-16,0 4 0 15,-2 3-1-15,-1 0 0 16,0 4-2-16,-3-2 0 0,-3 1 2 16,0 0 1-16,-2 0 2 15,0 1-3-15,0-3 0 16,-4 0 1-16,-4 1-1 15,-1-1 2-15,-2 2-1 16,0-3 2-16,0-1-2 0,2-1-1 16,1-2-2-16,2 1-4 15,2-3-12-15,4-1-13 16,0 0-35-16,0-5-34 16</inkml:trace>
  <inkml:trace contextRef="#ctx0" brushRef="#br0" timeOffset="22060.42">19830 16828 51 0,'0'0'20'0,"0"0"15"0,0 0 5 0,0 0 5 16,0 0-5-16,0 0-10 15,0 0-15-15,0 0-6 16,0 0-5-16,0 0-3 0,-25-14-1 16,23 20 0-16,-2 1 0 15,3 4 0-15,-1-1 0 16,-2 3 1-16,3-2-1 16,0 3 0-16,0-2 1 15,1 1 0-15,0-2-1 0,0-1 2 16,0-1 0-16,0-1 0 15,3-2 2-15,3-1 1 16,-1 0-5-16,3-1 1 16,0-3 0-16,0 1 1 15,1-2-1-15,1 0-1 0,1 0-1 16,0 0-4-16,2-5-25 16,-2-3-39-16,-1-2-45 15</inkml:trace>
  <inkml:trace contextRef="#ctx0" brushRef="#br0" timeOffset="22544.96">19990 16886 104 0,'0'0'15'0,"0"0"-6"0,0 0-7 0,0 0 1 0,0 0-3 16,0 0 3-16,0 0 6 15,0 0 11-15,0 0 5 16,0 0-2-16,3-1-14 0,-3 1-7 15,0 0 5-15,0 0 2 16,0 0 2-16,0 0-3 16,0 0-3-16,0 0 6 15,0 1-6-15,0 4 0 16,0-1 1-16,0 3-2 0,1 0-1 16,0 1 2-16,0 0-2 15,0 2 0-15,0-2 1 16,1 3 2-16,0-2-1 15,0 3 1-15,-2 0-1 16,2 0-1-16,-2-1-1 0,2-2-3 16,-1 2 2-16,3-4-1 15,0 0-2-15,1-3-2 16,0-4-14-16,1-5-67 16</inkml:trace>
  <inkml:trace contextRef="#ctx0" brushRef="#br0" timeOffset="23732.99">19794 13446 48 0,'-2'-5'11'0,"1"3"1"0,0-2 6 15,0 1 5-15,0 1 3 16,-1 0-4-16,1-1 0 0,1 2-6 16,-3-1-5-16,3 1-2 15,-2 1-4-15,1 0-3 16,1 0-2-16,0 0-1 16,0 0 0-16,-1 0 0 15,1 0 1-15,0 0 0 0,0 6 0 16,-2 2 1-16,2 3-1 15,0 4 1-15,0 2 0 16,0 5-1-16,0 1 1 16,0 4-1-16,0 3 0 15,0 3 0-15,0 2 0 16,1 2 1-16,0 6 0 0,0 2 0 16,-1 4 4-16,1 2-1 15,1 0 2-15,-2 0 0 16,3-3-2-16,-3 3-1 15,2-2-1-15,-1-3 3 16,-1-1-1-16,1-1 3 0,-1-2-2 16,1-1-1-16,-1-2 2 15,0-4-1-15,1-2-3 16,0-2 0-16,-1-3 1 16,2-2-1-16,0-2-1 15,-2-4 0-15,0-3-2 0,2-1 2 16,-2-6-1-16,0-5-7 15,0-5-43-15,0-14-92 16</inkml:trace>
  <inkml:trace contextRef="#ctx0" brushRef="#br0" timeOffset="24166.37">19709 13478 95 0,'0'0'24'0,"0"0"10"0,0 0-4 0,0 0-13 15,0 0-5-15,0 0-5 16,-44 11-2-16,30 0-3 0,0 1-1 15,-2 2 1-15,1 0 0 16,-3 3-1-16,2-2 1 16,1-1-1-16,2 0-1 15,3-3 0-15,-1-1-9 16,4-4-40-16,2-6-43 0</inkml:trace>
  <inkml:trace contextRef="#ctx0" brushRef="#br0" timeOffset="24372.44">19607 13496 159 0,'0'0'20'0,"0"0"-17"16,0 0 7-16,50 0 2 16,-31 0-4-16,1 4-5 15,0 2-1-15,1 0-1 0,1 0 0 16,-2-1-1-16,0 2 0 15,0 0 0-15,-4-4-1 16,1-3-34-16,-7 0-71 16</inkml:trace>
  <inkml:trace contextRef="#ctx0" brushRef="#br0" timeOffset="24935.52">19852 12964 130 0,'0'0'16'0,"0"0"-13"0,0 0 0 16,-39 32-2-16,29-16 1 16,3 0 0-16,1 1-1 15,2-2 1-15,3 2 0 16,1-4 2-16,0 0-2 15,2-4 5-15,5 0 1 0,2-2 1 16,1-5 3-16,4-2 1 16,-1 0-3-16,2 0 1 15,0-2 0-15,-1-8-5 16,0-1 0-16,-2-2 0 16,-3-1 3-16,-3 2-3 15,-3-3 0-15,-1 1-2 0,-2-2 1 16,0 2-1-16,-3 0 0 15,-5 1-2-15,-1-1 0 16,-3 3-3-16,0 2 2 16,1 2 5-16,3 3-9 0,-2 2 2 15,1 2 0-15,1 0-6 16,4 0-26-16,0 9-11 16,1-2-12-16,2 0-15 15</inkml:trace>
  <inkml:trace contextRef="#ctx0" brushRef="#br0" timeOffset="25269.61">20071 13018 201 0,'0'0'25'0,"0"0"2"0,0 0-14 15,0 0-3-15,0 0-8 0,0 0-2 16,0 0 1-16,0 0-1 15,-5 44 1-15,5-23 0 16,1 4-1-16,8 7 0 16,3 0 0-16,2-3-32 15,1-4-151-15</inkml:trace>
  <inkml:trace contextRef="#ctx0" brushRef="#br0" timeOffset="26757.39">21802 14490 125 0,'0'0'15'0,"0"0"20"0,0 0-6 0,0 0-12 0,0 0-3 15,0 0-2-15,-19-39-1 16,10 33-4-16,0 3-5 0,-4 0 0 16,0 1-1-16,0 1 0 15,-2 1 0-15,2 0 1 16,-1 0-2-16,1 0 0 15,-1 3 0-15,0 1 1 16,-1 1-1-16,0 2 0 16,-5 1 1-16,3-2-1 0,-2 4 0 15,-1 1 1-15,2 1-1 16,-1 2 1-16,1 3-1 16,-1 1 0-16,-1 1 0 15,2 4 0-15,0-1 1 0,3 1-1 16,-3 1 0-16,6 0-1 15,-1-1 2-15,4 0-1 16,0 0 0-16,3-1 1 16,1-1 0-16,2 0-1 15,3 1 1-15,0-2 1 16,0 2 0-16,5-1 0 0,3 0 0 16,0 0-1-16,1 2 1 15,3-1 0-15,1 0 0 16,2 1-2-16,-1-2 0 15,2-1 0-15,1 0 1 16,-1-3 0-16,2 0-2 0,2-4 0 16,-1 0 3-16,4-2-3 15,0-3 2-15,1 0 1 16,1-3-2-16,1-1 2 16,-1-4-2-16,2 0 3 15,-2 0 2-15,4-2 1 0,-2-7-1 16,1-2 0-16,2-2-1 15,-4-1-1-15,-1-3-2 16,0-3 1-16,-2-3 0 16,-5-4 1-16,-1-3 1 15,1-4 0-15,-5-1-1 0,0-3-1 16,-4 1 0-16,-2 0 1 16,-4-2 0-16,-3 2-1 15,0 0 1-15,-8 2-2 16,-5 2-2-16,-2 2 1 15,-4 5-3-15,-1 5-1 0,-2 7-10 16,-2 7-20-16,-1 5-31 16,3 2-43-16</inkml:trace>
  <inkml:trace contextRef="#ctx0" brushRef="#br0" timeOffset="27426.58">21672 15159 135 0,'0'0'3'0,"0"0"3"0,0 0-5 0,0 0-2 15,0 0 2-15,0 0 0 16,0 0 1-16,0 0 4 15,-1 41 6-15,3-25 7 16,1 6-5-16,-1 2-7 16,2 5-1-16,0 3-3 0,1 2-1 15,0 4-1-15,0 1 3 16,-2 2-1-16,2 0 7 16,-2 0 6-16,1-3-3 15,0 1-2-15,1 2-4 16,-2-3 1-16,1 1-1 0,0-2-1 15,-1-3 0-15,1-2 3 16,2-3-2-16,-4-2-1 16,0-4 2-16,2-2 1 15,-2-3-3-15,0 1 3 16,-2-5-5-16,4 0 0 0,-4-1 0 16,1-2-1-16,-1-1 0 15,1-1-1-15,0 2 0 16,-1-2-1-16,0-1 0 15,0 1-1-15,0-1 0 16,0 1 2-16,0-1-4 0,0 1 2 16,0-1-1-16,0 1-2 15,0 1-11-15,0 2-17 16,0 1-10-16,-2 0-20 16,-3 0-61-16</inkml:trace>
  <inkml:trace contextRef="#ctx0" brushRef="#br0" timeOffset="28201.04">21628 16513 95 0,'0'0'91'0,"0"0"-107"0,0 0 17 15,0 0 2-15,0 0 10 16,0 0-2-16,0 0 15 16,0 0 0-16,0 0-8 15,0 0-1-15,0 0 2 0,28 1-6 16,-19-1-7-16,-1 0-3 16,3 2 1-16,-1 2-4 15,0 3 1-15,-1 2 0 16,0 1 0-16,-1 1-1 0,-2 2 0 15,-1-2 1-15,-2 3 3 16,-1-1-2-16,-2 1-3 16,0-4-1-16,0 1 2 15,0-2-1-15,-3 0 1 16,-2-2 0-16,-2-2 2 16,1-2-2-16,0 0 1 0,1-3 0 15,2 0 0-15,1 0-1 16,2 0-1-16,0 0-3 15,0-4-7-15,0-2 6 16,0-2-4-16,2-2 7 16,3-1 1-16,4-4 0 0,-3 3 0 15,1-1 1-15,-1 0 0 16,1 0 0-16,-1 4 0 16,-3 0-1-16,0 3 0 15,-1 0 2-15,-2 3-1 16,0 2 1-16,0 1 0 0,0 0-3 15,0 0-5-15,0 4 6 16,0 6 1-16,0 1 0 16,0 1 2-16,0 3-2 15,0 0 0-15,0 0 3 16,1-1-3-16,5-1 2 0,0-3 0 16,3 0-1-16,1-5-6 15,2-4-40-15,1-1-88 16</inkml:trace>
  <inkml:trace contextRef="#ctx0" brushRef="#br0" timeOffset="28486.37">21918 16624 268 0,'0'0'17'0,"0"0"1"0,0 0-13 0,0 0-3 15,0 0-1-15,0 0 1 0,0 0-6 16,0 0 5-16,0 0-1 15,0 0 0-15,0 0 0 16,35-4-3-16,-34 15-2 16,-1 3 1-16,0 2 1 15,-5-1 3-15,-4 0-1 16,0-1 4-16,1-4 4 0,2-3 6 16,2-3 0-16,2-1-4 15,2-3-2-15,0 0-2 16,4-6-9-16,9-7 6 15,3-6-7-15,2-6-26 16,4-9-59-16</inkml:trace>
  <inkml:trace contextRef="#ctx0" brushRef="#br0" timeOffset="28998.91">21645 15266 190 0,'0'0'13'0,"0"0"18"0,0 0-14 16,0 0-4-16,0 0-2 16,0 0-5-16,0 0-2 0,0 0-3 15,0 0-2-15,0 0 0 16,-40-17 1-16,28 27-1 16,-3 4 1-16,-2 3 1 15,0 5-1-15,-5 0 1 16,3 1-1-16,-1-1 0 15,2-2 0-15,3-1-1 0,4-6-19 16,6-6-40-16,2-7-48 16</inkml:trace>
  <inkml:trace contextRef="#ctx0" brushRef="#br0" timeOffset="29169.26">21636 15257 178 0,'0'0'10'16,"0"0"-8"-16,48 0 0 0,-28 0 4 16,4 5 0-16,-1-1 2 15,4 3-3-15,-3-1-3 16,1-4-4-16,-3-2-71 16</inkml:trace>
  <inkml:trace contextRef="#ctx0" brushRef="#br0" timeOffset="30059.5">21499 13303 27 0,'0'0'20'0,"0"0"-1"0,0 0-4 16,0 0-1-16,0 0 1 15,0 0-5-15,0 0-2 0,0 0-1 16,10 44 0-16,-8-30 1 16,0 0-3-16,2 2 0 15,-2 4 0-15,1 3-2 16,1 5 2-16,2 1-2 15,-1 3-1-15,4 4 0 16,-3 0 2-16,1 3 2 0,0 2 3 16,1 3 1-16,-2 3-5 15,0 2-1-15,-1 4 0 16,-1-3-2-16,0 0-1 16,2-2 1-16,-2-3 0 15,0-3 6-15,1-2 4 0,-2-1-2 16,0-2-7-16,-1-1 12 15,-2-1-9-15,0-3-3 16,0-3 0-16,0-3-2 16,-6-5 0-16,1 0-1 0,3-4 0 15,-4-6 0-15,4-2-1 16,1-4-14-16,0-5-22 16,1-5-26-16,-1-13-91 15</inkml:trace>
  <inkml:trace contextRef="#ctx0" brushRef="#br0" timeOffset="30414.55">21421 13371 218 0,'0'0'-1'0,"0"0"1"0,0 0 4 15,0 0-3-15,0 0-2 16,-43 34 2-16,33-18-2 0,-2 2 1 15,-1 1 0-15,1-2 0 16,-2 1 0-16,0-2 0 16,0-2 0-16,3-2 0 15,2-1 0-15,0-4-10 16,4-3-41-16,1-4-10 0</inkml:trace>
  <inkml:trace contextRef="#ctx0" brushRef="#br0" timeOffset="30667.39">21359 13368 152 0,'0'0'3'0,"0"0"21"15,50 0-4-15,-28 0-7 0,3 0-8 16,2 2-3-16,1 1 1 15,-2 1-4-15,3-1 2 16,-3 0 0-16,-1-2 0 16,-2 2-1-16,-5 0 0 15,-2-2-1-15,-5-1-5 0,-2 0-35 16,-5 0-29-16</inkml:trace>
  <inkml:trace contextRef="#ctx0" brushRef="#br0" timeOffset="31092.07">21519 12934 158 0,'0'0'7'16,"0"0"3"-16,-37 14 1 15,29-3-5-15,2 2 0 0,5 4-1 16,1-3-2-16,0-1 0 16,9 1 1-16,5-3-1 15,-1-4 2-15,4-2 1 16,0-5 5-16,3 0 0 15,-4 0-1-15,-2-6 1 0,1-5-2 16,-6 0 4-16,-2-5 2 16,-4 0-3-16,-2-1-1 15,-1-1-7-15,-1 1 0 16,-7 0-2-16,-3 1-3 16,-2 5-1-16,1 2-1 0,-1 5-6 15,2 4-3-15,2 0-23 16,2 3-35-16,3 3-24 15</inkml:trace>
  <inkml:trace contextRef="#ctx0" brushRef="#br0" timeOffset="31455.6">21757 12952 189 0,'0'0'4'0,"0"0"1"16,0 0 6-16,0 0 3 16,37-7-6-16,-32 7-4 15,3 0-2-15,-4 0 0 16,4 0-2-16,-6 7 0 0,1 3-1 16,-1 4 1-16,-2 1 4 15,0 2-6-15,-2 0 0 16,-7 1-2-16,-1-3 4 15,-5-1 3-15,3-1-3 16,0-1 5-16,3-5 0 0,3 0 2 16,4-4 0-16,2-1-1 15,0-2 3-15,11 0-2 16,9 0 2-16,12-2 2 16,7-5-7-16,11 1-3 15,6 1 1-15,5-4-10 16,4 1-85-16</inkml:trace>
  <inkml:trace contextRef="#ctx0" brushRef="#br0" timeOffset="33830.37">20417 14898 63 0,'0'0'0'0</inkml:trace>
  <inkml:trace contextRef="#ctx0" brushRef="#br0" timeOffset="34736.44">19769 13577 85 0,'0'0'7'0,"0"0"9"0,0 0-10 15,0 0-7-15,0 0 2 16,0 0 0-16,0 0 3 15,0 0-1-15,0 0 2 16,0 0 2-16,13 44-2 0,-9-31 0 16,-2 1 1-16,0 0-1 15,0 3 0-15,0 4 0 16,2 0-3-16,-2 4 2 16,3 2-2-16,-1 5 1 15,0 2 0-15,1 1 3 0,0 2-2 16,-3 0 0-16,0 1 1 15,-2-2-1-15,0 1 4 16,0-1-1-16,0-1-2 16,0-1-1-16,0-1-1 15,0-1-1-15,0-3-1 16,0-1 1-16,0-7-1 0,0-1 0 16,0-3 0-16,0-4 0 15,0-2-1-15,0-3 0 16,0-3 1-16,0-2-1 15,0-3 0-15,0 0-3 16,-2-11-72-16</inkml:trace>
  <inkml:trace contextRef="#ctx0" brushRef="#br0" timeOffset="35063.74">19731 13564 82 0,'0'0'1'0,"0"0"-1"0,0 0-8 0,0 0-4 0,0 0 2 16,0 0 10-16,9-38 4 16,-18 35 0-16,-1 3-5 0,2 0-2 15</inkml:trace>
  <inkml:trace contextRef="#ctx0" brushRef="#br0" timeOffset="35533.68">19550 13530 83 0,'0'0'9'0,"0"0"0"16,0 0-6-16,0 0-1 15,0 0-2-15,0 0 0 0,0 0 1 16,0 0-1-16,27 0 2 16,-25 0 2-16,0 0 0 15,0 0 2-15,-2 0-4 16,0 0 0-16,0 0 4 0,1 0-3 16,-1-1-2-16,0-2 2 15,1-1 10-15,2-2 0 16,1 1 1-16,1-3-6 15,5 0-3-15,0-2 0 16,-1 1-4-16,5-2 2 16,-2-1 0-16,2 1 1 0,-2-1-1 15,3 2 0-15,-3-2 1 16,-1 2-1-16,0 2-2 16,-4 1 0-16,-1 1-1 15,-2 3 1-15,-2 2 2 16,0 1 7-16,0 0-8 0,2 0-3 15,0 4 0-15,1 3 2 16,3 4 1-16,3 5 0 16,3 3 0-16,3 3 0 15,4 3-1-15,6 0-8 16,4 1-79-16</inkml:trace>
  <inkml:trace contextRef="#ctx0" brushRef="#br0" timeOffset="36465.53">20420 14907 13 0,'0'0'44'0,"0"0"-16"0,0 0-6 16,0 0-9-16,0 0-10 15,0 0 0-15,0 0 3 0,0 0 1 16,0 0 1-16,0 0 4 16,0 0 2-16,0 0-1 15,0 0 3-15,26 4-3 16,-20-3-1-16,2-1-2 16,3 1-4-16,-2-1-1 0,6 0-1 15,1 0 0-15,0 0 1 16,1 0-1-16,2 0-1 15,0 0 3-15,0 0-2 16,5 0 0-16,-4 0-2 16,5 0 0-16,-1 0 1 15,1 0-3-15,0-1 1 16,-2 0 0-16,1-1 0 0,0 1 1 16,-1-2-1-16,-1 0 1 15,2 1-2-15,-1-3 1 16,2 2-1-16,-2-1 0 0,-2 2 0 15,1-3 1-15,-1 2-1 16,-3 0 2-16,1 2-1 16,-3-2 1-16,2 3-2 15,-5 0 0-15,1 0 0 16,-3 0 0-16,-2 0 0 0,0 0-1 16,-2 0 0-16,-1 0-4 15,-4 0-14-15,-1 0-25 16,-1 0-38-16,0-1-44 15</inkml:trace>
  <inkml:trace contextRef="#ctx0" brushRef="#br0" timeOffset="37519.25">20724 14415 106 0,'0'0'17'0,"0"0"15"0,0 0-2 15,0 0-6-15,0 0-2 0,0 0-9 16,0 0-1-16,0 0-4 15,0 0-5-15,0 0-2 16,0 0-1-16,0 0-1 16,-28-4 1-16,28 14 1 15,0 1-1-15,0 2 0 0,0 1 1 16,0 0-1-16,2-1 1 16,3 4 0-16,-3-1-1 15,1-1 0-15,0 2 1 16,-1 0-1-16,2-1 0 15,0 1 2-15,-2-2-2 0,1 2 0 16,1-2 0-16,0-1 1 16,-1-1-1-16,1-2 0 15,-1-2 1-15,1-2-1 16,-4-1 1-16,1-3-1 16,-1-1 1-16,0 1-1 0,0-1 0 15,0-1-1-15,0-1 1 16,0 0 0-16,0 2 0 15,-1-2 1-15,1 0-1 16,-2 0 1-16,2 0 0 16,0 0 1-16,-2-3-1 0,2-2-4 15,0 0 3-15,0-1 2 16,0-1-2-16,0 1-2 16,0-1 1-16,0 2-4 15,2-1 3-15,1 0 4 16,0 2-6-16,1-2 4 15,1 1-1-15,0-1 1 0,2 1 1 16,-1 0-3-16,3-1 4 16,-3 3 2-16,4-2-3 15,-4 1 0-15,2 2 1 16,-1-1-1-16,2 0 1 16,-1 2-1-16,-2 1 0 0,1-2 0 15,1 2-1-15,-2 0 1 16,-1 0-1-16,0 0 1 15,0 0-1-15,-3 2 2 16,1 2-2-16,2 0 1 0,-1 1 0 16,-2 2 0-16,0 0 0 15,-1 0 1-15,1 0 1 16,-1 3 1-16,0-3-2 16,-1 3-1-16,0-3 0 15,1 2 0-15,-1 1 0 16,0-2-1-16,0-1 1 0,0 0-1 15,0 0 0-15,1-1 0 16,1 1 0-16,0-2-3 16,0-1-27-16,2-2-49 15,2-2-33-15</inkml:trace>
  <inkml:trace contextRef="#ctx0" brushRef="#br0" timeOffset="38403.81">21026 14621 59 0,'0'0'27'0,"0"0"-5"0,0 0-1 0,0 0-2 16,0 0 4-16,0 0-15 15,0 0-3-15,0 0-2 16,0 0 0-16,0 0-1 16,0 0 1-16,0 0-2 0,0 0 1 15,0 0-1-15,0 0 3 16,0 0 3-16,0 0-3 15,0 2-1-15,0 1-2 16,0 1 0-16,0 0 1 16,0 1-1-16,1 0-1 15,-1 1 1-15,0-1 0 0,0 2-1 16,1-1 1-16,-1 1 0 16,0 0 1-16,0-1-1 15,0 1 1-15,1 0 1 16,-1 0-2-16,1 0 1 0,-1 0-1 15,1 0 0-15,0-1 0 16,1 1 0-16,-2 0 0 16,2 0 0-16,-2-1 1 15,0-3 3-15,0 4-1 16,0-3 1-16,0 0 1 0,0-1 0 16,1 0 0-16,-1 0-2 15,0 1-1-15,1-1-1 16,0 0 1-16,0-2-2 15,-1 2 0-15,0-1 0 16,1-1 1-16,-1 1 1 0,0-1-1 16,0 0 2-16,0 1-1 15,1-1-1-15,-1-1 0 16,0 0 1-16,0 2 2 16,0-2-2-16,0 2-1 15,0-2 0-15,0 1-1 16,0-1 3-16,1 1-2 0,-1-1 0 15,0 1-1-15,0 1 0 16,2-1-1-16,1 1-1 16,-1-1 0-16,-2 1-13 15,0-2-47-15,0 0-104 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5:48:31.807"/>
    </inkml:context>
    <inkml:brush xml:id="br0">
      <inkml:brushProperty name="width" value="0.05292" units="cm"/>
      <inkml:brushProperty name="height" value="0.05292" units="cm"/>
      <inkml:brushProperty name="color" value="#FF0000"/>
    </inkml:brush>
  </inkml:definitions>
  <inkml:trace contextRef="#ctx0" brushRef="#br0">13925 6602 78 0,'-1'0'7'0,"1"-3"11"0,0 1-7 0,0-2-4 0,0 1-5 15,0 1-2-15,0-2 0 16,1 1 0-16,2 0-1 15,-2 0 1-15,1 1 1 16,1 0-1-16,-3-1 1 16,0 3-1-16,0-1 1 0,0 1-2 15,0-2 2-15,0 1 2 16,0-2 8-16,0 3 3 16,0-1 0-16,0-1 1 15,0 1 1-15,-5-2-5 16,4 3 1-16,-2-1-6 0,2 1-6 15,-1-1-1-15,0 1 10 16,-3 0-7-16,1 0-1 16,0 0 1-16,-3 0-1 15,2 0-1-15,-1 2 1 16,1 1 0-16,-1 1-1 16,-1 3 0-16,0-1 0 0,1 1 0 15,1 0 0-15,-1-2 0 16,2 2 0-16,1-1 0 15,0 0 0-15,-2 0 0 16,2 1-1-16,2 1 1 16,-1-2 0-16,2 2-1 0,-2-1 1 15,2 0 0-15,0-2 0 16,0 1-1-16,0 1 1 16,0-1-1-16,0 0 1 15,0 2-1-15,0-1 1 0,0 0 0 16,0 0 0-16,0 0-1 15,0 0 0-15,4 2-3 16,-2-1 1-16,2 0 5 16,2 0-2-16,-1 2 0 15,3-2 0-15,-3 2 0 16,1-2 0-16,1 0 0 0,0-1-2 16,0-2 4-16,1 0-1 15,-2-1-2-15,4 2 4 16,-4-6 1-16,1 2 0 15,2-1-1-15,0-1 0 16,0 0 0-16,-2 0 0 0,2 0 0 16,-2 0 1-16,1 0-1 15,-3 0 0-15,4-3 0 16,-4 0 4-16,1-1-3 16,-2-2 0-16,3 1-1 15,-5-1 1-15,1 0-1 0,1-1 3 16,1-1-3-16,-3-1 1 15,0-1-2-15,1 0 0 16,-1 2-1-16,-1-1 3 16,2 0-2-16,-3 0 0 15,0 0 0-15,0 2-1 0,0 0 5 16,0-2-4-16,0 1 2 16,0-2 0-16,0 3-2 15,0-2 2-15,-5 2-2 16,3-3-1-16,0 0-1 15,-2 2 2-15,-1 1-1 0,0-2 1 16,-1 3-1-16,-1-2 0 16,-1 0 2-16,3 3-3 15,-5-2 1-15,4 4-1 16,-2-1 0-16,0 1-5 16,0 3-1-16,1 0 2 0,-2 0-17 15,-3 2-17-15,4 3-34 16,2-2-36-16</inkml:trace>
  <inkml:trace contextRef="#ctx0" brushRef="#br0" timeOffset="1140.53">14141 6791 71 0,'0'0'2'0,"0"0"-1"0,-2 0 4 0,2 0 6 15,0-1 2-15,0-1 3 16,0-2-2-16,0 1-1 0,0 0-2 16,0 1 0-16,0-2 4 15,4-1-6-15,-1 1-2 16,3 0-4-16,1-1 0 15,-2 1-3-15,3-2 0 16,0 2 4-16,0 2-4 0,-1-1 5 16,-2 1-3-16,3 2-1 15,-3 0-1-15,1 0 1 16,1 0 0-16,-2 0 1 16,1 1-1-16,-1 5 1 15,-2 0-1-15,-1 1-2 0,-2 1 1 16,0 3 0-16,0 1 4 15,0 1-3-15,0 0 1 16,-4-2-4-16,-2 3 4 16,0-2-2-16,1-3 0 15,-2 0 1-15,3-2-2 0,-3 0 2 16,2-1 1-16,1-3-4 16,0 0 4-16,1-2-1 15,1-1 0-15,1 0 0 16,0 0 1-16,1 0 0 15,0 0-5-15,0 0-1 16,0 0-1-16,0-3 3 0,1 2-1 16,3-2 2-16,0 1 1 15,-1 0 1-15,1 0-1 16,3 1-1-16,-3-2 2 16,-1 3 0-16,3 0 0 15,-2 0 0-15,-1 0 0 0,3 0-1 16,-1 0 1-16,-2 0-1 15,0 4 2-15,2 2-4 16,-3 0 4-16,0-1-2 16,0 1-2-16,0 1 2 15,1-1 2-15,-3 1-4 0,2 0 1 16,-2 0 4-16,0 3-3 16,0-3 1-16,0 2-2 15,-6-1 2-15,1 1-1 16,1-2-1-16,-5 3 2 15,-1-3 3-15,2 0-4 0,-3 0 1 16,-1-3 1-16,0 2-1 16,-3-2 1-16,1-1 3 15,-1-3 3-15,0 0 1 16,-1 0-2-16,1 0 0 16,1 0-2-16,1 0 0 0,2-3-3 15,2 0-2-15,4 1 1 16,1-4-3-16,1-4-35 15,3-7-142-15</inkml:trace>
  <inkml:trace contextRef="#ctx0" brushRef="#br0" timeOffset="2415.53">16282 6668 128 0,'-1'-2'10'0,"-2"1"6"0,-1 0-4 0,-3 1-5 0,0 0-5 15,-1 0-1-15,1 6-2 16,-5 3 1-16,2 5 0 15,2 0 0-15,1 2 0 16,5 1-1-16,2 0 0 0,0-1-1 16,0-1 2-16,7-6-3 15,3-2 5-15,0-4-10 16,4-3 7-16,1 0 3 16,1-5 8-16,0-6-3 15,0-3-2-15,-3 0-2 0,-4-3-1 16,-1 1 3-16,-5-1 2 15,-3 3 4-15,0 0-5 16,0 1-1-16,-11 5-4 16,1 2 0-16,-2 4 4 15,-2 2-5-15,1 0 0 16,-2 7-2-16,3 6 4 0,1 3-5 16,2 1 3-16,6-1-1 15,1-1 0-15,2 1-1 16,0-8-1-16,5 1-3 15,6-5 2-15,-1-2 3 16,2-2 5-16,4 0 11 0,1-6 4 16,-1-3-9-16,1-1-2 15,-4-2-3-15,-1 0 0 16,-4 2-2-16,-4 0 1 16,-4 3 1-16,0 3 1 15,-2 4-2-15,-10 0-5 0,-3 3 7 16,-3 8-10-16,0 6 0 15,0 3 0-15,3 0 1 16,3 0 1-16,7-2 0 16,4-2-1-16,1-2 0 15,6-3-5-15,6-4 0 0,3-4 2 16,4-3 4-16,2 0 2 16,2-3 4-16,0-8 3 15,1-3-2-15,-6-2 1 16,-2 1-1-16,-4-4-1 15,-5 2 1-15,-3 0 0 16,-4 3-1-16,0 1 1 16,-4 5-4-16,-9 2-1 0,-5 6-4 15,-4 0 1-15,-3 10-4 16,-2 7-2-16,-1 3-6 16,3 1-3-16,7 2 0 15,6-2 9-15,4-1 4 0,8-6 3 16,0-4-3-16,4-4-1 15,6-2 1-15,7-4 1 16,1 0 8-16,0-11 11 16,4-5 2-16,-4-2-4 15,0-5-1-15,-2 0 1 0,-9-2-1 16,-4 0 0-16,-3 0-3 16,0 2 0-16,-6 0-3 15,-8 2-3-15,-3 6-2 16,-3 2 0-16,-1 6-2 15,0 7 4-15,0 0-11 0,-1 8-26 16,7 5-38-16,5-3-61 16</inkml:trace>
  <inkml:trace contextRef="#ctx0" brushRef="#br0" timeOffset="3147.88">16759 6588 99 0,'-9'2'-2'0,"2"1"4"0,-1 3-2 0,0 1 0 0,-1 1 0 15,-1 0 0-15,2 3 0 16,1 1 1-16,1-1 0 0,1 1 2 16,1 3 3-16,2-2 3 15,2 1-1-15,-2-1 1 16,2-1 1-16,0 0-1 16,0 0-3-16,4-3-1 15,1 1-4-15,2 0 2 16,1-2 2-16,1-3 2 0,0 1 0 15,2-3 0-15,-1-2 0 16,1 1 2-16,1-2-5 16,1 0 3-16,2 0-3 15,1 0 1-15,0-6 0 16,3 0-3-16,-4-2 4 0,1-1-4 16,-2-2-1-16,-1 2 2 15,-4-2 2-15,-1 0 3 16,0-1-2-16,-5 0 4 15,-2 0-2-15,-1-1 1 16,0-1-2-16,0 1 1 0,-4 0-1 16,-7-1-4-16,2 3 0 15,-3-2-1-15,-1 4 1 16,2 1-3-16,-3 1-4 16,1 4 9-16,-1 0-3 15,-1 3-3-15,-2 0-1 0,2 3-10 16,-1 7-9-16,2 2-8 15,1 0-27-15,1-2-28 16</inkml:trace>
  <inkml:trace contextRef="#ctx0" brushRef="#br0" timeOffset="3712.3">16970 6725 152 0,'0'0'1'0,"0"0"-4"0,0 0 2 0,0 0 3 0,1 38-2 15,-1-25 1-15,0 2 1 16,0 1-1-16,0-2 2 16,-4 3 1-16,2-3 2 0,-1 1-2 15,-1-1-1-15,-1-2 1 16,0 1-3-16,0-3 4 16,0-1-3-16,2 1-1 15,-2-3 1-15,2-2-1 16,2 0 0-16,0-1-1 15,1-1 1-15,0-2 1 0,0 1-4 16,0-2 5-16,0 0 7 16,3 0 10-16,4 0-4 15,0 0-3-15,5 0-4 16,1-2-6-16,3-1 1 0,0-1-4 16,3 1 3-16,-3-1-3 15,2 1 1-15,1-1 2 16,-3 1-1-16,2 0-1 15,-2-1 0-15,0 1 0 16,-2 2-1-16,-2-1 1 16,0 1-1-16,-4 1 0 0,-2 0-1 15,2 0-6-15,-5 0-7 16,-1 0-43-16,0-4-49 16</inkml:trace>
  <inkml:trace contextRef="#ctx0" brushRef="#br0" timeOffset="3924.23">17139 6817 239 0,'0'0'15'0,"0"0"-4"0,0 0-12 16,0 0 3-16,-12 51 2 15,12-23-3-15,0 8 0 16,-3 6-1-16,-1 4-1 0,-2-1-92 16,-2-1-4-16</inkml:trace>
  <inkml:trace contextRef="#ctx0" brushRef="#br0" timeOffset="8264.48">10831 7308 120 0,'0'0'5'0,"0"0"23"0,-39-17-1 16,26 14-1-16,3 0-3 16,-2 3-7-16,3 0-6 0,-1 0-4 15,3 6-3-15,0 6-3 16,3 2 0-16,3 1 0 15,1 1-2-15,0-2-1 16,1-1 2-16,10-2-5 16,0-4 1-16,-2-1 0 0,3-6 4 15,0 0 0-15,-1 0 6 16,-3-4 5-16,0-6 1 16,-6-3 0-16,-1-1-2 15,-1 0 0-15,0-2-1 16,-7 3-2-16,-7 0 0 0,-1 2-4 15,-3 8-2-15,0 3-10 16,-4 0 11-16,3 7-4 16,2 6 1-16,1 6 1 15,7-1 0-15,5 0-2 16,4 0 0-16,0-3-2 0,5 0 1 16,7-4-4-16,5-1 2 15,3-6 2-15,2-1 0 16,2-3 1-16,1 0 0 15,0-6 3-15,-5-5-1 16,-1-2 3-16,-6 0 1 0,-2 2 0 16,-5-3 4-16,-6 0 2 15,0 2 0-15,0 2-4 16,-5 0-1-16,-4 6 0 16,-4 3-4-16,0 1-4 15,-3 2 2-15,0 11-1 16,3 3 2-16,4 4-1 0,3 0 1 15,4 2-1-15,2-2-1 16,3 0 1-16,9-3-1 16,2-4-5-16,5-2 5 15,-1-4 0-15,1-1 1 16,2-6-3-16,2 0 4 0,-2-1 4 16,2-11 2-16,-2 0-1 15,1-3 1-15,-7-2 0 16,-4-1-1-16,-3-1 2 15,-4-1-1-15,-4 2-1 16,0 1 0-16,-7 3-1 0,-6 2-1 16,0 5-2-16,-4 6-11 15,0 1 5-15,-3 1 3 16,5 12-2-16,-1 5 2 16,5 1 2-16,3 2 1 15,3 3-1-15,5-1-1 0,0-1 0 16,7-1-1-16,3 0 0 15,3-4-3-15,3-5 3 16,-1-3-1-16,1-3 1 16,-1-5 0-16,0-1 3 0,-3 0 5 15,-1-11 2-15,-3-2 2 16,-2-4 2-16,-4-3-2 16,-2-1-4-16,-2-4 1 15,-9 0-2-15,-7 0 0 16,-5 1-3-16,-3 0-2 15,-4 4-11-15,-3 1-5 0,-1 8-5 16,-5 2 2-16,0 5 6 16,1 4 9-16,2 0 4 15,3 10 2-15,6 4-1 16,5 3 2-16,6 3-2 16,6 2-2-16,5 0 2 0,5 1-1 15,0-2-1-15,7-3 1 16,7-2-4-16,5-6 3 15,1-4-1-15,2-5 3 16,1-1 7-16,0-1 0 16,3-11 5-16,-8-2-5 0,2-4-2 15,-7-1 1-15,-7-2 2 16,-2 1 1-16,-4-1-1 16,-2 1-3-16,-8 0-2 15,-8 0-1-15,-2 5-2 16,-4 3-6-16,-4 5-6 15,1 7 7-15,-2 0 1 0,3 7 2 16,2 6 2-16,3 4 0 16,8 0 0-16,1 3-1 15,8-2 0-15,4-2-3 16,0 1 0-16,12-3-1 0,3-4-6 16,5-3 7-16,2-3 1 15,3-4-1-15,2 0 3 16,2-4 0-16,0-8 1 15,-5-1 3-15,-1-3 1 16,-7 2-2-16,-4-2 2 0,-4-1 2 16,-6 2 3-16,-2 0 1 15,-7 1 0-15,-8 4-7 16,-4 3-1-16,-4 6-7 16,-4 1 9-16,0 4-7 15,4 6 2-15,-2 7 1 0,8 0 0 16,3 1 0-16,7 2-2 15,5-2-1-15,2-1-2 16,3 0 0-16,10-3-4 16,3-3 0-16,4-3 5 15,2-3 1-15,3-5-3 16,2 0 5-16,1-6 7 0,-1-5 2 16,-2-3-2-16,-5-3-2 15,-2 0-1-15,-8 1 1 16,-2-1 0-16,-6 4 3 15,-2 0 2-15,0 5-2 16,-12 1-3-16,1 4-2 0,-4 3-6 16,0 3 12-16,-2 10-11 15,0 3 1-15,3 6 2 16,3 1-1-16,3 0 1 16,7 1-2-16,1-2 1 15,7-2 0-15,6-1-3 0,3-2-3 16,0-5 7-16,6-2-5 15,-3-5 1-15,2-5 1 16,1 0 3-16,1 0 1 16,-2-9-1-16,0-1 3 0,-3 0-2 15,0 3 0 1,-8 0 0-16,0 3-1 0,-6 4 2 16,-1 0-2-16,-3 0-2 15,0 10-3-15,-3 5 13 16,-3 2-6-16,-4 3-1 15,2 1-1-15,-1-2 0 0,1-5 1 16,3-2-1-16,3-4 0 16,2-4 0-16,0-1-1 15,0-3-8-15,7 0 7 16,4 0-3-16,3-10 8 16,1-3 0-16,2-3 0 0,-1-2 0 15,-2 2-2-15,-5 0 1 16,-3 4-2-16,-2 4 2 15,-4 2 0-15,0 5 1 16,-2 1-3-16,-6 0-10 16,-3 5 8-16,-1 4-4 0,-1 2 4 15,-1 1 2-15,3-4 0 16,2 1 0-16,5-4 1 16,2-2-1-16,2-3-2 15,0 0-13-15,5 0 11 16,5-4 2-16,1-5 9 0,1-1-4 15,-1-4-1-15,-1 3 1 16,-2-2-2-16,-6 3 3 16,-2 2 3-16,0 1 3 15,-12 4-5-15,-3 3-6 16,-6 0 7-16,0 4-6 0,-4 9-1 16,0-2 1-16,3 3 1 15,3-2-1-15,2-1 0 16,7-4 0-16,5-1 0 15,2-3 0-15,3-2-11 16,0-1-17-16,14 0 22 0,-1-7 2 16,5-2 5-16,1-5 0 15,-3 1 1-15,1 2-2 16,-8 1 1-16,-3 2 1 16,-6 2 2-16,0 4 20 15,-5 2-16-15,-9 0-8 0,-2 5 8 16,-5 5-7-16,0 1-1 15,0 2 0-15,1-2 0 16,6-2 0-16,5-2 1 16,3-3-2-16,6-4 1 15,0 0-17-15,11 0 2 16,4-7 7-16,2-6 9 0,6-4-2 16,0 0 4-16,-3-1-3 15,-2 2 1-15,-4 2-1 16,-6 3 1-16,-6 2 0 15,-2 5 8-15,-8 1 1 16,-8 3-10-16,-4 0 6 0,-4 0-5 16,-2 7-2-16,-2 0 2 15,1 1 0-15,1-2-2 16,5-3 2-16,3-1-1 16,5-2 2-16,6 0-1 15,5-2 2-15,2-6-5 0,0-3-2 16,3-2 2-16,5-2 1 15,-2-2 4-15,1 0-1 16,-5 3-1-16,-2 3 0 16,0 2 2-16,-9 2-1 15,-5 4-2-15,-5 2-3 0,-3 1 8 16,-1 0-4-16,1 1-1 16,-2 3 1-16,8 2-1 15,0-4 0-15,7 0 1 16,5 0-1-16,4-2 0 15,0 0-14-15,7 0 8 0,8-6 4 16,5-1 0-16,-1-3 2 16,0 3 2-16,-1 0-2 15,-5 0 0-15,-7 4 1 16,0 3-1-16,-6 0 0 16,0 0 0-16,-6 4 7 0,-2 6-3 15,-1 0-3-15,-1 1 0 16,4 1-1-16,4-4 0 15,2 0 0-15,2-3-3 16,12-3-6-16,4-2 7 16,6 0-1-16,3 0 1 0,0-6 2 15,0 3 2-15,-7-1 1 16,0 4-3-16,-4 0 0 16,-7 1 1-16,-3 8-1 15,-5 2 0-15,1 3 2 16,-2 2 6-16,0 0-7 15,0 1 0-15,0-2 0 0,4 2-1 16,3-4-1-16,0-2 1 16,0-1-5-16,5-3 4 15,4-4-1-15,0-3-1 16,8 0 2-16,-1-3 2 16,4-6 2-16,0-3-2 0,0 1 1 15,-7 2-2-15,-3 0 2 16,-6 5-1-16,-7 0 0 15,-4 4 0-15,-3 0 1 16,-13 10 4-16,-7 4-5 16,-5 6 1-16,-1 1-2 0,0 1 0 15,2 0 1-15,5-3-1 16,4-5 0-16,7-2 0 16,3-4-1-16,4-2-2 15,4-5-1-15,0-1-15 0,4 0-2 16,5 0 16-16,4-1 3 15,4-6 0-15,0-3 2 16,0 0 2-16,0-1-1 16,-2 2-1-16,-4 2 0 15,-2 2 1-15,-5 1-1 16,-4 1 1-16,0 2 28 0,-4 1-20 16,-9 0-10-16,-3 0 10 15,-3 0-9-15,-2 3 1 16,-2 1-1-16,4-1 1 15,-1-3-1-15,3 0 1 16,2 0-1-16,2-1 2 0,1-5 1 16,4-2 3-16,4-3-5 15,2-3 0-15,2 0-3 16,0-4-1-16,8-1 2 16,-1-1 1-16,4 0 1 15,-4 4 0-15,-3 0-1 0,-2 3 2 16,-2 3-1-16,0 3 4 15,0 1-1-15,-9 2-1 16,-2 3-2-16,-4 1-4 16,-5 0 8-16,0 1-5 15,-5 9-1-15,-2-2 0 0,0 1 1 16,0-1 0-16,5-2 1 16,4-2-1-16,4-2 1 15,4-1-1-15,7-1 0 16,1 0 2-16,2 0-12 15,11-1-1-15,5-6 6 0,7-5 5 16,6 1 0-16,2-6 0 16,-3 3 0-16,-1 0 0 15,-2 2 1-15,-9 5-1 16,-8 1 0-16,-3 4 1 16,-3 2-1-16,-2 0 3 0,-2 0-2 15,-8 8 3-15,-4 6-1 16,0 0-2-16,-4 2-1 15,5 2 1-15,1-2-2 16,5 1 1-16,7-4 0 16,0-2-2-16,10-1-2 0,4-2-4 15,6-3 4-15,0-3 1 16,6-2 1-16,-1 0 0 16,4 0 2-16,0-8 0 15,-2-3-1-15,0 1 1 16,-3-1 1-16,-6 1 0 15,-7 3-1-15,-5 1 2 0,-6 2-1 16,0 2 7-16,-14 2-6 16,-2 2 1-16,-10 8-1 15,0 2-2-15,0 4 0 16,1-1 0-16,5 1 0 16,2-4 0-16,7-2 0 0,6-3 0 15,5-6-2-15,8-1-18 16,20-13-6-16,10-18 5 15,11-22-116-15</inkml:trace>
  <inkml:trace contextRef="#ctx0" brushRef="#br0" timeOffset="35425.26">19742 5872 57 0,'0'0'37'0,"0"0"-19"0,0 0-7 0,0 0-4 0,0 0 1 16,0-1-1-16,0 1-2 15,0 0-1-15,0-1 1 16,0 1 1-16,-2 0 2 0,-1 0-4 16,0 0-1-16,1 0-3 15,-3 0 2-15,1 2-1 16,-1 3-1-16,2 0 0 16,-2 2 0-16,2-1 1 15,0 1 0-15,1 0-1 16,2 0 1-16,-2-1-1 0,2 0 1 15,0 1 0-15,-2-3-1 16,2 2 2-16,0-1-2 16,0 0 1-16,0-1 0 15,0 0 3-15,2 1-2 0,0-1 1 16,2 0 1-16,1 0-1 16,0-1 1-16,2 0-3 15,-1 0 0-15,-1-2 1 16,1 1-1-16,-1-1 0 15,0-1 3-15,3 0-1 16,-5 0 1-16,5 0-1 0,-4 0 3 16,2-3-2-16,1-1-1 15,-1 0 1-15,0-3 1 16,-2 2 2-16,0-2 2 16,1-1 0-16,-3 1-2 0,0-2 1 15,-1 1-3-15,-1-2 1 16,0 1-1-16,0 2 0 15,0 0-4-15,0 1-1 16,-3 3-1-16,-5 2-4 16,1 1-8-16,-5-3-73 15</inkml:trace>
  <inkml:trace contextRef="#ctx0" brushRef="#br0" timeOffset="36593.14">19898 6950 82 0,'-1'-3'7'0,"0"2"10"0,0-2 0 0,1 3 1 0,-1-3 0 15,1 3-4-15,-2-1 0 16,2 0-3-16,0-1-5 16,-2 2 1-16,0 0-4 15,1 0 1-15,-1 0 1 0,1 0-4 16,-2 0 0-16,1 0 0 15,-4 0-2-15,2 0 2 16,0 3-1-16,0 1 1 16,1-1-1-16,1 2 1 15,0 0-1-15,2-1 1 0,0 2 1 16,-2-2-2-16,2 2 0 16,0-1 1-16,0 0-1 15,0 2 3-15,0-3-2 16,3 2 1-16,1-2-1 15,2 2 3-15,-1-3 0 0,0-1-2 16,2 1 2-16,0 0-1 16,1-3-1-16,0 0 2 15,-2 0-1-15,2 0-1 16,-3 0 1-16,1 0 1 0,0 0 0 16,0-6 1-16,0 2 1 15,-3-3-1-15,1 3 0 16,0-3 0-16,0 0-4 15,-3 1 2-15,0-3-2 16,0 2 1-16,-1-1 0 16,0-1 0-16,0 2-1 0,0 0-1 15,-3 4-3-15,-6 0-4 16,-3 3-16-16,-6 0-24 16,2 0-72-16</inkml:trace>
  <inkml:trace contextRef="#ctx0" brushRef="#br0" timeOffset="37838.08">20022 7719 83 0,'0'0'16'0,"-2"0"4"0,1 0-1 16,-1 0 6-16,0 0 4 16,1 0-5-16,0 0-9 0,1 0-3 15,0 0-4-15,0 0-1 16,0 0-1-16,0 0-6 15,0 0 3-15,-2 0-3 16,1 0-1-16,-2 0-1 16,0 0 3-16,1 5 0 0,-5-2-1 15,5 1 0-15,-1 1 0 16,-1 2 0-16,1-3 0 16,0 3 0-16,0-2 0 15,1 3 0-15,0-1 0 16,0-3 0-16,0 4 0 0,-1-1 0 15,3-1 0-15,-2-1 0 16,2 1 1-16,0-1-1 16,0 1 0-16,0-2 0 15,0 0 0-15,0 2 0 16,0-2 1-16,0-1-2 0,0 0 0 16,0 1 2-16,2-1-1 15,2-1-1-15,1 1 5 16,-2-1-5-16,2 0 3 15,0-2 2-15,0 0-4 16,4 0 5-16,-5 0-2 0,2 0 3 16,1 0-2-16,1 0 0 15,1-2 0-15,-1-1-2 16,-1-1-1-16,1 1-1 16,-2-1 1-16,-2 1 0 15,0-1 0-15,-3-2 1 0,1 2 5 16,-1-2-1-16,0-1 2 15,-1 0-3-15,0 1 0 16,0-3 1-16,0-1-3 16,-3 1-1-16,-1-4-2 15,-5 3-1-15,-1-1-2 0,-3 1-20 16,-4-3-31-16,-1 0-130 16</inkml:trace>
  <inkml:trace contextRef="#ctx0" brushRef="#br0" timeOffset="40583.19">18500 6979 69 0,'-4'0'3'0,"1"0"15"0,1 0-7 16,-1 0-1-16,1 0 2 16,0-3 0-16,0 1-1 0,2 0-3 15,-1 0 4-15,1 0-4 16,0 1 1-16,0 0-5 15,0-1-1-15,0 1 0 16,1-2-3-16,3 3 3 0,3-1-1 16,-2-1 1-16,3 1 1 15,1-2 1-15,-1 2 1 16,2-1 0-16,-1 2-3 16,2-1 0-16,-1 1-2 15,0 0 1-15,0 0-2 0,-1 0 0 16,-1 4 0-16,-2 0 0 15,-1 2 0-15,0-2 3 16,-2 3-2-16,-1-2-1 16,0 0 0-16,-1 1 1 15,0 1 0-15,-1-1-1 0,0 1 2 16,0 0 0 0,-6 0 5-16,-3 2-6 0,1-2 1 15,-4 0-1-15,-1 0 2 16,0 0-2-16,1 0 0 15,0-1 0-15,3-2-1 16,1-1 1-16,2 0-1 0,4-2 0 16,0-1 0-16,2 0-4 15,0 0-20-15,6 0 7 16,4-4-21-16,3-6-32 16</inkml:trace>
  <inkml:trace contextRef="#ctx0" brushRef="#br0" timeOffset="40976.87">18763 6828 89 0,'0'0'7'0,"0"0"13"0,0 0 0 0,0 0-2 0,0 0-2 16,0 0-8-16,0 0-2 16,-37-15 2-16,29 23-2 15,0 5-2-15,-2 0-2 16,4 1 3-16,-2 1 0 16,3 1 0-16,0 0 2 0,1-3-2 15,3 1 1-15,1-3 0 16,0-1 0-16,0-3-1 15,0-2 5-15,0 1-6 16,6-3 2-16,0 0 0 16,1 0-1-16,2-2 1 15,2-1-3-15,2 0 0 0,-2 0-3 16,5 0 0-16,-1 0-31 16,-1 0-35-16,-1-4-47 15</inkml:trace>
  <inkml:trace contextRef="#ctx0" brushRef="#br0" timeOffset="41159.91">18911 6902 206 0,'0'0'2'0,"0"0"33"0,0 0-19 15,0 0-14-15,0 0-2 16,0 0 7-16,0 0 0 15,9 51-5-15,-3-25 0 16,-3 1-9-16,-3 1-90 16</inkml:trace>
  <inkml:trace contextRef="#ctx0" brushRef="#br0" timeOffset="41950.83">18581 7639 89 0,'0'0'10'0,"0"0"19"0,0 0-4 0,0 0-1 0,0 0 3 15,0 0-9-15,0 0-3 16,0 0-3-16,0 0-8 15,0 0-5-15,12-30-2 16,-11 36 2-16,-1 4 1 0,0 1 2 16,0 3 0-16,0 2-1 15,0 0 0-15,0 1 0 16,-1-1 0-16,0 0 0 16,1 0 0-16,0-2-1 15,0 0 1-15,0 1-1 0,-1-2 2 16,0-1-2-16,1-2 1 15,0 3-1-15,0-4 2 16,0 0-2-16,0-2 0 16,0-1 0-16,1 0 1 15,2-2 2-15,1-1-3 0,0 0 4 16,1-2 0-16,2 1-1 16,-2-2 1-16,3 0 1 15,-1 0-2-15,1 0 1 16,-1-2-1-16,0-5-3 15,-2 3 1-15,1-2 1 0,-1 0-2 16,0 0 0-16,-1 1 0 16,-2-2-8-16,0 1-13 15,-2-1-15-15,0 0-46 16,0 1-66-16</inkml:trace>
  <inkml:trace contextRef="#ctx0" brushRef="#br0" timeOffset="42299.19">18517 7767 75 0,'0'0'13'0,"0"0"19"0,0 0-7 0,0 0-9 16,0 0 3-16,0 0-1 15,0 0-5-15,0 0-2 16,0 0-2-16,0 0 0 0,24-16 1 16,-18 15-5-16,1-2-2 15,0 2-2-15,-1-1-1 16,2 1 2-16,2 0-2 15,0-1 1-15,1 2-1 16,2 0-1-16,0 0-4 16,0-4-36-16,-2 2-44 0</inkml:trace>
  <inkml:trace contextRef="#ctx0" brushRef="#br0" timeOffset="42611.74">18808 7672 120 0,'0'0'15'0,"0"0"10"15,0 0-3-15,0 0-2 16,0 0 1-16,0 0-7 0,0 0-4 16,38-14-8-16,-31 12 0 15,4-1-1-15,-4 3-1 16,2 0 0-16,2 0-3 16,-4 0-14-16,0 0-7 15,-3 5-19-15,2-1-46 0</inkml:trace>
  <inkml:trace contextRef="#ctx0" brushRef="#br0" timeOffset="42869.66">18871 7757 167 0,'0'0'16'0,"0"0"10"15,0 0-14-15,0 0-2 0,0 0-1 16,0 0-1-16,0 0-4 16,0 0-3-16,23-7 0 15,-17 6-1-15,1 1 0 16,1 0 0-16,-3 0 0 16,4 0-3-16,-2 0-12 15,1 0-18-15,-4 0-26 0,4 0-85 16</inkml:trace>
  <inkml:trace contextRef="#ctx0" brushRef="#br0" timeOffset="43132.22">19051 7622 120 0,'0'0'25'16,"0"0"7"-16,0 0-22 15,0 0-7-15,0 0 6 16,0 0 11-16,0 0 1 0,0 0-8 16,0 37-2-16,0-20-9 15,0 3-1-15,0-1 0 16,0-3-4-16,0-4-97 15</inkml:trace>
  <inkml:trace contextRef="#ctx0" brushRef="#br0" timeOffset="44789.68">20976 5564 52 0,'-1'0'15'0,"0"0"4"0,0 0-3 0,0 0-7 0,0 0 0 16,0 0 1-16,0 0 0 15,1-1-4-15,-2 1-2 16,2-2-1-16,-2 2 1 0,-2 0-1 16,2 0 2-16,-1 0-5 15,-2 0 1-15,-1 0 0 16,1 4-1-16,-2 2 1 15,2 1 2-15,-3 3-1 16,3 0 0-16,1 0-2 0,0 0 1 16,2 3 0-16,0-2 0 15,2-1 1-15,0 0 0 16,0 1 0-16,0-3 1 16,5 0-1-16,3 0 1 15,3-2 1-15,-2 0 0 0,2-2-3 16,3-1 4-16,-3-3 0 15,0 0-1-15,2 0 3 16,-4 0 3-16,-1 0 0 16,2-5 0-16,-3-3-5 15,0 1 2-15,-3-3-2 0,-2 0 2 16,-1 0 0-16,-1-2 2 16,0-1-4-16,0 0 1 15,-5 0-3-15,-3 0-2 16,0 1 1-16,-1 2-1 15,0 1 0-15,0 5-2 0,-1 4-10 16,-2 0-27-16,0 0-57 16</inkml:trace>
  <inkml:trace contextRef="#ctx0" brushRef="#br0" timeOffset="45496.12">21038 6266 110 0,'0'0'12'0,"0"0"10"0,0 0 2 0,0 0-1 16,0 0-5-16,0 0-10 15,0 0 3-15,0 0-7 16,0 0-4-16,0 0 0 0,0 0 0 15,0 0 2-15,-15 31-2 16,11-20 0-16,3 2 1 16,1 0-1-16,0-2 0 15,0 1 0-15,0-1 1 16,5-2 0-16,0-1-1 0,3-1 0 16,-1 0 1-16,2 0-1 15,2-4 1-15,-4 0-1 16,3-2 2-16,-2-1 2 15,-1 0-1-15,-1-1 7 16,-2-5 6-16,1-4-8 0,-2-1 0 16,-3 1-1-16,0-4 0 15,0-2-4-15,0 2-1 16,-4 0 0-16,-6 1-4 16,-2 3 0-16,-3 5-6 15,-2 4-16-15,-1 1-9 0,-2 0-44 16</inkml:trace>
  <inkml:trace contextRef="#ctx0" brushRef="#br0" timeOffset="46128.19">21117 6956 112 0,'0'0'8'0,"0"0"16"0,0 0 3 0,0 0-10 16,0 0-7-16,0 0-10 15,0 0 1-15,-41 11 0 0,33 2-1 16,3 0 1-16,-2 0 1 16,4 1-2-16,2 0 2 15,1-1-1-15,0-2-1 16,0-1 3-16,3 0-3 0,3-3 2 16,1-1 1-1,4-2 7-15,-4 0-5 0,3-2 2 16,0-1 1-16,-1-1 0 15,-1 0 1-15,1-1 4 16,-4-9 2-16,4 3-2 16,-5-6-2-16,1 0-1 0,-1-2-3 15,-2-1-6-15,-2-1 0 16,0 1 0-16,0 1-2 16,-2 2-1-16,-6 4-6 15,-1 4-4-15,-3 4-12 16,-4 1-19-16,-1 0-39 0</inkml:trace>
  <inkml:trace contextRef="#ctx0" brushRef="#br0" timeOffset="46917.64">21211 7683 113 0,'0'0'21'0,"0"0"-2"0,0 0 8 0,0 0-9 16,0 0-7-16,0 0-7 0,0 0 0 15,0 0-3-15,0 0 2 16,0 0-1-16,0 0 0 15,-44-13-1-15,36 20 0 16,0 1-1-16,-2 3 0 16,-1 0 0-16,1 2-1 15,1 1 2-15,1 2-1 0,2-3 1 16,3-1 0-16,2 1 1 16,1-3-1-16,0 0 1 15,0-1-1-15,1-2 2 16,5 0-2-16,3-3-2 15,1 0 3-15,-1-1-1 0,3-3 1 16,0 0 3-16,1 0-3 16,0 0 3-16,1 0 1 15,0-4-3-15,-3-3 3 16,0-2 3-16,-3-2 3 16,0 1 2-16,-5-3 0 0,0-1-6 15,-2-2 0-15,-1 1-4 16,0-4-3-16,-2 4-3 15,-5-1 0-15,-5 3-4 16,-2 3-16-16,-3 1-17 16,-1 0-62-16</inkml:trace>
  <inkml:trace contextRef="#ctx0" brushRef="#br0" timeOffset="47766.88">21722 5920 138 0,'0'0'13'0,"0"0"8"0,0 0-1 15,0 0-9-15,0 0-10 0,0 0 1 16,0 0 2-16,-40 2-2 15,32 2-1-15,3 2 0 16,-1 0-1-16,0 2 1 16,2-1 1-16,0 3-1 15,2 0 2-15,0 3-1 16,2-3-1-16,0-1-1 0,0 0 2 16,1-3-1-16,6 1 3 15,0-4-3-15,4 0 6 16,0-2-1-16,-1-1-2 15,2 0-1-15,-2 0 1 16,2-1 2-16,-4-5 1 0,-1-4 5 16,1 2-2-16,-4-2 0 15,0-3-4-15,-1 0-2 16,-2 1 1-16,-1 0-3 16,0-1-2-16,-1 3 2 0,-6 2-4 15,-3 3-4-15,-2 5-5 16,-5 0-19-16,1 3-12 15,-3 6-34-15</inkml:trace>
  <inkml:trace contextRef="#ctx0" brushRef="#br0" timeOffset="48406.38">21778 6480 96 0,'0'0'8'0,"0"0"7"0,0 0-9 0,0 0-6 0,0 0 3 16,0 0 4-16,-39 23 2 16,36-13-1-16,-3 0-1 15,3 2 2-15,2 0 0 16,1-1-2-16,0-1-1 0,0 0 0 16,1-3-2-16,6-1 0 15,0 1-2-15,3-3 4 16,0-2 5-16,1-2 4 15,3 0-10-15,0 0 0 16,1 0-1-16,-1-2-1 0,-2-5 1 16,0 0 4-16,-2-3 3 15,-3 0 4-15,-1-1-6 16,-2-2-5-16,-3-1-1 16,-1 0-2-16,0 0-2 15,-3 2 1-15,-7 2-1 16,-1 3-3-16,-5 7-5 0,0 0-6 15,-1 2-9-15,-2 8-18 16,0 1-33-16</inkml:trace>
  <inkml:trace contextRef="#ctx0" brushRef="#br0" timeOffset="49125.17">21801 7014 120 0,'0'0'5'0,"0"0"16"0,0 0-6 0,0 0-9 16,0 0 3-16,0 0-5 16,0 0 0-16,0 0-2 0,0 0-1 15,0 0 1-15,0 0-1 16,-29 13 1-16,25-4-1 15,1 3 1-15,-2 0 1 16,3-1-3-16,1 0 1 16,1 1 1-16,0-2-1 15,0-2 0-15,0 1 1 0,3-4-1 16,2 2 1-16,1-4 1 16,1 0 3-16,-1-3 3 15,4 0 2-15,1 0 2 16,-1 0-5-16,2 0-2 0,0-6 0 15,0-2 3-15,-2 0 2 16,-3-2 1-16,-1 0 2 16,-2-2-6-16,-2 2-1 15,-2-1-3-15,0 0 0 16,-1 2-6-16,-8 1 1 16,0 3 0-16,-4 3-7 0,-5 2-11 15,-2 0-11-15,2 0-36 16,-2 2-89-16</inkml:trace>
  <inkml:trace contextRef="#ctx0" brushRef="#br0" timeOffset="52832.58">22757 6227 60 0,'0'-4'41'0,"0"1"-20"0,0 1-4 0,0 1-4 0,0-3 0 16,0 4-2-16,0-1-4 15,-2-1 0-15,-1 1-5 0,0 1 4 16,0 0-4-16,-1 0 0 16,-2 0-2-16,0 0 1 15,0 0 0-15,2 7-1 16,-1-1 1-16,1 2 0 16,-1 1 1-16,4 1-2 15,1-2 1-15,0 2-1 0,0 0 0 16,0-3 1-16,1 0 0 15,6-1-2-15,-4-3 2 16,3 1 0-16,0-1 1 16,1-2 0-16,0-1 5 15,0 0-1-15,1 0 4 0,-3-1 3 16,3-6 0-16,-2 1-3 16,2 0-2-16,-4-4 0 15,0 2-2-15,1-2-4 16,-4 0 2-16,1 1-1 15,0 2-1-15,-2-1-1 0,0 2 1 16,0-1-3-16,0 4 0 16,-7 2-2-16,-2 1-12 15,-1 0-10-15,-2 4-4 16,-1 5-13-16,0-1-34 0</inkml:trace>
  <inkml:trace contextRef="#ctx0" brushRef="#br0" timeOffset="53844.23">22779 6638 48 0,'0'0'11'0,"0"0"7"0,0 0-5 15,0 0-4-15,0 0-2 0,0 0-5 16,0 0-1-16,0 0 0 16,0 0-1-16,0 0 1 15,0 0-1-15,0 0 1 16,0 0 0-16,-26 26 1 16,23-22 2-16,1 1-1 15,0 1 0-15,1 0-1 0,-1-2 0 16,2 3 1-16,0-1-1 15,0-1 2-15,0 1-2 16,0-1 0-16,0 0 2 16,2 1-2-16,1-1 0 15,-1-1 0-15,3 0 0 0,-3-2 2 16,2 1 0-16,0 0 5 16,1-2 3-16,2 1-4 15,-2-2 0-15,1 1-3 16,1 1 1-16,-2-2-3 0,2 0-1 15,-2 0-1-15,1 0 0 16,-2 0-1-16,-1 0 1 16,0 0-1-16,0 0 1 15,0 0-1-15,-2 0 4 16,2-3 4-16,-3-1 5 16,0-2-2-16,0 2-2 0,0-2-6 15,0-1 1-15,0-1 1 16,0 0-1-16,0 0-1 15,0-1 3-15,0-1-1 16,0 0 0-16,0 3 2 16,0 0-3-16,-2 1-1 0,-3 2-4 15,-1 3-2-15,-4 1 0 16,-3 0-23-16,-4 0-33 16,-5 0-63-16</inkml:trace>
  <inkml:trace contextRef="#ctx0" brushRef="#br0" timeOffset="55138.53">19852 5891 33 0,'0'0'12'0,"0"0"2"0,0 0-1 0,0 0 5 15,0 0 0-15,0 0-3 16,0 0 7-16,5 0-12 0,3 0-5 16,1 0-2-16,5-3-1 15,3 0-1-15,3-4 0 16,6 1-1-16,3-1 1 16,4-3-1-16,6 0 2 15,2-4-1-15,4 0 1 0,3-3 4 16,2 1 2-1,1-4 0-15,2 2 2 0,1-2-1 16,-1 2-1-16,0-1 2 16,-6 3 1-16,0 2 0 15,-5 0-4-15,-4 3-1 16,-1 1-2-16,-6 3-1 0,-3 0-3 16,-5 2 1-16,-6 4-1 15,-5 1 0-15,-3 0 0 16,-9 3-13-16,-3 5-56 15,-15-1-15-15</inkml:trace>
  <inkml:trace contextRef="#ctx0" brushRef="#br0" timeOffset="55800.03">19663 6007 49 0,'0'0'3'0,"0"0"7"0,0 0-2 0,0 0-3 16,0 0 1-16,0 0-3 16,0 0-1-16,0 0 0 0,0 0 1 15,0 0 1-15,42-30 0 16,-34 29-1-16,0 1 5 15,3 0-3-15,1 0 0 16,3 0-3-16,2 4 1 16,3 2 0-16,3 1-1 15,4 0 1-15,2 0-2 0,4 2 0 16,1-2 0-16,2 4 3 16,3-4 3-16,-2 2 0 15,1 2 0-15,0-1-1 16,-1 3 1-16,-3 0-3 0,1-1 1 15,-4 3-2-15,3 0-2 16,-1 0 0-16,2-1 0 16,1 3 0-16,1-3 0 15,-1-3 3-15,2 2 1 16,3-3 0-16,-4-1 2 16,1-1-2-16,-3-1 0 0,-1 2-1 15,-1-2-3-15,-6 1 0 16,-4 2 0-16,-2-3-1 15,-8 3 0-15,-8 5 0 16,-5 0-16-16,-8 4-37 0,-12 2 2 16,-9 0-38-16</inkml:trace>
  <inkml:trace contextRef="#ctx0" brushRef="#br0" timeOffset="56334">19870 6892 109 0,'0'0'12'0,"0"0"-7"0,0 0-5 0,0 0 1 0,0 0 2 16,0 0 1-16,0 0 3 16,0 0 1-16,0 0 8 15,0 0 14-15,0 0-13 16,24-14-10-16,-13 3-3 0,3-2-1 15,1-3 0-15,2-5 4 16,2-3 0-16,3-5 3 16,3-1 1-16,4-5-1 15,1-5 2-15,4-4-4 0,3-4-4 16,4-6-1-16,2-3-2 16,5-5 0-16,2-1-1 15,4 3 1-15,0-1-2 16,0 3 2-16,-2 4-1 15,-6 6 0-15,-6 4 0 16,-6 6 0-16,-7 9 1 0,-8 8-2 16,-5 5 2-16,-5 6-2 15,-6 7-2-15,-3 3-24 16,0 0-72-16,-7 10 30 16</inkml:trace>
  <inkml:trace contextRef="#ctx0" brushRef="#br0" timeOffset="57088.46">19908 7043 33 0,'0'0'2'0,"0"0"7"0,44 4-1 0,-23-3-1 15,1 2-2-15,5 0 5 16,5 0 1-16,2 0 3 0,5 1 0 16,1-1-3-16,2 1-3 15,1 2-4-15,0-1-1 16,2 3 0-16,1 0 3 16,-1 0 0-16,-1 1 0 15,-2 1 0-15,0-1 0 0,-5-1 8 16,-1-1-1-16,-2 2-2 15,-2-2-4-15,-1 0-1 16,-1 0-3-16,-7 0-3 16,0-2 1-16,-7 1-1 15,-3 0-1-15,-9 1-9 16,-4 1-38-16,-1 1 1 0,-14-3-71 16</inkml:trace>
  <inkml:trace contextRef="#ctx0" brushRef="#br0" timeOffset="57955.22">19948 7825 129 0,'0'0'4'0,"0"0"15"0,0 0 4 0,0 0-6 0,0 0-1 16,0 0-2-16,0 0-2 15,9-37-5-15,-3 23 5 16,2 1 1-16,1-3 0 16,3-2-1-16,2-5-4 0,4-2 0 15,4-6-4-15,5-6 2 16,0-7-3-16,7-6-2 15,6-8 0-15,5-8-2 16,5-6 2-16,6-2-1 16,3-3-1-16,1-1 1 0,-3 3 0 15,1 4 0-15,-7 3 0 16,-1 5 0-16,-2 5 0 16,-3 4 1-16,-3 3-2 15,-5 7 1-15,-4 4 0 16,-7 5 1-16,-4 6-2 0,-8 5 2 15,-3 7-1-15,-6 4 0 16,-2 6 0-16,-1 3-1 16,1 4 1-16,-3 0-16 15,0 2-25-15,0 9-2 16,-2 3-6-16,-6 0-17 0</inkml:trace>
  <inkml:trace contextRef="#ctx0" brushRef="#br0" timeOffset="58596.34">19985 7870 78 0,'0'0'1'0,"0"0"7"0,0 0 7 16,48 0-5-16,-31-2-1 0,6-2 8 15,-1-1 7-15,3 2 1 16,4-2-4-16,4 0-4 16,2 1-2-16,3 0-6 15,4 1-6-15,5 0-2 16,1 2-1-16,2 1 1 15,-1 0-1-15,0 0 0 0,-4 0 1 16,-4 0-1-16,-4 0 0 16,-8 1 0-16,-5 3 0 15,-5-1 0-15,-6 0 0 16,-6 0-11-16,-7-2-48 16,0-1-36-16</inkml:trace>
  <inkml:trace contextRef="#ctx0" brushRef="#br0" timeOffset="59386.21">20890 5665 92 0,'0'0'44'0,"0"0"-44"0,0 0 1 16,24 37 1-16,-8-21 0 15,3 5 1-15,6 0-2 0,2 0 0 16,6 2 0-16,3-2 2 15,3 2 0-15,3-3 4 16,0 3 3-16,3-2 0 16,-3 2-2-16,-2-3-1 15,-2 0-3-15,-4-2 0 0,-5-1-2 16,-6 0 1-16,-1-3-2 16,-3-1 0-16,-3 3-1 15,-2-1 1-15,-5 2-2 16,-1-1-21-16,-8 1-39 0,0-3-46 15</inkml:trace>
  <inkml:trace contextRef="#ctx0" brushRef="#br0" timeOffset="59828.26">20990 6418 57 0,'0'0'2'0,"0"0"5"0,0 0-2 0,40-33 3 15,-22 23 2-15,0 2 1 16,8-3 2-16,2 0 1 16,7-3 4-16,3 1-3 0,5-1 1 15,-1 1 0-15,2-1-3 16,-1 1-1-16,-1-2-5 15,-1 2-4-15,-1 0-1 16,-4 0 0-16,0 2-2 0,-5 1 0 16,-2 0-2-16,-5 3 0 15,-5 3-12-15,-5 4-26 16,-5 0-21-16</inkml:trace>
  <inkml:trace contextRef="#ctx0" brushRef="#br0" timeOffset="60645.72">21040 7153 114 0,'0'0'16'0,"0"0"8"0,0 0-6 0,0 0 2 16,11-47-1-16,1 29-3 15,-1-5-1-15,5-1 0 16,0-3-2-16,8-3 1 15,-3-7-1-15,4-2-4 0,4-7-2 16,2-2-4-16,4-5-2 16,0-1-1-16,3-1 0 15,1-3-1-15,2 2 0 16,0 1-5-16,0 1 1 16,-3 6 2-16,-2 5 0 0,-3 5 0 15,-3 6-1-15,-3 8-8 16,-3 7-13-16,-5 6-21 15,-2 4-28-15,-7 5-47 16</inkml:trace>
  <inkml:trace contextRef="#ctx0" brushRef="#br0" timeOffset="61056.44">21027 7045 191 0,'0'0'-9'0,"0"0"28"0,0 0-7 0,0 0-4 16,55-44-3-16,-24 24 4 0,5-2 5 16,5-2-4-16,3-2 2 15,1 0-1-15,5-3-2 16,1-3-6-16,0 1 0 16,2-1-3-16,-2-1 0 15,1 0 1-15,-4 3-2 16,-5 2 1-16,-3 5 0 15,-7 4-3-15,-4 7 1 0,-4 4-5 16,-9 6-9-16,-9 2-18 16,-7 0-46-16,0 7-21 15</inkml:trace>
  <inkml:trace contextRef="#ctx0" brushRef="#br0" timeOffset="61878.42">21009 7815 103 0,'0'0'14'0,"0"0"2"0,39-31 2 15,-22 18-3-15,2-4-3 16,3-1 1-16,5 1 8 16,2-5 1-16,2-1-11 0,5-6 8 15,1-4-7-15,4-5 0 16,3-3-5-16,5-6-1 15,5 0-4-15,3-4-1 16,3-1-1-16,-3 4 0 16,-1 2-1-16,-7 5 1 0,-8 8 0 15,-6 8 1-15,-7 10-1 16,-8 5-1-16,-5 5 1 16,-5 5-1-16,-4 0-10 15,-6 5-32-15,0 6-20 0,-18 1 10 16,-2 0-29-16</inkml:trace>
  <inkml:trace contextRef="#ctx0" brushRef="#br0" timeOffset="62239.74">21053 7186 145 0,'0'0'-6'16,"0"0"29"-16,0 0-7 16,0 0-12-16,0 0-1 15,0 0 0-15,57-3 7 0,-30 3-2 16,7 0 0-16,0 3-1 15,5 4-1-15,1 2 1 16,1 1-3-16,-1 2-1 16,-4-2-1-16,1 3-1 0,-1-1-1 15,-1 0 0-15,0-2 0 16,-5 0 0-16,-1 0 0 16,-4-3 0-16,-4 0-17 15,-5-1-42-15,-8-2-14 16</inkml:trace>
  <inkml:trace contextRef="#ctx0" brushRef="#br0" timeOffset="62915.05">20778 7280 127 0,'0'0'5'0,"0"0"18"0,50 26 4 0,-29-12-8 16,4 1-9-16,1 4-5 16,1 2 3-16,3 0-1 15,-1 1-3-15,1 0-2 16,2 1-1-16,-4-2 0 15,1 2-1-15,-1-3 0 16,0-2-2-16,-3-5-37 0,-4-6-48 16</inkml:trace>
  <inkml:trace contextRef="#ctx0" brushRef="#br0" timeOffset="63577.58">21770 5926 58 0,'0'0'2'0,"0"0"-1"0,0 0 0 15,0 0 8-15,-34-19 16 16,29 15 2-16,3 1 9 15,2 2-2-15,0-1-8 0,0 2-11 16,0 0-11-16,3 1-11 16,7 8 7-16,5 4 1 15,6 2-2-15,6 3 1 16,5 2 0-16,5 3 0 0,4-2 0 16,1 5 0-16,4-2 0 15,1 0 1-15,2 1 1 16,1 0-2-16,-1-3 1 15,1 0-1-15,-7-4 1 16,-4 1-1-16,-6-5 0 16,-5 0 0-16,-6 0 1 0,-8-2-1 15,-3 0-10-15,-9 0-47 16,-2-2-22-16</inkml:trace>
  <inkml:trace contextRef="#ctx0" brushRef="#br0" timeOffset="63990.46">21827 6565 77 0,'0'0'2'0,"0"0"14"0,0 0 3 0,0 0 0 0,41-7 1 15,-27-1 0-15,5-1-4 16,1-1-4-16,7-4 1 0,5-1-1 15,5-4-1-15,6-1-1 16,6-3-2-16,1-1-5 16,3-1 0-16,1-1-2 15,-1-1-1-15,-7 6 2 0,-3 0-2 16,-8 6-2-16,-6 4-2 16,-4 5-9-16,-7 5-10 15,-5 1-36-15,-7 0-12 16</inkml:trace>
  <inkml:trace contextRef="#ctx0" brushRef="#br0" timeOffset="64661.63">21850 6639 1 0,'0'0'19'0,"0"0"3"0,0 0-1 0,0 0-6 16,0 0-5-16,0 0 1 16,0 0-2-16,0 0-5 15,0 0 3-15,47-14 3 16,-29 14-2-16,2 6-5 0,5 1-1 15,4 0 0-15,2 0-1 16,4 1 0-16,4 0 3 16,-1 1 9-16,4 0 7 15,1-2-5-15,1 3 2 16,-4-3-5-16,-1-1-5 0,-6 0-4 16,-3-1-1-16,-6-1-1 15,-4-1 1-15,0 1 0 16,-7-2-1-16,1 1 1 15,-7 1-2-15,-1 2-5 16,-6-2-48-16,0 2-29 16</inkml:trace>
  <inkml:trace contextRef="#ctx0" brushRef="#br0" timeOffset="65102.26">21841 7183 96 0,'0'0'31'0,"0"0"24"0,0 0-22 0,0 0-19 16,0 0-6-16,0 0 2 15,7-49-2-15,8 30 2 16,4-1-1-16,6-4-1 0,5-3 0 16,7-3 1-16,2-4-2 15,6-6-4-15,6-4-1 16,3-5-2-16,2-4 0 16,0-3 1-16,1 0-1 15,-2-1-1-15,-2 3-1 0,-4 3 0 16,-4 4-2-16,-3 6 2 15,-5 5 0-15,-5 8 2 16,-5 8 2-16,-5 4-2 16,-3 7 0-16,-7 3 0 15,-2 4-2-15,-3 2-9 16,-5 0-24-16,-2 8-1 0,0 3 4 16,-10 0-7-16,-4 1-1 15</inkml:trace>
  <inkml:trace contextRef="#ctx0" brushRef="#br0" timeOffset="65350.73">22594 6356 154 0,'0'0'7'0,"0"0"7"0,0 0-5 0,36-4-5 0,-25 4-2 15,3 0-2-15,-1 0 0 0,1 9 0 16,0-2-2-16,1 6-12 16,-3-2-23-16,-1 3-15 15</inkml:trace>
  <inkml:trace contextRef="#ctx0" brushRef="#br0" timeOffset="65793.07">22184 6560 145 0,'0'0'1'0,"0"0"2"16,52 11 7-16,-24-4-2 15,5 3 0-15,3 2-3 16,2 0 5-16,0 1 0 0,-1 3-2 16,0 2-2-16,-2-1-4 15,-1 3-1-15,-1 1-1 16,-2 2 1-16,-2 0-1 15,-4 2-1-15,-4-2-4 16,-4 1-27-16,-4-1-4 16,-6-3-18-16</inkml:trace>
  <inkml:trace contextRef="#ctx0" brushRef="#br0" timeOffset="65914.03">22715 6950 270 0,'0'0'-19'0,"0"0"32"0,0 0-12 16,0 0-35-16,0 0-64 16</inkml:trace>
  <inkml:trace contextRef="#ctx0" brushRef="#br0" timeOffset="69992.61">17377 3575 67 0,'1'0'20'0,"4"-1"-13"0,1-3-4 15,-1 1-1-15,3-1-2 16,-1 1 0-16,4-1 1 16,-2-2 3-16,1 2 4 0,1 1 0 15,-1-1 0-15,1 2 1 16,-1-1 2-16,0 1-6 15,1 0 0-15,3 2-2 16,-1 0 1-16,2 0 1 0,0 0 0 16,3 0 0-16,-1 0 3 15,1 4-1-15,-1 1-3 16,0 2-1-16,1 0-1 16,-5 2 0-16,-2-1-2 15,-1 0 0-15,-2 1 0 0,-5 0-2 16,-1 0 0-16,-2 0 5 15,0 1 0-15,-5 0 0 16,-6 1 0-16,-2-1-1 16,1 1 0-16,-1-2 2 15,0 0-2-15,4-1-1 16,2-1 0-16,0 0-1 0,2-1 0 16,2 1-1-16,2-1-25 15,1-3-39-15,0-3 4 16</inkml:trace>
  <inkml:trace contextRef="#ctx0" brushRef="#br0" timeOffset="70454.7">17779 3525 85 0,'0'0'3'0,"0"0"-1"0,0 0 3 0,0 0-1 16,0 0 1-16,0 0-1 16,0 0-1-16,0 0-2 15,0 0 0-15,0 0 1 16,-43-2-1-16,35 9 2 15,2 2-2-15,-1 2 1 0,3-2 0 16,1 1-2-16,-1-2 2 16,2 2 0-16,0-1-1 15,2-1 0-15,-1 1 1 16,0-2 0-16,1 0 1 16,0 0 0-16,0-3 4 15,2 2 0-15,4-2 6 0,1 1 3 16,2-1 0-16,0 0-1 15,1-3-7-15,1 3-2 16,0-3-2-16,1 0-1 16,0 2-1-16,-3-2-1 0,2 2 0 15,0 1-2-15,-4-1-41 16,-1-1-51-16</inkml:trace>
  <inkml:trace contextRef="#ctx0" brushRef="#br0" timeOffset="70825.14">17915 3638 104 0,'0'0'9'0,"0"0"-8"0,0 0-1 16,0 0 1-16,0 0 4 0,0 0-1 15,0 0 1-15,0 0 1 16,0 0-3-16,14 41 1 16,-12-32 2-16,-1 2-2 15,1-1-2-15,0 0 1 16,-1 1-1-16,-1 1-1 15,2-2 1-15,-2 0-1 0,0-2 1 16,0 2-1-16,0 0 1 16,0 0 1-16,0 1 0 15,0-1 0-15,0-1-19 16,2-5-26-16</inkml:trace>
  <inkml:trace contextRef="#ctx0" brushRef="#br0" timeOffset="71160.32">18200 3485 240 0,'0'0'7'0,"0"0"0"0,0 0-4 16,0 0-2-16,0 0 0 15,0 0-2-15,0 0-32 16,0 0-24-16,0 0-7 0</inkml:trace>
  <inkml:trace contextRef="#ctx0" brushRef="#br0" timeOffset="71301.45">18250 3604 120 0,'0'0'39'0,"0"0"-25"0,0 0-5 15,0 0 10-15,0 0 11 16,0 0-23-16,0 0-17 16,1 9-29-16,6-11-54 15</inkml:trace>
  <inkml:trace contextRef="#ctx0" brushRef="#br0" timeOffset="72491.77">20230 3374 33 0,'0'0'15'0,"0"0"1"0,0 0-6 15,0 0-7-15,0 0-1 16,0 0 1-16,0 0-2 0,0 0 2 16,0 0 2-16,0 0 3 15,0 0-1-15,0 0 6 16,0 0-3-16,62 22-6 16,-32-22-1-16,9 0-3 15,4-1 2-15,3-3-1 0,5 0-1 16,2-2 0-16,-2 0 5 15,1 2 3-15,-1-3 1 16,-3 4 0-16,0-2 0 16,-8 2 0-16,-5 0-4 15,-3 1-3-15,-5 0-1 0,-5 2-1 16,-6 0 2-16,-2 0-5 16,-5 0-16-16,-3 0-18 15,-4 0-8-15,-2 0-49 16</inkml:trace>
  <inkml:trace contextRef="#ctx0" brushRef="#br0" timeOffset="72747.34">20900 3293 104 0,'0'0'3'0,"0"0"2"15,43-8 13-15,-25 8 2 16,-1 0-7-16,1 0-2 16,-5 0-3-16,1 4-6 15,-3 3-1-15,-6 3-1 0,-2 1-5 16,-3-1 3-16,0 2-2 16,-3 2 1-16,-5-1-2 15,0-1-4-15,2-3-25 16,3-5-81-16</inkml:trace>
  <inkml:trace contextRef="#ctx0" brushRef="#br0" timeOffset="73778.67">18008 3742 66 0,'-4'-3'29'0,"1"-1"-4"0,0 0 3 16,1 1-2-16,2-1-1 0,-2 1-5 16,2 1 0-16,0-1-6 15,0 3 4-15,0 0-11 16,2 10-11-16,6 10 0 15,1 7-2-15,2 0-40 16,4 0-70-16</inkml:trace>
  <inkml:trace contextRef="#ctx0" brushRef="#br0" timeOffset="75140.14">21769 3113 85 0,'0'0'29'0,"0"0"-14"0,0 0 4 0,0 0-8 0,0 0-5 15,0 0-4-15,0 0 2 16,0 0-2-16,0 0-4 16,0 0-1-16,0 0 3 0,0 0 0 15,0 11 0-15,0-2 0 16,0 2 0-16,0-4 0 15,0 3 0-15,0-2 2 16,4-2-2-16,1 0 1 16,3 0 1-16,1-2 4 0,3 0 5 15,0-3 0-15,-3 1-4 16,3-2-2-16,0 0 0 16,-1 0 2-16,-3 0 2 15,2-4-3-15,-1-2-1 16,-4 2 0-16,1-3-1 0,-3 0-1 15,2-1-1-15,-4 1 0 16,0-2-2-16,0 1 0 16,-1 1-2-16,0 0 4 15,0 1-2-15,0 2-2 16,0 3 2-16,0 1-1 0,0 0-2 16,0 0-2-16,-1 4 4 15,-1 6 0-15,-1 0 1 16,2 1-1-16,0-1 1 15,1 3-2-15,0 0 2 16,0-2 0-16,6 3-1 0,1 1 1 16,-2 0 0-16,1 1 1 15,-2-1-1-15,-1-1 0 16,-1 1 0-16,-2-2 0 16,0-1 0-16,0-2 0 15,-2 0 0-15,-5-4-2 16,-1-2-2-16,-1-1 3 0,-1-3 5 15,1 0-1-15,0 0 2 16,0 0-2-16,2-4 1 16,1-3 3-16,-1 2-3 15,2-2 2-15,1-2 1 16,1 1-3-16,3-2 0 0,0 2-2 16,0 2-3-16,3 0 1 15,8 1 2-15,3 3-6 16,4 2-23-16,3 0-16 15,0 0-38-15</inkml:trace>
  <inkml:trace contextRef="#ctx0" brushRef="#br0" timeOffset="75615.11">22091 3243 46 0,'0'0'48'0,"0"0"-27"0,0 0 1 0,0 0 4 0,0 0-7 16,0 0-14-16,0 0-3 15,0 0-3-15,0 0 1 16,0 0 2-16,0 0-2 16,0 0 2-16,0 0-1 0,10 28 2 15,-10-21-1-15,0 1-2 16,0 0 0-16,1 1 0 15,-1-1 1-15,1 0-1 16,-1 0 0-16,1 1 0 16,0-1 1-16,1-2-1 0,0 4 1 15,-2-3 0-15,1 0 0 16,1 3 0-16,0-3 1 16,0 0-4-16,1-1-37 15,3-2-9-15,-1-4-34 16</inkml:trace>
  <inkml:trace contextRef="#ctx0" brushRef="#br0" timeOffset="75834.2">22226 3245 231 0,'0'0'8'16,"0"0"-10"-16,0 0-3 0,0 0 5 16,0 0-1-16,8 55 1 15,-3-28 0-15,-2 0-4 16,3 0-46-16,-3-1-37 16</inkml:trace>
  <inkml:trace contextRef="#ctx0" brushRef="#br0" timeOffset="76427.21">21899 3628 115 0,'0'0'17'0,"0"0"-14"0,0 0 8 0,0 0 1 16,0 0 0-16,0 0-7 0,41-5-2 16,-28 1 3-16,5-1-1 15,0 2 4-15,4-1-2 16,-3 1 0-16,6 0-3 16,0 1-2-16,-2-1 1 15,0 1-3-15,2 2 0 0,-4 0 1 16,2 0-1-16,-4 0 0 15,1 0 0-15,-3 0-3 16,-2 2-15-16,-1 2-17 16,-4-1-8-16,-3-3-14 15</inkml:trace>
  <inkml:trace contextRef="#ctx0" brushRef="#br0" timeOffset="76618.78">22067 3672 151 0,'0'0'21'0,"0"0"-13"15,0 0-5-15,0 0 10 16,50 2-4-16,-16-5-4 16,7 0-4-16,8 2 0 0,5 0-1 15,4-3-25-15,3 0-72 16</inkml:trace>
  <inkml:trace contextRef="#ctx0" brushRef="#br0" timeOffset="82878.46">18011 3239 77 0,'0'0'5'0,"0"0"3"0,0 0 2 0,0 0 3 16,0-40-2-16,0 32 0 16,0-2 6-16,-1 0-4 15,-1 2 2-15,-4 0-3 0,0-2-5 16,-1 2-4-16,1-2-1 15,-2 0-1-15,1 3-2 16,-2-3 2-16,4 4 0 16,-3 1-1-16,3-1 0 0,-4 3-2 15,2 0 1-15,-3 0-1 16,-3 2 4-16,1-2-3 16,-2 3 0-16,-2 0 0 15,-2 0 3-15,1 0-2 16,-3 0 0-16,2 5 0 15,-2 0 0-15,1 2 0 0,-4 2 0 16,-1-1-1-16,0 2 0 16,-1 3 1-16,-2-2 1 15,1 2-1-15,-1-1-2 16,1 2 1-16,1 0 2 16,2-1-1-16,2 1 1 0,2 0-1 15,3 2 0-15,-1 2 0 16,2-2 0-16,0 2 0 15,0 2 0-15,3 1 0 16,0 1 1-16,-1-1-1 16,3-1 0-16,0 1 0 0,1-1 0 15,1 3 0-15,0-2 0 16,3 3 1-16,-3-3-1 16,4 1 0-16,0-1-1 15,0 2 1-15,0-2 1 16,1 3-1-16,1 1 1 0,-1 1-1 15,1 1 1-15,-1 1-1 16,3 0 1-16,0 0-1 16,0-1-1-16,0-3 1 15,0 2 1-15,0-5-1 16,4-1-1-16,2 0 1 0,0-2 0 16,3 1 1-16,1-2-2 15,1 0 2-15,2 1-1 16,3-2 1-16,1 1-1 15,0 2 0-15,4-3 0 16,0-1 3-16,1-1-3 0,0 0 1 16,0-2-2-16,1-1 3 15,0-2-1-15,1-2 1 16,-4 1-1-16,5-2 0 16,-1-1-1-16,1 1 2 15,-2-3-2-15,1 1 1 16,1-1-1-16,2 0 3 0,1-2-3 15,0-1 0-15,3 0 2 16,-2 0-1-16,0 0-1 16,-1 0-1-16,-3 0 4 15,2-2-3-15,-3-1 1 16,2-3 0-16,0 1-1 0,-1 0 0 16,0-2 2-16,2-3-2 15,3 0 0-15,-1-3 0 16,1-1 1-16,1-3 4 15,0-2 0-15,2-3 2 16,-3-4-1-16,3-1 3 0,-2-7-2 16,1-3 1-16,-1-4-1 15,-2-7 1-15,0-2 2 16,-4-4-1-16,-2 0-2 16,-6 2-3-16,-1 2-3 0,-6 4-1 15,-3 5-3-15,-4 4-17 16,-3-1-67-16</inkml:trace>
  <inkml:trace contextRef="#ctx0" brushRef="#br0" timeOffset="84485.06">22251 2751 57 0,'-9'-8'2'0,"3"-3"8"0,-1 4 3 0,1 1-10 16,0-1-2-16,-3 0 1 15,2 1 2-15,-1 1 4 16,-2-2-1-16,0 1 0 15,0 0-1-15,-1 2-2 0,0 0-1 16,0 0-1-16,0 1-2 16,1 3 0-16,0 0 1 15,-2 0-1-15,0 0 0 16,-3 0 0-16,-2 0 0 16,0 0-1-16,-2 0 0 0,-2 7 1 15,-1-1 0-15,2-1 0 16,-2 5 0-16,3 0 0 15,-2-1 0-15,2 3-1 16,-3 1 1-16,3 4 0 0,-1 0 0 16,-1 0 1-16,0 2-2 15,0-1 2-15,-2 2-1 16,5 0 0-16,-3 1 0 16,4 1 1-16,2 2-1 15,2 0 0-15,1 1 0 0,1 1 0 16,1 2 0-16,2-1 0 15,0 2 0-15,1-4 0 16,-2 2 0-16,2-1 0 16,-1 2 1-16,0-2-1 15,-1-1 0-15,4 3 0 0,-2 0 0 16,3 0 0-16,-1-1 0 16,2 3 0-16,1-2 2 15,0-2-2-15,2 2 0 16,0-2 0-16,0-1 0 15,4 1 1-15,4-2 0 16,-1 0 0-16,2 1 0 0,5-1 0 16,-1 0 0-16,3 0-1 15,0 2 2-15,3-1-1 16,-2-1 0-16,4 2 1 16,0-3-1-16,1-1 0 15,2-2 2-15,1-1 0 0,2-1 4 16,2-4-1-16,1-1 3 15,2 1-3-15,2-2 0 16,1-1-2-16,-1-3 1 16,4 0 2-16,-2 0 2 15,0-5-2-15,0 1 1 0,-1-1 0 16,-2-3-2-16,-1 0-1 16,1 0 0-16,-2 0-1 15,-2 0 1-15,-1 0 0 16,-1-5-1-16,-1 0 2 15,-2-5 0-15,-2 2-1 0,1-4 2 16,0 2-2-16,1-4-4 16,-2-2 0-16,0-2-1 15,0 0 2-15,-1-2-2 16,-2-2 1-16,0-2 0 16,-2 1 0-16,2 1-1 0,-5-1 1 15,2 0-1-15,-1-1 0 16,0 0 0-16,-1 1 1 15,0-3-2-15,-1-2 1 16,1 0 1-16,-4-5-2 16,1 2 2-16,-3-2 0 0,-2-2-1 15,-2 0 0-15,-1 3 1 16,-2-2 3-16,-1 3-1 16,0-1 0-16,0 0-1 15,-5 1 0-15,-2-3 0 16,-2-2 1-16,0-2 0 0,-1-1-2 15,-1 0 1-15,-2-1-2 16,-3 3 2-16,-1 0-2 16,-4 0-2-16,-3 3 1 15,-4 3-1-15,-11 2-1 16,-6 5 0-16,-17 3-2 16,-17 12-3-16,-25 9-6 0,-23 0-32 15,-16 0-106-15</inkml:trace>
  <inkml:trace contextRef="#ctx0" brushRef="#br0" timeOffset="108573.99">17842 4422 74 0,'0'0'7'0,"0"0"8"0,0 0-7 0,0 0 0 16,0 0-1-16,0 0 6 15,0 0-6-15,0 0-2 16,0 0 3-16,0 0 8 16,0 0-1-16,-11-28 0 15,11 27-4-15,0 1-6 0,0 0 0 16,0 0-3-16,-2 0-1 16,2 0-1-16,0 0 1 15,0 0-2-15,0 0 1 16,0 0 0-16,0 0 1 15,0 0-1-15,0 5 0 16,0 2 0-16,0 0 0 0,0 2 0 16,0 1 0-16,0 0 0 15,0 1 0-15,0 1 1 16,3-1-1-16,1 0 0 16,-1 1 0-16,3 0 0 0,-2-2 1 15,3 2-1-15,-2-1 0 16,1 0 1-16,2-1-1 15,0-1 1-15,-3-1 0 16,0-2 0-16,2 1-1 16,-4-3 2-16,2 0-1 0,-3-2 1 15,0-2 0-15,0 0 1 16,1 0 19-16,-1-2-5 16,0-7-9-16,2 0-3 15,-2 1-3-15,-1-2-1 16,1 0 0-16,-1 0-1 15,0 0 0-15,1 1 2 0,3 1-2 16,-3 1 0-16,0 1 0 16,2-1 0-16,1 3 0 15,0 1-2-15,3 1 2 16,-1 2-1-16,2 0 0 16,-1 0 0-16,4 3-1 0,-2 4 1 15,2 2 1-15,-2-1-1 16,-1-1 1-16,1 0 0 15,0-1 0-15,-3 0 0 16,1-2 0-16,-3-2 1 0,0-1-1 16,1-1 0-16,-3 0 1 15,-1 0 1-15,0-7 5 16,2-2 5-16,-2-3-3 16,-2-1 1-16,1-3-5 15,-1-1-1-15,0 0-1 16,0 0 1-16,0 2-3 0,-3-1-1 15,-2 3 2-15,0 0-4 16,2 3 0-16,-3 3 3 16,4 3-2-16,1 3-5 15,0 1-22-15,0 0-54 16,1 0-30-16</inkml:trace>
  <inkml:trace contextRef="#ctx0" brushRef="#br0" timeOffset="109129.79">18315 4412 22 0,'0'0'87'0,"0"0"-82"0,0 0 11 0,0 0 9 0,0 0-7 16,0 0 1-16,0 0 7 15,0 0-12-15,0 0-6 0,0 0-3 16,0 0 0-16,0 0-2 16,0 0-1-16,33-25 1 15,-29 16 0-15,-1-1-2 16,-1 2 1-16,-2-2 0 15,0 1 2-15,0 2 1 0,0 0-3 16,-1 3-1-16,-1 1 1 16,-4 2-1-16,2-1-3 15,1 2 1-15,-4 0 0 16,1 0-1-16,3 6 1 16,-3 2 1-16,1 0 0 0,3 3-2 15,-2 0 2-15,-1 3 0 16,3-1 0-16,1 1 0 15,1 2 2-15,0-2-4 16,0-1 4-16,0-2-2 16,3 1 0-16,6-4 1 0,-3 1-1 15,3-2-1-15,3-2-1 16,1 0 5-16,0-4 2 16,4 1 0-16,3-1 2 15,5-1-4-15,3 0-3 16,2 0 0-16,2-10-64 15</inkml:trace>
  <inkml:trace contextRef="#ctx0" brushRef="#br0" timeOffset="111351.34">21857 4087 64 0,'6'0'8'0,"-5"3"7"0,3-2-3 15,0 2-2-15,0-1 0 16,0 2-1-16,-1 1-2 16,2 1-3-16,-1-3-1 0,0 4 0 15,1 0-1-15,-2-3-1 16,2 2 1-16,-2-1-1 15,2 0 1-15,-3-1 4 16,0-1 0-16,1-1 0 0,1 0 0 16,-4 0 0-16,2-1-3 15,-2-1 1-15,1 0 1 16,-1 0 18-16,0 0 12 16,0 0-10-16,0 0-18 15,0 0-6-15,-3 0-2 0,-3 0-1 16,-1 0-1-16,-3 0 1 15,-1 0 3-15,-1 0 0 16,0 0 0-16,0 6 0 16,-1 1-1-16,2 0 0 15,0 3 0-15,1 0 0 16,2-3 1-16,1 3-2 0,3 0 1 16,2-1 1-16,0-1-1 15,1 1 0-15,1-1-1 16,0-3 0-16,0 0 0 15,1-1 0-15,3-1-1 16,1 1 2-16,3-3 2 0,-1 0 0 16,4-1-2-16,-1 0 1 15,3 0 0-15,0 0 0 16,0 0-1-16,3 0 0 16,-5 0 1-16,1 0-1 15,-3-1 0-15,-1 0 1 0,-4 1-1 16,-1 0 0-16,0 0 0 15,-3 0 0-15,0 0 0 16,0 0 0-16,0 0-3 16,0 0 0-16,0 0 1 15,-3 0-1-15,-3 0 4 0,-1 1-1 16,-2 3 0-16,-3 0 0 16,0 2-1-16,-1 1 1 15,-1 0 1-15,1 0-1 16,1 1 0-16,1 1 0 15,4-2 0-15,-2 1 0 0,5 0 0 16,1-1 0-16,-1-1 0 16,3-1 1-16,1 1-2 15,0-2 2-15,0 2 0 16,0-2-1-16,1 0 0 16,5-1-1-16,-3 0 0 0,6-2 3 15,-2 0 1-15,2-1-1 16,4 0 3-16,0 0-1 15,2 0 1-15,3-2-3 16,-1-4 2-16,0 2-2 16,0-1-1-16,-1 0-1 15,1 2 1-15,-4-1-1 0,1 0 0 16,-1 1 0-16,-2 0-10 16,2 0-16-16,-2-1-61 15</inkml:trace>
  <inkml:trace contextRef="#ctx0" brushRef="#br0" timeOffset="112488.63">22190 4077 100 0,'3'0'4'0,"0"0"1"0,0 0-2 0,0 0-1 15,1 4 0-15,-2 2 1 16,2 1 2-16,-1 3 4 16,1 0 2-16,-1 4-4 15,1-1-1-15,-2 1 0 16,2 2-2-16,-2-3 1 0,1-1-2 16,-1 1 4-16,0 0-3 15,0-1 0-15,0-1-1 16,-2 0 2-16,0 0-2 15,0-2-1-15,0-1 0 16,0-2 1-16,0 0 0 16,-5-2-2-16,0-1 2 0,-2 1 1 15,1-4 1-15,-1 2 0 16,2-2 4-16,0 0-3 16,1 0 4-16,1-2 0 15,1-2 0-15,1 0-2 0,0-2-1 16,1 2-5-16,0 1-1 15,0 1 0-15,0-2-2 16,0 4 2-16,3 0-1 16,1 0 0-16,2 0-1 15,1 0 1-15,3 0-1 16,0 0 1-16,-1 0 1 0,1 4-1 16,0-2 0-16,1 2 0 15,-3-2 0-15,1-1 0 16,-1-1 0-16,0 0 0 15,2 0 1-15,-4 0-1 16,1 0 1-16,-1-3 0 0,2-2 1 16,-3-1-2-16,1-1 0 15,-4-1 1-15,0 0-1 16,-1 0 1-16,0-1 1 16,0-1-4-16,-1 0 4 15,0 0-2-15,0-1-2 0,1-1-2 16,0 1-2-16,-1 0 1 15,0 4 2-15,0-2-2 16,0 2-1-16,0 3 2 16,0-2-3-16,0 2 3 15,0 1-2-15,0-1 0 0,0-2 3 16,2 5-1-16,0-1 0 16,1-2 3-16,-2 3-3 15,2-1 5-15,-2 2-2 16,1-1 1-16,-1 1 0 15,0 0 0-15,-1 0 0 16,1 0-3-16,0 0 0 0,1 4-1 16,-2 2 3-16,1 2 2 15,1 0 0-15,0 1-1 16,0 2 1-16,2 1-1 0,0 1 2 16,-1-2-1-16,0 3 1 15,0 0 1-15,2 2 1 16,-3-2 0-16,1 2-2 15,1-1 1-15,0 0-2 16,-1-2 1-16,1-1-1 16,1-2 0-16,-3 0 2 0,1-5-2 15,-1 0 0-15,0-1 1 16,0 0 0-16,0-1-2 16,-2-3-4-16,0 0-31 15,-2 0-26-15</inkml:trace>
  <inkml:trace contextRef="#ctx0" brushRef="#br0" timeOffset="113159.52">21699 4043 95 0,'-3'0'13'0,"1"0"4"0,-1 0-7 0,1 0-4 15,2 0-1-15,0 0 4 16,0 0 11-16,0 0-5 0,0 0 0 16,0 0-3-16,0 0-2 15,0-1-3-15,0 0-5 16,2 0 2-16,5 0-3 15,0-1-1-15,3 1 1 16,3-1-1-16,1 0 0 0,3 0 0 16,2 1 1-16,2-1-1 15,3 0-1-15,3 0 2 16,3-2 0-16,3 2-1 16,1-1 0-16,5 1 1 15,-2-4-1-15,5 3 2 0,-3-4-1 16,0 3-1-16,-1-2 1 15,2-1-1-15,-2 1 1 16,-3-1-1-16,1 3 1 16,-2-2 0-16,1 2 0 15,-3-2-1-15,-1 2 1 16,1 0-1-16,-6 1 1 0,-2 0-1 16,-1 0 1-16,-5 1-2 15,0 0 2-15,-2 1-1 16,-5 1 0-16,-5 0-1 15,-1 0-5-15,-5 0-37 16,0 1-24-16,-6 3 16 0</inkml:trace>
  <inkml:trace contextRef="#ctx0" brushRef="#br0" timeOffset="113693.85">21513 4053 12 0,'0'0'38'0,"0"0"-19"0,0 0 0 0,0 0-5 16,0 0-5-16,39 0-4 0,-24-3 2 15,4 2 2-15,1-2-1 16,2-1 2-16,6-1 0 15,0 0-2-15,5 0 0 16,2-2 2-16,5 1-4 16,0 1 3-16,2-1-2 15,4-1 0-15,0 3 0 0,2-2-2 16,1 0-1-16,0 0-1 16,4 1 0-16,-4-2 1 15,5 2-1-15,0 0 3 16,-2-2-1-16,-2 0 2 15,-5 0-1-15,-4 0 1 0,-6 1-2 16,-4 2-1-16,-4 2 0 16,-5 2-3-16,-2 0-1 15,-4 0-3-15,-9 0-57 16</inkml:trace>
  <inkml:trace contextRef="#ctx0" brushRef="#br0" timeOffset="119307.36">17205 4770 33 0,'0'0'11'0,"0"0"-10"0,0 0-2 0,0 0-41 15</inkml:trace>
  <inkml:trace contextRef="#ctx0" brushRef="#br0" timeOffset="120025.5">17205 4770 10 0,'41'-18'47'0,"-41"18"3"16,0 0-13-16,0 0-11 0,0-2-17 16,0 2-1-16,0-1-4 15,0 1-2-15,0 0-3 16,0-2 1-16,-3 2-1 15,1 0 1-15,-2 0-1 0,-3 0 1 16,-2 0-1-16,0 0 0 16,-1 0 0-16,-2 5 1 15,-1-2 1-15,-1 1 0 16,1 0 0-16,0-1-2 16,3-1 1-16,0 0-1 15,3 1-4-15,2-3 2 0,3 0 8 16,1 0-5-16,1 0 6 15,0 0-4-15,0 0-3 16,0 1-3-16,0 1-6 16,0-1-3-16,0 2 13 15,0 1 5-15,0 1-4 0,0-1 0 16,0 3 0-16,0 0-1 16,0 2 0-16,3-1 0 15,0 4 1-15,1 0-1 16,0 0 0-16,1-1 1 15,1 3-1-15,-1-2 0 0,2 0 0 16,0 1 0-16,-2 1 0 16,2-1 1-16,-4 2-1 15,4 0 0-15,-3-1 1 16,-3-1-1-16,3 1 0 16,0 0 0-16,-2-4 0 0,1 2 0 15,0-2 1-15,2 0-1 16,-2-2 0-16,1 1 0 15,-1-2 0-15,3 0 1 16,-3 0 0-16,1 0 2 16,0 0-1-16,0 0-1 15,2 0 0-15,-3 0 0 0,2-2 1 16,-2 0-1-16,1 0 1 16,0 1 1-16,1-4 0 15,4 1 3-15,4-3 3 16,5 0-1-16,9 0-5 15,5-3 0-15,8-14-35 0,8-6-141 16</inkml:trace>
  <inkml:trace contextRef="#ctx0" brushRef="#br0" timeOffset="121108.48">19086 4364 56 0,'0'0'15'0,"0"0"-12"0,8 0-2 15,-4 0 2-15,6-1 2 16,-5-1-1-16,3 1 1 0,-2-3 4 16,3 2-4-16,-3 0-2 15,2 0-1-15,-1 0 0 16,1-1 2-16,-2 1 2 15,3 0 1-15,-3 1 1 16,2-2-2-16,-2 3-4 0,2 0-1 16,-2 0 0-16,1 0 0 15,-2 0-1-15,2 0 0 16,-3 0 0-16,-1 0 0 16,3 0-1-16,-4 3 1 15,1 0 0-15,0 0-1 0,0 3 0 16,2-1 1-16,-4 2 0 15,2 0 0-15,-1 0 0 16,1 0 1-16,1 2-1 16,-1-1 0-16,3 2 1 15,0 0-1-15,0 0 0 0,2 3 1 16,-3-2-1-16,1 2 1 16,1 0-1-16,0 0 1 15,-4 1-2-15,2 0 2 16,0-1 0-16,-1 1 0 15,0 0 1-15,2 0 1 0,-1 1-2 16,1-1 1-16,1-3 0 16,1 2 0-16,0-2 1 15,0 1 0-15,-1-4-1 16,1 2 0-16,0 0 1 16,0 0 1-16,1 0 0 0,-3-2 1 15,2 2 2-15,-1-1-3 16,-1-2-2-16,-2 4 0 15,0-3 0-15,0-1 0 16,-2 1 1-16,-2-1 1 16,0 0 2-16,0 1 2 15,-7 0 1-15,0 1-1 0,-6 2-4 16,-5 0-1-16,-7 6-3 16,-6-1 3-16,-3-1 1 15,-8-9-54-15</inkml:trace>
  <inkml:trace contextRef="#ctx0" brushRef="#br0" timeOffset="122659.07">23095 4003 35 0,'-7'0'3'0,"0"0"0"0,1 0 1 16,-1 0 0-16,1 0 3 16,1 0 4-16,-1 0 4 15,1 0-5-15,-2 0-1 16,1 0-3-16,-1 0-4 15,1 0-1-15,-2 0-1 0,2 0 0 16,3 0 1-16,-2 0-1 16,3 0 0-16,0 0 0 15,2 3 0-15,-1-2 0 16,1 2-1-16,0 1 0 16,0 1 1-16,0 3 0 0,0-1 0 15,0 1 1-15,0 0-2 16,0 3 0-16,4 1 2 15,-2-1 0-15,2 1-1 16,-1 2 1-16,1 0 0 0,-2-1 0 16,2 2 0-16,0-3 1 15,-2 6 1-15,0-2-1 16,0 0 0-16,-1 2-1 16,0-2 1-16,1 0-2 15,-2 0 1-15,0 0-1 16,2-3 1-16,-2 1 1 0,1-1 2 15,-1-1 1-15,2 1-2 16,0 0 0-16,-2 0-1 16,2-2 0-16,0 0 0 15,0-2 0-15,0-2 2 16,0 0 1-16,2-1 3 0,-1-2 1 16,3-1 2-16,2 0 4 15,4-2 5-15,3 2-1 16,5-3-10-16,7 0-7 15,3 0-1-15,7 0-1 16,5 0-25-16,6-11-74 0</inkml:trace>
  <inkml:trace contextRef="#ctx0" brushRef="#br0" timeOffset="123848.03">24318 3768 37 0,'0'0'50'0,"0"0"-42"0,0 0-4 0,0 0 0 0,0 0-1 16,0 0-1-16,0 0 0 15,0 0 1-15,0 0 0 16,0 0 2-16,40-2 1 15,-32-1 1-15,-1 3-5 16,0-1 2-16,2-1-3 0,0 1 2 16,1 1-3-16,-2 0 1 15,3-1 0-15,-2-1-1 16,-1 2 1-16,-1 0 0 16,0 0-1-16,-1 0-1 15,0 0 2-15,0 0-1 16,-5 0 0-16,1 0 0 0,-2 0-1 15,2 0 1-15,-2 0-1 16,1 3 0-16,0 1 0 16,-1-1 1-16,1 0 0 15,-1 3 0-15,0-1 0 16,0 0 0-16,0 2 0 0,0 0 0 16,0 0 0-16,0 0 0 15,0 0 0-15,0 3 0 16,0-1 0-16,1 1 0 15,0-1 1-15,2 2-1 16,-2 0 0-16,-1 0 0 0,2-1 0 16,-2 1 0-16,1 1 0 15,0-1 0-15,1 0 0 16,-1 0 0-16,1 0 1 16,-2 0-1-16,2 1 0 15,-2-1 0-15,2 0 1 0,-2 0-1 16,0 2 1-16,1-1 0 15,-1 0-1-15,0 1 1 16,0 0-1-16,0 0 0 16,0-1 1-16,0 3-1 15,0-4 1-15,0 3-1 0,0-2 1 16,0-1 0-16,0 1-1 16,0-1 0-16,0-1 1 15,0 0-1-15,2-2 3 16,0 1-2-16,0-2 0 15,0 0 1-15,0 0 1 16,-2 0-3-16,2-1 1 0,-2 0 1 16,0 1 0-16,-8 0 2 15,-10 0-1-15,-10 6 3 16,-14 2-1-16,-22 2-3 16,-20-1-4-16,-13-3-178 15</inkml:trace>
  <inkml:trace contextRef="#ctx0" brushRef="#br0" timeOffset="125015.05">17447 4831 63 0,'0'-1'14'0,"0"-5"0"0,0 3 1 0,0-1-9 0,0 1 1 16,0 0-1-16,0 2 2 16,0-2 1-16,0 3 1 15,0 0 0-15,0 0 0 16,0 0-7-16,0 0-5 15,0 0 1-15,3 4 1 0,0 2 1 16,2 4-1-16,-1 0 0 16,3 0 1-16,-3 1 0 15,3-1-1-15,0 3 0 16,-2-2 1-16,1-1-1 16,-1 0 0-16,1 0 1 0,1 0-1 15,-1 0 1-15,3 0 1 16,3-3-2-16,-3-3-26 15,0-4-58-15</inkml:trace>
  <inkml:trace contextRef="#ctx0" brushRef="#br0" timeOffset="125654.82">17900 4816 54 0,'0'0'8'0,"0"0"-1"0,0 0 0 16,0 0 2-16,0 0-9 0,-39-2 2 15,30 2 2-15,2 2-4 16,-2 3 6-16,2 2-6 16,-1 2 3-16,5 1-1 15,1 1-1-15,0-1 0 16,2 3 2-16,0-1-2 0,0-3 1 16,5 1-1-16,5-4 1 15,-1 0 4-15,5-4-1 16,-1 0 5-16,2-2-3 15,-1 0 2-15,0-3 2 16,-3-4-4-16,-2 0 1 0,-3-2 2 16,1-1 3-16,-6-1 3 15,1-2-5-15,-2 2-5 16,0 1-3-16,0-3-2 16,-3 3-2-16,-8 0 0 0,2 5-2 15,-4 2-4-15,-2 3-6 16,1 0 2-16,-2 4-6 15,2 6-8-15,1 0-11 16,6-3-24-16</inkml:trace>
  <inkml:trace contextRef="#ctx0" brushRef="#br0" timeOffset="126232.03">18178 4790 62 0,'0'0'11'0,"0"0"11"0,0 0-9 0,0 0-7 16,0 0-4-16,-43 7-2 16,35-2 1-16,0 0-2 15,2 4 4-15,1-1-3 16,3 3 1-16,0 1-1 15,2-2 1-15,0 0 0 0,0 0-1 16,6-2 2-16,3-2 1 16,3-3 2-16,1-2 2 15,1-1 0-15,1 0 1 16,-1 0 0-16,1-7 1 0,-3-1-1 16,1-1 0-16,-6-1-2 15,1 1 2-15,-3-2-1 16,-3 1-4-16,-2 2-1 15,0-1-2-15,-1 1 0 16,-7 0-1-16,-3 2 0 0,0 1-4 16,-4 3 2-16,1 2-5 15,0 0 8-15,-1 0-6 16,3 5-7-16,0 3-4 16,3 0 0-16,5-3-15 15,3-2-78-15</inkml:trace>
  <inkml:trace contextRef="#ctx0" brushRef="#br0" timeOffset="126721.86">18451 4763 39 0,'0'0'3'0,"0"0"4"0,0 0 5 0,0 0-1 0,0 0-2 16,-36 44-3-16,33-35-3 15,2-1 1-15,1-1 1 16,0-1 5-16,8-2-3 16,-1-1 1-16,5-2 3 15,0-1 2-15,3 0-1 0,-2 0-1 16,2-4-3-16,-4-3 1 16,0 0 1-16,-1-2 3 15,-4 1 1-15,-1 1-1 16,-3 1-3-16,-2-2-7 15,0-1-2-15,0 3 0 16,-4 2-1-16,-5 0-2 0,-1 1-6 16,-1 3 6-16,-2 0 0 15,0 0-6-15,2 7 6 16,1 0-14-16,3 2-22 16,3-2-15-16,2-3-69 0</inkml:trace>
  <inkml:trace contextRef="#ctx0" brushRef="#br0" timeOffset="127847.19">18795 4685 74 0,'-7'0'7'0,"0"0"8"0,-2 0-9 15,-2 0-2-15,0 0-1 0,1 4-2 16,-1 3 0-16,1-1-2 15,3 1 4-15,-1 0-2 16,3 2 0-16,4 1 0 16,1-2 0-16,0 2 2 15,0-3-2-15,5 0 4 0,7-1 2 16,-1-2 1-16,3-4 2 16,1 0 2-16,1 0 3 15,0 0-3-15,1-7-4 16,-2 0 3-16,1-3 3 15,-3 0-6-15,-4-1 6 16,-1-1 0-16,-4 1 3 0,-2-2-9 16,-2-1 1-16,0 3-5 15,-3 1-4-15,-5 1-2 16,-6 4-2-16,-6 3-15 16,-2 2-27-16,-3 0-45 0</inkml:trace>
  <inkml:trace contextRef="#ctx0" brushRef="#br0" timeOffset="128446.08">23289 4124 17 0,'0'0'7'0,"0"0"-6"0,0 0-1 0,0 0-5 16</inkml:trace>
  <inkml:trace contextRef="#ctx0" brushRef="#br0" timeOffset="128902.38">23289 4124 4 0,'38'7'15'16,"-33"-7"-11"-16,-2 0-2 15,0 0 6-15,0 0 12 16,-1 0 1-16,-1 0 4 16,0 0 2-16,-1 0-5 15,0-3 2-15,0 0-9 16,0-1-4-16,0 3-3 0,0-1-4 16,-1 1-4-16,-3 1-2 15,-2 0-2-15,-1 0 3 16,-2 7 1-16,-1 0 0 15,1 3 1-15,1 1-1 16,0-1 1-16,3 3-1 16,1-2 1-16,1 1 1 0,2-2-2 15,1 0 1-15,0-2-1 16,0 0 0-16,8-3 0 16,3 1 1-16,5-2 0 15,0-4 0-15,5 1 1 0,0-1-1 16,0 0 0-16,1-1-1 15,-2-3 1-15,-3-5-1 16,-1-1 2-16,-5 0 1 16,-4-1 2-16,-2-2 4 15,-5 0 3-15,0-2-5 0,-5 3-6 16,-6-2-2-16,-2 3-1 16,-5 1-1-16,1 4-2 15,-4 2 4-15,0 4 0 16,-1 0 1-16,3 0-6 15,-1 7-15-15,6 2-10 0,4-4-39 16</inkml:trace>
  <inkml:trace contextRef="#ctx0" brushRef="#br0" timeOffset="129320.97">23639 4029 99 0,'0'0'24'0,"0"0"0"0,0 0-1 0,0 0-6 16,0 0-12-16,0 0-4 16,0 0-1-16,0 0-1 0,0 0 1 15,0 0 1-15,19 45-2 16,-12-33 2-16,-4 1-1 15,1-1 0-15,2 1 0 16,-3 0 2-16,2-2-1 16,1 2 1-16,4-2-1 0,2-1-4 15,2-5-36-15,-1-1-30 16</inkml:trace>
  <inkml:trace contextRef="#ctx0" brushRef="#br0" timeOffset="129763.99">23904 4014 90 0,'0'0'5'0,"0"0"-3"16,0 0 0-16,0 0 1 0,0 0-1 16,0 0 0-16,-38 36 0 15,38-29 3-15,-1 3-2 16,1-3 1-16,0 1 1 16,0-3-1-16,5-1 3 15,-2-1-1-15,6-1 4 0,-2-2 6 16,1 0-5-16,1 0-4 15,2 0-3-15,0-3 2 16,-2-3 1-16,-3 0 7 16,-1-2 5-16,0-2-10 15,-5 0-3-15,0 2-5 0,0 0 0 16,-4 1-2-16,-5 0-2 16,-2 3-4-16,-4 4-3 15,-1 0 2-15,2 0-4 16,-3 6-11-16,5 1-12 15,1-2-6-15</inkml:trace>
  <inkml:trace contextRef="#ctx0" brushRef="#br0" timeOffset="130203.99">24100 4003 33 0,'0'0'36'0,"0"0"-32"0,0 0-2 0,0 0-1 16,0 0 4-16,0 0-3 15,0 0 0-15,0 0 0 16,-34 37 1-16,34-31 2 15,0 1-1-15,0-3 0 0,3 0 6 16,4-1 2-16,0-1 3 16,4-2 6-16,1 0-3 15,0 0-6-15,2 0-4 16,-1-3-5-16,-2-3-1 16,0 1 2-16,-1-2 0 0,-5-1 5 15,1 1 1-15,-6-1 0 16,0-1-7-16,-3 2-3 15,-7 1-1-15,-3 2-4 16,-2 1 2-16,0 3 3 16,-1 0-4-16,3 0 2 0,-1 5-5 15,4 2-20-15,7-2-23 16,3 1-18-16</inkml:trace>
  <inkml:trace contextRef="#ctx0" brushRef="#br0" timeOffset="130645.67">24282 3999 38 0,'0'0'4'0,"0"0"2"0,0 0 5 0,0 0-3 15,0 0 1-15,0 0 1 16,7 38 1-16,2-35-1 16,3-1-1-16,-2-1 1 15,3-1 1-15,1 0-3 0,0 0-5 16,0-2 0-16,-2-2 1 15,-1-3 2-15,-2 1 4 16,-2-2 3-16,-1 1-2 16,-5-2-2-16,0 2-2 15,-1-1-2-15,0-2-2 0,-2 3 4 16,-4 0-5-16,-3 1-2 16,0 0 3-16,-2 2-5 15,-4 1 5-15,-1 3-4 16,-5 0 1-16,0 0 1 15,-6 7-12-15,-2-3-68 16</inkml:trace>
  <inkml:trace contextRef="#ctx0" brushRef="#br0" timeOffset="140988.01">23536 4429 41 0,'4'0'4'0,"3"0"-3"0,-1 0 3 15,2 0-1-15,1 0 3 16,4-2 1-16,0 0 0 0,3-1-2 16,0 0 2-16,1 1-1 15,3-1 2-15,0 0-1 16,3 1-3-16,3-2-1 15,1 1 0-15,3-1 0 16,0-1-1-16,1 0 2 0,-1 1 1 16,-1-2 2-16,-1 2-2 15,-6 1-1-15,0 0-3 16,-5-1 1-16,-2 4-1 16,-5 0 1-16,-1 0-2 15,-9 0-17-15,0 0-36 0</inkml:trace>
  <inkml:trace contextRef="#ctx0" brushRef="#br0" timeOffset="141287.51">23694 4442 76 0,'0'0'2'16,"0"0"-1"-16,0 0 1 15,0 0-1-15,0 0 5 0,0 0 14 16,0 0-3-16,0 0-17 16,0 0-2-16,0 6 9 15,18-6 0-15,5 0 0 16,4-3-4-16,4-1 1 16,0-1 2-16,4 1-2 0,1 0 1 15,1-1-3-15,1 3 2 16,2-1-3-16,-4 1 1 15,-1 0 1-15,-4 2-1 16,-6 0-35-16,-10 0-48 16</inkml:trace>
  <inkml:trace contextRef="#ctx0" brushRef="#br0" timeOffset="142382.62">18242 5202 100 0,'-5'0'3'0,"3"0"14"0,0 0 15 16,1 0-7-16,1 0 0 16,-1 0-5-16,1 0-11 15,0 0-5-15,0 0-8 0,1 0-29 16,5 0 0-16,5-5-42 15</inkml:trace>
  <inkml:trace contextRef="#ctx0" brushRef="#br0" timeOffset="143378.78">23457 4587 2 0,'0'0'99'0,"0"0"-92"0,0 0-2 16,0 0 5-16,0 0 7 0,0 0-3 15,0 0-1-15,0 0-3 16,0 0 5-16,0 0-2 16,0 0-2-16,0 0-6 15,0 0-5-15,8-6-3 16,-6 6-28-16,1 0-57 15</inkml:trace>
  <inkml:trace contextRef="#ctx0" brushRef="#br0" timeOffset="144475.25">23759 5990 21 0,'0'0'53'0,"0"0"-37"0,0 0 19 0,0 0-11 0,0 0 1 16,0 0 4-16,0 0-21 15,0 0-17-15,0 0-8 16,0 0 6-16,0 0 12 15,9 16 7-15,-6-5-5 0,1 3-2 16,2-4 0-16,2 2 0 16,0-4 5-16,2-1-1 15,4-2 3-15,1-3 2 16,0-2 0-16,1 0 1 16,1 0-5-16,-3-7-1 15,1-1-1-15,-2-2-2 0,-4-2 0 16,1-3 1-16,-2 1 0 15,-3-2-3-15,-1 3 1 16,0-1 1-16,-4 3-2 16,0 2 0-16,0 2 1 15,0 4 0-15,0-1-1 0,0 4-1 16,0 0 2-16,0 0-4 16,-3 3 3-16,-1 5-2 15,1 4 2-15,0 3 0 16,3 4-3-16,-3-1 0 15,3 6 1-15,0-5 0 0,0 5 1 16,3-3-2-16,-1 2 2 16,1-2 1-16,-1-1-1 15,-2 0 1-15,0-3 0 16,0 0 0-16,0-1-1 0,-2-2-1 16,-6-4 0-16,-3 0 3 15,-1-3 5-15,-1-4 3 16,-1 0-2-16,1-3-4 15,1 0 2-15,5-5-2 16,2-6 0-16,4 1 0 0,1-1-4 16,2-1 1-16,10 1 7 15,5-2-6-15,4 5 1 16,2 2-2-16,-1 0-7 16,2 4-37-16,0 0-49 15</inkml:trace>
  <inkml:trace contextRef="#ctx0" brushRef="#br0" timeOffset="144795.42">24136 6135 31 0,'0'0'4'0,"0"0"10"0,0 0 19 15,0 0-3-15,0 0 8 16,0 0-4-16,0 0-7 0,0 0-23 16,0 0-13-16,0 0 6 15,0 0 2-15,23 1 4 16,-23 10 3-16,1 0-3 16,-1-1 4-16,1 1-4 15,-1-1 1-15,0 1-3 16,0-1 1-16,1 2 1 0,0-2 2 15,0-1-1-15,1 0-8 16,4-2-42-16,-2-1-25 16,5-5-31-16</inkml:trace>
  <inkml:trace contextRef="#ctx0" brushRef="#br0" timeOffset="145000.59">24277 6149 88 0,'0'0'86'0,"0"0"-52"0,0 0 2 16,0 0-16-16,0 0-16 16,0 0-7-16,0 0-7 15,0 0 7-15,20 9 2 16,-15 5 1-16,3 3 2 16,-4 3-1-16,0-2 1 15,-2 1 1-15,-2-5-23 0,0-2-69 16,-6-7-42-16</inkml:trace>
  <inkml:trace contextRef="#ctx0" brushRef="#br0" timeOffset="145543.06">23887 5712 81 0,'0'0'14'0,"0"0"-5"0,0 0 17 0,0 0 5 0,0 0 7 16,0 0-9-16,0 0-12 15,0 0-8-15,14-39-2 16,-13 32-2-16,-1 2-2 0,2-1 0 15,-1-1 0-15,1-3 0 16,2-3-3-16,-1 3 2 16,2-3-1-16,2-3 0 15,-2 1 0-15,3-2 0 16,-2 1 0-16,2 2 0 0,-3 0 1 16,0 4 1-16,1 3-1 15,0 4-1-15,0 3-2 16,3 2-2-16,2 12 1 15,4 7-3-15,5 9 4 16,0 5-12-16,3 4-67 0,3 1-49 16</inkml:trace>
  <inkml:trace contextRef="#ctx0" brushRef="#br0" timeOffset="146731.22">23506 7331 79 0,'0'0'20'0,"0"0"6"0,0 0-3 16,0 0-4-16,0 0 1 15,-26-43-4-15,23 36 2 16,1 0 0-16,0 0-4 15,2 4-5-15,0 2-5 0,0 1-6 16,0 0-9-16,0 4 14 16,0 4-5-16,5 3 0 15,3 1-1-15,-1-2-4 16,4 2-4-16,0-4 7 16,3-1 12-16,1-3-5 0,1-2 0 15,4-1 0-15,0-1 1 16,2 0 0-16,1 0-1 15,1-4-1-15,-1-3-2 16,-1-2 1-16,-1 1-1 16,-4-3 0-16,-2 1 0 0,-4 0 3 15,-6 1-3-15,1-1 1 16,-6 3 1-16,0 1-2 16,0 1-5-16,0 2 8 15,0 0-3-15,0 3 2 16,0 0-1-16,-1 0-2 0,1 4 1 15,-5 6-2-15,3 0-3 16,1 3 2-16,1 0-1 16,0 0-1-16,0 1 2 15,0 0 1-15,3-1 0 16,5 0 0-16,-2 1 1 0,-1-3-2 16,1-1 5-16,0 0-2 15,-3-3 0-15,0 0 1 16,-3-1-1-16,0 0 3 15,0-1 1-15,-6-2 2 16,-6 2 2-16,0-1 1 0,-3-2-4 16,-1 1-1-16,-5-1-2 15,2 0 0-15,3 1 0 16,-1-2-1-16,3 1-1 16,4-2-13-16,1 0-32 15,7 0-55-15</inkml:trace>
  <inkml:trace contextRef="#ctx0" brushRef="#br0" timeOffset="146959.87">23911 7308 20 0,'0'0'166'0,"0"0"-160"0,42-25 8 0,-28 19-5 16,0-1-2-16,0 1-3 0,1 2-4 16,-2 1 1-16,2 3 0 15,1 0-1-15,2 0-1 16,1 0-41-16,-2-3-66 16</inkml:trace>
  <inkml:trace contextRef="#ctx0" brushRef="#br0" timeOffset="147620.42">24220 7109 7 0,'0'0'81'0,"0"0"-57"15,0 0-13-15,0 0-15 0,0 0 0 16,0 0 3-16,0 0 2 16,0 0 1-16,5 43 2 15,3-37 5-15,1-1 10 16,4-3 4-16,2-1-4 16,-1-1-5-16,1 0-4 0,3 0-6 15,2-1-1-15,-2-5-2 16,1 0 0-16,-2-1 0 15,-1 0 1-15,-3-3-2 16,-5 2 2-16,0-2 0 16,-5 1-2-16,-2-2 0 0,-1 4 0 15,0-2 0-15,0 4-4 16,-4 0 1-16,-1 4 2 16,-1 1-1-16,1 0-7 15,0 0 16-15,0 3-9 16,2 4-2-16,-2 1 2 0,2 1-3 15,2 4 0-15,1-2 3 16,0 3-2-16,0-1 5 16,4 4 1-16,2-1 0 15,0 1-1-15,1 1 0 16,1 2 0-16,-1-1-1 16,-3-1 1-16,-1-1-1 0,-3-1 0 15,0-2 0-15,0-3 2 16,-6-1 7-16,-5 0 2 15,-2-3-6-15,-2 0 4 16,1-1-4-16,-1-3 0 16,1-3-1-16,2 0-1 0,0 0 4 15,5 0-1-15,1 0 3 16,4-5-3-16,1 0-1 16,1-1-6-16,0-1 5 15,7 0-8-15,0-2-32 0,1-2-65 16</inkml:trace>
  <inkml:trace contextRef="#ctx0" brushRef="#br0" timeOffset="148240.01">23826 7602 73 0,'0'0'74'0,"0"0"-37"0,0 0 2 0,0 0-11 15,0 0-11-15,0 0-14 16,0 0-6-16,0 0-1 16,0 0 4-16,0 0 0 0,0 0 0 15,26 47 1-15,-20-35 0 16,-2-1 1-16,1 0-2 16,-2-1-20-16,0 0-43 15,-1-6-12-15,-1 1-32 16</inkml:trace>
  <inkml:trace contextRef="#ctx0" brushRef="#br0" timeOffset="148432.07">23926 7624 221 0,'0'0'30'0,"0"0"-11"16,0 0-13-16,0 0-6 15,0 0-2-15,0 0 0 16,0 0 4-16,27 39-1 0,-18-23-1 16,3 0-23-16,1-4-75 15</inkml:trace>
  <inkml:trace contextRef="#ctx0" brushRef="#br0" timeOffset="149983.64">24472 7511 51 0,'-8'0'2'0,"4"0"1"0,-1 0 0 0,0 0 10 0,4 0-2 15,-4-1 3-15,1-2-4 0,1 0-4 16,-1 2-4-16,1-1-1 16,0 0-1-16,2 0-6 15,1-1-65-15</inkml:trace>
  <inkml:trace contextRef="#ctx0" brushRef="#br0" timeOffset="150311.32">24440 7503 111 0,'0'0'8'16,"0"0"18"-16,0 0-17 16,0 0-5-16,0 0-2 15,0 0 3-15,0 0-5 16,0 0 2-16,28 24 1 0,-26-15-1 15,-1 3-1-15,0 0 1 16,0-1 0-16,2 0 0 16,-3-2-2-16,1 1-37 15,1-5-36-15</inkml:trace>
  <inkml:trace contextRef="#ctx0" brushRef="#br0" timeOffset="150516.66">24516 7508 198 0,'0'0'28'0,"0"0"5"16,0 0-22-16,0 0-12 16,0 0-3-16,0 0 3 15,0 0 1-15,0 0 0 16,27 50 1-16,-24-33-1 0,1-2-77 15,-4-6-66-15</inkml:trace>
  <inkml:trace contextRef="#ctx0" brushRef="#br0" timeOffset="151036.97">24270 7007 74 0,'0'0'22'0,"0"0"8"0,0 0-9 16,0 0-3-16,0 0-8 16,0 0-1-16,-15-40 3 15,15 36-4-15,-3-2 3 16,2 0 0-16,1 1-6 15,0 1-2-15,0-2 0 0,0 0-2 16,0-1 0-16,0 2-1 16,2-2 1-16,1 2 0 15,0-2-1-15,2 3 3 16,1 1-3-16,-1 2 0 16,4 1 0-16,-1 0-1 15,2 0 0-15,2 0 0 0,3 2 2 16,4 6 0-16,1 0 0 15,5 3-1-15,-2 1 3 16,2-4-8-16,-3-3-110 16</inkml:trace>
  <inkml:trace contextRef="#ctx0" brushRef="#br0" timeOffset="151358.13">24593 6865 167 0,'0'0'8'0,"38"7"7"0,-13 4-2 0,2 2-5 15,-2 4-5-15,4 6-4 16,-2 4 1-16,0 6 2 16,-5 5 1-16,-2 3 1 15,-3 6-3-15,-6 3 0 0,-6 2 1 16,-5 1 1-16,-10 2 5 16,-17 4-3-16,-9-1-47 15,-10-4-54-15</inkml:trace>
  <inkml:trace contextRef="#ctx0" brushRef="#br0" timeOffset="151792.41">23307 7178 103 0,'0'0'4'0,"-49"24"8"0,25-2 2 0,1 1 6 15,1 9 10-15,5 4-4 16,0 3-12-16,6 3-1 0,4 2-7 16,7 2-5-16,0 1-1 15,14-3-2-15,11-2 2 16,8-5 1-16,12-4-2 15,9-6 1-15,9-7 10 16,9-6-16-16,7-13-61 0,5-1-107 16</inkml:trace>
  <inkml:trace contextRef="#ctx0" brushRef="#br0" timeOffset="152383.35">24771 6652 90 0,'0'0'10'0,"0"0"14"0,0 0-3 15,0 0-7-15,0 0-6 0,0 0-5 16,0 0-2-16,0 0-1 16,0 0 0-16,0 0 0 15,31-13-1-15,-26 13-1 16,-1 7 2-16,-1 1-1 15,-1 3-1-15,-2-1 2 0,0 1 1 16,0-1 0-16,0-4 3 16,0-2 4-16,0-1 3 15,0-2 0-15,0-1 4 16,2 0 7-16,7 0-1 16,11-3-9-16,7-2-9 0,5-1 0 15,6 3-2-15,3 1 1 16,0 0-30-16,-3-1-82 15</inkml:trace>
  <inkml:trace contextRef="#ctx0" brushRef="#br0" timeOffset="152938">23969 7895 74 0,'0'0'22'0,"0"0"-14"0,0 0 8 0,0 0 1 15,0 0 0-15,0 0 4 16,0 0-3-16,0 0-3 16,0 0-8-16,0 0-12 15,0 0 14-15,-1-9-7 0,21 5-1 16,6-2-1-16,2-1 1 16,6 0-1-16,-1-3 0 15,3 0 1-15,-2 0-2 16,2 0 1-16,0 2 0 15,-3-2 0-15,-3 4 1 16,-1 2-1-16,-6 2 0 0,-4 0-3 16,-5 2-42-16,-4 0-8 15,-6 0-11-15</inkml:trace>
  <inkml:trace contextRef="#ctx0" brushRef="#br0" timeOffset="153221.81">23985 8011 81 0,'0'0'4'16,"0"0"-4"-16,60-17 3 15,-29 7 1-15,4-3 6 0,6-1 10 16,2 2 2-16,0-1-1 16,3 0 4-16,-3 1-6 15,-3 5-9-15,-5 3-6 16,-1 4-3-16,-10 0-4 16,-8 2-60-16,-7 2-45 0</inkml:trace>
  <inkml:trace contextRef="#ctx0" brushRef="#br0" timeOffset="161237.28">21457 8572 36 0,'-7'9'15'0,"-2"-1"4"0,4 4-10 16,-1 0-4-16,4 1-2 15,2 0-1-15,0-1-1 0,0 0 3 16,1-3 1-16,6 1-1 15,0-2 7-15,4-1 0 16,1-3-2-16,2-1 4 16,1-1-1-16,2-2 0 15,3 0-5-15,-1 0 0 16,3-7-2-16,-6-2 0 0,1-1-1 16,-3-1 0-16,-4-2 9 15,0 0 10-15,-7-1-4 16,-2 0-6-16,-1-2-2 15,0 1-3-15,0 0-3 16,-2 0 1-16,-6-1-3 0,-2 5-1 16,-1 3 1-16,-3 3-4 15,-2 5 4-15,-1 0-5 16,2 3-2-16,-3 8-7 16,4 5-7-16,-2 1-31 15,6-3-30-15,3 0-33 0</inkml:trace>
  <inkml:trace contextRef="#ctx0" brushRef="#br0" timeOffset="161536.29">21745 8544 107 0,'0'0'12'0,"0"0"19"0,0 0-8 0,0 0-1 16,0 0 6-16,0 0-10 16,0 0-15-16,0 0-3 15,0 0 1-15,7 6 3 16,-4 13-3-16,0 1-1 16,0 4 1-16,2 1-1 15,-1 0 1-15,-1-4-1 0,-1 2 0 16,-1 0 0-16,-1-3-2 15,0-2-6-15,0-2-28 16,-3-3-17-16,0-8-13 16</inkml:trace>
  <inkml:trace contextRef="#ctx0" brushRef="#br0" timeOffset="161836.35">21778 8601 87 0,'0'0'12'0,"14"-39"17"15,-5 25-2-15,2 1-10 16,5 2-10-16,1 1 0 16,1 3-3-16,0 0-1 15,0 4 0-15,0 2-1 16,-4 1 0-16,0 0-1 0,-2 4-1 16,-5 6 1-16,2 1-1 15,-5 2 1-15,-3 0 0 16,-1 2 0-16,0-3 2 15,-7-1 1-15,-5-1-3 16,-2-1 0-16,-1-2 1 16,-2-2 0-16,-1 1-2 0,3-3 0 15,1-2-2-15,3 2-5 16,5-3-31-16,2 0-27 16</inkml:trace>
  <inkml:trace contextRef="#ctx0" brushRef="#br0" timeOffset="162106.32">22122 8404 125 0,'0'0'8'15,"0"0"-7"-15,0 0 2 16,0 0 9-16,0 0 0 15,3 50-3-15,-6-33-4 16,3 1-1-16,-2-3 1 0,1 2-2 16,1-3-1-16,0 0 0 15,0-1-1-15,0-1-1 16,0-1 1-16,0 2-1 16,0-3-4-16,0-2-18 15,-3-3-39-15</inkml:trace>
  <inkml:trace contextRef="#ctx0" brushRef="#br0" timeOffset="162398.72">22089 8517 119 0,'0'0'5'0,"0"0"12"0,0 0-5 15,39-30-8-15,-21 22-1 16,3 1-2-16,2 2-1 15,-2-1 2-15,2 2 0 16,-5 3-2-16,-3 1 2 0,-3 0 1 16,-3 3-2-16,-5 5 0 15,-2 4 0-15,-2 2 4 16,0-1-3-16,0-1 2 16,0-2-2-16,-1 0 0 15,0-1 0-15,1-4 0 0,0 1-2 16,9-2 1-16,2-2-2 15,3-2 0-15,2-3-49 16</inkml:trace>
  <inkml:trace contextRef="#ctx0" brushRef="#br0" timeOffset="162555.91">22360 8365 111 0,'0'0'92'0,"0"0"-71"0,0 0-11 16,0 0-12-16,0 0-42 16,0 0-4-16,0 0-26 15</inkml:trace>
  <inkml:trace contextRef="#ctx0" brushRef="#br0" timeOffset="163195.03">22413 8457 165 0,'0'0'-12'0,"0"0"12"16,0 0 2-16,0 0 3 16,0 0 0-16,0 0-4 15,30 37 1-15,-27-27 0 16,-2-3 0-16,1 3 0 15,0-4 0-15,-2 1-1 0,0-3-1 16,0 0 1-16,0-3 0 16,0 0-1-16,0-1 1 15,0 0 8-15,0 0 0 16,0-6-8-16,0 0 1 0,0-2-1 16,2-1 1-16,4 1-1 15,3-2-1-15,3 1 0 16,4 2-1-16,-2 0 1 15,4 3-1-15,-1 1 2 16,3 0-1-16,-3 3 0 16,-2 0-1-16,-2 0 1 0,0 7 0 15,-3-1 1-15,-2 5-1 16,0-1 1-16,-3 2-1 16,0-2 1-16,-5-2-1 15,0 1 2-15,0-4-2 16,0 0 1-16,-5-2-1 0,-3-2 2 15,1-1 0-15,-2 0 0 16,1 0 1-16,0-4 2 16,2-3 3-16,3-2 1 15,1-1-1-15,2 0-4 16,0-4-2-16,7 2 0 16,4-1-1-16,3 1 0 0,2 2 0 15,-1 2-1-15,2 3 2 16,-1 1-2-16,1 4 0 15,-3 0 0-15,1 3 1 16,-3 5-1-16,-3 5-1 0,-1 1-6 16,-4 0-20-16,0 1-20 15,-4-4-3-15,2-1-39 16</inkml:trace>
  <inkml:trace contextRef="#ctx0" brushRef="#br0" timeOffset="163501.93">22974 8453 147 0,'0'0'21'0,"0"0"-2"0,0 0-14 0,0 0-4 0,0 0-2 16,-40-6 0-16,22 13 2 15,1 2 0-15,1-1-1 16,2 2 2-16,2-1 1 15,4-2-3-15,4 2 1 16,2-2-1-16,2-2-1 0,0-2 1 16,8 1 0-16,1-3 1 15,5-1 3-15,3 0 2 16,1 0-2-16,3 0-3 16,-2-1 0-16,2-3-1 15,-1 1-2-15,-6-1-20 0,1-3-37 16,-4-2-29-16</inkml:trace>
  <inkml:trace contextRef="#ctx0" brushRef="#br0" timeOffset="163758.29">23077 8207 114 0,'0'0'-11'0,"0"0"45"0,0 0-8 16,0 0-22-16,0 0-5 15,0 0 2-15,0 0 3 16,-4 39 3-16,4-14 2 16,-1 5-4-16,1 3-1 0,0 2-2 15,0-1-2-15,0 2 0 16,0-3-6-16,0-4-47 15</inkml:trace>
  <inkml:trace contextRef="#ctx0" brushRef="#br0" timeOffset="164150.19">23357 8366 172 0,'0'0'-2'0,"0"0"4"0,0 0 0 16,0 0 2-16,38 26 1 15,-27-15-1-15,-1 5-1 16,1-3 0-16,-1 2 0 15,-1-2-1-15,2-2 0 16,-4-3 1-16,-1-3 3 16,-1-1 1-16,-2-3 6 0,1-1 0 15,0 0 7-15,-2-2 6 16,0-9-15-16,-1-1-4 16,1-5-3-16,2 0-1 15,-4-3 0-15,3 2-3 16,3-2 0-16,2 4-4 0,1-1-23 15,3 0-52-15,2 3-101 16</inkml:trace>
  <inkml:trace contextRef="#ctx0" brushRef="#br0" timeOffset="164556.29">23789 8369 129 0,'0'0'-17'16,"0"0"25"-16,0 0-3 0,0 0-2 16,0 0-3-16,0 0 1 15,-50-13 5-15,29 13 12 16,1 8-4-16,0 2-8 16,-1 1-1-16,4 2 1 15,2 1-4-15,5-2-1 0,4 1 0 16,2-3-1-16,4 0-1 15,0-3 1-15,2-4-2 16,9 0 4-16,3-3 7 16,6 0 0-16,4-6-3 15,1-1-4-15,1-4 0 16,-2 2-1-16,-1 1-1 0,-8 1 1 16,-3 4 0-16,-4 0 8 15,-1 3-1-15,-2 0-7 16,-1 0 0-16,2 1-1 15,1 4 0-15,-1 3-3 16,2-1-14-16,-2-1-8 0,-1-2-5 16,2-1-16-16,-4-3-13 15</inkml:trace>
  <inkml:trace contextRef="#ctx0" brushRef="#br0" timeOffset="164861.69">23870 8122 175 0,'0'0'-18'0,"0"0"35"0,0 0-17 16,0 0 1-16,0 0-1 15,0 0 2-15,19 36 0 0,-17-15 2 16,0 3-1-16,-2 4 0 16,0-1 0-16,0 3-2 15,0-3 2-15,0 0-3 16,0 0 2-16,-4-4-2 16,2-2-3-16,0-3-5 15,2-6-38-15,0-2-44 0</inkml:trace>
  <inkml:trace contextRef="#ctx0" brushRef="#br0" timeOffset="165260.03">23980 8295 132 0,'0'0'12'0,"0"0"9"16,0 0-14-16,0 0-7 15,0 0 3-15,0 0 0 0,0 0 1 16,1 39-1-16,-1-24-1 16,0 1 0-16,0-3 0 15,0-2-1-15,3 0 0 16,1-3-1-16,3-3 2 16,-1-1-1-16,3-2 1 0,1-2 0 15,-1 0 3-15,3-6 4 16,-2-4 0-16,1-4-5 15,3-3 0-15,-5-2-3 16,3 1-1-16,-3 2-1 16,-3 1-3-16,0 6 1 0,-3 2 4 15,-1 4 0-15,0 3 0 16,-2 0-12-16,0 5 5 16,0 6 4-16,3 3 2 15,-2 3 0-15,2 0-2 16,0 2-9-16,1-4-19 0,3-2-36 15</inkml:trace>
  <inkml:trace contextRef="#ctx0" brushRef="#br0" timeOffset="165602.97">24295 8359 49 0,'0'0'83'15,"0"0"-65"-15,0 0-8 16,0 0-8-16,0 0 1 0,15-40-3 16,-13 35 1-16,0-5-1 15,0 5 0-15,0-2 2 16,-2 0 3-16,1 3-1 16,-1-2-2-16,0 2 1 15,0 1-2-15,0 2 0 16,-6 1-1-16,-4 0 0 0,-2 4 0 15,0 6 0-15,1 4 0 16,2-1 0-16,0 6 0 16,4-4 1-16,3 2-2 15,2-1 0-15,0-2 1 0,1-3-1 16,7-1-3-16,2 0-16 16,1-8-19-16,3 1-38 15</inkml:trace>
  <inkml:trace contextRef="#ctx0" brushRef="#br0" timeOffset="165979.26">24533 8227 35 0,'0'0'0'0,"0"0"7"0,0 0-1 16,0 0 5-16,-40-6 7 15,30 9-5-15,3 0-2 16,-1 4-2-16,0 1 0 16,4 0-2-16,2 1-1 15,2 3-1-15,0-2 2 0,0 3-1 16,8 0 1-16,0-1 1 16,2 1-2-16,0-3-2 15,-1 0 0-15,0 1 0 16,-1-3-1-16,-3-1-2 15,-2 0 1-15,-2-3-1 16,-1 2 0-16,0-2 4 0,-1 0 1 16,-7 0-3-16,-5 1-2 15,-1-2-1-15,1 1-1 16,-3-3 0-16,3-1-5 16,2 0-12-16,3 0-15 0,5 0-15 15</inkml:trace>
  <inkml:trace contextRef="#ctx0" brushRef="#br0" timeOffset="166171.91">24546 8269 144 0,'0'0'16'0,"0"0"14"16,0 0-22-16,0 0-8 15,0 0 3-15,0 0 0 16,0 0 3-16,-47 42 0 15,27-22 1-15,1 5-5 0,-3 4-2 16,-5-1-1-16,1-1-20 16,-1-4-129-16</inkml:trace>
  <inkml:trace contextRef="#ctx0" brushRef="#br0" timeOffset="207742.55">9100 9904 8 0,'0'0'16'0,"0"0"-15"0,0 0 0 0,0 0 13 0,0 0 6 16,2 0-4-16,-2 0-10 16,0 0-5-16,0 0-1 15,2 0 0-15,-2 0 1 16,0 0 0-16,0 0-1 15,0 0 1-15,0 0-1 0,0 0 1 16,0 0 11-16,0 0 11 16,0 0-6-16,0 0-8 15,0 0-6-15,0 0-1 16,0 0-3-16,2 0 0 16,0 0-2-16,1 0 2 15,3 0-5-15,-2 0-14 0,1 0-23 16</inkml:trace>
  <inkml:trace contextRef="#ctx0" brushRef="#br0" timeOffset="208903.68">11325 9792 62 0,'0'0'5'0,"0"0"6"0,0 0-5 0,0 0-5 16,0 0 0-16,0 0-1 0,0 0 0 15,0 0 0-15,0 0 0 16,0 2-1-16,0-2 0 16,0 0 1-16,0 1 0 15,0-1 0-15,0 0 0 16,0 0 0-16,0 2 0 16,0-1 1-16,0 0-1 0,0-1 0 15,0 2 0-15,0-1 0 16,0 0-1-16,0 1 1 15,0-2-2-15,0 1-30 16,0-1-15-16</inkml:trace>
  <inkml:trace contextRef="#ctx0" brushRef="#br0" timeOffset="209197.21">11325 9792 54 0,'0'23'12'0,"-2"-23"8"16,0 0-6-16,2 0 2 16,-2 0-7-16,2 0 1 15,-2 0 0-15,0 0-5 16,2 0-3-16,-2 0-1 0,1 0 0 16,1 0-2-16,0 0 1 15,-1 0-3-15,1 0-2 16,-2 0 2-16,2 0 2 15,-2 1-1-15,2 2-1 16,0-1-3-16,0 0 1 0,0 1-7 16,0 0-6-16,0-1-1 15,0-1-9-15,0 0-16 16</inkml:trace>
  <inkml:trace contextRef="#ctx0" brushRef="#br0" timeOffset="209494.95">11305 9821 96 0,'0'0'-20'0,"0"0"21"0,0 0-1 0,0 0 1 15,0 0 0-15,0 0-5 0,0 0-47 16</inkml:trace>
  <inkml:trace contextRef="#ctx0" brushRef="#br0" timeOffset="211056.9">11477 9726 35 0,'0'0'110'0,"0"0"-111"0,0 0-1 0,0 0-2 16,0 0-7-16,0 0-12 0,0 0 9 16,0 2-1-16,0 1-7 15</inkml:trace>
  <inkml:trace contextRef="#ctx0" brushRef="#br0" timeOffset="211432.47">11477 9726 67 0</inkml:trace>
  <inkml:trace contextRef="#ctx0" brushRef="#br0" timeOffset="211489.64">11477 9726 67 0,'-12'42'-9'0,"11"-42"9"0,1 3-1 0,0-2 0 16,0 1 2-16,0-1-1 16,0 2 0-16,0-2-4 15,0 2-4-15,0-3-8 16</inkml:trace>
  <inkml:trace contextRef="#ctx0" brushRef="#br0" timeOffset="211760.86">11434 9832 85 0,'0'0'4'0,"0"0"6"16,0 0-7-16,0 0-2 16,0 0-1-16,0 0 0 15,0 0 0-15,0 0-2 16,0 0-10-16,0 0-14 15,0 0-36-15</inkml:trace>
  <inkml:trace contextRef="#ctx0" brushRef="#br0" timeOffset="211966.98">11434 9832 35 0,'32'33'38'16,"-32"-33"-38"-16,0 0-3 0,5 0 4 15,-5 0-2-15,4 0-3 16,-2 0-4-16,0 0-4 16,1 0-34-16</inkml:trace>
  <inkml:trace contextRef="#ctx0" brushRef="#br0" timeOffset="212166.94">11504 9866 75 0,'0'0'-1'16,"0"0"6"-16,0 0-1 15,0 0-3-15,0 0 0 16,0 0-1-16,0 0 0 15,-4 0-1-15,4 0-8 16,0 0 3-16,0 0-6 0,4 0-10 16</inkml:trace>
  <inkml:trace contextRef="#ctx0" brushRef="#br0" timeOffset="212358.46">11504 9866 40 0,'24'-5'6'15,"-24"4"4"-15,0-2 8 16,0 2-8-16,0-2-2 16,0 1 1-16,0 1-1 15,0 1-6-15,0-1-1 0,0 1-4 16,0 0 0-16,0 0-2 16,3 0-7-16,-3 0-4 15,0 0-16-15</inkml:trace>
  <inkml:trace contextRef="#ctx0" brushRef="#br0" timeOffset="214148.42">10979 13716 17 0,'0'5'12'0,"0"-1"-12"0,0-1 0 16,0 2 0-16,0 0 2 15,0 0-2-15,0-2 0 0,0 2 2 16,0-3 1-16,0 1 8 16,0 0-1-16,0 0-5 15,2-2-4-15,1 2 2 16,1 0-2-16,-2-2-8 16,0 1-1-16,1-1 5 0,-2-1 2 15,0 2 0-15,0-1 2 16,0-1 0-16,-1 0 9 15,0 0 15-15,0 0 0 16,0 0-12-16,0 0-6 16,0 0 6-16,0 0 3 0,0 0-8 15,0 0 4-15,0 0 1 16,0 0 1-16,0 0-8 16,0-1-2-16,0 1-1 15,0-2 3-15,0 2-1 16,0 0 0-16,0 0-3 0,0 0-1 15,0 0-1-15,0 0 0 16,0 0 1-16,0 0-1 16,0 0-1-16,0-1 1 15,0 1 1-15,0 0-1 16,0 0-2-16,0 0-3 0,0 0 0 16,0 0 3-16,0 0-1 15,0 0-5-15,2 0-7 16,0 0-4-16,0 0-8 15,-2 0-9-15,0 0-19 16</inkml:trace>
  <inkml:trace contextRef="#ctx0" brushRef="#br0" timeOffset="-212032.84">11273 10224 4 0,'0'1'12'0,"0"-1"3"0,0 0-8 0,0 0-7 15,0 1 0-15,0 1 0 16,0-2 0-16,0 0 0 0,0 0 0 15,0 0 0-15,0 0 0 16,0 0 1-16,0 0-1 16,0 0 0-16,1 0 1 15,-1 0-1-15,1 0 0 16,-1 0 0-16,1 0 1 0,-1 0 3 16,0 0 10-16,0 0 10 15,0 0-10-15,0 0-11 16,0 0-1-16,0 0-1 15,0 0 0-15,0 0-1 16,0 0-1-16,0 0 1 16,0 0 0-16,0 0 0 0,0 0 0 15,0 0-2-15,0 0 1 16,0 0 0-16,2 0 2 16,-2 0-1-16,2 0 0 15,0 0 0-15,-2 0 0 16,0 0 0-16,3 0 0 0,-3 0 0 15,0 0 1-15,0 0-1 16,0 0 0-16,0 0-7 16,0 0 1-16,0 0 2 15,0 0 1-15,0 2-2 16,0 1-1-16,0-1-10 0,0 1-17 16</inkml:trace>
  <inkml:trace contextRef="#ctx0" brushRef="#br0" timeOffset="-211861.72">11273 10224 7 0</inkml:trace>
  <inkml:trace contextRef="#ctx0" brushRef="#br0" timeOffset="-211805.82">11273 10224 7 0,'12'11'-5'0,"-12"-11"3"0,0 0 2 0,0 0 0 0,0 0 2 16,0 0 3-16,0 0-4 15,0 0 0-15,0 0-2 0</inkml:trace>
  <inkml:trace contextRef="#ctx0" brushRef="#br0" timeOffset="-181463.28">22030 8292 36 0,'2'-4'6'0,"0"1"1"0,0 0 3 0,2 1-5 16,-2-2-2-16,-1 2 1 0,1-1-4 16,0 0 2-16,0 2 0 15,-1-2 4-15,2 3 1 16,-3-3 0-16,2 3-5 15,-1 0-2-15,1 0 0 16,-2 0 0-16,1 0 0 0,0 0 2 16,2 0-2-16,-2 0 0 15,2 0 1-15,-3 3 0 16,2 1 0-16,-1 2-1 16,0-3 0-16,2 3 1 15,-1 1-1-15,2 0 0 16,-2-2 0-16,-1 4 1 0,1-1-1 15,-1-2 2-15,0 1-2 16,0 3 1-16,1-3 0 16,2 2 0-16,-2-1-1 15,-1 2 0-15,2-1 0 16,-1-1 1-16,1 1 0 0,1 1 0 16,-3-2 0-16,2 1 0 15,-1 1 0-15,0-2 0 16,-1 1 2-16,3-1-2 15,-4-1 0-15,0-1 1 16,3 1 1-16,-3 1-1 16,1-3 0-16,-1 4 0 0,1-2 1 15,-1 0-1-15,0 0 0 16,0 1 1-16,0 1 1 16,0 1-2-16,0-2 0 15,-1 1 0-15,0-1-1 0,-2 1 0 16,0-4 3-16,2 1-1 15,1-1 1-15,-1-1-1 16,1-1 2-16,0-1-1 16,0 1-1-16,0-1 2 15,0 0-3-15,0 0 1 0,1-2-1 16,-1 3-1-16,4-2-1 16,-1 1 2-16,-2-1-2 15,3-1-2-15,4 1 0 16,3-1 0-16,5 0 2 15,0 0 1-15,3 0 1 16,2-5-16-16,-4-6-83 0</inkml:trace>
  <inkml:trace contextRef="#ctx0" brushRef="#br0" timeOffset="-180764.86">22245 8207 86 0,'0'0'1'0,"0"0"11"0,0 0-1 0,0 0-2 0,0 0-3 15,0 0-4-15,0 0 1 16,-40 6-1-16,36 1 0 0,0 0-1 15,-1 4 1-15,1-1 0 16,-1 3 0-16,3 2-1 16,0-1-1-16,1-2 2 15,1 1-2-15,0-3 0 16,0-1-2-16,1-4 1 16,3-2 1-16,3-1 6 0,-2-2 9 15,2 0 6-15,2-5-6 16,1-2-5-16,-1-3-3 15,-1-1 0-15,2-1-2 16,-7 1 2-16,1-2-2 16,0-1 0-16,-4 3 2 0,0-1-4 15,0 1 0-15,-4 4-1 16,-2 0-3-16,-5 5-6 16,-1 2-25-16,-6 0-19 15,-3 9-18-15</inkml:trace>
  <inkml:trace contextRef="#ctx0" brushRef="#br0" timeOffset="-178429.88">22413 8440 24 0,'0'-1'7'0,"1"-1"-5"0,1 1-1 16,0-2 0-16,-1 1 1 0,0 0 7 16,-1-1 6-16,0 2 2 15,0-2-5-15,0 1 0 16,0 1 0-16,0-1-1 16,0 1-2-16,0 0 1 15,0-1-4-15,0 2-3 0,0 0-2 16,0 0-3-16,0 0-4 15,-1 2-4-15,-2 5 24 16,-2 4-13-16,-1 3-1 16,0 6 1-16,-4 5-1 15,1 3-13-15,0 0-32 16</inkml:trace>
  <inkml:trace contextRef="#ctx0" brushRef="#br0" timeOffset="-133156.84">20297 8062 27 0,'0'-2'14'0,"-2"-1"2"0,2 0-4 0,0 1-5 15,0 1-4-15,0 1 0 16,0-2-2-16,0 1 1 16,0 1-2-16,0 0 0 0,2-1 0 15,1-1 1-15,2 1-2 16,1-1 2-16,2-2-2 16,0 0 2-16,4-3 1 15,0 1 2-15,3-1 3 16,1-1-5-16,2-1 1 0,-1 2 0 15,0-1-3-15,-2 0 1 16,0 3-1-16,-3 0 0 16,-1 0 1-16,-2 3-3 15,-3 2-4-15,-3 0-7 16,-2 0-8-16,-1 0-15 0,-1 7 5 16</inkml:trace>
  <inkml:trace contextRef="#ctx0" brushRef="#br0" timeOffset="-132944.39">20257 8136 45 0,'0'0'11'0,"0"0"7"15,0 0-4-15,0 0-6 0,55-22-5 16,-33 12 0-16,1 2-1 15,4 0 0-15,0 1-1 16,-1 0-1-16,0 1 0 16,-3 2-6-16,-6-2-23 15</inkml:trace>
  <inkml:trace contextRef="#ctx0" brushRef="#br0" timeOffset="-132153.83">20375 8227 2 0,'0'0'6'0,"0"51"0"0,2-22-1 0,3-1-1 15,1 0 2-15,-2-1 0 16,4 2-1-16,-1-4 0 0,1 3-1 15,-1-2-1-15,2 3 2 16,-3-2-2-16,1 4-1 16,-3-1 0-16,-1 0 0 15,1 1 1-15,0 0-2 16,-4-3 1-16,0-2-1 16,0-2 1-16,0-5 0 0,0-4 0 15,0-3 3-15,0-1 0 16,0-5 3-16,0 0-2 15,0 0-1-15,-2-3-2 16,-1 2 0-16,0-1-1 16,1-1 1-16,-1 0-3 0,-1 1 2 15,0 1-2-15,0 0 1 16,1 0-4-16,-6 1-13 16,4 1-28-16</inkml:trace>
  <inkml:trace contextRef="#ctx0" brushRef="#br0" timeOffset="-131834.1">20314 8930 61 0,'0'0'15'0,"0"0"-1"0,0 0-5 16,0 0-7-16,0 0-2 0,0 0 0 15,0 0 0-15,0 0 0 16,0 0 1-16,22-3-1 16,-12 6 0-16,-4 0 0 15,3 1 0-15,0-2 1 0,1-1-1 16,1-1 0-16,2 0 0 15,0 0 0-15,1 0-2 16,-1 0-16-16,2-1-19 16</inkml:trace>
  <inkml:trace contextRef="#ctx0" brushRef="#br0" timeOffset="-131655.95">20545 8839 41 0,'0'0'41'16,"0"0"-19"-16,0 0-11 0,0 0-11 16,0 0-1-16,0 0 2 15,-38 30 0-15,31-12 2 16,-5 2-1-16,0 4-3 16,-2 2-31-16</inkml:trace>
  <inkml:trace contextRef="#ctx0" brushRef="#br0" timeOffset="-130024.58">20059 9718 61 0,'0'0'10'0,"0"0"1"0,0 0 1 0,0 0-6 0,0 0 1 16,0 0-5-16,0 0-1 15,0 0-1-15,0 0 0 16,0 0-1-16,0 0 2 16,0 0-1-16,0 0 1 15,0 6-1-15,0 5 1 0,0-1 0 16,0 3 1-16,0 0 0 15,0-2 1-15,0 4-2 16,0-1 0-16,0-1 0 16,0 1-1-16,0-2 1 15,1 1-1-15,2-1 1 0,1-1-1 16,0 0 1-16,-1-1-1 16,1-4 1-16,2 2 0 15,-2-3 0-15,1-2 2 16,0 1-2-16,0-3 0 15,1-1 0-15,1 0 0 0,0 0 0 16,-1 0-1-16,0 0 2 16,1 0-2-16,-2-6 1 15,2 1 0-15,-4-1 0 16,1-3 1-16,2 1-2 16,-2-2 1-16,-3 0 0 15,3 0-1-15,0 0 1 0,-2 0-1 16,1-1 0-16,-2 1 0 15,1 2 1-15,-2-1-2 16,1 3 1-16,0 1 1 16,-1 1-1-16,1-1 0 0,-1 5 0 15,1-2 0-15,0 1 0 16,-1 1 0-16,3 0-2 16,-3 0 1-16,2 0 0 15,0 0-2-15,1 1 3 16,3 3 0-16,-3 1-1 15,3 2 1-15,1 1 0 0,-2 0 0 16,3-1 0-16,-3 3 0 16,5-3 0-16,0 0 0 15,-2 0 0-15,3-4 0 16,1 1 1-16,-4-2-1 16,3-2 0-16,-2 0 1 0,1 0 1 15,0 0-2-15,0-2 1 16,-1-5 0-16,2 0 0 15,-2-2-1-15,1 0 0 16,-1-2 1-16,-2-1 0 16,1 2 0-16,-1 0 1 0,-1-3 1 15,-2 2 1-15,0 0-2 16,-4-1 2-16,0 0 4 16,0 0-5-16,0 1-2 15,-4-2 1-15,-3 0-1 16,1 1 1-16,-1 2-2 15,0-2 0-15,-3 2 2 0,3 2-2 16,-1 1 1-16,3 1 0 16,-4 2 0-16,4 1-2 15,0 3-1-15,1 0-3 16,2 0-13-16,-2 3-5 16,-1 4-8-16,1 1-4 0</inkml:trace>
  <inkml:trace contextRef="#ctx0" brushRef="#br0" timeOffset="-128492.86">20543 9868 67 0,'-1'-5'9'0,"-1"-2"12"0,-2 2-7 0,2 0-4 0,2 2-2 15,-1 2-1-15,1-2-3 16,-1 3 0-16,1 0-2 16,0 0-2-16,0 0-1 15,0 0 1-15,0 0-1 0,0 4-1 16,0 3 2-16,1 1 0 16,2 1 0-16,1 2 0 15,-2 1 0-15,0-2 2 16,2 2-2-16,2 0 0 0,-2 0 1 15,-1-2-1-15,3 0 0 16,-3-1 1-16,2 1-1 16,0-2 0-16,-3-1 0 15,3 1 0-15,-1-1 1 16,-1-1-1-16,0-2 0 16,1 2 1-16,-2-2-1 0,2-1 0 15,-4 0 0-15,2-2 0 16,-2 2 1-16,1-3-1 15,-1 0 0-15,0 1 0 16,0-1 1-16,0 0 0 16,0 0 0-16,0 0 2 0,0 0-1 15,0-1 0-15,0-2-1 16,0-1-1-16,0-3 0 16,0 0 0-16,0 0 1 15,0-2-1-15,0-1-1 16,0 0 2-16,2 0 0 15,4-1-2-15,-1 1 1 0,-1 0 0 16,1 1 0-16,1 1 0 16,1 0 0-16,0 2 0 15,1 0 0-15,0-1 0 16,1 3 0-16,-3 0 0 0,1-1 0 16,-2 3 0-16,-1 0 0 15,2 2-1-15,-1 0 1 16,-1 0-1-16,1 0 0 15,0 0 0-15,0 0 1 16,0 7 0-16,2-1 0 16,0-1-2-16,-2 1 2 0,1 1 0 15,-2 2 0-15,0-2 0 16,2 1 0-16,-3 1 0 16,0-2 0-16,1 3 0 15,1-3-3-15,-1 3-12 16,0-3-14-16,2-3-34 0</inkml:trace>
  <inkml:trace contextRef="#ctx0" brushRef="#br0" timeOffset="-127575.6">20871 9917 62 0,'0'0'16'0,"0"0"-10"0,0 0 5 0,0 0-7 0,0-38-1 16,3 29-1-16,1 1 1 15,4-1-1-15,-3-1-1 16,2 2 0-16,0-1-1 16,1 2 0-16,-1 3 1 15,1 0-1-15,2 1 0 16,-3 1 0-16,1 1 0 0,0 1 0 15,0 0 0-15,-3 0-1 16,1 0 1-16,-1 5-1 16,-2 3 1-16,1 2-2 15,-2 1 1-15,-2 0 2 0,0 1-2 16,0-1 2-16,0-1 0 16,0 0-2-16,0 0 2 15,0-2 2-15,-2 0-3 16,-2-1-2-16,1-2 9 15,0 0-5-15,1-4-1 16,0 2 1-16,1-3-1 0,1 0 1 16,0 0 1-16,0 0 4 15,0 0 8-15,0 0-4 16,0-3-7-16,0-3-2 16,0-1-1-16,3 0 1 0,0-3-1 15,1 3 0-15,0-3-1 16,1 0 1-16,-3-1-1 15,2 2 0-15,-1-5 0 16,1 3 0-16,-3-2 0 16,3 1 0-16,-1-3 0 15,-1 2-1-15,0 1 1 0,0-1 0 16,-1 1 0-16,0 1-1 16,0 1 1-16,-1 0 0 15,0 3 0-15,0 1 0 16,0-1 0-16,0 3 0 15,0 1 0-15,0 2 0 0,0-1 0 16,0 1 0-16,0 1-1 16,0 0-2-16,0 0 1 15,0 0-8-15,0 0 5 16,0 0 0-16,0 4 4 16,0 3-2-16,0 2 4 0,0-1-1 15,0 2-1-15,0 0 2 16,0 3-1-16,0-2-1 15,0 2 2-15,0 0-1 16,0-2 2-16,0-1-4 16,0 0 4-16,2 0-1 0,1-3-1 15,2 3 1-15,-2-3-1 16,2 0 1-16,1 0 1 16,1-4 0-16,1 1-1 15,3-2 1-15,0-2 4 16,5 0 4-16,1 0-3 0,7 0-2 15,2-7-2-15,3-2-3 16,4-1 1-16,-2-5-17 16,-5-7-55-16</inkml:trace>
  <inkml:trace contextRef="#ctx0" brushRef="#br0" timeOffset="-124260.97">22096 6929 16 0,'0'-4'9'0,"0"0"-1"0,0-1-1 0,0 1 0 16,0 0-4-16,0-1 0 15,0 1-3-15,1 1 1 16,0-1 1-16,1 1-1 16,-1 2 0-16,-1-1 0 15,0 2-1-15,0-1 1 0,1 1-1 16,0 0 0-16,-1 0 0 15,0 0 1-15,0 0-1 16,2 0-1-16,0 0 1 16,-2 0-1-16,0 0 0 15,2 0 1-15,-1 0 1 0,-1 1-1 16,2 2 0-16,-1-1 0 16,-1-1 2-16,0-1-1 15,0 3 0-15,1-2 0 16,-1-1-1-16,0 0 0 15,0 0 2-15,0 0-2 0,0 0 6 16,0 0 6-16,0 0 0 16,0 0-5-16,0 0-2 15,0 0-4-15,0 0-1 16,0 0 0-16,0 0 1 16,0 0-1-16,0 0 0 15,0 0 0-15,0 0 2 0,0 0 1 16,0 0 3-16,0 0-1 15,0 0-1-15,0 0-1 16,0 0-3-16,0 0 0 16,0 0 1-16,0 0-1 15,0 0-1-15,1 0 1 0,-1 0-1 16,0 0-1-16,0 0 2 16,1 2 0-16,-1-2 2 15,1 1-4-15,0 1 2 16,3-1 2-16,-4 0-2 15,3 0 0-15,-1 1 0 0,1-2 0 16,-1 3 0-16,-1-3 0 16,2 2-2-16,-1 0 1 15,-2 0-1-15,1-1-1 16,1 1-1-16,-1 2-3 16,0-1-4-16,-1-1-7 0,0 1-10 15,0 0-28-15</inkml:trace>
  <inkml:trace contextRef="#ctx0" brushRef="#br0" timeOffset="-123612.61">22143 6936 23 0,'0'0'15'0,"0"0"-7"0,0 0-2 15,0 0-1-15,0 0 1 0,0 0 1 16,0 0-4-16,0 0-5 16,0 0 0-16,0 0-1 15,0 0 1-15,0 0 2 16,2 6 2-16,-2 1-2 0,0 1 0 16,0 0 0-16,0 1 1 15,1 3-1-15,-1-2 2 16,3 1-1-16,-1-1-1 15,-1 3 1-15,3-2-1 16,-1 1 1-16,3 0 0 16,-3 1 0-16,0-3-1 0,2 4 2 15,-2-2-2-15,0 2 1 16,1-1 0-16,0 2 0 16,-1 0 2-16,1 0-2 15,0-1 0-15,1 3 0 16,-1-1 1-16,1-2-1 0,2 3 1 15,-2-2 3-15,2 0-1 16,-3-1-3-16,3 2 1 16,-3-2 2-16,0 0-3 15,2 1 0-15,-2 0-1 16,1-1 1-16,-1 1 0 0,0-1 0 16,1-3 1-16,-2 3-1 15,1-2 0-15,-1-2 0 16,-1-1 2-16,0-1-1 15,0-1 0-15,2 1 0 16,-2-4 1-16,0 2-1 0,1 0 1 16,1-2-1-16,1 0 0 15,-2 1 1-15,1 0 1 16,0 1 0-16,-1 1 0 16,0-1-2-16,-2-1-9 15,-1 2-2-15,0-1-5 0,-2 0-8 16,-5 1-5-16,-2-3-19 15</inkml:trace>
  <inkml:trace contextRef="#ctx0" brushRef="#br0" timeOffset="-123290">22225 7608 20 0,'0'0'21'0,"0"0"-6"0,0 0-5 15,0 0 0-15,0 0-1 0,0 0 0 16,0 0-1-16,0 0 4 16,0 0-2-16,0 0-5 15,0 0-1-15,-29-20-7 16,29 20 3-16,0 0-1 16,1 0 1-16,4 0-1 15,1 0 1-15,0 0 0 0,2 1 0 16,2-1 2-16,-2 0 1 15,2 0-1-15,1 0-1 16,0 0-2-16,-1 0-4 16,1-1-2-16,0-3-4 15,2-2-4-15,-4-1-1 0,0-3-9 16,0 0-31-16</inkml:trace>
  <inkml:trace contextRef="#ctx0" brushRef="#br0" timeOffset="-123136.06">22362 7474 26 0,'0'0'11'16,"0"0"14"-16,0 0 3 16,0 0-8-16,0 0-7 15,0 0-15-15,0 0 1 16,0 0-4-16,0 0 5 0,-11 54 1 16,7-25 3-16,-3 3-9 15,-5 0-43-15</inkml:trace>
  <inkml:trace contextRef="#ctx0" brushRef="#br0" timeOffset="-122281.85">21963 7952 9 0,'0'0'18'0,"0"0"3"0,0 0-6 0,0 0-11 16,0 0-7-16,0 0-1 15,0 0 7-15,0 0 3 0,0 0-3 16,0 0 0-16,26 49-1 16,-21-36-1-16,1 0 2 15,1-2-2-15,0-2 0 16,0-2 0-16,-1-3 0 15,2 0 1-15,-1-1 0 16,-1-3 0-16,1 0 1 0,-1 0 2 16,2 0 0-16,-2-5 1 15,1-3-2-15,-1 1-1 16,2-3-1-16,-3 0-1 16,1 0-1-16,-4 2 0 15,1 2 1-15,-1 2-1 0,0 3 0 16,-1 1-1-16,0 0-4 15,0 0 0-15,2 7 2 16,0 1 0-16,1 1 3 16,1-1 0-16,2 2 2 15,1-3-2-15,0-3 1 16,0-2 0-16,-1-2 0 0,1 0 2 16,2 0 4-16,-5 0 4 15,1-9 4-15,1-2-2 16,-3-3 3-16,3 0-1 15,-4-3-5-15,-2-2-4 16,0 3-2-16,-1-2-2 0,0 4-2 16,0 1 1-16,0 5-2 15,-3 3-6-15,-6 4-7 16,2 1-26-16,-1 0 1 16,-2 3-33-16</inkml:trace>
  <inkml:trace contextRef="#ctx0" brushRef="#br0" timeOffset="-121733.52">22290 7885 38 0,'0'0'23'0,"0"0"-18"0,0 0-4 0,0 0 5 15,0 0-1-15,0 0 1 0,0 0-3 16,0 0-1-16,32 39 1 16,-24-24 0-16,-1-3-2 15,1 1 2-15,-2-1-3 16,1 0 0-16,-2-3 0 0,0-2 1 16,1 0 0-16,-4-1-1 15,1-2 1-15,-1-1 0 16,1-2 0-16,-3 0-1 15,0 0 4-15,0-1 0 16,0 0 12-16,1 0 14 16,0-3-21-16,0-4-5 0,1-2-1 15,1-1-1-15,2 1-1 16,0-3 0-16,1 2-1 16,0 2 0-16,0 0 1 15,0 0-1-15,2 4 0 16,-2-2 0-16,-1 2-1 0,3 0 1 15,-3 3 0-15,4-1-1 16,-3 2 0-16,3 0-2 16,-4 0-3-16,4 3 2 15,-3 4 0-15,1 0 2 16,-1 0 3-16,1 0-1 0,0 1 1 16,0 0-1-16,-1 0 0 15,1-1-8-15,1-1-9 16,-1-1-5-16,1-3-8 15,-1-2-13-15</inkml:trace>
  <inkml:trace contextRef="#ctx0" brushRef="#br0" timeOffset="-121306.14">22642 7906 9 0,'0'0'31'0,"0"0"-5"0,0 0-15 15,0 0-4-15,0 0-5 16,0 0 0-16,0 0-1 16,0 0 0-16,0 0-3 15,0 0 3-15,-22 9 0 0,22 0-1 16,0-1 1-16,0 0-1 16,0-1 3-16,1 0-3 15,3-1 2-15,1 0-1 16,0-2 2-16,1 0 0 15,2-4 2-15,-2 2 0 0,3-2-1 16,-1 0 1-16,2 0-2 16,-1 0 0-16,1-4-1 15,-3-2 1-15,2-1-1 16,-2 1 1-16,-2-4-1 16,1 3 3-16,-2-4 0 15,0 1 0-15,-4-2 5 0,0 2-5 16,0-4-2-16,0 4-1 15,-7-1 1-15,-1 0-1 16,-5 3 5-16,-3 4-7 16,-7 4-2-16,-8 0-6 15,-14 10-24-15,-18-1-65 0</inkml:trace>
  <inkml:trace contextRef="#ctx0" brushRef="#br0" timeOffset="-103986.14">7488 11664 21 0,'0'0'12'0,"-1"0"-5"0,1 0-2 16,-2 0-4-16,0 0-1 16,0 3 0-16,2 1 0 15,-2-1 0-15,-2 1 0 0,3 1 0 16,-1-1-8-16,0 0-16 15</inkml:trace>
  <inkml:trace contextRef="#ctx0" brushRef="#br0" timeOffset="-103712.04">7475 11569 84 0,'0'0'2'15,"0"0"-1"-15,0 0-6 16,0 0-4-16,0 0-11 16</inkml:trace>
  <inkml:trace contextRef="#ctx0" brushRef="#br0" timeOffset="-94408.34">8031 11194 82 0,'0'0'1'0,"0"-53"0"0,2 5 0 0,5-16-62 16</inkml:trace>
  <inkml:trace contextRef="#ctx0" brushRef="#br0" timeOffset="-93048.72">18479 4824 141 0,'0'0'-1'0,"0"0"5"0,0 0 0 0,0 0-2 16,0 0-2-16,0 0-3 0,0 0-12 15,0 0-16-15,0 0-50 16</inkml:trace>
  <inkml:trace contextRef="#ctx0" brushRef="#br0" timeOffset="-91946.94">22429 4536 10 0,'0'0'18'0,"0"0"-7"0,0 0-3 0,0 0-2 15,0 0-3-15,0 0-3 0,0 0 1 16,0 0 0-16,0 0 0 16,0 0 3-16,0 0 2 15,0 0 2-15,25 0-2 16,-23 0-3-16,0 0-1 16,-1 0-1-16,0 0-1 0,1 0 0 15,0-1 1-15,-1 0-1 16,1 1 0-16,-1 0 1 15,1-3 2-15,-1 2-1 16,0 1 1-16,2-1-1 16,-2 1 1-16,1-2-1 15,0 2-2-15,0 0 1 0,-1 0-1 16,-1 0 0-16,1 0 0 16,0 0-1-16,-1 0 1 15,0 0 0-15,0 0 0 16,0 0 0-16,0 0 1 15,0 0 0-15,0 0 0 0,0 0 1 16,0 0 4-16,1 0 1 16,-1 0-1-16,0 0-2 15,0 0-3-15,0 0 0 16,0 0 0-16,0 0 0 16,0 0 0-16,0 0-1 0,0 0 1 15,0 0-1-15,0 0 0 16,0-1 1-16,0 0 0 15,0 1-2-15,0 0-2 16,0 0-3-16,0 0-5 0,0 2-13 16,0-2-40-16</inkml:trace>
  <inkml:trace contextRef="#ctx0" brushRef="#br0" timeOffset="-86331.06">18112 4637 42 0,'0'0'16'0,"0"0"2"0,0 0-9 0,0 0-5 16,0 0-2-16,0 0 1 16,0 0-1-16,0 0-2 15,0 0 1-15,0 0-1 16,0 0 2-16,0 0 0 0,15 0-1 16,-9 0 0-16,1-2-2 15,3 2 5-15,5-4-2 16,0 1 2-16,7 0-2 15,1-1 3-15,4 1-3 16,0-1 0-16,-2 0-11 0,-2-1-85 16</inkml:trace>
  <inkml:trace contextRef="#ctx0" brushRef="#br0" timeOffset="-86173.98">18251 4669 104 0,'0'0'5'0,"0"0"-1"0,59-5-4 15,-20-3 1-15,10-7-16 16</inkml:trace>
  <inkml:trace contextRef="#ctx0" brushRef="#br0" timeOffset="-85447.42">21907 4617 17 0,'0'0'60'0,"0"0"-41"0,0 0-16 16,44-7-2-16,-22 0 8 0,-1 1-5 16,5-4-2-16,1 4 2 15,2 1-2-15,-1-2-1 16,0 2 1-16,0 0-2 15,-4 2 1-15,0 0-2 16,-4 0 2-16,0 3-1 0,-9 0-2 16,-2 0-18-16</inkml:trace>
  <inkml:trace contextRef="#ctx0" brushRef="#br0" timeOffset="-85077.58">21974 4652 11 0,'0'0'22'0,"0"0"-7"16,0 0-4-16,0 0-1 15,0 0-1-15,0 0 2 16,0 0 0-16,0 0-7 15,31-4 2-15,-16 0-2 0,2-2-2 16,4 0-1-16,1 1 1 16,1-1-1-16,2-1-1 15,1 1 1-15,1 1-1 16,-1 0 1-16,1-2 0 16,-5 3-1-16,-1 1 0 0,-2 1 1 15,0 1-1-15,-6 1 0 16,1 0 0-16,-5 0 0 15,1 0-2-15,-3 0-3 16,-1 0-8-16,-2 0-18 16,-4 0-42-16</inkml:trace>
  <inkml:trace contextRef="#ctx0" brushRef="#br0" timeOffset="-71425.41">7968 5689 31 0,'0'0'19'0,"0"0"-15"0,0 0 8 0,0 0 4 16,0 0 1-16,0 0-4 15,0 0 3-15,0 0-4 16,0 0 2-16,0 0 6 16,-27-14-2-16,25 12 1 0,2 1-4 15,-2 0-4-15,2 0 0 16,-2-1-3-16,2 2 1 16,0 0-3-16,-2 0-2 15,0 0-3-15,1 0-2 16,-1 4 0-16,-1 5 1 0,1 3-2 15,0 1 2-15,2 1 2 16,0-2-2-16,0 3 0 16,0-5 0-16,0 0 0 15,0-4 1-15,4 2-4 16,2-1 3-16,2-2 0 0,1-1 2 16,-3-1-1-16,4-3 0 15,-3 3 1-15,3-2-2 16,0-1 1-16,-2 0 0 15,4 0 0-15,1 0-1 16,-4 0 1-16,2-4 0 0,-1-1 0 16,0-2-1-16,-1-2 1 15,1 0 2-15,0-1 0 16,-3-1 0-16,-3-2 0 16,0 0-2-16,0 1 0 15,-2 0 1-15,0-1-2 0,-2 5 0 16,0 0 0-16,0 0 0 15,0 1 1-15,0 4 0 16,0 0 0-16,0 2-1 16,0 1 0-16,0 0-1 15,0 0-1-15,0 0-4 16,0 1 4-16,0 8 1 0,0 1 0 16,0 1 1-16,2 5 0 15,0-1 1-15,1 1-1 16,1 1 0-16,-2 0 0 15,-2 0 0-15,0 0 0 0,0-1 0 16,0-3 0-16,0 2 0 16,0-3 0-16,-2 0-1 15,-5 1 0-15,1 1 1 16,-2-1-1-16,-4-2 0 16,1 0 2-16,-1 0-2 15,-1-3-1-15,-4-2 7 0,3 0-3 16,2-2 0-16,-3-3 0 15,4 1 0-15,-3-2 0 16,5 0-1-16,-2 0 0 16,4 0 0-16,1-1-1 15,3-3-7-15,3 0-36 0,0-3-75 16</inkml:trace>
  <inkml:trace contextRef="#ctx0" brushRef="#br0" timeOffset="-71018.91">8232 5797 135 0,'0'0'14'0,"0"0"21"0,0 0-11 16,0 0 0-16,0 0-6 0,0 0-14 15,0 0-3-15,0 0 0 16,0 0 1-16,-3 37 4 16,3-22-3-16,-2 3 1 15,2 3 0-15,0 0-3 16,0 2 1-16,-2 4-1 0,2 0-1 16,-2-3-3-16,2-3-64 15</inkml:trace>
  <inkml:trace contextRef="#ctx0" brushRef="#br0" timeOffset="-69880.16">7914 5574 83 0,'0'0'20'0,"0"0"-17"0,0 0 5 16,0 0 14-16,0 0 12 15,0 0-4-15,0 0 2 16,0 0-11-16,0 0-5 0,0 0-1 16,0 0 4-16,0 0-4 15,0 0-9-15,0 0 0 16,-2-11-1-16,2 2 0 16,0 1-1-16,2-2-1 15,1 0 0-15,-1-2 0 16,2 1 0-16,1 1-2 0,-2-1 2 15,1 2 0-15,0 2-1 16,0 0 3-16,1 0 0 16,-1 3 0-16,0 1 0 15,4 3-1-15,-1 0-4 16,3 1-3-16,6 12-1 0,4 5 1 16,5 8 2-16,6 2-9 15,0-2-26-15,3-5-110 16</inkml:trace>
  <inkml:trace contextRef="#ctx0" brushRef="#br0" timeOffset="-69076.07">11490 13972 83 0,'0'4'-13'0,"0"-1"-35"0,0-3 35 0,0 0 4 0</inkml:trace>
  <inkml:trace contextRef="#ctx0" brushRef="#br0" timeOffset="-67622.68">10679 5520 69 0,'0'0'63'15,"0"0"-45"-15,0 0 14 0,0 0-12 0,0 0-6 16,0 0-6-16,0 0-4 16,0 0-1-16,0 0-3 0,0 0 0 15,-11 1 0-15,11 8 0 16,0 2 0-16,0 1 0 16,1 2 0-16,5 0 0 15,-1-1 0-15,3 1 0 16,0-4 1-16,2 0-1 15,1-3 0-15,0 0 0 0,-1-4 3 16,1 0-2-16,2-3 2 16,-4 0 0-16,2 0 3 15,-3-3-5-15,2-4 1 16,-1-2 0-16,-5 1-1 0,0-3 0 16,-1-1 1-16,0 2-1 15,-1-3-1-15,-2 3 1 16,0 1-1-16,0 1 0 15,0 1 3-15,0 4-4 16,0-1 2-16,-3 1-1 0,1 3 0 16,2 0 0-16,0 0-1 15,0 0-8-15,0 3 7 16,0 7 1-16,0 3 1 16,0 1 0-16,0 3 0 15,0 3 0-15,0 0 0 16,0 4 0-16,0-3 0 0,0 1 1 15,3-4-1-15,-1 1 0 16,0 2 1-16,-2-4-1 16,0-1 1-16,0-2 0 15,0-3 0-15,-7-1 1 0,0-3 1 16,-2 3 0-16,-2-5-3 16,0 0 2-16,2-1-1 15,-1-4-2-15,2 0-34 16,3 0-97-16</inkml:trace>
  <inkml:trace contextRef="#ctx0" brushRef="#br0" timeOffset="-67188.9">10921 5764 136 0,'0'0'3'0,"0"0"8"0,0 0 12 0,0 0-3 15,42-14-2-15,-31 13-8 0,-1 1 0 16,0 0-7-16,-4 0 0 16,3 0-2-16,-1 4 0 15,-4 3-2-15,-1 3 3 16,-1-1-2-16,-2 3 2 15,0 0-1-15,0 1 1 0,-7-1 1 16,-1-2-2-16,0 1 1 16,-1-1 1-16,1-2 0 15,1-1 1-15,2-2-1 16,1 0-1-16,2-4 0 16,2 2 0-16,0-3 4 0,0 0-1 15,0 0 4-15,9 0 8 16,2 0-6-16,1-4-8 15,5-2 0-15,2 0-3 16,0 1 0-16,1-2-2 16,-5 0-28-16,-3-1-37 15,-7-2-47-15</inkml:trace>
  <inkml:trace contextRef="#ctx0" brushRef="#br0" timeOffset="-66676.37">10842 5520 92 0,'0'0'3'0,"0"0"1"0,0 0 1 0,0 0 3 0,0 0-3 0,0 0 5 15,0 0 16-15,0 0-1 16,0 0-13-16,0 0-4 16,23-13 0-16,-19 1 2 15,-1-1 0-15,1-3-4 16,2-1 2-16,-2 0-1 0,2 3-1 16,-2-2 0-16,-1 2 2 15,3 4 3-15,-4 0 4 16,2 3-4-16,1 0-3 15,0 6-3-15,2 1-4 16,3 0-2-16,4 5 2 0,4 7-1 16,7 3 0-16,4 5-1 15,6-2-22-15,-1-3-85 16</inkml:trace>
  <inkml:trace contextRef="#ctx0" brushRef="#br0" timeOffset="-65809.12">13828 13752 24 0,'0'0'200'0,"0"0"-190"0,0 0 6 0,0 0 13 16,0 0-14-16,0 0-5 15,0 0 3-15,0 0 0 16,0 0-8-16,0 0-4 0,0 0-1 16,0 0 0-16,0 0-35 15,40 16-95-15</inkml:trace>
  <inkml:trace contextRef="#ctx0" brushRef="#br0" timeOffset="-64590">13397 5460 128 0,'0'0'2'0,"0"0"23"0,0 0 7 0,0 0-8 16,0 0-4-16,0 0-8 16,0 0 0-16,0 0-9 0,0 0-4 15,-13-18 0-15,13 26 1 16,0 4 0-16,0-1 1 15,0 1-1-15,4 0 0 16,2 0 1-16,2-4-1 16,1 0 1-16,0-2-3 15,1-1 4-15,0-3 3 0,-2-1-2 16,1 0-1-16,-2-1-1 16,0 0 1-16,2-1 2 15,-4-6-1-15,1 0 1 16,1-2-1-16,0-1-3 0,-1 0 2 15,-3 0-1-15,-1 1-1 16,2 0 0-16,-4 3 1 16,2 2-1-16,-2 0 0 15,0 2 0-15,0 2 1 16,0 0-2-16,2 0 1 16,0 0-4-16,-1 3 3 0,2 5 0 15,3 2 1-15,-2 2 0 16,1 2 0-16,1 3 0 15,1-1 0-15,2 2 1 16,-3 2-1-16,1-2 0 16,-1-1 0-16,2-1 0 0,-5 1 1 15,-3-3-2-15,0-3 2 16,0-1-1-16,0-1 2 16,-6-2 1-16,-7 2 1 15,2-2 2-15,-5 0-3 16,3-1-1-16,-3-1-1 0,5 0-1 15,0-1-3-15,6-4-24 16,1 0-64-16</inkml:trace>
  <inkml:trace contextRef="#ctx0" brushRef="#br0" timeOffset="-64035.23">13680 5655 151 0,'0'0'14'0,"0"0"38"0,0 0-30 0,0 0-5 16,0 0 2-16,0 0-10 15,0 0 1-15,0 0-3 0,23-37-4 16,-16 34-1-16,5 0 0 15,-1 2-2-15,-1 1 1 16,0 0-1-16,-1 0 0 16,-1 3 0-16,-4 3-1 15,-1 2-1-15,-3 2 2 0,0 0-2 16,-1 0-1-16,-5 2 1 16,-4-3 1-16,-1 1 0 15,1-2 2-15,3-2 0 16,1-3-1-16,3 0 2 15,2-2-2-15,1-1 2 16,0 0-1-16,0 0-4 0,4 0 3 16,3 0 2-16,3 0-1 15,-1 0 0-15,2 0-1 16,-2 2 0-16,1 2 0 16,-3 0 0-16,-3 3 0 15,0 0-1-15,-2 2 2 0,-2 1-1 16,0 0 0-16,-7 0 0 15,-1-1 2-15,-6 0-1 16,-1-1-1-16,-3-3 1 16,0 1 0-16,0-3 1 15,-1-1-1-15,1-2 1 0,3 0-4 16,0-8-19-16,-1-8-125 16</inkml:trace>
  <inkml:trace contextRef="#ctx0" brushRef="#br0" timeOffset="-63607.9">13374 5279 101 0,'0'0'3'0,"0"0"13"0,0 0-3 16,0 0 1-16,0 0 10 15,0 0 4-15,0 0 20 16,0 0-26-16,0 0-19 15,0 0 0-15,0 0 1 0,12-43 2 16,-10 30 1-16,-2-5 4 16,1 2-4-16,0 2 1 15,0 0 0-15,-1 2 6 16,1 4 0-16,-1 2 7 0,1 3 1 16,3 3-10-16,1 2-18 15,6 16-4-15,4 8 6 16,4 8-10-16,5 4-38 15,2 3-118-15</inkml:trace>
  <inkml:trace contextRef="#ctx0" brushRef="#br0" timeOffset="-62932.1">16929 14212 214 0,'0'0'50'0,"0"0"-29"0,0 0-4 16,0 0 1-16,0 0-3 15,0 0-8-15,0 0-2 16,0 0-1-16,0 0-3 16,0 0-1-16,0 0-11 15,0 0-42-15,16 13-103 0</inkml:trace>
  <inkml:trace contextRef="#ctx0" brushRef="#br0" timeOffset="-61641.81">15881 5404 133 0,'0'0'9'0,"0"0"14"0,0 0 10 0,0 0-6 16,0 0-13-16,0 0-6 15,0 0-7-15,0 0-1 16,0 0 1-16,0 0 0 16,-24 28-1-16,24-18 2 15,0 1 0-15,0-1-1 0,3 0 1 16,2-1-1-16,4-1 0 16,0-1 2-16,1-1-1 15,2-3-2-15,1-2 1 16,-2-1 5-16,1 0 0 15,-2 0-4-15,-1 0 0 16,-3-1 2-16,0-2 8 0,-4 0 10 16,-2 2-5-16,0-1-4 15,1 0-1-15,-1 0-9 16,0 1 2-16,0-1-3 16,0 2 2-16,0 0 0 15,0 0-4-15,0 0-2 0,0 0-5 16,0 0-8-16,0 0-7 15,2 7-4-15,1 1 21 16,2 4 8-16,-1 1-1 16,1 1 0-16,2 3-2 15,-2-1 1-15,1-1-1 0,-2 1 0 16,-2-3 0-16,-1 1 1 16,-1-3-2-16,0 0 0 15,-7-2 0-15,-2-2 2 16,-6-1 0-16,2-3 0 15,-1 0-1-15,0-3 1 0,4 0 3 16,0 0-2-16,3-4 2 16,0-3 0-16,4-1 0 15,2 1-2-15,0-3-3 16,1 0 0-16,1 3-9 16,8-2-18-16,-3 1-50 0,5 1-92 15</inkml:trace>
  <inkml:trace contextRef="#ctx0" brushRef="#br0" timeOffset="-61136.83">16112 5570 71 0,'0'0'59'0,"0"0"-24"0,0 0 0 16,0 0-11-16,0 0-9 15,0 0-13-15,0 0-1 16,0 0 4-16,0 0 0 0,0 0-2 16,0 0-1-16,28 37-1 15,-22-26 3-15,2-1-1 16,-2 0-1-16,3-3 2 15,1-2 1-15,-1-1 1 16,1-3-3-16,0-1 1 16,2 0-1-16,-3 0 2 0,0-6 0 15,2-2-4-15,-4-4 0 16,1 1 0-16,-3 0 0 16,0-2-1-16,-1 3 1 15,-4 0 0-15,1 3 1 16,-1 3 8-16,0 1 1 0,0 3-4 15,0 0-6-15,0 0-1 16,0 8-1-16,-1 4 1 16,-1 1 0-16,2 2 1 15,0-1 0-15,0 2-1 16,2-2 1-16,1-1-1 0,1-2 0 16,0-1-11-16,-2-4-27 15,0-5-50-15</inkml:trace>
  <inkml:trace contextRef="#ctx0" brushRef="#br0" timeOffset="-60515.85">15992 5195 153 0,'0'0'0'0,"0"0"1"0,0 0-1 16,0 0 1-16,0 0 2 15,0 0 13-15,0 0 10 0,0 0 5 16,0 0-5-16,0 0-16 15,0 0-3-15,7-3-2 16,-5-2-2-16,0 0 0 16,-1-2 0-16,3 2-3 15,0-4 1-15,0 2-1 0,-1 0 1 16,3-1 0-16,-1 1 0 16,-2-1 0-16,1-2-1 15,2 4 0-15,-3 0 1 16,3-1-1-16,-2 0 1 15,0 3 1-15,-2 0 3 16,2 1 3-16,-2 2 1 0,0-1 2 16,0 2-6-16,1 0-3 15,3 8-1-15,2 8 0 16,3 7 0-16,6 10 0 16,8 5 0-16,2-4 1 15,4-5-77-15</inkml:trace>
  <inkml:trace contextRef="#ctx0" brushRef="#br0" timeOffset="-58537.93">8281 14225 109 0,'0'0'-80'0</inkml:trace>
  <inkml:trace contextRef="#ctx0" brushRef="#br0" timeOffset="-57717.1">7814 16249 38 0,'0'0'40'0,"0"0"-9"15,0 0-1-15,0 0-3 0,0-43 0 16,5 37-7-16,1-1-5 16,1 2-7-16,2 0-5 15,-1 1-1-15,1 4 0 16,3 0 2-16,-3 0-2 15,0 0 0-15,2 3-1 0,-2 6 0 16,2 2-1-16,-2 4 1 16,0 0 0-16,-4 0 1 15,-2 0-2-15,0 0 1 16,-3-1 0-16,0-1-4 16,-3 1 3-16,-5-1 1 0,-1 0 6 15,-3-2-7-15,2 2 1 16,-2-4-8-16,3-2-15 15,0 0-16-15,5-5-9 16,2-2-14-16</inkml:trace>
  <inkml:trace contextRef="#ctx0" brushRef="#br0" timeOffset="-56301.81">7919 16358 115 0,'0'2'19'0,"0"-1"-5"0,0 2-13 0,2 1-1 0,-2 0 1 15,2 3 1-15,0 1-2 16,2 0 1-16,0-1 3 16,2 3 1-16,-2-4 0 15,3-1 1-15,-2-2-2 16,4 0-1-16,-3-2 1 15,1-1 0-15,0 0 6 0,2 0-2 16,-3-6 3-16,3-2 3 16,-2 0-6-16,-2-3-2 15,0 0-1-15,1 0-3 16,-2-2-1-16,-2 0 0 16,-2-2 2-16,1 3 4 0,-1-1-2 15,0 1 0-15,0 2 1 16,0 2 3-16,0 3 3 15,0 1-3-15,0 2-4 16,0 2-2-16,-1 0-4 16,1 0-1-16,0 7 0 15,0 5 2-15,0 2 0 0,0 3 2 16,1 3-2-16,5 3 1 16,1 0-1-16,0 2 2 15,-1 2-2-15,-2 4 1 16,1-2 0-16,-5 0-1 0,0 0 0 15,0-3 2-15,0-4-3 16,-2-2 1-16,-5-4 0 16,-1-3-4-16,-2-3 7 15,1-3-3-15,-3-3 2 16,0-4 0-16,1 0 0 0,0 0-1 16,-1-6 2-16,3-3-3 15,3-2 2-15,0 0-2 16,2-2 1-16,2 0-2 15,2 2 1-15,0-3 1 16,3 4-2-16,8 1 0 0,2 1-7 16,3-1-20-16,0 4-3 15,4-2-40-15,-3 1-56 16</inkml:trace>
  <inkml:trace contextRef="#ctx0" brushRef="#br0" timeOffset="-56024.04">8225 16523 125 0,'0'0'65'0,"0"0"-26"0,0 0-11 15,0 0-14-15,0 0-3 16,0 0-8-16,0 0-3 15,0 0 1-15,0 0 2 0,4 51-2 16,-2-34 2-16,4 4-1 16,-4-1 1-16,0 4 0 15,0-1-1-15,1-3-1 16,1-2-8-16,2-3-9 16,-3-7-31-16,4-8-59 15</inkml:trace>
  <inkml:trace contextRef="#ctx0" brushRef="#br0" timeOffset="-55724.96">8326 16462 185 0,'0'0'66'0,"0"0"-34"15,0 0-18-15,0 0-1 16,0 0-2-16,0 0-8 0,0 0-2 16,45 0-1-16,-34 0 1 15,4 0-1-15,0 0-2 16,4-2-11-16,1-2-20 15,-3-3-34-15,2-1-41 16</inkml:trace>
  <inkml:trace contextRef="#ctx0" brushRef="#br0" timeOffset="-55083.85">8577 16304 238 0,'0'0'17'0,"0"0"5"15,0 0-16-15,0 0-4 16,0 0-3-16,0 0 0 16,0 0 1-16,0 0 0 15,-21 23 0-15,21-9 1 16,0 2 0-16,4-1 2 0,5-3-2 16,3-1 0-16,-2-1 0 15,2-3-1-15,1-1 1 16,-4-5 0-16,3-1 0 15,-2 0 0-15,0 0 1 16,3-5-1-16,-4-4 0 0,-1-1 2 16,2-3 0-16,-5 3 2 15,1-5-2-15,-2 3 0 16,-3 1-3-16,1 1 0 16,-2 1 0-16,0 1-1 15,0 5-1-15,0 0 0 0,0 2 1 16,0 1 1-16,0 0-1 15,0 0 1-15,0 0-1 16,0 1-1-16,0 5 1 16,0 7 1-16,4 1 0 15,0 3 0-15,3 4 1 0,0 0 0 16,-2 2-1-16,3 2 0 16,-6 1 1-16,2 0 0 15,0-2 0-15,-4-1-1 16,0-3 0-16,0-3 1 15,0-6-1-15,0 1 0 16,-4-5 0-16,0-2 0 0,-2-3 4 16,-1-2-1-16,-2 0-1 15,0-1 0-15,0-7 1 16,1-2-2-16,1-1 4 16,2 1-1-16,-1 0-2 15,4 0 0-15,2 0 0 0,0 0-3 16,1 3 1-16,8 0-3 15,3 1-14-15,3 2-15 16,1 1-20-16,0 1-46 16</inkml:trace>
  <inkml:trace contextRef="#ctx0" brushRef="#br0" timeOffset="-54807.25">8919 16502 159 0,'0'0'55'0,"0"0"-14"0,0 0-18 0,0 0-3 16,0 0-9-16,0 0-3 0,0 0-5 15,0 0-1-15,0 0 1 16,0 0 2-16,0 42-4 15,0-27 1-15,0 0-2 16,0 3 2-16,0 1-1 16,0 1-1-16,2 0-13 15,-2-3-57-15,0-7-54 0</inkml:trace>
  <inkml:trace contextRef="#ctx0" brushRef="#br0" timeOffset="-54186.71">8545 16162 51 0,'0'0'24'0,"0"0"8"0,0 0 3 0,0 0 0 16,0 0 5-16,0 0-16 16,0 0-11-16,0 0-5 15,0 0 0-15,0 0-2 16,2-35-2-16,-2 27 0 15,0 0 2-15,0-1-3 16,1 1-1-16,3-2 0 0,0 3-2 16,-2-2 0-16,0 2 0 15,1 3 1-15,-1 1-1 16,0 0 0-16,-2 2 1 16,2 1 1-16,0 0-4 15,1 1 1-15,0 7 1 0,3 3 0 16,1 3 1-16,3 3 1 15,2 1-2-15,-1 1 1 16,3-2 0-16,-1 1-1 16,2-1-6-16,1-2-24 15,0-3-45-15</inkml:trace>
  <inkml:trace contextRef="#ctx0" brushRef="#br0" timeOffset="-53382.64">8962 16108 52 0,'0'0'0'0,"0"0"0"0,0 0 0 0,0 0 0 16,0 0 2-16,0 0 18 15,0 0 10-15,0 0-1 16,0 0 0-16,0 0-2 0,0 0-10 15,0 0-5-15,25-18-7 16,-24 17-3-16,0 1-1 16,1 0 1-16,3 0 4 15,-3 0 1-15,2 0 2 16,4 0-5-16,-3 0 0 0,5 5 0 16,-1 3 0-16,0 4-1 15,2 3 0-15,3 3 1 16,-3 3-2-16,2 1-1 15,1 3 2-15,-1 2-1 16,1 1 0-16,-6 0 1 16,1 5-1-16,-3 1 0 0,0 6-1 15,-6 1-1-15,0 5 0 16,0 2 0-16,-10 0-11 16,-4 4-5-16,-5-2-25 15,-6 0-27-15,-1-6-15 16</inkml:trace>
  <inkml:trace contextRef="#ctx0" brushRef="#br0" timeOffset="-52350.97">7675 15996 87 0,'-4'1'7'16,"0"2"-1"-16,1 1-3 0,-3-1-3 0,1 2 1 15,-2 0-1-15,0 1-1 16,1 0 2-16,-2 1 1 0,0 0 12 16,-1 1 8-16,1 4-6 15,1 1-9-15,-3 2-5 16,2 5-1-16,-1 1-1 16,1 3 0-16,0 2 0 15,-1 1 2-15,3 4-1 16,-1-1-1-16,0 6 1 0,-2 2 3 15,3 5 2-15,1 3-1 16,-2 4-2-16,1 3 0 16,5 1 2-16,-1-1 6 15,2-1-1-15,3-4 3 0,10-5 4 16,1-4-5-16,6-2-5 16,1-3-3-16,6-4 0 15,0 0-2-15,7-3 0 16,4-6-2-16,3-6-1 15,5-4-25-15,-1-11-56 16</inkml:trace>
  <inkml:trace contextRef="#ctx0" brushRef="#br0" timeOffset="-51197.3">9068 15875 14 0,'0'0'55'0,"0"0"-24"0,0 0-7 0,0 0-7 16,0 0-10-16,0 0-4 0,0 0 3 15,0 0 0 1,0 0 7-16,0 0 0 0,0 0 1 16,0 0-2-16,-14-6-5 15,12 4-5-15,2-1-1 16,0 1-1-16,0-2 0 16,0 2-1-16,0 0 1 0,0-1 0 15,0 0 0-15,0-1 1 16,4 0-1-16,1 1 0 15,2-3 0-15,2 5 1 16,-2-2-1-16,3 1 0 16,2 0-1-16,-4 2 2 0,2 0-1 15,1 0 0-15,-4 0 1 16,1 0 0-16,-2 0-1 16,2 4 1-16,-4 0-1 15,1 5 2-15,-3-1-4 16,0 0 2-16,-2 1 2 0,0 1-2 15,0-1 0-15,0 2 1 16,0-1-1-16,-2 0 2 16,-4 0-2-16,3-2 1 15,-1 0-1-15,-2-3 0 16,3 0 1-16,0-2 0 0,1-1 0 16,2-2-1-16,-2 2 0 15,2-1 1-15,0-1-1 16,0 0 0-16,0 0 1 15,0 1-2-15,0 1 2 16,0-2 0-16,0 0 1 0,0 1-1 16,0-1 3-16,0 2-3 15,0-2 1-15,0 1-1 16,0 0-1-16,0 0 1 16,0 0-1-16,0-1 2 15,4 0 1-15,-2 0 1 0,2 0 1 16,2 1 0-16,0-1-1 15,1 0-1-15,-2 0 0 16,3 0 1-16,0 0 1 16,0 0 5-16,-3 0-4 15,3-1 2-15,-2-1-1 16,2 0 1-16,-3 0-4 0,1 1-2 16,-2-1 0-16,3 1 0 15,-2 1-2-15,0 0 1 16,1 0-1-16,2 0 1 15,4 0-2-15,-3 0 1 16,4 0 0-16,3-3-7 0,-1-2-37 16,1-5-120-16</inkml:trace>
  <inkml:trace contextRef="#ctx0" brushRef="#br0" timeOffset="-49553.96">10829 16391 10 0,'0'-7'-7'0,"0"1"6"0,0 0 3 15,0-1 3-15,0 0 8 16,0 3 5-16,2-2 4 16,1-1-18-16,1 0 3 15,0 1 3-15,0 0 2 0,1-1-8 16,0-1-4-16,-3 2-2 16,0 2-8-16,-1 0-3 15,0 1 12-15,-1-1 3 16,0 2 18-16,0-1 7 15,0 1 3-15,0 0-7 16,0-1-6-16,0-1-7 0,0 1-1 16,0 0-3-16,-1 0 0 15,1-1 0-15,-1 2 7 16,0-1 1-16,1 1 0 16,0 2-4-16,0 0-5 15,0 0-2-15,0 0-6 0,0 2 1 16,0 7 1-16,0 2 2 15,2 0-1-15,4 0 0 16,-1 1 1-16,3-1-1 16,0-2 1-16,0-1-1 15,-1-2 0-15,1-1 0 0,2 0 0 16,-4-3 0-16,3 0 0 16,-3-2 0-16,4 0 0 15,-5 0 0-15,1-7 0 16,0-2 0-16,-1 2 1 0,0-2-1 15,-3-2 2 1,-1 1-2-16,1 0 0 0,-2 2 1 16,0 0-1-16,0 2 0 15,0 1 0-15,0 0 0 16,0 3 0-16,0 1 0 16,0 1 0-16,0 0 0 0,0 0-1 15,1 0-3-15,2 4 3 16,-1 6 0-16,0 1 0 15,1 5 1-15,1 0 0 16,5 2 0-16,-4 3 1 16,3-1-1-16,-3 2 1 0,3 0-1 15,-3-2 0-15,0 3 1 16,-5-5-1-16,0 1-1 16,0-2 1-16,0-3-1 15,-5-3 1-15,-2-2 0 16,-1-2 3-16,1-4 2 0,-2-1 3 15,-2-1-2-15,4-1-2 16,0 0-1-16,3 0-3 16,-1-6-7-16,5-5-20 15,0-2-48-15,3-3-68 16</inkml:trace>
  <inkml:trace contextRef="#ctx0" brushRef="#br0" timeOffset="-48934.48">11225 16527 69 0,'0'0'28'0,"0"0"14"0,0 0-1 0,0 0-10 0,0 0-14 15,0 0 4-15,0 0-5 16,0 0-6-16,0 0-3 16,0 0-3-16,0 0 1 15,0 0-3-15,0 0 0 16,-33-21-2-16,33 17-1 0,0-1 2 16,2 1-1-16,4 1 0 15,1 0 0-15,1 2 0 16,2 1-1-16,-4 0 2 15,3 0-2-15,-4 1 0 16,4 6 1-16,-6 4 0 0,1 2-1 16,-2-1-1-16,-2 2-3 15,0 3 3-15,0 0-3 16,-6 2 3-16,-2-3 0 16,-1 0-8-16,-1-2 8 15,3-2 4-15,-3-5-2 0,3-3 0 16,3-1 0-16,2-3 0 15,0 0 1-15,0 0-1 16,2 0-4-16,0 0 5 16,0-3-1-16,4-2 0 15,1 0 2-15,3 0 1 0,-1 0 5 16,2 1-1-16,-2 0 1 16,0 1 0-16,1 2 2 15,0-1-7-15,0 2-2 16,-1 0 0-16,4 0-1 15,-2 0 2-15,-2 0-2 0,3 3 0 16,-2 0-5-16,1 0-8 16,-1-3-7-16,0 0-21 15,1 0-70-15</inkml:trace>
  <inkml:trace contextRef="#ctx0" brushRef="#br0" timeOffset="-48651.26">11405 16412 203 0,'0'0'35'0,"0"0"2"0,0 0-23 0,0 0-9 15,0 0-1-15,36-17-1 16,-23 17-1-16,2 0-2 16,0 0 1-16,1 0-1 15,-1 0 1-15,1 0-1 16,-1 0-2-16,0 0-18 0,-2 0-32 16,0-1-77-16</inkml:trace>
  <inkml:trace contextRef="#ctx0" brushRef="#br0" timeOffset="-48067.15">11656 16281 148 0,'0'0'4'16,"0"0"17"-16,0 0-1 15,0 0-7-15,0 0 4 16,0 0-8-16,0 0-9 0,0 0 2 15,-16-1 1-15,19 11 2 16,5-3 1-16,0 0-1 16,2 2-3-16,1-4-1 15,-1 0 0-15,0-1 0 16,-1-3 0-16,1-1-1 0,-1 0 2 16,1 0-1-16,-2 0 1 15,-1-6-1-15,1-2-1 16,-3-2 2-16,1 0-2 15,-4 0 0-15,1-1 1 16,-3 1-1-16,0-1 0 0,0 4 0 16,-3 2 1-16,1-1 1 15,-2 4 1-15,2 0 0 16,1 2-3-16,-1 0-2 16,2 3 2-16,0 4-1 15,0 3 2-15,0 1-1 0,0 2 0 16,0 3 0-16,3-2 0 15,5 0 1-15,-1 2 0 16,0 1-2-16,0 0 2 16,-1-1 0-16,-1 1-1 15,-1-2 0-15,-2-1 0 0,-1-1 1 16,-1-1-1-16,0-4 3 16,-1 1 4-16,-8-2 1 15,0-2 1-15,-2 1-2 16,-2-2-1-16,0-1-4 15,-1-1-1-15,3-1 0 0,0-1-4 16,2 0-20-16,4 0-8 16,3-6-55-16,2-2-91 15</inkml:trace>
  <inkml:trace contextRef="#ctx0" brushRef="#br0" timeOffset="-47554.84">11948 16518 162 0,'0'0'27'0,"0"0"21"0,0 0-26 16,0 0-13-16,0 0-7 15,0 0-1-15,0 0 0 0,0 0-3 16,0 0 6-16,0 0-1 16,0 0 0-16,19-25-1 15,-10 22 1-15,3-1 0 16,1 2-2-16,-1 1-1 16,0 1 0-16,-1 0 0 0,-2 1 1 15,0 7-2-15,-3 2 1 16,-1 1-1-16,-3 0-2 15,-2 3 2-15,0-1-2 16,-4 3 1-16,-5-3 4 0,-5-1-3 16,2 4 1-16,-2-2 1 15,3-5-2-15,2 0 1 16,0-3 3-16,4-1-2 16,1-4 6-16,4-1 7 15,0 0-9-15,0 0-5 16,6 0 7-16,2-3-3 0,3-2-2 15,2-1-1-15,1 0-1 16,0-1 0-16,-1 2 0 16,0-2-12-16,-1-1-25 15,-6-2-36-15,-2-1-59 16</inkml:trace>
  <inkml:trace contextRef="#ctx0" brushRef="#br0" timeOffset="-47056.47">11553 16115 84 0,'0'0'25'0,"0"0"-7"0,0 0 1 0,0 0 0 16,0 0-8-16,0 0-7 15,0 0 1-15,0 0 8 0,0 0 20 16,0 0-26-16,0 0 8 16,2-34 4-16,0 20-6 15,0-1-4-15,1 2-1 16,2 1 0-16,-1-1-1 16,-2 5-2-16,1 2 3 15,3 2-3-15,-1 2-3 0,4 2-1 16,-1 0-2-16,2 2 1 15,3 7-2-15,0 3 2 16,3 2 0-16,-3 2 0 16,1 0-5-16,2 1-14 15,-3-3-9-15,0-4-40 0</inkml:trace>
  <inkml:trace contextRef="#ctx0" brushRef="#br0" timeOffset="-46693.53">11958 16054 66 0,'0'0'74'15,"0"0"-64"-15,42-3 13 16,-29 3-6-16,3 0-4 15,-1 6 3-15,2 4 0 16,0 3-4-16,1 4-2 16,0 3-2-16,2 4-4 0,0 4-1 15,-2 3 1-15,0 1-2 16,-3 3-1-16,-3 2 1 16,-3 2-1-16,-3 2 1 15,-3 1-1-15,-3 5 0 16,0-1 1-16,-10 3-2 0,-5 1-2 15,-5-2 2-15,-7-1-3 16,-6 0-8-16,-3-6-29 16,-3-2 1-16,-3-10-38 15</inkml:trace>
  <inkml:trace contextRef="#ctx0" brushRef="#br0" timeOffset="-46219.82">10408 16193 92 0,'0'0'9'0,"-30"43"22"0,17-17-9 16,3 6 1-16,3 4-7 0,1 6 0 16,6 2-7-16,0 3-4 15,2 4-2-15,11 2-2 16,7-1 1-16,5-2 0 16,4 0-2-16,5-5 3 15,3-4-3-15,9-2 2 0,0-8-1 16,8-4 0-16,2-7-3 15,5-9-28-15,3-8-35 16</inkml:trace>
  <inkml:trace contextRef="#ctx0" brushRef="#br0" timeOffset="-45668.89">12225 15884 121 0,'0'0'3'0,"0"0"19"0,0 0-1 0,0 0-2 0,0 0-4 16,0 0 1-16,0 0-6 15,0 0 3-15,0 0 4 16,-15-20-3-16,15 18-7 0,0 2-5 15,0-1-2-15,3 1 1 16,3-1-2-16,1 1 1 16,2 0 0-16,2 0 0 15,-2 3 0-15,-2 6-1 16,-1 0-1-16,-1 5-3 0,-5 0 0 16,0 2 2-16,0-2 3 15,-2 2-2-15,-6-3 1 16,2-1 1-16,0-4 1 15,2-1 1-15,3-2 0 16,1-3 0-16,0 0 0 16,7-2 2-16,11 0-1 0,3-7 0 15,9-4-2-15,5-6-24 16,4-6-121-16</inkml:trace>
  <inkml:trace contextRef="#ctx0" brushRef="#br0" timeOffset="-44289.12">13957 16184 25 0,'0'12'27'0,"0"1"-23"0,0-2 6 15,8-1 2-15,-1 0 0 16,2-3-1-16,1-2 3 16,2-1 1-16,3-3 1 0,-1-1-3 15,1 0-2-15,1 0 2 16,-2 0-4-16,3-5-2 15,-2-3-1-15,0 0-1 16,-4-2-2-16,0-1-1 0,-2-2 1 16,-3 4 2-16,-1-3 0 15,-1 0 9-15,-4 2-11 16,0 0 1-16,0 2-1 16,0 1 3-16,0 2 1 15,0 1-3-15,-2 4-1 0,-2 0 1 16,2 0-4-16,0 3 2 15,2 9-1-15,0 2-1 16,0 7 0-16,0 0 0 16,4 3 1-16,2 1 0 15,0 0-1-15,4-1 0 0,-6 0 0 16,1-1 0-16,-3-2 1 16,-2-2-1-16,0-1 0 15,0-2 0-15,0-5 0 16,0 1 1-16,-6-5-1 15,-1-1 9-15,-5-2 1 16,0-3-2-16,-2 2-2 0,0-3-5 16,0 0 1-16,2 0-3 15,1 0-6-15,6-1-11 16,3-6-20-16,2-2-73 16</inkml:trace>
  <inkml:trace contextRef="#ctx0" brushRef="#br0" timeOffset="-43668.9">14341 16472 112 0,'0'0'11'0,"0"0"25"0,0 0-3 0,0 0-1 0,0 0-9 0,0 0-6 16,0 0-9-16,0 0-2 15,0 0-4-15,0 0 1 16,0 0 0-16,3-40 0 16,5 37-1-16,2 0 0 0,-2 3-1 15,1 0-1-15,-1 0 1 16,0 3-1-16,0 4 0 15,-3 3-1-15,-1 2 2 16,0 0-1-16,-4 1-2 16,0 1-2-16,0-2-1 15,-6-1 5-15,-1 0-1 0,-3-2 0 16,2-2-1-16,1-3 5 16,-1-1-2-16,4-2 0 15,0-1 2-15,2 0 2 16,2 0 0-16,0 0-2 15,0 0-2-15,2-4 0 0,4 3 0 16,2-2 0-16,-1 3-1 16,3 0 0-16,-2 0 0 15,-2 0 0-15,-1 7 0 16,1 0 0-16,-6 0 0 0,0 1 0 16,0 0 0-16,-2 2-1 15,-7 1 1-15,-5-3 1 16,1-1-1-16,-1-2 2 15,-3 1 2-15,4-2-2 16,-1-4 1-16,4 0-2 0,1 0 0 16,2 0-1-16,4-3-11 15,3-7-15-15,0-3-49 16,0-4-77-16</inkml:trace>
  <inkml:trace contextRef="#ctx0" brushRef="#br0" timeOffset="-43441.8">14485 16333 179 0,'0'0'9'0,"0"0"8"0,0 0 2 0,0 0-1 0,0 0-4 16,45-13-4-16,-32 11-1 15,1 2-5-15,2 0-2 16,2 0-1-16,-1 0-1 0,1 0-3 16,-3-3-38-16,-1-5-75 15</inkml:trace>
  <inkml:trace contextRef="#ctx0" brushRef="#br0" timeOffset="-42842.89">14760 16125 223 0,'0'0'3'15,"0"0"3"-15,0 0-3 0,0 0-2 16,0 0 0-16,0 0-3 16,0 0 2-16,0 0 1 15,2 15 3-15,2-4 3 16,-1 0-1-16,4 0-2 15,0-2-2-15,2-1 1 16,4-3-1-16,-2-2-2 0,3-3 1 16,-1 0 0-16,-3 0 1 15,2-5-2-15,-3-4 3 16,-2 1 0-16,0-3 1 16,-4 1 0-16,-3 0-1 15,0-1 0-15,0 2-1 0,0-2 1 16,-2 2-1-16,-2 2 0 15,-2 0-2-15,4 3 0 16,-1 1 0-16,3 0 0 16,0 3 0-16,0 0-3 0,0 0-3 15,0 9 3-15,0 2 3 16,0 5-1-16,3 3 1 16,1 2 0-16,3 4 0 15,-2-1 2-15,1 2-2 16,-2-2 0-16,-1-1 0 15,-1-2 0-15,-2-3-2 0,0-2 1 16,0 1 1-16,-4-3 0 16,-1-4-1-16,-2-3 1 15,0-1 1-15,0-4 5 16,1-1 0-16,0-1 3 16,1 0-2-16,-3 0 2 0,5-5-4 15,1-2 0-15,2-2-2 16,0 0-2-16,13-1-5 15,0-1-25-15,4 1-19 16,2 2-63-16</inkml:trace>
  <inkml:trace contextRef="#ctx0" brushRef="#br0" timeOffset="-42316.99">15032 16386 111 0,'0'0'5'0,"0"0"23"0,0 0 2 0,0 0-2 16,0 0 9-16,0 0-6 15,0 0-9-15,0 0-11 16,0 0-2-16,0 0-3 0,0 0-2 16,-8-4-4-16,15 1 3 15,2 1-3-15,2 0 0 16,0 2 0-16,1 0 0 15,-1 0 0-15,-1 0 0 16,2 6-2-16,-5 3-2 0,-1-1-5 16,-4 1 1-16,-1 2 1 15,-1-3 3-15,0 2 1 16,-5-3 0-16,-3 1 3 16,1-3 0-16,-2 1 0 15,4-5 3-15,1 1-2 0,1-1 1 16,3-1 1-16,0 0 1 15,0 0-5-15,0 0 2 16,2 0 0-16,5 0 2 16,-2 1-4-16,4 2 3 15,-3 0-1-15,1 4-1 0,-2 0 0 16,-1 1 0-16,-4 2 1 16,0-2 0-16,0 2-1 15,-5 0-1-15,-7-2 2 16,-4-2 0-16,0 1 1 15,-4-4 4-15,1 1-4 16,-3-2-6-16,0-2 9 0,-2 0-10 16,2 0-25-16,-3-9-55 15</inkml:trace>
  <inkml:trace contextRef="#ctx0" brushRef="#br0" timeOffset="-41888.62">14649 16007 67 0,'0'0'61'0,"0"0"-40"0,0 0 8 0,0 0-14 16,0 0-4-16,0 0 3 15,36 7 2-15,-30-7-2 16,-2 0-5-16,1 0 1 16,0-1 0-16,0-6-5 0,-1-2-2 15,2-2-2-15,-3-2-1 16,1-1 2-16,3 0-1 15,-4-3 48-15,0 3-45 16,2 2-6-16,-1 1 3 16,0 2-1-16,1 7 0 0,2 2-2 15,0 0-7-15,2 8-5 16,2 5 6-16,5 4-3 16,-1 1-6-16,3-2-34 15,2-1-65-15</inkml:trace>
  <inkml:trace contextRef="#ctx0" brushRef="#br0" timeOffset="-41562">15145 15951 189 0,'0'0'1'0,"0"0"15"16,40 0 12-16,-24 3-12 0,-3 6-8 16,3 5 1-1,-1 4 0-15,0 6-4 0,-2 4-1 16,3 6 1-16,-3 3-1 16,0 2-1-16,-2 3-1 15,-4 2 2-15,-1-1-1 16,-4 1-1-16,-2 1 0 0,-2 3 0 15,-11 1-5-15,-10 2 4 16,-7-2 0-16,-6 1-7 16,-9-4-16-16,-4-8-12 15,-5-4-42-15</inkml:trace>
  <inkml:trace contextRef="#ctx0" brushRef="#br0" timeOffset="-41141.87">13639 15945 183 0,'0'0'-1'0,"0"0"7"0,-45 44 9 0,27-14-3 15,0 7 2-15,1 9 0 16,3 7 2-16,2 2-1 15,6 7-4-15,4 0-1 0,2 5-2 16,6-3-6-16,13-2 0 16,9-1-2-16,9-1-1 15,7-8 2-15,8-5 1 16,6-9-2-16,6-8-2 16,3-12-22-16,4-11-47 15,2-7-129-15</inkml:trace>
  <inkml:trace contextRef="#ctx0" brushRef="#br0" timeOffset="-40636.83">15283 15759 139 0,'0'0'6'0,"0"0"-1"0,0 0-1 16,0 0 0-16,0 0-4 15,0 0 0-15,-38-3 0 16,31 3 0-16,2 0 2 15,2 0 12-15,-1 0 7 16,0 0 1-16,3-2 5 16,0 0-7-16,1 0-8 0,0-1-8 15,3-1-2-15,7-1 0 16,2 1 2-16,2 2 2 16,0 1-5-16,1 1-1 15,-2 0 0-15,-2 6 0 16,-3 7-1-16,-4 0-1 0,-2 6 0 15,-2 0 1-15,0 0 1 16,-10 0 0-16,4-3 0 16,-2-3 1-16,5-2 2 15,1-2-1-15,2-3 1 0,4-2 0 16,12-3-3 0,10-1 1-16,11 0-1 0,8-8-13 15,10-8-77-15</inkml:trace>
  <inkml:trace contextRef="#ctx0" brushRef="#br0" timeOffset="-39896.67">16830 16056 137 0,'0'0'10'0,"0"0"-10"0,0 0 8 15,0 0 11-15,1 41-3 0,-1-24-2 16,0 1-4-16,2-1-6 15,2 0-1-15,1 0-1 16,3-4-1-16,-1-3 2 16,4-3 1-16,0 0 1 15,0-4 1-15,2-3 0 0,-2 0-1 16,1 0-3-16,-1-3 0 16,-4-5 5-16,1-2 1 15,-2-1 9-15,-2-1-3 16,-1-1-4-16,-1-1-2 15,0 4-4-15,-2 2 1 0,0 2 2 16,0 3 2-16,0 0-3 16,0 3-4-16,0 0-4 15,0 7-3-15,0 5 6 16,1 3-2-16,1 5 1 16,3 2 0-16,1-1 1 0,0 0-1 15,-1 0 0-15,-1-1 0 16,0-1-1-16,-2-2 1 15,-2-3-3-15,0-1-1 16,-2-3 1-16,-7-1 0 16,-4-2 3-16,-1-2 2 0,-1-2 0 15,-1-2-1-15,-2-1-5 16,3 0-18-16,-1 0-14 16,5-7-31-16,4-3-64 15</inkml:trace>
  <inkml:trace contextRef="#ctx0" brushRef="#br0" timeOffset="-39689.92">17129 16222 175 0,'0'0'27'0,"0"0"-17"0,47 0 12 0,-31-2-16 16,2 0-5-16,-3-1-1 0,2 0-2 16,1-1-39-16,-3-3-65 15</inkml:trace>
  <inkml:trace contextRef="#ctx0" brushRef="#br0" timeOffset="-39113.79">17377 16051 170 0,'0'0'32'0,"0"0"-3"16,0 0-12-16,0 0-18 0,0 0-1 16,0 0 2-16,0 0 0 15,6 37 0-15,0-24 2 16,0-2-2-16,3 1 0 15,3-4 1-15,-3-2-1 16,2-2 2-16,3-1-1 0,-1-3 1 16,1 0 0-16,-1 0-1 15,-3-4-1-15,0-3 2 16,-3-2 4-16,-4-1 8 16,-1 0 2-16,-2-1-2 15,0 1-6-15,0 0-3 0,-2 1-4 16,-2 1-1-16,0 5-1 15,0 0 0-15,1 3 0 16,0 0-2-16,-1 0 3 16,1 9-1-16,2 4 1 15,-1 3 0-15,2 3 1 0,0 4-1 16,0 1 1-16,0 0-1 16,0-1 1-16,0 2-1 15,0-2-1-15,0-4 1 16,0-4 0-16,0 1 0 15,-2-6 0-15,-3-2-1 0,-2-3-2 16,2-3 0-16,-2-2 9 16,3 0 4-16,0 0 5 15,2-3-2-15,2-4-4 16,0-2-6-16,0 1 0 16,5 0-2-16,5-3-2 15,4 2-15-15,1 2-7 0,1 0-13 16,-2 1-40-16,1 1-56 15</inkml:trace>
  <inkml:trace contextRef="#ctx0" brushRef="#br0" timeOffset="-38735.61">17596 16284 193 0,'0'0'18'0,"0"0"-15"0,0 0 1 0,0 0 0 15,0 0 2-15,0 42 3 0,0-31 1 16,0-1 0-16,0 0 0 16,0 0-2-16,3-2-2 15,2-1-3-15,3-1-2 16,-2-1 2-16,2-3-2 16,1 0-1-16,-4-2 1 0,2 0-1 15,-1-2 1-15,1-3 0 16,-3-4 1-16,1 0 1 15,-3-1 2-15,1 0 1 16,0 3 2-16,-3 0 2 16,0 3 1-16,0 3 2 0,0 1-4 15,0 0-7-15,0 0-4 16,2 5-1-16,0 2 2 16,-1 3 2-16,1 2 0 15,2-1-2-15,1-1-3 16,-2 1-12-16,-1-2-21 0,-1-2-41 15</inkml:trace>
  <inkml:trace contextRef="#ctx0" brushRef="#br0" timeOffset="-38373.05">17752 15970 94 0,'0'0'80'0,"0"0"-67"0,44 20 23 0,-31-6-15 15,2 2-3-15,-3 8-9 16,0 5-1-16,-2 3-3 16,-4 5-1-16,1 2-2 15,-5 0 0-15,0 0-1 16,-2-2-1-16,-2-2 2 0,-8-1-2 16,-5 0-1-16,-4 0-1 15,-12 0-8-15,-4-4-17 16,-6-2-37-16</inkml:trace>
  <inkml:trace contextRef="#ctx0" brushRef="#br0" timeOffset="-38002.98">16511 15980 146 0,'0'0'-6'16,"-27"43"7"-16,15-12 3 15,-1 6-1-15,1 6 6 16,4 4 10-16,2 1-4 0,6 0 3 16,0-2-5-16,13-2-4 15,11-3-3-15,8-4-3 16,6-2 0-16,13-6-2 16,5-8 2-16,4-5-2 0,5-7 0 15,4-7-19-15,0-2-63 16</inkml:trace>
  <inkml:trace contextRef="#ctx0" brushRef="#br0" timeOffset="-37385.1">17959 15807 69 0,'0'0'3'0,"0"0"8"15,0 0 3-15,0 0 3 16,0 0 14-16,0 0 2 0,0 0-5 16,0 0-3-16,0 0 0 15,-20 7-9-15,15-7-5 16,3 0-5-16,0 0-2 16,1 0 0-16,1 0-3 15,0-1-2-15,0-1 1 16,0 2 2-16,0-2-3 0,5 0 5 15,3 2-5-15,2 0 1 16,-1 0 0-16,2 0-3 16,-2 0-9-16,-1 6-9 15,-1 3 8-15,-3-1 2 16,-2 3-1-16,-2-1 0 0,0 4 0 16,0-2 7-16,-6-1 3 15,-3 2 2-15,1-3 1 16,0-2 0-16,-1 2 1 15,3-3 0-15,2-1 0 16,0-2-2-16,4 0 2 0,0-2-2 16,0-2 8-16,8 0 8 15,6 0 9-15,2 0-8 16,9-1-11-16,3-5-4 16,6 0-1-16,4 1-2 15,5-3-27-15,3 1-64 0</inkml:trace>
  <inkml:trace contextRef="#ctx0" brushRef="#br0" timeOffset="-28069.14">9550 16580 41 0,'1'0'22'0,"1"0"-10"0,2 0 9 0,1 0-3 16,-2 0-7-16,5-2-6 15,-3 0 1-15,3 0-1 0,1-2 2 16,2 2-1-16,2-1 0 15,-1 1-3-15,1 2-1 16,3-2-1-16,-3 2 3 16,3 0 1-16,-2 0 2 15,2 0 1-15,1 0-3 0,1-1-1 16,-1 0-1-16,0-1-1 16,3 2-1-16,-3-1-1 15,-1 1 1-15,0-1-1 16,0 1 0-16,-3-1 0 15,-1 1 0-15,-2 0 0 0,-1 0 0 16,-4 0-4-16,-1 0-31 16,-1 0-65-16</inkml:trace>
  <inkml:trace contextRef="#ctx0" brushRef="#br0" timeOffset="-27526.93">9810 16423 33 0,'0'0'25'0,"0"0"1"0,0 0 1 0,0 0 2 16,0 0-8-16,2 44-4 0,-2-31 3 15,0 2-4-15,0 2-3 16,0 1-2-16,0 3-1 16,0 2-4-16,0 3-4 15,0-1-1-15,0 6 0 16,0-1 0-16,0 0-12 0,2-4-104 16</inkml:trace>
  <inkml:trace contextRef="#ctx0" brushRef="#br0" timeOffset="-26657.02">12809 16486 66 0,'0'0'25'0,"0"0"6"0,0 0-3 0,0 0 0 0,0 0-5 16,0 0-2-16,0 0-7 15,0 0-6-15,0 0-3 16,0 0-2-16,0 0-1 16,0 0 0-16,23 0-1 0,-16 0-1 15,3 0 1-15,0-2 0 16,1 1 1-16,1 1-1 16,2-1 1-16,2-1-2 15,0 2 0-15,-1 0 0 16,1 0 0-16,1 0 0 0,-2-1 0 15,1 1 1-15,-1-2-1 16,-1 0-1-16,-1 0 1 16,-1 1-5-16,0-1-9 15,-5 1-9-15,-1 0-10 0,-3 0-9 16,1-1-9 0,-4 0-45-16</inkml:trace>
  <inkml:trace contextRef="#ctx0" brushRef="#br0" timeOffset="-26293.16">12968 16372 132 0,'0'0'15'0,"0"0"12"0,0 0-6 0,0 0-1 15,0 0-6-15,0 0-8 16,0 0-6-16,0 0 4 15,0 0 5-15,0 0-1 16,-7 53-2-16,5-29-3 0,0 6-1 16,2-2 0-16,0 5-2 15,0 0 2-15,2-1-8 16,3-2-80-16</inkml:trace>
  <inkml:trace contextRef="#ctx0" brushRef="#br0" timeOffset="-25540.95">15713 16375 146 0,'0'0'43'0,"0"0"-32"0,0 0-2 0,0 0-2 16,0 0 4-16,0 0-4 0,0 0 0 16,0 0 4-16,0 0 1 15,0 0-6-15,0 0-4 16,11 0 0-16,-4 0-1 16,3 0-1-16,2 0 1 15,1-3-1-15,3 3 0 0,-1-3 0 16,2 2 0-16,-1-2 0 15,3 1 0-15,-3 0 1 16,2-1-2-16,-3 0 0 16,3 2-5-16,-3-1-7 15,-3 1-5-15,1 0-14 16,-6-1-11-16,2-1-35 0</inkml:trace>
  <inkml:trace contextRef="#ctx0" brushRef="#br0" timeOffset="-25227.78">15847 16287 130 0,'0'0'10'0,"0"0"1"16,0 0-2-16,0 0-1 15,0 0 7-15,0 0 6 0,0 0-1 16,0 0-6-16,-18 51 3 16,15-32-3-16,1 3-5 15,-2 1-5-15,4 5-3 16,0 2 0-16,0 0-2 15,0-3-30-15,0-1-81 0</inkml:trace>
  <inkml:trace contextRef="#ctx0" brushRef="#br0" timeOffset="-24559.15">18716 16144 96 0,'0'0'15'0,"0"0"-7"0,0 0 10 0,0 0 3 0,0 0 5 16,0 0-2-16,0 0-1 15,0 0 0-15,0 0-5 16,0 0-8-16,47 15-6 15,-35-15-4-15,1 0 0 16,2 0 0-16,-2 0-4 0,2 2-10 16,-3-1-4-16,-2-1-32 15,-1 2-47-15</inkml:trace>
  <inkml:trace contextRef="#ctx0" brushRef="#br0" timeOffset="-24395.3">18779 16273 249 0,'0'0'8'0,"0"0"0"15,0 0 1-15,0 0-4 16,0 0-4-16,40 14 1 0,-17-11-4 16,4-3-25-16,2 0-103 15</inkml:trace>
  <inkml:trace contextRef="#ctx0" brushRef="#br0" timeOffset="-23982.52">19696 15875 152 0,'0'0'16'0,"0"0"-6"15,0 0 12-15,0 0-3 0,0 41-10 16,0-25-6-16,0 2 4 16,0 2 0-16,0 3 4 15,0 1-3-15,0-1-3 16,0 0-2-16,0 1 1 16,4-3-3-16,-2 1-1 0,1-3 1 15,1-2-1-15,-2 0-2 16,0-2-12-16,-2-7-34 15,0-2-52-15</inkml:trace>
  <inkml:trace contextRef="#ctx0" brushRef="#br0" timeOffset="-23426.38">19552 16081 213 0,'0'0'18'15,"0"0"10"-15,0 0-12 16,0 0-12-16,0 0-4 16,0 0 2-16,0 0-1 0,0 0-1 15,48 0 1-15,-28 0-1 16,4 0 0-16,-2 0 0 15,2 0 0-15,1 0 0 16,0 0 0-16,-4 0-3 16,-4 0 1-16,-1 0 1 0,-7 0 1 15,-1 0 0-15,-6 0 0 16,-2 0 0-16,0 0 0 16,0 7-1-16,-4 0 1 15,-2 3 1-15,2 0 1 16,1 3-1-16,3-1 0 0,0-1 0 15,0-1 0-15,0 1-2 16,4-5 2-16,5 0-1 16,-1-2 0-16,2-2 0 15,-2-2 0-15,1 0 0 16,1 0 1-16,-4-9-1 0,-1 0 2 16,-2-4 2-16,-1-1 12 15,-2 0-2-15,0-3-4 16,0 1-6-16,-2 1-2 15,-4 2-2-15,-1 3-1 16,-4 2-2-16,1 6-4 0,1 2-7 16,-3 0-9-16,1 1-8 15,3 2-35-15,4-1-55 16</inkml:trace>
  <inkml:trace contextRef="#ctx0" brushRef="#br0" timeOffset="-23164.06">19990 15934 102 0,'0'0'88'0,"0"0"-63"0,0 0 0 0,0 0-15 15,0 0-8-15,0 0 2 16,0 0 4-16,0 0-3 15,17 45 2-15,-13-27-4 0,0 5 0 16,0 0-2-16,3-3-1 16,0 1 1-16,-2-1 0 15,3-2 0-15,-4 0-5 16,-1-6-27-16,1-2-62 16</inkml:trace>
  <inkml:trace contextRef="#ctx0" brushRef="#br0" timeOffset="-22957.12">19983 16127 243 0,'0'0'6'16,"0"0"6"-16,0 0-7 16,0 0-3-16,50-27-1 15,-32 22 0-15,5 1-2 16,0 1-3-16,3-1-7 0,-2 4-11 15,2-1-19-15,-1-1-16 16,-2 1 10-16,-5-1-40 16</inkml:trace>
  <inkml:trace contextRef="#ctx0" brushRef="#br0" timeOffset="-22728.97">20281 16068 102 0,'0'0'55'16,"0"0"-13"-16,0 0-13 0,0 0-13 15,-40-4-5-15,26 4-5 16,0 3 0-16,3 3-5 15,0 1 1-15,5 1-1 16,-1-1 0-16,5 0 2 16,2-1-4-16,0-1-2 0,0 0 3 15,10-3 0-15,2 0 3 16,1-2-2-16,4 0 0 16,-1 0-2-16,3 0-3 15,-1 0-8-15,-4 0-4 16,-1-3-17-16,-2-1-3 0,-2 1-8 15,-2-2-51-15</inkml:trace>
  <inkml:trace contextRef="#ctx0" brushRef="#br0" timeOffset="-22486.87">20342 15890 2 0,'0'0'75'16,"0"0"-50"-16,0 0 8 0,0 0-3 16,0 0-5-16,0 0-19 15,0 0-4-15,0 0 16 16,0 0 4-16,2 39-7 16,-4-13-9-16,2 2-1 15,0 0-3-15,0 0-1 0,2-2-2 16,4-3-24-16,1-4-55 15</inkml:trace>
  <inkml:trace contextRef="#ctx0" brushRef="#br0" timeOffset="-21781.64">21193 15709 97 0,'0'0'39'0,"0"0"-10"0,0 0-20 0,0 0-7 0,0 0-1 16,0 0 0-16,0 0 6 15,0 0 1-15,-42 0 0 16,28 0 2-16,-1 0-6 15,-2 7-3-15,-2 0 1 0,2 4-2 16,0 4 1-16,1-1-1 16,3 0 0-16,1 3 2 15,5-2-1-15,4 0-2 16,3-2 2-16,0 0-2 16,4-2-1-16,7-2 9 15,3 0-4-15,4-2 0 0,-1-2 1 16,1-2-3-16,-1-2 0 15,0 2 0-15,-4-3 0 16,-3 0-1-16,-4 0 3 16,-3 0-1-16,-3 0 9 0,0 0 9 15,-1 0-16-15,-10 0-5 16,0 0 2-16,-2 3-1 16,-2 1 2-16,1 3-1 15,0 3-1-15,3 1 0 16,2 2 1-16,-1 0-1 0,4 1 1 15,2 1-1-15,4-1-1 16,0 0 0-16,0-3 0 16,6 1 1-16,6-3-1 15,0-1 1-15,4-3-1 16,0-1-15-16,1-4-43 16,-1 0-63-16</inkml:trace>
  <inkml:trace contextRef="#ctx0" brushRef="#br0" timeOffset="-21408.29">21182 15944 152 0,'0'0'7'0,"0"0"29"0,0 0-22 0,0 0-9 16,48-33-2-16,-34 30-2 15,0 2 2-15,1 1-1 16,-1 0-1-16,0 2 3 0,-3 5-3 15,2 3-1-15,-5 2 0 16,0 0 2-16,-3 0-2 16,0 1-3-16,-3-1 0 15,-2-2 1-15,0 0-2 16,0-3 1-16,-5-2-5 16,-1-2 1-16,0-3 9 0,-1 0 9 15,3 0 7-15,-3-2 5 16,4-2 0-16,1-3-4 15,2-2-5-15,0-1 1 16,0 0-5-16,4-2-5 16,6 0-4-16,3-1 1 0,4-1-4 15,2 1-3-15,2 2-26 16,0 0-22-16,-2 1-58 16</inkml:trace>
  <inkml:trace contextRef="#ctx0" brushRef="#br0" timeOffset="-20978.06">21461 15884 165 0,'0'0'8'0,"0"0"11"16,0 0-9-16,0 0 0 15,0 0-6-15,0 0-3 16,44-17 0-16,-32 15 5 15,1 2 7-15,-2 0-1 16,1 0-6-16,-1 3-5 0,1 3-1 16,-2 1 1-16,-2 3-1 15,0 0-1-15,-3 1-2 16,-2 2-5-16,-3 1 1 16,0-1-3-16,0-2 0 15,-5-1 3-15,-5 0 4 0,2-4 4 16,-2-2-2-16,-1-2 1 15,4-1 2-15,-3-1-1 16,3 0 1-16,0-2 2 16,5-4 8-16,1-2 8 15,1 0-5-15,0-4-5 0,2 2-1 16,8-2 0-16,-1-3-4 16,3 3-3-16,3-2 1 15,-1 1-3-15,5-1 0 16,0 2-3-16,2 3-17 15,-2-1-27-15,-1 2-46 0</inkml:trace>
  <inkml:trace contextRef="#ctx0" brushRef="#br0" timeOffset="-20323.32">21795 15854 124 0,'0'0'5'0,"0"0"-1"0,0 0 2 0,0 0 10 16,0 0 7-16,0 0-8 16,0 0 4-16,-12 41-5 0,9-29-4 15,1 0-5-15,2 2-2 16,-2-3 0-16,2-1-1 16,0-2-1-16,0-1-1 15,2-3 1-15,3 0 2 16,1-1-1-16,0-3 0 15,1 0-1-15,-1 0 1 0,-1 0 1 16,1-7-3-16,-4-1 0 16,0-2 3-16,-2-4 6 15,0-1-1-15,0 0 0 16,0-4-6-16,0 1 1 0,-2 0-3 16,0 2 0-16,-3 1 0 15,3 1 0-15,2 3 1 16,0 2 0-16,1 1 2 15,8-1-4-15,1 4 1 16,0-1 1-16,3 3-2 16,-1-1 1-16,1 3 0 0,0 1-2 15,-2 0 1-15,-2 0 0 16,-2 2 1-16,-1 4-2 16,-2 5 2-16,-3 1-1 15,1 3 0-15,-2 2 1 16,0 2 0-16,0-1 0 0,0 1 0 15,0-1 0-15,2-4 1 16,5 2-1-16,0-6 0 16,4-1 1-16,3-1-1 15,-1-5 0-15,3 0 2 16,1-3-2-16,3 0 1 0,-3 0 3 16,2-1 1-16,1-7 5 15,-4 0 3-15,0-2-2 16,-3 0 3-16,-2-3 2 15,0 2-4-15,-4-1-8 16,-1 2-4-16,-4 0-18 16,-2-4-43-16,-10-7-191 0</inkml:trace>
  <inkml:trace contextRef="#ctx0" brushRef="#br0" timeOffset="-16109.06">9406 8788 50 0,'0'0'3'0,"-37"4"7"0,16-1-2 0,0 3-4 0,-2 0-2 16,-3 1 0-16,0 0 1 16,-1 3-3-16,-2-2 1 15,1 4 0-15,1-1-1 16,0-1 1-16,0 6 0 16,3-4 1-16,2 3 9 0,0 1-7 15,3 0 3-15,2 4-2 16,-1 1-1-16,2 2-3 15,1 4-1-15,0 0 1 16,1 3-1-16,1 0 0 16,4-2 1-16,-1-1-1 0,2-3 0 15,5 1 0-15,1-3 0 16,2 1 0-16,0-5-1 16,0 2-1-16,9-3 0 15,-1 0 4-15,4 3-1 16,1-3-1-16,3 3 0 15,-2 1 0-15,4 0 1 0,-1 1 0 16,1-1-1-16,-2 2 1 16,2-2 0-16,0 3-2 15,1-4 1-15,4 0 0 16,2 0-4-16,4-3 9 0,4 0-2 16,5-2-2-16,0-2 1 15,5-4 0-15,-3-2 0 16,2 0-1-16,1-1 0 15,-1 0 0-15,0-1-1 16,1 1 1-16,-1 1-1 0,0-2 1 16,-2-1-1-16,-1-2 1 15,-1-2 0-15,3 0-1 16,-3-7 3-16,3-4-2 16,3-2-1-16,0-4 1 15,1 1 0-15,-2-2-1 16,-2-3 0-16,-1-1-3 0,-1-1-1 15,-7-3 4-15,3-2 1 16,-8-2 0-16,0-2 2 16,-7-3 2-16,-2-1 6 15,-7 1 3-15,-2-1 0 16,-9 1 1-16,0 1-3 0,-11 0-2 16,-7 1-4-16,-7 3-3 15,-6 2-3-15,-7 1-1 16,-9 4-7-16,-9 2-32 15,-7 2-35-15</inkml:trace>
  <inkml:trace contextRef="#ctx0" brushRef="#br0" timeOffset="-15141.74">7060 7490 104 0,'-19'-7'17'0,"-1"1"-14"0,2 3 7 0,-3-3 2 16,3 2 3-16,-1 2-2 15,-2-1-1-15,1 3-3 0,-2 0-3 16,2 0-4-16,-3 0-1 16,-3 5-1-16,2 5-3 15,-1 2-13-15,-4 3-4 16,-2 1 9-16,3 0 9 16,-3 2 2-16,2 0 0 0,0 2 0 15,0 2 0-15,2 2 1 16,2 2-1-16,1 3 0 15,-2 5-1-15,5 3 2 16,0 4-1-16,4 4-1 16,1 3 1-16,7 0-1 15,3 3 1-15,2-1-1 0,4 0 0 16,0-2 2-16,8-1-2 16,7-2 0-16,6 1 0 15,3-4 1-15,8 1 2 16,3-5 1-16,5 1-1 0,8-4 1 15,1-1-1-15,2 0-1 16,5-4 2-16,2 1-1 16,3-5-2-16,4-2 2 15,3-4 1-15,4-4 0 16,4-8 0-16,0-4-1 0,2-4 2 16,1-8-1-16,-5-12 0 15,3-7 1-15,-4-6 0 16,-5-5-1-16,-5-5 2 15,-5 0 4-15,-6-7 6 16,-8-3 1-16,-8-4 7 0,-7 0-5 16,-9-2-2-16,-9-3-6 15,-8 3-3-15,-3 2-2 16,-11 5-3-16,-12 6-2 16,-11 9-4-16,-17 10-29 15,-12 13-80-15</inkml:trace>
  <inkml:trace contextRef="#ctx0" brushRef="#br0" timeOffset="-14301.52">7323 10847 117 0,'0'0'-8'0,"0"0"13"0,-46-33-2 0,29 18 1 0,-4-2 0 16,-1-3 5-16,-2 0-4 15,-5-1 1-15,-4 0 1 16,-1 0 0-16,-5 4-1 16,1 4-3-16,-3 4-4 0,0 5-1 15,0 4 0-15,4 3-1 16,1 11 8-16,-3 4-5 15,4 4-2-15,-1 3 2 16,3 7 0-16,1 4 2 16,3 4-4-16,2 8 4 0,8 4-2 15,0 2-2-15,9 3 1 16,4 2 0-16,6-1 0 16,0-2 2-16,13-2-2 15,9-3-1-15,2-4 1 16,9-6-2-16,6-3 3 0,5-3 3 15,6 0-1-15,6-5-1 16,6-1 1-16,3-1 1 16,6-3-1-16,3-1 3 15,5-4 0-15,3-2 0 16,1-5-2-16,1-4-1 0,4-8 0 16,-1-1 1-16,-3-20 0 15,-1-10 1-15,-6-9 0 16,-10-10 2-16,-9-3-3 15,-12-9 11-15,-10-5 21 16,-13-2 6-16,-11-4-9 16,-8-5-11-16,-4-4-11 0,-16-1-8 15,-12-3-16-15,-13-1-63 16</inkml:trace>
  <inkml:trace contextRef="#ctx0" brushRef="#br0" timeOffset="-11255.73">20788 16368 25 0,'0'-3'31'0,"1"0"-5"0,0 2-5 0,0-3-11 16,1 2 3-16,-2-1 3 16,0 2 3-16,0-1 6 15,0 0-1-15,0 0-3 0,0 1-8 16,0 0-1-16,0-1-4 15,0 2-5-15,0 0-1 16,0-1-1-16,0 1-1 16,0 0 1-16,0 0-1 15,0 0 0-15,0 0-1 16,0 0 0-16,0 0 2 0,0 0-4 16,0 0 0-16,0 0 3 15,0 5 1-15,0 1 5 16,0 1-5-16,3 3-1 15,0 1 0-15,2 1 2 16,-1 1-2-16,0 2 1 0,1-1-1 16,0 2 2-16,1 2-1 15,0-1 2-15,-1 3 0 16,1-4 2-16,0 2-2 16,1 1 2-16,0-3-1 15,0-1-3-15,-2 2 4 16,0-3-1-16,-1 1-2 0,-1-1 3 15,1-1-2-15,-1-1 0 16,1-2-2-16,-3 2 1 16,0-5 1-16,0 3-2 15,-1-3 0-15,0-3 0 0,0 3 0 16,0-1-1-16,0 0-10 16,-2-1-21-16,-5-1 3 15,-1-3-55-15,-3-1-97 16</inkml:trace>
  <inkml:trace contextRef="#ctx0" brushRef="#br0" timeOffset="-10921.69">20786 16715 90 0,'0'0'9'0,"0"0"-6"0,0 0 10 0,0 0 17 16,0 0-3-16,0 0-7 16,0 0 2-16,0 0-4 15,0 0 1-15,0 0-6 16,0 0-8-16,26 8-2 0,-17-5 0 15,1 0-2-15,1 1 0 16,-2-1 1-16,4 1 0 16,-2-1-1-16,0-1-9 15,1-1-19-15,-1-1-30 16,-2 0-46-16</inkml:trace>
  <inkml:trace contextRef="#ctx0" brushRef="#br0" timeOffset="-10729.31">20988 16666 174 0,'0'0'24'15,"0"0"25"-15,0 0-19 16,0 0-19-16,0 0-9 16,0 0 0-16,0 0-1 15,-43 51 0-15,38-26 2 16,-1 0-3-16,4-1-18 0,2-2-42 15,0-5-121-15</inkml:trace>
  <inkml:trace contextRef="#ctx0" brushRef="#br0" timeOffset="-10098.89">21127 17149 180 0,'0'0'25'0,"0"0"13"15,0 0-14-15,-35-37-5 0,23 29 3 16,-1-1 0-16,-1 4-10 16,-1 0-3-16,0 1-8 15,-3 4 1-15,1 0-2 16,-1 0-2-16,-1 10 1 15,3 3 0-15,1 2 1 0,6 3 1 16,0 0 0-16,5 0-1 16,2-1-2-16,2-2-7 15,0-1-7-15,7-3 0 16,4-1 2-16,3-5 2 16,1-1 4-16,4-4 0 0,-1 0-5 15,1 0 1-15,-1-6 7 16,-1-3 5-16,-3-2 1 15,-5 0 0-15,0-1 11 16,-4 2 11-16,-2 0 4 16,-1 3-1-16,-2-1-4 0,0 2-7 15,0 3-1-15,0-1-5 16,0 4 0-16,0 0-9 16,0 0-5-16,0 2-2 15,0 6 8-15,3 2-1 16,2 1-10-16,1-1-12 15,1 1-16-15,2-5-2 0,4-3-34 16</inkml:trace>
  <inkml:trace contextRef="#ctx0" brushRef="#br0" timeOffset="-9770.02">21344 17097 70 0,'0'0'80'0,"0"0"-68"0,0 0 14 0,0 0-4 0,0 0-1 0,0-37 6 15,-4 35-9-15,-2-1-4 16,0 2 0-16,0 1 0 16,0 0-10-16,-1 1-5 15,-1 7 0-15,-3 3 2 0,5 0 0 16,-3 2 2-16,3 0 2 15,2 0-4-15,2 1 1 16,2-3 0-16,0 3 1 16,6-2-2-16,3-1-3 15,4-4 7-15,5-1-2 16,1-3-6-16,4-1-26 0,0-2-27 16,3-2-15-16,0-7-82 15</inkml:trace>
  <inkml:trace contextRef="#ctx0" brushRef="#br0" timeOffset="-9499.06">21589 17061 125 0,'0'0'29'0,"0"0"4"16,0 0-4-16,0 0-2 16,0 0-1-16,0 0 2 0,0 0-5 15,-16-37-6-15,10 37-6 16,1 0-11-16,0 0-2 15,-3 3 0-15,-1 7 2 16,1-1 1-16,-3 1 0 16,2 2 1-16,0 1-1 15,3-2 1-15,2 1 0 0,2-1 0 16,2-1 0-16,0 1 0 16,9-5-6-16,8 1-15 15,1-4-16-15,8-3-12 16,2 0-45-16</inkml:trace>
  <inkml:trace contextRef="#ctx0" brushRef="#br0" timeOffset="-9121.5">21766 17067 159 0,'0'0'6'16,"0"0"6"-16,0 0-6 15,0 0-5-15,0 0-2 16,0 0 1-16,0 0 0 16,0 0 1-16,0 0 1 15,14 23 1-15,-2-23 6 0,1 0-7 16,1 0-2-16,-4-2-2 16,-1-3-4-16,-2-3 7 15,-2 1 1-15,-4 0-1 16,-1-2 2-16,0 3 7 15,-6-2-1-15,-2 3-1 0,-3 1-3 16,0 2-4-16,1 2 3 16,-1 0-3-16,-2 4 0 15,2 6-1-15,3 3 1 16,2 0-1-16,2 1 0 0,4 2 0 16,0-1 0-16,5-2-3 15,6 0-19-15,3-5-16 16,3-2-61-16</inkml:trace>
  <inkml:trace contextRef="#ctx0" brushRef="#br0" timeOffset="-8887.01">21930 17054 173 0,'0'0'10'16,"0"0"16"-16,0 0-14 0,0 0-14 15,0 0 6-15,0 0 2 16,0 0 7-16,0 0-4 16,3 47-2-16,-3-32-1 15,0 2-4-15,0-1 0 16,0-2 0-16,0 1-6 0,0-3-19 16,0-3-8-16,0-2-14 15,0-3-38-15</inkml:trace>
  <inkml:trace contextRef="#ctx0" brushRef="#br0" timeOffset="-8631.59">21917 17204 23 0,'0'0'71'16,"0"0"-55"-16,-6-41-2 0,6 26-4 16,0-4-3-16,4 2-3 15,0 0 0-15,2 0-1 16,2 1-3-16,3 3 8 16,-2 1 17-16,2 2-8 15,3 3-3-15,-1 3-2 0,1 1-6 16,-1 2-3-16,-1 1-1 15,1 0-1-15,-5 1 1 16,0 6-1-16,-2 0 3 16,-4 3-1-16,-2 0 1 15,0-1 6-15,-9 2-7 16,-2 0 2-16,-2-2-2 0,-1-1-2 16,0-1-2-16,0-4-7 15,4-3-14-15,2 0-48 16</inkml:trace>
  <inkml:trace contextRef="#ctx0" brushRef="#br0" timeOffset="-8395.8">22116 16930 174 0,'0'0'21'0,"0"0"-6"0,0 0 4 16,0 0-4-16,0 0-6 15,0 0-8-15,0 0 4 16,0 0 3-16,28 37-5 16,-26-18 3-16,1-1-2 15,0-2-1-15,2 2-1 0,1-5 1 16,1 0-13-16,1-5-23 16,-4-2-37-16,4-5-104 15</inkml:trace>
  <inkml:trace contextRef="#ctx0" brushRef="#br0" timeOffset="-8254.27">22165 17020 202 0,'0'0'2'0,"0"0"-3"16,0 0 0-16,45-12-18 15,-21 8-35-15,-2 2-5 16</inkml:trace>
  <inkml:trace contextRef="#ctx0" brushRef="#br0" timeOffset="-7889.97">22384 16996 57 0,'0'0'2'16,"0"0"14"-16,44-4 11 0,-38 2-4 15,-4-1 1-15,-2 2 44 16,-1-2-38-16,-8 0-16 16,-1 2-9-16,-3 1-3 15,-3 0 2-15,1 0 0 16,0 0-2-16,0 5-1 0,1 3-1 15,4 0 1-15,3 1-1 16,1 0 1-16,5-3 1 16,1 3-3-16,0-4-4 15,9-2-10-15,2 0-2 16,1 0 1-16,3-3-12 0,-1 0 2 16,1 0 14-16,-1 0 10 15,-2 0 3-15,-2 0 0 16,-2-3 3-16,-2 2 6 15,2-1 3-15,-5 2-1 16,1-1-10-16,2-1-1 0,-1 1-1 16,1-1-2-16,2 0-19 15,0-2 6-15,-1-1 1 16,2-1-2-16,-3-1 13 16,1-2-1-16,-2 1 0 15,3-4-62-15</inkml:trace>
  <inkml:trace contextRef="#ctx0" brushRef="#br0" timeOffset="-7456.44">22537 16861 49 0,'0'0'3'0,"0"0"30"15,4-44-8-15,-2 32-18 0,0 1-1 16,-2 5 7-16,1 1 3 16,-1 3 5-16,0 1-4 15,0 1-4-15,0 0-8 16,0 0-10-16,0 4 8 15,0 5 3-15,-1 2-4 0,-1 2 0 16,1-2 0-16,1 3-1 16,0-1 2-16,0 0-2 15,0-2 0-15,0-2 1 16,3-2-1-16,2-3 3 16,-1-1 14-16,2 0 3 15,2-3-2-15,2 0-2 0,-3 0-8 16,3 0-2-16,0 0-4 15,-3 0-2-15,3 3 3 16,-2 1-4-16,-1 3 0 16,-1 0-3-16,0 3 2 0,-2 0 1 15,-4 0-2-15,0 1-5 16,0-1 0-16,-1-1 2 16,-6-3 2-16,-4-3 0 15,0-1 3-15,-3-2 3 16,1 0-3-16,-3 0-3 0,4-4-7 15,0-3-4-15,5-4-20 16,0-1-36-16,5 1-32 16</inkml:trace>
  <inkml:trace contextRef="#ctx0" brushRef="#br0" timeOffset="-6952.78">22719 16732 115 0,'0'0'18'0,"0"0"-18"0,0 0-4 0,0 0 0 0,0 0-6 16,23 43 12-16,-22-25-2 16,0 0 4-16,0 2-1 15,0 3 3-15,2-3 4 16,-1 0 0-16,4-1 0 0,-1-1 2 15,3-2 5-15,1-1 0 16,1-4-6-16,1 0-5 16,3-2 3-16,-1-5-4 15,1 0 0-15,-1-1 0 16,1-3-2-16,0 0-2 0,-1 0 1 16,1 0-1-16,-2-5-1 15,1-2 1-15,-2-2 0 16,-2-1 0-16,1 2-1 15,-6-1 0-15,-1 0 0 16,0 2 0-16,-3 2-1 0,0-1-4 16,-6 3 8-16,-3 3-4 15,-3 0-2-15,1 0 1 16,-5 5-1-16,3 4 2 16,-1 1 0-16,4 3 1 15,1 0 1-15,4 1-1 16,4-3 1-16,1 1 1 0,0-1-1 15,7 0-4-15,7-5 1 16,5 1 1-16,2-4-29 16,1 0-82-16</inkml:trace>
  <inkml:trace contextRef="#ctx0" brushRef="#br0" timeOffset="-5677.22">23033 16713 84 0,'0'0'5'0,"0"0"0"0,-56-30 4 0,35 20-1 0,-1 0-6 16,-4-1 0-16,-1 2 3 15,0-2 3-15,0 3 8 16,-1-1 2-16,1 1-2 16,-2 2-7-16,-6-3-4 0,2 4-2 15,-3 1-2-15,0-1-1 16,-6 3 0-16,1 0 0 15,-3 0-3-15,-2 0 3 16,1 0 0-16,-3 2 0 16,2 0 0-16,-2 0 0 0,0 0 0 15,0 0 0-15,0 2 0 16,-2 2 0-16,3 3 0 16,-2-1 0-16,0 2 0 15,2 2 0-15,2 0 0 16,-1 0 2-16,5 2-1 0,-5 2-2 15,3-2 2-15,-3 3-1 16,0 0 0-16,-1 1 0 16,-2 0 2-16,0 3-2 15,-2 0 0-15,2 1 0 16,-4 1 0-16,0 0 0 0,2 2 3 16,-1-2 2-16,-2 3 6 15,4-1 1-15,2 1-1 16,0-2 0-16,7 2-3 15,3-2-1-15,3 1-4 16,7 0-1-16,2-2 3 0,7 2-2 16,3 1-1-16,6 0-1 15,3 4 0-15,6 0-1 16,1 4 1-16,0 1 0 16,8 2-1-16,3 1-3 15,4 1 2-15,3 1-13 0,1-4 4 16,3-4 4-16,5 1-4 15,2-6 1-15,3 0 5 16,5-6 4-16,3-1 3 16,3-1 1-16,4-3-1 15,4-4-1-15,3 0 5 0,4-1-3 16,1-2 0-16,1-1 2 16,2-2-1-16,1 1-3 15,1-2 0-15,2-2 2 16,1-1-2-16,3 0 0 15,2 0 0-15,0 0-1 16,2-2 0-16,-2-1 1 0,0-3-2 16,0 1 0-16,-4-4 1 15,0 2-1-15,-4-2 0 16,0 0 0-16,0-3 3 16,-1 1-2-16,0-2 2 0,-3-3 2 15,2-1-4-15,-4-4 0 16,-3 0 1-16,-1-2-4 15,-4-4 4-15,-2 0 1 16,-5-1 4-16,-6-1 5 16,-5-2-5-16,-6 1-7 0,-7 0 4 15,-5 2 1-15,-5-2 0 16,-4 3 1-16,-1 0-2 16,-4 0 5-16,0 3 0 15,0-3 4-15,0 3 1 16,0-2-3-16,-7-3-7 15,-2-3-5-15,-4-2-4 0,-5-3 5 16,-4-1-2-16,-7-3-7 16,-8 1-11-16,-11-3-12 15,-10-1-20-15,-13-1-76 16</inkml:trace>
  <inkml:trace contextRef="#ctx0" brushRef="#br0" timeOffset="4169.82">7070 7486 2 0,'0'0'13'0,"0"0"13"0,0 0-3 0,44-22-1 15,-35 16-7-15,1-1-3 0,0 2-4 16,1 0-5-16,1 0-2 16,-1 4-1-16,3-1 0 15,-5 2 1-15,4 0-2 16,0 3 1-16,1 4 0 15,2 3 0-15,-1 4-1 16,1 2 1-16,-3 2-11 0,-4 1-69 16</inkml:trace>
  <inkml:trace contextRef="#ctx0" brushRef="#br0" timeOffset="10148.08">22436 15855 29 0,'0'-1'22'0,"0"-2"-15"0,0 0-14 0,0 0-4 16,0 1 6-16,2 0 1 15,0-1 6-15,-2 2 0 16,0 1 9-16,0-3 9 0,0 3-10 15,0 0-7-15,0-1-1 16,0 1-4-16,0 0 0 16,0 0 1-16,0 0 9 15,0 0 12-15,0 0-1 16,0 0-4-16,0 0 4 16,0 0-6-16,0 0-6 0,0 0-5 15,0 0 1-15,0 0 0 16,0 0 2-16,0 0 3 15,0 0 6-15,0 0-3 16,0 0-5-16,0 0-3 0,0 0 0 16,0 0-2-16,0 0-1 15,0 0 0-15,0 0-1 16,0 0-2-16,0 0 5 16,0 3-2-16,0 1 1 15,0 0-2-15,1 1 1 0,0 0 0 16,0-2-2-16,-1 1 4 15,0 0-1-15,1-1-1 16,0 1 0-16,1-4 0 16,0 2 0-16,0-1 0 15,1-1 1-15,1 0 0 16,2 0 0-16,2-2 2 0,4-8 3 16,3-4 6-16,6-7-7 15,8-3-5-15,6-8 0 16,11-4 0-16,7-5-3 15,7-7-19-15,3-8-35 16</inkml:trace>
  <inkml:trace contextRef="#ctx0" brushRef="#br0" timeOffset="11251.13">22536 15730 2 0,'0'3'6'0,"0"0"2"0,0-2 1 0,0 1 0 0,0 1-3 15,0-2 0-15,0-1-1 16,0 1 1-16,0 1-2 16,0-1-1-16,0-1 2 15,0 0-2-15,0 0 0 16,0 0 3-16,1 0 8 0,2 0 7 15,2 0 8-15,4-5-13 16,3-4-7-16,2 1-1 16,5-2 13-16,4-3-11 15,6-3-5-15,2-1-2 0,7-3-1 16,3-4-2-16,5 0 0 16,2-4 0-16,4-4-2 15,-3 1-25-15,-2 0-37 16,-9 2-54-16</inkml:trace>
  <inkml:trace contextRef="#ctx0" brushRef="#br0" timeOffset="18514.47">7083 10748 4 0,'0'0'22'0,"0"0"8"0,0 0-4 0,0 0 0 16,0 0-5-16,0 0-5 16,0 0-2-16,0 0-3 15,0 0-2-15,0 0-3 16,0 0-3-16,0 0 0 15,-15-11-3-15,15 5 0 0,0 3 1 16,0-3-1-16,4-1-1 16,5 0 0-16,1-3 1 15,7-1 1-15,-2 2-2 16,5-2-1-16,3-1 0 16,0 0-4-16,0-1 3 15,2 3 2-15,0 0 1 0,0 0 0 16,0 2 1-16,-1 1-1 15,2 1 0-15,1 2 0 16,0 0 0-16,0 2 1 16,2 1-1-16,-2 1 0 15,2 0 1-15,-1 0-1 0,3 0 0 16,-1 1 0-16,1 6 0 16,0 0 0-16,-1 0 0 15,1 3 0-15,0-2 0 16,-2 3 0-16,-2 0 0 15,0 0 0-15,-2 2 0 0,-2 0 0 16,0 0 0-16,0 1 0 16,-3 2 0-16,-2-1 0 15,2 2 0-15,-2 2-1 16,-4 1 1-16,0 4-1 16,-2 1 0-16,-1 3 1 0,-4 3-1 15,-2-2 0-15,-3 2 0 16,-2 0 1-16,0-3-1 15,-2 3 2-15,-8-4 0 16,0 3-1-16,-2 0-1 0,-3 5 2 16,-3 2-1-16,-4 4-8 15,-3 1-14-15,0 2-9 16,-4-2-9-16,-4-2-8 16,3-3 29-16,-5 0 19 15,1-3 0-15,1-1 3 16,-3-1-3-16,-1-2 0 15,0-3-8-15</inkml:trace>
  <inkml:trace contextRef="#ctx0" brushRef="#br0" timeOffset="18840.87">6589 11566 2 0,'0'0'26'0,"-56"-64"-14"0,34 30-3 0,4-1-4 15,0-1-2-15,5-4-2 0,4 0 0 16,0-2 3-16,4-2 0 15,5 0 3-15,0-1 3 16,0-1 3-16,7-4-8 16,9 1 3-16,4-1-3 15,4-1-1-15,5 1-6 0,8 3 4 16,0 3-7-16,2 3-38 16</inkml:trace>
  <inkml:trace contextRef="#ctx0" brushRef="#br0" timeOffset="20192.76">6884 7611 171 0,'0'0'7'0,"0"0"8"0,0 0-3 0,0 0-3 16,0 0-4-16,0 0-2 15,0 0-2-15,0 0-1 16,0 0-2-16,0 0-3 0,0 0-11 16,-38-14-2-16,29 14 1 15,-2 0 7-15,-3 4 4 16,1 1 4-16,-3-2 2 15,-1 3-1-15,-2 0-1 16,0 1-1-16,-3 1 0 0,1 2 2 16,-1 2 0-16,0-1 0 15,1 2 1-15,-1 1 0 16,0 0 0-16,0 3-2 16,3 0-4-16,0 3 11 15,-2 2-3-15,1 3 2 0,1 3-2 16,4 2-1-16,0 4 2 15,3-1-3-15,2 5 1 16,3-2-1-16,3 1 0 16,2-2 1-16,2 2-1 15,0-3 0-15,8-1 0 0,3 2 0 16,5-2-1-16,2 1 1 16,6 0 1-16,1-2 0 15,4 1-1-15,0-1 0 16,5-2 1-16,1-2-1 15,1 2 0-15,5-6 0 16,-1 1 1-16,2-3-1 0,1-1 1 16,-1-4-1-16,3-1 1 15,2-2 1-15,2 0 2 16,-4-2-2-16,4-1 0 16,-3-1-2-16,4-3 1 15,-5 0-1-15,2 0 1 0,-3-4-1 16,-1 0 0-16,-1-3 0 15,-4 0 2-15,0-3 1 16,-2-7 6-16,0-2-2 16,-3-4-4-16,1-3-1 15,-1-2-1-15,-3 1 1 0,-1-7 2 16,2 3-1-16,-7-2 2 16,-2-2 0-16,-1-1-2 15,-1 1-1-15,-3-3 0 16,-3 0 1-16,-1-1-1 15,1 0-1-15,-5-2 0 0,-2-2-2 16,-1 2 1-16,-2 3 0 16,-4-2 0-16,0 2 0 15,-6-2 1-15,-3 1 2 16,-4 0 3-16,-1-3 9 16,-1-2-5-16,-5 0 2 0,-1-1-2 15,-4-1-3-15,-3 0 2 16,-6 0 0-16,-2 1-1 15,-8 0-1-15,-3-1-6 16,-8 4-2-16,-6 0-2 16,-14 7-9-16,-8 3-15 0,-13 5-41 15,-14 1-90-15</inkml:trace>
  <inkml:trace contextRef="#ctx0" brushRef="#br0" timeOffset="166260.56">19902 15770 37 0,'0'-5'-10'0,"0"-1"-2"0</inkml:trace>
  <inkml:trace contextRef="#ctx0" brushRef="#br0" timeOffset="170181.68">19914 15638 57 0,'-3'0'9'0,"0"0"12"0,-2 0-2 16,2 0-6-16,1 0-4 0,-1 0-3 16,2 0-2-16,-1 0-1 15,-2 0 6-15,2 0 1 16,0 0 0-16,1 0-4 15,-1 0-2-15,0 0 0 16,0 0-3-16,-1 0-1 16,0 0 1-16,0 0-1 0,0 0 0 15,-3 0 0-15,1 0 1 16,-1 0-1-16,-2 0 0 16,-2 0 0-16,3 0 1 15,-5 0-1-15,2 0 3 16,-1 0 4-16,1 0-3 0,1 0-1 15,-2 0 0-15,0 0-3 16,4 0 1-16,-3 3-1 16,1-2 0-16,-1 1 2 15,0-1-3-15,1 1 2 16,-3 0 1-16,3 0-1 16,-2-1 1-16,0 4-2 0,0-3 0 15,2 3 1-15,-2-1-1 16,0 0 0-16,-1 0 0 15,1-1 0-15,0 1 1 16,-1-1-1-16,1 4 1 0,-1-2 3 16,0 1-1-16,2-1-2 15,0 2 0-15,-2 0 0 16,2 0-1-16,1 0 0 16,-1 3 0-16,1-1 2 15,1 0-4-15,-1 0 4 0,1 0-2 16,0 2 0-16,0-1-2 15,-2 2 2-15,1 0 2 16,-1 3-4-16,-1-2 4 16,0 3-2-16,1-2 0 15,-4 2 0-15,3 0 0 0,-2-1 0 16,3 1 0-16,-1-2 0 16,2 2 0-16,-1-1 0 15,3 0 0-15,-1-1 0 16,0 0 1-16,3 3-2 15,1-3 2-15,-2 2-1 16,2-1 0-16,1-1 2 0,1 2-2 16,-2-3 1-16,3 1-2 15,1-1 2-15,0 1-1 16,0-2 1-16,0-1-1 16,0 2 1-16,0-3 0 15,0 1-1-15,2-4 0 0,5 2 0 16,-3-1-1-16,5 1 1 15,-2-2-1-15,5 0 0 16,-1 0-2-16,1 0 7 16,0 1-1-16,1 0-4 0,-1-3 0 15,0-1 0-15,2 0 1 16,0 0 0-16,1-1 0 16,1 1 3-16,-1-1-4 15,2 1 0-15,2-1 1 16,-1 0 2-16,1-2-2 15,0 2 0-15,1 0 1 0,-1-2 0 16,0 2-2-16,0-3 2 16,3 3 0-16,-2-2-1 15,2 0 1-15,0 1-1 16,2 0 0-16,-1-1 1 16,-3-1-1-16,3 3 0 0,-3-2 0 15,1-1 0-15,-1 0 0 16,1 0 0-16,-2 0 0 15,1 0 0-15,-2 0 0 16,1 1 0-16,1-1 0 16,-1 1 0-16,3 0 0 0,-2 1 0 15,4 0 0-15,2 0 0 16,0 1 0-16,-2-1 0 16,0 0 0-16,0 0 1 15,0 0-1-15,-2 0 0 16,1 1-1-16,1-2 2 15,-2 2-1-15,4-2 0 0,-2 1 0 16,1-1 0-16,1-1 2 16,1 0-4-16,2 0 4 15,-2 0-2-15,2 0 0 16,-2 0 1-16,2 0-1 0,-2 0 0 16,0 0 0-16,0 0 0 15,2 0 0-15,-1 0 0 16,0 0 0-16,3 0 0 15,-1 0 0-15,2 2 0 16,-1-2 1-16,-1 0-1 0,3 0 0 16,-4 0 1-16,-2 0-1 15,2 0 0-15,1 0-1 16,0 0-1-16,2 0 2 16,2 0 2-16,3 0-3 15,-3 0 2-15,1 0 0 0,1-2-1 16,0 2 1-16,-3 0 0 15,1-1-1-15,-1-1 0 16,3 2 0-16,-2-2 0 16,3 0 1-16,2 1-2 15,-3-1 2-15,1 1-1 16,1-1 0-16,-2-2 0 0,0 2 0 16,0-1 1-16,1-1-1 15,3-1-1-15,1-1 1 16,1 3 1-16,2-4-1 15,0 0 0-15,-2 0 0 16,2-3 0-16,-2 3 0 0,2-4 0 16,-2-1 1-16,1-1-1 15,-1-1 0-15,-1-2 1 16,-3-2-1-16,-1 0 0 16,-5-2 0-16,-1 1 0 15,-5-1 0-15,-2 1 0 0,-2-1 0 16,-5-2 0-16,0 1 1 15,-4-2 0-15,-2-1-1 16,-4 0 1-16,-1 1 1 16,-5-1 1-16,-1 1 0 15,0 0 6-15,0 1-1 0,-6 1 0 16,0 0 2-16,-1 2-1 16,-1 0 0-16,0 1-3 15,0 2-1-15,-2-1-4 16,0 2-1-16,1-1-1 15,-5 2 1-15,1-2 0 0,-5 2-1 16,1-2 1-16,-2 1 6 16,0-1-4-16,-2 1-2 15,-5 0 0-15,-2-2 1 16,-1 0-1-16,-5 2 1 0,0-1-1 16,0 2 1-16,1 1 0 15,1 2-1-15,-3 1-1 16,1 1 2-16,-1 2-2 15,-2 1 0-15,-1-1 1 16,-4 2 0-16,-1-1 0 16,-2 0 0-16,-2 2 0 15,-1 0 0-15,-6-1 1 0,-3 1-1 16,-4 2-1-16,-7-1 0 16,-3 0-2-16,-10-1-2 15,-7 1 1-15,-3-1 0 16,-7 2-1-16,-7-1 0 15,-5 0 3-15,-4 3 1 0,-7 0 1 16,-3 0-2-16,-2 0-11 16,-7 6-26-16,3-4-45 15</inkml:trace>
  <inkml:trace contextRef="#ctx0" brushRef="#br0" timeOffset="174186.33">19959 11031 76 0,'0'0'5'0,"0"0"-4"0,0 0-2 16,0 0-3-16,0 0-24 0,0 0-21 15</inkml:trace>
  <inkml:trace contextRef="#ctx0" brushRef="#br0" timeOffset="174882.88">20011 11022 86 0,'0'0'52'0,"0"0"-40"0,0 0 8 16,0 0-13-16,0 0-6 0,0 0-2 15,0 0 2-15,0 0-1 16,0 0 1-16,0 0 0 16,0 0 1-16,8 47-2 15,-5-33 0-15,6-4 0 0,-4 2 0 16,0 0 1-16,1-3-1 16,0 1-1-16,0-3 1 15,-3 0-3-15,-1 0-11 16,-2 0-21-16,0-1-13 15</inkml:trace>
  <inkml:trace contextRef="#ctx0" brushRef="#br0" timeOffset="175217.69">20004 11223 19 0,'0'0'25'15,"0"0"-11"-15,0 0-2 0,0 0 4 16,0 0 11-16,0 0-3 16,0 0-2-16,0 0-8 15,0 0-2-15,32-5-4 16,-22 1 3-16,1 1 0 0,-1-1 0 15,-1 0-6-15,3 0-4 16,-3 1 1-16,1 0-1 16,-1 1-1-16,2 1 0 15,-6-1-1-15,1 1-18 16,-2 1-13-16,-1-2-11 0,-3-2-14 16</inkml:trace>
  <inkml:trace contextRef="#ctx0" brushRef="#br0" timeOffset="175653.17">19985 11028 74 0,'0'0'4'0,"0"0"0"0,0 0-3 16,0 0 0-16,0 0 0 16,0 0 6-16,0 0 7 0,0 0-6 15,0 0-1-15,0 0 1 16,0 0 2-16,0 0-4 16,0 0 2-16,3 0 13 15,2 0 3-15,6 0-8 0,4-6-6 16,4 1-5-16,6-4-6 15,2 2-1-15,1-5-58 16</inkml:trace>
  <inkml:trace contextRef="#ctx0" brushRef="#br0" timeOffset="176541.58">21028 10978 94 0,'0'0'12'0,"0"0"14"0,0 0-4 0,0 0-8 16,0 0-4-16,0 0-4 16,0 0 0-16,0 0-3 0,0 0 2 15,0 0-1-15,-9-30 0 16,3 30-1-16,2 0-2 15,-5 0-1-15,0 0 0 16,-2 0 0-16,0 3-1 16,-2 4 2-16,0 2-1 0,2-1 0 15,4 2 0-15,-1-1-1 16,4 1 1-16,2-2-1 16,-2 1 1-16,4-1-2 15,0 0 1-15,0-2 0 16,0 2 0-16,4-4 0 15,0 1 0-15,2-1 0 0,1-2 0 16,3 0 2-16,-2-2-2 16,5 0 2-16,-2 0-1 15,1 0 1-15,2-3 0 16,-3-2 0-16,-1 0-1 16,-1-2 2-16,1 1 1 0,-5-1-1 15,2 0 2-15,-5-3 1 16,1 0 1-16,-1 1-3 15,-1-1 0-15,1-1-3 16,0 1 0-16,-1 2 0 0,1 1 0 16,0 1 0-16,-2 3 1 15,0 0 3-15,0 3 4 16,0 0-1-16,0 0-5 16,0 0-3-16,0 2 0 15,0 3 2-15,0 4-1 16,1 1 0-16,1-2 0 0,2 2 0 15,3 1-1-15,-2-3-15 16,4-4-29-16,1 0-28 16</inkml:trace>
  <inkml:trace contextRef="#ctx0" brushRef="#br0" timeOffset="177195.7">21206 10928 196 0,'0'0'14'0,"0"0"5"0,0 0-8 16,0 0-1-16,0 0-5 15,0 0-5-15,0 0 0 16,0 0 0-16,0 0 0 16,0 0 1-16,0 0 0 0,30 13-1 15,-24-3 0-15,-3-3 0 16,0 0 0-16,0-1 0 15,1-2-1-15,-2-1-2 16,-2-1 0-16,0-2 2 16,1 0 1-16,-1 0 3 15,0 0-2-15,0 0 0 16,0-6-1-16,0-1 0 0,0-2 0 16,0 2-1-16,1-3 0 15,1 2 0-15,2-2 1 16,2 1-1-16,-3 2 2 15,3 0 0-15,2 1-1 16,3 1 0-16,1-1 0 0,2 2 1 16,-1 1-2-16,2 3 2 15,2 0 0-15,0 0-1 16,-2 0 0-16,0 10 1 16,-2-3 0-16,-2 1-1 0,-1 2 0 15,-4-1-2-15,-2-1-12 16,-2 1-15-16,-2-3 1 15,0-2 7-15,-2-3 11 16,-5-1 9-16,1 0 2 16,-2 0 2-16,4-4 7 15,-2-3 4-15,4-2 5 0,2-2-1 16,0-2-7-16,4 1-7 16,7-4-3-16,5 4 1 15,3 0-1-15,0 0 3 16,3 3-2-16,-4 3 4 0,4 4-1 15,-1 2-1-15,-2 0-2 16,-2 2 1-16,1 9-2 16,-2 2-1-16,1 0-21 15,-6-1-48-15,2-3-47 16</inkml:trace>
  <inkml:trace contextRef="#ctx0" brushRef="#br0" timeOffset="177572.49">22408 10488 111 0,'0'0'25'0,"0"0"22"0,0 0-11 0,0 0-7 16,0 0-24-16,0 0-5 15,0 0 0-15,0 0 0 16,3 37 1-16,3-16 0 15,3 2-1-15,0 0 1 16,0 0-1-16,1-1 0 0,0-2 1 16,-2-1-2-16,0-1-6 15,-3-5-50-15,-2-3-27 16</inkml:trace>
  <inkml:trace contextRef="#ctx0" brushRef="#br0" timeOffset="177744.33">22360 10663 187 0,'0'0'2'16,"0"0"-3"-16,0 0-4 15,53-17-21-15,-28 8-87 16</inkml:trace>
  <inkml:trace contextRef="#ctx0" brushRef="#br0" timeOffset="178091.54">22789 10549 182 0,'0'0'19'0,"0"0"15"15,0 0-21-15,0 0-11 16,-41 9-2-16,17 4 0 15,-1 1-1-15,1 1 1 16,4-2 0-16,4-2 0 16,9-2-1-16,0-2 0 15,6-1-6-15,1-5-6 0,6-1 1 16,7 0 7-16,5 0 3 16,4-5 0-16,1-4 1 15,0 0 4-15,0 0-2 16,-5 1 1-16,-1 1 6 15,-6 3 12-15,2 1-2 0,-5 2-6 16,0 1-9-16,3 0-1 16,-3 0-1-16,2 4 0 15,2 0-1-15,0 1 0 16,1 0-4-16,-1-3-32 0,-1-2-54 16</inkml:trace>
  <inkml:trace contextRef="#ctx0" brushRef="#br0" timeOffset="178363.07">23026 10351 198 0,'0'0'13'0,"0"0"25"16,0 0-22-16,0 0-5 0,0 0-7 15,0 0-4-15,0 0 0 16,0 0 1-16,0 0 0 16,4 38 0-16,-2-16-1 15,0 3 1-15,1 0-1 16,1 1 0-16,0-1-1 0,1-2-5 16,0-5-29-16,2-6-37 15,1-8-49-15</inkml:trace>
  <inkml:trace contextRef="#ctx0" brushRef="#br0" timeOffset="178861.64">23231 10353 217 0,'0'0'11'0,"0"0"-1"16,0 0-9-16,0 0-2 15,-48-1 2-15,33 9-1 16,-4 2 0-16,2 3 0 16,0 1 0-16,2 2 1 15,3 1-1-15,4 3-1 0,3-3 0 16,5 0 0-16,0-2 0 16,8-1-1-16,4-3-1 15,6-4 0-15,1-1 1 16,6-4 3-16,2-2 3 15,2 0-4-15,3-2 5 0,1-7-5 16,-3-2 2-16,-1-2 0 16,-4-4-2-16,-6 1 1 15,-1-1 0-15,-7 2 0 16,-1 0 1-16,-6 2 1 16,-2 1-1-16,-2 3 3 15,0 2 4-15,0 3-6 0,-4 1 2 16,-2 3-2-16,-1 0-2 15,1 0-1-15,0 7 1 16,0 3-1-16,3 1 0 16,-1-1 0-16,3 2 1 15,1-1-2-15,0-1 1 0,10 0 0 16,2 0-1-16,5-2 0 16,0-3-17-16,3-4-50 15,-4-1-57-15</inkml:trace>
  <inkml:trace contextRef="#ctx0" brushRef="#br0" timeOffset="179002.96">23473 10282 174 0,'0'0'27'0,"0"0"16"0,0 0-30 0,0 0-12 15,0 0-7-15,0 0-83 16,0 0-50-16</inkml:trace>
  <inkml:trace contextRef="#ctx0" brushRef="#br0" timeOffset="179409.09">23580 10355 163 0,'0'0'-3'0,"0"0"5"0,0 0 1 16,0 0-1-16,0 0 1 16,16 42-1-16,-16-32-1 15,0-4 0-15,0 1-1 16,0-3 1-16,0 0 0 0,0-3-1 16,0-1 9-16,-1 0 27 15,-1 0-25-15,-3-5-4 16,2-2-6-16,1-3 1 15,2-1-1-15,0-3 1 16,0 0-2-16,7-1 0 16,3 1-1-16,3 1 1 0,1 3 3 15,2 0-2-15,0 6-1 16,3 1 1-16,-1 3-2 16,-2 0 2-16,4 0-1 15,-5 3 1-15,0 3 0 0,-1 5-1 16,-2-1 0-16,-1 3-1 15,-2-2-18-15,-1-1-27 16,0-3-26-16</inkml:trace>
  <inkml:trace contextRef="#ctx0" brushRef="#br0" timeOffset="179828.66">24036 10281 132 0,'0'0'-8'0,"0"0"49"0,0 0-10 16,0 0-12-16,-21-39-10 15,4 35-5-15,1 4-1 16,-4 0 1-16,1 0-1 16,2 8-3-16,2 1 0 15,1 1 0-15,6 3-2 0,4-3 0 16,4-1-3-16,0-1-6 15,0-1-2-15,10-3 7 16,6-1 2-16,-1-3 0 16,4 0-3-16,0 0-4 15,2-4 4-15,-1-5 3 0,-3 2 4 16,-2-2 3-16,-3 0 2 16,-5 1 7-16,0 2 1 15,-2 0 2-15,-3 2-2 16,0 4-7-16,2 0-4 0,-4 0-4 15,0 8 2-15,1 2 2 16,0 7-2-16,-1 3 1 16,0 4-1-16,-10 6 0 15,-8 4 0-15,-10 3-13 16,-10 4-58-16</inkml:trace>
  <inkml:trace contextRef="#ctx0" brushRef="#br0" timeOffset="184286.33">21564 10673 66 0,'2'0'0'0,"0"0"0"0,1 0 1 0,-1-2 1 16,-2 0 3-16,0 1 7 15,0 0-2-15,0 0 0 16,0-1-2-16,0 1 0 15,0 1-2-15,0-2-2 0,0 1-2 16,0-2-1-16,0 3 1 16,0-3 3-16,0 2 1 15,-2-2 1-15,-3 0-2 16,2 0 0-16,-1 1 1 16,-1-1-3-16,0 1-2 15,-3 1-1-15,1-2 1 0,-1 3-1 16,1-3 0-16,-1 3 1 15,0-1-1-15,-1 0 0 16,0-2 1-16,0 2-1 16,-1 0 2-16,0 1 0 15,-1-1 0-15,0 1-1 0,1 0 0 16,-1 0-1-16,3 0 0 16,-3 0 1-16,0 0-1 15,0 0 0-15,2 0 0 16,-1 0 0-16,-1 0 0 15,1 0 1-15,-1 1-1 0,1 0 0 16,-2 0 0-16,-2 2 0 16,1-2 0-16,-1 0 0 15,0 1 0-15,-2-1 0 16,1 2-1-16,-3-2 2 0,3 1-1 16,-1 0 0-16,1 0 0 15,-1 1 0-15,0-2 0 16,0 1 1-16,0-1-1 15,0 2 0-15,1-1 2 16,-1 0 2-16,1 2-1 16,-1-2-1-16,3 3-1 0,-4 1-2 15,3-2 1-15,-1 2 0 16,3-2 0-16,1 2 0 16,0-2 0-16,1-1 1 15,1 3-1-15,0-2 0 16,-2 2 0-16,-1 1 0 0,0 0 0 15,0 3 1-15,-1-1-2 16,2-1 2-16,-2 3-1 16,1 1-1-16,1-1 1 15,0 0 0-15,2 1 0 16,-1-1 1-16,1 2-1 0,-1 0 0 16,1 0 0-16,1 1 0 15,0-1 0-15,0-2 0 16,3 0 0-16,-2 1 0 15,2-1 0-15,2 0 0 16,-2 1 1-16,1 0-1 16,-1 1 0-16,1 1 0 0,0-2 0 15,-1 0 0-15,-1-1-1 16,3-2 2-16,0 0-1 16,1-1 0-16,-2 1 0 15,3-2 0-15,1 3-1 0,0-3 2 16,0-1-2-16,0 2 1 15,0-1 0-15,0-1-1 16,0 0 1-16,5-2 0 16,-3 2 0-16,3-1 0 15,4 0 0-15,-3 0 0 0,3 1 1 16,3 1-1-16,-1-2 0 16,0 1 1-16,1 0-1 15,-1 0 0-15,0 0 0 16,2-1 0-16,0 1 0 15,-1-2 0-15,-1 2 0 16,2 0 1-16,-1-1-1 0,0-1 0 16,1 1 0-16,0-1 1 15,0 0-1-15,1 0-1 16,0-3 1-16,1 0 2 16,0 1 1-16,-1-1-1 15,1-1 0-15,3 0-1 0,-3 0 0 16,-1 0 0-16,1 0 0 15,1 0 1-15,-1 0 1 16,1 0-2-16,0 0 0 16,2 0-1-16,-2 0 1 15,4-3 0-15,0 3 1 16,-1-2-1-16,2 0 1 0,-1 0-1 16,2 1 1-16,-1-2-2 15,1 0 2-15,-4 1-1 16,4 0 0-16,-5-1-1 15,0 0 1-15,1 1-1 16,-1 0 1-16,0-2-1 0,-1-2 1 16,3 3 0-16,-1-1 1 15,1 0 2-15,2 0-1 16,-2-1-1-16,-2 1-1 16,3-2-1-16,-2 1 1 0,0 0-1 15,-1-2 1-15,0 1-1 16,-3-1 1-16,1 0 0 15,-2 0 5-15,-1-1-1 16,0 0 2-16,-3 1-3 16,1-2 0-16,0 1 0 15,-1 0-1-15,-1-1-1 0,0 1-1 16,-1-2 0-16,1 1 1 16,-2-1-2-16,-1-1 1 15,1 0 0-15,-2-2-1 16,2 3 2-16,-3-3-1 0,0 0-1 15,1-1 1-15,0 3 0 16,-2-2 0-16,-1-1 0 16,1 1 0-16,-1-1-1 15,-1 0 1-15,0 0-1 16,0 1 1-16,0 0 0 16,0-1-1-16,-1 1 1 15,-2 0 0-15,-2 3 0 0,-1-1 1 16,3 1-2-16,-4 0 1 15,2 1-1-15,-1-2 1 16,1 1-1-16,-1 2 0 16,-2-1 0-16,3-1 1 15,-3 2-1-15,0-1-1 0,-2 1 1 16,-1 0 0-16,-1 1-1 16,-1-1 2-16,-3 1-2 15,-1-2 2-15,-4 2-1 16,1 3-1-16,-6 1-4 0,-1 3-4 15,-1 0-11-15,0 0-22 16,-1 0-39-16</inkml:trace>
  <inkml:trace contextRef="#ctx0" brushRef="#br0" timeOffset="186156.69">20855 10380 62 0,'-3'0'4'0,"2"0"9"16,1 0-8-16,0-1-3 0,0-2 0 15,0 3-1-15,0-1 2 0,0 0 4 16,-2 0 4-16,1 1-4 16,0-3-1-16,-1 3-2 15,1-1 2-15,1-1 2 16,-2 0 3-16,0 0-5 15,1 1-3-15,0-1 2 0,1-1 1 16,0 1 1-16,0 0-1 16,0 1-4-16,0-1 0 15,0 1-1-15,0 0 1 16,0-1-1-16,0 2 2 16,0 0-1-16,0-3-2 0,0 3 0 15,0 0 0-15,4-1 0 16,2 1 0-16,3 0 0 15,0 0 0-15,1 0 0 16,1 0 0-16,2 0 0 16,0 0 0-16,-1 0 0 15,1 1 0-15,-2 2 0 0,3 1 0 16,-2 1 0-16,1 0 0 16,-1 0 0-16,0 0 1 15,2 1-1-15,0 1 0 16,1 0 0-16,-2 0 0 0,1 1 0 15,-1 0 0-15,1 2 0 16,-2 0 0-16,-1-3 0 16,1 4 1-16,-5 1-2 15,1-1 2-15,-3-1-1 16,-1 0 0-16,1 0 0 0,-2-1 0 16,-1 0 1-16,-2-2-1 15,0 0 0-15,0 0 0 16,0 1 0-16,0-1-1 15,0 0-9-15,-1-4-29 16,-3-3-53-16</inkml:trace>
  <inkml:trace contextRef="#ctx0" brushRef="#br0" timeOffset="187137.95">20983 10576 31 0,'0'0'21'0,"0"0"-3"0,0 0-10 0,0 0 2 16,0 0 1-16,0 0 1 16,0 0 1-16,0 0-4 15,0 0 2-15,0 0-6 0,0 0-4 16,0 0-1-16,0 0 1 15,0 0-1-15,11-14 0 16,-11 14 1-16,0 0-2 16,3 0 1-16,-1 0 0 15,1 0 0-15,2 0 0 0,-2 0 0 16,3 3 0-16,-1 1 0 16,-1 0-1-16,2-1 2 15,0 1-1-15,0 1 0 16,2-2 0-16,-2-1 0 0,0 1 1 15,-1-3-2-15,-1 3 2 16,0-3-1-16,0 1 0 16,-2-1 0-16,1 0 0 15,-2 0 2-15,1 0 5 16,0 0-2-16,-2 0 0 0,2 0 1 16,-2 0-1-16,0-1 1 15,1-2-1-15,1 2-2 16,0-2-1-16,0-1-1 15,0-1 0-15,0 1 0 16,0-1 0-16,0-1 0 16,1-1 1-16,-1 1 2 0,1-3 2 15,-1 1 1-15,1-1-4 16,-1 1 3-16,2 0-5 16,0 0 1-16,-2 2-2 15,0 0-2-15,1 3-8 16,2-3-22-16,-1 1-18 0,-1-3-54 15</inkml:trace>
  <inkml:trace contextRef="#ctx0" brushRef="#br0" timeOffset="190304.36">20708 10322 48 0,'-5'0'10'0,"1"-3"9"0,2 0-4 0,1-1 2 15,0 0-2-15,1 2-4 16,0-1-1-16,0 1-1 16,0 0-2-16,0 0-3 0,0-1-3 15,0 1-1-15,6-1 0 16,2 2 0-16,4-2 0 16,-1 0 0-16,3 2 0 15,-1-1 1-15,3 1-1 16,-1-2 0-16,2 3-1 15,-1 0 2-15,3 0-1 0,-3 0 0 16,4 0 0-16,-2 0 0 16,0 0 0-16,0 3 0 15,-2 1 0-15,3 2-1 16,-3 0 0-16,0-1 1 16,-1 4 0-16,-1-1 0 0,0 2 0 15,-1 0 0-15,-3 0 0 16,1 1 0-16,-4 1 0 15,0-1 0-15,-1 1 0 16,-1-1 0-16,0 0 0 0,2 1 0 16,-1-1 1-16,-3 2-1 15,3 0-1-15,-2-1 2 16,-1 0-1-16,1-2-1 16,-2 1 1-16,1-4 0 15,-3 2 0-15,2-2 0 16,-2-2 1-16,0 0-1 0,0 0 0 15,0-2-1-15,0 1 1 16,0-2-2-16,0 1-11 16,-5 1-9-16,-2-2-18 15</inkml:trace>
  <inkml:trace contextRef="#ctx0" brushRef="#br0" timeOffset="190902.74">20999 10588 3 0,'0'0'17'0,"0"0"-8"0,0 0-1 0,0 0-4 16,0 0 2-16,0 0 3 15,0 0 2-15,0 0-1 16,38-19-2-16,-33 16-5 15,1-1-3-15,-4 0-1 0,0 1-24 16</inkml:trace>
  <inkml:trace contextRef="#ctx0" brushRef="#br0" timeOffset="197413.23">21014 10997 114 0,'0'0'0'0,"0"0"6"0,0 0-5 0,0 0-1 0,0 0 2 15,0 0-2-15,0 0 0 16,0 0 2-16,0 0 0 15,0 0 3-15,0 0-5 16,0 0-15-16,0 0-23 0</inkml:trace>
  <inkml:trace contextRef="#ctx0" brushRef="#br0" timeOffset="200378.73">21036 10731 26 0,'0'0'10'0,"0"0"12"0,0 0-5 16,0 0-1-16,0 0 2 16,0 0 0-16,0 0-9 0,0 0-4 15,0 0 0-15,0 0-3 16,0 0-1-16,0 0 0 15,0 0-1-15,-12-20 0 16,12 20 1-16,0-1-1 0,0-1 0 16,0-1-1-16,2 1 1 15,1-1 1-15,2 0 0 16,-2-1 1-16,3-2 2 16,1 3-1-16,0-1 1 15,2-2-2-15,1 2 3 0,0-2-4 16,1 2 1-16,-2 0-2 15,2-1 1-15,0 1-1 16,0 1 1-16,0 0-1 16,1-1 0-16,1 0-2 15,2 1 4-15,0 1-2 16,1-1 1-16,0 1 1 0,-1-2-2 16,0 2 0-16,0-2 0 15,-1 3 2-15,-3-1-2 16,0 2 0-16,2-2-2 15,-1 2 2-15,2-1-1 0,-1 1 2 16,3 0-2-16,-3 0 2 16,0 0-1-16,1 0 0 15,-3 0 0-15,2 0 2 16,-5 0-2-16,2 0 0 16,0 0 0-16,0 0 0 15,0 0 0-15,1 0 0 0,1 0 0 16,0 0 1-16,2 1-1 15,-2 1 0-15,2 1 0 16,-3-1-1-16,0 1 2 16,0-1-2-16,-2 2 1 0,0 0 0 15,1-2 0-15,-1 1 0 16,-1 1 0-16,-1 0 0 16,4 1 0-16,-4-1 0 15,2 1 0-15,2 0 0 16,-3 1 0-16,0-1 0 15,2 2 0-15,-3-1 0 0,0 0-2 16,-2 1 2-16,0-3-1 16,0 3 1-16,0 0 0 15,-2-1-1-15,1 1 1 16,-1 0 0-16,0 2-1 0,0-1 1 16,-1 2-1-16,0 0 1 15,0-1 0-15,-2 2-1 16,0 0 0-16,0 0 1 15,0 0 0-15,0 0 2 16,0 2-1-16,0-2-1 16,0 2 0-16,0 0 1 0,0 0-1 15,0 0 0-15,0 1 0 16,0 1 0-16,-3-2 0 16,0 1 0-16,-1-1 1 15,1 2-1-15,-4-4 0 16,0 0 0-16,0 0 1 0,1 1-1 15,-3-2 0-15,-1 0 0 16,0 0 0-16,0 1 0 16,-2 0 0-16,1-1 2 15,0-1-1-15,-1 2 0 16,-1-1 0-16,-1 0-1 0,1 0 1 16,-1 1-1-16,-1-2 0 15,-1 1 0-15,0-2 1 16,-3 1-1-16,1-1 0 15,-4 1 1-15,0-1-1 16,-1-2 0-16,0 2 1 16,0-1-1-16,1-1 0 0,1 0 1 15,2 1-1-15,-1-1 0 16,1-1 0-16,0 1 1 16,-4 1-1-16,1 0-1 15,-2-4 2-15,-1 3-1 16,0-2 0-16,1-1 0 0,0-1 0 15,1-2 1-15,1 1-1 16,2-1 0-16,0 0 0 16,0 0 1-16,0 0-2 15,1 0 2-15,-1 0-1 0,1 0 0 16,0 0 0-16,-1 0 2 16,1 0 3-16,-3 0 1 15,3-3 1-15,1-1-3 16,-2-1 1-16,3 0-1 15,1 0-1-15,4 0 2 16,-1-2-3-16,2 1 0 0,1-3-1 16,2 0 1-16,-5-2 1 15,5 0 3-15,1-2-2 16,-1-1 1-16,3 0-2 16,1 0-1-16,1-2-2 15,2 1 0-15,-1-1-2 0,1 0 1 16,1-2-1-16,0 2 2 15,0-1 2-15,0-1-4 16,0-1 2-16,1 1 0 16,1-1 0-16,4-1-1 0,-2 1 1 15,1 0-3-15,1-1 5 16,0 3-2-16,1 0 0 16,-1 1 0-16,3 2 0 15,-4 0 0-15,3 1-3 16,-1 1 2-16,5 0 1 15,-1 2 0-15,2-3-1 0,2 2-1 16,1 1 1-16,0-1 1 16,1-2-5-16,1 3 6 15,0 0 1-15,2 0-2 16,-2 0 0-16,1 0 0 16,1 2 1-16,1-2-1 15,-1 4 0-15,1-1 1 0,0 0-2 16,0 1 1-16,0 1 0 15,-1-1 1-15,0 0-1 16,2 2 0-16,0-2 0 16,1 1-2-16,-3 1 2 15,2 0 0-15,-1 0 0 0,0 4 0 16,0-1 1-16,1 1-1 16,-1 0 0-16,1 0 0 15,0 0 0-15,-4 0 0 16,0 0 0-16,-2 1 0 15,-1 2 0-15,-3 1 0 0,1-1 0 16,0 1 0-16,1-1 0 16,1 2 0-16,0 0 0 15,1 1 0-15,0 1 0 16,-3 0 0-16,1 2 0 16,-5-1 0-16,0 3-1 15,2 1-1-15,-5 2 0 0,2 2 3 16,-2 2-1-16,1 1 0 15,1 1 0-15,-1 2 0 16,-1 0 0-16,1 0 1 16,-1 2-1-16,0-5-1 0,-4 5-1 15,-1-5 2-15,-1-1 0 16,0 0-1-16,0 1 1 16,0-2 1-16,-2-3 0 15,-1 3-1-15,-4-2 1 0,2-1-1 16,-3 0 0-16,-2 2-1 15,-5-1 1-15,0-1-1 16,-3 2 1-16,-5-2-1 16,1-1 2-16,-3-2-1 15,1 1 0-15,-2-1 1 16,0-1-2-16,0 0 1 0,-2 0 0 16,-2-2 0-16,0 2 0 15,-1-3 0-15,-4 2-1 16,0-2 2-16,-3 3-1 15,2-3 0-15,1-3 1 16,0 3-1-16,2-4 0 0,3-1 1 16,5-2-1-16,-1 0 1 15,4 0-1-15,3-2 2 16,3-4-2-16,-1-1 1 16,1-3 0-16,2-1-1 15,3-2 0-15,2-1-1 0,2-4-28 16,3-5-74-16</inkml:trace>
  <inkml:trace contextRef="#ctx0" brushRef="#br0" timeOffset="205333.16">21412 11170 41 0,'0'0'4'0,"0"0"-2"0,0 0-2 15,0 0-7-15,0 1 3 16,0-1 2-16,0 0 1 0,0 0 1 15,0 2 0-15,0-2-2 16,0 1-1-16,0-1 1 16,0 1 2-16,0 0-1 15,0 1 0-15,0-1 1 16,0 0-5-16,-2 0-13 0</inkml:trace>
  <inkml:trace contextRef="#ctx0" brushRef="#br0" timeOffset="205503.58">21412 11170 24 0,'-2'15'9'0,"2"-15"-9"16,0 0 0-16,0 0 0 15,0 0 1-15,0 0-1 16,0 0 1-16,0 0-1 16,0 0 1-16,0 0-1 15,1 0-1-15,0 0 1 0,1 0-10 16,1 0-15-16</inkml:trace>
  <inkml:trace contextRef="#ctx0" brushRef="#br0" timeOffset="209720.7">14329 13308 37 0,'0'0'3'0,"0"0"10"0,0 0 5 0,0 0 2 15,0 0 9-15,0 0 3 16,0 0-9-16,0 0 2 16,0 0-7-16,0 0-10 15,0-29-5-15,-2 28-1 16,-1 0-5-16,1 0 2 15,-2 0-3-15,-1 1 3 0,-1-2 3 16,-1-1-3-16,0 2 5 16,-3-2-5-16,1-1 2 15,-1 1-3-15,1 0 2 16,-3 0-1-16,2 0 1 0,1-1 0 16,-2 1 0-16,-3-2 1 15,1 0-1-15,-5 1 1 16,-1 1-1-16,-2-1 0 15,-4 1 1-15,-1 2-1 16,-1-2 0-16,0 3 1 16,0 0-1-16,-1 0 1 0,1 0-1 15,-1 0 2-15,0 0-2 16,1 0 0-16,0 0 0 16,1 3 0-16,3 0 0 15,-2 1 1-15,1-1-1 16,5-1 0-16,-2 1 0 0,4-1 0 15,-3 2 2-15,2 0 0 16,0 1 0-16,-1-1-1 16,-1 0 0-16,2 2 1 15,-2 1-2-15,1 1 1 16,-2-2-1-16,2 2 0 0,-4 1 0 16,4-3-1-16,-5 2 2 15,3-1-1-15,-1-1 1 16,4 1-1-16,-2-1 0 15,4 1 0-15,0 2 0 16,1-1 0-16,-3 3 0 16,3-2 0-16,-1 4 0 0,1-2 0 15,1 2-1-15,2 0 1 16,0 0 0-16,2 2 0 16,1-1 0-16,-2 1-1 15,4 2 2-15,-2-2-1 16,1 2 0-16,0 0 0 0,-1-1 1 15,1-2-1-15,0 2 0 16,2-1 1-16,-2 1-1 16,3 1 0-16,-2 0 0 15,3 0 0-15,-1 2 0 16,-1-1 0-16,3 1 0 0,1-1 0 16,2-1 0-16,0 0 0 15,0-1-1-15,0-2 0 16,0 0 1-16,0 0 0 15,4-2-1-15,1 0 2 16,2 3-1-16,-3-3 0 0,3 4 0 16,-2-2 0-16,3 1 1 15,0 1-1-15,0 0 0 16,1-2-1-16,3 0 0 16,1-2 0-16,2 1-1 15,3-3 2-15,0 0 0 0,1-1 0 16,2 0 0-16,-1-2 0 15,0 2 0-15,-1-2 0 16,3 0 0-16,-3-3 0 16,2 3 0-16,-3-2 0 15,4 2 0-15,-2-3-1 0,-2 1 1 16,2-1 0-16,-2 1 0 16,0 1 1-16,2-1-1 15,-2 1 0-15,4 1 0 16,-1-1 0-16,3 0 1 15,-2-1-2-15,3-1-1 0,0-1 2 16,2 0 0-16,0 0 1 16,0 0-1-16,-1-3 0 15,1 0 1-15,1 0 0 16,0 0-1-16,1 0 1 16,0 0 0-16,2-3-1 15,0-3 1-15,-2-1 0 0,3 0 2 16,1-3-2-16,-2 3 0 15,0-3 0-15,-1 2-1 16,1-2 0-16,-2-2 0 16,0 1 1-16,0 0-1 0,0-1 0 15,-2 0 0-15,0 0 1 16,-1-1 0-16,-3-1 2 16,1 0 2-16,0-3-2 15,-3 1-1-15,-1-5 1 16,1 1-2-16,-2-2 3 0,-3 0-3 15,-2 1 0-15,0-1 0 16,-2 1 0-16,0-1 1 16,-4 0 0-16,-1 1 0 15,-2-1-1-15,-1 0 3 16,-2-1-4-16,0 0 1 16,-2 2 0-16,0-3 0 15,0 0 0-15,0-2 3 0,0-1 2 16,-2 0-1-16,-4 2-2 15,1-3-1-15,-4 3 0 16,0 2 0-16,-2 1 0 16,-2 0-3-16,-1 5 2 0,-1 0-1 15,1 3-2-15,-1 4-6 16,-2-1-16-16,3-2-27 16,0-6-82-16</inkml:trace>
  <inkml:trace contextRef="#ctx0" brushRef="#br0" timeOffset="211925.62">21311 11191 71 0,'3'-1'17'0,"1"-4"1"0,3 1-4 0,-1 1 0 0,3-1-6 16,-2 1 1-16,3 1-3 16,0 0-3-16,1-1-1 15,3 3-1-15,-3 0-1 16,3 0 2-16,0 0-2 0,3 0 0 16,-2 3 0-16,2 4-2 15,-2 0 4-15,2 3-2 16,-2 0 0-16,2 6 0 15,-2-2 0-15,-1 6 0 16,-1 1 0-16,0 1 0 0,-1 2 1 16,-3 1 0-16,0 1 2 15,0 2-2-15,-3 0 2 16,-2 2 2-16,1 0 1 16,0 0-1-16,1-1 0 15,0-1 0-15,-2-3 1 0,2-3 2 16,-2-1-3-16,-1-1 1 15,0-2-3-15,-1-2 1 16,0 1-1-16,0-3-1 16,-2 2 1-16,0-6 0 15,0 0 1-15,0-2-1 0,0-2 0 16,0-2 1-16,0 2 1 16,0-2-1-16,0-1-2 15,0-1 0-15,0 0-2 16,0 1 1-16,0-3-2 15,-2 3 1-15,2-2-1 16,-2 1-4-16,1-1-23 0,0-1-38 16,-2 0-92-16</inkml:trace>
  <inkml:trace contextRef="#ctx0" brushRef="#br0" timeOffset="212459.64">21602 11796 59 0,'0'0'5'0,"0"0"-3"0,0 0 2 0,0 0-2 0,0 0 2 15,0 0 3-15,0 0 2 16,41 7 6-16,-33-5 3 16,0-1-4-16,2 2-4 15,-1 0-5-15,0 1 0 16,2-1-2-16,0 1 0 0,-2-1-2 15,1-1 0-15,0 0 0 16,-4-2 2-16,2 2-1 16,1-2-1-16,0 0-1 15,1 0 1-15,-3 0-4 16,1 0-37-16,-3 0-28 0</inkml:trace>
  <inkml:trace contextRef="#ctx0" brushRef="#br0" timeOffset="212808.75">21859 11710 66 0,'0'0'17'0,"0"0"2"0,0 0-8 15,0 0-2-15,0 0-5 16,0 0-2-16,0 0 2 15,0 0 2-15,0 0 2 16,-19 20-4-16,14-12-3 0,0 2-2 16,-3 1-5-16,-2-4-21 15</inkml:trace>
  <inkml:trace contextRef="#ctx0" brushRef="#br0" timeOffset="-212707.54">21534 11298 53 0,'-2'-5'5'0,"0"1"14"0,-1 0-4 0,2-2-7 15,1 3-4-15,0-1 0 16,0 0-2-16,-2 0 7 15,0-2 4-15,0 3 0 16,1 2-6-16,-1-2 0 0,-1 0-1 16,2 2-5-16,1 0-1 15,-1-1 2-15,0 0 2 16,1 2 1-16,0 0 0 16,0 0-1-16,0 0-1 15,2 0 0-15,5 0-2 0,1 0 1 16,1 4-1-16,5 4-1 15,0 3 0-15,1 2 0 16,-3 2 0-16,1 3 0 16,-2 0 0-16,-1 0 0 15,-1 2 0-15,-2 0-1 0,0 1 2 16,2 1-1-16,0-1 0 16,-2 3 0-16,3-3 0 15,-5 2 0-15,4 0 2 16,-6-1-4-16,0-1 2 15,2-1 0-15,-3-2 0 0,-1 0 2 16,1-1-2-16,1-1 0 16,-2-2 0-16,-1 2 0 15,0-3 0-15,0 0 1 16,0-1 2-16,0-2-1 16,0-1 2-16,0-1-2 0,-2-2-1 15,1-2 0-15,0 2-1 16,-1-2 1-16,1 0-1 15,-1 1-1-15,-4-2-26 16,2-1-23-16,-3-2-48 16</inkml:trace>
  <inkml:trace contextRef="#ctx0" brushRef="#br0" timeOffset="-212379.08">21550 11814 64 0,'0'0'25'0,"0"0"10"0,0 0-9 16,0 0-10-16,0 0-3 15,0 0-10-15,0 0-5 16,0 0 5-16,0 0-3 16,0 0 1-16,43 9 0 0,-28-3-1 15,-1-2 0-15,4 2 1 16,-5-2-1-16,3-1 0 16,-1-1 0-16,2-1-7 15,-1-1-24-15,0 0-14 16</inkml:trace>
  <inkml:trace contextRef="#ctx0" brushRef="#br0" timeOffset="-212188.02">21765 11755 126 0,'0'0'-11'0,"0"0"24"16,0 0-6-16,0 0-6 15,0 0-1-15,-40 24 0 16,32-10 0-16,2-1 0 0,1 3-1 16,0-1-11-16,0-4-44 15</inkml:trace>
  <inkml:trace contextRef="#ctx0" brushRef="#br0" timeOffset="-210991.07">21407 11239 33 0,'0'0'19'0,"0"0"11"0,0 0-12 0,0 0-4 16,0 0-3-16,0 0-6 16,0 0 0-16,0 0-1 15,0 0-1-15,0 0 3 16,0 0-3-16,0 0 0 0,29-28 0 16,-17 28-2-16,-2-3-1 15,4 3 0-15,0 0 1 16,1 0-1-16,1 0 0 15,-1 6 0-15,0 2 0 16,-1 1 0-16,1 2 0 0,-2 2-1 16,0 3 1-16,-2 1 0 15,-2 1 0-15,2 2 0 16,-2 1-1-16,-4-1 2 16,3 0-1-16,-5 0 0 15,3-1 0-15,-1-1 0 0,-2 2 0 16,0-2 1-16,1 2-1 15,1 0 0-15,-4 1 0 16,2 0 0-16,-2-3 0 16,2 2 0-16,-1-2 0 15,0-1 1-15,0 3-1 16,0-3 1-16,-1 1 0 0,1 0 2 16,0-2-3-16,-1 2 2 15,0-3-1-15,1 1 1 16,-2-2-1-16,2-4-1 15,-2 3 0-15,1-3 1 16,-1 0-1-16,0-2 0 0,1 0 1 16,0-1-1-16,0-1 2 15,1 0-1-15,-1-1 1 16,0-1-2-16,-1 0 1 16,1 0-1-16,-1-1 0 15,0-1-1-15,0 0-9 0,-4 0-23 16,0-2-7-16</inkml:trace>
  <inkml:trace contextRef="#ctx0" brushRef="#br0" timeOffset="-209846.81">21490 11809 16 0,'0'-3'17'16,"0"2"9"-16,0-1-8 0,0 2-6 0,0-2-6 15,0 0-2-15,0 2-3 16,0 0 0-16,0-1 0 0,0 1 0 16,0 0 0-16,0 0 4 15,0-2 1-15,0 2 1 16,0 0-3-16,0 0-1 15,2 0-2-15,1 0-1 16,1 0 0-16,2 0 2 0,2 0-2 16,-1 2 0-16,1 1 0 15,2-1 1-15,1 2-2 16,0 0 2-16,2 1 0 16,0 1 0-16,0 0 0 15,-2 2-1-15,1-1 0 0,2 0 0 16,-2 0 0-16,-1 1 0 15,0-2 1-15,-1-1-1 16,-1-1 0-16,1 0 1 16,-4-1 0-16,0-3 4 15,0 0 2-15,-1 0 0 0,-2 0-2 16,-2 0-3-16,1 0 3 16,-1 0 5-16,0-1-2 15,1-5-3-15,-1 0 0 16,2-1-4-16,0 0 1 15,0 0-1-15,1-2 1 0,1 1-1 16,2-3 0-16,0 1 1 16,-1-2-1-16,3 2-1 15,-3-4 0-15,2 3 1 16,-3-2-1-16,1 0-1 16,-1 0 2-16,-1 2-1 15,1 2 1-15,-1 1-2 0,-1 1 0 16,0 7-5-16,0-2-20 15,-1 2-24-15,-2 0-25 16</inkml:trace>
  <inkml:trace contextRef="#ctx0" brushRef="#br0" timeOffset="-208849.04">21461 11224 12 0,'0'0'66'0,"0"0"-49"0,0 0-1 0,0 0-4 0,0 0-7 16,0 0 2-16,0 0-3 16,0 0-2-16,0 0 1 15,0 0-2-15,0 0 0 0,0 0 0 16,0 0 0-16,0 0-3 15,-7-13 3-15,14 13 0 16,1 0-1-16,3 0 0 16,0 0 0-16,3 0 0 15,0 1 1-15,2 4-2 0,2 0 2 16,0 1-2-16,-1 1 0 16,0 0-4-16,-2 3 1 15,0 0 2-15,-3 3 2 16,-3 1 0-16,0 0-1 15,-2 2 1-15,-1 0 0 16,0 2 0-16,-1 1 0 0,2 0 0 16,-1 1 0-16,1 2 0 15,-3-1 0-15,1 0 0 16,-1-2 0-16,0 5 0 16,-4-4 0-16,2 1 0 15,-2-1 0-15,0 1 1 0,0 1 0 16,0-1-1-16,2 0 0 15,-1 0 1-15,0 1-1 16,3-4 0-16,-2 1 0 16,-1-2 0-16,1-4 1 15,1-1 1-15,0 0 2 0,-1-1 0 16,0-4-3-16,2 3 0 16,-2 0 0-16,0-2-1 15,0 1 0-15,2-2 1 16,-3 0-1-16,-1 0-3 15,0-1-24-15,0-2-50 0</inkml:trace>
  <inkml:trace contextRef="#ctx0" brushRef="#br0" timeOffset="-206836.34">22509 10907 35 0,'0'0'17'0,"0"0"-5"0,0 0-9 0,0 0-3 0,0 0 2 15,1 0-1-15,2 0-1 16,1 0 1-16,2 0 0 16,1 0 1-16,4 0 2 15,2 0 2-15,4-3-2 0,4-2-2 16,6-1 0-16,0-1-2 15,7-3 2-15,3 3-2 16,4-4 0-16,3 0 0 16,2-1 1-16,3-4 1 15,1 2 5-15,2-2 6 0,-2 1 5 16,0-1-3-16,-2 4 2 16,-4-3-2-16,-3 5-10 15,-3 2-4-15,-3 2-1 16,-8 3 0-16,-7 0 0 15,-6 3-1-15,-6 0-10 0,-8 6-31 16,-5 0 2-16</inkml:trace>
  <inkml:trace contextRef="#ctx0" brushRef="#br0" timeOffset="-206188.3">20380 11536 58 0,'0'0'14'0,"0"0"9"0,0 0-4 0,0 0 2 0,-40 0-3 15,35 0 4-15,2 0-4 16,3 0 4-16,0 0-9 15,0 0-7-15,0 0-9 16,8 0 0-16,7 0 2 0,11 0-4 16,8-4-17-16,4-7-48 15</inkml:trace>
  <inkml:trace contextRef="#ctx0" brushRef="#br0" timeOffset="-205029.28">22684 11585 59 0,'0'0'5'0,"0"0"4"0,0 0 2 0,0 0-6 16,0 0 1-16,0 0 0 0,0 0 4 16,0 0 0-16,0 0 5 15,0 0 1-15,0 0 2 16,0 0-5-16,0 0-3 16,-5-20-2-16,5 20-7 15,0 0-2-15,3 0 2 0,4 3-2 16,3 4 2-16,-3 1-2 15,6 3 2-15,-1 2-2 16,4 1 2-16,-1 2-1 16,1 1 0-16,1 2 0 15,0 2 0-15,1-1 0 0,0 0 1 16,1 0-1-16,-3-2 0 16,2 2 0-16,-1-3 0 15,1-1 1-15,-2 2 0 16,2-4-1-16,-3 1 1 15,3-1-1-15,-2-3 0 16,-5 0 0-16,-4-2 2 0,2-1-2 16,-2-1 0-16,-3-2 0 15,-2-1-2-15,-2-1 2 16,0 1-11-16,-10-1-36 16,-5-3-37-16</inkml:trace>
  <inkml:trace contextRef="#ctx0" brushRef="#br0" timeOffset="-204301.48">22464 11757 4 0,'0'0'53'0,"0"0"-44"0,0 0 7 0,0 0-11 15,0 0 0-15,0 0 2 16,0 0 3-16,0 0-3 16,0 0 7-16,0 0 1 15,0 0-8-15,-35-21-2 16,35 21-5-16,0 0-4 0,0 0 5 15,2 1-2-15,7 6 1 16,0-3 0-16,2 3 1 16,4 2 2-16,4-1 2 15,-1 2-2-15,4 0-1 16,-2 0 1-16,5 2-2 16,1-1 0-16,-1 1-1 0,0 1 1 15,1 1 1-15,-1-2 0 16,0 1 3-16,1-1 1 15,-5 1-1-15,1-1 0 16,-1 2-3-16,-1-3 1 0,-1 3-1 16,1-4 1-16,-1 2-2 15,2-2 1-15,-4-2-1 16,0 1 1-16,0-4 1 16,-3 2 2-16,0-1 1 15,-3-5 3-15,-1 2-5 0,-2 0-1 16,-2-2-2-16,-1 2 1 15,-1-2-2-15,-2 1 0 16,-2 0-2-16,0-1-8 16,0 3-7-16,-6-1-17 15,-3 1-18-15,-2 0-27 16</inkml:trace>
  <inkml:trace contextRef="#ctx0" brushRef="#br0" timeOffset="-203469.8">22791 12164 54 0,'0'0'12'0,"0"0"8"0,0 0-12 15,0 0-2-15,0 0 5 16,0 0-5-16,0 0-2 16,0 0-1-16,0 0-2 0,0 0 1 15,42-10-1-15,-33 10 0 16,2 2 0-16,1 2 1 15,-1 0-2-15,1-1 2 16,3 1-2-16,0 2 1 16,3-1 0-16,-3-2 1 0,2 2-1 15,0-2 0-15,2 1 0 16,-2 0-1-16,-1 0 1 16,-1 0 1-16,-1-1-2 15,2-1 0-15,-3 1 0 16,0-2 1-16,-1-1-1 0,-2 1 1 15,2-1-1-15,-6 0 0 16,2 0 1-16,-2 0 3 16,0 0 6-16,-1-1 2 15,-2-3 2-15,1-1-2 16,-1-2 1-16,-2-1-3 16,1 1-1-16,-1-2 0 0,-1-4-2 15,0 1-1-15,0-4-1 16,-1-2 1-16,-3-2-1 15,0-2 1-15,0-6 0 16,0 1 2-16,2-4 0 16,2-3 0-16,0 1-3 0,0 0-2 15,0 2 0-15,0 4-1 16,0 3-2-16,0 1 0 16,0 6 0-16,0 6 0 15,0 1 0-15,1 6-1 16,-1 4-4-16,0 0-31 0,0 2-24 15,0 4-14-15,-1 1-30 16</inkml:trace>
  <inkml:trace contextRef="#ctx0" brushRef="#br0" timeOffset="-196194.22">21488 11319 46 0,'0'-4'10'0,"0"-2"1"0,0 1 0 15,0 0-7-15,0 2-3 16,0-1 0-16,0 1 0 16,0 0 0-16,0 0 3 15,0 1 8-15,0 0 1 0,0 1-2 16,0-1-5-16,5 2-6 16,7 0 0-16,3 0 0 15,5 2 0-15,2 5 0 16,2 1-2-16,1 4 1 15,0 5 1-15,-3 3 0 0,-2 2 0 16,0 4-1-16,-4 4 0 16,1 1 1-16,-4 3 0 15,-1 0 0-15,-3 2 0 16,-4-4-1-16,-4 1 1 16,-1-4 0-16,0-3 1 0,-1-4 0 15,-4-4 1-15,-3-1 3 16,2-5-1-16,0-1-1 15,2-1 0-15,1-3-2 16,1 0-1-16,0-1-2 16,1-2-18-16,1-4-46 0</inkml:trace>
  <inkml:trace contextRef="#ctx0" brushRef="#br0" timeOffset="-188311.19">9521 8730 57 0,'0'0'2'0,"0"0"2"0,0 0 2 0,43-9-1 16,-32 8-2-16,-2-2-2 15,3 3 2-15,-1-1 0 16,3-1 4-16,-1 2 3 0,0 0 1 16,2 0-3-16,-2 0-4 15,1 0-2-15,-1 0-1 16,1 3-1-16,-3 1 0 16,0 1 1-16,1-1-1 15,-3 0 0-15,1 0 0 0,0 1 1 16,-3-1-1-16,1 0 0 15,-4 2 0-15,1-2-1 16,0 3 0-16,-3-1-10 16,-2 2-17-16,0 0-7 15,0-1-18-15</inkml:trace>
  <inkml:trace contextRef="#ctx0" brushRef="#br0" timeOffset="-76621.84">22405 15783 39 0,'0'0'12'0,"0"0"-12"0,0 0 3 0,0 0 9 15,0 0-5-15,0 0 1 0,0 0-2 16,0 0 3-16,0 0-3 16,0 0 0-16,0 0-3 15,0 0 0-15,24 21-1 16,-13-21 3-16,2-4 2 15,4-7 0-15,7-4-3 16,2-3-1-16,6-4 1 0,6 1 0 16,-3-3 1-16,3 3 0 15,-2 0-3-15,-1 1 1 16,-5 3-3-16,-2 1 1 16,-4 4-1-16,-4 3 0 15,-5 2 1-15,-5 2 0 0,-1 4 2 16,-5-2-3-16,-2 3 2 15,-2 0 8-15,0 0 5 16,0 0-11-16,0 0-2 16,0 0-4-16,0 0 3 0,0 0 0 15,0 2 1-15,2 2 0 16,0-1-7-16,1 1-13 16,5 1-4-16,0-2-2 15,3 0-2-15,3-3-8 16,1 0-22-16</inkml:trace>
  <inkml:trace contextRef="#ctx0" brushRef="#br0" timeOffset="-67848.19">6608 9028 29 0,'0'0'13'0,"0"0"-3"0,0 0-4 0,0 0-3 16,0 0-2-16,0 0 1 0,0 0 5 15,0 0-2-15,0 0 0 16,0 0-4-16,0 0-1 16,0 0 0-16,0 0 0 15,6 11 1-15,-4-6-1 16,2 1 1-16,-2 0 0 15,3 2 0-15,-3 0 0 0,0-1-1 16,2 0 1-16,-1-1-1 16,0-3 0-16,1-2 1 15,0-1 2-15,3 0 4 16,5-4 6-16,1-9 2 0,5-5-4 16,1-5-2-16,8-7-1 15,3-4-1-15,5 0-4 16,3-3 0-16,7 0-1 15,-1-4-5-15,0 0-52 16</inkml:trace>
  <inkml:trace contextRef="#ctx0" brushRef="#br0" timeOffset="-67014.91">6262 10784 108 0,'0'0'4'0,"0"0"-1"0,0 0 2 0,0 0-4 15,0 0-1-15,0 0 1 16,-13 39-1-16,13-33 1 0,0 1-2 15,0-3 1-15,1-2 0 16,5-2 4-16,0 0 4 16,6-2 8-16,3-13 11 15,10-11-4-15,11-12-9 16,13-16-6-16,16-20-5 0,18-13-2 16,9-22-5-16,12-13-104 15</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6:05:21.610"/>
    </inkml:context>
    <inkml:brush xml:id="br0">
      <inkml:brushProperty name="width" value="0.05292" units="cm"/>
      <inkml:brushProperty name="height" value="0.05292" units="cm"/>
      <inkml:brushProperty name="color" value="#FF0000"/>
    </inkml:brush>
  </inkml:definitions>
  <inkml:trace contextRef="#ctx0" brushRef="#br0">19579 10900 60 0,'-2'0'4'0,"0"0"17"0,1 0 3 0,0 0-6 16,1 0-7-16,0 0-4 0,0 0-4 16,0 0-3-16,0 0 1 15,0 0 0-15,0 0 1 16,0 0 6-16,0 0-1 16,0 0-2-16,0 0 0 15,0 0 4-15,0 0-7 0,0 0-2 16,0 0 1-16,0 0-1 15,-2 0 1-15,2 0 0 16,0 0-1-16,0 0 1 16,0 0 0-16,0 0-1 15,0 0 0-15,0 0 2 0,0 0-4 16,0 0 2-16,-1 0-1 16,1 0 0-16,0-1-1 15,0-1 2-15,0 2 1 16,0-1 0-16,0 1 0 15,0 0-1-15,0 0 0 0,0 0 0 16,0 0-9-16,0 0-27 16,0 0 4-16,0 0-25 15</inkml:trace>
  <inkml:trace contextRef="#ctx0" brushRef="#br0" timeOffset="6307.19">19373 10499 9 0,'1'-2'25'0,"1"-1"-10"0,0 1-6 0,-1 0-6 16,2 1-2-16,-3 0-1 15,3 1 0-15,-3-1 1 16,0 1-2-16,0-2-1 0,0 2-2 16,0-1 5-16,-3-2-1 15,-2 2 2-15,1-1 1 16,0 0 2-16,-2 1 1 16,1-2-1-16,-2 2 1 15,0-2-2-15,-1 3-4 16,1 0 1-16,-3-1 1 0,0 1 4 15,1 0-4-15,-3 0-1 16,2 0 0-16,-1 0 0 16,-3 0-1-16,3 0 0 15,0 0-2-15,-1 0 11 16,1 0-5-16,-3 1-5 0,3 1 10 16,-1-1-4-16,0 2-1 15,3-1 1-15,-2 0-2 16,-1 0 0-16,2 1 3 15,1-1 4-15,-3 3-2 0,1 1-8 16,-2-1 1-16,1 4-1 16,-1 0 0-16,-1 1-1 15,1-1 1-15,-2 2 0 16,4-2 0-16,-2 2 0 16,3-1 0-16,-1 1 0 15,-1 1 1-15,0-1 0 0,1 2-1 16,1 0 1-16,-1 1 1 15,1 0-1-15,0 2 0 16,3-1 0-16,-1 2 1 16,3-1 0-16,-3 2-1 15,3-2 0-15,2-1 2 0,1 1-3 16,2-2 2-16,-2 1-1 16,1-1 0-16,1 0 2 15,0 2-2-15,-1-1 0 16,0 1 0-16,0 1 0 15,-2 1 2-15,1-2-1 0,2 1-2 16,-2 0 1-16,0-2 1 16,1-1 0-16,-1 1 0 15,2-2-1-15,0 0 2 16,-2 0-2-16,1 2-1 16,0-2 1-16,-2 1 0 0,3-1-1 15,-2 1 0-15,-2 2 0 16,3-2 1-16,0 0-1 15,1 3 1-15,-1 0-1 16,0 2 0-16,1 1 0 16,0-2 0-16,0 3 1 0,0 0-1 15,0-4 0-15,0 0 1 16,0 1-1-16,0-2 0 16,2-1 0-16,0 4 0 15,2-2 0-15,-1 0 1 16,0 1-1-16,2-1 0 15,0-1 0-15,-1-2-1 0,3 3 2 16,-3-3 0-16,1 2-1 16,2-2 1-16,0 0-1 15,1 0 2-15,-1-1 1 16,4-1-1-16,0 0 0 0,0 1-1 16,1-3-1-16,-1 2 2 15,3-1-2-15,-1-1 1 16,0 0 2-16,1-3 1 15,1 0 4-15,1 0-1 16,-3-3-3-16,0-1 2 16,0 0-4-16,0 0 0 0,1-2 2 15,3-1-1-15,-4 0-1 16,2 0-1-16,1 0 0 16,1 0-1-16,-2 2 0 15,2-2 1-15,-1 0-1 16,2 0 0-16,-3 0 1 0,3 0-1 15,0 0 0-15,0 0 0 16,-3 0 0-16,2 0 0 16,3 0 1-16,-5 0-1 15,2-2 0-15,0-4 0 16,3 2 1-16,-3-3 1 0,1 2-2 16,1-3 1-16,-2 1 1 15,0 0-2-15,0 0 1 16,1-2-1-16,-3 1 1 15,2-2 0-15,-1-1 1 16,3-2 2-16,0-3 0 0,0-1-1 16,3-4-1-16,1 0-1 15,-1-5 0-15,0-1-1 16,-1 0 1-16,1-1-1 16,-7-1 0-16,0 0 1 0,-3 2-1 15,-1-2 0-15,-5 2 1 16,2 0-1-16,-4-4 1 15,0 4-1-15,1-1 1 16,-2-1-1-16,1-1 0 16,3 0 0-16,-5 1 0 15,0-2 0-15,-2 0 0 0,0 0 0 16,0 3-1-16,-2-2 1 16,-8 3 0-16,0 0-1 15,-2 5 0-15,-1 0 0 16,2 2 1-16,-3 0-1 15,1 3 1-15,2 0-1 0,-2 1 1 16,2 0-2-16,-3 3-2 16,3-3-2-16,-2 3 3 15,1 1 2-15,-1 2 1 16,-1-1-1-16,1 2 1 16,2-1 0-16,-1 2 0 15,3 2 0-15,1-1-1 0,-1 2 1 16,4 2-3-16,-2 1 2 15,3 0 1-15,0 0 0 16,1 1 1-16,-2-2-1 16,2 2 2-16,2-2-2 15,-1 0 1-15,-2 1-1 0,1-1 0 16,0-1 0-16,0-1 0 16,-3 2 0-16,1 1 0 15,2-1 0-15,-4-1 0 16,3 0 1-16,0 2-1 15,-2-2 1-15,2 1 0 0,-2-1 0 16,2 1 1-16,0 1 0 16,1 1 0-16,0-1 1 15,1 2-3-15,1 0 0 16,0 3-3-16,1 6-1 16,0 2-3-16,0 2-17 0,0-5-42 15,0-5-50-15</inkml:trace>
  <inkml:trace contextRef="#ctx0" brushRef="#br0" timeOffset="8379.6">18646 9957 67 0,'-4'0'17'0,"2"0"7"0,-2 0-9 0,2-2-5 0,0 1-4 15,0 0 0-15,1-1-1 16,1 2 2-16,-2-1-1 16,2 1-2-16,0 0-3 15,0 0 1-15,0 0-4 0,0 0 2 16,0 0 2-16,0-2-2 16,2 1 2-16,4 0-1 15,2-1 0-15,5-2 0 16,-2 1 0-16,5-1-1 15,-1-1 1-15,0 0 1 0,3-1 2 16,3 0 1-16,1 1 3 16,-1-2-2-16,3 0 0 15,1 1-2-15,0-2-1 16,1 0 0-16,-1 1 0 16,2 2-1-16,-1-1-1 15,-5 0 0-15,1 2 0 0,-5 1 0 16,0 0-1-16,-4-1 2 15,-2 1-2-15,1 2 0 16,-2 1-3-16,-7 0-10 16,1 0-15-16,-4 0-24 0,0 0 5 15</inkml:trace>
  <inkml:trace contextRef="#ctx0" brushRef="#br0" timeOffset="9069.71">18640 10001 70 0,'0'0'18'0,"0"0"-3"0,0 0-10 0,0 0-4 16,0 0-1-16,0 0 0 15,0 0 1-15,0 0-1 16,0 0 0-16,36 0 0 0,-26 0 1 16,3-1 1-16,3-2 6 15,1 0-2-15,5-1 2 16,-1 0 1-16,3-1-1 15,-1 0 0-15,3 0 0 16,-2-2-1-16,0 1-2 0,0 1 0 16,0-1 2-16,-3-1 0 15,1 3-3-15,-6-1-1 16,2 0 1-16,-5 2 0 16,-1 0-2-16,-2 0 0 15,-4 3-1-15,1-2 1 16,-5 0-2-16,3 2 1 0,0 0-1 15,-3 0 0-15,1 0 1 16,-1 0-1-16,1 0 0 16,0 0 1-16,-1 0-1 15,-2 0 0-15,0 0 0 16,0 0 0-16,0 0 0 16,0 0-3-16,0 0-20 0,0 0-27 15,0 0 31-15,0 0-6 16,0 0-16-16</inkml:trace>
  <inkml:trace contextRef="#ctx0" brushRef="#br0" timeOffset="15522.63">21188 11590 92 0,'0'0'12'0,"0"0"13"0,0 0 1 0,0-1-5 0,0-2-2 16,0 3-9-16,0 0-3 15,-2 0-3-15,2-1-1 16,0 1 0-16,0 0-1 16,-2 0-2-16,0 0-1 15,0 0 0-15,0 2 1 0,0 4 0 16,1 0 0-16,-1 0-1 16,-3 1 1-16,2 0 0 15,1 0-2-15,0 1 2 16,0 1-1-16,0-1 0 0,0 2 0 15,2 0 0-15,0 1 0 16,0 1 1-16,0-1-1 16,0-1 1-16,0 1 0 15,0-2 0-15,4 2-1 16,-2-3 1-16,1-1 1 16,1 1-1-16,3-1 1 0,-3-1 0 15,3 1-1-15,-4 0 1 16,4-4 0-16,0 3 0 15,0-2 2-15,0-1 0 16,-1-1 0-16,3 0-1 16,1-2 1-16,-3 0 1 15,4 0-1-15,2 0 0 0,-1 0 0 16,2 0 1-16,-1-4-2 16,0-2 0-16,-2-1-1 15,-1 2 0-15,-1-3 1 16,1 1-1-16,-5 0 0 0,3-1 1 15,-5 1-1-15,2-1 1 16,-2 3-2-16,0-2 0 16,-1 2 0-16,-1-1 0 15,0 2 0-15,0 0 0 16,-1 1-2-16,1 0 2 0,-1 2-1 16,0 1 1-16,0-1 0 15,1 0-2-15,-1 1 1 16,0 0 0-16,2 0-2 15,-2 0-1-15,2 3 2 16,2 2-3-16,-3 3 3 0,2-1 0 16,1 3 0-16,2-3-1 15,-3 3 0-15,2-3 3 16,0-1 0-16,1 1 0 16,4-1 0-16,-4-2 1 15,4-1 2-15,0-2-1 0,2-1 1 16,-3 0 0-16,4 0 1 15,0 0-1-15,0-5-1 16,2-4 0-16,-2-1-1 16,1 0 1-16,-1-5-1 15,-2 0 2-15,0 0 0 16,-4-2-1-16,-1 0 2 0,0 1 2 16,-2-2 0-16,0 1 1 15,-4 0-4-15,0-2 2 16,0 4 1-16,0 1-3 15,0-1-2-15,-6 5-1 16,-2 3-1-16,-1 0-1 0,-1 4 1 16,-4 3-11-16,1 0-23 15,-3 2-23-15,1 3-16 16,-2-1-28-16</inkml:trace>
  <inkml:trace contextRef="#ctx0" brushRef="#br0" timeOffset="16826.25">21758 11553 90 0,'0'-2'16'0,"0"-1"13"0,0 1-12 0,1-1 1 16,-1 2-4-16,0 1-5 15,0 0-2-15,0 0-4 16,1 0-8-16,0 0-6 16,0 4 3-16,0 6 4 0,1 3 2 15,0 1 0-15,1 3 1 16,-1 0 2-16,4 2 1 16,-3-1 0-16,3 2 0 15,-1 0 3-15,-1 0 0 16,-1 0 0-16,1 0 1 0,-2-2-5 15,1 2 2-15,-2-2 0 16,2-2 0-16,-1 0-2 16,1-2 1-16,-1-1-1 15,0 1-1-15,-1-4 1 16,-1 0-1-16,1-2 1 0,-1 0-1 16,0-2 2-16,0 1-2 15,0-4 1-15,0 0-1 16,0 0 1-16,0-3 0 15,0 0-1-15,0 0 5 16,0 0-2-16,0 0 1 0,0 0 2 16,0 0-2-16,0 0 0 15,0 0 2-15,0 0-3 16,0 0 0-16,-1-3-1 16,1 0 1-16,-1-2-1 15,1 1-2-15,0-1 1 0,-2 1 0 16,2-2 0-16,0 2-2 15,0-2-3-15,0-1-4 16,0 0 5-16,0 0-1 16,0 1 1-16,0 1 1 15,0-2 0-15,2 0 1 16,1 1 1-16,3 0 0 16,-1-1-3-16,1 1-2 0,2-1 1 15,-2 4 3-15,2-2 0 16,-1 2 1-16,3 0 0 15,0-3 0-15,1 2 0 16,-2 3 1-16,1-3-1 0,0 3 0 16,1 0 0-16,-1-1 0 15,0 2 0-15,2 0 0 16,-1 0 0-16,-2 0 1 16,2 0-1-16,-1 3 2 15,-2 3 1-15,-1 1 0 16,1 1-1-16,-3 0 0 0,-2 0 1 15,0 2 2-15,-1-2-1 16,1 1-1-16,-3-1-1 16,0 0 0-16,0-1-2 15,0 2 1-15,0-2-1 0,0 0 0 16,-3 0 3-16,0 0-1 16,0 1 0-16,1-1 0 15,-2 2-12-15,0-3-19 16,2-2-41-16,-1-4-8 15</inkml:trace>
  <inkml:trace contextRef="#ctx0" brushRef="#br0" timeOffset="18003.22">22118 11798 3 0,'10'-4'82'0,"0"-1"-73"0,1 1 1 0,0 1-6 16,-1-1-2-16,1 2-1 15,0 1-1-15,-2 0 0 16,1 1 0-16,0 0 1 0,1 0 0 16,-4 0 0-16,3 2 2 15,-2 5-1-15,-1 2-2 16,1-2 1-16,-3 4 1 15,0-1 2-15,-1 0 0 16,-1 2 2-16,-2-1-1 16,-1-3-1-16,0 1 1 0,0-3 2 15,0 2 1-15,-4-2 2 16,-1-3-2-16,-1 0 11 16,0-1-4-16,1 0-9 15,0-1-1-15,-1 1-2 16,2-2 0-16,0 0-1 0,1 0 0 15,1 0 1-15,1 0 0 16,0-6 1-16,1 2-1 16,0-2-5-16,0-1 7 15,0 1-3-15,0-1-2 16,0 1 0-16,3 0 1 0,1-1-1 16,0 0 1-16,2-1-1 15,0 1 0-15,0-1 0 16,2 0 0-16,1-1 1 15,0 1-1-15,1 0 0 16,-2-1 0-16,0 2 0 0,-2 0 0 16,0 2 2-16,-2-1-2 15,1 1 0-15,-1 1 0 16,-3-2 0-16,1 2 0 16,-1 1 1-16,-1-1-2 15,0 3 2-15,0-1-2 16,0 0-1-16,0 0 2 0,0 2 0 15,0 0-2-15,0 0-1 16,0 0 1-16,-1 0 1 16,-1 0 0-16,1 0-1 15,-1 5 2-15,2-2-1 0,-5 1-1 16,3 1 1-16,1 1 1 16,-1-1-1-16,0 0 0 15,0 1 0-15,2-1 1 16,-2 2-1-16,1-1 1 15,0 1-1-15,1-3 1 0,0 3 0 16,0-2 0-16,0 0 0 16,0 2 1-16,0-1-1 15,0 1 2-15,0 0-2 16,0 2 2-16,0-2-2 16,0-1 1-16,0 1 1 15,1-1-1-15,2 0 1 0,0-1 0 16,0-1 1-16,0 3-1 15,4-3 3-15,-4-1-2 16,1 0 0-16,3 0 1 16,-1 0 0-16,2-2-1 15,-1 1 1-15,0-1-2 0,1-1 1 16,0 0-1-16,1 0 1 16,-4 0-1-16,3 0 0 15,-3 0-1-15,1 0 2 16,-1 0-2-16,-2 0 0 0,1 0 1 15,2-1-1-15,-4-1 0 16,3 2 0-16,-1 0-6 16,0-4-34-16,-1-3-73 15</inkml:trace>
  <inkml:trace contextRef="#ctx0" brushRef="#br0" timeOffset="19451.57">22578 11314 60 0,'-2'0'32'0,"-1"0"-10"0,2 0-7 0,1-2-6 15,0 1 0-15,0 0-5 16,1 0-2-16,5 0-1 15,2-1 0-15,2 2 1 16,1-1 1-16,2 1 0 0,1 0 1 16,2 0 0-16,1 0 0 15,3 4-2-15,-4 2 0 16,3 1-1-16,0 0-1 16,-3 3 0-16,-1-2 0 15,-3 2-1-15,0 2 1 0,-6-1 0 16,0 0 1-16,-3-1 1 15,-3 0 0-15,0 0 5 16,0-1 1-16,-1-2 1 16,-10 0 1-16,0 3 1 15,-1-3-5-15,-4 2-3 16,0-1 0-16,-3-1-1 0,4 0 0 16,-1-1 1-16,4 1-3 15,3-3-5-15,3-1-22 16,5-3-23-16,1 0-8 15</inkml:trace>
  <inkml:trace contextRef="#ctx0" brushRef="#br0" timeOffset="19935.64">22923 11239 47 0,'0'0'5'0,"0"0"12"0,0 0-5 0,0 0-3 0,-43 26 0 16,34-16-4-16,3 0 4 16,-1 1-1-16,2 2 3 15,1 0 1-15,0 0 2 16,1 0-2-16,1 1-5 16,0 0 2-16,-1-3 0 0,1 2-2 15,0 1-1-15,2-4 0 16,0 1 4-16,0-2-2 15,3 2 0-15,4-2 0 16,3-1-2-16,-2 0 2 16,3-1-2-16,0-2 0 0,3-3 0 15,-1 2-1-15,2 0 0 16,1-2-1-16,2-1 0 16,1-1-3-16,-1 0-20 15,0 0-37-15,2 0-59 16</inkml:trace>
  <inkml:trace contextRef="#ctx0" brushRef="#br0" timeOffset="20661.36">23107 11886 70 0,'0'0'4'0,"0"0"9"0,0 0-1 16,0 0-3-16,0 0 0 15,0 0 0-15,0 0 4 16,0 0 2-16,0 0 2 0,0 0 3 15,26 18 10-15,-25-18-2 16,0 0-16-16,3 0-9 16,-1-6-1-16,0 1-1 15,1-4 0-15,2-1 0 16,-2 0 0-16,2-1 0 0,1-3 0 16,-2-2 1-16,1-1-1 15,-1-3-1-15,0-1 0 16,0-2 1-16,0-2-3 15,-1 1-3-15,0 0 0 16,-3 2 2-16,-1 1 1 0,0 5 2 16,0 0 0-16,0 4-1 15,-1 2 0-15,-3 2 1 16,1 3-2-16,-1 1 2 16,2 2 0-16,-1 2-2 15,0 0-3-15,0 7-3 0,0 3 6 16,0 5-1-16,-1 3-1 15,1 0 0-15,1 2 2 16,0 3 2-16,2-2 1 16,0 1 0-16,0-4 0 15,0 1 0-15,4-2 2 0,2-3 2 16,-1-4-1-16,0-1 0 16,1 0 1-16,1-1 1 15,-1-3 0-15,-1 1-1 16,1-2-1-16,0 2 1 15,2-5-1-15,-1 3-1 16,1-2 0-16,-3 0 0 0,4-1 0 16,-2 0 0-16,1-1-1 15,-1 0-2-15,1 0-14 16,-3 0-16-16,0-3-22 16,-3-7-50-16</inkml:trace>
  <inkml:trace contextRef="#ctx0" brushRef="#br0" timeOffset="21161">23086 11723 57 0,'0'0'6'0,"0"0"2"0,0 0-3 16,0 0 0-16,0 0 1 16,0 0 6-16,0 0 1 15,0 0 2-15,0 0-2 16,0 0 2-16,40-3 4 0,-34 0 3 16,4 1-10-16,1-2-3 15,0 1 2-15,3-1 2 16,1-2-1-16,3 2-1 0,-5 0-3 15,3 0-1-15,-2 1-5 16,0 0 0-16,-4 1-2 16,-2 2 1-16,1 0 0 15,-4 0-1-15,0 0-1 16,0 0-13-16,-1 0-24 0,2-2-48 16</inkml:trace>
  <inkml:trace contextRef="#ctx0" brushRef="#br0" timeOffset="23048.15">23537 11424 79 0,'-1'0'12'0,"1"0"0"0,-1 0-6 16,0 0-6-16,1 0 1 0,0 0-1 16,0 0 1-16,0 0 0 15,0 0 0-15,0 0 1 16,1 0 4-16,3-3-1 15,0 3 4-15,2-2-3 16,1 0-1-16,1-1-3 16,2 3-1-16,1-3 0 0,2 2 0 15,1-2 0-15,2 0 0 16,1 2 3-16,0-1 1 16,3-2 5-16,-1 1 4 15,-1 0 1-15,0-1-3 0,2 0 0 16,-3 1-2-16,-2-1-3 15,-2 1 0-15,-1 0-4 16,-3 0-2-16,-2 2 0 16,-2-1 0-16,-3 2-1 15,2-2 1-15,-4 2-2 16,0 0-9-16,0 0-19 0,0 0-28 16,-9 0 15-16,-1 0-42 15</inkml:trace>
  <inkml:trace contextRef="#ctx0" brushRef="#br0" timeOffset="23746.63">23605 11241 19 0,'0'0'54'0,"0"0"-48"0,0 0 9 0,0 0-5 16,0 0 2-16,0 0-7 16,0 0-5-16,0 0-1 15,0 0 3-15,0 0 0 16,0 0-1-16,0 0 0 15,11 38 0-15,-8-24 2 0,1 1 0 16,-1 0 1-16,2 4 3 16,0-2 3-16,1 0 4 15,-1 3-4-15,1-2 0 16,-1-1 0-16,3 0-4 16,-4 2 1-16,0-4-3 0,0 1 0 15,-3 0 0-15,0-2-1 16,0 0-1-16,0-1 1 15,-1 0-2-15,0-1 4 16,0-1-2-16,0-2-8 16,1-2-27-16,1-7-44 15</inkml:trace>
  <inkml:trace contextRef="#ctx0" brushRef="#br0" timeOffset="24400.99">23995 11064 83 0,'0'0'16'0,"0"0"5"0,0 0-7 0,0 0 2 15,0 0-8-15,0 0-8 0,0 0-5 16,0 0 2-16,0 0 2 16,0 0 0-16,0 0 1 15,0 26 1-15,0-17 2 16,1 4 3-16,1 1 3 16,2 3 4-16,1 0 6 15,0 1-9-15,0 1-4 0,1 1 1 16,0 0-3-16,2-2-2 15,-3 3 1-15,2-1-2 16,-3 0 2-16,2-3-1 16,-2 3 1-16,1-2 1 15,-1 0-3-15,0 0-19 0,-3-4-46 16,2-4-24-16</inkml:trace>
  <inkml:trace contextRef="#ctx0" brushRef="#br0" timeOffset="25176.06">24098 11480 31 0,'0'0'21'0,"0"0"-3"0,0 0-9 0,0 0 2 15,0 0 0-15,0 0 2 16,0 0 0-16,0 0 5 15,0 0-5-15,0 0-3 0,-22-13 5 16,22 10-3-16,0 0-3 16,0-1 0-16,0-2 0 15,0 2-2-15,0-1 1 16,2 0-4-16,3-1-2 0,3 1-1 16,2 0 0-16,-1 0 2 15,1 0-3-15,2 1 1 16,-3 0-1-16,3 0 1 15,1 2-1-15,-2-1 1 16,1 0 1-16,1 2-1 16,-1 0 1-16,-2-1 1 0,1 2 4 15,1 0-2-15,1 0-2 16,-2 0-2-16,0 3-1 16,-2 1 0-16,0 2 0 15,-2 1-1-15,0 0-1 16,-1 0 2-16,-1 0-1 0,-1 2 0 15,-2-2 0-15,0 0-2 16,-2 1 2-16,0 0 0 16,0-3 1-16,0 1 1 15,0 1-1-15,-5-1 1 16,-3-3 1-16,-4 2 0 16,1 1 0-16,-4-2 1 0,-3-1-2 15,0 0 1-15,1 0-1 16,-2-2 0-16,2 1 1 15,0-2-1-15,2 1 0 16,2-1-1-16,3 0 1 0,2 0 0 16,0 0 1-16,4 2-1 15,-2-1-1-15,3 0-7 16,0 1-7-16,2 2-4 16,-1-4-22-16,2 1-34 15,0-1-18-15</inkml:trace>
  <inkml:trace contextRef="#ctx0" brushRef="#br0" timeOffset="26501.04">24421 11346 99 0,'0'0'5'0,"0"0"2"0,0 0-3 15,0 0 6-15,0 0 2 0,0 0-5 16,0 0-5-16,0 0 0 16,0 0 0-16,0 0 1 15,0 0 2-15,0 0 0 16,0 0 0-16,18 30 2 16,-16-17 0-16,1-2 2 0,0 3 2 15,-1-4-1-15,0 3-3 16,0-2 1-16,-1 0-1 15,1 1-4-15,2-3 0 16,-2 2 0-16,0 0-1 16,2-1 1-16,-2 0-2 15,0 0 2-15,0 0-1 0,0 0 1 16,-2-1-1-16,0-1 3 16,1 2-3-16,-1 0 0 15,0-2-1-15,0-1-1 16,0-1 1-16,0-1 0 15,0-1 0-15,0-2 1 0,0 0-2 16,0-1 1-16,0 1 0 16,0-2 0-16,0 0 0 15,0 0 0-15,0 0 0 16,0 0 0-16,0 0 0 0,0 0 1 16,0 0-1-16,0 0 3 15,0 0-1-15,0 0 2 16,0 0-3-16,0 0 1 15,0 0-1-15,0-3-1 16,0 1 1-16,0-2 0 16,0 1 0-16,0-4-1 0,0 3 0 15,0-2 1-15,0 0-1 16,0 0-1-16,1 0 0 16,0 0 0-16,-1 1 0 15,0 1 0-15,1-1 0 16,0-1-1-16,1 1-2 0,0 0 1 15,2 1 0-15,-2-2 1 16,3 2 1-16,-2-1 0 16,1-1 0-16,-2 0 1 15,1 3-1-15,0-2 0 16,0-1 0-16,1 2 0 0,0 1 1 16,-1 0-2-16,4 0 1 15,-3 3-1-15,3-3 1 16,-4 2-1-16,4 1 1 15,0 0 0-15,1 0 0 16,0 0 0-16,1 0-1 0,-1 0 1 16,0 0 0-16,-1 0 1 15,0 0-2-15,0 0 1 16,1 0-1-16,-2 1 0 16,1 4 0-16,1 0 0 15,0 1-1-15,1 0 0 16,-4 1 2-16,5 0-3 0,-2 0 1 15,-1 0 1-15,0 2 1 16,2-1 0-16,-1 3 0 16,-3-2-1-16,1 2 1 15,0-1-4-15,-1 2 3 16,-1-2 1-16,0 0 1 0,-1 0 2 16,-2-1-2-16,2 1 2 15,-2 0-2-15,1-2 0 16,0 1 1-16,-2-1-2 15,0 0 1-15,0-1 2 0,0 1-2 16,0-2 1-16,0 0-7 16,-4-5-40-16,3-1-84 15</inkml:trace>
  <inkml:trace contextRef="#ctx0" brushRef="#br0" timeOffset="28089.17">24604 10997 2 0,'8'2'25'0,"2"0"2"0,1 1-7 15,1-2-8-15,1 2-3 0,0 1-3 16,2 1-3-16,-1-3 0 16,2 2-3-16,-3 1 1 15,1-2 0-15,-1 1 0 16,0-1 2-16,-1 1 0 15,0 0 2-15,0 3 1 0,-1-2 2 16,0 3 1-16,1 1-2 16,-1 1-3-16,-1 1-1 15,-2 0 0-15,0 3-1 16,0 1 1-16,0 2-1 16,3 1 3-16,-2 2-1 0,0 0 2 15,0 4-1-15,0 3 2 16,-1 0 1-16,-3 3 0 15,-1 1-1-15,-4 2 2 16,0 0-1-16,0-2-2 16,0 2 1-16,-3-1-2 15,-2-1-1-15,0 2 0 0,-3-3 0 16,1 0-1-16,-4-2-1 16,0 2 0-16,-3-3 1 15,-1-2 0-15,-6 1 0 16,-6 1 1-16,-2-1-17 15,-4-5-50-15,-4-7-98 0</inkml:trace>
  <inkml:trace contextRef="#ctx0" brushRef="#br0" timeOffset="29262.87">21257 11246 41 0,'0'0'23'0,"0"0"-8"0,0 0 2 0,0 0-7 0,0 0 3 16,0 0 2-16,0 0 1 16,0 0-1-16,-38-36-4 15,32 34 2-15,-2-1-4 16,2 3-6-16,-1 0-1 16,1 0-1-16,-1 0-1 15,1 0 0-15,-3 0 0 0,0 3 0 16,0 0 0-16,-5 4 0 15,1 0 0-15,-3-1-1 16,-1 5 1-16,0-1 0 16,1 3-1-16,-1 0 1 15,0 2 1-15,-1 3-1 0,0 1 0 16,0 1 0-16,-2 3-1 16,2 1 1-16,-4 3-1 15,1 0 2-15,-3 3-1 16,1 1 2-16,1 3 2 0,0 0-2 15,2 2 2-15,2-1 0 16,3-1 1-16,3-2-1 16,3-1 0-16,1 0-3 15,5-1 2-15,0-2-3 16,3 1 2-16,0-1-1 16,0-1 2-16,3 2-2 15,3-4 1-15,2 2-1 0,4-1-1 16,0-5 3-16,1 2-3 15,1-5 1-15,1 1-1 16,1-4 1-16,0-2 0 16,2 0 2-16,-1-3-1 0,2-2 3 15,-3 1-1-15,1-4-1 16,1-2 3-16,-3 0-2 16,2-1 0-16,-3-1 0 15,2-1 0-15,-2 0-3 16,-3 0 0-16,0 0 1 0,-4 0-1 15,-1 0 1-15,-4 0-2 16,0 0 0-16,-1 0 0 16,0 3 1-16,-1 1-5 15,0 3-29-15,-5-1-44 16</inkml:trace>
  <inkml:trace contextRef="#ctx0" brushRef="#br0" timeOffset="33903.58">21464 12344 16 0,'0'0'45'0,"0"0"-29"0,0 0-5 0,0 0-8 0,0 0-2 15,0 0-2-15,0 0 0 16,0 0-6-16,0 0 9 16,0 0 0-16,0 0-2 15,0 0 0-15,-14 3-10 16,12 0-17-16,-3 1-19 16</inkml:trace>
  <inkml:trace contextRef="#ctx0" brushRef="#br0" timeOffset="35148.37">21464 12344 10 0,'-24'18'47'0,"24"-18"-25"15,0 0-15-15,0 0-5 16,-1 0-1-16,1 0 0 16,-1 0 0-16,0 0 3 0,0 0-2 15,1 0 0-15,-2 0 1 16,2 0-2-16,-2 0 2 16,1 0-3-16,0 0 0 15,1 2 0-15,0-2 0 16,0 2 0-16,0-1 0 0,0-1-2 15,0 3 4-15,0-2-1 16,0-1-1-16,0 1 0 16,0 0 1-16,2-1 0 15,2 0 2-15,-2 0 1 16,2 0 3-16,2 0-3 0,-1 0 1 16,3 0-1-16,-2-1-1 15,3-1-1-15,-1-1-1 16,1 2 1-16,1-1-1 15,2-1 0-15,0 2-1 16,1-2 1-16,1 0-1 0,0 2 1 16,-1 0-1-16,0-1 1 15,0-1-1-15,0 3 1 16,-1-1-1-16,1-1-1 16,-1 1 1-16,1-2 0 15,-1 2 0-15,2-1 0 0,-1 0 0 16,-2 0 0-16,1-1 0 15,-2 0 0-15,0 2 0 16,1-2 1-16,-1 2-1 16,0-1 0-16,1 1 0 15,0 1 0-15,-3-1 0 16,3-1 0-16,0 1 0 0,-1-2 0 16,2 3 0-16,1-3 0 15,2-1 0-15,3 2-1 16,-2-1 2-16,2-1-2 15,4 1 1-15,-3 0 0 16,2 1 1-16,-2-1-1 0,0 0 0 16,0 0 0-16,1 0 0 15,1-1 0-15,-1 1 0 16,2 1 0-16,4 0 0 16,-1-2 0-16,-1 1 0 15,4-2 0-15,2 1 0 0,-1 1 0 16,0-1 0-16,-1 1 0 15,0-1 1-15,0 1-1 16,-2-2 1-16,1 0 1 16,0 1 4-16,-3 0-1 15,2 0-3-15,1-1 1 0,1 1-2 16,-1 1-1-16,1-1 1 16,-1 1-1-16,-1 0 0 15,1 0 1-15,-3 1 0 16,2 1 2-16,-4-3 3 15,3 4-2-15,0-1-1 0,0-1-1 16,3 0-1-16,-1 2 1 16,1-2-1-16,1 1-1 15,-1-2 2-15,0 0-2 16,-2 3 0-16,1-3 0 16,-1 0 0-16,1 2 0 0,-3-2 0 15,2 2 0-15,3-2 0 16,2 0 0-16,0 2 0 15,3-2 3-15,0 1 0 16,-1-2 2-16,3 3-2 16,-3-2 0-16,3 0-1 15,-3 0 2-15,1-1-3 0,2 2 1 16,-3-3-1-16,2 1 0 16,-1 1 0-16,1-2-1 15,2 1 1-15,0 1-1 16,-1-1 1-16,-1 1-1 0,4-1 0 15,-3 0 0-15,0-1 2 16,4 0-2-16,-1 1 0 16,0 0 3-16,-2-1 0 15,4-1 0-15,-2-1 1 16,1 1 4-16,-1 1-2 0,2-1 3 16,-5-1-1-16,2 1-3 15,-3 2-1-15,-3 1-2 16,-1-1 1-16,-2 3-3 15,-4 0 1-15,-3 1-1 16,-6 0 1-16,0 0 0 0,-5 0-2 16,-2 0-7-16,-4 2-11 15,-5 4-21-15,0-2-33 16,-10-1-6-16</inkml:trace>
  <inkml:trace contextRef="#ctx0" brushRef="#br0" timeOffset="36259.37">21363 12444 73 0,'-2'0'6'0,"0"0"14"0,1 0-7 0,0 0-1 15,1-3-3-15,-1 3 0 16,1-2-2-16,0 1-4 15,0 0 0-15,0-1 0 16,0 2-6-16,0-1 6 16,0 0-1-16,4 1-2 15,3-1 0-15,0 1 1 0,5-2-3 16,-1 0 1-16,2-1 3 16,3-1-1-16,-1 1 0 15,5 0 2-15,-1-1-2 16,1 1-1-16,2-1 2 15,2-2 0-15,1 2 0 0,-4-3-2 16,4 3-2-16,2-2 5 16,3-2-3-16,3 1 5 15,3-1 7-15,7 1-2 16,3 0-5-16,2 0 0 16,3 1-4-16,4-1 0 0,1-1 0 15,0 1 0-15,3 0 0 16,3-1-3-16,-1 0 2 15,3-2 2-15,3 2-2 16,-1-1 1-16,2 0-1 16,3 2 0-16,1 0 1 0,0-1-1 15,1-1 0-15,1 3 1 16,-4-2-1-16,0 0 1 16,1 0-3-16,-1 0 2 15,0-2 0-15,4 3 4 16,-5-3-1-16,4 3 1 0,0-2-1 15,-1 2 0-15,-3-1 0 16,-3 1-1-16,-4 1 0 16,-4-1 1-16,-3 1 6 15,-6 2 0-15,-5-2-1 16,-6 3 0-16,-4 0-3 0,-7 1-2 16,-6 0 0-16,-4 1-3 15,-8 1 0-15,-1-2 1 16,-4 2-1-16,-1 0 0 15,-1 0 1-15,-2 0-1 16,3 0 0-16,-3 0-3 0,0 0-20 16,0 0-18-16,-6 0-12 15,-1 0-44-15</inkml:trace>
  <inkml:trace contextRef="#ctx0" brushRef="#br0" timeOffset="45937.93">22597 12379 73 0,'0'4'-2'0,"0"0"3"0,0 3 3 0,0 0 1 16,0 3-1-16,0-3-2 15,0 3 1-15,2 0 1 16,2 0 1-16,-1 1 0 16,2-1 4-16,3 1-5 0,-5 1-1 15,2 1 2-15,1 1-2 16,-2 2 1-16,0 2-2 16,1 1-3-16,0 2 2 15,-2 2 0-15,-1 2-1 16,1 1-1-16,-3 1 3 15,0 0-1-15,0 0 0 0,0-3 0 16,0 0 1-16,-5-4 1 16,2-3-1-16,-3 0 0 15,0-6 0-15,2-1 2 16,1-4 3-16,-1-1-1 0,0-3 4 16,1-2 3-16,1 0 0 15,-1-6-25-15,1-10-62 16</inkml:trace>
  <inkml:trace contextRef="#ctx0" brushRef="#br0" timeOffset="46315.51">22598 12323 115 0,'0'0'2'0,"0"0"8"0,0 0 5 0,0 0-7 15,0 0-8-15,0 0-4 16,0 0-2-16,0 0 1 15,-45 20 2-15,29-2 1 16,-1 3 7-16,-4 1-1 0,-2 2-2 16,1 0 2-16,-1 0-1 15,5-3-1-15,-4-2 0 16,5-5 0-16,1-1 1 16,3-1 0-16,1-5 0 15,3 0-1-15,5-6-26 0,4-1-32 16</inkml:trace>
  <inkml:trace contextRef="#ctx0" brushRef="#br0" timeOffset="46588">22572 12337 97 0,'0'0'2'16,"0"0"7"-16,0 0 4 15,39 13-1-15,-23-6-5 16,3 2-2-16,3 3-2 16,4 1-1-16,3 0-1 0,5 4 3 15,0-3-1-15,5 1 1 16,2 0 2-16,0-5 2 15,-4-3-59-15</inkml:trace>
  <inkml:trace contextRef="#ctx0" brushRef="#br0" timeOffset="48059.43">22234 13495 84 0,'0'0'0'0,"0"0"3"0,0 0 2 0,0 0 2 0,0 0-3 16,0-37 2-16,0 34-1 15,-2-1 5-15,0 1 3 16,0 2 5-16,0 0 5 16,1 0 0-16,0 1-8 15,0 0-8-15,1 0-7 0,0 0-7 16,0 5 1-16,0 6-1 15,0 0 5-15,0 3-1 16,3 3 3-16,1 2 0 16,1-2 0-16,1 1 1 15,1 1-1-15,-2-2 2 0,1 0-1 16,-1-1 1-16,-2-1 0 16,2 2 0-16,-3 0 1 15,0-1 0-15,-1 1-2 16,-1 0 1-16,0-1-1 15,0 0 0-15,0-1 1 0,0-1-1 16,0 0-1-16,0-4 0 16,0 0 1-16,0-3 1 15,0-2 0-15,0-1 0 16,0-3 0-16,0 1 2 16,0-2 0-16,0 0 4 0,0 0 2 15,0 0 2-15,0-3-7 16,0-3-2-16,0-1-2 15,0 0 0-15,0-2 1 16,0 0-1-16,0 0 1 16,0-1-2-16,0 0 1 0,0 0 0 15,0-1-1-15,0-1 2 16,0 2-1-16,4-2-1 16,1-1 1-16,0 0-1 15,2 0-1-15,2 0 0 16,2 2 1-16,-1-2 0 15,-2 2-2-15,3 2 2 0,-1 0 0 16,-1 1 0-16,0 1 2 16,0 0-4-16,-2 3 1 15,1 1 0-15,-1 0 1 16,0 3-1-16,0 0 0 16,-1 0-1-16,1 0 0 0,0 6-1 15,-2 1-1-15,1 3 1 16,-3 1 2-16,1-1 1 15,-1 2 1-15,1-1 0 16,-1 0 1-16,-1-1 1 16,1 0-1-16,0 0-1 0,3 1-1 15,-3-2 1-15,1 1 0 16,3 0 1-16,-1-1 1 16,2 2-4-16,2-5-23 15,-1-1-55-15,0-4-101 0</inkml:trace>
  <inkml:trace contextRef="#ctx0" brushRef="#br0" timeOffset="48899.55">22641 13995 67 0,'0'0'3'0,"0"0"11"0,0 0 1 0,0 0 0 0,0 0 20 16,0 0-6-16,0 0-4 0,0 0-5 15,0 0-14-15,0 0-1 16,0 0-1-16,0 0 0 15,0 0-2-15,16-26-1 16,-12 16 1-16,0-1 0 16,0 1-1-16,1-3-1 15,-4-1 0-15,1-2 1 16,1-1 1-16,-3 0-1 0,1-3-1 16,-1-1 1-16,1-1 0 15,-1 0-1-15,0-1 1 16,1 2 0-16,-1 1 0 15,0 2-1-15,0 1 0 16,0 2 2-16,0 4-2 0,0 1-2 16,-1 3 2-16,-2 1 0 15,0 2 0-15,1 0 0 16,0 2 0-16,2 0 2 16,-2 0-2-16,2 2-2 0,-1 0 1 15,1 0-4-15,-1 0 2 16,-1 2 1-16,1 3-1 15,-1 4 3-15,0-1-2 16,0 4 1-16,-1-1-2 16,0 1 1-16,2 0 0 0,0 3 1 15,0-2 2-15,1-1-1 16,0 1 1-16,0-1-1 16,0 0 0-16,0-1 3 15,0 1-1-15,0 0-1 16,2 0 0-16,0 0 0 15,1-1-1-15,1 0 0 0,-2-1 1 16,1 0 1-16,0-2-2 16,2 1 0-16,-2-1 0 15,2-1 0-15,1-1 0 16,-1 1 1-16,3-3 0 16,-3-1-1-16,4 0 2 0,-3 0 0 15,2-3 0-15,0 0 1 16,2 0-2-16,-2 0 4 15,-1 0-4-15,3 0 1 16,0-3 0-16,-4 0 1 0,3-1-3 16,-1 0-5-16,-1-2-10 15,-1 2-12-15,0-3-41 16,-5-3-32-16</inkml:trace>
  <inkml:trace contextRef="#ctx0" brushRef="#br0" timeOffset="49360.64">22624 13815 97 0,'0'0'17'0,"0"0"6"0,0 0-8 0,0 0-4 0,0 0-1 16,0 0-5-16,0 0-1 15,0 0-2-15,0 0 5 16,0 0 5-16,0 0 1 0,0 0 0 16,0 0-2-16,35-17-1 15,-28 15-3-15,2-1-5 16,2 2 0-16,-3-1-1 15,1 2-1-15,3 0 2 0,-1 0-8 16,0 0-23-16,-1-1-41 16</inkml:trace>
  <inkml:trace contextRef="#ctx0" brushRef="#br0" timeOffset="49900.75">22920 13816 50 0,'0'0'35'0,"0"0"-16"0,0 0-3 15,0 0 2-15,0 0-3 16,0 0-2-16,0 0 1 0,0 0 6 16,0 0-6-16,0 0-4 15,20-13-5-15,-16 12-3 16,2-1-1-16,1 0 2 16,0 0 0-16,1-1 0 15,0 0 0-15,3 2 2 0,-3-3 0 16,3 2-1-16,-1-1 0 15,0 1-2-15,-1 0-2 16,3-1 1-16,-3 2 0 16,1-1-1-16,0 1 1 15,-3 1-7-15,-1-1-23 16,-2-2-38-16,-2 1-38 0</inkml:trace>
  <inkml:trace contextRef="#ctx0" brushRef="#br0" timeOffset="50728.19">23236 13553 46 0,'0'0'15'0,"0"0"-9"0,0 0-1 16,0 0-4-16,0 0 2 15,0 0-1-15,0 0 4 0,0 0 0 16,0 0 1-16,0 0 2 16,0 0-4-16,0 0 4 15,8 20-3-15,-7-16 2 16,0 2-1-16,0 1 4 0,3 0 0 16,-4 0 0-16,1 3-2 15,1-1-1-15,-1 0 1 16,0 0-1-16,-1 3-1 15,1 0 1-15,0-2-2 16,-1 3-1-16,1-1-1 16,1-1 0-16,-1 0-1 15,2-1 1-15,-2 1-2 0,0-1-1 16,0-1 0-16,-1-1 0 16,0 0 0-16,1-1-1 15,-1 0 2-15,1-1-2 16,0-1 4-16,0-1-1 15,1-1-1-15,-1 0-12 0,2-3-34 16,-3-2-48-16</inkml:trace>
  <inkml:trace contextRef="#ctx0" brushRef="#br0" timeOffset="52166.09">23129 13277 11 0,'0'0'14'0,"0"0"21"0,0 0-12 0,0 0-7 15,0 0-6-15,0 0 2 16,0 0-1-16,0 0-4 16,-42-35 1-16,35 28 0 0,-1 1 0 15,-2 1-1-15,0-3-1 16,1 0 0-16,-4 1-1 16,2-2 0-16,-4 0-2 15,1 0-2-15,-4-1 1 16,-1 0-2-16,2 0 0 15,-6 0 0-15,1-1 1 0,-1 0 0 16,-2 0-1-16,-2 0 0 16,-1 1 0-16,0 0 1 15,-3 2-1-15,1-1 1 16,-1 3 0-16,0 1 2 16,1 1 0-16,1-1 0 0,0 4-1 15,0-1 0-15,3 1 1 16,-1 1 2-16,0 0-3 15,1 0-1-15,-1 0 0 16,1 3 0-16,-1 4-1 16,-1 1 2-16,-1 1-4 0,1 3 4 15,-2 0-4-15,-2 2 2 16,-3 3 0-16,-1 2 0 16,0 2-1-16,-2 1 0 15,1 0 1-15,3 2 1 16,0-2 0-16,6 2-1 15,1-3 0-15,3 2 0 0,3 1-1 16,5 2 1-16,-3 2 0 16,3 3-1-16,2 1 0 15,3 3 0-15,-1-1 1 16,2 3-1-16,2-3 0 0,2 0 0 16,0 0 0-16,3-3-1 15,2 2 1-15,1 0 0 16,0 1 2-16,0 0-1 15,7 1 0-15,0 0 0 16,2-3-1-16,0 2 1 0,3-2-1 16,0-3 1-16,3 1 1 15,2-3 1-15,2 0 3 16,2-1-3-16,2 1 3 16,4 0-4-16,3 0 3 15,0 0-3-15,3-2 1 16,-1-1 0-16,5-1-1 0,-3-2 0 15,3-2 3-15,3-1-1 16,2-4-1-16,4-2 1 16,1-4 0-16,0 0 1 15,2-4-2-15,0-4 1 16,2 0-2-16,-1 0 0 0,4-2 1 16,0-6 1-16,1-1-1 15,0 0 0-15,1-6 1 16,1 1-1-16,-3-3 0 15,2-5 2-15,-4-3-1 16,2-5-1-16,-3-3 1 0,-1-2-2 16,-1-5 2-16,-2-1 0 15,-1-4-2-15,-4-4 1 16,-2 0-1-16,-6-4 0 16,-6-1 0-16,-6-1-1 15,-7 1 1-15,-6 0 1 0,-6-2 2 16,-3 1 0-16,-1 0 2 15,-11 2 1-15,-6 1-5 16,-8 2-1-16,-6 2 0 16,-6 3-2-16,-8 4 1 15,-4 6-7-15,-6 4-8 0,-8 9-3 16,-5 7-20-16,-6 6-38 16,-4 5-29-16</inkml:trace>
  <inkml:trace contextRef="#ctx0" brushRef="#br0" timeOffset="53537.63">20824 13840 87 0,'0'0'9'0,"0"0"14"0,0-3 0 16,0 3 5-16,0-1 0 16,-2 1-8-16,2-2-6 15,0 2-8-15,0 0-5 0,0 0-2 16,0 0-2-16,0 0 0 16,0 0 2-16,0 0-1 15,0 0 1-15,0 3 1 16,-1 3-1-16,0-2 2 15,0 5-1-15,0 0 0 16,0 3 0-16,-1 4 0 16,-1 2-1-16,2 3 0 0,-1 1 0 15,2 0 0-15,0 2 1 16,0-2 0-16,0-1 0 16,0-3 1-16,0 0-1 15,1-2 0-15,4-3 1 0,-2 0 0 16,2-2-1-16,3-2 1 15,-1 0 0-15,0-4 1 16,3 1-2-16,-2-3 4 16,1-3-1-16,1 0 1 15,-3 0-1-15,2 0 1 16,-5-6 0-16,1-1-1 0,1-3 0 16,-1-1 0-16,2-1-1 15,-1-3-1-15,1-1 1 16,-1 0-1-16,1-2 0 15,-3 5-1-15,-1 0 1 16,0 2 0-16,-3 3 5 0,1 2-1 16,0 2-1-16,1 2-1 15,-2-1-2-15,0 3-1 16,2 0-1-16,-2 0 0 16,2 0-3-16,1 0 1 15,0 2 0-15,2 4 1 0,0 1-2 16,-1 1 1-16,3 2 3 15,-3 3-1-15,3-2 0 16,0 2 1-16,3-2 0 16,0 2 0-16,1-3 0 15,1 0 0-15,0-3 0 0,1 0 0 16,0-3 1-16,1-2 0 16,-2-1 0-16,2-1 1 15,0 0 2-15,1-2-1 16,-2-6 1-16,-1 0-1 15,1-2 1-15,-5-3 1 0,0 0 2 16,-4-1-1-16,2-3-1 16,-4-3 0-16,2-2-3 15,-2-3-1-15,0-3 0 16,0-2-1-16,0-1 1 16,-2 0 0-16,0-1-2 0,0 4 2 15,-4 1-1-15,-5 3 0 16,0 3-1-16,0 4 1 15,0 5 0-15,-3 1-1 16,3 4 2-16,1 3-1 16,-1 3 0-16,2 1-1 0,0 0-13 15,3 5-10-15,-1 5-9 16,3 5-13-16,-1-2-18 16,2 1-6-16</inkml:trace>
  <inkml:trace contextRef="#ctx0" brushRef="#br0" timeOffset="54719.85">21437 13905 63 0,'0'-5'7'0,"0"0"19"0,0 1-11 16,-1 0-1-16,-1 1 5 15,-2-1-3-15,2 4-2 16,0-2 0-16,0 2-3 15,1 0-1-15,1 0-5 16,-2 0-5-16,0 0-1 0,0 6-1 16,-1 1 0-16,2 3 1 15,-1 1-1-15,1 2 4 16,-1 1-4-16,2-1 4 16,-1 3-2-16,1-1 0 15,0 0 1-15,0 0 0 0,0-1 0 16,0 1 0-16,0-1 2 15,0 1-2-15,0 0 1 16,0-1-1-16,-2 0 3 16,2-2-3-16,0-1 0 0,-3-1 1 15,2-2 0-15,1-2 0 16,0 1-1-16,-1-4-1 16,0 1 3-16,1-2-2 15,0 0 1-15,0-1 0 16,0 1-1-16,0-2 0 15,0 2 0-15,0-2 0 0,0 2 0 16,0-2 2-16,0 0-1 16,0 0 1-16,0 0 1 15,0 0 3-15,0 0 5 16,0 0-6-16,0-2-2 16,0-2-1-16,0-1-1 0,0 0 0 15,0-1-1-15,0 0 2 16,1-1-3-16,4 1 1 15,-2-1 0-15,3 2-1 16,1-1 0-16,-4 0 2 16,3 3-1-16,0-1-2 15,-2 1 1-15,1 0 0 0,0 1 0 16,0-1 0-16,-1 2 0 16,1-1-2-16,0 0 4 15,0 1-4-15,1 0 2 16,-2 0 0-16,0 0 0 15,-1 1 0-15,0 0-1 0,-1 0 0 16,1 0-1-16,1 0 0 16,-1 0 1-16,2 0 0 15,1 0 0-15,-4 2 0 0,2 0 0 16,0 2-1 0,1-2 1-16,-3 2 1 0,2-1 0 15,2 2 0-15,-3-1 0 16,1 1 0-16,-2 0 0 15,2-1 0-15,-2 2 0 16,1-1 0-16,-1 1 0 16,0 1 1-16,3-1-1 0,-3-1 0 15,-1 1 2-15,1-1-2 16,0 1 1-16,-1-1-1 16,1-1 1-16,0 2 0 15,1-1 0-15,0 2 0 16,1-2 0-16,2-1-9 0,1-1-19 15,2-3-26-15,-3 0-33 16</inkml:trace>
  <inkml:trace contextRef="#ctx0" brushRef="#br0" timeOffset="55831.24">21670 13905 78 0,'-1'-4'4'0,"1"1"2"0,-2 0 3 15,2 2 0-15,0-2 5 0,-2 3 0 16,1 0 1-16,1 0-3 16,0 0-10-16,0 0-4 15,0 0-1-15,0 0-1 16,0 0 2-16,0 6 3 15,0 2 1-15,1 2 0 16,1 2 0-16,0 2-2 0,-2 0 2 16,1 0 2-16,1 0-1 15,0-1 2-15,0 0 1 16,0 1 3-16,0-1-1 16,0-1-3-16,-2 1 0 15,0-1 0-15,0-1-3 0,0 0 1 16,0 0-1-16,0-2 1 15,0 0-2-15,0-1 0 16,0-2 0-16,2 1 0 16,-1-1-1-16,0-3 1 0,0 1-1 15,0-2 1 1,0-1-1-16,-1 0 1 0,0-1-1 16,0 0 1-16,0 0 2 15,0 0 4-15,0 0 2 16,0 0-1-16,0 0-3 15,0 0-1-15,0 0 0 0,0 0-3 16,0 0 1-16,0-4 0 16,0 0-1-16,0 0 0 15,0-1 0-15,0 1 1 16,0 1-1-16,0-1-1 16,0 0 1-16,1-1-1 0,5 0-1 15,-3-1 0-15,0 0 0 16,2 0 0-16,0 0 1 15,0 0-1-15,3 0 2 16,-4 1-1-16,3 0-1 16,-1-1 1-16,1 2 0 0,1-1-1 15,0 2 2-15,-2 0-2 16,1 2 0-16,-2-1-1 16,2 2 1-16,-2 0-1 15,-1 0 1-15,2 0-1 16,-3 0 0-16,1 0 0 15,1 0-1-15,0 3 2 0,-1 1-1 16,2 2 2-16,-3-1-1 16,1 0 0-16,0 2 1 15,1 0 0-15,-3 0-1 16,0 0 1-16,0 0 1 16,-1 0 0-16,0 1 2 0,-1-3 3 15,0 1-5-15,0 0 3 16,0-1-1-16,0 1 1 15,0-2 0-15,0 2-1 16,0-2 0-16,0 0 2 16,0-1-1-16,0 0-1 0,0 1-2 15,-1-1 2-15,1-1-3 16,0 0 2-16,0-1-1 16,0 1 1-16,0 0 1 15,0-1-5-15,0 1-13 16,1-2-22-16,0 0-26 0,1 0-30 15</inkml:trace>
  <inkml:trace contextRef="#ctx0" brushRef="#br0" timeOffset="56990.84">21272 14563 33 0,'0'0'20'0,"0"0"5"0,0 0-27 0,2 0 13 0,6 0 2 16,6 0-1-16,-1-4 4 15,7-2 3-15,4 0-3 16,5 2-5-16,4-3-5 16,7-2 0-16,3-2-3 0,3 2 1 15,1-3 1-15,2 3-3 16,-2-2 0-16,2 1-2 16,-5 1 1-16,3 1 0 15,-2 1-1-15,1 2 1 16,-4 0 0-16,0 1 1 15,-4 2-2-15,-4-1-5 0,-5 2-11 16,-3 1-11-16,-6 0-5 16,-6 0-5-16</inkml:trace>
  <inkml:trace contextRef="#ctx0" brushRef="#br0" timeOffset="57327.21">21472 14611 67 0,'0'0'14'0,"41"0"5"15,-14-1 0-15,4-4-1 16,-3 0 8-16,7-1 0 16,-2-1-3-16,1 3 0 15,1-2-9-15,1 1-7 16,0 1-4-16,1 0-1 0,-3 0-1 16,-1 1 1-16,-1-1-1 15,-8 3-2-15,0-1-21 16,-5-2-25-16,-8-2-45 15</inkml:trace>
  <inkml:trace contextRef="#ctx0" brushRef="#br0" timeOffset="61753.7">19561 7236 51 0,'8'-9'9'0,"0"2"21"0,-6-3-4 0,-1 3 4 15,-1-1-4-15,0-1-7 0,0 2-7 16,0 0-3-16,0 0-2 15,-3 1 0-15,0 1-2 16,-1 2-4-16,-1 0-2 16,1 1 1-16,-3-1-2 0,1 1 4 15,-2 0-2-15,-2 1 0 16,1-2 0-16,-2-3 1 16,-3 3-2-16,1-1 4 15,-3-3 1-15,1 3 2 16,-4-1 1-16,-1 1-3 0,-2 3-2 15,-3 1-2-15,-3 0 1 16,-3 0-1-16,0 0 0 16,-2 5 1-16,1 0-2 15,1-1 1-15,3 3 0 16,1-3 0-16,2 2 0 16,2-2 0-16,2 2 0 0,-4 1 0 15,0 2 0-15,-1 1 0 16,2 2 0-16,-1 4 0 15,-2 1 0-15,3 4 0 16,4-1 0-16,-3 3 0 16,1 0 0-16,1-2 0 0,4 2 0 15,-1-2-1-15,3 0 0 16,1 2 0-16,2 1-1 16,0 2 1-16,0 3 0 15,1 4 1-15,-5 0 0 16,3 1-1-16,-1 0 2 0,1 2-2 15,0-1 2-15,1-1-1 16,1 0 0-16,0 0-1 16,6 0 1-16,-2 2 0 15,2 2 1-15,3-1-1 16,-1 0 0-16,1 0 1 0,1 0-1 16,1 1 2-16,0-1-1 15,1-1 2-15,6 1-3 16,3 0 1-16,4 2 1 15,-1-2-1-15,4 0-1 16,0-4 2-16,3 0-2 0,-2-5 0 16,4 1 0-16,-3-1 2 15,2-3-2-15,4 1 1 16,1-2 1-16,2 0-1 16,3-1 1-16,2-3 1 15,3 1-1-15,1-4 0 0,2 0 0 16,1-1 0-16,1-3 1 15,1-2 0-15,0-1-2 16,3-3 1-16,-2-3-1 16,3 1-1-16,-3-3 1 15,-3 0-1-15,-4-2 1 0,-2 0 1 16,-3 0-2-16,-4-2 0 16,0-5 1-16,-1-3 2 15,-1-1-2-15,2-4 2 16,0-1 1-16,1-4-1 15,2-3 0-15,0-1-1 0,1-2-1 16,1-5 0-16,-3 1 0 16,-5-2 0-16,0-4 0 15,-4-1 0-15,-5-2 0 16,1-5-1-16,-7-2 2 16,-1-4 9-16,1-2-2 15,-3-4-2-15,-3 0-3 0,0-3 2 16,-3 0-1-16,0-1 3 15,-6-1-4-15,-6 7-2 16,-2 3-2-16,-5 8 0 16,-8 6-16-16,-13 3-47 15,-10 0-223-15</inkml:trace>
  <inkml:trace contextRef="#ctx0" brushRef="#br0" timeOffset="80335.57">12096 16196 14 0,'0'-21'2'0,"0"-3"-2"0,0 0-10 0</inkml:trace>
  <inkml:trace contextRef="#ctx0" brushRef="#br0" timeOffset="116864.29">12910 15973 170 0,'0'0'18'0,"0"0"13"0,0 0-24 0,0 0-7 16,0 0-21-16,0 0-19 16,0 0-42-16</inkml:trace>
  <inkml:trace contextRef="#ctx0" brushRef="#br0" timeOffset="-130060.65">11365 13388 60 0,'-2'-1'18'0,"0"-3"-7"0,2 1 2 16,-3 0-1-16,2-1-6 0,0 1 0 15,0-1 5-15,-1 0 2 16,1 2 3-16,-1-2-6 16,2 1-1-16,-2 1-2 15,2 2-4-15,0-1-2 16,0 1-1-16,0 0-1 0,0 0-4 15,0 0-3-15,0 0 2 16,0 0 6-16,4 0-3 16,1 0 0-16,3 2 0 15,1 0 2-15,3 0 1 16,3-1 0-16,-1 1-1 16,3 0 3-16,0-2-2 0,0 1 1 15,5 1-2-15,-1-2 2 16,1 0-1-16,2 2-1 15,1-2 1-15,2 0-1 16,-1 0 2-16,6 0 0 16,-1 0-1-16,3 0 2 15,2 0-1-15,3 0-1 0,4 0 1 16,-3 0-1-16,4 0 0 16,0 0 0-16,3 0-1 15,-2 0 0-15,4 0-1 16,0 0 4-16,2 0-2 0,0 0 0 15,-1 0 1-15,3 0 0 16,-2 0-2-16,1 0 2 16,4 0 0-16,-4 0 1 15,1 2 0-15,2 1-1 16,0-1 0-16,-1 0-1 0,0 0 1 16,3 1-1-16,3 1 0 15,-2-2 3-15,2 0-1 16,1 1-1-16,-1-3 0 15,-1 3 0-15,-1-3 1 16,0 0-1-16,-2 0 4 0,-3 0 0 16,-2 0 2-16,1 0 1 15,-1 0-2-15,3 0-3 16,-4 0 0-16,2 0 0 16,1-3-2-16,-2 2 1 15,-4-1-1-15,2 1 2 0,-1-2-2 16,0 2 1-16,-6-2 0 15,1 3 0-15,-5-3-2 16,-4 1 3-16,1 1-3 16,-6-2 1-16,0 2 0 15,0-1-1-15,-6 2 1 0,-4-2 0 16,0 0 0-16,-4 0-3 16,1 1-10-16,-3-3-21 15,-2-2-12-15,-2-1-27 16</inkml:trace>
  <inkml:trace contextRef="#ctx0" brushRef="#br0" timeOffset="-129177.22">13111 12382 12 0,'0'0'47'0,"2"0"-40"0,-2 0-2 16,1 0-1-16,0 0-2 16,0 0 0-16,1 0 0 15,2 1 0-15,-2 3-2 16,1-1 1-16,3 1 1 0,-1 0-1 15,0 1-1-15,1-1 1 16,0-3 0-16,4-1-1 16,1 0 7-16,7-11 10 15,0-4-1-15,9-6-1 16,8-7-5-16,8-4-2 0,4-3-5 16,6-3-3-16,8-3-6 15,3-2-18-15,3 1-12 16,0-1-38-16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6:25:50.827"/>
    </inkml:context>
    <inkml:brush xml:id="br0">
      <inkml:brushProperty name="width" value="0.05292" units="cm"/>
      <inkml:brushProperty name="height" value="0.05292" units="cm"/>
      <inkml:brushProperty name="color" value="#FF0000"/>
    </inkml:brush>
  </inkml:definitions>
  <inkml:trace contextRef="#ctx0" brushRef="#br0">15825 12803 23 0,'0'0'38'0,"0"0"-23"0,-1 0 4 0,1 0-11 16,0 0-4-16,0 0-5 15,0 0-6-15,0 0-5 0,0 0 15 16,0 0-2-16,0 0-5 15,-2 0-11-15,0 3-49 16</inkml:trace>
  <inkml:trace contextRef="#ctx0" brushRef="#br0" timeOffset="934.31">15845 12741 19 0,'0'0'47'16,"0"0"-43"-16,0 0 5 15,0 0-2-15,0 0-4 16,0 0 0-16,0 0 0 16,0 0 1-16,0 0 3 0,0-15 2 15,0 14-2-15,0 1-2 16,0-1 0-16,0-1 0 16,0 1 0-16,0-1 5 15,0 2 3-15,0-2 4 16,0 0 2-16,0 2-1 15,0 0-6-15,0-1-6 0,0 1-5 16,0-2-1-16,0 2 1 16,2 0-1-16,-2 0 0 15,2 0-2-15,-2 0 1 16,0 0 0-16,0 0 1 0,0 0 1 16,0 0 0-16,0 0-1 15,0 2 2-15,0-1 0 16,2 5 1-16,-2-3-2 15,0 1 2-15,2 0-3 16,-1-1 0-16,1 1 0 0,2-1-1 16,0 1 1-16,-1 0 1 15,0-1-4-15,3-1 5 16,-2 1-4-16,-1-2 2 16,3 1-1-16,-4-1 1 15,3-1 0-15,1 3 1 16,-1-3-1-16,0 0-1 0,1 1 1 15,0-1 0-15,1 0 0 16,1 0 1-16,0 0 3 16,1-4-3-16,-2 0 2 15,4-3 1-15,-2 0-3 16,1-3 3-16,3 1-5 0,-1-4 4 16,3-1-2-16,2-2 2 15,1-2-2-15,0-2 2 16,4 0-1-16,0-1 1 15,2-2-2-15,4 0 0 16,0-4 0-16,7 0-1 16,-2-4 0-16,5 0 2 0,-2 1-2 15,0-2 0-15,-3 3 0 16,2 2 1-16,-5 2-1 16,-3 3 0-16,0 1 1 15,0 5-2-15,-3 2 3 16,-6 3 1-16,0 2-3 0,-2 2 1 15,-5 3 1-15,-2 3-1 16,-1 1 0-16,-3 0 0 16,0 0-1-16,-1 0 1 15,0 1-2-15,-2 6-13 0,-2 3-22 16,0-3-43-16</inkml:trace>
  <inkml:trace contextRef="#ctx0" brushRef="#br0" timeOffset="8787.73">8312 14358 11 0,'-2'-2'34'0,"2"-1"-6"0,-2 1-7 15,0 2-5-15,-1-1-4 16,1-1-7-16,1 1-2 16,0 1-1-16,1-3-1 15,0 3 0-15,0 0 0 16,0-1 0-16,0 1-1 0,0 0 1 15,0 0-1-15,0 0-3 16,0 0-4-16,1 1-5 16,5 6 10-16,0 0 9 15,1 1-6-15,-1 0-3 16,2-1 2-16,-1 0 1 0,1 0-1 16,-2-1 2-16,2 1-2 15,-2-4 0-15,3 0-1 16,-2-2 0-16,4-1 4 15,0 0 8-15,0-7-6 16,3-4 7-16,3-6 4 0,1-6 0 16,5-5 0-16,2-4-2 15,-1-1-1-15,1-2-4 16,0 1-3-16,1 3-2 16,-3 3-1-16,-3 3-1 15,2 5-2-15,-4 3 1 0,-3 3-1 16,-2 4 0-16,-1 3 0 15,1 3-1-15,-3 2 1 16,-1 2 0-16,1 0-1 16,-3 3-12-16,-5 3-44 15,-2-4-48-15</inkml:trace>
  <inkml:trace contextRef="#ctx0" brushRef="#br0" timeOffset="11232.51">11994 7190 90 0,'0'0'13'0,"0"0"17"0,0 0-4 16,0 0-2-16,0 0-7 15,0 0-8-15,0 0-5 16,0 0-3-16,0 0-1 16,0 0-2-16,0 0-10 15,0 0-9-15,0 0 14 0,0 0 3 16,-12 2 2-16,12 1 1 15,0 1 1-15,0-2 0 16,0 0 0-16,0 1-3 16,0-3 1-16,0 0-1 15,2 0 3-15,3-3 6 0,8-10 7 16,5-9 4-16,11-10-1 16,12-12-7-16,11-10-4 15,17-12-2-15,11-10 0 16,11-10-31-16,5-11-76 15</inkml:trace>
  <inkml:trace contextRef="#ctx0" brushRef="#br0" timeOffset="12706.98">19479 7230 25 0,'2'0'2'0,"-2"0"-1"0,0 0 8 0,2 0-6 0,-2 0 2 15,0 1-2-15,0 1 0 16,0-2 7-16,0 1 5 16,0 1-3-16,0 2-12 15,0 2 9-15,0-1-7 16,0-2-2-16,0 0 1 0,0 1 0 15,0-1 1-15,0-3 1 16,2 0 4-16,2 0-3 16,3-1 5-16,5-11 1 15,5-5-1-15,8-8-3 16,7-8 0-16,10-5-1 16,9-9-2-16,3-8-3 0,4-7-69 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6:26:22.385"/>
    </inkml:context>
    <inkml:brush xml:id="br0">
      <inkml:brushProperty name="width" value="0.05292" units="cm"/>
      <inkml:brushProperty name="height" value="0.05292" units="cm"/>
      <inkml:brushProperty name="color" value="#FF0000"/>
    </inkml:brush>
  </inkml:definitions>
  <inkml:trace contextRef="#ctx0" brushRef="#br0">9995 4211 36 0,'-2'0'3'0,"1"0"2"0,0 0-4 0,-2 0-1 16,1 0-5-16,2 0-6 0,-2 0 10 15,-1 0 2-15,2 0 3 16,1 0 3-16,-2 0 4 16,1 0-2-16,1 0-5 15,0 0-2-15,0 0-1 16,-2 0 1-16,2 0 3 0,0 0 12 16,0-2-4-16,0 2 0 15,-2-2-1-15,2 1-1 16,-2-2 4-16,2 2-3 15,-2 1-2-15,1 0-3 16,1 0-5-16,-1-3-1 0,1 3-1 16,0 0-1-16,0 0 0 15,0 0-1-15,0 0-2 16,0 0 4-16,0 0 0 16,0 6 1-16,0-2-1 15,0-1 0-15,1 3-1 0,2-2 1 16,-1 0 0-16,0 1 0 15,0-1 1-15,-1 0-1 16,1 0 0-16,2-1 0 16,-2 0-1-16,0 0 0 15,1-2 0-15,-1 2 0 16,3 0 0-16,-3-2-2 0,2-1 1 16,-1 0 0-16,3 0 2 15,1 0 6-15,4-3 5 16,2-5 2-16,1-5-3 15,1 0-3-15,6-7 3 16,-1 1-3-16,4-3-2 0,3-2 2 16,2 0 0-16,3-1-1 15,1-1 1-15,3 0-3 16,4-2 2-16,-2 1-4 16,0 0 1-16,-2-1-1 15,2 1-2-15,-4 1 3 16,-1 2-1-16,-4 4 0 15,-2 2-1-15,-5 2-1 0,-4 7 1 16,-3 2 1-16,-1 2-1 16,-5 3 0-16,-1 2 2 15,2 0-3-15,-5 2-5 0,-1 5-21 16,-4 0-53-16</inkml:trace>
  <inkml:trace contextRef="#ctx0" brushRef="#br0" timeOffset="4413.54">8183 3766 22 0,'0'0'5'0,"0"0"6"0,0 0 2 0,-2 0-3 16,2 0 0-16,-3 0 0 15,2 0-1-15,0-3 0 16,-1 2-5-16,2-1 1 16,-5 1-3-16,5 1-2 15,-2-1 1-15,-2-1 0 0,2 2 0 16,1-3-1-16,-3 3 1 16,2-2 2-16,-3 1-1 15,3 0 2-15,0 1 7 16,-3 0-9-16,0-1 4 15,1 1-1-15,0 0-3 16,-1 0 2-16,-1 0-5 0,-1 0 3 16,2 0-2-16,-3 0-6 15,1 2 12-15,-3 1-5 16,4 0 1-16,-3 0-2 16,3 1-2-16,-1-1 5 15,-2 0-2-15,2 1 0 0,-1 0-1 16,1 1 0-16,-2 0 1 15,2 1-1-15,-4 0 1 16,1 2-1-16,2-1 0 16,-1 2 1-16,-2-1 1 15,2 1-4-15,2-1 4 0,0 0-2 16,0 0 0-16,3-1 0 16,-2 0 0-16,3 0 0 15,-1-1 0-15,-1 1 0 16,2-1 0-16,0-1-2 15,-2 0 2-15,0 2 0 0,1 1 0 16,0 0 0-16,-3 0 0 16,3 2 0-16,-3-2 0 15,2 2 0-15,1 1-4 16,-1-2 5-16,3 1-2 16,-2 1 1-16,2 2 0 0,0-3 0 15,-3 2 0-15,0 0 0 16,3 1-1-16,-3 0 1 15,3 0 0-15,0 1 0 16,0 0 0-16,0 0-1 16,0 1 1-16,0-1-2 0,0 0 2 15,1-1 0-15,0 0-1 16,1-1 0-16,0 1 0 16,0 0-1-16,0 1 1 15,0-1 0-15,0 0 0 16,0-2 0-16,0 2 1 0,0-2 0 15,2-1-1-15,2-1-2 16,-2 1 2-16,2-2-1 16,-2 2 2-16,1-1-1 15,1-1 1-15,-2 2 0 16,2-1 0-16,2-2 0 0,-4 4 1 16,2-1-2-16,1 0 0 15,1 0 0-15,-2-1 1 16,4 2 0-16,-2-1-1 15,-2 1 1-15,3-1-1 16,-3 0 1-16,3-3 1 0,-2 2-1 16,2-1 0-16,-1 0-1 15,1 0 1-15,-1-1 0 16,0-1 0-16,2 2-1 16,-1-3 1-16,1 3-3 15,2-1 3-15,-3-2 0 0,4 0 2 16,0-1-2-16,0 2 1 15,0-2 0-15,1 0 0 16,0 1-1-16,2-1 1 16,0-1-2-16,1 1 3 15,1 0-1-15,0-1-1 0,-3-1 1 16,3 0-2-16,-1 1 1 16,-2-3-1-16,3 0 1 15,-3 0 2-15,1 0 3 16,1-3-4-16,-1-2 3 15,-1-1-2-15,1-1 0 16,-1 0 0-16,1-2 0 0,-1 2 0 16,0-1-1-16,-1-1 0 15,1 0 0-15,-1 1 2 16,-2-2-1-16,1 0 1 16,3-1 0-16,-5-1 0 15,2-2 1-15,0 3 3 0,-2-5 4 16,0 3 1-16,-2-3 1 15,2 0 1-15,-4-3-4 16,1 1-3-16,0-2 1 16,2-3-4-16,-4 1-1 15,1 0-2-15,-1-2 1 0,0 1 0 16,-2-1-1-16,-2 1 0 16,0 1-1-16,0 1 1 15,0 0 0-15,-2 3 0 16,-2-1 1-16,-3 1 1 15,1 0 1-15,-2-1-1 0,-2 2 0 16,3 0-2-16,-2 1 1 16,0-1-1-16,0 2 2 15,-1-1-2-15,2 2-1 16,-1-3 1-16,0 3-1 16,1-3 1-16,-2 4-1 0,0-1 1 15,1-3 1-15,-3 2-2 16,1 0 1-16,-3-1 1 15,3-1-1-15,-2 3 0 16,0 1 3-16,2-1-3 16,-1 1 1-16,3 2-1 15,-1 0-1-15,3 3 1 0,-3-1-2 16,2 2 1-16,1 1-2 16,-2 0 3-16,2 0-1 15,0 2 0-15,-1 0 1 16,-2 2-1-16,2-2 0 15,1 3 0-15,-2-2 2 0,2 3-2 16,0-1-2-16,-1-1 4 16,1 2 0-16,1 0-2 15,0 0 1-15,0 0 0 16,0 0-3-16,3 0 1 0,-3 0-7 16,2 0-6-16,0 2-7 15,0 2-22-15,-2-3-45 16</inkml:trace>
  <inkml:trace contextRef="#ctx0" brushRef="#br0" timeOffset="5173.87">8046 3471 50 0,'0'2'0'0,"0"0"-1"0,0 1-3 0,2 4 5 16,-2 0 3-16,0 0-1 15,3 3 1-15,-2-3-2 16,1 2 0-16,4-2 0 15,-2 0 1-15,-1-3 2 0,1 3-3 16,2-4 0-16,-2 1 0 16,2-2 3-16,0 0 0 15,-1-2 2-15,3 0 0 16,0 0 1-16,3-2 0 16,2-7 1-16,3-1-3 15,1-3 2-15,1-2-1 0,3-2 1 16,-2-3 2-16,2-1-1 15,2-5 1-15,1 3-3 16,2-2 0-16,3-1-3 16,0 0 0-16,1 1-1 15,3 2-1-15,-2 2-1 0,-2 3 0 16,0 2 1-16,-4 2-1 16,-2 3-1-16,-6 3 2 15,-1 4-1-15,-3 3-7 16,-9 1-49-16,-4 0-61 15</inkml:trace>
  <inkml:trace contextRef="#ctx0" brushRef="#br0" timeOffset="7566.67">7352 3611 24 0,'0'0'9'0,"0"0"-7"0,0 0 13 0,0 0-1 16,0 0-2-16,0 0-7 0,0 0 1 16,0 0-3-16,0 0 3 15,0 0-2-15,-40-8 3 16,32 8-3-16,0 0-1 15,1 0-2-15,-5 0 4 16,2 0-3-16,0 0 4 0,-1 0 0 16,0 1 4-16,0 2-2 15,-1 1-3-15,0-1-1 16,1 1-2-16,-1 2 0 16,1 0-2-16,-1 1 0 15,1-3 0-15,-1 3 0 0,2-1 1 16,1 1-1-16,0-2 0 15,0 0 0-15,0 3 0 16,-2-2 0-16,0 4 0 16,-2-3 0-16,4 3-3 15,-3 1 5-15,1 0-2 16,1 0 0-16,2 0 0 0,0 2 0 16,1 0 0-16,0 1-3 15,0 2 4-15,0-1-2 16,1 3 1-16,-1-1 0 15,3-1 0-15,-4 1-1 0,4-1-1 16,0-3 2-16,-2 2-1 16,3-1 1-16,-1 1 0 15,2 1 0-15,-3-1-1 16,2 0 2-16,1 1-4 16,2 0 3-16,0 1 2 15,0 0-4-15,0-1 4 0,0 1-4 16,0 0 2-16,0-2-3 15,0 2 3-15,0-2 0 16,0 0-1-16,3-1 1 16,1-1 1-16,1 0-2 15,-1 0 1-15,0-2 0 0,1 2 0 16,1-2 1-16,0 1 0 16,-2-1-1-16,0 0 0 15,3-1 1-15,-3 0-1 16,0 0 0-16,4 0 0 15,-3 0-1-15,3-3 0 16,-3 3 1-16,3-1 0 0,-1-1 0 16,0 1 0-16,-1-2 0 15,1 2 0-15,0-1 0 16,-2 0 0-16,1-1 0 16,-1 2 1-16,1-1-1 0,-2 1 0 15,4-1 0-15,-4 1 1 16,1 0-1-16,1 0 1 15,-1 0-1-15,4-2 0 16,-3 2 0-16,-1-2-2 16,1 1 0-16,1-1 3 0,2-1 0 15,-2 1-1-15,1-1 1 16,4-2-1-16,-3 1 0 16,-2 0 1-16,3 1-1 15,0-1 2-15,-3 0-2 16,3 0 0-16,0 0 0 15,-1 0 0-15,2 1 0 0,2-1 1 16,-2 0-1-16,2-1 0 16,-1 0 0-16,1 2 1 15,-1-2-2-15,0-2 2 16,0 0-1-16,2 1 1 16,-1-1-1-16,0 1 1 0,1-3-1 15,-1 2 0-15,1-1 0 16,-2-1 1-16,2 0 0 15,-1 0-1-15,1 0 2 16,-1-1 1-16,3-3 0 0,-3-1-1 16,1 0 0-16,0-2-2 15,2 0 2-15,-3 1-1 16,1-1-1-16,0-1 1 16,-2 1 0-16,2-3 2 15,0 0 2-15,-2 0 2 0,3-1-3 16,-4-1-1-16,3 2 0 15,-3-1 0-15,1 2-2 16,-3-2 1-16,1 0 0 16,-3-1 2-16,2 1 1 15,-4 1 2-15,1-1 0 16,-3-1-2-16,1 2-1 0,0 0 2 16,-1-2-3-16,-1 0 0 15,-1 0-2-15,0 0 0 16,0-1 1-16,0 0-1 15,-1-1 1-15,0 0-2 16,0-2 0-16,0 1 3 0,0-1 2 16,-2-1 1-16,0-1-4 15,-3 2-1-15,3-4 1 16,-2 3-1-16,1-3-1 16,1 0 1-16,0 2 0 15,-2-3-1-15,0 2 0 0,3-1 0 16,-5 2 2-16,0-1-1 15,4 0 1-15,-2 0-2 16,-2 2 1-16,2-2 0 16,1 1 0-16,-3 0-1 15,1-1 1-15,0 2-1 0,0-1 0 16,-1 0 2-16,0 1-2 16,0 0 0-16,-2 2 0 15,1-1 1-15,-1 1 2 16,0 0-2-16,-1 1 1 15,1 0 0-15,1 0-1 0,-4 1 1 16,4 0-2-16,-2 0 1 16,-2 1 0-16,4 0-1 15,-4-1 0-15,2 2 1 16,0-2-1-16,0 2 0 16,-1 0 0-16,2 2-2 15,-3-1 2-15,2 0-1 0,0 3 1 16,0-3 1-16,-1 2 0 15,3 0 1-15,-5-1-3 16,2 2-2-16,-1 2 3 16,-1-2 0-16,1 4 0 15,-1-2 0-15,1 2 1 0,0 0 1 16,2 0-3-16,0 0 3 16,0-1 0-16,3 3-2 15,-3-2 1-15,2 1 0 16,1 1-2-16,1 0 1 0,-2 1 0 15,0 0-5-15,3 0-1 16,-3 0 4-16,-1 0 3 16,0 1-1-16,-2 4-1 15,3 1-3-15,-5 1 8 16,1 1-9-16,0 1 6 16,-2 0 1-16,2 2-6 15,2-1 9-15,-1 2-10 0,1-2-9 16,5 1-5-16,0-2-13 15,2-1-20-15,0-5-20 16</inkml:trace>
  <inkml:trace contextRef="#ctx0" brushRef="#br0" timeOffset="8313.24">7371 3216 70 0,'3'0'5'0,"-3"0"-7"0,2 1 1 0,-2 1 1 15,0 0 0-15,2 2 0 16,-2-1 4-16,0 1-1 15,1 2 3-15,0-1-3 16,2 0-1-16,-1-1-2 0,2 0 1 16,-1 0 0-16,1 2-1 15,0-5 2-15,1 2-1 16,0-1 3-16,-1-1-2 16,1-1 4-16,3 0 1 15,-2 0 3-15,4 0 2 0,-1-7 0 16,2-1-1-16,2-2 0 15,1-3-5-15,4-1 0 16,-1-2-1-16,2-4 0 16,5-1 1-16,1-2-2 15,2-4 0-15,-1 2 0 0,3-3 1 16,0 2-1-16,-2 1 1 16,0 4-2-16,0 1-1 15,-2 5 0-15,2 2-1 16,-5 2 2-16,0 1-3 15,-2 0-44-15,-4-2-83 0</inkml:trace>
  <inkml:trace contextRef="#ctx0" brushRef="#br0" timeOffset="13068.11">5824 4577 29 0,'-1'0'10'15,"0"1"1"-15,1-1-1 0,0 0-8 0,0 0-3 16,0 0 0-16,0 2 1 16,0-2 0-16,0 1 1 0,0 2-1 15,0-3 1-15,0 3 0 16,0 0 2-16,-2-2 2 15,2 2-2-15,-2 0 0 16,2-2-1-16,-2-1 3 16,2 2 0-16,0 0 0 0,-2-2 0 15,2 0-1-15,0 0 2 16,0 0-3-16,0 0-2 16,0 0 0-16,0 0-1 15,0 0 1-15,0 0 0 16,0 0 0-16,0 0-1 0,0 0 2 15,0 0-1-15,0 0 2 16,0 0 0-16,0 0-1 16,0 0-1-16,0 0 0 15,-3 0 2-15,3 1-1 16,-1-1-2-16,0 1 1 0,1-1 1 16,0 0 2-16,0 1 0 15,0-1 0-15,0 0 4 16,0 0 0-16,-2 0-2 15,2 0-3-15,0 0-1 16,0 0 0-16,0 0-1 16,0 0-3-16,0 0 0 0,0 0 1 15,0 0-2-15,0 0-1 16,0 0 1-16,0 0-2 16,0 0 8-16,0 0-1 15,3 0-1-15,1 0-1 16,2 0 0-16,-2 0 0 0,3 0-1 15,0 0-1-15,2 0 2 16,2-2-2-16,-2 1 3 16,3-3-2-16,1 0 2 15,0 1-1-15,0-1 0 0,1 1 1 16,-1 0-3-16,1-1 6 16,-1 0-4-16,-2-2 1 15,1 3-1-15,-3-1 1 16,1 0 0-16,0 0 1 15,-2 0 0-15,1-1-2 16,1 2 2-16,-1 0-1 0,-1 1 0 16,1-1 0-16,-2 1-1 15,2-1 1-15,-3 0 0 16,1 2 0-16,-1-3-1 16,0 3 0-16,0 0 2 15,-3 1-1-15,3 0 0 0,-4 0-6 16,2 0-16-16,-4 0-14 15,0 0-1-15,0 2-51 16</inkml:trace>
  <inkml:trace contextRef="#ctx0" brushRef="#br0" timeOffset="13586.66">5829 4693 47 0,'0'0'6'0,"0"0"0"0,0 0-7 0,0 0 2 16,0 0 2-16,0 0-2 0,0 0 0 15,0 0 1-15,0 0-2 16,0 0 0-16,0 0 5 16,39 0-2-16,-29 0 0 15,1 0-1-15,-1 0-4 16,3 0 13-16,1 0-7 15,-1-4 0-15,2 1-1 0,3-1 2 16,-1-3 2-16,0 0 1 16,3 0-1-16,-3-2 2 15,2 1-3-15,-1-1 0 16,-3-1-4-16,-2 3 0 0,-1 0-2 16,-1 2 1-1,-3 1 0-15,-2 0 0 0,-2 3-1 16,0-2 1-16,-2 3 1 15,1 0 0-15,-3 0-2 16,0 0-21-16,0 0-22 0,0 0-50 16</inkml:trace>
  <inkml:trace contextRef="#ctx0" brushRef="#br0" timeOffset="14205.51">5858 4662 66 0,'0'0'8'0,"0"0"-7"0,0 0 2 0,0 0-2 16,0 0-1-16,0 0 0 16,0 0 0-16,0 0 2 15,0 0 1-15,43-14-4 16,-32 13 2-16,-2-1 0 15,5 1-2-15,-1-1 1 0,1 1 0 16,3-2-2-16,-1 0 3 16,-1-1-6-16,4 0 6 15,1-3 8-15,-1-2-5 16,4 2 1-16,-3-3-2 16,2 1-1-16,-2 1 0 0,1-2 0 15,-4 3-1-15,0-1 1 16,-2 0-1-16,-1 3 1 15,-2 0 0-15,-3 1-2 16,-5 1-12-16,-2 0-27 16</inkml:trace>
  <inkml:trace contextRef="#ctx0" brushRef="#br0" timeOffset="17335.43">4812 4587 26 0,'0'0'18'0,"-2"0"5"0,2 0-7 16,-3 0-2-16,1 0 0 0,0-3-5 15,0 3 0-15,2-3 0 16,-2 2-2-16,0-2-1 16,0 3-2-16,1-3-2 15,0 3-1-15,0-1 1 16,1 1-1-16,0 0 1 15,-2-2 0-15,2 2-5 0,-2 0 2 16,2 0 2-16,0 0-4 16,0 0-3-16,0 0 5 15,0 0-1-15,0 3 0 16,4 0 0-16,1 0 1 16,1 1-3-16,-2-2 1 0,3 2 3 15,0-1 0-15,0 2-1 16,-2-1 2-16,3-1-1 15,-1 0 0-15,0 0 1 16,0 3-1-16,1-3 0 16,2 1 0-16,-2 0 0 0,1-1 0 15,0 0-4-15,1-2 5 16,0 1-1-16,-1 0 0 16,-1 1 0-16,0 0 0 15,3-1-1-15,-5-1 1 16,4 3 0-16,-3-1 0 15,1 0 0-15,2 0 0 0,-4 0 1 16,3 0-1-16,-3-1 0 16,2 1 0-16,-1 0 0 15,1 0 0-15,-3 0-1 16,1-2 1-16,3 2 0 16,-4-3 0-16,3 2-2 0,-3 0-1 15,4-2 5-15,-4 3-1 16,3-3 0-16,-1 1 0 15,0 1 0-15,2-1-1 16,-1-1 0-16,1 2 1 0,1-2-1 16,-4 1 1-16,3-1-2 15,0 3 1-15,-2-3 1 16,0 0-2-16,1 3 1 16,1-2 0-16,-1-1 1 15,0 2-1-15,3-1 0 0,-4-1 1 16,4 0 0-1,0 0-1-15,-2 1 1 0,3 0-1 16,-1 0 1-16,2 0-1 16,-2-1 0-16,-2 1 2 15,2 1-1-15,0 0-2 16,0 0 1-16,3-2 0 0,-1 1 1 16,1 0-1-16,1 0 1 15,2-1-1-15,0 0 0 16,1 0 0-16,-3 0 1 15,3 2-1-15,-4-2 0 0,4 0 0 16,-3 1-1-16,1-1 2 16,-1 0-1-16,1 1 0 15,-1 1 0-15,1-1 0 16,1-1 0-16,0 1 0 16,-1 0 1-16,-1-1-1 15,1 0 0-15,0 0 1 16,-1 0-1-16,-2 0 0 0,0 0 1 15,0 0-1-15,0-2 0 16,1 1 0-16,-1-2 0 16,1 2 0-16,1-1 1 15,3 2-1-15,-3-2 0 0,3 1 0 16,-2 1 1-16,2-2-1 16,-1 0 0-16,-3-1 0 15,1 0 0-15,-3 2 0 16,1-2 1-16,-3-1-2 15,0 1 1-15,1 0 0 0,-1-1 0 16,-1 0 0-16,1 0 0 16,-1-1 1-16,0 0-2 15,2-1 2-15,-2 2-1 16,-1-2 0-16,0 0 0 0,1 1 1 16,-1-1 0-16,0 0-1 15,-2-1 0-15,-1 2 0 16,1-1 2-16,-4 0-1 15,4 2-1-15,-4-1 2 16,0 1-2-16,-2-3 1 16,2 0 0-16,0 0 2 0,-1-1 0 15,0-1 4-15,0-1-5 16,1-1 3-16,0-1-2 16,0 1 1-16,0-2-1 15,-2 0 1-15,2 2 2 16,-2-2 1-16,0 2-2 0,0-2-2 15,0 0-1-15,0-2 1 16,0 3-2-16,0-2-1 16,0 3 1-16,0-3 0 15,-4-1 0-15,-2 1 0 16,3-1 1-16,-1-1 0 0,-3-2-1 16,4 0-1-16,-1-1 2 15,0 0-2-15,-1-1 1 16,1 0-1-16,0 2 1 15,-2-1 1-15,-2 2 1 16,3 2 1-16,-1-1 2 0,-2 3-2 16,2-1-2-16,0 0-1 15,1 0-1-15,1-1 1 16,-1 0-1-16,1 2 0 16,-1-2 2-16,-1-1-2 15,3 0 0-15,-3 2 0 16,-1-2 0-16,1-1 1 0,0 3-1 15,0-3 0-15,-2 2 2 16,3-1-2-16,-3 2 0 16,2-2 0-16,0 2 0 15,-1-1 0-15,-2 1 0 0,0 3-2 16,-2-2 2-16,-3 1-1 16,3 0 2-16,-4 2 1 15,1 0-2-15,1 2 0 16,-1-1 3-16,-1-1-3 15,1 2 1-15,1 0 0 0,-1-1-1 16,1 0-1-16,0 2 1 16,-1 0-2-16,-1 3 0 15,-3-2 0-15,1 0-1 16,0 2 2-16,-3 1 7 16,0-1-6-16,0 2-2 15,-3 1-1-15,2 0 5 0,-2-2-2 16,1 3-5-16,1 0 11 15,-3-1-6-15,1 0 2 16,-2-1-4-16,1 2 2 16,0 0-1-16,-1 0 1 15,-1 0 0-15,0 0-3 0,2 3 0 16,-1 1 6-16,1 0-3 16,-1 0 1-16,-2 2-2 15,0 1 0-15,-1 0 1 16,0 0 1-16,-1 1-2 15,0 1 3-15,-2 0-3 0,3-1 2 16,-1 2-2-16,2-1 1 16,0-1 1-16,-2 1-2 15,4-1-1-15,-4 0 4 16,2 0-1-16,-2 1 1 16,-1-1-2-16,2-1 1 0,-1 3-1 15,0-3-3-15,2 0 3 16,2 0 2-16,3-1-2 15,-1 0 3-15,4-1-5 16,0 1 4-16,4-2-2 16,1 1 0-16,0 0 0 0,1 2 0 15,3 0 0-15,1 0 0 16,-1 2 0-16,2-1-2 16,-1 1 4-16,1 1-5 15,2 0 0-15,-2 0 2 16,5 3-2-16,1-2 2 15,-2 6-2-15,4-1 0 0,-2 2 1 16,2 2 0-16,0 0 0 16,0 3 0-16,0 1 0 15,4 0-1-15,2 2 1 16,3 1 1-16,3 1-1 0,1-1 0 16,1 3-1-16,1-3 2 15,1 0 1-15,2-3-1 16,4 0-3-16,5-3 3 15,4-1 2-15,7-3 2 16,4-4-7-16,4-9-60 16,0-4-68-16</inkml:trace>
  <inkml:trace contextRef="#ctx0" brushRef="#br0" timeOffset="18198.45">5635 3682 11 0,'2'3'1'0,"0"0"3"0,0 1 3 0,0-1-2 16,-1 0 2-16,4 0-1 15,-3 1 1-15,0-2 2 16,2 0-6-16,-3 1 1 16,3-1 1-16,0 0 1 15,0-2 1-15,3 0-2 0,0 0 3 16,2 0 5-16,2-5-4 16,3-4 0-16,1-1-1 15,1-4-2-15,3-2-1 16,2-1 1-16,4-1 1 15,-1-4 0-15,4-1 2 0,5-3 2 16,-2-3 0-16,1-2-2 16,5-1-1-16,-1-1-3 15,0-2-1-15,4 3-3 16,-2 2 0-16,-2 3 0 16,-1 4 1-16,-4 2-1 0,-4 4-1 15,-4 6 1-15,-5 2 1 16,-4 5-1-16,-4 4-2 15,-6 0-39-15,-4 0-27 16,-2 6-57-16</inkml:trace>
  <inkml:trace contextRef="#ctx0" brushRef="#br0" timeOffset="20461.73">5034 3674 35 0,'0'0'5'0,"0"0"13"0,0 0-10 0,0 0-3 0,0 0-2 16,0 0 2-16,0 0 3 16,0 0-3-16,0 0 0 15,0 0-2-15,0 0 0 16,-37-26-2-16,33 23 2 0,2 3-2 15,0-1 1-15,-2-1 0 16,1 1 0-16,-1 1 0 16,2 0 1-16,-3-1 0 15,0 1-2-15,1 0 3 0,-3 0-6 16,-1 0 2-16,1 0 3 16,-4 0-4-16,2 1 1 15,-2 3 1-15,-1 1 0 16,-1-2 0-16,1 1 1 15,0 1 0-15,3 0-2 0,-3-1 0 16,3 0 1-16,-1 0-2 16,2 2 1-16,1-3 1 15,-1 4-1-15,1-3-1 16,-3 4 1-16,4-2 0 16,-4 2 0-16,3 0 0 15,-3-2 0-15,4 2 0 0,-1 0 1 16,1 0-2-16,-2-1 1 15,2 2 0-15,1 0 0 16,-3 0 0-16,1 1 0 16,0 0-1-16,0 1 1 15,1 2 0-15,-1-2-1 0,0 2 1 16,1-1 0-16,1 0 0 16,1 1 0-16,-3 0 0 15,1-2 0-15,0 2 0 16,0 1 0-16,-1-1 1 0,3 0 0 15,-2 0-1-15,0-2 0 16,2 2 0-16,2-1 0 16,-2 0-1-16,1-2 1 15,3 1 0-15,-2-1-1 16,2 0 1-16,0 0 0 0,0 1 0 16,0-1 0-16,0 3 0 15,0-3 0-15,0 0 0 16,0 1 0-16,0-1 0 15,0 0 0-15,0-1-2 16,0-1 2-16,2 2 0 16,3-2 2-16,-3 1 0 0,2 1-2 15,-1 0 1-15,2 0-1 16,-1 1 1-16,-2 1 0 16,2-1-1-16,-1-1 1 15,1 0 0-15,0 1-1 16,-1-2 0-16,4-1-1 0,-1 1-1 15,-1-2 2-15,3 1-1 16,-1 0 0-16,1 0 2 16,2 1 0-16,-3-1-1 15,2 2 0-15,0 0 1 16,-1-1-1-16,1 2 0 0,1 0 1 16,-2 1-1-16,3-1 1 15,-1-1-2-15,-1 1 2 16,0-1-1-16,4 0-2 15,-4 0 1-15,0-1 2 16,2 1-2-16,-2-2 2 0,2 2-1 16,1 0-1-16,-3-1 2 15,3-1 0-15,0-1-1 16,-1 2 0-16,0-1 1 16,1-1-1-16,-1-1 1 15,3 0-1-15,-1 0 1 0,2-1-1 16,-2 1 0-16,0-3 0 15,1 1 0-15,0-1 1 16,2-2 1-16,-2-1-1 16,3 0-1-16,-4 0 1 15,3 0 0-15,-1 0 0 0,1 0 0 16,-1 0-1-16,1-3 1 16,-2-2 1-16,1-1 0 15,1-1 1-15,0 0-1 16,-3-2-1-16,3 3 0 15,-3-3 1-15,1 1 0 16,-1 0-2-16,0 0 0 0,-2-1 1 16,0 2 0-16,1-3 0 15,-1 2 1-15,-2 0 0 16,-3 0-1-16,2 2 0 16,-4-1 3-16,0 0 5 15,-3 0 8-15,3-1-6 16,-2-1-3-16,-2 0-4 0,2-1-2 15,0-1 0-15,-2-2-1 16,0-1 2-16,0 0-1 16,0-2 0-16,0-1 1 15,0-1-2-15,0-1 1 0,0-1-2 16,0-1 2-16,0 1-2 16,0-4 0-16,0 4 1 15,0-4 0-15,-2 1-1 16,2-1 0-16,-2 1 0 15,2-1 1-15,-2 0-1 16,0 3 0-16,0-2 0 0,-1-1 0 16,-3 4 1-16,-2 0 0 15,2-3-1-15,-3 4 1 16,0-4 2-16,-4 4 3 16,4-2-2-16,-3 3-3 15,-1 0 1-15,2 0-2 0,-1 1 0 16,0 3 0-16,-2-2 0 15,2 5 0-15,-1-2 0 16,-3 0 2-16,2 3-2 16,0 2 1-16,0-1 1 0,0 1-1 15,2 1 0-15,1 0-1 16,-3 1-1-16,1 0-4 16,-1 2 4-16,1 1 1 15,-1 2-1-15,-1 0 2 16,-3 1-3-16,2 0 4 15,0 0-1-15,1 0 1 0,-3 0-2 16,3 0-1-16,0 2 0 16,3 4 1-16,0-1 0 15,1 0 1-15,0-1 0 16,0 2 1-16,2-1-4 16,2 1 4-16,-2 0-2 0,2-1 0 15,0 2-2-15,3-1 2 16,0 1 0-16,2-1-1 15,2 1-8-15,0-1-22 16,0-2-18-16,0-4-10 0,4 0-62 16</inkml:trace>
  <inkml:trace contextRef="#ctx0" brushRef="#br0" timeOffset="20952.43">5032 3454 47 0,'2'1'9'0,"-2"-1"-11"0,0 0 2 0,0 2 2 16,2 0 4-16,-2 1-1 15,2-1 0-15,-1 2-3 0,1-1-1 16,0-1 0-16,2 0 0 15,-2 1 0-15,1-3 2 16,5 0 0-16,-1 0 3 16,2 0 4-16,4-4 7 15,3-7 2-15,2-4-2 0,6-5-3 16,3-3-3-16,2-4 0 16,7-3 1-16,-2-1-2 15,7-2 0-15,1-2-4 16,5 2-2-16,1-2-3 15,2 2 3-15,-1-2 0 0,-4-1-39 16,-9-8-134-16</inkml:trace>
  <inkml:trace contextRef="#ctx0" brushRef="#br0" timeOffset="22833.53">9511 3787 132 0,'0'0'-11'0,"0"0"22"0,0 0 2 0,0 0-7 16,0 0 2-16,0 0-2 16,0 0 1-16,0 0 0 15,0 0 3-15,0 0 1 0,0 0-2 16,-25-39-4-16,21 34-1 15,1 1-1-15,-1 0-2 16,-1 0 0-16,0 2 0 16,1-2-1-16,-3 1 0 15,1 0 0-15,-3 0 2 0,-2 3-1 16,2-2 1-16,-2 2-2 16,-1 0 2-16,-3 0-1 15,1 0-1-15,-1 0 2 16,1 2-2-16,-1 1 0 15,1 3-3-15,-2 1 6 0,-1 0-2 16,1 3-2-16,0 0-1 16,1 0 2-16,-3 1 0 15,1 4-1-15,0 1 1 16,0 0-2-16,-2 3-1 16,1 2-2-16,1 2 2 0,-3-2 2 15,5 0-1-15,1 2 0 16,1-2 2-16,1 1-1 15,3-1 0-15,0 3 1 16,0-4-1-16,2 1 1 16,1-1-1-16,1 0 1 15,1-2-1-15,0 1 1 0,0-1-2 16,4-2 0-16,0 1 0 16,0 1 0-16,0 0 0 15,0 0 2-15,4 0-2 16,2-2-1-16,-1 1 3 15,3 0 0-15,2-1-1 0,-2 1 1 16,3-3-1-16,-1 0-1 16,-1 0 0-16,1-2 1 15,2-1-1-15,1 2-2 16,0-2 3-16,3-1-1 0,0-1 0 16,4 1 0-16,1-3 4 15,3 0-1-15,-2 0 0 16,2-3-1-16,1 2 1 15,0-3-1-15,-1 1 1 16,-1 0-1-16,2 0 1 16,-1 0-1-16,-1 0 2 0,-1 0-2 15,2 0 0-15,-1-1 0 16,0-3 1-16,0 0-1 16,2 0 1-16,0 0 1 15,-2-6-1-15,2-2 3 16,0-1-2-16,2-2 1 0,-2-2-1 15,-2-4-1-15,0 0 3 16,0 0-1-16,-1-3 4 16,-1-1-2-16,-4-2 0 15,-2-1-2-15,-3 1-1 16,-1-4 1-16,-2-2 0 16,-4-3-1-16,-1 1 0 0,-4-3-1 15,0-1 2-15,0 0 2 16,-4 1 1-16,-5-4-1 15,-2 4 1-15,0 0-3 16,-3-2-2-16,-2 3 0 0,-1 1 0 16,-1 1-2-16,-4 2 1 15,-1 3 0-15,-2 3 1 16,-6 3 0-16,-2 3 3 16,1 4-3-16,-3 4 0 15,1 2 0-15,-2 4-1 0,5 3 1 16,0 0-1-16,2 5-12 15,2 5-11-15,0 2-13 16,2 3-18-16,1-4-4 16</inkml:trace>
  <inkml:trace contextRef="#ctx0" brushRef="#br0" timeOffset="23600.16">9252 3449 14 0,'0'0'6'0,"0"0"-1"0,0 1 4 0,2 1-1 15,2 1-1-15,-2-1-5 16,1 0 1-16,1 2 1 16,2-1 0-16,-3 2 1 15,4-1-1-15,-3-1-2 16,1 4 0-16,1-1 1 0,-2-1 1 15,-1 2-2-15,1-1-1 16,1-2 1-16,-1 0 0 16,1-2-1-16,-3 2 0 15,2-4 2-15,1 0 2 16,1 0 7-16,1 0 12 0,4-4-1 16,0-6-10-16,3-4-1 15,4-3-3-15,4-4-3 16,5-4-3-16,4-2-1 15,5-4-1-15,9-5 1 16,0-2 1-16,8-2-1 0,4-3 0 16,1-7-1-16,4-4-56 15</inkml:trace>
  <inkml:trace contextRef="#ctx0" brushRef="#br0" timeOffset="33694.17">6044 7267 26 0,'0'0'14'0,"0"0"-6"0,0 0-2 0,0 0 1 16,0 0-2-16,0 0 0 16,0 0 0-16,0 0 1 15,0 0-2-15,0 0 0 0,0 0 2 16,0 0 0-16,0 0 3 16,0 0-4-16,0 0-1 15,0 0-3-15,0 0-1 16,0 0-1-16,0 0 2 15,2 0-1-15,1 0-1 16,-3 0 2-16,2 0-1 0,0 3 1 16,-2-2-1-16,2 2 1 15,0 0 0-15,0-1-1 16,1 2 0-16,-1-1 1 16,0 1-1-16,0 1 1 0,-2-2 0 15,2 3 0-15,1-2 0 16,1 1-1-16,-1 0 0 15,1-2 0-15,-2 1 0 16,3-1 0-16,-3 0 1 16,2-1-2-16,-1 0 1 15,1-2-2-15,0 0 2 0,2 0 1 16,0 0-1-16,-2 0 2 16,3 0 1-16,-3 0 0 15,3 0-1-15,0-4 0 16,0-2 0-16,1-1 2 15,4-3-3-15,-1 2 1 0,2-4 0 16,1-2-1-16,3-3 0 16,1 0 0-16,1 1 0 15,-2-5 1-15,3 2-1 16,1-2-1-16,-2 0 2 16,2 1-1-16,-2 0 1 0,4 0 0 15,-3 1 0-15,-2 1 1 16,2 2-2-16,0 1 1 15,-2 1-1-15,-2 0 1 16,-1 2 0-16,-1 2 2 16,-3 2 0-16,1-2 1 0,-3 3 0 15,-1 1-2-15,-1 0-1 16,0 1 0-16,-3 3-1 16,-2 0 0-16,1 0 0 15,-1 2-1-15,0 0 0 16,0 0 0-16,0 0 0 0,-1 2-4 15,-1 5-25-15,0-5-43 16</inkml:trace>
  <inkml:trace contextRef="#ctx0" brushRef="#br0" timeOffset="36284.04">9535 7030 64 0,'0'0'6'0,"0"0"-3"0,0 0 10 16,0-1 1-16,-2 0 0 0,0 0-3 15,2-2-6-15,0 3-1 16,0 0-1-16,0-3 1 15,0 3-3-15,-2 0 1 16,2 0-2-16,0 0 0 16,0 0 0-16,0 0-2 0,0 0 2 15,0 0 0-15,0 0 0 16,0 3 2-16,2 1-2 16,2-1 0-16,-1 2 0 15,3 0 0-15,-2 1 0 16,-1-2 0-16,3 1-2 15,-1-1 4-15,-2 0-2 0,0-1 0 16,0-2-2-16,1 2 2 16,-2 0 2-16,1-2-4 15,1-1 2-15,0 0-1 16,1 0 0-16,2 0 2 16,-1-1 0-16,1-8 2 0,3-2 0 15,0 0 1-15,4-4 1 16,2-3 0-16,1-3 1 15,3-2 2-15,-1-1 1 16,0-2-1-16,1 1 0 16,1-1-3-16,-2 2-3 0,0 3-1 15,1 2-1-15,-4-1 0 16,1 6 1-16,-3 4-2 16,-3 2-2-16,0 5-17 15,-8 3-22-15,-3 0-19 16</inkml:trace>
  <inkml:trace contextRef="#ctx0" brushRef="#br0" timeOffset="36988.22">9546 6979 60 0,'0'0'11'0,"0"0"-6"0,0 0 7 0,0 0-3 0,0 0-2 15,0 0 2-15,0 0 1 16,0 0-3-16,0 0-3 16,0 0-4-16,0 0 0 15,0 0 1-15,0 11-1 0,0-5 0 16,2-1 1-16,1 0-1 15,0 0 0-15,3 0-1 16,-2-1 1-16,-1 2 0 16,3-3 0-16,0 1 0 15,1-2-1-15,1 1 0 0,2-3 1 16,1 0 1-16,1 0-1 16,1-3 1-16,1-5 0 15,1-5 0-15,1 0 1 16,-1-2 3-16,3-4-2 15,2-2 4-15,-1-3 0 0,5-2-1 16,1-2 1-16,1-2-6 16,3-4 0-16,2 1-2 15,-4-2-29-15,-4 1-73 16</inkml:trace>
  <inkml:trace contextRef="#ctx0" brushRef="#br0" timeOffset="41023.12">9526 6994 16 0,'0'0'23'0,"0"0"-2"0,0 0 0 0,0 0-7 16,0 0-1-16,0 0-4 16,0 0-2-16,0 0-3 15,0 0 0-15,0 0-1 16,0 0 0-16,0 0-1 16,0 0 2-16,-7-22-3 15,7 22 1-15,0 0 0 0,0 0-2 16,0 0-1-16,0 0 1 15,2 3 1-15,0 5-1 16,2-2 1-16,2 1-1 16,-1 0 1-16,1-1-1 15,0-1 1-15,1 1-1 0,1-2 0 16,0-1 0-16,-2-2 0 16,3-1 0-16,3 0-2 15,-3 0 4-15,5-8 0 16,1-5 5-16,3-1 2 15,-1-3-3-15,2-3 1 16,3-1-3-16,-3-5 2 0,2 0 3 16,2-1-1-16,0-1 0 15,2 1-4-15,2 0-3 16,0 6 0-16,2 2-1 16,-2 3 0-16,-2 4-11 0,-8 1-60 15</inkml:trace>
  <inkml:trace contextRef="#ctx0" brushRef="#br0" timeOffset="43893.18">11392 7139 67 0,'-2'0'6'0,"0"0"10"0,0 0-8 0,0 0-5 0,0 0 5 16,2 0-1-16,0 0-1 15,-1 0-2-15,1 0-3 16,0 0-1-16,0 0-1 16,0 0 0-16,0 0 2 0,0 0-1 15,0 0 1-15,0 0-1 16,0 0-1-16,0 0 1 15,0 0 1-15,0 0-2 16,2 0 2-16,0 0-1 16,3 0 0-16,-3 0 0 15,0 0-1-15,-1 0 1 0,2 0 1 16,0 0-1-16,1 0 0 16,-1 0 0-16,0 0 1 15,3 0 0-15,-2 0 0 16,1 0-1-16,1 0 1 15,0-1-1-15,0-1 0 0,-1 1 0 16,0 1 2-16,2-1-2 16,-2 0 0-16,4 1 0 15,-2 0 0-15,2-2 0 16,2 0 0-16,0 2 0 16,-2-1 0-16,4-1 0 0,-1 1-2 15,4-2 4-15,-3-1 0 16,0 1 0-16,5 0 1 15,-2 0 0-15,1 0-1 16,1-1-1-16,2 3 0 16,-1-3 0-16,3 1 0 0,0-2-1 15,2 1 2-15,1 1-1 16,0-2 3-16,2-1 1 16,0 0 0-16,-2 1 0 15,3-1-1-15,1 3-1 16,-2-1-1-16,4 0-1 0,-2 2 1 15,2 1-2-15,3 1 0 16,-1-2 0-16,3 2 1 16,0 0-1-16,2 0 0 15,0 0 0-15,-1 0 0 16,2 0 0-16,2-2 1 0,0 2 0 16,2-2 1-16,0 2 0 15,-1-1-1-15,1-1 0 16,-3 1 0-16,-3-1 0 15,-1-2-1-15,1 0 0 16,-4 1 0-16,-4-3 2 0,-2 2-1 16,-1 1 1-16,-3 0-2 15,-3 1 1-15,-5 2-1 16,-1 0 0-16,-3 0 0 16,-9 0-8-16,-2 2-53 15</inkml:trace>
  <inkml:trace contextRef="#ctx0" brushRef="#br0" timeOffset="45603.84">14199 6891 62 0,'-2'0'7'0,"0"0"16"0,0 0-3 0,1 0-13 0,0 0 0 16,1 0 0-16,-1 0-2 16,1 0-2-16,0 0-2 15,0 0-1-15,0 0-1 16,0 0-1-16,0 0 2 15,0 0 0-15,0 1 1 16,1 2-2-16,5-2 0 0,0-1 0 16,6 0 2-16,2 0 1 15,5 0 2-15,7-1 4 16,2-5 2-16,6-2 1 16,4-1-1-16,4 1-3 15,1 0 2-15,-1 1-2 0,0 0-1 16,1 3-3-16,-5-2 1 15,-3 2-2-15,1 3 0 16,-5 1-1-16,1 0 0 16,-3 0-1-16,-2 4-27 15,-9 3-54-15</inkml:trace>
  <inkml:trace contextRef="#ctx0" brushRef="#br0" timeOffset="52685.5">14347 4361 81 0,'0'0'20'0,"0"0"5"0,0 0-1 0,0 0 0 15,0 0-2-15,0 0-7 16,0 0-2-16,0 0-5 0,0 0-1 16,0 0-5-16,0 0-3 15,0 0 0-15,-3-17 0 16,8 23 1-16,0 4 0 15,3-2 0-15,2 3 0 16,0 0 0-16,3 1 0 0,-1-2 0 16,1 0 0-16,1 0 0 15,0 0 1-15,0 0-1 16,-2-3 1-16,2 0-1 16,-5 2 1-16,1-2-1 15,-1 1 0-15,1 2 0 0,-3 0 0 16,-1 0-17-16,-4 0-42 15,0-3-28-15</inkml:trace>
  <inkml:trace contextRef="#ctx0" brushRef="#br0" timeOffset="53148.8">14574 4336 112 0,'0'0'8'0,"0"0"14"0,0 0-12 0,0 0-1 0,0 0-2 16,0 0-5-16,0 0-2 15,0 0 0-15,0 0 0 16,-35 12 0-16,27-2 1 16,0 0-1-16,-1 3 0 15,-2 1 1-15,-1 3 0 0,-2 0-1 16,0 2 2-16,-1 1 2 16,1-2 1-16,0 2-1 15,1-3-1-15,-1-1 2 16,4-1-2-16,1-2 0 15,0-3 1-15,0-2-1 0,4 0 0 16,1-3-2-16,-1-1 1 16,3 1 0-16,1-4-1 15,1 2 2-15,0 0-3 16,0 0-3-16,0 0-4 0,1-3-15 16,6 0-25-16,-1 0-58 15</inkml:trace>
  <inkml:trace contextRef="#ctx0" brushRef="#br0" timeOffset="53618.76">14674 4468 85 0,'0'0'21'0,"0"0"1"0,0 0-1 0,0 0 7 16,0 0-6-16,0 0-9 15,0 0-2-15,0 0-7 16,0 0-4-16,0 0-1 0,0 0-2 16,0 0 3-16,0 5 0 15,0 2 0-15,0-1 0 16,0 4 0-16,0-1 1 16,0-1 1-16,0 2 1 15,0-1 2-15,0 0 0 16,0 2-2-16,0-2 2 0,0 3-2 15,0-1-2-15,0-1 1 16,0 3-2-16,0-2 2 16,0 2 0-16,0 4-2 15,1-4 1-15,4-6-21 0,-2-7-143 16</inkml:trace>
  <inkml:trace contextRef="#ctx0" brushRef="#br0" timeOffset="55041.66">16614 7322 106 0,'0'0'2'0,"0"0"0"0,0 0 1 0,37-11-1 15,-25 7-1-15,4 1 0 16,-1 0 1-16,3-1 0 0,1 1 2 16,4-1 1-16,-2-1 1 15,1 1-1-15,2-2 1 16,0 1-1-16,1-1 0 16,2-1-1-16,-2 3 0 15,1-3 1-15,-1 1 1 0,2-1 4 16,0 0 2-16,-1-2 0 15,1 1 0-15,-1 2 0 16,-3-1-5-16,0 1-3 16,-3 1-1-16,-4-1-2 0,-1 4-1 15,-3 0 1-15,-1 2-2 16,0-1 1-16,-4 1-1 16,1 0-5-16,-3 0-13 15,0 1-14-15,-3 3-16 16,-2 1-4-16</inkml:trace>
  <inkml:trace contextRef="#ctx0" brushRef="#br0" timeOffset="55560.43">16741 7422 66 0,'0'0'1'0,"0"0"2"0,0 0 2 0,0 0 5 15,0 0 5-15,0 0-9 16,0 0-1-16,0 0 0 16,0 0 1-16,0 0-2 15,23 0 2-15,-10 0-1 16,0 0-2-16,1-2 2 0,2-2-2 16,3 1 0-16,-1-1 3 15,2-1 0-15,2 0 3 16,1 1-3-16,1-2 2 15,1 2-2-15,4-2 3 16,0-1 1-16,-2 3-3 0,2-2-2 16,-2 1-2-16,-5 0-1 15,0 2 1-15,-5 0 0 16,-4 1-1-16,0-1 0 16,-4 2 0-16,-1 0-1 15,1 0 0-15,-1 1 0 0,-2 0-2 16,0 0 1-16,-1 0-26 15,-3-3-45-15</inkml:trace>
  <inkml:trace contextRef="#ctx0" brushRef="#br0" timeOffset="56813.43">16746 4273 69 0,'0'0'35'0,"0"0"-18"0,0 0 4 16,0 0-4-16,0 0 1 16,0 0-5-16,0-1-4 15,0-1-3-15,0 2 0 0,0 0-6 16,0 0 1-16,0 0-2 16,0 0 0-16,2 0-1 15,0 5-2-15,0 0 4 16,0 1 1-16,2 0-1 15,-3 1 0-15,2-3 0 16,1 0 1-16,0 2-1 0,-1-2 0 16,0-1 0-16,0 0 2 15,1-2-2-15,-2-1 0 16,0 2 1-16,0-1 0 16,1-1-1-16,2 0 1 15,-3 0 5-15,2-3 4 0,3-2-2 16,-2-3-2-16,3-1 0 15,0-3-3-15,2-1 0 16,3-3 1-16,-1 0 0 16,1-3-1-16,3 0 0 15,-1-2 1-15,0-1 2 0,-2 1-1 16,3-1-1-16,-3 3 2 16,-1-1-1-16,0 2-1 15,-1 3-2-15,1 1-1 16,0 3-1-16,-1 1-3 0,-3-1-46 15,-8-6-201 1</inkml:trace>
  <inkml:trace contextRef="#ctx0" brushRef="#br0" timeOffset="58154.77">20719 5815 88 0,'0'0'16'0,"0"0"-4"0,0 0-8 0,0 0-2 16,0 0 0-16,0 0-1 16,0 0-1-16,0 0-1 15,0 0 0-15,0 0 4 16,0 0-2-16,0 0 0 16,2 5 0-16,-1-4 0 0,3 1-1 15,0-1 0-15,0 3 0 16,1-1 2-16,-2 2-2 15,1 0 0-15,-1-1 0 16,0 0 0-16,-1 1 0 16,1 1 0-16,-1-1 1 0,1 1-1 15,-1-2 0-15,0 3 0 16,2-4 1-16,-1 3-1 16,-1-5 1-16,1 2-1 15,-1-1 1-15,0-1-1 16,2-1 2-16,-1 0 5 15,2 0 3-15,3 0 11 0,1-6-4 16,4-1-6-16,5-6 0 16,-1 0 1-16,6-3-1 15,2-4-1-15,6-4-1 16,3-4 0-16,6-1-3 16,11-4-4-16,3-3-1 15,7-5-4-15,3-3-51 0</inkml:trace>
  <inkml:trace contextRef="#ctx0" brushRef="#br0" timeOffset="68859.66">3563 9071 21 0,'5'8'12'0,"1"1"-9"0,1-2-1 16,4 0 1-16,-2 1 0 0,2-3-1 16,-1-1 0-16,4-1-1 15,0 0 2-15,0-3 1 16,4 0 0-16,-1 0 2 16,1-3 1-16,-3-7 3 15,4-3-4-15,-2 0-3 16,-1-4 4-16,1-1-4 0,0-2 1 15,-3-1 1-15,1-1-1 16,1 1 2-16,-3-2-2 16,-2 1 0-16,3-1 2 15,-4-4-1-15,4 6 0 16,-3-5-1-16,0 0 0 0,1-2 0 16,-5 0 0-16,3-2 0 15,-3-1-2-15,0 2 3 16,-3-2 0-16,-3 1 2 15,1-2-1-15,-2 0 0 16,0 1-3-16,0-2 1 0,-3 4 1 16,-3-2-2-16,-4 2 0 15,-1 1 2-15,-1 0 5 16,-3 2 1-16,0 1-1 16,-1 0-2-16,1 2-2 15,-3-1-2-15,-1 2-2 16,2-2-1-16,-1 2 0 0,1 0 1 15,-2-2-2-15,1-1 1 16,-2 1-1-16,2-2 0 16,-3 2-4-16,-2 0 2 15,-2 1 2-15,-2 3-2 0,2 2 0 16,-2 1 1-16,4 1 1 16,-2 3 0-16,0 3 0 15,1-1-2-15,4 1 2 16,-3 3-1-16,-1 1-1 15,1 5-2-15,1 1 2 0,-4 0-2 16,0 1 0-16,0 10 4 16,1 1-3-16,1 2 3 15,-3 3 0-15,4 3 0 16,-1 2-2-16,1 4-1 16,1 1 5-16,0 2-2 15,1-1 0-15,2 0 0 0,3 1-1 16,-1-1 2-16,3-1 0 15,-1 0-2-15,1 5 1 16,2 0 0-16,-1 4 0 16,2 1 1-16,0 1-1 15,1 2 0-15,2 1 0 0,-1 0 0 16,5 4 0-16,0 0 0 16,2 0 0-16,2 3 0 15,0 1 0-15,0-4 0 16,6 0 0-16,2-2 0 15,1-4 0-15,3-3 0 0,1-4 0 16,0 0 0-16,3-2 0 16,2-3 2-16,2 2-2 15,2-4 0-15,1 2 1 16,4-4 0-16,1-1-1 16,3-3 0-16,4-5 0 0,0-1 0 15,-1-4 0-15,1-5 0 16,1-3-1-16,-3-1 0 15,-1-2 6-15,-1-7-3 16,2-5 0-16,-3-2 0 16,3-3-1-16,0-5 0 0,-4-1-15 15,-6-8-72-15</inkml:trace>
  <inkml:trace contextRef="#ctx0" brushRef="#br0" timeOffset="69748.73">1944 8906 42 0,'0'0'9'0,"0"-3"7"0,0 3-1 0,0 0-1 0,0 0-7 16,0 0-6-16,0 0-2 16,0 0 0-16,0 0 1 15,0 0 0-15,1 0 0 16,3 0 0-16,1 3 0 16,-1 1 0-16,3 0 0 0,-1 1 0 15,1 0 1-15,1-2-1 16,2 0 1-16,1-3-1 15,3 0 3-15,3-4 0 16,6-12 2-16,8-9 8 16,9-17 1-16,14-16-3 0,17-16-2 15,21-18-4-15,18-17-2 16,11-15-14-16</inkml:trace>
  <inkml:trace contextRef="#ctx0" brushRef="#br0" timeOffset="71850.11">4911 9113 71 0,'0'0'3'0,"0"0"6"0,0 0 7 0,0 0-11 16,0 0 2-16,0 0-1 0,0 0 1 15,0 0 6-15,0 0-2 16,0 0 1-16,0 0 1 15,0 0-4-15,0 0-8 16,-23-34-2-16,28 34 1 16,3 0 0-16,2 0 0 0,3 0-2 15,3 6 2-15,2 1-2 16,6-3 2-16,1 3 0 16,4-2 0-16,4-1-1 15,5-3 2-15,5-1-2 16,2 0 1-16,3 0 0 0,2 0 0 15,1-1 1-15,1-3 0 16,3 1-1-16,1-1 0 16,-2 1 1-16,-3-1-1 15,3 2 2-15,-4-2-2 0,-2 0 2 16,0-1-1 0,-2 2-1-16,-3 1 1 0,-5-3 0 15,-3 0-1-15,-3-1 1 16,-7 3 0-16,-1-2-1 15,-4 0 1-15,-4 2-1 16,-5 3 0-16,-1 0 0 16,-4 0-13-16,-6 0-27 0,0 0-11 15</inkml:trace>
  <inkml:trace contextRef="#ctx0" brushRef="#br0" timeOffset="72405.49">5065 9332 75 0,'0'0'12'0,"0"0"4"0,0 0-16 15,0 0 1-15,0 0 1 0,40 6-1 16,-19-5 1-16,0 0 0 15,6 1 0-15,2 0 0 16,5-1 2-16,-1-1-2 16,5 3 1-16,1-2-2 15,1-1 0-15,4 0 0 16,3 0 0-16,-3 0 1 0,4 0 2 16,-2 0 1-16,-2-5 4 15,0 0 0-15,-1-2 0 16,-1 1-1-16,-2 1 0 15,-1-2-3-15,-2 1-1 0,-6 0 1 16,-3 2-1-16,-4-2 1 16,-4 3 1-16,-6-1 0 15,-4 0 1-15,-1 1-2 16,-5 0 3-16,2 2-2 16,-2 1-4-16,0 0 0 0,-1 0-6 15,-3-6-76-15</inkml:trace>
  <inkml:trace contextRef="#ctx0" brushRef="#br0" timeOffset="74992.56">9936 8564 47 0,'1'-3'16'0,"-1"0"-9"0,1 3-1 0,-1-1 0 16,1 1-2-16,0-1-1 15,-1 1 2-15,0-2 11 0,0 2 1 16,0 0-6-16,0 0-2 16,0 0-1-16,0 0 0 15,0 0 1-15,0 0-1 16,0 0-5-16,0 0-2 15,0 0-3-15,0 0 2 16,0 0 1-16,0 6 1 0,0-1-2 16,0-1 1-16,0-1-2 15,0 2 1-15,0-1 1 16,2 0-1-16,0-1 0 16,2 1 0-16,-2-1 0 15,1 1 1-15,1 1-1 0,-1 1 0 16,1-1 0-16,-1 0 0 15,1-3 0-15,-2 4 0 16,2-2 1-16,-1-1-1 16,3-1 0-16,-1 0 0 15,-1-2 1-15,3 0-1 0,-2 0 1 16,3 0 0-16,-3 0-1 16,6 0 1-16,-2-6 2 15,0-2-3-15,4-3 3 16,1-2-3-16,4-3 1 15,-1-1 0-15,4-4 1 0,3-1 1 16,1-3 3-16,4-1-1 16,0-1 2-16,5-1 1 15,1-2 0-15,1-1-2 16,-1 0 0-16,1 1-2 16,0 0-1-16,0 1 1 0,-2 1-2 15,-3 4 2-15,0 3-3 16,-3 2 0-16,1 2 0 15,-6 3-2-15,-2 5 2 16,-3 2 0-16,-1 4-2 16,-5 1 1-16,-4 2-2 15,-3 0-8-15,-3 5-28 0,-2 4-33 16</inkml:trace>
  <inkml:trace contextRef="#ctx0" brushRef="#br0" timeOffset="75910.63">9857 8569 60 0,'0'0'26'0,"0"0"-17"0,0 0 3 0,0 0-13 0,0 0 2 15,0 0-1-15,0 0 1 16,0 0-1-16,0 0 0 16,0 0 0-16,0 0 1 15,25 37-1-15,-19-32 0 16,-2-1 0-16,2 1 1 15,0 0-1-15,-1-1 0 0,1 0 1 16,-2 0-1-16,1-1 0 16,4 2 0-16,-4-4 1 15,1 0-1-15,1 1 1 16,4-2 1-16,-2 0 2 0,0-3 3 16,4-4-1-16,1 1-2 15,1-5-1-15,-1 2-1 16,4-2 1-16,-1-2 0 15,0-1-2-15,2-3 0 16,1 2 0-16,3-2-1 16,-3-1 1-16,4-1 2 0,1-1 3 15,2-2 2-15,0 0 4 16,2-3-3-16,2 0 0 16,0-4-3-16,3 2 2 15,-3-4-3-15,1 2 1 16,1 0-1-16,-2-1 4 0,-1 2-4 15,1 1 2-15,0 1-1 16,0 2-2-16,-4 3 2 16,0 1-3-16,-5 4-2 15,-2 3 0-15,-2 2-1 0,-5 4 1 16,-2 1-1-16,3 2 0 16,-5 4-1-16,0 0 0 15,-4 0-21-15,-5 0-76 16</inkml:trace>
  <inkml:trace contextRef="#ctx0" brushRef="#br0" timeOffset="79773.82">9942 8497 19 0,'0'0'1'0,"0"0"-1"0,0 0 0 0,0 0-1 0,0 0-1 15,0 0 2-15,0 0 0 16,0 0 3-16,0 0 10 15,0 0 20-15,0 0-12 16,4 11 1-16,-4-11-6 16,0 0-11-16,0 0-2 15,0 2-4-15,0-1-2 0,0 2 4 16,0 1-1-16,2 2 0 16,0-2 2-16,1 3-2 15,-1 0 0-15,0-2 1 16,1 0 0-16,-1 0 1 15,1-2-1-15,-1-1 1 16,4-2 4-16,-2 0 2 0,1 0 6 16,4 0-1-16,0-4-2 15,2-3-2-15,3-6-3 16,3 0-4-16,5-4 0 16,2-4-2-16,3-3-21 0,-2-6-91 15</inkml:trace>
  <inkml:trace contextRef="#ctx0" brushRef="#br0" timeOffset="84455.31">21436 3996 4 0,'0'0'47'0,"0"0"-45"0,0 0 1 16,0 0 1-16,0 0-2 0,0 0 2 16,0 0 3-16,0 0 2 15,0 0-3-15,0 0 5 16,0 0-2-16,0 0 0 16,0 0 2-16,-12-7-3 15,11 7 0-15,-1-3 1 0,2 2 4 16,-3-2-2-16,2 3-4 15,1-2-2-15,-3 1-2 16,3 0 1-16,-1-1-2 16,0 1-2-16,1 1 1 15,0 0 0-15,0 0-1 16,0-1 3-16,0 1 2 0,0 0 0 16,0-1 0-16,0 1-5 15,0-1 1-15,2 0 1 16,5-1-2-16,-3 2 1 15,3 0 0-15,1 0-1 16,2 0 0-16,-1 0-1 0,2 0 1 16,3 0 0-16,-2 0 0 15,3 0 0-15,0 4-1 16,3 2-4-16,-3-3 8 16,2 4-3-16,-2-1 2 15,1 1-2-15,-1 1 0 0,1 1 0 16,-1 2 0-16,1-1 1 15,-3 0-1-15,1 1-1 16,-1 2 2-16,3 0-2 16,-7 0 1-16,0 0 0 15,0 2-2-15,0 0 1 0,-2 0 1 16,0 2 0-16,1-1 0 16,1 2 0-16,-3 1 0 15,1-1 0-15,-1 2-1 16,2-2 1-16,-5-2 0 15,1 3 0-15,-2-2 0 0,2 0 0 16,-2 0 0-16,-1 0-1 16,-1 1 2-16,1 0 0 15,-1 1-1-15,0 1 0 16,0-2 1-16,0 2-1 16,0-1 0-16,0 2 0 0,0 0 0 15,0-1 0-15,0 3 0 16,0-3 0-16,-2 1 0 15,-4-2 0-15,0 2 0 16,-1 0 0-16,0-1 0 16,0 1 0-16,1-1 0 15,-2 2 0-15,1-1 0 0,-3 3-2 16,1 0 3-16,-1 3-1 16,0 0 1-16,-1 3-1 15,-1-1 0-15,3 2 0 16,-2-1 0-16,-2 2 0 15,3-1 2-15,2 2-2 0,-4-2 0 16,4 2 0-16,1 0 1 16,-3-1-1-16,4 4 0 15,0-2 0-15,1 0 0 16,-2 0 1-16,3-1-1 0,1-1 0 16,3 0 1-16,0-1-1 15,0 0 1-15,0 0-1 16,6 1 0-16,2 0 1 15,-1 0 0-15,2-1-1 16,4-2 0-16,-2-3 1 16,1-2 0-16,0-4 1 15,2-1-2-15,0-2 3 0,3-3-2 16,-3-1 1-16,1 1 0 16,0-4 0-16,-1 1-2 15,0-2 1-15,-1-1-1 16,-1 1 1-16,-5-1-1 0,1-2 1 15,-3 1-1-15,-1 0 0 16,-2 0 0-16,1 3 0 16,-3-1-3-16,0 1 2 15,0 0 3-15,-3 1-3 16,-5 0 1-16,3 2 0 0,-5 0 0 16,0 1 1-16,0 3-1 15,0-2 0-15,-2 3-1 16,-2-1 2-16,3-1-2 15,-3 2 1-15,2-1 1 16,-1 1-2-16,1 2 1 0,2-1 0 16,-2 2 0-16,1 1 1 15,0 2-1-15,1 1 0 16,2-1-1-16,-4 3 2 16,2 0-1-16,3 0 0 15,-3 0 0-15,0 0 0 16,3 0 0-16,-2-1 0 0,3 2 1 15,-1 0-1-15,2-3 0 16,-1 3 0-16,2 2 0 16,-1 3 0-16,-2 2 0 15,4-1 0-15,-1 2 0 16,0-1 0-16,2-1 1 0,0-2-2 16,1 0 2-16,0-3-1 15,1-1 0-15,0 1 0 16,0 0 0-16,0 0 1 15,0 2-1-15,1-1 0 0,1 1 2 16,-1 2-4 0,1-2 4-16,-1 0-2 0,2-1 0 15,-3 0 0-15,0 1 0 16,0 0 0-16,2-1 1 16,-2 3-1-16,0-2 0 15,0 2 0-15,0-2 0 0,0 0 0 16,-2-2 0-16,-3-1 1 15,0-1 1-15,0 3 0 16,-1-2-1-16,-4-1 1 16,2 3 0-16,-3-4 1 0,-1 1-2 15,0-2 1-15,-1 0-1 16,0 1 1-16,-2-3 0 16,2-2-1-16,0-1 1 15,-3-3 1-15,2-1 1 16,0-1 2-16,0-5-1 0,-2 2-2 15,0-1-1-15,-4 0 0 16,-1 0-2-16,-2 0 0 16,-4 0 1-16,-1-1-1 15,-2 0 0-15,-1-3 0 16,0 0 1-16,2-3 6 0,-1-2 2 16,2 2 0-16,0-4-2 15,0 0-3-15,2 0-1 16,1 0-2-16,-2-4 1 15,2-1-3-15,0-1-2 16,-1-4-23-16,-1-6-47 16</inkml:trace>
  <inkml:trace contextRef="#ctx0" brushRef="#br0" timeOffset="86179.12">21340 4148 41 0,'-5'-7'23'0,"2"0"12"0,-1 0-17 0,3-2 1 16,-4 3-1-16,3-1 3 16,2 2-3-16,0-1-5 15,0 1-3-15,0 0-1 16,7 2-6-16,1-1-3 15,3 3-3-15,3-1 4 0,0 2 0 16,4 0-1-16,-2 0 0 16,2 0 1-16,-1 2-2 15,4 4 1-15,-1 3 0 16,1 2 0-16,0 1 0 16,2 4 0-16,1 0 0 15,-5 2 0-15,0 4 0 0,-2 1-1 16,-2 0 1-16,-5 1 0 15,-3 0-3-15,0-1 3 16,-5 2-1-16,-2 0 1 16,0 0 0-16,0-1 2 0,-2 5-1 15,-6-1-1-15,2 2 0 16,-1 1 0-16,1 3 0 16,-5-1 1-16,4 1-1 15,0 0 0-15,-2 0 1 16,2 2-1-16,-3 1 0 15,3 1 0-15,1 3 0 0,1-1 0 16,0 1 0-16,3 0 1 16,2-1-1-16,0-1 0 15,0-3 0-15,7-3 0 16,0 1 1-16,4-4-1 0,2 0 0 16,-2-3 2-16,2-3-2 15,1-3 0-15,-1-4 0 16,-2-2 1-16,-1-3 1 15,1-3 0-15,0-2-1 16,-4-2 2-16,-1 0-2 16,-1-2 0-16,-1-1 0 0,0 0-1 15,-4 2 0-15,0-1 0 16,0 1-4-16,0 2 5 16,-5 1-1-16,-1 3 0 15,-4 2-1-15,-2 4 2 16,1 0-1-16,0 5 0 0,-1 3 0 15,-1 2 0-15,0 5 1 16,0 5-1-16,1 3 0 16,-1 4 0-16,0 2 0 15,1 1 0-15,1 2 0 0,2 1 0 16,-1 0 0-16,4 1 0 16,0 1 0-16,2 3 0 15,3-1 0-15,1 0 1 16,0 0-1-16,0 0 0 15,0-1 0-15,0 1 1 16,3 2-1-16,1-1 1 0,2 3 0 16,-3-2-1-16,2 4 0 15,-1 3 0-15,-2-1 0 16,-2 3 0-16,0 0 0 16,0 0 0-16,0-3 0 15,-5-3 2-15,-1-4-2 0,3 0 0 16,-3-3 0-16,1-2 2 15,1-1 3-15,-1-1-2 16,0-1-2-16,1 0 0 16,-4 4-1-16,1-3 2 15,-1 1-2-15,-4-4 1 0,1 0-1 16,-1-3 0-16,1-4 2 16,-2-3-2-16,-3-2 0 15,0-3 0-15,-3-3 0 16,0-3 1-16,-1-1-1 15,-2-5 4-15,-1 0 5 0,0-3 1 16,-2-2-3-16,0 1 0 16,-5-2-2-16,0 0-2 15,-2-2-2-15,-1-2 0 16,-2 2 0-16,-1-1-1 16,-1-2 2-16,-3-1-2 0,0 1 0 15,-5-3 0-15,2 0-5 16,-3-3-12-16,1 0-47 15</inkml:trace>
  <inkml:trace contextRef="#ctx0" brushRef="#br0" timeOffset="88001.87">21264 4209 78 0,'0'-7'10'0,"3"0"3"0,1 1-2 0,0-1 3 16,3-1-5-16,-2-2-4 0,6 1 2 16,-4 0-1-16,1 1-1 15,0 2-3-15,3 1-1 16,-1 1-1-16,1 1 0 15,3 1 0-15,-1 2 0 16,3 0 0-16,-1 0 0 16,2 0 0-16,-1 6 0 15,3 2 0-15,-2 2-1 0,0 3 1 16,1 0 0-16,-3 5 0 16,1 4-1-16,-3 2 0 15,-4 3-2-15,-1 1 0 16,-5 4 1-16,-2-1 2 0,-1 0 1 15,0 2-1-15,-3 2 0 16,-3 2 0-16,-1 0 0 16,2 3 0-16,-2-1 1 15,1 0-1-15,-3 2 0 16,0 0 0-16,0 2 0 0,-3 1 0 16,2 0 1-16,3 0-1 15,2 0 0-15,5-4 0 16,0-6 0-16,3-4 1 15,7-8-1-15,5-3 3 16,0-4-2-16,3-6 1 0,0-2 0 16,0-1 2-16,-1-2 3 15,-1-1-5-15,-5 1 0 16,0-2-1-16,-4 0-2 16,-3 1 1-16,-3 0-1 15,-1 4-8-15,0 0-9 16,-1 4 18-16,-7 3-1 0,-6 5 1 15,-3 7 0-15,-1 5 0 16,1 9 0-16,0 7 1 16,0 5-1-16,3 8 1 15,5 8-1-15,1 5 0 0,4-1-4 16,4-1-59-16</inkml:trace>
  <inkml:trace contextRef="#ctx0" brushRef="#br0" timeOffset="89530.6">23131 6368 66 0,'0'0'24'0,"0"0"-7"0,0 0 15 0,0 0-12 15,-38-28-6-15,31 22 0 16,-1 0 0-16,2 1-2 15,-2 0-6-15,3 0-2 16,0 0-4-16,0 1 0 16,-1 0 0-16,-1 1 0 0,-1 0-1 15,-1 2 0-15,-4-1 1 16,0 2-2-16,-4 0 2 16,-1 0 2-16,-3 0-4 15,-2 0 1-15,-2 4 1 16,3 1 0-16,-5 5-1 0,-1-2 0 15,2 4 0-15,0 0 0 16,-1 2 0-16,1-2 0 16,2 5 0-16,0 0 0 15,-1 3 1-15,1-3 0 16,4 4 0-16,-2 0 0 0,-1 1 0 16,5-1 1-16,0 0-1 15,-1 1 0-15,3-1 0 16,1 0 0-16,3 1 0 15,1-1 0-15,1 3 1 16,0 0-1-16,3 2 1 0,1 1 0 16,2-1 1-16,2 2-1 15,-3 3 0-15,4-4 0 16,1 1 1-16,0 1-1 16,0-1 0-16,0-1 1 15,0 0-1-15,6 3 1 0,2-3 1 16,1 0 0-16,1 0-1 15,4 0 0-15,-1-1-1 16,-2-2 2-16,5-3-1 16,2 0 1-16,-2-2-1 15,2-1-1-15,1-3 1 0,2 0 0 16,2-2-1-16,0-2 1 16,1-1-1-16,3-1 0 15,0-2-1-15,0-1 0 16,1 0 3-16,-2-1-1 15,-1-2-1-15,2-2 1 16,-1-1-1-16,-1 2 1 0,0-2-1 16,2 0 3-16,-3 0-1 15,2-2 1-15,1-2-3 16,0 0 1-16,-1-2-2 16,0 0 0-16,-2-1 1 15,1 0-1-15,-1 0 2 0,0 0-2 16,-2-2 0-16,-1 0 1 15,0 0 0-15,-2-2 0 16,-3 2-1-16,0-4 1 16,-2 2-1-16,3-2 1 15,-3 0 0-15,4-2 0 0,-5-1-1 16,3 2 2-16,-3-5-2 16,2 2 0-16,-3 0 0 15,-3-3 0-15,1 2 1 16,-2-2 3-16,-2 1 2 15,1 0 1-15,-3-3-1 0,3 1-2 16,-1 1 1-16,0-3-5 16,1 1 0-16,-1-1 1 15,1 0-1-15,-3 0 0 16,-1-1 0-16,-3 2 1 16,0 0-1-16,0 1 0 0,0 1 0 15,0 0 0-15,-2 3 1 16,-2 0-1-16,-1 0 0 15,-1 1-1-15,2 1 1 16,-4-2 1-16,3 1-1 16,-6 2 0-16,4-3 1 15,-1 3 1-15,-1-3-1 0,-2 2 0 16,2 0-2-16,-1-1 1 16,-3 0 0-16,3 1 0 15,2 1 0-15,-5-2 0 16,2 5 0-16,-1-3 0 0,2 4-1 15,0-2 2-15,-4 2-1 16,3-1-1-16,-1 2 1 16,-3-1 0-16,1-1 1 15,-3 1-1-15,-3-1 1 16,2 1-2-16,-3 0 1 16,-3 3-2-16,-7 3-20 0,-6-1-16 15,-10 0-96-15</inkml:trace>
  <inkml:trace contextRef="#ctx0" brushRef="#br0" timeOffset="91273.26">21304 4407 79 0,'0'-9'10'0,"0"1"11"0,0-1-4 0,1 2-3 16,3 1 2-16,-2 1-7 15,-1-1 0-15,2 3-6 16,0-1-2-16,4 2 0 15,-1 0-1-15,1 0 0 16,2 2 0-16,2 0 0 0,-1 0 0 16,2 0 0-16,0 0-1 15,1 0 1-15,-1 6 0 16,0 1 0-16,0 3-1 16,0 1 0-16,-1 3-1 15,-1 2-2-15,-3 1-2 16,-2 4 1-16,-1 4 0 0,-2 1 2 15,1 4 0-15,-3 0 3 16,2 0 0-16,0 1 1 16,-2 0-1-16,0-1 0 15,0 0-1-15,0 0-6 0,-7 1 10 16,-2 2-2-16,0 0-1 16,-2 2 0-16,0 1 1 15,2 0 0-15,2 1-1 16,2-1 0-16,4-2 1 15,1-3-1-15,0-2 0 0,7-4 1 16,6-1-1-16,3-4 1 16,3 0 0-16,2-3 1 15,3-1-2-15,1-3 0 16,-2-2 1-16,-2-1 1 16,-2-2-2-16,-3-2 1 15,-4 0-1-15,-3-3 0 0,-5 1 0 16,-3 0 0-16,-1-1-3 15,0 3-3-15,0 1 3 16,-5 1-5-16,-7 1 6 16,-3 2-4-16,0 5 5 15,-4 1 1-15,1 1 0 0,1 3 0 16,-1 1 0-16,2 2 0 16,2-1 0-16,1 5 0 15,3-2-1-15,1 4 1 16,2 2 1-16,3 1 0 15,2 2-1-15,2 2 0 0,0 3 2 16,0-1-2-16,5 4 2 16,2 4-2-16,-1 3 1 15,0 6-1-15,-3 4 0 16,-2 6 1-16,-1 6-1 16,-4 5 0-16,-17 5-6 15,-11-4-90-15</inkml:trace>
  <inkml:trace contextRef="#ctx0" brushRef="#br0" timeOffset="95252.2">23003 7517 6 0,'-2'-1'138'0,"2"-1"-102"0,-2 2 1 0,1 0-25 0,0 0-12 16,-1 10 2-16,-1 2-2 16,1 8 0-16,-5-1 1 15,5 5 1-15,-1 3 0 0,2 3 2 16,0-3 0-16,1 6 2 15,0 0-2-15,0 1-1 16,0 2 1-16,0-1 1 16,0 3-1-16,0-3 1 15,0-1 0-15,0 0-1 0,0-2 2 16,0-1-3-16,0-1-1 16,1-3 0-16,0 0-2 15,0 0 0-15,0-3 1 16,1 2-2-16,0-3 2 15,4-4-1-15,-5 2 0 0,1-5 0 16,2 0 0-16,-2-3 0 16,2-4 0-16,-3 0-1 15,1-3-4-15,-2-1-17 16,0 0-30-16,0-5-33 16</inkml:trace>
  <inkml:trace contextRef="#ctx0" brushRef="#br0" timeOffset="95707.38">22961 7538 185 0,'0'0'-17'0,"0"0"37"0,0 0 15 0,0 0-15 0,0 0-8 16,0 0-3-16,0 0-9 15,-46-20 1-15,30 35 1 16,-2 6 0-16,-1 3-2 16,0 0 1-16,1 2-1 15,0-2 0-15,2-2-1 0,2-4-4 16,1-4-15-16,4-3-6 15,1-4-7-15,5-7-6 16,3 0-12-16,0-4-6 16</inkml:trace>
  <inkml:trace contextRef="#ctx0" brushRef="#br0" timeOffset="95871.56">22957 7483 165 0,'0'0'9'15,"0"0"1"-15,46-4 10 16,-26 4 1-16,6 7-8 0,-1 6-9 16,3 6-2-16,-1 4-1 15,-1 8 1-15,-4 1-12 16,-7 0-75-16</inkml:trace>
  <inkml:trace contextRef="#ctx0" brushRef="#br0" timeOffset="96319.39">22680 8677 195 0,'0'0'13'0,"0"0"14"16,0 0-12-16,0 0-10 15,0 0-4-15,0 0 0 16,0 0 1-16,0 0 1 16,0 0-1-16,42 39-2 15,-26-24 1-15,1 2-1 0,0-1 1 16,-2-2-1-16,1 2 0 16,-1-4 0-16,1 0 0 15,-3-3 0-15,0 0 0 16,0-1-7-16,-3-3-18 15,-2-1-20-15,-3-3-14 0,-2-1-20 16</inkml:trace>
  <inkml:trace contextRef="#ctx0" brushRef="#br0" timeOffset="96568.83">22845 8674 157 0,'0'0'85'0,"0"0"-63"16,0 0-5-16,0 0-6 0,0 0-1 16,-40-18-7-16,32 20-2 15,-2 9-1-15,-2 3 0 16,-3 7-1-16,-1 2 1 16,-3 3 0-16,0-1 0 15,2 1 0-15,0-3-2 16,4 1-2-16,0-4-4 15,4-1-9-15,4-2-21 0,3-4-52 16</inkml:trace>
  <inkml:trace contextRef="#ctx0" brushRef="#br0" timeOffset="96831.11">23035 8737 146 0,'0'0'39'0,"0"0"-39"16,0 0 5-16,2 37 18 16,-2-17 2-16,0 4-9 0,0 3-6 15,0 0-6-15,0 3-1 16,6-1-2-16,0 1-1 15,2-1-1-15,1-4-11 16,3-5-39-16,1-7-33 16</inkml:trace>
  <inkml:trace contextRef="#ctx0" brushRef="#br0" timeOffset="97886.08">22751 4979 83 0,'0'0'6'0,"0"0"-7"16,0 0 3-16,0 0-1 0,0 0 2 15,0 41 2-15,0-27-2 16,0 4 1-16,0 1 0 0,0 3 1 16,0 2-1-16,0 3-2 15,0 3 0-15,0 2-2 16,0 5 1-16,0 4-1 16,-1 3 1-16,0 3 0 15,-1 1 5-15,0 2 2 0,1 3 0 16,0-1-1-16,1 4 1 15,0-4-1-15,0 2-2 16,0-5 3-16,1-3-1 16,2-3-1-16,2-1 1 15,1-3-2-15,-1-1-2 0,2 1 1 16,1-5-1-16,1-1 0 16,-1-3-2-16,2-4 0 15,-2-2 0-15,3-4 0 16,-4 0 0-16,3-3 0 15,0-1 1-15,-4-4 1 0,4 0-1 16,-5-2 0-16,1-3-1 16,-1 0 0-16,-1-3-1 15,2-1 0-15,-3 0 0 16,0-3-3-16,1 0-26 16,-3-11-33-16</inkml:trace>
  <inkml:trace contextRef="#ctx0" brushRef="#br0" timeOffset="98398.51">22825 5147 89 0,'0'0'6'0,"0"0"2"0,0 0-1 15,0 0-4-15,0 0 3 16,0 0 3-16,0 0-2 16,0 0-1-16,0 0 1 15,0 0-3-15,-47-26-2 16,32 36-2-16,-1 4 0 0,-2 2 4 15,-1 4 0-15,-1 1 0 16,2-1 3-16,1-2-3 16,1-1-1-16,2-1 0 15,1-3-2-15,2-2-1 16,2-2 0-16,-2-4-1 0,6-5-20 16,1 0-71-16</inkml:trace>
  <inkml:trace contextRef="#ctx0" brushRef="#br0" timeOffset="98654.4">22670 5066 47 0,'0'0'85'15,"0"0"-85"-15,0 0 6 16,0 0 7-16,40 22-3 16,-26-13 0-16,4-3-1 15,-3 1-1-15,4 1-3 0,2-1 0 16,0 2-5-16,2-4 1 16,1 1 0-16,-4-3-23 15,2-3-54-15</inkml:trace>
  <inkml:trace contextRef="#ctx0" brushRef="#br0" timeOffset="99373.43">22695 4435 107 0,'0'0'9'0,"0"0"2"0,0 0 10 0,0 0-11 0,0 0-7 15,0 0-1-15,0 0 0 16,0 0-2-16,-36 31 0 15,23-17 1-15,4-1 0 16,2 4 2-16,1 0-3 16,2-1 1-16,3 1-1 15,1-3 0-15,0-1 0 0,0 0 0 16,4-3 1-16,5-2 1 16,0-1 0-16,5-2 5 15,0-4-1-15,5 0 3 16,0-1-2-16,2 0 0 0,-3-2-3 15,-1-4-1-15,-1-4 1 16,-4 2-3-16,0-4 3 16,-4 0-1-16,-1 0 2 15,-3-1-1-15,-1-3 1 16,-1 0 2-16,-2 1-4 16,0-2 0-16,0 0 1 0,-1 2-2 15,-5-1 0-15,-2 2 1 16,0 1-1-16,-1 4 2 15,-2 0 0-15,-3 4-1 16,2 2-4-16,-2 2 3 0,-2 1-5 16,3 2-1-16,-3 7-14 15,3 3-28-15,-1-3-15 16,6 0-24-16</inkml:trace>
  <inkml:trace contextRef="#ctx0" brushRef="#br0" timeOffset="99855.05">23050 4452 47 0,'0'0'15'0,"0"0"8"0,0 0-1 0,0 0-12 16,0 0-4-16,0 0-4 15,0 0 0-15,0 0 3 16,0 0 2-16,0 0 1 16,0 0-1-16,-7 37 1 15,7-27-3-15,0 1 0 0,0 2-2 16,0 0 1-16,0 3 0 16,0-1-1-16,0-1 0 15,0 3 0-15,0-2 1 16,2-1-2-16,-2-2 1 15,0 1-3-15,0-4 1 0,0 1 0 16,0-2-2-16,0-1 1 16,0-1-4-16,0-5-46 15,0-1-98-15</inkml:trace>
  <inkml:trace contextRef="#ctx0" brushRef="#br0" timeOffset="100126.34">23041 4466 124 0,'0'0'-1'16,"0"0"3"-16,0 0 5 0,0 0 5 15,5 39 4-15,-1-27-1 16,-1 1-4-16,1 3-5 16,-2 2 0-16,1 2-4 15,0 3-1-15,-2 2 1 16,-1 0-2-16,0-5-58 0</inkml:trace>
  <inkml:trace contextRef="#ctx0" brushRef="#br0" timeOffset="104420.33">23159 8099 99 0,'0'0'14'0,"0"0"15"0,0 0-1 16,0 0 1-16,0-2 0 15,0 0-5-15,0-1-8 16,0 0-6-16,0 2-6 16,0-1-2-16,0 2-2 0,0 0 1 15,0 0-1-15,-1 0-2 16,-1 6 2-16,1 1 0 16,1 3 0-16,-2 0 0 15,2 2 0-15,0-1 0 16,0-3 0-16,0 1 0 15,0-1-1-15,0-1 1 0,4-5-1 16,-1 2 0-16,2-2 0 16,0-1 0-16,1-1 1 15,0 0-1-15,0 0 2 16,3 0-2-16,-2-6 2 16,1 3-1-16,2-5 1 0,-6 1 0 15,1 1 0-15,0 2 0 16,-3 0 1-16,-1 1 0 15,-1 1 1-15,2 1-1 16,-2 1-1-16,1 0-2 16,0 0 0-16,3 3 0 0,0 4 1 15,0 0 1-15,1 0-1 16,3 0 0-16,0-1-1 16,-1-2 1-16,3-1 0 15,-1-3 0-15,1 0 0 16,-1 0 0-16,4-3 2 0,-4-3 1 15,1-5 4-15,-1 1 1 16,-3-3-1-16,0 2 1 16,-4-3 0-16,-2 2-2 15,0 1-2-15,0 0-1 16,-6-1-3-16,2 4 0 0,-1 1-3 16,-2 4-5-16,1 0-10 15,-1 3-9-15,2 0-34 16,1 0-38-16</inkml:trace>
  <inkml:trace contextRef="#ctx0" brushRef="#br0" timeOffset="104924.64">23447 7956 127 0,'0'0'10'0,"0"0"21"0,0 0-7 16,0 0-8-16,0 0-15 15,0 0-4-15,0 0 3 16,0 0 2-16,0 0-1 0,12 53 0 16,-11-34-1-16,2 1 0 15,1-3 0-15,-1 0 1 16,0 0-1-16,0-4 0 15,1 0 0-15,0-2 0 16,-4-1 0-16,2-3 0 0,0-1 0 16,1 0-3-16,-1-2-3 15,0-1-1-15,0-3 1 16,0 0 1-16,-2 0 5 16,2 0 2-16,1-6-1 15,0-1 0-15,3-2 2 0,-4 1 4 16,1-1-1-16,1 1 5 15,1-2 3-15,0 4-4 16,2-1-4-16,0 3-1 16,2 0-3-16,-1 2-1 15,1 2 0-15,-1 0-1 0,-1 0 0 16,-1 0 0-16,-2 7 0 16,0 2-1-16,0 2-1 15,0 1-8-15,-2 0-10 16,1-2-18-16,-1-3-33 15</inkml:trace>
  <inkml:trace contextRef="#ctx0" brushRef="#br0" timeOffset="105659.27">23700 8125 124 0,'0'0'27'0,"0"0"-17"0,0 0 6 15,0 0-1-15,0 0-9 0,0 0-6 16,0 0-2-16,0 0-1 16,0 0 6-16,0 0-3 15,18-26 2-15,-10 23-2 16,0 1 5-16,-2 0 3 0,2-1-3 15,-2 2-2-15,2 1-1 16,-2 0-1-16,0 0-2 16,-1 0 1-16,-1 4 0 15,-2 2 0-15,1 2 0 16,-3 2 1-16,0 2-1 16,0-1 1-16,0 3-1 0,-3-4 0 15,-1 3 0-15,0-3-4 16,1-2 0-16,-2 0-3 15,2-3 0-15,1-2 5 16,0 0 1-16,2-2 2 16,0-1 0-16,0 0 3 0,0 0 5 15,0-4-5-15,0-2-3 16,0-2-1-16,2-2 0 16,2 0 1-16,-1-3 1 15,1 3-2-15,-1-1 0 16,0 0 1-16,-1 0-1 0,3 0 2 15,-2 3-1-15,0 1 0 16,-1 1 0-16,0 0-1 16,1 3 1-16,-3-1-1 15,0 3 0-15,1-1 0 16,-1 1 0-16,0 1 1 0,0 0-1 16,0 0 2-16,0 0-5 15,0 0 2-15,0 4-1 16,0 3 2-16,0 0 1 15,1 3-1-15,1-1 1 16,1-1-1-16,0 2 0 16,3 0 0-16,0-3 1 0,1 0 0 15,1-1 2-15,1 0 1 16,2-2-1-16,1 0-1 16,3 0-1-16,0-3-1 15,1-1-26-15,-2 0-106 16</inkml:trace>
  <inkml:trace contextRef="#ctx0" brushRef="#br0" timeOffset="106476.2">22953 9034 121 0,'-3'-3'24'0,"0"-1"16"0,0-2 6 16,2 3-23-16,-1 2-13 16,1-1-6-16,0 1-1 0,0 1 0 15,1 0-1-15,-1 0-1 16,1 0-1-16,-1 0-6 15,1 0-16-15,0 0-1 16,0 3 0-16,0 0 0 16,0-1-3-16,0 0-14 0,-2-2-37 15</inkml:trace>
  <inkml:trace contextRef="#ctx0" brushRef="#br0" timeOffset="107951.4">21805 7085 35 0,'-10'0'11'0,"2"0"18"0,1 0-12 0,1 0-6 16,0 0-3-16,3 0 0 0,-1 0-3 15,1 0-3-15,0 0-1 16,0 0 0-16,2 0 0 16,1 0-1-16,-2 0 0 15,2 0 0-15,0 0 1 16,0 0 3-16,0 0 0 15,0 0-2-15,0 0-1 0,0 0 2 16,6 0-1-16,2 0 3 16,3 0-3-16,4 0 3 15,3 0 0-15,1 0 0 16,3-1 3-16,2-2 0 0,5-3 1 16,1 3 2-16,-1-1-3 15,2 0-2-15,0 0 0 16,0 1 1-16,-2 0-3 15,-1 0 0-15,0-1-2 16,0 2 0-16,-1 0-1 0,-5 0 0 16,1 1-1-16,-2-1 2 15,-6 0-1-15,-1 2 0 16,-1-2 1-16,-3 2-1 16,-1 0 0-16,-1 0-1 15,-3 0 1-15,-1 0-1 16,1 0-1-16,-3 0-3 0,-2 0-17 15,0 0-20-15,0 0-16 16,0 0-61-16</inkml:trace>
  <inkml:trace contextRef="#ctx0" brushRef="#br0" timeOffset="108907.15">21722 6706 114 0,'0'0'3'0,"0"0"4"0,0 0-1 0,0 0 4 16,0 0 5-16,0 0 3 15,0 0-4-15,0 0 0 0,0 0-4 16,0 0-5-16,0 0-4 15,0 0-2-15,-11-15 0 16,11 24 2-16,-2 1-1 16,2 3-1-16,-2 2 2 15,1 0-1-15,0-1 0 0,0 0-1 16,1 2 2-16,0-3-3 16,0 0 2-16,0-1-1 15,0 1 2-15,1-2-2 16,3-2 2-16,-2-1-1 15,0 1 0-15,2-2 0 0,-2-1 0 16,1-1 0-16,0 0 1 16,-3 0-2-16,1-2 2 15,-1-1 0-15,0 0-1 16,0 0 0-16,0-1 1 16,0 1-1-16,0-2 1 15,0 0-1-15,0 0 3 0,0 0-2 16,0 0 2-16,0 0-1 15,0 0 2-15,0-4-4 16,0-1 1-16,0 1-2 16,1-2 2-16,2-1 1 0,-1 0-2 15,2 0 0-15,-1-3 1 16,3 0 0-16,1 3-1 16,1 0-1-16,2-3-2 15,0 4 3-15,2 2-1 16,-2 0 1-16,1 1 0 0,0 2-2 15,-1 1 4-15,-4 0-2 16,2 2 0-16,-3 5 0 16,0 2 0-16,-2 2 0 15,0 1 0-15,-1 0 0 16,-1 1 0-16,0 0-4 16,0-2-1-16,0 1-13 15,-1-4-19-15,2-2-24 0</inkml:trace>
  <inkml:trace contextRef="#ctx0" brushRef="#br0" timeOffset="109226.41">21961 6841 176 0,'0'0'7'0,"0"0"-6"0,0 0-3 0,0 0 2 0,0 0 1 16,0 0-1-16,0 0 0 16,0 0-1-16,1 37 1 15,8-30-3-15,-2-4 4 16,2-2 3-16,-1-1 4 0,1 0 12 16,-2 0 8-16,-1-3-7 15,0-5-3-15,-2-3-3 16,-1 0-2-16,-1-4 0 15,-1 4-3-15,-1-1-5 16,0 4-4-16,0 2-1 0,-7 4-11 16,-6 2-29-16,-5 2-66 15</inkml:trace>
  <inkml:trace contextRef="#ctx0" brushRef="#br0" timeOffset="109980.61">21648 7386 158 0,'0'0'1'0,"0"0"14"0,0 0 4 0,0 0-9 15,0 0 0-15,0 0-4 16,0 0-4-16,0 0-4 16,0 0 1-16,0 0 2 15,0 16-1-15,-2-3 2 16,1 0-2-16,1-1 0 0,-1 0 0 16,1 0 1-16,0-2-1 15,0-1 0-15,1-2-1 16,3-1 2-16,2-1-4 15,0-2 2-15,2-3-2 0,-2 0 0 16,3 0 4-16,-4 0 3 16,4-3 8-16,-3-4-5 15,1 3-1-15,-4-2-3 16,0 3 0-16,-1-1 1 16,-2 4 1-16,1-3 3 15,-1 3 1-15,0 0-8 0,0 0 1 16,2 0-3-16,-2 0 0 15,3 5 0-15,0-1-1 16,0 2 2-16,2-2-1 16,0 0 0-16,1-2 0 15,0-1-1-15,2-1 1 0,-1 0 4 16,3-3 4-16,-2-4 1 16,0 0 2-16,-3-4 0 15,1-1-1-15,-4-2 3 16,-2 1 0-16,0 0-5 15,0-1-4-15,0 3-4 0,-4-1 0 16,-3 4-14-16,-1 5-13 16,0 2-10-16,-3 1-61 15,1 0-54-15</inkml:trace>
  <inkml:trace contextRef="#ctx0" brushRef="#br0" timeOffset="110506.17">21857 7321 121 0,'0'0'4'0,"0"0"-4"0,0 0 1 0,0 0 0 0,0 0 2 15,6 40 0-15,-5-26 0 16,2-1-1-16,0 2 1 16,1 0 1-16,-2 0 0 15,2-2-3-15,-2 3 0 16,0-4-1-16,-2 0 1 16,1-1-1-16,-1 0 1 0,0-1-1 15,3-3 0-15,-3 1 1 16,2-3-1-16,-1-2 0 15,0 1 0-15,0-4 0 16,-1 2 1-16,0-2 1 0,0 0 6 16,0 0 26-16,1 0-6 15,0-3-13-15,0-3-9 16,1-1 1-16,1 0-3 16,0-1 1-16,3 0-1 15,1 1-2-15,-2 2-2 0,3 0 1 16,-1 3-2-16,1-1 2 15,0 3 0-15,-1 0-1 16,-1 0 0-16,2 4-7 16,-3 3 6-16,2 3-11 15,-4-3-5-15,0 0-5 0,0 2-1 16,-1-3-10-16,0-2-13 16</inkml:trace>
  <inkml:trace contextRef="#ctx0" brushRef="#br0" timeOffset="110984.53">22055 7388 139 0,'0'0'7'0,"0"0"6"0,0 0-1 0,0 0-9 0,0 0-3 15,0 0-3-15,0 0 2 16,0 0 2-16,0 0-1 16,0 0 0-16,5 28 1 15,-2-15 0-15,-1-2 0 0,0 2-1 16,0 0 1-16,-1-2-1 16,0 0 0-16,0-2 1 15,0 0-1-15,0-2 1 16,-1-3-1-16,0-1 0 15,0-2 0-15,0 2 1 0,0-3 0 16,0 0 5-16,0 0 17 16,0 0-4-16,0-4-12 15,0-2-4-15,0-4-3 16,1 2 2-16,1-2 1 16,1 0-2-16,0 1 1 0,1 1 0 15,3 2 2-15,-2 2-1 16,1 1-3-16,1 0 0 15,1 3 0-15,0 0 2 16,2 0-2-16,-3 6-1 16,-1 2-5-16,0 0-42 15,-3 1-4-15,0-4-7 0</inkml:trace>
  <inkml:trace contextRef="#ctx0" brushRef="#br0" timeOffset="112638.26">21975 6621 73 0,'0'0'6'0,"0"0"1"0,0 0 1 0,0 0-3 15,0 0-3-15,0 0 3 16,0 0 1-16,0 0 4 0,0 0-2 16,0 0-3-16,0 0-2 15,0 0-2-15,0 0-1 16,0-30 0-16,0 30 0 15,-2-1 1-15,0-1-2 16,-4 2 1-16,3-3 0 0,0 2 1 16,1-2-1-16,-4 2 1 15,1-2 2-15,-1 0-1 16,-1 0 0-16,0 0-1 16,-2 0 0-16,-3-1-1 15,2 3 1-15,-2-1-1 16,-1 1-1-16,2 1 2 0,1 0-1 15,-2 0 0-15,-1 0 0 16,0 0 0-16,0 0 0 16,1 1 0-16,-2 2 0 15,1 1 0-15,0 2 0 0,1 0 0 16,0-1 0-16,-1 3 0 16,0 2 0-16,-1 2 0 15,3 1-1-15,-3 3 1 16,2-1 0-16,-1 2-1 15,1 2 1-15,1-2-1 16,1 1-1-16,1-2-2 0,2 1 1 16,1 1 2-16,0-1-1 15,-1-1 0-15,2 1-2 16,-1 3 3-16,-1-3 0 16,-2 3 1-16,4-2 0 15,-1-1 0-15,2-1 0 0,1 1 0 16,3-3 0-16,-2 2 0 15,2-2-1-15,0 0 1 16,0-1 0-16,5-2-1 16,3-1 1-16,2-1-1 15,1-2 1-15,0 0 0 0,2 2 0 16,-1-2 1-16,0-2 1 16,-1 1 0-16,1 0 1 15,0-1-2-15,-1 0 0 16,-1-1 0-16,0 2-2 0,-1-2 2 15,1 0-1-15,-3-1 1 16,3 0-2-16,-2-2 0 16,1 2 1-16,2-3 0 15,-1 2 0-15,2-1 1 16,-2 0 1-16,3 1 0 16,0-1-1-16,-1 2-1 15,1-1 1-15,-1-1-1 0,-1 0 2 16,2-1-2-16,0 0 0 15,0 0 2-15,3 0 6 16,1 0 4-16,1 0-6 16,2-4-5-16,-1-2 2 0,3 1-3 15,-5-4 3-15,1 2-2 16,1-1 3-16,-4 0 0 16,1-3 1-16,-2 0 0 15,1-2-4-15,-3-1 0 16,-2 0 1-16,0-2 0 15,-3-1-1-15,-1-3 2 0,1 2-2 16,-2-3 0-16,1-1 0 16,-4 1 0-16,1-1-1 15,-3-2 1-15,0 1-1 16,0-1 1-16,0 2-1 0,-2 0 0 16,-4 1-1-16,-2 1 4 15,0 2-3-15,0 2-1 16,-3-1 3-16,-2 4-1 15,1 0 0-15,-1 1 1 16,0 2-1-16,-1 0-1 16,1 1 0-16,0 3-1 0,-1-2 1 15,1 4 0-15,1 0-8 16,1 2-16-16,0 2-10 16,-2 0-14-16</inkml:trace>
  <inkml:trace contextRef="#ctx0" brushRef="#br0" timeOffset="114501.37">22874 8517 11 0,'-4'-3'36'0,"-1"0"-7"0,-1 0-8 16,2-1-3-16,0 1-5 15,-2-1-8-15,2 2-4 16,-1-1-1-16,-3 0 0 15,0 1 1-15,0 0-1 16,-1 1 0-16,-3 1 0 0,3 0 1 16,-5 0-2-16,3 0 1 15,-4 4 1-15,-3 2-2 16,0 0 1-16,1 2 1 16,-2 1-1-16,-2 1 0 15,0 2 0-15,-1 3 0 0,-1 2 0 16,1 4 0-16,-1 0 0 15,3 2 0-15,1 3-1 16,2 1 2-16,-1 1-1 16,3 3 1-16,2-1 1 15,1 3-1-15,1 0 1 0,3 2-2 16,0 1 0-16,1 2 0 16,2 1 2-16,0-3-2 15,3 1 0-15,0-3-2 16,2-1 2-16,0-3 0 15,0-3 0-15,3-2 0 0,5-2-1 16,2-2 2-16,4-1-1 16,1-3 0-16,2 1 2 15,5-3 3-15,2-1-1 16,4-1-3-16,4-2-3 16,-1-2-5-16,5-4 7 0,1 0-1 15,0-3-1-15,1 0 0 16,2-1 2-16,-3-1 2 15,1 0 5-15,-1 0 5 16,-1 0 1-16,-1 0-5 16,-2-3-4-16,2-2-2 15,-8-2-1-15,1-2 0 0,-2-2 0 16,-3-2 1-16,0-3 5 16,0-4 1-16,0-4-1 15,2-3-3-15,1-4 0 16,-1-5-3-16,-2-3 1 0,-2-2-1 15,-1-2 6-15,-9 2-2 16,-4 0-1-16,-7 1 1 16,0 3 0-16,-3-1-1 15,-9-1-3-15,-5 2-14 16,-4-5-46-16,-6-2-87 0</inkml:trace>
  <inkml:trace contextRef="#ctx0" brushRef="#br0" timeOffset="115632.24">21800 6526 4 0,'0'-3'0'0,"0"1"5"0,0-2 3 0,0 1 15 15,0-1-2-15,0 0-3 16,0-2-6-16,1 2 1 0,1 1-1 15,0-1 1-15,-2 1-1 16,0 1-3-16,0-2 1 16,0 3-4-16,0 1-5 15,0-2 0-15,0 2-1 16,2 0-1-16,-2 0-1 16,0 0-1-16,1 0 2 0,-1 2 1 15,2 2 0-15,-2-1 0 16,1 1 0-16,0-1 0 15,1 1-1-15,1-2 2 16,-1 1-1-16,0-1-1 16,0 0 1-16,0-1 1 0,0-1-2 15,0 0 2-15,1 0 0 16,-1 0 3-16,1 0 5 16,0 0 2-16,2-3-1 15,-2-2-1-15,0-1 0 16,1-1 1-16,-1-2-3 15,2-1-1-15,0-1-1 0,1-2 3 16,2 1-3-16,1-3 1 16,1-1-3-16,4 0 0 15,-1-1-3-15,4-2 0 16,0-1-15-16,5-4-46 0,-1-4-49 16</inkml:trace>
  <inkml:trace contextRef="#ctx0" brushRef="#br0" timeOffset="119081.18">22633 6990 178 0,'0'0'13'0,"0"0"24"0,0 0-12 0,0 0-12 0,0 0-7 16,0 0-3-16,0 0-4 15,0 0-12-15,0 0-44 16,0 0-6-16,0 0-4 16</inkml:trace>
  <inkml:trace contextRef="#ctx0" brushRef="#br0" timeOffset="122597.49">9842 8530 33 0,'2'0'14'15,"-2"0"2"-15,0 0 5 0,0 0-5 0,0 0-8 16,0 0-7-16,0 0 0 16,0 0 0-16,0 0 0 0,2 0-1 15,-2 0 0-15,2 0 0 16,0 1 1-16,0 5-1 16,1-1 1-16,1 1 0 15,2 2-1-15,-2 1 0 16,2-2 0-16,-2 2 0 0,1-2 1 15,1 0-1-15,-1-1 0 16,4-3 0-16,-3 1 0 16,3-4 0-16,3 0 3 15,1-2 3-15,5-9 4 16,0-3 0-16,6-5-3 0,3-5-2 16,2 0-3-16,1-6 0 15,3 0 2-15,0-4 1 16,-1 1 7-16,3-3 2 15,-2 0 4-15,3 2 0 16,-4 1-5-16,1 5-4 0,1-2-5 16,-7 6 0-16,0 3-2 15,-3 2-2-15,-4 2 2 16,-4 5-2-16,-2 3 0 16,-4 2 1-16,-1 3 0 15,-4 2-1-15,0 1 0 16,-1 1 1-16,-4 0-1 0,2 0 1 15,-2 0-2-15,0 1 4 16,0 5-5-16,0-2-15 16,0 0-37-16,0-4-49 15</inkml:trace>
  <inkml:trace contextRef="#ctx0" brushRef="#br0" timeOffset="126528.38">22893 6331 44 0,'0'1'0'0,"2"1"1"0,-2-1-4 0,0 2-14 15,0-3-8-15</inkml:trace>
  <inkml:trace contextRef="#ctx0" brushRef="#br0" timeOffset="126770.19">22893 6331 7 0,'0'0'31'0,"0"0"-3"16,0 0-9-16,0 0-9 0,0 0-6 16,0 0-3-16,-15 7 1 15,13-7 0-15,1 0 4 16,0 0 3-16,0 0-4 16,1 0 6-16,0 0 4 15,0 0 5-15,0-3-3 0,0 2-3 16,0-2-10-16,1 3-3 15,5-3 6-15,-1 2 2 16,3-2-3-16,-2 2 0 16,2-1-2-16,-2 2 0 0,2 0-2 15,-1 0-1-15,1 0 1 16,-2 0-1-16,-1 0-10 16,-3 0-43-16,-2 0-72 15</inkml:trace>
  <inkml:trace contextRef="#ctx0" brushRef="#br0" timeOffset="127574.17">22724 5029 21 0,'0'0'1'0,"0"0"2"0,0 0 0 0,0 0-3 16,0 0 1-16,0 0 1 16,0 0-2-16,0 0 2 15,0 0 5-15,0 0 36 0,0 0-17 16,11 24-10-16,-11-24 0 15,0 0 4-15,0 0-8 16,-1 0 3-16,1 0-1 16,0 0-5-16,0 0-7 15,0 0-3-15,0 0 0 16,0 1 2-16,0 8 0 0,0 2 0 16,0 2-1-16,0 7 1 15,1 3-1-15,1 4 0 16,0 5 1-16,1 6-1 15,-2 5 0-15,1 0 0 16,-2 2 1-16,0-1-1 0,0 2 0 16,0-4 1-16,-1-1 0 15,-1-4-1-15,-2-1 3 16,3-5-2-16,1-4 0 16,0-3 0-16,0-1 0 15,0-6-1-15,0-3 1 0,0-1-1 16,2-6-1-16,1 0 0 15,-1-4-9-15,-1-3-33 16,-1 0-21-16</inkml:trace>
  <inkml:trace contextRef="#ctx0" brushRef="#br0" timeOffset="127936.92">22782 5111 159 0,'0'0'1'0,"0"0"6"0,0 0-3 16,0 0-5-16,0 0 2 16,0 0-1-16,-37 36 1 0,18-13-1 15,-1 3 0-15,0 5 0 16,-5 1 0-16,0 0 0 16,3-2 1-16,3-6-2 15,2-4 2-15,2-4-1 16,2-5 0-16,3-3 0 15,0-3-8-15,2-5-56 0</inkml:trace>
  <inkml:trace contextRef="#ctx0" brushRef="#br0" timeOffset="128158.83">22663 5185 117 0,'0'0'3'0,"41"-1"7"0,-17 1 15 15,3 0-6-15,2 0-9 16,-1 0-6-16,1 2-3 16,0 4 0-16,0-1-1 15,-2 0-17-15,-4-4-47 16</inkml:trace>
  <inkml:trace contextRef="#ctx0" brushRef="#br0" timeOffset="129176.41">23032 4145 23 0,'0'0'-4'0,"0"0"6"0,-56-22 4 0,38 13 0 0,0 2 0 16,0 2 4-16,3-3-1 15,-5 3-3-15,3 0 1 16,-2 1 0-16,-1 1 3 16,1 0-3-16,-3 3-3 15,0 0-3-15,-1 0 0 0,0 7 0 16,-2 2 0-16,0 3-1 15,-2 3 1-15,2 3 3 16,-2 4-1-16,1 3 0 16,0 2-1-16,2 3 2 15,3 1-2-15,-1 1 0 0,3 0-1 16,4-2 0-16,2 1 0 16,4-1 1-16,4 3 2 15,5-2 1-15,0 3 10 16,0-1-14-16,9 1 0 15,5 0 1-15,3-1 0 0,2-1-2 16,5 1 0-16,0-3-2 16,2-2 2-16,6-2-3 15,-1-4-1-15,5 0 8 16,-1-4-1-16,3-1 3 16,1-4-2-16,-4-2 2 0,3-4 1 15,0-2 1-15,1-2-1 16,-4-2-1-16,2-1 1 15,3 0-3-15,-7 0 0 16,1-3 1-16,-5-3-1 16,-1-5 3-16,-3 1 3 15,-2-3 2-15,-1-2-2 0,1-4-2 16,-5-1-1-16,2-1-3 16,-3-5-2-16,-1-2-1 15,-3-2 2-15,1-1-2 16,-7-6 0-16,-1 0-1 15,-5 0 1-15,-1-1 0 0,0 2 0 16,-11 2-1-16,-5 0 0 16,0 5 1-16,-6 0 1 15,-1 2-2-15,-1 1 1 16,-3 1-2-16,0 4 1 0,-6 2-3 16,1 2 3-16,-3 6-8 15,-1 2-7-15,0 6-16 16,0-1-25-16,0 1-16 15</inkml:trace>
  <inkml:trace contextRef="#ctx0" brushRef="#br0" timeOffset="129760.54">22688 3853 37 0,'0'0'3'0,"0"0"4"0,0 0 4 0,0 0-5 16,0 0 3-16,0 0-3 16,16 38 3-16,-15-30-5 15,1 0 3-15,2-3-4 0,0 1-1 16,-1 0 3-16,-1-3 1 16,2-1 0-16,1 0 5 15,-1-2 7-15,5 0 10 16,-4 0 9-16,6-6-7 15,1-5-11-15,3-2-12 0,3-7-1 16,3-4-1-16,4-6-1 16,4-1 0-16,2-6-2 15,5-3-1-15,7 2 0 16,3-5-2-16,4-4-30 16,0-7-98-16</inkml:trace>
  <inkml:trace contextRef="#ctx0" brushRef="#br0" timeOffset="132438.37">9873 8550 0 0,'2'0'33'0,"-2"0"1"0,0 0-18 15,0-3-11-15,2 0 6 16,0-1-1-16,0 2-6 0,-2-2-1 16,0 1 0-16,0 3-2 15,1 0 0-15,-1-1 2 16,0-1 7-16,0 2-6 16,0 0-5-16,1 0 0 15,0 0 0-15,3 5-2 0,-2 1 7 16,0 3-3-16,1 1 0 15,0-1-1-15,1-1 0 16,-2-1 1-16,2-1-1 16,-1-2 1-16,3-4 0 15,0 0 8-15,6 0 6 0,-1-7 9 16,5-4-7-16,2-5-2 16,6-4-5-16,1-4-3 15,4-3-3-15,3-3-2 16,7-1-1-16,-1-3 1 15,3-9-24-15,-1-2-102 0</inkml:trace>
  <inkml:trace contextRef="#ctx0" brushRef="#br0" timeOffset="134553.93">5324 12634 66 0,'-2'-1'5'0,"0"0"0"0,-2 1 0 0,1-2-2 16,1 2 2-16,-1-2 2 15,1 2-1-15,0 0 1 0,0-1 1 16,1 1 5-16,0 0 1 16,1 0 0-16,0 0-7 15,0 0-5-15,0 0-4 16,0 0-1-16,1 0 1 16,6 0 3-16,1 0-2 0,4 0 4 15,0 0-1-15,3-3-2 16,1 1 3-16,2-3-1 15,2 2-1-15,0-2 1 16,3 0 1-16,1-2-3 16,1 2 2-16,0-1-2 0,-3 0 0 15,0 3 1-15,-3-1 0 16,0 0 1-16,-3 1-2 16,-3 2 1-16,1-2-5 15,-3 3-9-15,0-2-12 16,0 2 4-16,-4-3-16 0,-1 2-34 15</inkml:trace>
  <inkml:trace contextRef="#ctx0" brushRef="#br0" timeOffset="135003.75">5382 12698 0 0,'0'0'57'0,"0"0"-52"0,0 0-8 0,0 0 3 0,0 0 7 15,0 0-3-15,0 0 2 16,0 0 0-16,0 0-3 16,42 7 4-16,-30-7 3 15,3 0-3-15,2 2 0 16,0-1 0-16,5-1-2 0,1 0 0 16,1 0-2-16,-2 0 0 15,3-4-1-15,0-2 1 16,-2 2 0-16,-2-3 0 15,-3 0-2-15,0 1 2 16,-2-1-2-16,-3 1 1 16,-1 3 0-16,-6 0-1 0,1 2 0 15,-1-2-1-15,-4 3-15 16,-2 0-12-16,0 0-20 16</inkml:trace>
  <inkml:trace contextRef="#ctx0" brushRef="#br0" timeOffset="137585.51">9252 13130 58 0,'0'0'6'0,"0"0"15"0,0 0-7 15,0 0 0-15,0 0-3 0,-10-40-3 16,10 35-1-16,0 0-2 15,0 0-2-15,0 0 1 16,0 1 0-16,0 2 4 16,0 0-3-16,0 0 2 15,0 2-5-15,0 0-3 0,2 0-1 16,2 0 0-16,0 2 0 16,2 5-1-16,-2 1 1 15,3 2-1-15,-1 0 3 16,2 0 0-16,-2 3 0 15,1 0 0-15,0-1-1 0,1 1-2 16,2 3 4-16,0-1-1 16,1 1-1-16,3 1 0 15,1-1 1-15,0-2-2 16,1 0 0-16,3-2 2 16,1-3 0-16,0 0 0 0,3-2 0 15,3-3 1-15,1 1-1 16,0-3 1-16,2-2-1 15,1 0 2-15,-1 0-1 16,-1 0 0-16,3 0-1 16,-4-5 1-16,0-2-1 0,2-2 1 15,0 1 0-15,0-4-1 16,2 0 1-16,1-3 1 16,1 1-1-16,-1-3 0 15,1 0 0-15,0-1-1 16,-4 2 2-16,-1-1-1 15,1 0-1-15,-5 3 0 0,1-1 1 16,0 1-1-16,-5 3 0 16,4-3 0-16,-1 5 1 15,-1-2 0-15,2 2-1 16,-1 2 0-16,-2-1 1 16,2 2-1-16,-2 2 0 0,1 0 0 15,-4 1 1-15,2 2-1 16,0 1 1-16,-4 0-1 15,4 0 0-15,-2 0 1 16,1 0-2-16,2 6 1 0,1 0-1 16,-1 4 1-16,5 1-1 15,-3-1 1-15,-2 4 0 16,4-1-1-16,-2 2 0 16,-2 1 1-16,0-1 0 15,1 2 0-15,-1-2 0 0,-1 1 0 16,2-2 0-16,-1-1 1 15,0-2-1-15,-2-1 1 16,3-3-1-16,-4-1 1 16,4-3 0-16,-3-3 0 15,2 0 0-15,0-3 2 16,1-6-1-16,-2-2 0 0,4-2-1 16,-3 1 0-16,-2 0 1 15,-1 1-1-15,1 0 0 16,-2 2-1-16,-1 2 0 15,0 2-1-15,0 3 1 16,1 0 0-16,3 2-1 0,1 0 0 16,-1 6 0-1,4 1 0-15,-1 4 0 0,2-1 0 16,2 0 1-16,-1 2 0 16,3-2 0-16,0-2-1 15,2-1 1-15,2-1 0 0,-3-2 0 16,5-4 0-16,0 0 1 15,2 0-1-15,1 0 0 16,-3 0 0-16,3-4 0 16,-6-2 0-16,2-1 1 15,-8 1-2-15,-1-3 2 0,-5 0-1 16,-2-1 2-16,-4 0 10 16,-4 0 11-16,-3-1 2 15,0 0-4-15,-6 0-4 16,0 0-1-16,-1 1-11 15,0 0-3-15,0-1-1 0,0-1-5 16,-2-3-40-16,-5-6-118 16</inkml:trace>
  <inkml:trace contextRef="#ctx0" brushRef="#br0" timeOffset="140090.09">13464 13535 51 0,'0'-6'5'0,"-2"0"12"0,0-1 2 0,1 3-1 0,0 0 1 15,1-2 3-15,-1 2 1 16,-1 1-6-16,2 0 1 15,-2 0-11-15,2 2 1 16,0-1-1-16,0 2-7 16,0 0-2-16,0 0-5 15,0 0-3-15,0 5 8 0,0 4 1 16,0-1 2-16,2 2-1 16,1 1-1-16,2 0 2 15,3 2-1-15,-3 0-1 16,3-2 0-16,1-1-1 15,1 3 2-15,1-5-2 0,1-2-1 16,0 1 4-16,1-4-1 16,3 0-1-16,-3-3 1 15,3 0 1-15,-1 0 0 16,2 0-1-16,0-6 2 0,-1-1-2 16,0-3-1-16,0 1 2 15,-1-2-2-15,0-1 2 16,-1-1 0-16,1-3-1 15,-1 2 2-15,-1-3-1 16,-1 1 0-16,-1-1 1 0,0 3-2 16,0 0 0-16,-1 1 1 15,1 2 0-15,-1 2-1 16,-1 1 1-16,1 1-2 16,0 2 1-16,1 2 0 15,-1 3-1-15,2 0 0 16,2 0-1-16,0 0 1 0,3 5-2 15,-1 3 3-15,2 0-1 16,0 1 0-16,2 3 0 16,-2-1 2-16,2 0-2 15,0 1 1-15,0-1 0 16,1-1 1-16,1 0-1 0,-4-1 0 16,6-2 0-16,-4-2 1 15,2 2-1-15,1-1 0 16,2 0 0-16,2 0 0 15,0 1 0-15,2 1 0 16,2-2-1-16,-2 1 1 0,3-1-1 16,0-1 0-16,0-1-1 15,-1-1 3-15,0-3 1 16,0 0 1-16,-1 0 2 16,-3-10 3-16,0-2 4 15,-5-3-3-15,0-3 2 16,-4-2-3-16,-4-1-1 0,-2-1-1 15,-6 1-3-15,-2 0-1 16,-4 2 0-16,0-1-14 16,-12-2-55-16</inkml:trace>
  <inkml:trace contextRef="#ctx0" brushRef="#br0" timeOffset="141833.57">16158 13185 86 0,'0'-1'8'0,"0"-1"4"0,-1-1-4 15,1 2-1-15,-1 1-4 0,1 0-3 16,-1 0 1-16,0 0 0 16,1 0 1-16,0 0 0 15,0 0 4-15,0 0-4 16,0 0-5-16,0 0 4 15,0 0 0-15,0 1-1 0,0 4-10 16,0-1 6-16,0 2 3 16,1-2 1-16,0 3 2 15,0 0-1-15,1 0 0 16,0-1-1-16,3 1 1 16,-3 0-1-16,2 0 0 0,1 0 0 15,2-1 0-15,0 0 0 16,-2-2-1-16,3 2 1 15,-3-2 0-15,6-1 0 16,-5 0 1-16,3-2-1 16,-1 2 1-16,0-3-1 15,1 0 1-15,-4 0 0 0,4 0 2 16,-2 0 0-16,1-6 5 16,-2 2 1-16,5-3-1 15,-1-3-3-15,-3 2-1 16,2-1-2-16,2-2 0 15,-4-1 0-15,3 2 1 0,-3 0 2 16,2 2-2-16,0-1 0 16,-1 3-1-16,2 2-2 15,-1 0 0-15,-1 1 0 16,2 3-1-16,-1 0 0 0,1 0-1 16,1 3 1-16,2 4 1 15,0 0-1-15,3 0 0 16,-1 2-1-16,3-1 2 15,1 1-1-15,-1-2 1 16,3-3 0-16,-2-1 0 0,0-2 0 16,1-1 1-16,0 0 1 15,-2-5 4-15,-1-5 9 16,-3-3 8-16,1 0 1 16,-5-1-6-16,-1 0-6 15,-2 1-3-15,0 0-3 16,-5 2-1-16,0 0-3 0,-2 2-1 15,0 3 0-15,0 1-2 16,0-1-24-16,0-1-55 16</inkml:trace>
  <inkml:trace contextRef="#ctx0" brushRef="#br0" timeOffset="143519.44">19500 10999 33 0,'-10'-8'5'0,"-1"-3"5"0,-3 1 12 0,3-2-7 16,-3 1 0-16,-1 0-1 15,-3-1-2-15,3-1 0 0,-3 2-2 16,0 0-4-16,-3-2-2 16,1 6-2-16,-3-2-2 15,-1 1 1-15,-2 2-2 16,1-2 1-16,-2-1 2 16,0 3-2-16,-4-1 1 0,0 3 1 15,-3-2-1-15,-1 4 0 16,-3 0 0-16,2 1 1 15,-5 1-2-15,2 0 0 16,0 0-2-16,0 4 4 16,2 3-2-16,0 2 1 0,0 2-1 15,-1 3 0-15,1 2 0 16,-4 2 0-16,2 6 0 16,-2 0 1-16,-1 3-1 15,3 3 1-15,0 3-1 16,0 0 0-16,-1 2-8 0,2 5 13 15,-2-2-4-15,0 6-1 16,2 0 0-16,4 2 0 16,0-1 2-16,5 1 1 15,2 0-2-15,5 3-1 16,0 2 1-16,2 4 0 0,1 2-1 16,2 0 1-16,1 0-1 15,1-2 0-15,3 2 0 16,2-2 2-16,5-1-1 15,2 0 0-15,3-1-1 16,0-1-2-16,1-2 2 0,6-2 2 16,3 1-2-16,2-2-1 15,-2 1 2-15,3-3-2 16,1-2-2-16,0-2 5 16,2 0-1-16,-1-4 0 15,3 1 0-15,1-1 0 0,2-1 0 16,1-2 1-16,4 0 2 15,2 0 1-15,4 2 5 16,1-4-6-16,1 4-1 16,1-2-3-16,1 1 2 15,1 1 0-15,-1 2 0 0,-1 2-1 16,1-2 0-16,2 0-1 16,2-2 1-16,0-3 0 15,0-2-1-15,0-4 2 16,3-2 2-16,1-6-4 15,-1 1 4-15,1-4-2 16,4-2 2-16,-1-1 2 0,4-2-3 16,-2-2 0-16,4-2 2 15,0 0-2-15,2-1-2 16,-1-1 1-16,2-4 0 16,0-1-2-16,-1 0 2 15,-1 0-1-15,-1-8-1 0,1-2 0 16,-2 0 1-16,4-4-1 15,-5 1 1-15,3-1 0 16,-2-1-1-16,0-3 0 16,-3 0 2-16,0-5-2 0,-2 2 0 15,2-6 0-15,-3-3 1 16,3-1-1-16,-4-3 1 16,4-1-1-16,-5 0 2 15,2 2-2-15,-4-1 2 16,-4 2-2-16,-3-2 0 15,-4-1 1-15,-6-3-1 0,-5 1 1 16,-4-5 0-16,0-1 0 16,-3-2 1-16,-2-1 1 15,-2-1-1-15,-2-2 2 16,-1-3 0-16,-1 0-1 16,-3-4-1-16,-1-2 0 0,-1-3 0 15,0 2 0-15,0-4 0 16,-8-1 1-16,-3-3 0 15,-4-1 1-15,-6 1 5 16,-6-4 0-16,-4 0-4 16,-8-1-2-16,-6 1-2 0,-5 0-2 15,-6 0 0-15,-8 4-5 16,-12 3-8-16,-9 10-12 16,-14 0-28-16,-16 3-87 15</inkml:trace>
  <inkml:trace contextRef="#ctx0" brushRef="#br0" timeOffset="147527.45">17298 14572 12 0,'-1'0'32'0,"0"-2"-1"0,1 0-6 15,0-2-6-15,-1 1-10 16,1 1-4-16,0 0-3 0,0-2-2 16,-2 4 1-16,2-2 0 15,0 1 6-15,0-2 9 16,-2 2 8-16,2-1 0 15,0 0 2-15,-3 0-8 0,2-1-5 16,1 3-4-16,-1-1-5 16,1 1-2-16,0 0 0 15,0 0 0-15,-2 0-2 16,1 3 0-16,0 5 0 16,0 2 1-16,-1 1-2 0,2 2 0 15,-2 2 2-15,2 2-1 16,0 0 1-16,0 1 0 15,0-1-2-15,0 4 2 16,0-3-2-16,0-1 1 16,0 0 1-16,0-3-1 15,0 0 2-15,0-3-2 0,2 1-2 16,0-3 2-16,-1 0-1 16,0-2-6-16,1-3-45 15,0-4-60-15</inkml:trace>
  <inkml:trace contextRef="#ctx0" brushRef="#br0" timeOffset="147819.2">17494 14719 151 0,'0'0'35'0,"0"0"11"0,0 0-11 0,0 0-12 16,0 0-3-16,0 0-4 16,0 0-6-16,0 0-5 15,0 0-4-15,0 0-3 16,-4-21-2-16,4 21-6 0,0 0-23 15,4-2-13-15,2-1-79 16</inkml:trace>
  <inkml:trace contextRef="#ctx0" brushRef="#br0" timeOffset="148638.56">17800 14570 116 0,'0'0'28'0,"0"0"-1"0,0 0-13 0,0 0-9 0,0 0-3 16,0 0-2-16,0 0 1 15,0 0-1-15,0 0 2 16,0 0-2-16,-31 14 1 16,25-4-1-16,1 0 0 15,-1 2 0-15,2-1 2 0,-2 2-2 16,0-1 0-16,5 0 0 15,-3-1 0-15,4-2 1 16,0 1 1-16,0-2-1 16,0 3 1-16,0-3 2 15,2 0-3-15,4 1 1 0,1 0-1 16,-1-2 0-16,2-1 0 16,-2 0-2-16,3-1 1 15,-1 0 8-15,2-2 3 16,-1-1-5-16,3 0 0 15,-3-2-3-15,1 0 1 0,2 0-2 16,-1 0 1-16,2 0 0 16,-1-3 0-16,0-2 0 15,-2-1 1-15,2-1-3 16,-2-1 3-16,-4-3 0 16,2 1-1-16,-4-2-1 0,1 0 1 15,-1-2 1-15,-2 1-1 16,-2-1 1-16,0 0 4 15,0-1-4-15,0 1 0 16,-6 0-1-16,0 1-1 16,-4-1-2-16,-1 4 5 15,-1 2-6-15,-4 3-3 0,-1 5-6 16,-3 0-19-16,-5 2-35 16,-2 4-47-16</inkml:trace>
  <inkml:trace contextRef="#ctx0" brushRef="#br0" timeOffset="149925.38">18250 14983 73 0,'6'3'60'0,"0"-3"-59"0,1 0 1 16,-3 3 1-16,1 4-1 0,0 2 1 16,-5 2-2-16,0 4 1 15,0 1-2-15,-2 0-1 16,-7 2-15-16,-2-5-33 15</inkml:trace>
  <inkml:trace contextRef="#ctx0" brushRef="#br0" timeOffset="150567.63">18688 14564 107 0,'0'0'10'16,"0"0"9"-16,0 0-4 15,0 0-9-15,0 0-2 16,0 0 1-16,0 0 4 16,0 0 2-16,0 0-5 15,-27-5-5-15,24 14 1 0,-3 4-1 16,1 0-1-16,0 3 2 15,1-1-2-15,2 0 0 16,2 0 0-16,0-2 1 16,0 0-1-16,0-5 2 15,6 1-1-15,2-2 2 0,0-3 8 16,1-2 0-16,1-1-7 16,-1-1 0-16,3 0-2 15,-2-3 0-15,-1-2-2 16,0-3 2-16,-2-1 1 15,0 0 3-15,-4-1 5 0,0-3 0 16,-2 3 1-16,-1-2-2 16,0 0 1-16,0 2-1 15,-2-1-1-15,-4-2-8 16,-3 3 6-16,0 1-4 16,0 1-4-16,-1 1-1 15,2 2 0-15,-1 4-2 0,-2 1-4 16,4 0-18-16,-1 8-14 15,3 0-26-15,0-5-36 16</inkml:trace>
  <inkml:trace contextRef="#ctx0" brushRef="#br0" timeOffset="150771.94">18905 14621 258 0,'0'0'18'0,"0"0"-10"0,0 0-3 0,0 0-3 0,0 0-3 16,0 0-7-16,0 0-10 16,0 0-36-16,0 0-17 0</inkml:trace>
  <inkml:trace contextRef="#ctx0" brushRef="#br0" timeOffset="151293.22">19119 14473 172 0,'0'0'7'0,"0"0"-1"15,0 0-3-15,0 0 0 0,0 0-3 16,0 0 0-16,0 0 1 16,0 0-1-16,-36 11 0 15,34-2 1-15,-2 3-1 16,1-2 2-16,2 1-2 16,1 0 1-16,0-1-2 15,0 0 1-15,0-1 1 0,0-3 1 16,0-1-2-16,3-1 1 15,2-2 18-15,-1-1-6 16,2-1-7-16,0 2-1 0,0-2 0 16,3 1-2-16,-4-1-1 15,1 3-1-15,-1-2 0 16,1 2-1-16,0 1 1 16,0 2-1-16,0-2 0 15,0 2 1-15,1 0 0 16,-2 1-1-16,-1 0 1 0,1 0-1 15,-4 2 3-15,-1-1-2 16,0 0-1-16,0 1 6 16,-1-2-10-16,-9 0 7 15,0 2-4-15,1-3 4 16,-5-1-3-16,1 2 1 0,0-4-1 16,-1 3 1-16,1-5-1 15,0 1-4-15,2-2-35 16,2 0-44-16</inkml:trace>
  <inkml:trace contextRef="#ctx0" brushRef="#br0" timeOffset="151492.51">19040 14516 211 0,'0'0'14'0,"0"0"5"0,0 0-7 16,0 0-6-16,39-26-4 16,-29 22-2-16,4 1 0 15,4 0-16-15,0-2-42 0,-2-2-62 16</inkml:trace>
  <inkml:trace contextRef="#ctx0" brushRef="#br0" timeOffset="152184.43">19307 14273 157 0,'0'0'8'0,"0"0"7"16,0 0-9-16,0 0 7 16,0 0 1-16,0 0-8 15,0 0-1-15,0 0-2 0,2 0-1 16,4 0 1-16,-1 0-3 16,4 0 2-16,-2 0 1 15,4 0-2-15,3 0 1 16,-2 0-1-16,2 0-1 15,-3 0 1-15,2-1 1 0,-3-1-2 16,-1 1 1-16,1 0-1 16,-4-1 2-16,0 2-2 15,-1 0 0-15,-2 0 1 16,0 0 0-16,-1 2-2 16,0 3 1-16,-2 1 1 15,2 2 0-15,-2 0 0 0,0 2 4 16,1 1-4-16,0 0 0 15,0-1 0-15,1 3-1 16,0 0 2-16,1-1-2 16,-3 1 0-16,2 1 1 0,0 2 1 15,0-2-4-15,1 1 2 16,-1 1 2-16,2 0-2 16,-1 0 0-16,1 1 0 15,0 0 0-15,1 0 0 16,1 1 0-16,-1-1 0 15,-1 3 0-15,0-3 0 0,1-1 1 16,-3 1-1-16,0-3 1 16,0 0-1-16,0-2 2 15,-2 1-2-15,0-2 1 16,0-1 1-16,0-1-1 0,0 0 2 16,0 2-2-16,-6-2-1 15,-2-1-2-15,-3 2 0 16,-7 2 2-16,-2-3-5 15,-13-4-85-15</inkml:trace>
  <inkml:trace contextRef="#ctx0" brushRef="#br0" timeOffset="153015.82">16964 14314 16 0,'0'0'72'0,"0"0"-70"0,0 0 10 0,0 0 6 15,0 0-1-15,0 0 3 0,30-37 5 16,-30 33-5-16,0 3-3 16,0 0-2-16,0 1-9 15,0 0-2-15,0 0-4 16,-5 0 0-16,-5 0-1 15,0 0 3-15,-1 1 1 0,-2 2 0 16,1-1-1-16,-4 1 0 16,1 0-1-16,-2 1 0 15,2-1 0-15,0-1-1 16,2 0 1-16,0 1-1 16,1 0 0-16,0-1 0 0,4-1 0 15,-1 3 0-15,4-2 2 16,-1 2-2-16,4-3 0 15,1 3-2-15,1 0 4 16,0 1-2-16,0 1 1 16,0 1 1-16,0 1-2 15,2 5 0-15,1 0 1 0,-2 2-2 16,2 4 2-16,-3 2-2 16,0 2 1-16,0 7 1 15,0 0-1-15,-2 3 0 16,-3 5 0-16,1 2 0 15,0 1 0-15,-2 0 0 0,4-3 1 16,1-1-1-16,1-3 1 16,1-4 0-16,11-1 0 15,1-1 2-15,8-3-5 16,7 0 0-16,7-4 3 16,7-5-3-16,9-11-65 0</inkml:trace>
  <inkml:trace contextRef="#ctx0" brushRef="#br0" timeOffset="154153.79">19523 15281 36 0,'-6'0'-1'0,"2"0"3"15,1 0 1-15,1 0 10 0,-3 0 11 16,4 0 8-16,1-1-1 16,-1 0 0-16,1 1-10 15,-1 0-8-15,1 0-9 16,0 0-7-16,-1 0 1 15,0 5 2-15,0 2-1 0,0 3 1 16,-1 1 0-16,2 1 1 16,0 1-1-16,0 0 0 15,0 2 0-15,0 1 0 16,3-2 1-16,5 3-2 16,4-3 1-16,1 1 0 0,5-1 4 15,0-3 0-15,6 1 2 16,3-3-2-16,2 0-4 15,1-1 1-15,5-2 1 16,1-1-1-16,4 0 1 16,1-2-1-16,3 0 1 0,3-2 1 15,1-1-1-15,4 0 3 16,0 0 2-16,0 0 1 16,-1 0 0-16,1-3-3 15,-1-1 1-15,-2 0-2 16,2 0-2-16,-7-1 0 0,0 2-1 15,-4-1 1-15,-3 3 1 16,-6-3-2-16,-3 2 0 16,-2-1 0-16,-3 2-1 15,-5-1 1-15,0 1-1 16,-3 1 1-16,-3 0-2 0,-3 0-7 16,-4-3-19-16,-3 0-35 15,-2-5-127-15</inkml:trace>
  <inkml:trace contextRef="#ctx0" brushRef="#br0" timeOffset="154460.04">20748 15347 79 0,'0'0'2'0,"0"0"0"0,0 0-1 0,40 21 2 0,-31-12 4 0,1 1 9 15,-2 2 0-15,-1 1-4 16,-1 0-4-16,-2 3-2 15,-4-1-3-15,0 1-1 16,-4 0-2-16,-9 0-8 0,-5-7-37 16</inkml:trace>
  <inkml:trace contextRef="#ctx0" brushRef="#br0" timeOffset="155144.54">21305 15013 90 0,'0'0'2'16,"0"0"0"-16,0 0-2 16,-47 3-2-16,33-3 2 0,-2 4 0 15,1-4 2-15,-3 3 6 16,3-1 9-16,-1 0-2 15,3 2-5-15,-1-2-3 16,4 1-5-16,2-2-1 16,0 4 0-16,2-1-1 0,4 0 0 15,-2 2 0-15,3-1 0 16,0 2 2-16,1 1-1 16,0 0 3-16,0 2 1 15,0 3-1-15,0-2-2 16,0 5 1-16,3-1 1 15,2 1 1-15,-1 1-1 0,2 1 0 16,-1 1 1-16,2 1 1 16,1 1 0-16,1 2-2 15,-2-2 0-15,1 2 0 16,-1 0-1-16,2-1-1 0,-5 0 0 16,1-1 0-16,-1-2 1 15,-1 1 0-15,1-4-2 16,0 0 3-16,-1-2-2 15,0-2 2-15,2-4 0 16,1-1 3-16,-1-1 9 0,2-2-6 16,2-2 0-16,1-1-4 15,2-1-1-15,3 0-4 16,2 0 1-16,4-3-10 16,-1-7-37-16,-1-4-103 15</inkml:trace>
  <inkml:trace contextRef="#ctx0" brushRef="#br0" timeOffset="155649.57">21517 15243 101 0,'0'0'19'0,"0"0"-3"0,0 0-10 0,0 0-2 15,0 0 1-15,-34 41 1 16,31-28-1-16,1 1 0 16,2-1 3-16,0 0 0 0,0-2 0 15,2-1 5-15,6 0-1 16,1-1 1-16,3-2-2 15,-1 1-6-15,2-3 1 16,3-1-5-16,-3-3-1 16,4-1 1-16,-3 0-1 15,2 0 1-15,-3-3 1 0,1-4 0 16,-3-1 1-16,-2-1-2 16,-2-2 2-16,-1 1 2 15,-4-3 5-15,-1 0 0 16,-1 3-2-16,0-4 2 15,0 3-1-15,-2 0-5 0,-1-1-2 16,-4 4-1-16,2 0-1 16,-1 1 6-16,0 3-6 15,-1 0-6-15,-1 4 3 16,-2 0-7-16,-1 3-17 16,-1 4-8-16,3-2-30 15,1-1-69-15</inkml:trace>
  <inkml:trace contextRef="#ctx0" brushRef="#br0" timeOffset="155813">21799 15252 218 0,'0'0'56'0,"0"0"-55"0,0 0-4 0,0 0-11 15,0 0-30-15,0 0-70 0</inkml:trace>
  <inkml:trace contextRef="#ctx0" brushRef="#br0" timeOffset="156283.79">21948 15128 178 0,'0'0'-1'15,"0"0"2"-15,0 0 1 16,0 0-2-16,0 0 3 16,0 0-1-16,0 0 2 15,0 0 0-15,-8 34 1 0,8-25-1 16,0-1-3-16,0-1 1 15,0-2 1-15,5 0 2 16,-1 0 6-16,4-1 1 16,-3-3-1-16,6 2-1 15,-2-3 1-15,0 2 0 16,3-1-5-16,-1-1 0 0,1 1-2 16,-1 1 0-16,0 1-1 15,-1 0-3-15,-1 1 1 16,-2 1-1-16,-1 1 1 15,-1-3 1-15,-3 4-2 16,0 1 1-16,-2-3 0 0,0 2-2 16,0 0 5-16,-2 0-7 15,-5-1 0-15,-4 1 0 16,-5 0 0-16,1 0 1 16,-1 0-18-16,0-3-9 15,1-2-21-15,4-2-39 16</inkml:trace>
  <inkml:trace contextRef="#ctx0" brushRef="#br0" timeOffset="156460.35">22030 15138 270 0,'0'0'10'0,"0"0"-7"0,0 0 2 16,0 0-4-16,39-33 0 15,-26 29-8-15,2 1-17 0,0 2-16 16,1-2-35-16,1-2-65 16</inkml:trace>
  <inkml:trace contextRef="#ctx0" brushRef="#br0" timeOffset="156981.6">22232 15077 247 0,'0'0'6'16,"0"0"-2"-16,0 0 5 15,0 0-10-15,0 0 6 0,0 0-4 16,40-18 6-16,-28 16-1 16,0 2 0-16,0 0-3 15,0 0-2-15,-2 0 0 16,-3 6-1-16,0 1 0 15,-3 0-1-15,-2 2-2 0,-2-1 0 16,0-1-2-16,0 0 8 16,0 1-1-16,-4-3-4 15,0 1-1-15,-1-1 4 16,2-1-1-16,2-3 2 0,1 0-2 16,0 2 2-16,0-2-1 15,0-1-7-15,2 2 5 16,7-2-1-16,-3 1 2 15,4 1 1-15,1 0-2 16,-4 0 4-16,3 2-3 16,-1 0 1-16,-1 2-1 15,-2 0 1-15,-2 2 0 0,-1-1-1 16,-1 0 2-16,-2-1-1 16,0 1-2-16,0-1 4 15,-5 0-6-15,-4-1 1 16,-3-2 1-16,-2 1 4 15,-2-1-1-15,1 0-1 0,0-3-1 16,3 1 1-16,5-1-1 16,2 0-6-16,5 0-26 15,0-8-56-15</inkml:trace>
  <inkml:trace contextRef="#ctx0" brushRef="#br0" timeOffset="157563.54">22610 15047 165 0,'0'0'9'0,"0"0"10"0,0 0 4 0,22-45-7 0,-22 35 4 16,0 0-4-16,0 1-6 15,0 2-5-15,0 0 2 0,-6 4-6 16,1 1-2-16,-4 0 0 15,2 2-3-15,-3 0 0 16,-2 3 3-16,1 5 0 16,2 0 1-16,-4 1-1 15,4 0 1-15,2 2-1 0,1-1 2 16,4-1-2-16,-1-1 2 16,3 1-1-16,0-3-1 15,3-1-1-15,5 2 4 16,0-4 1-16,2 2 0 15,3-1 0-15,-2 1 1 16,0 1-2-16,-1 0-1 16,-1-1 0-16,1 3-1 0,-2 0 1 15,0-1-1-15,-3 0 2 16,-1 2-2-16,-2 0 0 16,-2-3 0-16,0 2 0 15,0-1-2-15,-8-2 4 0,-2 2-5 16,-2-1 2-16,2-3 1 15,-3-2-2-15,1 2 2 16,1-3 2-16,1 0-1 16,3 0-1-16,1 0 1 15,3-1 1-15,1-4 3 0,1 0 4 16,1-1-1-16,0-1-1 16,3-1-3-16,6-1-4 15,5 1 0-15,3-1 0 16,3 0-14-16,2 1-20 0,1-1-44 15,3 2-126-15</inkml:trace>
  <inkml:trace contextRef="#ctx0" brushRef="#br0" timeOffset="157734.04">22926 15208 182 0,'0'0'2'0,"0"0"1"0,0 0-1 0,10 41-1 0,-10-31-14 15,0-3-41-15</inkml:trace>
  <inkml:trace contextRef="#ctx0" brushRef="#br0" timeOffset="158317.32">23366 14992 189 0,'0'0'4'0,"0"0"27"15,0 0-2-15,0 0-23 16,0 0-1-16,0 0-5 16,0 0 0-16,0 0 0 15,-25-23 0-15,23 27 0 0,-2 5 0 16,3 1 0-16,-5 2 0 15,1 0 0-15,3 2 0 16,2 0 0-16,0-1 0 16,0-1 0-16,1-1-2 15,9-3-1-15,-1-2 6 16,2-2-4-16,3-1 2 0,1-3-1 16,2 0 2-16,1 0 2 15,-2 0-3-15,1-5 2 16,-2-3 0-16,-2 0 3 15,-1-4 3-15,-1 1-1 16,-5-2 6-16,-1 0 0 0,-3-2-2 16,-2 3-4-16,0-3-3 15,0 5-5-15,-7-3 0 16,0 3 5-16,-3 2-7 16,-2 2-2-16,-2 2-4 15,-2 2-3-15,0 2-5 0,-1 0-2 16,-3 3 0-16,2 4-7 15,4-1-19-15,3 0-40 16</inkml:trace>
  <inkml:trace contextRef="#ctx0" brushRef="#br0" timeOffset="158510.51">23638 14939 292 0,'0'0'2'0,"0"0"-1"0,0 0 1 0,0 0-6 0,0 0-6 16,0 0-24-16,0 0-39 16,0 0 5-16</inkml:trace>
  <inkml:trace contextRef="#ctx0" brushRef="#br0" timeOffset="158937.16">23764 14857 51 0,'0'0'28'16,"0"0"-29"-16,0 0 1 15,0 0 1-15,0 0 5 0,0 0 4 16,0 0 1-16,0 0-4 16,-36 31 2-16,35-22 2 15,1-2 2-15,0-2 2 16,0 0 10-16,1-1-1 16,5-1 8-16,2 1-20 0,3-3-2 15,2 2-4-15,1-1-2 16,0-1-1-16,1 1-1 15,0 0 0-15,-3 1 1 16,-2 1-1-16,1-1 0 16,-4 2-1-16,-1 0 0 0,-3 2 1 15,-1-1-2-15,-2 0 1 16,0 2-3-16,-5-2 6 16,-5 0-7-16,-6 1 1 15,0-2 0-15,-3 1-4 16,0-3-6-16,-1 0-17 0,1-3-21 15,3 0-50-15</inkml:trace>
  <inkml:trace contextRef="#ctx0" brushRef="#br0" timeOffset="159079.25">23732 14858 254 0,'0'0'-16'15,"37"-20"15"-15,-15 9-11 16,3 4-54-16,0-2-30 0</inkml:trace>
  <inkml:trace contextRef="#ctx0" brushRef="#br0" timeOffset="159662.42">24020 14811 216 0,'0'0'16'15,"0"0"19"-15,0 0-22 0,0 0-9 16,0 0 0-16,0 0-6 16,0 0 5-16,43-27 0 15,-30 25 0-15,0 1 3 16,1 1-5-16,-4 0 1 15,0 0-2-15,1 3 0 0,-4 5 0 16,-1 0 0-16,-3-1-2 16,-2 2-1-16,-1-1 1 15,0 1-3-15,-1-2 5 16,-4 0 0-16,-3-3-1 16,3 2 1-16,-4-3 0 15,4 0-1-15,0-2 3 0,2 0-2 16,1 0 1-16,2-1 0 15,0 0 2-15,0 0-6 16,0 0 1-16,4 2 3 16,2-2-2-16,1 0 3 15,1 2-2-15,0 1 0 0,0-1 1 16,2 3-1-16,-5 1 0 16,3-2 0-16,-3 1 2 15,-1 2-2-15,0 2 0 16,0-2 0-16,-3 2 0 15,-1 1 0-15,0-1 0 0,0 0-3 16,-5-1 6-16,-3-2-3 16,-2 0-3-16,-3-2 1 15,1 0 3-15,-2-4-1 16,0 3 1-16,0-3-1 0,3 0 0 16,-1 0 0-16,5 0-14 15,2 0-21-15,3-6-37 16</inkml:trace>
  <inkml:trace contextRef="#ctx0" brushRef="#br0" timeOffset="160402.24">24388 14793 206 0,'0'0'11'0,"0"0"-7"0,0 0-3 16,0 0 0-16,0 0 0 15,0 0 0-15,0 0 0 16,0 0-1-16,0 0 0 0,0 0 0 16,0 0 1-16,-17 13 1 15,12-13 5-15,0 0-3 16,1 0 0-16,1 0-1 15,0 0-1-15,1-2 1 16,1-1 3-16,1-1 4 16,0 2-2-16,0 0-3 0,0-2-3 15,5 1-2-15,1 0-1 16,2 1 3-16,3 0-3 16,-2 0 2-16,1 2-1 15,2 0-1-15,0 0 2 16,0 0 0-16,-4 0 0 0,0 5-1 15,-3 2 0-15,-1 0 2 16,-2 1-2-16,-2 2 0 16,0 2-4-16,0-1 2 15,0 0 0-15,-5 2 4 0,0-3-2 16,-2 1 0-16,0-1-1 16,-1-1 0-16,0-2 0 15,0 0 1-15,1-3-1 16,1 1 0-16,2-3 1 15,0 0-1-15,2-1 2 0,0-1-1 16,1 0 0-16,0 0 1 16,1 0 0-16,0 0-1 15,0 0-1-15,5-3 0 16,2-1 0-16,3 1 2 16,-4-1-1-16,2 1 2 0,2 2 1 15,0-1 1-15,-2 1 1 16,1 1-4-16,2 0 0 15,-1 0 0-15,0 0-1 16,0 0 0-16,0 0 0 16,0 0 0-16,-2 0 0 15,-1 1 0-15,-2-1 1 0,1 0-1 16,-3 0 0-16,-1 0-1 16,1 0-5-16,0 0-20 15,0-1-77-15</inkml:trace>
  <inkml:trace contextRef="#ctx0" brushRef="#br0" timeOffset="161192.43">24494 14587 155 0,'0'0'10'0,"0"0"-5"0,0 0-1 15,0 0-3-15,0 0-1 16,0 0 1-16,0 0-2 0,0 0 1 15,44 0 5-15,-34 0 3 16,4 0-3-16,-2 0 0 16,3-3-5-16,-1 2 1 15,0-1-1-15,2 0 0 16,-1 0 1-16,1-1 0 0,-2 2 1 16,3-2 3-16,-6 3 1 15,0-1 2-15,-3 0 1 16,-2 1-2-16,1 0-4 15,-4 0-1-15,1 0-1 16,-2 0 0-16,2 0 1 16,-3 0-2-16,-1 4 1 0,3 1 0 15,-2 1 0-15,1 1 0 16,1 1 0-16,0 2 0 16,0 0-1-16,-1 0 1 15,3 2-1-15,0 2 1 16,-1-3-1-16,0 5 0 0,2-3 0 15,-3 1 0-15,1-1 1 16,1 2-1-16,-2-3 0 16,1 2 0-16,0-3 1 15,0 2-1-15,1-2 0 16,-1 2 0-16,2-2 0 0,0 1 0 16,0-1 0-16,-1-1 0 15,1 1 1-15,2-1-1 16,-3 1 0-16,1-2 1 15,-1 0-1-15,0 0 0 0,-2 0 0 16,-1 1 2-16,0 0-2 16,-2-1 0-16,0-1 0 15,0 2 0-15,0 0 0 16,0-1 3-16,-3 0-2 16,-3 1-1-16,-4-1 0 15,-2 2 0-15,-4-1-1 0,-9 3 1 16,-6 0 0-16,-13 0-2 15,-14-5-29-15,-19-3-100 16</inkml:trace>
  <inkml:trace contextRef="#ctx0" brushRef="#br0" timeOffset="162737.24">19088 14502 111 0,'0'0'23'0,"0"0"5"0,0 0 0 0,0 0-6 16,0 0-8-16,0 0 1 0,0 0-4 15,0 0-1-15,0 0-1 16,0 0-4-16,40-19-3 16,-16 18-2-16,3-2 1 15,2-5-32-15,-1-5-163 16</inkml:trace>
  <inkml:trace contextRef="#ctx0" brushRef="#br0" timeOffset="164590.95">17773 13593 70 0,'7'2'2'0,"2"3"14"0,2-4-2 15,-1 1-6-15,4 2 1 16,-1-1 2-16,2 1 4 16,-2 0-3-16,1 1-1 15,-3 0-5-15,-1 1-4 0,2 1-1 16,-5 0 0-16,1 0 1 16,-1 0-2-16,3-1 3 15,-2 1-2-15,1-2-1 16,2 0 1-16,0 1-1 15,0-1 1-15,-3-1 0 16,1-2-1-16,-2 3-1 0,-2-3-27 16,-4 1-21-16</inkml:trace>
  <inkml:trace contextRef="#ctx0" brushRef="#br0" timeOffset="165022.07">13930 13533 133 0</inkml:trace>
  <inkml:trace contextRef="#ctx0" brushRef="#br0" timeOffset="166014.34">17836 13610 87 0,'0'0'13'0,"0"0"3"0,0 0 0 0,0 0-3 0,0 0 7 15,0 0 2-15,0 0 2 16,0 0-4-16,0 0-14 0,0 0-5 16,0 0-1-16,0 0 1 15,0 0 1-15,2-10-1 16,6 13 1-16,4 2 3 16,-1 1-1-16,5 0 1 15,-1 1 1-15,3 0-3 16,-2 0-2-16,2 3 0 0,0 0 0 15,-4-3-1-15,2 2 0 16,-1-2 1-16,-1 0-1 16,-1 2 0-16,0-4 1 15,-1 3 1-15,0-2-4 16,-3 0 1-16,-1-2-20 0,-4-1-57 16,-2-2-78-16</inkml:trace>
  <inkml:trace contextRef="#ctx0" brushRef="#br0" timeOffset="166384.67">18058 13571 122 0,'0'0'30'0,"0"0"-9"16,0 0 10-16,0 0-14 16,0 0-10-16,0 0-3 0,0 0 2 15,0 0 1-15,0 0-2 16,-19-15-8-16,13 24-2 16,-3 2 4-16,2 4 0 15,-2 2 0-15,-3 0 2 16,-1-1-1-16,2 1 1 15,-1 0-1-15,0-2 0 0,3 0 1 16,-5-2-2-16,3-2 2 16,-1 1 1-16,2-3-1 15,3 0-1-15,1-2 0 16,2 0-1-16,2-4-30 16,2-1-47-16</inkml:trace>
  <inkml:trace contextRef="#ctx0" brushRef="#br0" timeOffset="166640.32">18247 13674 250 0,'0'0'21'16,"0"0"2"-16,0 0-12 16,0 0-12-16,0 0-2 15,1 44 0-15,-2-20 4 16,1 6-1-16,0 5 0 0,0 3-27 16,4-3-68-16</inkml:trace>
  <inkml:trace contextRef="#ctx0" brushRef="#br0" timeOffset="167565.4">22411 13860 21 0,'0'0'68'0,"0"0"-29"0,0 0-9 0,0 0-2 16,0 0-11-16,0 0-5 15,0 0-5-15,0 0-1 16,0 0 3-16,0 0-5 15,0 0-2-15,0 0-2 0,2 6 1 16,0-2-1-16,3 1 1 16,1 0 3-16,1 1 1 15,1-1 0-15,-1 2 0 16,2 0 1-16,2 2 0 16,-1-2-3-16,2 2-2 0,1 1 0 15,0-2-1-15,2 2 1 16,-3 0-2-16,1-2-5 15,-3 0-28-15,-2-4-56 16</inkml:trace>
  <inkml:trace contextRef="#ctx0" brushRef="#br0" timeOffset="167937.78">22657 13854 125 0,'0'0'25'0,"0"0"1"0,0 0-13 16,0 0-4-16,0 0-7 15,0 0-1-15,0 0-2 16,0 0 0-16,0 0-2 15,2-6 6-15,-2 10-2 16,-6 5 5-16,-2 1-6 0,0 5 4 16,-3 0-2-16,1 2-1 15,-1 2-1-15,1-2 1 16,0 0 1-16,3-2-1 16,0 1 0-16,2-2 0 15,2 0 1-15,-2-1-1 16,3 0 0-16,-2 0-16 15,1-2-26-15,3-1-43 0</inkml:trace>
  <inkml:trace contextRef="#ctx0" brushRef="#br0" timeOffset="168312.57">22791 13989 192 0,'0'0'17'0,"0"0"9"0,0 0-13 0,0 0-4 16,0 0-4-16,0 0-6 15,0 0 4-15,0 0-6 0,0 0 8 16,0 0-4-16,15 26-1 16,-10-15 0-16,-2 3 1 15,3-1 0-15,-1 4-1 16,0-1 0-16,0-1-11 15,-2-2-54-15,-3-4-64 0</inkml:trace>
  <inkml:trace contextRef="#ctx0" brushRef="#br0" timeOffset="170553.46">22429 13721 85 0,'0'0'25'0,"0"0"-3"0,0 0 4 16,0 0 11-16,0 0-9 15,0 0-8-15,0 0-5 0,0 0-3 16,0 0-2-16,0 0 1 16,0 0-5-16,0 0-5 15,0 0 2-15,0-2 0 16,0-1-2-16,0 1 0 0,0-1-1 15,0-1 1-15,1-1-1 16,0 1 1-16,1-2-1 16,-1 1 1-16,1 0-1 15,0 0 0-15,0-1 0 16,0 0 0-16,-1-1 0 0,1 0 0 16,0 1 0-16,2-2 0 15,-2 1 0-15,-1 2 0 16,1-1 0-16,-1 1 0 15,0 1 0-15,1 0 1 16,-1 0-1-16,0 2 0 16,1-2 0-16,-1 1 0 0,1 1 0 15,-2 0-1-15,0 0 1 16,1 1 0-16,1 0 0 16,-2 0 0-16,2 1-1 15,-2 0 2-15,2 0-2 16,0 0 1-16,2 0-1 0,-1 0 1 15,1 0 0-15,0 0 0 16,2 0-1-16,-2 2 1 16,2 1 0-16,-1 1 0 15,1-1 0-15,1 2 0 16,-1-2 0-16,0 1 0 0,0 1 0 16,2-2-1-16,0 2 0 15,0-2 1-15,1 0-1 16,-3 0 2-16,4 1-1 15,-5 0 0-15,3-1 0 16,-3 1 0-16,4-1 1 16,-6 0-1-16,1-1 0 0,0 0 0 15,-4-2 1-15,2 2-1 16,-2-2 1-16,0 0-1 16,1 1 1-16,-1-1-2 15,2 3 1-15,0 1 0 0,0-1-1 16,-2 0-17-16,0-3-83 15</inkml:trace>
  <inkml:trace contextRef="#ctx0" brushRef="#br0" timeOffset="172760.53">18308 15652 6 0</inkml:trace>
  <inkml:trace contextRef="#ctx0" brushRef="#br0" timeOffset="172826.39">18308 15652 14 0,'0'0'7'0,"0"0"-7"0,-18 34 2 16,16-31-5-16</inkml:trace>
  <inkml:trace contextRef="#ctx0" brushRef="#br0" timeOffset="173341.1">18283 15705 96 0,'0'0'23'15,"0"0"-8"-15,0 0-3 16,0 0-7-16,0 0-1 15,0 0-4-15,0 0 2 16,-4-7-1-16,4 5 3 0,0 1 14 16,0-1 1-16,0 0 5 15,0 2-2-15,0-2-9 16,0 2-6-16,0 0-5 16,0 0-2-16,0 0-2 15,0 0 1-15,0 5 1 16,0 3 1-16,0 3 0 0,0 2-1 15,0 4 1-15,0-1-2 16,0 2 1-16,0 5 0 16,4-1 1-16,-2 3-1 15,-1 0 0-15,1 2 0 16,0 3 0-16,0 0 1 0,-1 1-1 16,2 2 0-16,-3 0 0 15,2-1 1-15,-1 0 0 16,-1 0-1-16,2-1 1 15,-2-1 0-15,0-3-1 16,0-3 2-16,0-2-1 0,0-4 0 16,0-4 4-16,0-2 3 15,1-2 0-15,-1-1-2 16,0-4 0-16,0 1 0 16,1-3-2-16,-1-1-2 15,0 2 1-15,0-1-2 16,0-3 0-16,0 3-1 0,0 1-1 15,1-1 0-15,1 1-15 16,0-2-15-16,0 1-30 16,-2-3-52-16</inkml:trace>
  <inkml:trace contextRef="#ctx0" brushRef="#br0" timeOffset="173874.34">18223 16423 144 0,'0'0'44'0,"0"0"-7"0,0 0-14 16,0 0-6-16,0 0-4 15,0 0-6-15,0 0-1 16,0 0-3-16,0 0-2 0,0 0 1 16,0 0-1-16,0 0 2 15,22 3-2-15,-16 0-1 16,1 1 0-16,-2-1 0 15,3-1 0-15,-2 1 0 16,2-1 0-16,-3 1 0 0,1 0 0 16,-1-3-5-16,1 0-10 15,1 0-12-15,-4 0-37 16,3 0-28-16</inkml:trace>
  <inkml:trace contextRef="#ctx0" brushRef="#br0" timeOffset="174143.5">18425 16347 75 0,'0'0'32'0,"0"0"-4"16,0 0 2-16,0 0-3 15,-40 43-7-15,29-28-16 16,-2 3-3-16,4 0-4 16,-4-1-52-16,-1-3-83 15</inkml:trace>
  <inkml:trace contextRef="#ctx0" brushRef="#br0" timeOffset="175082.39">17223 16887 124 0,'0'0'1'0,"0"0"0"0,0 0-23 0,0 0-25 16,0 0 7-16,0 0 43 15,0 0 34-15,0 0-15 16,0 0-1-16,0 0 4 0,0 0-10 15,-2 0-11-15,2 0-9 16,0 0-5-16,0 0 8 16,0 0 1-16,0 0 1 15,0 0 4-15,0 0 6 16,0 0 3-16,0 0 2 0,0 0-4 16,0 0-2-16,0 0-5 15,0 0-4-15,0 0 1 16,0 0 1-16,0 0 3 15,0 0 13-15,0 0 2 16,2 0-4-16,3 1-5 16,0 2 0-16,3 0-4 0,-3 1-1 15,4 0-1-15,2 2-2 16,0-1-3-16,-1 1 1 16,3 1-1-16,0 0 0 15,1-2 1-15,-1 0-2 0,1 1 2 16,-1-3-2-16,-1 1 0 15,0 0-7-15,-1-2-23 16,-4-2-41-16,0 0-61 16</inkml:trace>
  <inkml:trace contextRef="#ctx0" brushRef="#br0" timeOffset="175601.23">17586 16805 42 0,'0'0'69'0,"0"0"-56"0,0 0-1 0,0 0 1 15,0 0 4-15,0 0 1 0,-37 26-6 16,31-17-5-16,-4-1 0 16,2 3-4-16,-1 2-2 15,0 0 0-15,0 0-1 16,-1 0 1-16,1-1-1 15,1 0 1-15,0-2 1 0,1 1 2 16,0-2-2-16,0 1 0 16,0 1-1-16,1-3 0 15,0 2 1-15,3-3-2 16,-4 2 0-16,2-2 1 16,2 1-1-16,0-2 3 15,-1 0 0-15,2-2 7 0,0 3 0 16,1-2-2-16,0 0-3 15,1 1-2-15,0-1-2 16,0 1-1-16,0-3-7 16,2 1-25-16,3-1-30 0,1-3-40 15</inkml:trace>
  <inkml:trace contextRef="#ctx0" brushRef="#br0" timeOffset="176298.97">17629 17112 31 0,'0'0'51'0,"0"0"-36"0,0 0-6 0,0 0-2 15,0 0 7-15,0 0 11 16,0 0-1-16,0 0-7 16,0 0 2-16,0 0 6 15,0 0-5-15,0 0-7 0,0 0-7 16,0 0-3-16,0 0-1 15,0 0-2-15,0 2 0 16,0 0 0-16,0 4 0 16,0 1-1-16,0 1 2 15,0 0-1-15,1 3 1 0,0 0 0 16,-1 2-1-16,1 0 1 16,0 0-1-16,1 3 0 15,-2-1 0-15,2-1-4 16,-2-2-44-16,0-5-75 15</inkml:trace>
  <inkml:trace contextRef="#ctx0" brushRef="#br0" timeOffset="178947.37">17056 15154 82 0,'-1'0'17'0,"1"0"-7"0,-1 0-7 16,1 0-1-16,0 0 3 15,0 0 1-15,0 0 6 16,0 0 16-16,-1 0 3 16,1 0-18-16,-1 0-9 15,1 0-3-15,0 0-1 0,0 0-2 16,0 0-4-16,0 0-1 15,0 1 3-15,0-1-1 16,2 0 2-16,2 0 2 16,1 0 0-16,1 0 0 15,1 0 0-15,2 0-4 0,-2 0-2 16,3 0 1-16,0 0-1 16,0 0 0-16,0 0 1 15,1 0 2-15,0-1 3 16,-4-1 1-16,4 1 0 15,-2 0 1-15,-2 0 0 0,4-1 1 16,-2 0-1-16,1 2 0 16,2-1-1-16,-1 1 1 15,0-2-1-15,-2 2 0 16,0 0 0-16,2 0 0 16,-1 0 0-16,-1 0 0 0,0 0 1 15,4 0-2-15,-2 0 2 16,-2 0-1-16,3 0 0 15,0 0 0-15,0-1 0 16,1 1 3-16,0-3-2 16,-1 3 1-16,3 0-1 15,-4-1 1-15,5 0-1 0,-1-1 0 16,1 1-1-16,1 0 1 16,2-2 0-16,-1 2 1 15,0-2 1-15,4 1-2 16,-3-1 2-16,4-1-1 15,-2 2-2-15,2-1 2 0,3 0 0 16,-2 2 0-16,0-1-1 16,2 1 0-16,1 1-1 15,1-3 2-15,-2 2-2 16,1-1 0-16,-3 0 0 16,2 0 0-16,-1-1 2 0,-2 1 2 15,0 0-2-15,2 1-1 16,0-1-1-16,0 1 1 15,1-1-1-15,1 1 0 16,1-2 0-16,1 1 0 0,-3 1 0 16,1-2 1-16,0 2-1 15,-2-1 0-15,1 2 0 16,-1-2 0-16,1 2 0 16,-2 0 2-16,2 0-2 15,1-2 0-15,-2 2 0 16,1 0 0-16,-2 0 0 0,-1-1 0 15,2-1 0-15,2 1 7 16,-2-1 0-16,0 1-2 16,0-2-3-16,2 0-2 15,-1 2 1-15,0-2-1 16,2 1 0-16,0 0 1 0,1-2-1 16,2 2 0-16,-2-1 0 15,0 1 1-15,2-3-1 16,0 1-1-16,3 1 2 15,-4-1-1-15,-2 3 0 16,3-2 0-16,0 1 0 16,-4-1 0-16,0 1 0 0,-2 1 0 15,0-1 0-15,0 0 2 16,-2 2-2-16,-4-2 0 16,-1 2 0-16,-1-1 0 15,-3 1 0-15,-4-1 0 0,0 0 0 16,-1 1 0-16,-3-2 1 15,-1 2 2-15,-1 0 3 16,-3 0-2-16,1 0-1 16,-2-1-3-16,0 1 1 15,0 0-1-15,0 0 0 0,0 0 1 16,0 0 0-16,1 0 0 16,-1 0 0-16,1 0-2 15,1 0 0-15,-1 0-1 16,2 1-10-16,-1 3-16 15,1-1-14-15,-1-1-1 16,-1 0-71-16</inkml:trace>
  <inkml:trace contextRef="#ctx0" brushRef="#br0" timeOffset="187099.46">17226 15152 20 0,'-1'0'67'0,"-1"0"-44"0,-1 0 0 0,2 0-11 0,-1 0-5 16,1 0-4-16,0 0 0 16,0 0-2-16,1 0-1 15,0 0 2-15,0-1-3 16,0 1 2-16,0 0 4 0,0 0 0 15,0 0-3-15,0 0-2 16,0 0 2-16,4 0-1 16,1-1-1-16,3 0-2 15,2 1-9-15,-1 0-1 16,0 0 1-16,2-1 3 0,1 0 2 16,1 1 4-16,0-2 2 15,2 2 1-15,0-1-1 16,2-1 0-16,1 2 1 15,1-1-1-15,0 0-1 16,1-1-4-16,0 2-7 0,0 0 4 16,-2-1 2-16,0 1 6 15,0-1 0-15,0 1 0 16,-1-2 0-16,4 2 1 16,0-1-1-16,2 0 0 15,2 0 0-15,0-2 0 0,0 2 1 16,0-1-1-16,-1 0 1 15,2 0 5-15,-1 1 4 16,0-1-3-16,2-1-3 16,0 1-3-16,0 0 0 15,1 1-1-15,1-2-1 0,0 0 0 16,0 0 1-16,0 0 1 16,3-1-1-16,3 0 0 15,1 1 0-15,4-1 1 16,1-2-1-16,4 3 0 15,1-2 0-15,0 0 0 16,0 2 0-16,-1-1 0 0,0 1 0 16,0-4 0-16,-3 4-2 15,-2-1 3-15,2 0 3 16,-3 0-1-16,-2-1-2 16,0 1 0-16,-1 0-1 15,1 0 1-15,-5 1 0 0,3-1 1 16,-6 1 6-16,0 2-2 15,0-3 0-15,-3 2-2 16,-4 1-1-16,-2 0-3 16,-3 0 0-16,-2 1 0 15,-4-2 0-15,-2 2 1 0,-1 0-2 16,0 0 2-16,-3 0-1 16,-1 0 0-16,0 0 0 15,0 0 0-15,-2 0 0 16,-1 0 0-16,0 0 0 15,-1 0-1-15,0 0 2 0,0 0 12 16,0 0-6-16,0 0-8 16,0 0-26-16,-2 0-21 15</inkml:trace>
  <inkml:trace contextRef="#ctx0" brushRef="#br0" timeOffset="188914.18">13077 14829 127 0,'-2'-2'20'0,"0"-2"10"0,2 1-12 0,-2 1-7 16,2 0-5-16,0 2-3 15,-3-2-1-15,3 2 0 0,0 0 1 16,-2 0-2-16,2 0-2 16,0 0 0-16,0 0-2 15,0 0 2-15,0 0 1 16,0 0 0-16,0 2 0 15,0 0 1-15,5 1-1 0,-3 2 0 16,2 0 0-16,3-2 0 16,-3 3 1-16,1 0-1 15,1-1 0-15,-2 2 0 16,0-1 2-16,0 0-2 16,1 2 0-16,1 0-4 0,-1-2-15 15,1 0-25-15,1 0-33 16</inkml:trace>
  <inkml:trace contextRef="#ctx0" brushRef="#br0" timeOffset="189339.66">13182 14838 244 0,'0'0'4'0,"0"0"3"0,0 0-9 15,-42 22 2-15,24-2-3 16,-3 5 6-16,-3 4-1 0,2 0-1 15,-1 1 0-15,4-3-4 16,3 0-22-16,5-8-24 16,3-8-22-16</inkml:trace>
  <inkml:trace contextRef="#ctx0" brushRef="#br0" timeOffset="189603.47">13266 14858 69 0,'0'0'1'16,"0"0"-1"-16,0 0-6 15,0 0-54-15</inkml:trace>
  <inkml:trace contextRef="#ctx0" brushRef="#br0" timeOffset="189845.42">13319 14844 154 0,'0'0'35'16,"0"0"-12"-16,0 0-21 15,0 0-5-15,0 0 4 0,0 0 1 16,0 0 0-16,20 33-2 15,-10-23 2-15,3 1 1 16,3 0-2-16,0 1-6 16,3-2-22-16,-2-5-40 15</inkml:trace>
  <inkml:trace contextRef="#ctx0" brushRef="#br0" timeOffset="190109.4">13634 14834 237 0,'0'0'7'16,"0"0"18"-16,0 0-25 16,0 0-3-16,0 0 2 0,0 0 0 15,0 0 1-15,0 0 1 16,29 26 0-16,-18-20 1 15,1 2-1-15,-4 0 0 16,3-2-1-16,-4 1-2 16,3 2-13-16,0-4-10 0,-5-2-37 15,3-2-27-15</inkml:trace>
  <inkml:trace contextRef="#ctx0" brushRef="#br0" timeOffset="190279.46">13755 14861 146 0,'0'0'25'0,"0"0"15"0,-41-20-9 16,26 17-11-16,-5 2-2 16,4 1 1-16,-2 0-9 15,2 7-9-15,3 7-1 16,2-1 2-16,3 7-2 0,2-2-10 16,2 2-28-16,4-3-17 15,0-4-55-15</inkml:trace>
  <inkml:trace contextRef="#ctx0" brushRef="#br0" timeOffset="190499.91">13855 14898 247 0,'0'0'-3'0,"0"0"1"0,0 0 2 15,40 0 0-15,-23 0 1 16,1 3-1-16,3 0 1 16,4 1 0-16,-2 0-1 15,4-1-3-15,-3 1-25 0,0-3-21 16,-4-1-64-16</inkml:trace>
  <inkml:trace contextRef="#ctx0" brushRef="#br0" timeOffset="190663.12">14124 14851 136 0,'0'0'42'0,"0"0"18"0,-50-8-27 15,35 8-15-15,-1 4-16 16,-4 9-2-16,4 4 1 16,0 1 0-16,5 5-4 15,0-2-23-15,4-2-13 0,5-5-44 16</inkml:trace>
  <inkml:trace contextRef="#ctx0" brushRef="#br0" timeOffset="190877.33">14211 14826 228 0,'0'0'-12'0,"0"0"13"0,0 0 0 16,0 0-1-16,44 21 0 16,-31-14 1-16,4 0-2 15,3 0-3-15,-3 0-34 16,1-1-17-16,-2-3-26 16</inkml:trace>
  <inkml:trace contextRef="#ctx0" brushRef="#br0" timeOffset="191069.47">14461 14798 214 0,'0'0'3'0,"0"0"22"16,0 0-16-16,0 0-8 16,0 0-1-16,-43 18 0 15,32 0 1-15,-1 6 0 16,0 2 0-16,3 2-1 15,0-1-13-15,-2-1-36 0,6-5-11 16</inkml:trace>
  <inkml:trace contextRef="#ctx0" brushRef="#br0" timeOffset="191247.41">14418 14851 180 0,'0'0'52'0,"0"0"-43"16,0 0 1-16,0 0-9 0,0 0-3 16,0 0 4-16,0 0-2 15,0 0-16-15,12 33-42 16,-2-25-53-16</inkml:trace>
  <inkml:trace contextRef="#ctx0" brushRef="#br0" timeOffset="191782.29">15176 14833 37 0,'0'0'13'0,"42"0"21"15,-19 0-9-15,2-3-5 0,2 0-8 16,0-1-2-16,4 1 0 16,-2-1 3-16,2 2-1 15,1-1 0-15,5-1-5 16,-3 1 1-16,2 3-4 15,1-3 1-15,-3 2-2 16,1-1-1-16,-3 1 0 0,0 1 0 16,-1-1-2-16,0 1 1 15,-1-1 1-15,-2 1-1 16,1 0 0-16,-3 0-1 16,-1 0 0-16,-5 0-2 15,-2 0-34-15,-4 0-33 0</inkml:trace>
  <inkml:trace contextRef="#ctx0" brushRef="#br0" timeOffset="191923.35">15952 14729 218 0,'0'0'-13'0,"0"0"-6"16,0 0 16-16,38 31-76 15</inkml:trace>
  <inkml:trace contextRef="#ctx0" brushRef="#br0" timeOffset="193503.35">13714 15384 39 0,'0'-2'56'0,"0"1"-47"0,3-1-1 0,-3 2-7 0,0-1-3 16,0 1-7-16,0 0-4 15,0 0 5-15,0 0 8 16,0 0 4-16,0 0 5 0,0 0 6 16,0 0-5-16,0 0-9 15,0 4 0-15,0 5 1 16,0 1-2-16,0 5 1 15,0 2 0-15,0 2 0 16,0 5 1-16,0 0 2 16,0 3 1-16,-3 2-1 0,0-1-1 15,2 6-2-15,-1 0 0 16,1 2 0-16,1 2-1 16,0 2 1-16,0 4 0 15,0 0-1-15,0 1 1 0,0 2-2 16,0 0-2-16,0 0-3 15,0-3 0-15,0 1 1 16,-1-6 4-16,1-5 1 16,0-4 0-16,0-5 1 15,0-1-2-15,5-4 2 0,3-1-1 16,-4-2 0-16,3-2 0 16,-2 1 0-16,1-5 0 15,-1 0 3-15,0-2-3 16,-1-2 0-16,0-1 1 15,-2 0 0-15,0-2 1 16,-1-3 0-16,0 1 2 0,-1-1 2 16,0 2-2-16,0-2-2 15,0 2-1-15,0 0-1 16,-1-1-4-16,-6-2-61 16</inkml:trace>
  <inkml:trace contextRef="#ctx0" brushRef="#br0" timeOffset="194214.29">13616 16468 56 0,'0'0'4'0,"0"0"8"0,0 0-5 15,0 0 0-15,0 0-4 16,0 0-2-16,0 0 1 0,0 0-2 16,0 0 2-16,0 0-1 15,0 0 0-15,43 31 0 16,-38-24-1-16,3-2 4 15,-1 2 1-15,2-1 0 16,-1 1-1-16,1 0 0 0,0-1 0 16,-2-2-2-16,2 0 1 15,-4-1-1-15,-1-3 7 16,0 0 4-16,-2 0 2 16,-1 0 13-16,-1 0 5 15,2 0-7-15,-1-1-13 0,1-9-6 16,2 0-4-16,0-4-2 15,1-4-1-15,5-4-3 16,2-3-20-16,3-5-41 16,3-5-40-16</inkml:trace>
  <inkml:trace contextRef="#ctx0" brushRef="#br0" timeOffset="197353.92">13189 14566 21 0,'0'0'25'0,"0"0"-4"0,0 0-9 0,0 0 3 16,0 0 0-16,0 0 0 16,0 0-5-16,-40-2-5 0,32 2-3 15,-1 0-2-15,-1 0 0 16,-1 0 0-16,1 0 0 16,-1 0 0-16,1 0 0 15,-2 0-1-15,3 2 1 16,-3 1 1-16,2-2-1 0,1 1 0 15,1-1 0-15,3-1 0 16,-4 1 0-16,4-1 0 16,-3 3 19-16,1 1-14 15,-5-1-5-15,1 3 1 16,-1 0 0-16,-3 2-1 16,2-1-1-16,-3 0 0 0,3 1 1 15,-3 0 0-15,1 0 1 16,-1 1 3-16,1-1 1 15,-5 2 2-15,6 0 3 16,-4 0-1-16,3 2-6 0,-1 0-1 16,1 0-2-16,1-1 0 15,3 0 2-15,1 0-1 16,-1 0-1-16,5-1 1 16,-2-2-2-16,2 2 2 15,2-1-1-15,0-1 1 0,1-1 0 16,1 1-1-16,0 1 0 15,0-1 0-15,0 0 0 16,1 2 1-16,1-1-1 16,0 1-1-16,0-1 0 15,0 0 1-15,3-1 0 0,3 2-1 16,0-2 1-16,2 2 0 16,-3-1 0-16,3 0 2 15,-4 1-2-15,3 1 0 16,0-1 1-16,0 1-1 15,-1 1 0-15,3-1 0 0,-1 1 0 16,0-1 0-16,1-2 0 16,0 0 0-16,2 0 0 15,-2 0-1-15,0-1 1 16,2 1 1-16,0-1-1 16,0 1 0-16,3 1 0 15,-1-1 0-15,3-3-1 0,-1 1-1 16,2 2 0-16,2-4 0 15,-1 0 2-15,-1 0 0 16,0-2-1-16,1 2 1 16,-1 0 1-16,0-1 1 15,-2-1-2-15,2 3 1 0,-1-1-1 16,2 0 1-16,-1-1-1 16,-1 2 0-16,5-1 0 15,-4 1 0-15,6 1 0 16,-2-1 0-16,2 1-1 15,2 1 1-15,2-2 0 16,2 0 0-16,-2 1 0 0,4 0 0 16,0-1-3-16,1-2 3 15,1 0-1-15,-2-1 1 16,5 0 0-16,-3-3 0 16,6 0 0-16,1 0-1 0,2 0 1 15,1-1 0-15,0-4 4 16,1 1-2-16,1 0 2 15,-3-2 0-15,1 0 1 16,0 1-2-16,2-2-2 16,-3 1-1-16,2-1 1 0,-3-3-1 15,1 3 0-15,-5-4 0 16,0-1 0-16,-1 2 0 16,-2-2 1-16,-1 0 2 15,-2-4 5-15,-2 2 0 16,-2-3-4-16,-5 0 0 0,0-3-2 15,-3-1-2-15,-2-2 1 16,-1-1 1-16,-5-1-1 16,-4-1-1-16,2-1 2 15,-5 0 0-15,1 0 0 16,-1-1 0-16,-2-1-1 16,0 2 0-16,-1-1-1 0,-1-1 0 15,0 1 0-15,0 1-1 16,-5-2 1-16,-3 2 0 15,-4 1 3-15,1 0-5 16,-4 3 2-16,-2 2 0 0,-1 1-2 16,-3 2 4-16,0 2-3 15,-2 3 1-15,0 0 0 16,2 2 0-16,-3 1-1 16,3 2 0-16,-1-1 1 15,-1 3 1-15,1 1-1 0,1-1 1 16,0 2 0-16,-2 1-1 15,-2 2 0-15,-1-1 0 16,0 2 0-16,-3 0 0 16,-2 0-1-16,1 0 2 15,-1 2-1-15,-2 0 0 16,3 1-1-16,-3 0 1 0,1 0 0 16,1 1-1-16,-3-1 0 15,1 1 1-15,1 0 0 16,-3 2-5-16,3 0 11 15,-1-2-6-15,1 2 1 16,3 1-1-16,1-1 1 16,3-1-1-16,3 1 0 0,-1-2 2 15,-1 2-2-15,3-2 1 16,0 1-1-16,2-1 0 16,-2-2 1-16,3 1-1 15,1 0 1-15,4 0 1 16,-1-1 0-16,4-1 0 0,3 0 0 15,1-1 1-15,3 3-3 16,1-1 0-16,-1-1-3 16,3 3-10-16,0-1-31 15,0-3-49-15</inkml:trace>
  <inkml:trace contextRef="#ctx0" brushRef="#br0" timeOffset="198472.3">13478 14221 27 0,'2'0'35'0,"-2"0"-22"0,0 0-2 0,0 0 0 15,0 0 4-15,0 0-1 16,0 0-2-16,0 0-3 0,0 0-2 15,0 0-2-15,0 0-3 16,0 0-2-16,0 0 0 16,2 0 0-16,0 0 0 15,-2 0 0-15,2 2-1 0,-1 0 0 16,1-1 1-16,2 2 0 16,-2 1 0-16,0-1 0 15,0 0-1-15,2 1 1 16,0-2 0-16,-4 1 0 15,2 1 0-15,0-1 0 16,0-2 0-16,-1 0 0 0,1-1 1 16,2 0 1-16,2 0 2 15,-2-1 5-15,6-5 4 16,-1-3 0-16,0 0 3 16,3-4-1-16,1 0-2 15,4-1-1-15,1-1-1 0,0-1 0 16,5 0-3-16,0 1-4 15,4-1-3-15,3 3 0 16,3-1-2-16,-2 1-21 16,0-4-65-16</inkml:trace>
  <inkml:trace contextRef="#ctx0" brushRef="#br0" timeOffset="200912.44">17596 16797 103 0,'0'-3'0'0,"0"0"1"0,0 2-1 0,-2-1 2 16,2-1 1-16,-2 1 15 15,0 0 5-15,1 0 7 16,0 0-12-16,1 0-15 0,-1 1-3 16,0-3-3-16,-1 4-7 15,1-2 1-15,-1 1 6 16,-2-2 2-16,0 2 3 16,2-1 6-16,1 0 5 15,-6 0-2-15,4-1-6 16,-1 1-4-16,0-1 0 0,-2 0-1 15,1 0 0-15,-4-3-1 16,2 3 2-16,-1-1-1 16,1 0 0-16,-1 0 2 15,0-1-1-15,2 1 3 16,-3 0-2-16,1-3-1 0,-2 4-2 16,-1-1 1-16,-2 1-1 15,0 1 0-15,-2-2-1 16,-2 4-2-16,0 0 2 15,-1 0 1-15,-1 0 2 16,0 0-1-16,0 0 0 0,1 4 1 16,4 2 0-16,-2 0-1 15,1 0 0-15,1 1-1 16,3 1 1-16,0-1 1 16,0 3-1-16,2 0 1 15,1 1 3-15,-1 1-2 16,3 2 2-16,-2 1 2 0,1 1-2 15,-3 3-3-15,4-1 0 16,-2 2 0-16,3 1 0 16,-2 0-1-16,2 0 1 15,1-1-1-15,0-1 1 0,2 1 3 16,0 1-3-16,1-2 2 16,-1-1 1-16,2 1-1 15,0-1 2-15,0 2-1 16,0 0-2-16,0 0 3 15,0 3-4-15,3-1 1 0,0 1 0 16,2-2-1-16,0 1 0 16,2 0 0-16,-1-2 0 15,2 2 1-15,1-2 1 16,3 0 1-16,-1-1 1 16,3 3 1-16,-1-1-3 0,3-1-1 15,-1 4-1-15,4 0-1 16,0-1 1-16,-1 0-1 15,3-1 1-15,-1-2-1 16,2-1 0-16,-1-1 1 16,0-2-1-16,0-1 2 15,3-3-2-15,-2-1 1 0,-1-5-1 16,3-1-1-16,-1-2 4 16,-2 0-2-16,2-3 0 15,-3 0 2-15,0 0 1 16,0 0 4-16,1-7-3 15,-3 0-1-15,2-2-3 0,0-2 0 16,-4 1 0-16,2-1 0 16,-1-1-1-16,1-2 1 15,-3 3 1-15,0-4 0 16,0 2-1-16,1 0 0 16,-1-2-1-16,-2 1 1 0,-1 0-1 15,-2 0 0-15,2-2 0 16,-6 1 1-16,1-1 8 15,1-3 3-15,0 1-5 16,-3-3-5-16,1-2-2 16,-2 2 0-16,1-3 2 15,0 2-2-15,-3 1 0 0,-2 1-2 16,0-1 1-16,0 2 2 16,0-2 1-16,0 3-1 15,0-3 0-15,0 2 1 16,0-1 1-16,-4 0-2 0,-2 0-1 15,0 0-1-15,-4 2-3 16,-3-2 5-16,-1 0 0 16,-3 0 1-16,-1 0-1 15,-1 0 1-15,-1 3-2 16,-3 0 0-16,-1 0-1 0,0 4-1 16,-2 1-15-16,0 2-15 15,-6 0-18-15,-4 0-75 16</inkml:trace>
  <inkml:trace contextRef="#ctx0" brushRef="#br0" timeOffset="202640.19">13274 17112 125 0,'0'0'15'0,"0"-1"20"0,-4-1 0 0,4 1-11 0,-2 1-9 16,2 0-8-16,0 0 2 15,0 0-5-15,0 0-4 16,0 0-1-16,6 7 1 0,0 2 1 15,6 0-1-15,1 3 1 16,2 1 0-16,2 1-1 16,3 0 1-16,-2 0 1 15,2 1-2-15,0 0 0 16,-2-2 0-16,-1-2-13 0,-3-4-25 16,-2-1-45-16</inkml:trace>
  <inkml:trace contextRef="#ctx0" brushRef="#br0" timeOffset="202888.97">13428 17129 128 0,'0'0'16'0,"0"0"3"0,0 0 14 15,-40 0-13-15,27 13-11 16,1 3-3-16,-2 6-1 16,-1 4-3-16,0 5-1 15,-1 2 0-15,1 1-1 0,1-1 1 16,3-2-8-16,3-7-44 16,2-5-57-16</inkml:trace>
  <inkml:trace contextRef="#ctx0" brushRef="#br0" timeOffset="203173.46">13634 17174 166 0,'0'0'129'16,"0"0"-133"-16,0 0 3 15,35 14 1-15,-18-7 0 0,-2 2 1 16,1 0-1-16,2 4 0 16,2 1 1-16,-3-3-2 15,2 4-6-15,1-3-11 16,-3-2-10-16,-1-1-63 15</inkml:trace>
  <inkml:trace contextRef="#ctx0" brushRef="#br0" timeOffset="203393.41">13805 17180 261 0,'0'0'3'16,"0"0"1"-16,-37 3-2 16,24 9-2-16,-1 6 0 0,-1 9-1 15,-1 2-1-15,2 2-1 16,4 1-6-16,0 1-3 16,1-7-10-16,5-4-50 15</inkml:trace>
  <inkml:trace contextRef="#ctx0" brushRef="#br0" timeOffset="203693.71">14069 17208 40 0,'0'0'257'0,"0"0"-255"0,0 0-2 15,0 0-1-15,39-2 1 16,-24 8-4-16,1 2 4 16,2 2 1-16,-1 0-1 15,4 1 0-15,0-1 0 16,0-1-6-16,1 4-17 0,2-5-11 15,-2 0-30-15,-5-6-59 16</inkml:trace>
  <inkml:trace contextRef="#ctx0" brushRef="#br0" timeOffset="203895.58">14255 17210 253 0,'0'0'3'0,"0"0"5"16,-39 5-7-16,27 10-1 16,0 4-1-16,-1 5-2 15,0 4-1-15,2 3 0 16,-3 3-2-16,3-2-4 16,3-2-19-16,2-8-39 15</inkml:trace>
  <inkml:trace contextRef="#ctx0" brushRef="#br0" timeOffset="204177.37">14512 17190 139 0,'0'0'47'16,"0"0"-43"-16,0 0 20 16,41 16-2-16,-28-6-8 15,3 1-9-15,-1 2-3 16,2-2 0-16,0 1 0 16,3 2-1-16,-3-1-1 0,1-2 0 15,1-1-9-15,-2-3-16 16,0-3-38-16,-4-4-55 15</inkml:trace>
  <inkml:trace contextRef="#ctx0" brushRef="#br0" timeOffset="204376">14762 17220 241 0,'0'0'3'0,"0"0"17"16,0 0-4-16,0 0-11 15,-42 4-4-15,34 12-1 0,1 3 0 16,-3 7 0-16,0 3 2 16,3 0-2-16,-2 3 0 15,4 2-5-15,-1-3-10 16,1-1-27-16,-2-6-61 16</inkml:trace>
  <inkml:trace contextRef="#ctx0" brushRef="#br0" timeOffset="205693.29">14778 16774 108 0,'0'0'5'0,"-69"-45"2"0,33 22 8 15,2 2 15-15,-5 1-29 0,1 1 0 16,-2-2 0-16,-4 4 4 15,2 1 8-15,-1 1 1 16,-1-1 9-16,4 3-9 16,-3 2-7-16,1 1 0 15,0 1-2-15,-4 0 0 0,1 2-1 16,-1 2-2-16,-2 0-1 16,2 3 0-16,-1-1-1 15,-1 3 1-15,-4 0-1 16,1 0 0-16,-1 7 0 15,-4 4-1-15,2 1 0 0,-1 2 2 16,1 2-1-16,0 2 0 16,-2 1 0-16,3 1-1 15,0 1 1-15,1 0 0 16,5 2 0-16,-2-1-1 16,4 2 1-16,0 1 1 0,3-1-1 15,-1 2 1-15,3 1-1 16,2 0 3-16,2 3 1 15,3 1-1-15,4 4-2 16,2-2 1-16,3 2-1 16,5 1 0-16,0 3-1 0,5 0 1 15,1 1 0-15,4 4 1 16,0 2-2-16,4 2 1 16,3 0-1-16,2 0 0 15,0 1 0-15,0-1 1 16,8 0-1-16,7-1 0 15,4 1 0-15,1-1-4 0,7-3 4 16,3-1 0-16,5-2-1 16,5-1 0-16,5-3 1 15,2-3 0-15,5 0 0 16,2-2 0-16,2 0 1 16,2-1 0-16,1-2-1 0,2-3 2 15,1 0-2-15,4-3 1 16,3-2-1-16,4-4 0 15,2 0 0-15,0-3 0 16,4-4 0-16,-2-3 0 16,2-2 1-16,-3-4-1 0,2-1 1 15,-3 0-1-15,4-4 0 16,-1-6 1-16,-1-3-1 16,0-4 1-16,-4-6 1 15,-1-2 4-15,-2-4 6 0,-1-6-3 16,-4-1-7-16,0-4-1 15,-2-1 0-15,-3 0-1 16,-4-6 0-16,-1-2 1 16,-3-4-1-16,-6-4 3 15,-2 0-3-15,-6-4 0 16,-1-1 0-16,-10-1 0 0,-2 1 0 16,-7-1 0-16,-7 2 0 15,-5 4 0-15,-6 2 3 16,0 2 5-16,-11 3 4 15,-7 2 1-15,-6 0-2 16,-2 3-5-16,-6 1-2 0,-8 1 0 16,-2 5-4-16,-6 1 0 15,-3 4-2-15,-7 3-1 16,-5 3 1-16,-5 3 0 16,-5 6-4-16,-5 4 6 0,-5 5-8 15,-4 6-4-15,-3 3 0 16,1 6-10-16,-7 10-20 15,-4 5-30-15,-4 0-119 16</inkml:trace>
  <inkml:trace contextRef="#ctx0" brushRef="#br0" timeOffset="207677.39">17677 17175 149 0,'0'-1'16'0,"0"0"11"0,-2 1-5 0,-2 0-10 15,2 0-4-15,-1 0-4 16,1 1-2-16,-3 5-1 16,1 1 2-16,2 2 1 15,1 3 1-15,-1 3-2 0,2 2-1 16,0 1 2-16,0 4-2 16,0-1-1-16,0 3-1 15,0 0 1-15,0-1-1 16,0-3 1-16,0 0-1 15,0-3 1-15,0-4 0 16,0-3-1-16,0-4 0 0,0-1 0 16,0-5 1-16,0 0 3 15,0 0 6-15,0 0 8 16,0 0-11-16,-4-3 0 16,2-1-7-16,0 0-1 15,2 1-6-15,-1 0-13 0,1 0-18 16,0 0-46-16,0-4-70 15</inkml:trace>
  <inkml:trace contextRef="#ctx0" brushRef="#br0" timeOffset="208503.48">18408 16940 172 0,'0'0'2'0,"0"0"1"0,0 0 3 0,0 0-5 0,0 0-1 16,0 0 0-16,0 0 0 0,0 0 1 16,-40 0 1-16,33 0 9 15,0 0-3-15,0 0-2 16,1 0-5-16,-5 0-1 15,4 3 0-15,-4 0 0 16,1 0 0-16,0 0 0 0,3 1 0 16,-3 0 0-16,1-1 0 15,3 1 1-15,0 2-1 16,1 0 0-16,2 1 0 16,2 0-1-16,-2 1 1 15,3 2 0-15,0-1 0 0,0 6 0 16,6-1-1-16,2 4 2 15,-1 0 0-15,2 5-1 16,2 4 0-16,-2 0 0 16,0 1 1-16,2 2-1 15,-6 0 0-15,1 1-1 0,-2 0 2 16,-4 2-1-16,0 1 1 16,0 0-1-16,-2 0 1 15,-4 1 0-15,1-3 2 16,1-1 0-16,0 1 4 15,0-4 1-15,3 0 0 16,1-2-2-16,0-3-1 0,5-1-2 16,4-6-2-16,7 1 1 15,5-5-2-15,8-5 0 16,3-5-7-16,8-2-60 16</inkml:trace>
  <inkml:trace contextRef="#ctx0" brushRef="#br0" timeOffset="209044.55">19908 16865 110 0,'0'0'6'0,"0"0"8"0,0 0-6 16,0 0-4-16,0 0 5 0,0 0 7 15,0 0 0-15,0 0-7 16,0 0 1-16,0 0 6 16,0 0-6-16,0 0-4 15,26 3-4-15,-12 3-1 16,-1 1-1-16,3 4 0 0,-1 2 0 15,-1 4 1 1,-1 6-1-16,1 2 0 0,-3 5 0 16,-5 4 1-16,-2 2 1 15,-1 5 2-15,-3 0 0 16,0 4-1-16,-6 1-1 16,-1 1-1-16,-4-2 0 0,-3-2-1 15,-1-5-3-15,3-9-38 16,0-14-142-16</inkml:trace>
  <inkml:trace contextRef="#ctx0" brushRef="#br0" timeOffset="210496.09">21448 15684 29 0,'2'0'6'0,"-2"2"11"0,1-2-3 0,-1 0-5 15,2 2 4-15,-2-2-1 16,1 0 5-16,0 0 4 0,1 0 1 16,2 0 0-16,-1 0-13 15,1 0-7-15,2 1 0 16,2-1-2-16,1 2 0 16,1 0 1-16,6 0-1 15,-1-1 0-15,7 1 0 16,2-2 0-16,3 0 0 0,2 0 2 15,4 0-4-15,-1-3-5 16,2-3-17-16,2 3 7 16,2-4 5-16,-3 2 6 15,3-1 5-15,0 0 1 16,-1-1 1-16,1 1 5 0,3-2 5 16,3 1-3-16,3 1-1 15,0 0-3-15,5-2 1 16,1 1-3-16,4-2-2 15,0 1 1-15,5 0-1 16,0 1 1-16,3-2-1 16,4 2 0-16,0-1 1 0,2-2-1 15,5 2 0-15,-4-1 0 16,1-2 0-16,3 2 0 16,-3-2 1-16,2 1-1 15,-1-1 0-15,1 1-1 0,2-2 1 16,0 3 1-16,1-1-1 15,-1 1 0-15,-3-1 1 16,-2 0 3-16,-4 2 6 16,0 1 0-16,-4-1 2 15,-3 1 1-15,-1 0-1 0,-4 3-2 16,-1-2-4-16,-5 1-2 16,-3 0-2-16,-4 3-1 15,-4-1 1-15,-6 0-2 16,-3 2 0-16,-6-1 0 15,-6 2 0-15,-4 0 0 0,-5 0 0 16,-5 0 0-16,-3 0-2 16,-1 0-9-16,-2 0-11 15,-9 2 15-15,-2 0-50 16,-5-1-25-16</inkml:trace>
  <inkml:trace contextRef="#ctx0" brushRef="#br0" timeOffset="212438.13">22458 16643 125 0,'-1'0'8'0,"1"0"24"0,0 0-13 0,0 0-12 15,0 0-3-15,0 0-3 16,0 0 1-16,0 0 17 16,2 5-4-16,4 1 2 15,-1-1-2-15,1 2-4 0,3 2-3 16,2-1-1-16,0 2-4 16,-1-1-2-16,4 1 0 15,0 0 1-15,2-2-4 16,1-1-2-16,-3 0-17 15,-1-4-33-15,-2-3-58 0</inkml:trace>
  <inkml:trace contextRef="#ctx0" brushRef="#br0" timeOffset="212751.31">22691 16652 141 0,'0'0'31'0,"0"0"2"15,0 0-1-15,0 0-14 0,0 0-4 16,0 0-7-16,0 0-4 16,0 0-2-16,0 0 0 15,-17 28 0-15,9-13 0 16,3 3-1-16,-1-1 0 15,1 4 1-15,0-2-1 0,-1 4 0 16,1-1 1-16,1 0-1 16,-2 0 0-16,1 1 0 15,-1 0-5-15,2-3-23 16,1-2-39-16,2-7-37 16</inkml:trace>
  <inkml:trace contextRef="#ctx0" brushRef="#br0" timeOffset="213050">22834 16764 175 0,'0'0'2'0,"0"0"-1"16,37-7 8-16,-21 2 6 0,2 2-1 16,-1-2-6-16,1 1-6 15,1 0-1-15,-1 1-1 16,0-3-54-16,-5-2-108 15</inkml:trace>
  <inkml:trace contextRef="#ctx0" brushRef="#br0" timeOffset="213655.63">23113 16615 178 0,'0'0'-2'0,"0"0"9"15,0 0 6-15,0 0 14 16,0 0 2-16,0 0-16 16,0 0-11-16,0 0-4 15,4-13 3-15,-2 19 1 0,0 1 0 16,3 3-1-16,-1-1 2 16,2-2-2-16,3 0-1 15,-1-1 1-15,1-1-2 16,3-2 2-16,-1 0-2 15,1-3 1-15,-2 0-4 0,1 0 1 16,-2 0 2-16,2-3-1 16,-3-4 3-16,0 0-1 15,-1-1 0-15,-2-1 1 16,-2 0 0-16,-1 2 0 16,-1 0 2-16,-1 1 2 15,0-1-1-15,0 3-1 0,0 1 1 16,-1-1-1-16,0 4-1 15,1-1 2-15,0 1-4 16,0 0 1-16,0 0-2 16,0 0-2-16,0 1 1 15,0 7 1-15,-1 2 0 0,0 2 1 16,1-1 1-16,0 4 1 16,0 0 0-16,0 2 1 15,0-3-2-15,1 2 2 16,2 2-1-16,3-1-1 15,-3-2 0-15,1 1-1 0,0-1 1 16,0-1 0-16,0-3-1 16,-3 1 0-16,0-2 0 15,-1-2 0-15,0-1 0 16,0 0 0-16,-1-1 0 0,-6 0-1 16,-1-3-11-16,-2-3-31 15,-2 0-88-15</inkml:trace>
  <inkml:trace contextRef="#ctx0" brushRef="#br0" timeOffset="214231.76">23153 16438 74 0,'0'0'5'0,"0"0"7"0,0 0 7 0,0 0 8 16,0 0 1-16,0 0 0 15,0 0 1-15,0 0-11 16,0 0-8-16,0 0-6 16,0 0 1-16,0 0 3 0,0-2-6 15,0 0-1-15,0 2-1 16,0-1 1-16,0-1-1 16,0 0 1-16,0-1 3 15,2 2-2-15,-2-2 1 0,0 0 0 16,0-1-1-16,0 0 1 15,1-1-3-15,0 0 1 16,0-1 0-16,-1 1-1 16,2-1 1-16,-1-1-1 15,1 2 0-15,1-2 0 0,-1 0 1 16,-1 3-2-16,0 1 2 16,1 0 3-16,-2 2 1 15,1 1-2-15,1 0-3 16,1 0 0-16,1 1-1 15,1 5 1-15,3 2 0 16,0 2 0-16,1 0-1 0,1 1-3 16,-1-2-13-16,2 1-10 15,-2-4-43-15</inkml:trace>
  <inkml:trace contextRef="#ctx0" brushRef="#br0" timeOffset="-209636.75">22404 16693 19 0,'-2'2'22'0,"-1"-1"3"0,1 0-2 0,-4 2 0 0,1 2 1 15,0 0-14-15,0 2-6 16,1 1 3-16,0 1 4 16,-1 3 5-16,2-1-4 15,1 2 3-15,1 5 1 0,-1 1-3 16,0 4-4-16,2 5-4 15,0 4-3-15,2 0 0 16,5 2-1-16,7 0-1 16,2-4-2-16,6-3-29 15,2-7-28-15,0-8-71 0</inkml:trace>
  <inkml:trace contextRef="#ctx0" brushRef="#br0" timeOffset="-209053.21">23399 16681 58 0,'0'0'15'0,"0"0"12"0,0 0-3 0,0 0-4 16,11 48-3-16,-7-34 2 16,1-1-3-16,-2 1-4 0,3 6-1 15,-1-3 1-15,3 1-6 16,0 4-2-16,2-1-3 16,1 2 0-16,-3 1 0 15,3-1-2-15,-1-1 2 16,-4 1-2-16,-2-4-10 0,-2-1-21 15,-2-4-26-15,-3-5-82 16</inkml:trace>
  <inkml:trace contextRef="#ctx0" brushRef="#br0" timeOffset="-208519.44">23422 16490 71 0,'0'0'6'0,"0"0"-4"0,0 0-2 0,0 0 2 16,0 0-5-16,0 0-9 0,0 0-29 15</inkml:trace>
  <inkml:trace contextRef="#ctx0" brushRef="#br0" timeOffset="-208213.17">23422 16490 27 0,'-19'37'32'15,"19"-37"-4"-15,0 0-3 0,0 0-5 16,0 0-13-16,2-3-2 16,3-1 3-16,1 1-3 15,-1-1-3-15,0 1 0 16,1 0 0-16,-1 1-2 16,1 1 2-16,-2-1-2 0,2 2 0 15,0 0 0-15,-3 0 0 16,1 0 0-16,0 0 1 15,-1 0 0-15,-1 3 3 16,0-1-2-16,1 1 1 16,-3-2 1-16,0 0 7 0,1-1 22 15,0 0 1-15,1 0-13 16,3 0-12-16,6 0-14 16,5-6 8-16,4-3-9 15,4-2-38-15,1-2-63 16</inkml:trace>
  <inkml:trace contextRef="#ctx0" brushRef="#br0" timeOffset="-207437.32">22814 17401 60 0,'0'0'55'0,"0"0"-53"0,0 0 0 0,0 0-2 0,43-7 0 16,-30 3 1-16,-2-1-1 16,3-1 0-16,-1 1 1 15,2-2 1-15,2 1 7 16,4-4 1-16,0 1-2 15,5-1-4-15,1 0-4 0,0-1 1 16,2-1-1-16,-3 1 2 16,0 3-1-16,-4-2 2 15,-1 3 1-15,-3 0 7 16,-3 1-3-16,0 1-5 16,-4 1-2-16,-4 3 0 0,-1-2-1 15,-4 3-3-15,-2 0-29 16,0 0-5-16,-5 6 22 15,-7 3-20-15</inkml:trace>
  <inkml:trace contextRef="#ctx0" brushRef="#br0" timeOffset="-207008.48">22970 17442 157 0,'0'0'1'0,"0"0"0"16,0 0 0-16,0 0 4 15,0 0-3-15,0 0 2 16,46-13-3-16,-29 7 1 0,2-1 1 16,1 2 5-16,-1-3 0 15,1 1 3-15,0 1 0 16,2-2 1-16,0 0-5 15,0-1-4-15,-1-1-1 16,1 3 0-16,-2 0 0 0,-2 1 2 16,-3 0-2-16,-3 2 0 15,-4 1-1-15,-1 1 0 16,-5 2-1-16,0 0 0 16,1 0 0-16,-3 0 0 15,0 0 0-15,0 0-1 0,0 0 3 16,0 0-1-16,0 0-1 15,0 0 0-15,0 0-3 16,1 0-2-16,0 0-3 16,0 0-3-16,3 0-24 15,-3-3-4-15,3 1 0 16</inkml:trace>
  <inkml:trace contextRef="#ctx0" brushRef="#br0" timeOffset="-188260.37">20502 11839 67 0,'0'0'22'0,"0"0"-7"0,0 0 6 0,0 0-6 0,0 0-2 16,0 0-5-16,0 0-1 15,0 0 2-15,0 0-1 16,0 0-5-16,0 0-1 16,-11-16 1-16,11 16-4 15,0 0 0-15,0 0-1 0,0 0 1 16,0 0 1-16,0 5 0 15,0-1 0-15,5 1 0 16,-1 1-1-16,-1-2 2 16,1 2-2-16,2-2 1 15,-3 1 0-15,1-1 0 0,3 0 0 16,-2-1-1-16,-1-2 1 16,2 1 0-16,-2-2 1 15,4 0 0-15,-1 0 2 16,1 0-1-16,3-5 1 15,3-4-1-15,1-1 0 16,5-3-1-16,3-4 0 0,2 0 0 16,6-5 1-16,-2-2 1 15,7-1 1-15,-2-2 1 16,1-2 3-16,-3 2-1 16,1-1 1-16,-2 2 2 15,0-1-1-15,-4 3 3 0,1 3-3 16,-1 0-1-16,-2 2-3 15,-2 5 1-15,0 0-3 16,-1 1-2-16,-4 6 0 16,-2 1 0-16,-3 1-3 15,-8-2-45-15,-5-8-172 0</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6:30:41.872"/>
    </inkml:context>
    <inkml:brush xml:id="br0">
      <inkml:brushProperty name="width" value="0.05292" units="cm"/>
      <inkml:brushProperty name="height" value="0.05292" units="cm"/>
      <inkml:brushProperty name="color" value="#FF0000"/>
    </inkml:brush>
  </inkml:definitions>
  <inkml:trace contextRef="#ctx0" brushRef="#br0">2725 4166 33 0,'0'0'26'0,"0"-2"-19"0,0 2 4 15,0 0 0-15,-2 0-8 16,-1-2 8-16,-4 1-5 0,1-2-1 15,-1 0 10-15,1 2-7 16,-2-1 2-16,2-1-4 16,-1 2 0-16,1 1-3 15,-2-2-3-15,2 2 1 16,-2 0 0-16,1 0-5 0,0 3 6 16,-5 5-1-16,4-1-2 15,-3 4 5-15,1-1-4 16,0 3 0-16,-1-2 0 15,3 3 0-15,0-1 0 16,-1 3 0-16,-1 1 0 16,2 0 0-16,1 0 0 0,-3 3 0 15,2 0 0-15,-1 1 0 16,1 2 1-16,1 1-2 16,-4 4 1-16,4-1 0 15,0 0 0-15,1 3 0 16,-2-3 0-16,2-1 0 0,4-2 1 15,-2-3 0-15,3 2-2 16,1-5 1-16,0 2-1 16,0 0 2-16,0-2-2 15,0 0 2-15,5 3-1 16,1-1-1-16,-1 1 1 0,4-1 1 16,0 1-2-16,0 2 1 15,2-2 0-15,2 2 1 16,0-2-1-16,3-1-1 15,-3-1 1-15,3-1 0 16,0-1-2-16,0-3 1 0,-1 1 2 16,1-3 1-16,2 1-2 15,-3-3 1-15,2 1-1 16,0-2 1-16,3 1-1 16,-2-2 1-16,4 1-1 15,-1 1 3-15,2-2-3 16,2 1 1-16,2-2 0 0,2-1-1 15,-2-1 2-15,3-2-1 16,-2-1 0-16,0-2 0 16,-1 0 0-16,0 0 0 15,0-5-1-15,0-4 3 16,3-3 0-16,1-1-1 0,2-3 0 16,-2-2 0-16,4-2-1 15,-4-1 2-15,0-2-1 16,1-4-1-16,-3-3 0 15,-3-1 0-15,-1-3-1 16,-2-1 2-16,1-3-2 0,-6 0 1 16,0-1 0-16,-3-4 0 15,-1-3 1-15,-6-3-2 16,-1-4 2-16,-3-1 0 16,-4 0 5-16,0-3 2 15,-6 1 2-15,-7-1 2 0,-8 0-1 16,-1 2-4-16,-7-2-2 15,-5 6 0-15,-6 4-1 16,-4 10-3-16,-5 7 0 16,-3 7-2-16,-1 14-7 15,-8 9-20-15,-5 0-64 16</inkml:trace>
  <inkml:trace contextRef="#ctx0" brushRef="#br0" timeOffset="1524.18">7516 4152 56 0,'0'0'7'0,"0"0"7"0,0 0 1 0,0 0-5 16,0 0-5-16,0 0-8 15,0 0 1-15,0 0 1 16,0 0 0-16,0 0 1 16,0 0 0-16,0 0-1 15,0 0 1-15,23 16 1 0,-18-9-1 16,3-1 0-16,-4-2 0 16,2 0 1-16,-2-2-1 15,1-2 3-15,1 0 10 16,0-6 15-16,2-8 3 15,1-5-16-15,4-6-3 16,5-4-2-16,-1-5-2 0,3-1-5 16,1-2 4-16,4-3-1 15,1 0-1-15,5-1-3 16,5-4 3-16,2-4-14 16,-6-4-107-16</inkml:trace>
  <inkml:trace contextRef="#ctx0" brushRef="#br0" timeOffset="4399.91">15145 15480 113 0,'0'0'15'0,"0"0"-1"0,0 0 9 0,0 0 2 15,0 0-1-15,0 0-4 0,-4-4-3 16,2 1-2-16,-1 0-2 16,1-1-6-16,-1 3-4 15,-1-1-2-15,2 0 0 16,0 0-1-16,-1 1 0 15,-1-2 0-15,-2 0 1 16,1 0-1-16,-3-1 1 0,2 0 0 16,-2-1 2-16,3 2 1 15,-4-1-2-15,4 0 0 16,-2 1-2-16,1 0 0 16,-1 0 0-16,0 3 0 15,-3 0 0-15,3 0-1 0,-5 0 1 16,2 0-1-16,-1 6 1 15,-1 0-1-15,3 0 2 16,-2 1-1-16,-3 1 1 16,1 1-1-16,-1-1 0 0,-3 4 0 15,-3-2 0-15,2 1 1 16,-5 0-2-16,3-1 1 16,-1 1 0-16,2-1 0 15,-3 3 1-15,5-3-1 16,0 1 0-16,-2 1 0 15,3 0-1-15,0 0 1 0,3-1 1 16,2 1-2-16,1-1 1 16,1 1 0-16,0 0 0 15,3 0 0-15,-3 2-1 16,4 0 1-16,-1 2 0 16,1 2-1-16,-1-2 1 0,-1 2 0 15,4 2-1-15,-3-1 2 16,2 2-1-16,1-1 0 15,1 1 0-15,2 0-1 16,-2-1 1-16,2 2 0 16,0-1 0-16,0 0-3 0,4-2 3 15,1-1-1-15,5 2-1 16,0-3 0-16,-1 1 0 16,2-2 0-16,4 1 3 15,-1 0-1-15,4 0 0 16,-1 0 1-16,2 0-1 15,5 0-1-15,-2 0 2 0,1-1-2 16,3-2 2-16,2 0-1 16,1-1 3-16,4-1-5 15,-4-1 2-15,0-1 1 16,1-1-1-16,0 0 0 16,0-1 0-16,1-3 2 0,1 2 0 15,1-4 0-15,2-1 1 16,-2-2 0-16,3 0 1 15,0 0-2-15,0-6 2 16,0-3-3-16,-2-1 3 0,1-1-3 16,-1-2 1-16,-1-2 0 15,0-3 3-15,-1-3-5 16,-1-2 3-16,-2-3 1 16,-2-3 0-16,-4 1 2 15,-1-1 1-15,-8-1 2 16,-2-1-1-16,-2 1-1 0,-6 0-3 15,-1 0 1-15,-3-1 0 16,0 0 0-16,-2 0 1 16,-7-3-2-16,-3 1 0 15,-3-2 0-15,-2-1-1 16,0 2-2-16,-9 2-2 0,3 0 3 16,-4 1 2-16,-1 3 1 15,0-2-2-15,0 1-1 16,-2-2 1-16,3 4-4 15,-1 0 3-15,-1-1-1 16,1 4-5-16,-3 4 4 0,-2 3-2 16,1 4-2-16,1 6-21 15,-4 6 1-15,0 1-18 16,1 7-4-16,3 7-43 16,0 1-61-16</inkml:trace>
  <inkml:trace contextRef="#ctx0" brushRef="#br0" timeOffset="5150.33">15145 16379 103 0,'0'0'12'0,"0"0"-6"0,2 0-6 0,-2 0 3 0,0 0 7 16,0 3 3-16,2 5 3 15,-2 1-8-15,0 4-8 16,0 1 4-16,0 3 1 16,0 3 0-16,1 1-2 0,0 4-1 15,0-1 0-15,0 4 4 16,0-1 1-16,3 5 5 15,-4 0-4-15,4 6-2 16,-3-1 1-16,3 5-5 16,1 2 0-16,-1 0-1 0,-2 1 0 15,1 0 0-15,3-2-1 16,-2-2 2-16,1-2-1 16,2-1 0-16,-4-4 0 15,1 4 2-15,0-3 0 16,0 0 2-16,-3 0-2 0,1-3-3 15,-1-5 1-15,0-2 1 16,4-6-1-16,-5-4 1 16,2-2 0-16,0-4-2 15,-1-3 2-15,1-1-4 16,-2-5-16-16,0 0-35 0,0-5-25 16</inkml:trace>
  <inkml:trace contextRef="#ctx0" brushRef="#br0" timeOffset="5729.81">15062 16392 158 0,'0'0'-1'0,"0"0"27"0,0 0 2 0,0 0-13 0,0 0-10 16,0 0-2-16,0 0-1 16,0 0 0-16,0 0-1 15,-36 41 4-15,30-25 0 16,0 4-4-16,0-2 0 0,-2 1-1 15,3-3 0-15,-3 0-14 16,1 0-10-16,-3-3-19 16,0-4-43-16</inkml:trace>
  <inkml:trace contextRef="#ctx0" brushRef="#br0" timeOffset="5935.47">15069 16381 236 0,'0'0'-5'0,"0"0"9"15,0 0 4-15,42-6 0 16,-24 6-1-16,2 7-1 16,0 6-5-16,3 4 0 15,3 1 1-15,-1 4-6 16,0-1-48-16,-3 2-47 0</inkml:trace>
  <inkml:trace contextRef="#ctx0" brushRef="#br0" timeOffset="6447.46">15137 17711 257 0,'0'0'4'0,"0"0"-13"0,0 0 10 0,0 0 3 16,0 0 3-16,42 30-7 15,-29-20 1-15,3 0-1 16,0-1 2-16,3 2 0 16,-3 1-1-16,0-3 0 15,1 0-1-15,-3-2-1 0,-1-1-20 16,-4-2-30-16,0-1-18 15,-7-3-43-15</inkml:trace>
  <inkml:trace contextRef="#ctx0" brushRef="#br0" timeOffset="6749.58">15310 17661 75 0,'0'0'80'16,"0"0"-59"-16,0 0 17 15,0 0-11-15,0 0-10 16,-45 29-9-16,34-11-2 0,-2 1 1 16,0 5-3-16,-3-1 2 15,3 1-3-15,-3 0-1 16,3-1-1-16,-1-1-1 15,3-1 0-15,-3 1 2 16,3-2-4-16,0-1-1 16,0-2-8-16,6 0-12 0,-1-6-20 15,3-1-36-15</inkml:trace>
  <inkml:trace contextRef="#ctx0" brushRef="#br0" timeOffset="7031.84">15462 17730 192 0,'0'0'48'16,"0"0"-46"-16,0 0-4 0,9 40 5 16,-2-23-3-16,-2 2 0 15,1 2-1-15,1 1 2 16,2 1-2-16,-4 1 1 16,1 0-20-16,-2-1-48 15</inkml:trace>
  <inkml:trace contextRef="#ctx0" brushRef="#br0" timeOffset="7992.95">15739 15959 9 0,'0'0'92'0,"0"0"-94"0,0 0 6 0,0 0 4 16,0 0 1-16,0 0 1 15,0 0 6-15,35 0 0 16,-24 0-6-16,0 0-3 15,3 0 0-15,3 0-3 16,5 0 2-16,3 0 0 16,3 0 5-16,6 0-3 0,4 0-3 15,0 0 1-15,4 0 6 16,3 0-3-16,-2 0 2 16,6-1 0-16,-2-2-3 15,4 2-1-15,-1-2 0 16,-2 1-5-16,-2 1 1 0,-4 1-2 15,-4 0-1-15,-3 0 1 16,-2 0 0-16,-5 0-2 16,-2 0-23-16,-5 0-60 15,-3 0-88-15</inkml:trace>
  <inkml:trace contextRef="#ctx0" brushRef="#br0" timeOffset="8889.86">17333 15208 123 0,'0'0'3'0,"0"0"18"0,-52-17-3 0,33 12-9 16,-1 1 1-16,1 1-2 15,0 3 1-15,-2 0 2 16,-1 0 1-16,2 0-5 15,-3 0-1-15,0 3 0 0,2 3-1 16,-4 1-2-16,3 3-2 16,-1 1 0-16,-1 3-1 15,1 5 0-15,1 1 0 16,-3 2 0-16,1 5 0 16,4 0 0-16,-2 3 0 15,1 3 0-15,0-2 0 0,2 2-1 16,2 0 1-16,-1-1 0 15,3 1 0-15,2 1 0 16,3-2-3-16,2 4 2 16,2 3-3-16,3 0 8 15,3 2-5-15,0-1 1 0,3 4 0 16,9-1-2-16,1-1 1 16,3 2 2-16,3-1-1 15,-2-2-1-15,3-1-2 16,3-3 3-16,2-3 3 0,2-3 2 15,2-4-3-15,1 0-1 16,3-4 11-16,3-2-7 16,1-1-4-16,4-3-2 15,-3-2 4-15,4-4-3 16,-4-3 0-16,3-5 4 16,0-3-4-16,1 0 3 0,4-3 1 15,-2-10-1-15,2-1 2 16,2-7-1-16,-2-2 2 15,0-3-2-15,-1-3 1 16,-5-4-4-16,-6-5 1 16,1-3 1-16,-8-2 2 0,-4-3 7 15,-3 1 2-15,-5-2 2 16,-6-1-3-16,-2 0-3 16,-4 0 1-16,-3-2 0 15,0 1-2-15,-10 1-1 16,-5 1-4-16,-5 3 2 15,-3 0 0-15,-5 0-5 0,-4 3-1 16,-4 4 0-16,-4 3-3 16,-3 8-10-16,-6 8-17 15,-7 12-18-15,-2 6-2 16,-2 7-24-16,5 15-65 16</inkml:trace>
  <inkml:trace contextRef="#ctx0" brushRef="#br0" timeOffset="9509.92">17364 16395 142 0,'0'0'8'0,"0"0"-6"0,0 0 3 15,0 0 0-15,0 0 4 0,0 0 2 16,0 0-2-16,6 56 3 15,-3-30 0-15,-1 3-5 16,1 5-1-16,3 2-3 16,1 1 4-16,-2 2-3 15,3-1-1-15,-3 4 1 16,2 0-3-16,-3 4 2 0,-2 1-1 16,0-1 0-16,-1 0-1 15,3-4 3-15,-2-3-4 16,0-2 2-16,-1-6-2 15,2-3 1-15,0-3 0 16,-1-3 0-16,1-3 0 0,-1-2 0 16,-1-4-1-16,0-5-5 15,-1-5-21-15,0-3-26 16,0-2-20-16</inkml:trace>
  <inkml:trace contextRef="#ctx0" brushRef="#br0" timeOffset="9866.62">17344 16447 191 0,'0'0'-4'0,"0"0"31"0,0 0 2 15,0 0-18-15,0 0-9 16,0 0 1-16,-38-13 0 16,27 20 0-16,-3 3-2 0,-1 4 1 15,-1 1-1-15,0 4 1 16,-1 0-3-16,4-1 2 15,-1 1-1-15,3-2-4 16,0-5-9-16,3 2-6 0,2-5-15 16,2-5-12-16,4-4-17 15</inkml:trace>
  <inkml:trace contextRef="#ctx0" brushRef="#br0" timeOffset="10066.42">17273 16416 215 0,'0'0'2'0,"0"0"0"15,0 0 3-15,0 0-1 16,0 0-1-16,42 3 6 0,-30 10 0 16,1 2-4-16,3 6-2 15,1 1 1-15,2 4-1 16,5-1-27-16,-6-1-62 15</inkml:trace>
  <inkml:trace contextRef="#ctx0" brushRef="#br0" timeOffset="10554.78">17324 17686 152 0,'0'0'5'0,"0"0"4"0,0 0 21 0,0 0-7 16,38 36-2-16,-25-22-6 16,3 1-1-16,-1 0-6 15,3 0-4-15,0 2-3 0,1 0-1 16,-1-2 1-16,-2 0 0 16,-1-4-3-16,-3 0-4 15,-2-2-14-15,1-4-28 16,-7-4-32-16</inkml:trace>
  <inkml:trace contextRef="#ctx0" brushRef="#br0" timeOffset="10825.53">17508 17614 180 0,'0'0'8'16,"0"0"40"-16,0 0-19 16,0 0-19-16,0 0-3 0,0 0 1 15,0 0-9-15,-29 52 5 16,19-28-2-16,1 6 0 16,-3-1-1-16,1 0-1 15,1-1 1-15,1-2-1 16,-2-2-2-16,3-4-19 0,1-4-44 15,4-9-45-15</inkml:trace>
  <inkml:trace contextRef="#ctx0" brushRef="#br0" timeOffset="11508.54">17719 17795 90 0,'0'0'27'16,"0"0"8"-16,0 0-10 0,0 0-7 15,0 0 2-15,0 0 2 16,0-42-7-16,6 35-3 16,2-2 0-16,1 3-3 15,1 1-2-15,0-1-2 0,-1 3-3 16,3 1-2-16,-2 2 2 16,1 0-1-16,-1 0 1 15,-3 0-3-15,1 7-3 16,-2 3-1-16,-2 2-1 15,-1 2-3-15,0 1 0 16,-3-1 4-16,0 1-4 0,-3 0-5 16,-6-3 3-16,0-3-5 15,-1 4 12-15,0-5 3 16,-2 0-3-16,0 1 7 16,3-4-3-16,0 2 0 15,1-2 0-15,0 0-9 0,1-2-4 16,3-1-1-16,2 1 2 15,2-3 5-15,0 2 2 16,0-2-8-16,0 0 3 16,5 0 13-16,3 0-3 15,0-3 0-15,2-1 1 0,3-1 3 16,-1-1-1-16,1 1 7 16,3-1 2-16,-1 0 3 15,2 0 2-15,-2 0 6 16,3 3-2-16,-3-2-5 15,1 3-3-15,-3-1-1 0,1 2-5 16,-1-1-4-16,1 2 1 16,-3 0-4-16,-1 0 2 15,1 0-9-15,-3-1-26 16,-6-5-70-16</inkml:trace>
  <inkml:trace contextRef="#ctx0" brushRef="#br0" timeOffset="12703.4">17625 17440 76 0,'0'0'79'0,"0"0"-71"0,0 0 2 16,0 0-3-16,0 0-5 15,-42-39 0-15,35 30 1 16,1 3 9-16,-5-1 13 16,4 2-1-16,-2 0-8 0,-4 1-13 15,2 0-2-15,-2 2 0 16,-3 2 4-16,-1 0-4 16,0 0-2-16,-5 3 2 15,2 4-1-15,-3 3 0 0,-1 1 1 16,-2 0-1-16,0 4 1 15,2 2-2-15,-3 2 1 16,0 2 1-16,0 3-2 16,2 2 1-16,1 2 0 15,4 0-1-15,0 2 1 0,2-1 0 16,4 2-1-16,1-2 1 16,3 0 0-16,6 2-2 15,0-2 1-15,4-1 0 16,0 2 1-16,2 1-2 0,5-1 1 15,5 0 0-15,1 0 0 16,2 2 0-16,1-2-1 16,2 0 1-16,-1-3 4 15,4 2 1-15,1-1 2 16,2 0-3-16,5-2-2 16,1 0 1-16,5-4 0 0,2-1-5 15,3-5 2-15,3-6 0 16,3-3 2-16,-1-4 0 15,3-3 0-15,-1 0 3 16,2-3 0-16,-1-7-3 16,1 0 1-16,0-5-1 0,0-1 1 15,-1-4-1-15,-2-1-2 16,1-2 2-16,-5-4-1 16,0 0-1-16,-3-4 4 15,-3 0-3-15,-5-1 0 16,-4-2 1-16,-6-3 0 0,-7 2 1 15,-5-2 0-15,-7 0-1 16,-2-1 6-16,-4-1 0 16,-9 2 1-16,-9-1 2 15,-5 1 4-15,-5 0 1 16,-5 1-4-16,-3 4-5 0,-6-2-3 16,-3 3 1-16,-4 4-8 15,-4 4-3-15,-3 6-14 16,-4 4-4-16,-3 8-13 15,-4 3-18-15,-6 2-81 16</inkml:trace>
  <inkml:trace contextRef="#ctx0" brushRef="#br0" timeOffset="15985.84">6572 3995 19 0,'-14'0'6'0,"3"0"5"0,-1 1 11 0,1-1-4 0,-1 2-5 15,0-1 0-15,3 2-4 16,-2 0-6-16,-1 2 2 15,1 1 3-15,-1 0-5 16,2 1-3-16,1 0 0 0,-3 0 2 16,1 3 18-16,3 0-15 15,-4 0-5-15,2 1 1 16,-1 3 1-16,3-1 1 16,-1 1 0-16,3 2 1 15,-1 0-3-15,1 2-1 0,-1 2 1 16,4-1-1-16,-1 2 0 15,2 0-1-15,0-1 1 16,2 0 0-16,0-2 0 16,0 2-1-16,0-2 1 15,0 1 0-15,4 1 0 0,-2 0 0 16,0 3 0-16,0 1 0 16,-2 0 1-16,1 3-1 15,3-2 0-15,-1 2 0 16,-1-1 0-16,2-2-1 15,1 0 1-15,1 2-3 0,-2-5 4 16,3 3-1-16,-1-3 2 16,2 1-2-16,-1-1-2 15,3-1 2-15,0 0 0 16,1 1 0-16,-1 0 2 16,2-2-2-16,1 1 1 0,1 0 0 15,0 1-1-15,3-1 0 16,1-2 0-16,2 1 0 15,-1-3 0-15,2-1 0 16,2 1 0-16,-1-4 1 16,3-3-1-16,-1 1-1 0,3-3 4 15,-2-2-1-15,4-2 3 16,-2-1-3-16,2-2 1 16,2 0-2-16,0 0 0 15,3 0 2-15,-1-4-2 16,3-5-1-16,-3-1 2 15,1-1-1-15,-1-2 1 0,-2-1-2 16,-1-3 0-16,-4 1 0 16,-1-1 0-16,-2-2 1 15,-5 0-1-15,0 0 6 16,-6-2 5-16,0 1 4 16,-1-1 1-16,-4-2-5 0,-1-1-2 15,2-3-1-15,-4 0-4 16,-2-1-2-16,0-5 1 15,-2-1-2-15,0-4 2 16,0-2-2-16,-4-4 0 0,-4 1 0 16,-2-1 0-16,-5 0 1 15,-3-1-2-15,-2-1 3 16,-3-2-1-16,-6 1 3 16,-4-1 2-16,-5 0 3 15,-7 2 4-15,-4 1-1 16,-7 2-1-16,-2 3-8 0,-4 3 11 15,-5 6-10-15,-4 7 2 16,0 8-4-16,-10 15-7 16,-7 1-40-16,-18 14-64 15</inkml:trace>
  <inkml:trace contextRef="#ctx0" brushRef="#br0" timeOffset="17744.79">14283 17187 52 0,'0'0'51'0,"0"0"-24"0,0 0 14 0,0 0-17 16,0 0 8-16,0 0-8 16,0 0-6-16,0 0-6 0,0 0-3 15,-38-19-2-15,35 18-3 16,0 1-2-16,3 0-1 16,0 0-1-16,0 6-2 15,0 4 2-15,0 4 0 0,3 2-1 16,1 5 1-16,3-1 0 15,-3 4 0-15,3 0 0 16,2 1 0-16,0-3 0 16,0-2 0-16,-1-1 0 15,4-4 0-15,-1-2 0 16,-2-3 0-16,2-3-2 0,-1 0 2 16,0-5-1-16,0-2 0 15,-1 0 1-15,1 0-3 16,-3-6 2-16,0-5 0 15,-2 1 1-15,-1-4 1 16,-2 1 0-16,0 0 0 0,-2 2 1 16,0-1-2-16,0 2 1 15,0 3 2-15,0 2-2 16,0 0 0-16,2 3-2 16,1 1 0-16,4 1-1 15,2 0 1-15,1 0 1 0,3 5-1 16,-1 0 1-16,-1 1 0 15,3-2 0-15,-5-1-7 16,3 0 8-16,-2-2-1 16,-1-1 0-16,-3 0 0 15,2-4 0-15,-3-6 3 0,-1-3 2 16,-2-4 4-16,-2-1 3 16,0-2 3-16,-3-4-2 15,-5 4-6-15,-2-1-1 16,0 2-4-16,0 1-1 15,1 2-1-15,1 7-1 0,5 2-5 16,1 3-10-16,2 4-7 16,0 0-42-16,3 0-12 15,5 0-5-15</inkml:trace>
  <inkml:trace contextRef="#ctx0" brushRef="#br0" timeOffset="18264.05">14680 17144 188 0,'0'0'-12'0,"0"0"44"0,0 0 0 0,0 0-10 15,0 0-10-15,0 0-7 16,0 0-4-16,0 0-1 15,0 0 0-15,0 0 0 0,-2 41 0 16,6-20 0-16,5 2 1 16,-4 0-1-16,4 2 0 15,-3-1 0-15,1 0 0 16,0-1 0-16,-1-2 0 16,0-4 0-16,0-1 0 0,0-3 0 15,-1-5 0-15,-1-1-1 16,0-4 1-16,0 1-3 15,-3-4-2-15,0 0 2 16,-1 0 4-16,0-7 0 16,0-3 0-16,0-1 2 0,-2-4-1 15,1 0 0-15,-2 1 0 16,1-2 1-16,2 2-1 16,0 3 0-16,0 0-1 15,2 2-2-15,3 2 2 16,4 3-1-16,-4 1 0 0,3 3 1 15,2 0-1-15,-1 3 1 16,1 8-1-16,2 3 0 16,-1 3 1-16,-1 0-2 15,1 3-12-15,-3-1-24 16,-4-2-45-16,-3-3-37 0</inkml:trace>
  <inkml:trace contextRef="#ctx0" brushRef="#br0" timeOffset="18946.73">14889 17329 165 0,'0'0'-8'0,"0"0"22"0,0 0-2 0,8-41-3 15,-4 33 0-15,1 1-2 16,3 1 1-16,-2 0 0 15,2 4-1-15,-2 1-3 16,3 1-4-16,1 0 8 16,-3 5-7-16,1 5-1 15,-1 2 0-15,2 1 0 16,-4 1 0-16,1 1 0 0,-2-1 0 16,-1-1 0-16,-2 0-1 15,2-1-2-15,-3-3 1 16,0-3 0-16,0-1 2 15,0-2 1-15,0-2 0 0,0-1 0 16,0 0 4-16,0-7-4 16,0-4-1-16,0-4 2 15,5-1-1-15,-4-3 0 16,1-1 0-16,0 0-1 16,0 2 2-16,0-1 1 0,0 1 1 15,-2 1 1-15,2 2-4 16,-2 3 1-16,2 2 0 15,-2 3-1-15,0 2 0 16,0 3 2-16,0 0-2 16,0 1-1-16,0 1-1 0,0 0-2 15,0 0 4-15,2 0-1 16,0 0 0-16,3 4 2 16,-1 2-2-16,0 3 0 15,2 2 0-15,-1 0 0 16,3 3 1-16,-2 2-1 15,4-4 0-15,-3 3 0 0,2-1 1 16,4-2-1-16,-2 1 0 16,-1-2 1-16,3-1-1 15,-1-2 1-15,1-2-1 16,-1-2 1-16,1-1-1 16,1-3 1-16,-1 0 0 0,1 0 1 15,-1-6-2-15,1-1-2 16,-3-3 2-16,-3-2-22 15,-1-2-53-15</inkml:trace>
  <inkml:trace contextRef="#ctx0" brushRef="#br0" timeOffset="21408.18">6848 3918 125 0,'0'0'10'0,"0"0"28"0,0 0-13 0,-44-47-10 0,33 37-4 16,-1-1-7-16,1 2-1 16,-2 0-3-16,-1 1 0 15,-3 1-3-15,3 1-3 0,-4-1-4 16,0 3 3-16,0 0 2 15,-1 3 3-15,0 1-1 16,-1 0 0-16,0 1 1 16,-2 10-6-16,-1 2-11 15,0 6 3-15,0 0 8 0,0 3 6 16,-1 2 1-16,4 1 2 16,-1 2 0-16,1 2 0 15,2 2 0-15,2 3 0 16,3 3 2-16,2 3-2 15,2 4-1-15,0 1 0 16,5 3 0-16,0 2 0 0,0 3 0 16,3-2-1-16,1 0 1 15,0-1 0-15,0-2 0 16,7-4 0-16,4-1-2 16,2-5 2-16,1-1 2 15,3-4-1-15,1-2-1 0,5 0 1 16,-2 0 0-16,5-2-1 15,1-2 1-15,3-2 0 16,4-2-1-16,0 0 2 16,4-2-2-16,0-4 1 15,2 0 0-15,-2-1 0 0,5-5-1 16,-1 1 0-16,0-4 0 16,3-1 1-16,5 0 1 15,-1-2-2-15,2 0 0 16,0 1 1-16,2 0-2 15,0-2-3-15,0 0 0 0,0-4 1 16,1 0-4-16,2 0 8 16,-4-4-1-16,1-9 0 15,1-5 0-15,-2-7 2 16,2-2 8-16,-2-7 6 16,-2-3 0-16,-4-5-2 0,-2-4 2 15,-5-1 5-15,-7-4-6 16,-5-3-1-16,-3-5-6 15,-11-2 1-15,-6-6-4 16,-7 0 0-16,-4-4-2 16,-12 0 0-16,-11-2-1 0,-6 4 2 15,-8 4 0-15,-7 2 0 16,-6 11-4-16,-7 6-1 16,-8 7-24-16,-18 7-90 15</inkml:trace>
  <inkml:trace contextRef="#ctx0" brushRef="#br0" timeOffset="25927.8">17660 16817 191 0,'0'-4'-1'0,"0"-1"12"0,0 3 7 0,0 0 5 16,0-1-3-16,0 0-5 15,0 2-3-15,0 0 0 16,0-1-3-16,0 2-2 15,0 0-6-15,0 0-1 0,0 0-1 16,0 0-4-16,0 7 3 16,0 3 1-16,0 3 0 15,0 1 1-15,0 3-1 16,0 0 1-16,0 3 0 16,2-3 0-16,0 0 0 0,-2 0 0 15,2-2 0-15,-1-3 0 16,1 2 0-16,2-4 0 15,0-3 0-15,1 0-1 16,-1-2 1-16,3-1-1 0,-3-3-1 16,3-1 1-16,-3 0 0 15,0 0 1-15,1 0 0 16,0-5 1-16,0-4 1 16,1-1-1-16,-1-1-1 15,3-2 1-15,-2 2-1 16,0-1-1-16,-1 5 1 0,-1-1 1 15,2 4-2-15,-4 2 2 16,0 2-2-16,-1 0-5 16,1 7 1-16,1 5 1 15,1-1 2-15,0 3-1 16,-1 0 1-16,3-1 1 0,1-2 1 16,2-3-1-16,0-4 1 15,2 0-1-15,1-2 0 16,0-2-1-16,-1 0 1 15,3-8 4-15,-3-2 2 16,-1-3 3-16,-1-2 2 0,-3 0-2 16,0-2-2-16,-5 0 1 15,-1-1 1-15,0 0-3 16,0 0-3-16,0 2-2 16,0 0-1-16,-3 2-10 15,-1 3-7-15,0 2-8 0,1 2-61 16</inkml:trace>
  <inkml:trace contextRef="#ctx0" brushRef="#br0" timeOffset="26525.16">18057 16618 191 0,'0'0'1'0,"0"0"-4"0,0 0 3 0,0 37 1 15,0-19-1-15,0 4 0 16,0 0 0-16,0 3 0 15,0-1 1-15,0 0-1 16,0-3 0-16,0-1-1 16,0 1 2-16,5-1-1 15,-1-2-1-15,-1-2 1 0,1-3 0 16,2 1 0-16,-2-2-6 16,0-3-12-16,2-1 4 15,-2-3 2-15,0 1 7 16,-1-3 4-16,0 1 1 0,-1-4 0 15,0 0 0-15,0 0 6 16,0 0-2-16,0-3-3 16,0-4 0-16,0-1-2 15,0-2-3-15,0 1 2 16,1-1 2-16,2 0 1 16,-2 0 10-16,3-1 6 0,1 2 1 15,2 1-3-15,0-2-1 16,0 5-4-16,2 0-1 15,-4 4-1-15,1 1 2 16,0 0-5-16,0 0-3 16,-1 8 0-16,-1 4-4 0,-1 0 4 15,-1 1-1-15,1 3-15 16,-2-1-15-16,-2-3-18 16,1-1-17-16</inkml:trace>
  <inkml:trace contextRef="#ctx0" brushRef="#br0" timeOffset="27115.72">18286 16949 215 0,'0'0'3'0,"0"0"2"0,0 0-1 15,0 0-2-15,22-37 4 16,-16 31 2-16,-3 2 7 0,3 1-5 16,-2 3 0-16,2 0-4 15,2 0-1-15,-3 0-4 16,3 3-1-16,-4 4 0 16,-1 3-7-16,1 4-6 15,-4 0 0-15,0-1-1 0,0 2 7 16,0 0 3-16,0-3 4 15,0-1 2-15,0-4-2 16,0 3 1-16,0-4-1 16,0-2-1-16,0-3-1 15,0 1 1-15,0-2-3 0,0 0 6 16,0 0 9-16,0-3-4 16,0-4-4-16,0-6 0 15,0 2-1-15,3-4-1 16,0 0-1-16,1-2 0 15,3-2 0-15,-2 2 1 0,2 3 0 16,-3 1 0-16,0 2 5 16,0 2-2-16,-2 4-1 15,0 1 0-15,-2 4-2 16,0 0-1-16,0 0-2 16,0 8 2-16,0 4 1 0,0 2 0 15,0 1-1-15,0 1 1 16,0-1 0-16,0 0 0 15,0 0-1-15,2-1 1 16,5-2-1-16,1-1 0 16,3-4-13-16,1-2-40 15,2-5-64-15</inkml:trace>
  <inkml:trace contextRef="#ctx0" brushRef="#br0" timeOffset="27764.18">18595 16646 135 0,'0'0'16'0,"0"0"-17"0,0 0 12 16,0 0 3-16,0 0-4 16,0 0 0-16,26 42 1 15,-18-31 5-15,0 3-3 0,1 0-1 16,3 2-4-16,1-2-6 15,-1-1 5-15,1 2-5 16,1-1-2-16,-1-2 1 16,-3-3-1-16,1 1 0 15,-1-3-3-15,-3-2-11 0,0-2-37 16,-4-3-31-16</inkml:trace>
  <inkml:trace contextRef="#ctx0" brushRef="#br0" timeOffset="28047.29">18752 16601 196 0,'0'0'-6'16,"0"0"14"-16,0 0 13 15,0 0 3-15,0 0-6 16,0 0-15-16,0 0-3 16,0 0 0-16,0 0 0 0,-38 54 0 15,30-28 0-15,0 3 0 16,0 1 0-16,1 0 0 16,0 0 0-16,0-2-14 15,1-1-33-15,2-7-19 16</inkml:trace>
  <inkml:trace contextRef="#ctx0" brushRef="#br0" timeOffset="28660.18">18867 16867 148 0,'0'0'6'0,"0"0"7"16,0 0-10-16,0 0-3 0,0 0 1 15,0 0 0-15,0 0 6 16,0 0 7-16,28-40-1 16,-19 35 6-16,-4 3-2 15,3 0-4-15,-1 1-4 16,0 1-8-16,-2 0 0 0,1 0-1 16,-2 6-1-16,-3 2-8 15,0 5-2-15,-1-2-11 16,0 4-3-16,-1 3 14 15,-4-1 12-15,-3 0-1 16,-1 1 0-16,-3-2-8 0,3 1-5 16,-2-3 5-16,0-2-3 15,4-3 2-15,-1-4 6 16,5 0 3-16,1-3 0 16,0-2 1-16,2 0 1 15,0 0 16-15,0 0 4 16,0 0-14-16,2-2 6 0,2-2 4 15,1 0-8-15,1 0-2 16,0 2-1-16,2-2 3 16,-1 1 0-16,1 2-4 15,3-1-1-15,1 2-3 16,-3-1-2-16,3 1 0 0,3-1-1 16,-3-4-31-16,1 1-99 15</inkml:trace>
  <inkml:trace contextRef="#ctx0" brushRef="#br0" timeOffset="29130.13">19113 16734 114 0,'0'0'34'0,"0"0"1"0,0 0-14 16,0 0-1-16,0 0-8 15,0 0-7-15,0 0-4 16,0 0 2-16,0 0-1 16,0 0-1-16,0 0 1 0,44-4 1 15,-32 3-2-15,1-2 2 16,0 0 1-16,4 2-1 15,-1-2-3-15,2 0 1 16,0-1 0-16,-2 1-1 16,0-1 1-16,-2-1-6 0,-1 2-20 15,-3-2-16-15,-3-1-29 16</inkml:trace>
  <inkml:trace contextRef="#ctx0" brushRef="#br0" timeOffset="29428.1">19256 16602 142 0,'0'0'26'15,"0"0"-8"-15,0 0-16 16,0 0-1-16,0 0 1 0,0 0 5 16,-8 40-2-16,4-23 1 15,0 2 0-15,0 1 0 16,1 2-3-16,-2 1-2 16,3 0-1-16,0-1 0 15,-1 0-3-15,3-4-47 0,-2-2-40 16</inkml:trace>
  <inkml:trace contextRef="#ctx0" brushRef="#br0" timeOffset="30624.75">19490 16495 113 0,'0'0'25'0,"0"0"8"0,0 0-15 0,0 0-11 0,0 0-3 16,0 0 0-16,0 0 1 16,0 0-5-16,0 0 1 0,0 0 1 15,0 0 1-15,0 0-1 16,6 45-1-16,-6-28 0 15,1 2 2-15,1 2-1 16,0 1-2-16,-1 1 0 0,0 1 0 16,4 0-2-16,-3-2-5 15,-1-1-4-15,1-2 3 16,-1-2-1-16,2-2 6 16,-2-2-4-16,2-2 4 15,-3-2-3-15,2-2-17 0,-1-3 8 16,0-1 6-16,0 0-1 15,-1-3 6-15,0 0 7 16,0 0 6-16,0-1-1 16,0-5 3-16,0-1-2 15,2 0-3-15,0-2 0 16,0 1 0-16,2 0 0 0,2 0-3 16,0 1 2-16,1 2 1 15,1 0-5-15,2 1 0 16,0 1-1-16,0 1 1 15,3 2-1-15,-6 0 0 16,2 0 0-16,0 0 1 0,-5 3-1 16,1 3 1-16,-1 1-1 15,-4 3 1-15,0 0-2 16,0 1-4-16,0-1 0 16,-5 3 3-16,-1-2 3 15,-5-1 2-15,0 0 0 0,-3 0 2 16,0-3 1-16,-2 0-3 15,1-2 0-15,1-2 0 16,0-2 2-16,3-1-2 16,1 0-2-16,6 0-1 0,2-1-12 15,2-9-53-15</inkml:trace>
  <inkml:trace contextRef="#ctx0" brushRef="#br0" timeOffset="31449.23">19761 16680 208 0,'0'0'8'0,"0"0"21"0,0 0-8 16,0 0-12-16,0 0-3 0,0 0-5 15,0 0 0-15,0 0-1 16,0 0-2-16,0 0-1 16,0 0-3-16,0 0 3 15,5 0 4-15,-5 6 1 16,0 5-2-16,0-2 0 0,0 2 2 15,0 1-2-15,0 2 0 16,0-1 1-16,0 0-1 16,-1 1-1-16,0 0 2 15,-2-3-2-15,1 1 1 16,1-1 0-16,-1 0 0 16,-3-1 0-16,3-1 0 0,0-1 0 15,0-2 0-15,1 3-2 16,1-3 1-16,-2-3 0 15,2-1 0-15,0-1 0 16,-2 1 0-16,2-2 1 0,-4 0 1 16,4 0-1-16,0 0-2 15,-2 0-3-15,2-2 0 16,0-1-1-16,0 0 3 16,0-2-1-16,0-1 3 15,0 1 1-15,1 0 0 16,4-2 1-16,-1 2 1 0,-1 0 0 15,4-2-1-15,-2 4 0 16,-1-1 0-16,2 1-1 16,-1-1 0-16,-1 3 1 15,0-1-1-15,-1 1 1 16,-1-1 1-16,1 2-2 0,0 0 1 16,2 0-1-16,-4 0 1 15,3 0-1-15,0 0 1 16,0 0-1-16,0 0 1 15,-2 3 0-15,4 0 2 16,-2 3-1-16,-3-2-2 0,3 2 0 16,-1 1 1-16,2 1-1 15,-4-1 0-15,1 3 1 16,-1-1 0-16,1 2 1 16,-2-1-1-16,0 0 1 15,0 3-2-15,0-2 0 0,0 2 2 16,-6 1-5-16,-1-4-18 15,1-3-82-15</inkml:trace>
  <inkml:trace contextRef="#ctx0" brushRef="#br0" timeOffset="35666.07">16417 15807 51 0,'0'0'7'0,"0"0"-4"0,0 0 2 0,0 0-5 16,0 0 0-16,0 0 0 0,0 0 0 15,0 0 1-15,0 0 2 16,0 0 13-16,0 0-1 16,0 0-12-16,0 2-3 15,0 0 0-15,2-2 2 16,0 2-1-16,2-2 0 15,-1 2 2-15,0-1 5 0,0 1-2 16,2-1 1-16,-3 0-4 16,2 2 0-16,-1-1-1 15,3 0-1-15,-2 1 0 16,1-2 1-16,2 2-1 0,-4 1-1 16,3-2 0-16,-4 1 0 15,1-1 0-15,2 2 1 16,-1-2-1-16,0 1 0 15,-1 0 1-15,1 1-1 16,2 0 0-16,-3-1 0 16,4-1 1-16,-1 1-1 0,-2-1 0 15,3 1 1-15,-4 0-2 16,1 0 2-16,0-3-2 16,1 3 2-16,-3-2-1 15,1 2 1-15,1-2 0 16,0-1 5-16,-2 2 0 15,1-1-1-15,3 1 0 0,-1 0-3 16,-1-2-1-16,1 3-1 16,-2-3 0-16,1 3 0 15,-2-3 1-15,0 2-1 16,0-1 0-16,0 0 0 0,-2-1 0 16,1 2 1-16,1-1-1 15,-1-1 0-15,2 3 0 16,-1-2 0-16,1 2 0 15,-1 0 0-15,0-3 0 16,-2 1 0-16,1 1 0 0,-1-1-1 16,1 0 2-16,-1-1-1 15,0 1 1-15,0-1 0 16,0 1-1-16,0-1 2 16,0 0-2-16,0 0 4 15,0 0 3-15,0 0 6 0,0 0 4 16,0 0-1-16,0 0 0 15,0 2-4-15,0-1-7 16,-2 1-2-16,-4 3-1 16,-3 1-1-16,0 4 0 15,-3 2 0-15,1 2-1 0,-2 2 0 16,-1 1 0-16,1 3-2 16,0-2-15-16,1 0-34 15,-1-7-31-15</inkml:trace>
  <inkml:trace contextRef="#ctx0" brushRef="#br0" timeOffset="36699.39">15697 15987 27 0,'0'-1'4'0,"0"-2"13"0,0 1 7 0,0 0-4 16,0 0 0-16,0 1 3 0,-2 0 1 15,2-1-3-15,-2 2-1 16,0-1-3-16,2 1-3 16,-1-2-8-16,1 2-3 15,-1 0-2-15,1-1 0 16,0 1-1-16,0 0 0 16,0 0-1-16,0 0 0 0,0 0-1 15,0 0 0-15,0 0 2 16,0 0-1-16,6 0 0 15,-2 0-1-15,1 0 1 16,3-1-3-16,0 0 2 16,3 0 0-16,-1 0 2 0,4-1 0 15,-1 1 0-15,1 1 1 16,1 0-1-16,1-2 0 16,1 2 0-16,4 0 0 15,-3-1 0-15,2 1-1 16,1-1 0-16,2-1-2 15,0 2 3-15,-2-2 0 0,3 0 2 16,-4 0-2-16,5 1-2 16,-1-3 1-16,1 2 2 15,-3-2-2-15,5 1 0 16,-2-1 0-16,1 0 1 16,-1 1 0-16,0 0 0 0,-2-1-2 15,1 0 1-15,0 1 2 16,-4 0 0-16,0 0 2 15,-1 2-2-15,-4-1 1 16,1 1-1-16,-3 1 0 0,-1-2-1 16,-2 2 0-16,-2 0 1 15,1 0-1-15,-1 0 0 16,-2 0 1-16,1 0-1 16,-2 0 0-16,2 0 0 15,-1 0 0-15,-1 0-1 16,1 0-5-16,-1-1-11 15,-2-2-21-15,1-2-29 0</inkml:trace>
  <inkml:trace contextRef="#ctx0" brushRef="#br0" timeOffset="37418.75">16265 15702 90 0,'0'0'5'0,"0"0"11"0,0 0 5 16,0 0-7-16,0 0-1 15,0 0-7-15,0 0-5 0,0 0 0 16,0 0-1-16,0 0 0 16,0 0 1-16,0 0-1 15,0 0 2-15,22 21-2 16,-14-14 0-16,5-1 0 16,0 1-2-16,4 0 6 0,1 0-1 15,0 1-1-15,0 0-1 16,0-1 1-16,0 0 0 15,-2 0-1-15,0 0-1 16,-2-2 0-16,1 0 1 16,-3 0-1-16,0 1 1 0,-1-3-1 15,-3 0 0-15,-1 0 1 16,-2 3-1-16,2-3 0 16,-3 1 1-16,-1-1-2 15,-1 1 1-15,0 0-1 16,-2 2 2-16,0 0 0 0,0 1 0 15,0 1-1-15,0 2 0 16,0 0 0-16,0 0 0 16,0 4 1-16,0 1-1 15,-4 0 0-15,0 2 0 16,-2 4 0-16,-2 1-1 16,3 1 2-16,-4 2-2 0,0-1-35 15,2-1-54-15</inkml:trace>
  <inkml:trace contextRef="#ctx0" brushRef="#br0" timeOffset="39447.76">15840 16151 121 0,'0'0'9'0,"0"0"16"0,0-2-8 0,0 2-11 0,0-1 0 16,0-2-3-16,0 3-2 15,0 0 1-15,0-1 0 16,0 1 4-16,0 0-2 15,0 0-1-15,0 0-2 16,0 0-1-16,0 0-1 0,0 0 0 16,0 0 1-16,0 0 1 15,0 0-1-15,0 0 0 16,0 0 1-16,0 0-1 16,0 1 0-16,0 3 2 15,0-2-2-15,3 2 0 0,-1-1 0 16,0 1 0-16,2 0 0 15,-3 2 0-15,1-2 0 16,0 3 0-16,0 0 1 16,0-1-1-16,0 3 0 15,0-1 0-15,-1 2 1 16,1-1 0-16,1 1 0 0,1-2-1 16,0 2 1-16,-2 0-1 15,0-1 0-15,0-1 1 16,1 3-1-16,-3-2 0 15,0 1 0-15,0-1 0 16,2-1 1-16,-2 1-1 0,0-1 0 16,2-1 0-16,-2 0 0 15,1 0 1-15,0-4-1 16,0 2 0-16,-1-1 0 16,0-2 0-16,0-1 0 15,1 0 0-15,-1 1 0 0,0-2 0 16,0 0 1-16,0 0 0 15,0 0 7-15,0 0 1 16,0 0-3-16,0 0-3 16,0 0 0-16,0 0-2 15,0 0 0-15,0 0 0 16,0 0 0-16,0-3 0 0,0 0-2 16,0 0 2-16,0-3-2 15,0 3 1-15,0-1 0 16,0-2 0-16,0-1 0 15,0 2 0-15,0-1 0 0,2-1-1 16,1 0-1-16,2-1 1 16,0 1 1-16,1-2 0 15,-1 3 0-15,3-3 0 16,0 2-2-16,-2 3 2 16,1-2-1-16,-1 2 1 0,-2 1 0 15,2 0 1-15,0 0-2 16,-3 1 1-16,2-1 0 15,2 1 0-15,-3 0 0 16,2 2 0-16,-2-2 0 16,-1 2 1-16,1 0-1 0,0 0 0 15,0 0 0-15,-1 0 0 16,-1 0 0-16,5 2 0 16,-4 1-1-16,0 1 0 15,0 1 0-15,1 0 4 16,-2 0-1-16,-1 1-2 15,0-2 1-15,0 2-1 0,-1-2 0 16,0 3 0-16,0-2 1 16,0 2 2-16,0-2-1 15,0 2 1-15,0-1-1 16,-2 1 1-16,1 0-1 16,-1-1-2-16,2 0 0 0,0 2 0 15,0-1 0-15,0-4-2 16,0 3-16-16,0-3-33 15,0-3-32-15</inkml:trace>
  <inkml:trace contextRef="#ctx0" brushRef="#br0" timeOffset="40015.74">16191 16273 126 0,'0'0'28'0,"0"0"0"0,-2 0-14 15,1 0-7-15,1 0-2 16,0 0-1-16,0 0 2 0,0 0-2 15,-1 0-3-15,1 1-1 16,0 2 1-16,0 1 1 16,-1 2 0-16,0 0-1 15,1 1 1-15,0 0-2 0,0 3 0 16,0-1 0-16,0-1 0 16,0 3 0-16,-1-1 1 15,1 2-1-15,-1-4 0 16,1 3 2-16,-1-2-2 15,1 1 0-15,-3-1 0 0,3-1 1 16,-2-2-2-16,0-1 2 16,1 2-1-16,0-4-1 15,0 1 1-15,0-2-18 16,0-2-37-16,-1 0-77 16</inkml:trace>
  <inkml:trace contextRef="#ctx0" brushRef="#br0" timeOffset="40442.43">16022 16557 46 0,'0'0'29'0,"0"0"-2"0,0 0-5 0,0 0-4 16,0 0 5-16,0 0-2 15,40 0-4-15,-31 0-1 16,3 0-8-16,0 0-4 16,-1 0-4-16,0-2 3 0,3 1-3 15,-1-2 0-15,1 2 1 16,-3-1-1-16,2 2 0 16,-4-1-1-16,0 1-5 15,-1 0-9-15,-3 0-7 16,0 0-7-16,-5 0-19 0,0 0-32 15</inkml:trace>
  <inkml:trace contextRef="#ctx0" brushRef="#br0" timeOffset="40734.67">16071 16654 59 0,'0'0'26'0,"0"0"0"16,0 0-3-16,0 0 5 15,39 1-4-15,-32-1-7 16,3 0-2-16,0 0-5 0,-1 0-7 15,-1 0 0-15,2 0-3 16,-1-1 0-16,0 1-2 16,-2-3-32-16,-1 0-64 15</inkml:trace>
  <inkml:trace contextRef="#ctx0" brushRef="#br0" timeOffset="43505.76">4433 4030 66 0,'0'0'4'0,"0"0"-2"0,0 0 5 0,0 0 6 16,0 0-3-16,0 0-1 0,-36 2-1 15,29 0-3-15,0-1-2 16,-2 1 2-16,0 0 3 16,-3-1 2-16,2 2-3 15,-1 0-4-15,-1 1 0 16,-1 2-1-16,-3 1 3 15,-1 0 0-15,-1 1-2 16,2 1 1-16,-2 2 2 0,1 2-1 16,-2 0 0-16,4 3-4 15,-1 1-1-15,1 1 0 16,-1 2 0-16,3 1-1 16,-3-1 2-16,5 3-2 15,-1-2 1-15,2 2 0 0,3 1 0 16,1-1 1-16,2 1-2 15,2 2 2-15,0 1-1 16,2 1-1-16,0-1-1 16,0 3-1-16,0-1 0 15,4 1-2-15,1 1 3 0,2-5 2 16,0-2-1-16,3-1-1 16,0-2 2-16,1-1 2 15,-2-1-4-15,5-1 2 16,-2 1 2-16,0-1-2 15,-1 1 0-15,2-1 0 0,1 0 1 16,-1 1-1-16,1-2 0 16,1 0 0-16,1-1-1 15,0 1 1-15,1-2 1 16,1 0-1-16,-2-1 1 16,1 0-1-16,2 0 0 0,1-4-1 15,-2 1-2-15,4-1 3 16,3-3-1-16,-2-1 1 15,2 0 1-15,-2-3 1 16,4 0 0-16,0-2 1 16,0-1-1-16,2 0 0 0,0 0 0 15,0-1 1-15,-3-4-1 16,3 0-2-16,0-1 0 16,-2 0 0-16,0-1 0 15,0 0 3-15,-4 0-2 16,-1-2 0-16,0 1 0 15,1-2-1-15,-6 1 2 0,4-1-2 16,-1-1 2-16,-3 0-2 16,0-2 1-16,0 0-1 15,1 0 1-15,-2-2 1 16,-1-2-1-16,1-2 1 0,-2 0-1 16,-1-3-1-16,1 2 1 15,-2-4-1-15,-2 0 0 16,-4-2 1-16,-3 2 2 15,-3-4 2-15,0-2 1 16,-1-1 1-16,-7-2 1 0,-6-1-1 16,-1 1 1-16,-6 0-1 15,-1 0 0-15,-3 0-2 16,-1 0-3-16,-3-2-1 16,-2-1 0-16,-3 2 0 15,-4-3-1-15,-4 0 5 0,-4 0-4 16,-5 3-1-16,-5 0 0 15,-6 4 1-15,-7 3 0 16,-6 3-2-16,-5 4 2 16,-7 8-3-16,-7 9 1 15,-14 3-7-15,-7 14-32 16,-15 10-59-16</inkml:trace>
  <inkml:trace contextRef="#ctx0" brushRef="#br0" timeOffset="45111.56">13386 16168 87 0,'0'0'3'0,"0"0"8"0,0 0 5 15,0 0-5-15,0 0-4 16,0 0-5-16,0 0 0 15,0 0 1-15,0 0 3 0,0 0-5 16,0 0-16-16,0 0 11 16,-24 1 3-16,28-1-3 15,2 0 3-15,-4 0 0 16,2 0 1-16,0 0 0 16,2 0 1-16,-3 0 1 15,3 0 5-15,3 0-2 0,2 0-4 16,2 0-12-16,2-3 20 15,3-1-6-15,4-2-1 16,4 1 0-16,3-1-1 16,4 1 3-16,4-1 2 15,3 1 5-15,5-2-1 0,1 3-4 16,4-2 0-16,1-1 4 16,4 3-2-16,1-3-3 15,-1 1-3-15,3-1-2 16,0 1 1-16,-5-1 0 15,0 0-1-15,-1-2 1 0,-7 1-1 16,2 1 1-16,-9-3-3 16,-3-3-35-16,-10 1-82 15</inkml:trace>
  <inkml:trace contextRef="#ctx0" brushRef="#br0" timeOffset="46095.56">12548 15824 189 0,'0'0'3'0,"0"0"6"0,0 0-4 0,0 0 0 0,0 0-4 15,0 0-2-15,0 0 1 16,0 0 1-16,0 0 1 16,0 0 0-16,0 0-2 15,0 0 1-15,-20 7-1 16,20 3 0-16,0 1 0 0,0 2 0 16,0 0 0-16,0 0 0 15,0 1 0-15,2-1 0 16,2 0 0-16,2 0 1 15,2-1-1-15,-3-1 0 16,3 1 0-16,-2-4 0 0,3-1 0 16,-3-1 0-16,2-2-1 15,-2-3-2-15,1-1 1 16,0 0 1-16,0 0 6 16,-2-5-2-16,1-3 0 15,1-1-2-15,0-2 0 0,-2 1 0 16,1 0 0-16,0 1 0 15,-3 2-1-15,-1 0 0 16,2 3 1-16,-1 1 0 16,-1 3-2-16,1 0 1 15,3 0 0-15,-1 1-1 0,3 7 0 16,-1 0-1-16,2 3 0 16,-3-1 3-16,3 0 0 15,-1-1-1-15,0-2 0 16,1-3 0-16,-3 0 0 15,4-4-1-15,-5 0 0 0,3 0 3 16,-4-1 1-16,0-6 1 16,2 0 2-16,-4-3 1 15,0-1 0-15,-2-1 0 16,0 2 1-16,0-3 1 16,-2 1-1-16,-3 0-1 15,0 0-3-15,1 0-1 16,0 2-3-16,0 0 0 0,3 2-2 15,1-1-3-15,0 2-21 16,0 1-37-16,0-1-118 16</inkml:trace>
  <inkml:trace contextRef="#ctx0" brushRef="#br0" timeOffset="46649.77">12878 15844 165 0,'0'0'2'0,"0"0"2"0,0 0-2 16,0 0-1-16,0 0-4 0,0 0 0 15,0 0 5-15,0 0-2 16,3 37 1-16,-3-20-1 15,1-3 1-15,0 3-1 16,-1 0 0-16,3-1 0 16,-3-2 0-16,0-1 1 0,0 0-2 15,0-2 1-15,0-1 0 16,0-2-2-16,0-2-2 16,0 0 0-16,0-5 2 15,0 2 1-15,0-3 2 16,0 0 1-16,0 0 1 15,0-1-3-15,0-6 2 0,0-1-1 16,0 0 1-16,2-2-1 16,2 1 1-16,0 0 3 15,1 0 2-15,-1 2 1 16,-1-2-1-16,3 2 3 0,-3 2-1 16,1 2 3-16,-2 0-5 15,1 2-6-15,1 1 0 16,0 0-1-16,0 0 1 15,3 4-1-15,-3 3 1 16,2 1-1-16,0 2-2 0,-1 0 6 16,1 0-4-16,-2 0-2 15,4 0-8-15,-2-1-9 16,-2-1-15-16,3-4-11 16,-3-2-29-16</inkml:trace>
  <inkml:trace contextRef="#ctx0" brushRef="#br0" timeOffset="47156.94">13080 15902 223 0,'0'0'14'0,"0"0"-10"0,0 0-3 0,0 0 0 16,0 0 0-16,0 0-1 15,0 0 0-15,0 0-5 16,0 0-3-16,0 0 8 0,0 0 0 16,0 10-2-16,0 3 2 15,0 0 2-15,0 0-2 16,0-1 0-16,0 1 0 16,0-2 1-16,0-1-1 15,2 0 0-15,-2-1 0 0,0-2 0 16,0-1 0-16,0-1-1 15,0-2 1-15,0-1-2 16,0-1 0-16,0-1 2 16,0 0 2-16,-2 0 0 15,2-3 2-15,-3-1-2 0,2-3 1 16,1 0-1-16,0-3-1 16,0 1 3-16,1 2-6 15,6-3 5-15,-2 2-2 16,3 1 0-16,-1 1 2 15,2 0-2-15,-3 4-1 16,3-2 0-16,1 3 0 0,1 1 1 16,-3 0 0-16,4 0-1 15,-5 6-1-15,-1 4 0 16,0-2-5-16,0 5-11 16,-3-4-27-16,-1-2-22 15</inkml:trace>
  <inkml:trace contextRef="#ctx0" brushRef="#br0" timeOffset="47917.32">13417 15625 215 0,'0'0'2'0,"0"0"8"0,0 0-6 0,0 0-4 0,0 0-2 15,0 0-3-15,0 0 4 16,0 0 1-16,0 0 0 15,0 0 0-15,0 40 0 16,0-24 0-16,0 2-1 16,0-1 2-16,0 0-1 0,0 2 0 15,0-5 1-15,0 2-1 16,0-2 0-16,0-3 0 16,0 2 0-16,0-3 1 15,0 0-1-15,0-1 0 16,0-2 0-16,0-1 0 15,0 0 0-15,0-1 0 0,0-1 0 16,0-1 1-16,0 1-1 16,0-4-1-16,0 2 1 15,0-2-3-15,0 0 2 16,0 0 3-16,0 0 1 0,0 0-3 16,0-5 5-16,0-1-4 15,3 0-1-15,1-1-4 16,0-1-8-16,1-2-3 15,2 0 5-15,-3 1 8 16,2 0 1-16,-1 0 2 0,0 3 0 16,1-1 0-16,-1 0 4 15,-1 3 0-15,1 0-1 16,-1 1-1-16,1 0-2 16,1 0-1-16,-3 3 1 15,2 0-1-15,1 0 1 16,-1 0 0-16,1 0 0 0,-2 3-1 15,-1 1 2-15,2 2-2 16,-1 2 1-16,-2-1-2 16,0 2 5-16,-1 0-2 15,-1 0-4-15,0 2 1 16,0 0 0-16,0-1 1 16,0 1-6-16,0-1-20 0,0-2-24 15,0-4-62-15</inkml:trace>
  <inkml:trace contextRef="#ctx0" brushRef="#br0" timeOffset="48545.17">13695 15801 121 0,'0'0'3'0,"0"0"8"0,0 0 0 0,0 0 2 0,0 0-5 16,0 0-5-16,0 0-1 15,0 0 0-15,0 0 0 16,0 0-1-16,0 0-1 15,0 0 0-15,-32 19 0 0,28-11 0 16,-2 1 0-16,3 1 0 16,0 0 0-16,-1 0 1 15,2 0-1-15,0-1 0 16,0 0 0-16,1 0 0 16,1-1 0-16,0-1 0 0,0-1 1 15,0 0-1-15,1-1 1 16,4-3-2-16,2-1 2 15,-2 1 5-15,4-2-1 16,0 0-3-16,-1 0 1 16,2 0-1-16,-3 0-1 0,1-2 1 15,-2-1-1-15,2-2 1 16,-3 0 2-16,1 1 0 16,-2 0 1-16,0-2 1 15,1 0-2-15,-3 1 1 16,-1-1 5-16,-1-1-2 0,0 3-1 15,0-3 0-15,0 2-1 16,-5-2-1-16,-3 0-2 16,3 1 0-16,-4-1 4 15,0 1-5-15,2-2-2 16,-3 4 0-16,3 0 0 16,-3 3-4-16,0 1-10 0,-4 0-46 15,1 0-44-15</inkml:trace>
  <inkml:trace contextRef="#ctx0" brushRef="#br0" timeOffset="50666.73">4399 4925 29 0,'0'0'17'0,"0"0"0"0,0 0-9 0,0 0-6 0,0 0 3 16,0 0 0-16,0 0-3 15,0 0-1-15,0 0 0 16,0 0-1-16,0 0 1 16,0 0-1-16,-4 16 4 15,8-15 5-15,2 0 4 0,8 2 7 16,4-1-1-16,11-1-7 16,14-1-9-16,10 0-8 15,17-15-88-15</inkml:trace>
  <inkml:trace contextRef="#ctx0" brushRef="#br0" timeOffset="51760.31">5112 7499 125 0,'0'0'9'0,"-40"0"5"0,20-2-2 0,2 2-7 0,-3 0-4 16,3 0 0-16,1-1 2 16,-3-1-1-16,4 1 1 0,2-2 0 15,-1 3 1-15,3-2-3 16,0 2-1-16,3-2 0 15,1 2 0-15,2 0 0 16,2 0 1-16,2 0-1 16,2 0 0-16,0 0-1 15,6 0-4-15,4 2 2 0,7 1 6 16,3 2-3-16,4 0-1 16,5 0 2-16,4 0 0 15,6-2-2-15,3 3 0 16,1-2 1-16,4 3-1 15,3-3 7-15,3 1-2 0,5 0 1 16,4 0 2-16,5-2-2 16,5 0 1-16,4-2-1 15,7-1 0-15,4 0 2 16,1 0-4-16,5 0 0 0,6 0 0 16,3-1-2-16,-2-3 0 15,4-1 0-15,1 1-1 16,0-1 0-16,-5-2 1 15,-4 0 0-15,-2 0 3 16,-11-1 3-16,-5 2-1 0,-9 2-1 16,-9 2-3-16,-6 2-1 15,-9 0 0-15,-5 0-3 16,-10 0-72-16</inkml:trace>
  <inkml:trace contextRef="#ctx0" brushRef="#br0" timeOffset="52258.75">9021 7463 56 0,'0'0'144'0,"0"0"-128"16,0 0 11-16,0 0-11 0,0 0-5 15,0 0-3-15,0 0-5 0,0 0-3 16,0 0-1-16,0 0-1 16,0 0 4-16,0 0-1 15,37-13 0-15,-9 10 0 16,9-1-2-16,6 1 1 15,8-1-2-15,7 0 0 0,9 0-1 16,6 0 2-16,7 0 2 16,4 2 0-16,6 0-7 15,2 2-11-15,-1-3-44 16,-1-2-112-16</inkml:trace>
  <inkml:trace contextRef="#ctx0" brushRef="#br0" timeOffset="53206.09">12038 7527 63 0,'0'0'66'0,"0"0"-41"0,0 0 6 0,-40 0-18 15,31 0-3-15,4 0-4 16,1-3-3-16,0 3-2 16,3 0 0-16,0-3 1 15,1 2-4-15,0-1 6 16,0 1-6-16,0 0-4 0,6-1 3 15,0-1 4-15,6 0-2 16,-1 1 0-16,5-1-1 16,3 0 2-16,7-1 0 15,2 1-1-15,6-1 1 16,2 1 0-16,5 0 1 0,0-1-2 16,2 2-1-16,2-1 0 15,1-1 2-15,0 1 1 16,4 0-3-16,4-1 7 15,3 1-3-15,5-3-1 16,0 1-1-16,3-1 1 0,-1-1-1 16,2 1 1-16,0-1-2 15,0 0 2-15,-3-2-3 16,2 1 0-16,-1 1 5 16,0-1 1-16,-1-1-2 15,2 2 1-15,-3 0-3 16,1 1 1-16,-1-1-1 0,1 1 1 15,-4 0 0-15,0 0-2 16,0 0 2-16,-5 0-2 16,-1-2 2-16,0 2-1 15,-1-1 1-15,-1-1 0 0,-1 2 1 16,-1 0-1-16,-4-1-1 16,0 4 2-16,-5-2-2 15,-1 0 0-15,-3 2 0 16,-2 1 0-16,-3-1 0 15,-4 0 1-15,-2 0 11 16,-2-1 2-16,-1 2-3 0,-4-2-1 16,1 1-4-16,-1 0-2 15,-2-1-1-15,-1 0 2 16,0 0-1-16,-1 1 0 16,-1-3-1-16,-1 3 0 15,0 0-1-15,-1 1-2 0,0 0 2 16,5 2-4-16,-1 0-5 15,-5-4-41-15,-4-7-136 16</inkml:trace>
  <inkml:trace contextRef="#ctx0" brushRef="#br0" timeOffset="54244.21">17212 7602 158 0,'0'0'10'0,"0"0"25"0,0 0-12 16,0 0-11-16,0 0-1 15,0 0 1-15,0 0-2 0,0 0-3 16,0 0-6-16,57 0 0 16,-17 0-1-16,11 0-2 15,7-6-135-15</inkml:trace>
  <inkml:trace contextRef="#ctx0" brushRef="#br0" timeOffset="55225.69">19446 7662 70 0,'0'0'6'0,"0"0"19"0,0 0-2 0,0 0-9 16,0 0-1-16,0 0-3 0,0 0 2 15,0 0-3-15,0 0 0 16,0 0 0-16,0 0-4 15,0 0-2-15,-21-9-2 16,21 9 0-16,0 0-2 16,0 0-5-16,0 0 2 15,4 0 4-15,5 0-1 0,1 0 1 16,4 0 0-16,5 0 0 16,1 0-2-16,5 0 2 15,4 0-1-15,6-1 2 16,2 1-1-16,6-3 2 15,3 3 1-15,7-3 2 16,5 2 4-16,3-3-1 0,7-1-2 16,3 2 0-16,6-1-3 15,5 0 0-15,3 0 0 16,3-2-2-16,2 0 2 16,3 1-3-16,-2 0 1 0,-3 2 0 15,-5-2 0-15,-9 4 0 16,-8 0-1-16,-8 1 0 15,-8 0 0-15,-10 0 0 16,-8 0-1-16,-8 0-23 16,-11 0-73-16</inkml:trace>
  <inkml:trace contextRef="#ctx0" brushRef="#br0" timeOffset="56251.52">21770 6179 83 0,'0'0'8'0,"0"0"18"0,0 0-5 0,0 0-2 0,0 0-4 16,0 0 1-16,0 0 1 15,0 0 0-15,0 0-2 0,0 0-3 16,0 0-7-16,0 0-4 16,0 0-1-16,0-11-2 15,0 11 2-15,2 0 0 16,0 3 0-16,4 2-1 15,-2 1 2-15,4 0-1 0,-3 1 0 16,3 1 0-16,-2-1-1 16,4 1 1-16,-5-1-1 15,3 0 1-15,-3-3 0 16,4 3 0-16,-4-3 0 16,1 2 0-16,0-3 0 15,0 0-1-15,1-2 1 0,-1 0 1 16,3-1-2-16,2 0 1 15,2 0 0-15,2-5 2 16,5-4-1-16,4-2 0 16,0-2 2-16,4-1 1 15,3-3 1-15,4-3 1 0,-1-4 3 16,3-2-2-16,3-3-1 16,0-1 3-16,-1 1-5 15,-2-2 1-15,-1 1-1 16,-4 3-3-16,-1 3 2 15,-3 2-2-15,-1 4-1 0,0 1 1 16,-3 4-1-16,-5 2 0 16,-1 5-7-16,-9 2-17 15,-5 1-27-15,-4 3-73 16</inkml:trace>
  <inkml:trace contextRef="#ctx0" brushRef="#br0" timeOffset="56933.7">21822 6149 47 0,'0'0'13'0,"0"0"-4"0,0 0 4 15,0 0-4-15,0 0-5 16,0 0 0-16,0 0-1 16,0 0 1-16,0 0-2 0,0 0-1 15,0 0-1-15,0 0 0 16,-14 36 0-16,14-32 1 16,0 2-1-16,0-2 0 15,0 0 1-15,2 2 1 16,7-3 2-16,0-2 2 15,4 2-1-15,4-3 0 0,1 0-1 16,4 0 0-16,0 0 1 16,3-9 1-16,1 1 2 15,0-2 0-15,1-3 3 0,2 0 2 16,2-3 3-16,1-3-2 16,3 0 0-16,0-2-6 15,0-3 3-15,3-1 0 16,-1-1-1-16,0 1-5 15,-2 0 0-15,-1 1-5 16,-5 1 3-16,-1 2-1 0,-2 1 0 16,-2 4-1-16,-3 2 0 15,-1 1-1-15,-2 4 2 16,-3 3-2-16,-1 2 0 16,-5 2 0-16,-2 2-2 15,-1 0-12-15,-6 7-15 0,0 3-39 16,-13 3-24-16</inkml:trace>
  <inkml:trace contextRef="#ctx0" brushRef="#br0" timeOffset="57453.28">21845 6206 27 0,'0'0'4'0,"0"0"7"0,0 0-1 0,0 0-4 16,0 0 2-16,0 0-1 16,0 0 1-16,0 0-4 0,-21 43 1 15,21-38 0-15,0 1 0 16,2 0 2-16,4-2-2 16,0-2 2-16,4-1 3 15,-1-1 5-15,3 0 0 16,3 0-1-16,4-6-4 0,2-1-1 15,1-3 2-15,5-2 2 16,-1-3 2-16,2 1-3 16,2-3-1-16,1-2-1 15,3-1 1-15,1-1-5 16,0-3 1-16,0 0-3 16,0-3 1-16,-1 1-1 0,-2 1 0 15,-2 2-2-15,-3 3-1 16,1 3-1-16,-3 3 0 15,-6 2-10-15,-4-3-54 16</inkml:trace>
  <inkml:trace contextRef="#ctx0" brushRef="#br0" timeOffset="61466.76">4372 9302 53 0,'0'0'7'0,"0"0"-1"0,0 0-2 0,0 0-2 16,0 0-2-16,0 0 1 0,0 0-1 15,0 0 5-15,0 0 7 16,0 0 0-16,0 0-1 16,0 0-3-16,-36-3-5 15,34 3 0-15,2 0 0 16,-2 0 1-16,2 0-1 0,0 0-3 16,0 0-1-16,0 0 0 15,2 0 2-15,3 0-1 16,3 0 1-16,2 2-1 15,3 2 1-15,3-1-1 16,1-1 0-16,4 0 0 0,3 0 0 16,2-1 0-16,1-1 1 15,2 0 0-15,3 0 0 16,-1 1-1-16,4 1 0 16,4-2 0-16,1 0-2 15,2 0 1-15,2 0 7 0,0 0-5 16,1 0 1-16,-3 0-1 15,0 0 4-15,1 0-3 16,0 0 4-16,0 0-5 16,-1 0 4-16,-2 0-1 15,1 0 2-15,-2 0-1 16,-1 0-3-16,-4 0 2 0,3 0-2 16,-3-3-1-16,0 1 0 15,-3-3 0-15,-4 3 1 16,-1 0-1-16,-5-1-1 15,-6 3-1-15,-7 0-18 0,-8 0-28 16,0 0-37-16</inkml:trace>
  <inkml:trace contextRef="#ctx0" brushRef="#br0" timeOffset="61958.23">4584 9399 61 0,'0'0'14'0,"0"0"13"0,0 0-1 0,0 0-15 0,0 0-15 15,0 0-7-15,0 0 11 16,0 0 0-16,0 0 1 0,48 1 2 16,-27 7-1-16,4-1 1 15,6 0-1-15,3 2 2 16,0-2 1-16,8 0 2 15,-2 1 1-15,7-1-2 16,0-3 0-16,3 3-3 16,1-2-1-16,3 0 0 0,1-1 0 15,-1-1 0-15,-1-1 2 16,1 2-1-16,-4-1 1 16,-2-2-1-16,-2 2 0 15,-6 1-1-15,-5-2-2 16,-4 2 1-16,-6 2 0 0,-4 1-1 15,-6-3-4-15,-5-1-50 16</inkml:trace>
  <inkml:trace contextRef="#ctx0" brushRef="#br0" timeOffset="63515.81">9347 8875 42 0,'2'-3'4'0,"1"2"-3"0,-1-1-1 0,2 1 1 15,-3-1 0-15,0 1-1 16,0 1 0-16,1 0 1 0,0 0-1 16,-2 0 2-16,2 0 2 15,0 0 3-15,1 0 1 16,0 0 0-16,1 0-1 15,-2 0-3-15,0 0 0 16,0 0-3-16,-1 0 0 0,2 0 2 16,0 3-3-16,1 1 1 15,-1 0 0-15,1 5-1 16,3-2 1-16,-3 0-1 16,3 1 0-16,-1-1 0 15,-1 1 0-15,4-1 0 0,-2 0 1 16,0-3-1-16,1-1 1 15,1-1 1-15,1-1 3 16,2-1 4-16,2 0-1 16,1-4-1-16,6-6 0 15,0-5 0-15,5-2-1 0,5-3 1 16,3-2-2-16,1-4-1 16,3-2 0-16,2-5 4 15,3 0-1-15,0-2 2 16,6-2-2-16,-3 0-1 15,-1 1-3-15,0 4 0 0,-2 2 1 16,-6 3-3-16,-5 6-1 16,-3 2 1-16,-4 8-1 15,-8 4 0-15,-3 4-3 16,-9 3-33-16,-5 0-36 16</inkml:trace>
  <inkml:trace contextRef="#ctx0" brushRef="#br0" timeOffset="64371.55">9340 8916 50 0,'0'0'1'0,"0"0"4"0,0 0 6 0,0 0-6 15,0 0-3-15,0 0-1 16,0 0 0-16,0 0 0 0,0 0-1 16,0 0 0-1,0 0 1-15,0 0 0 0,0 0 1 16,23 6-1-16,-19 2-1 15,0 2 1-15,0 0-1 16,2 0 1-16,-2-2-1 16,3 1 0-16,-1-2 0 0,6-1 0 15,-1-3 0-15,2-3 0 16,3 0 1-16,3-1 0 16,0-10 3-16,4-4 6 15,3-2-2-15,1-3 1 0,2-2 1 16,1 0-2-16,3-5-1 15,1 0 1-15,3-5-1 16,1-4-3-16,5-3 0 16,-1-2-4-16,0-2 1 15,2 2 1-15,-2-1 0 16,-2 2 0-16,0 2 5 0,-4 2 3 16,-3 2 4-16,-2 1-2 15,-2 3-4-15,-2 5-2 16,-2 2-3-16,-5 6-1 15,-4 3 0-15,-5 5-1 16,0 4-2-16,-2 3 1 0,0 2 0 16,-3 0-2-16,-1 0-43 15,-5 0-59-15</inkml:trace>
  <inkml:trace contextRef="#ctx0" brushRef="#br0" timeOffset="66690.27">17146 14475 23 0,'2'14'10'0,"0"4"9"0,2 2-4 0,-4 3 1 15,2 4-7-15,0 3-1 16,-1 2 1-16,0 1-2 16,1 3 1-16,1-1-2 15,2-1 0-15,-3 3-1 16,1 0-1-16,3 6 0 0,-4 1-1 15,1 1-1-15,0 2-1 16,0-2 1-16,-1-2-1 16,1-4-1-16,-1-4 1 15,-1-2 0-15,1-4 1 16,2-2 1-16,0-4 2 16,0 0-3-16,1-2 0 0,2-1-1 15,4-4-1-15,-6-2 0 16,3-7-9-16,-3-5-40 15</inkml:trace>
  <inkml:trace contextRef="#ctx0" brushRef="#br0" timeOffset="67201.57">17215 14323 81 0,'0'0'0'0,"0"0"4"0,0 0 1 0,0 0 5 16,0 0 1-16,0 0-5 15,0 0 1-15,0 0-2 16,-40 47 0-16,29-34 0 16,1 2 0-16,-6 5-2 15,-1 0-1-15,1 4-2 0,-2 0 1 16,-2 4-1-16,1-2 0 16,0 2 0-16,-3-3 0 15,1-2-1-15,0 0 1 16,-1-3-3-16,4-3-9 15,-1-5-23-15,6-5-64 0</inkml:trace>
  <inkml:trace contextRef="#ctx0" brushRef="#br0" timeOffset="67516.67">17063 14395 135 0,'0'0'3'15,"0"0"7"-15,0 0 12 16,0 0-14-16,51 6 0 15,-33-2-3-15,4 2-1 0,1 1-1 16,6 0-3-16,4 4 1 16,2-2-1-16,7 4 1 15,6 0-1-15,4 2-2 16,-4-1-24-16,4 1-31 16</inkml:trace>
  <inkml:trace contextRef="#ctx0" brushRef="#br0" timeOffset="70003.73">14936 14719 180 0,'8'-11'-14'0,"-3"-2"26"0,1 4 6 0,-3 4-2 15,0 0-4-15,-1 5-5 16,-1 0-6-16,1 3 1 16,-2 9 1-16,2 6 4 0,-2 3-6 15,2 4 2-15,-1 3-3 16,1 3 1-16,0 3 0 15,3 5-1-15,-3 0 1 16,-2 4-1-16,0 0 0 16,0-4-1-16,0-2 0 0,0-4-16 15,0-6-35-15,0-10-15 16</inkml:trace>
  <inkml:trace contextRef="#ctx0" brushRef="#br0" timeOffset="70324.92">14906 14573 163 0,'0'0'-16'15,"0"0"47"-15,0 0 16 16,0 0-24-16,0 0-10 16,-40-18-8-16,35 27-5 0,-3 8-1 15,2 6 1-15,-2 5 0 16,1 4 0-16,-4-2 0 16,4-1-1-16,1-2 1 15,-1-4-3-15,1-1-4 0,0-3-12 16,0-6-26-16,1-6-12 15,-5-4-35-15</inkml:trace>
  <inkml:trace contextRef="#ctx0" brushRef="#br0" timeOffset="70523.75">14823 14621 186 0,'0'0'2'15,"0"0"8"-15,42-16 6 16,-22 15-3-16,2 1-6 0,1 0-6 16,2 4 1-16,-5 6-2 15,0 4 1-15,-3 2-2 16,-1 1-23-16,-5-5-39 16,-1-3-21-16</inkml:trace>
  <inkml:trace contextRef="#ctx0" brushRef="#br0" timeOffset="70964.22">14993 14048 95 0,'0'0'44'0,"0"0"-32"16,0 0-1-16,0 0-6 15,-38 21-4-15,33-4 1 16,0 0-2-16,4 1 1 16,1 1-1-16,0-2 1 0,2-3 0 15,7-1-1-15,0-2 3 16,2-4-2-16,2-4-1 15,1-3 3-15,1 0-1 16,0-1 7-16,-2-8 2 16,-2-4-5-16,-1 0 0 0,-6-2 9 15,-1-1 6-15,-3 1-9 16,0-4-3-16,-1 2-2 16,-7 0-4-16,0 0-3 15,-3 6 1-15,1 1-3 16,1 1-4-16,-1 9-11 15,2 0-15-15,2 0-23 0,2 7-2 16,3 0-56-16</inkml:trace>
  <inkml:trace contextRef="#ctx0" brushRef="#br0" timeOffset="71342.89">15208 14160 170 0,'0'0'-15'0,"0"0"22"0,0 0 3 15,0 0 0-15,0 0-1 16,0 0 10-16,0 0 3 16,0 0-3-16,0 0-6 15,40-34-5-15,-31 33-3 16,-2 1-4-16,4 0 0 0,2 0-1 15,-4 5 0-15,-1 5-1 16,-3 2-3-16,-3 1-3 16,-2 4 6-16,0-1 0 15,-2 0 1-15,-6-2 0 16,1-3 1-16,1-2 0 0,2-2 1 16,2-3-1-16,2 0 0 15,0-3-1-15,6-1-3 16,10 0 0-16,12-4 3 15,10-6 1-15,11-4-1 16,7-4-40-16,5-5-114 0</inkml:trace>
  <inkml:trace contextRef="#ctx0" brushRef="#br0" timeOffset="71911.62">17295 13759 193 0,'0'0'8'0,"0"0"7"0,0 0 3 0,-43-26-14 15,32 22-2-15,-1 4-1 0,0 0 0 16,1 0 0-16,2 10-2 15,-3 1 1-15,2 5 1 16,3 1-13-16,-2 6-2 16,6-2 34-16,1 3-23 15,2-2 12-15,0-2-12 0,2-2 0 16,6-5 3-16,3-3-1 16,1-3-1-16,1-4 0 15,-1-3 1-15,1 0 5 16,-1-3 4-16,-3-6 0 15,-1-5 5-15,-2-2 3 0,-2-2-3 16,-4-1-5-16,0-1 1 16,0-2-2-16,-2 2-2 15,-6 0-2-15,0 6-3 16,1 2-2-16,-1 5-9 16,0 5-12-16,-2 2-14 0,3 0-60 15</inkml:trace>
  <inkml:trace contextRef="#ctx0" brushRef="#br0" timeOffset="72438.24">17392 13868 17 0,'0'0'71'0,"0"0"-64"0,0 0 21 0,0 0-3 0,0 0-8 15,37-14-7-15,-33 13-1 16,-1 1-4-16,1 0-3 0,3 0 0 16,-2 0-2-16,3 3 2 15,-2 2-2-15,3 4 1 16,-3-1-2-16,0 5 1 15,-2-2-5-15,-2 2 1 16,-2 0 4-16,0 1 2 16,0-1 0-16,-6 1-1 0,-2-1-1 15,0-2 1-15,-2 1-1 16,1-4 0-16,2-1 0 16,-2-1 1-16,4 0-1 15,3-2 2-15,-2-4-1 0,3 1 1 16,1-1 1-16,0 0-1 15,0 0-2-15,5 0 3 16,3 0 7-16,3 0 1 16,2-4-1-16,2-2 0 15,1 0-3-15,0 1 0 16,1 1-3-16,-1-1 0 0,0 0-1 16,3 1-1-16,-1 1-2 15,1-1 0-15,-1 3 1 16,1-3-26-16,-5 0-60 15</inkml:trace>
  <inkml:trace contextRef="#ctx0" brushRef="#br0" timeOffset="76283.94">15222 14995 41 0,'-1'0'5'0,"1"0"18"0,0 0-21 15,1-4-7-15,7-1-14 16,-3-5 0-16,1 3 11 0,-2-1 9 15,-3-1 13-15,1 2 17 16,-2-2-10-16,0 1-7 16,0 1-5-16,0 1-6 15,0 2-1-15,0 1 0 16,-3 0 7-16,-1 0 10 16,0 2 4-16,0 1-3 0,1-1 1 15,1-1-1-15,2 2-9 16,-5 0-8-16,5 0-3 15,0 2-1-15,0 3 0 16,0 5 1-16,0 0-1 16,0 1 1-16,0 1 0 0,0 5 1 15,3-2-2-15,1 2 1 16,-2-1 1-16,2 3-1 16,1-3 0-16,0 0 0 15,1-1-1-15,1-3 1 0,-2 1 0 16,3-6 0-16,-2 3 0 15,4-4 0-15,-5-1-2 16,3-1 1-16,-3-3 0 16,1-1 2-16,-2 0-1 15,2 0 0-15,-2 0 2 0,-2-8 1 16,0 0 0-16,-1-2 0 16,1 0 1-16,-2-1-3 15,0 2 1-15,1-1 0 16,-1 2-1-16,0 2 0 15,0 3-1-15,1 0 0 0,1 2-1 16,0 1-1-16,2 0-2 16,1 1 0-16,2 4 1 15,0 0 2-15,2 0 1 16,2-1 0-16,-4 0 0 16,4-1-1-16,0-1 1 15,0-2 0-15,-4 0 0 0,1 0 0 16,-2 0 0-16,0-8 1 15,-4-1 9-15,-2-2 8 16,0-3-4-16,0-1-3 16,0 0-2-16,-2 1-7 15,-4 0 0-15,1 0-2 0,2 4-1 16,1 3-11-16,-2 2-10 16,3 3-27-16,1 2-74 15</inkml:trace>
  <inkml:trace contextRef="#ctx0" brushRef="#br0" timeOffset="77158.95">15535 15044 99 0,'0'0'4'0,"0"0"19"0,0 0 3 0,0 0-7 16,0 0-3-16,0 0 3 15,0 0-1-15,0 0-11 16,0 0-6-16,0 0-2 15,0 0-1-15,0 0 2 0,0 0 0 16,-1 13 0-16,2-2-1 16,2 2 1-16,0-3 1 15,-1 0-1-15,0 0 0 16,0 0 0-16,0 1 0 0,-1-2 0 16,1 0 0-16,0-1 0 15,-2-1 2-15,0 0-2 16,0 0 0-16,0-3 0 15,0 0-2-15,0-2 4 16,0 0-2-16,0 0 1 0,-1-2 1 16,-1 0-1-16,1 0 2 15,0 0 0-15,1 0-1 16,-2 0-1-16,2-2-2 16,0-1 1-16,0 1 0 15,0-2 0-15,0-1 0 16,0 0 0-16,0 1-1 0,0-2 1 15,2 2 1-15,-2-2-1 16,1 3 0-16,0-1 0 16,1 0 1-16,-1 1-1 15,1-1 0-15,0 2 0 0,0-2 0 16,0 1-1-16,2 2-1 16,-2-2 1-16,2 3-1 15,-2-1 0-15,0 1 0 16,0-2 2-16,-1 2-2 15,1 0 2-15,2 0 2 0,0-2-4 16,-1 2 1-16,2 0 1 16,-1 0 0-16,0 0 0 15,1 0 0-15,-1 0 1 16,0 0-1-16,1 0 0 16,0 0 0-16,-1 0 0 15,-1 0 0-15,3 0 0 0,-4 5 2 16,0-1-2-16,1 0 0 15,-2 3 1-15,0-1-1 16,0 1 1-16,-1-1-1 16,1 1 1-16,-1 2-1 15,0-1 0-15,2 0 0 0,0 0 0 16,1 1-1-16,-2-1-22 16,0 0-30-16,-1 0-26 15</inkml:trace>
  <inkml:trace contextRef="#ctx0" brushRef="#br0" timeOffset="77693.23">15733 15154 20 0,'0'0'4'0,"0"0"16"0,0 0 0 0,0 0-3 0,0 0-6 15,0 0 4-15,0 0-5 16,0 0-3-16,-4 38-3 16,4-31-3-16,0-1 2 15,0 0-3-15,0-1 1 16,0 1 0-16,2-2-1 0,2 0 1 16,0-1 0-16,-1 0 3 15,1-3 2-15,3 0 5 16,-3 0 8-16,1 0 3 15,1-4-8-15,-3-3 9 16,0-2-3-16,0 1-4 0,-3-1-4 16,0-1-3-16,0 0 1 15,0 0-4-15,0 0-4 16,0 2 0-16,-5 1-1 16,1 1 1-16,0 2-7 15,-2 3-10-15,1 1-8 0,-5 0-24 16,2 4-42-16,-1 1-40 15</inkml:trace>
  <inkml:trace contextRef="#ctx0" brushRef="#br0" timeOffset="78148.09">15572 15398 73 0,'0'0'15'0,"0"0"10"0,0 0-12 0,0 0-9 0,0 0 0 16,0 0-2-16,0 0 7 16,0 0 7-16,0 0 3 15,0 0 1-15,0 0 3 16,21-21-9-16,-11 16-10 15,-1 1-2-15,2-2-2 16,1 1 1-16,-1 2-2 0,2-3 3 16,0 3-2-16,-4-1 0 15,3 3-4-15,-3-1-19 16,2 2-2-16,0-1-24 16,-6 0-12-16</inkml:trace>
  <inkml:trace contextRef="#ctx0" brushRef="#br0" timeOffset="78282.32">15647 15446 139 0,'0'0'3'16,"0"0"-5"-16,0 0 2 16,45-10 1-16,-17-4-65 15</inkml:trace>
  <inkml:trace contextRef="#ctx0" brushRef="#br0" timeOffset="79642.74">17469 14789 87 0,'0'0'7'0,"0"0"25"0,0 0-1 0,0 0 3 16,0 0-11-16,0 0 3 15,-9-35-5-15,7 31-5 0,2 4-7 16,0 0-7-16,0 0-4 16,0 0-4-16,0 4 2 15,0 5 2-15,0 0 0 16,0 3 2-16,0 1 0 16,0 1 0-16,2-2 2 0,1 1-4 15,3-2 2-15,-2-1 0 16,3-2 0-16,1-2 0 15,-1 1-1-15,1-2-1 16,3-2-1-16,-4-2-2 0,2-1-5 16,2 0 0-16,-3 0 0 15,0 0 4-15,-2-4 3 16,1-2 4-16,-3 0 0 16,-1 1 0-16,-1 0 0 15,0 2 2-15,-2 0 0 16,0 2 0-16,0 1-2 0,0 0 0 15,0 0-6-15,2 0-1 16,1 0 4-16,1 1 2 16,2 2 0-16,0 2-1 15,0-2 1-15,1 1 0 16,1-3 0-16,0 1 0 0,0-2-1 16,-1 0-2-16,0 0 3 15,-1-2 5-15,-1-4 9 16,-5-1 6-16,0-1 0 15,0-2-4-15,0 0-5 16,0 0-3-16,-4 0-4 16,-1 1-2-16,0 1-2 0,-2 1-6 15,3 3-14-15,-2 2-15 16,-1 1-38-16,2-1-73 16</inkml:trace>
  <inkml:trace contextRef="#ctx0" brushRef="#br0" timeOffset="80169.1">17775 14770 167 0,'0'0'4'0,"0"0"9"0,0 0-2 0,0 0-7 15,0 0-3-15,0 0-1 16,0 0 0-16,0 0 0 0,0 0 2 16,0 0-2-16,-6 49 1 15,6-34-1-15,0 2 0 16,0-3 1-16,0 2 0 16,0-2-2-16,0-1 1 15,0-2 0-15,4-1 0 0,-2 0-1 16,1-3 0-16,-1-1-5 15,2 0 1-15,-1-3-1 16,-1-1 3-16,-2-2-1 16,2 0 5-16,-2 0 8 15,1-5 3-15,0-5 2 0,2 1-3 16,1-1-1-16,0-1-7 16,-1 1 1-16,4 0 3 15,-2 0-6-15,2 2 1 16,-1-1-2-16,-1 4 1 0,0 0 0 15,1 2 0 1,-3 3 0-16,2 0-1 0,-3 0 0 16,0 0 1-16,1 3-1 15,-1 6-1-15,2-1 2 16,0 4-5-16,0-1-10 16,0-1-16-16,2 0 5 0,-1-3-34 15,1-1-21-15</inkml:trace>
  <inkml:trace contextRef="#ctx0" brushRef="#br0" timeOffset="80481.71">17942 14901 146 0,'0'0'13'0,"0"0"13"0,0 0-5 16,0 0-15-16,0 0-4 15,0 0-1-15,0 0-13 16,0 0 1-16,0 0 9 0,0 0 2 15,0 3 0-15,0 2-1 16,2 1-1-16,3-2 0 16,2-1-1-16,0-3 1 15,2 0 1-15,0 0 0 0,-4 0 3 16,3-7 1-16,-4 0 7 16,0-3 16-16,-4 0 6 15,0 0-8-15,0 0-8 16,0 0-3-16,-4 2-7 15,-5-1-4-15,1 5-4 16,-3 3-18-16,-5 1-11 0,1 0-38 16,-5 0-25-16</inkml:trace>
  <inkml:trace contextRef="#ctx0" brushRef="#br0" timeOffset="81079.84">18110 14539 35 0,'0'0'128'0,"0"0"-128"0,0 0 3 0,0 0-2 16,0 0-2-16,0 0-8 15,0 0 7-15,0 0 4 16,0 0-1-16,0 35 0 16,0-19 1-16,0 1 0 15,0 2 0-15,0 0-2 0,2 1 1 16,3-1-1-16,0-1 0 15,0-2 1-15,1-4-2 16,-1 1 1-16,3-4 0 16,-4-2 0-16,2-1 1 15,-2-1-1-15,0 0 0 0,-2-3 0 16,-1 1 0-16,-1-2-1 16,0-1 2-16,0 0 3 15,0 0-2-15,-1-2 1 16,0-4-1-16,-1-1-2 15,2 0 0-15,0-2 0 0,0-2 2 16,0 2 2-16,5 0-2 16,0 1 3-16,0-1-3 15,4 1 0-15,-2 1-1 16,1 2 1-16,-1 2-2 16,3 1 0-16,-2 1-2 0,0 1-2 15,-1 0-1-15,3 4-7 16,-3 5-2-16,-1 2-10 15,0 2-18-15,-2-2 10 16</inkml:trace>
  <inkml:trace contextRef="#ctx0" brushRef="#br0" timeOffset="81365.02">18317 14792 109 0,'0'0'10'0,"0"0"7"0,0 0-7 0,0 0-9 16,0 0-1-16,0 0-3 16,0 0-16-16,0 0 2 15,0 0 10-15,0 0 5 16,29 12 2-16,-36 0 0 0,-1-2 1 16,2 1 3-16,0-4 6 15,3-1 6-15,3-2 4 16,0-4-7-16,4 0-5 15,13 0 13-15,6-8 4 16,11-4-14-16,7-2-8 0,7-2-3 16,5-4-21-16,1 0-56 15</inkml:trace>
  <inkml:trace contextRef="#ctx0" brushRef="#br0" timeOffset="82845.49">17757 15704 33 0,'3'0'41'0,"-1"0"-11"0,1 0-13 15,3 0-11-15,1 0-5 16,2 1-1-16,-3 0-7 15,3-1-10-15,-3 3 8 16,2-3 8-16,0 2 1 0,0-1 1 16,0-1 4-16,2 0 17 15,1 0-5-15,3 0 4 16,1 0-7-16,3-3-4 16,1-1-6-16,2 1-2 15,3-1 0-15,3-1-2 0,0 1 1 16,4 1-2-16,5 0-6 15,2-1-10-15,-2 1-6 16,1 1-1-16,-1-3-22 16</inkml:trace>
  <inkml:trace contextRef="#ctx0" brushRef="#br0" timeOffset="83107.67">18289 15549 160 0,'0'0'1'0,"0"0"8"16,0 0 6-16,39-6-10 15,-26 6-3-15,-4 4-1 16,-1 8 1-16,-1 2-4 16,-7 1-13-16,0 1-60 0</inkml:trace>
  <inkml:trace contextRef="#ctx0" brushRef="#br0" timeOffset="83486.56">15562 15057 227 0,'0'0'-130'0,"0"0"127"15,-38-30-5-15,35 23-5 16,3 2-22-16,0-1 12 0,0 1 16 15,6-1 7-15,4 1 16 16,3 0 6-16,-1 0-9 16,2-3-12-16,-3-4-23 15</inkml:trace>
  <inkml:trace contextRef="#ctx0" brushRef="#br0" timeOffset="84275.65">14611 14943 172 0,'0'0'-19'0,"0"0"37"0,0 0 7 0,0 0-4 16,0 0-1-16,0 0-9 16,0 0-5-16,0 0-4 15,0 0-1-15,0 0 0 16,-31 23-1-16,31-6 1 15,0 2-1-15,0-1 0 0,0-1 0 16,4 0 0-16,-1-5 0 16,-1-2 0-16,1-2 0 15,2-4 0-15,-5-1 0 16,2-3 0-16,-2 0 0 16,1 0 0-16,1-4 5 0,1-6-5 15,3-1 1-15,-3-1 0 16,0-2 0-16,2 5 1 15,-1-2 0-15,1 6 1 16,1 2-3-16,2 3-2 16,0 0 2-16,3 3 0 0,-1 8-1 15,1 2-5-15,0 2-12 16,2-3-26-16,-2 3-6 16,-2-6-12-16</inkml:trace>
  <inkml:trace contextRef="#ctx0" brushRef="#br0" timeOffset="84424.82">14861 15039 186 0,'0'0'-2'15,"0"0"35"-15,0 0 0 16,0 0-19-16,0 0-12 0,0 0-2 16,0 0-1-16,22 51-2 15,-15-16-19-15,0-1-63 16</inkml:trace>
  <inkml:trace contextRef="#ctx0" brushRef="#br0" timeOffset="86261.57">5364 13009 69 0,'0'0'6'0,"0"0"18"0,0 0-3 0,0 0-13 0,0 0 1 16,0 0-2-16,0 0-3 15,0 0-3-15,0 0-1 0,0 0-1 16,-13 0 3-16,13 0-2 16,0 2 0-16,5-1 2 15,1-1 0-15,1 3 1 16,4-2-3-16,0-1 1 0,3 3 0 16,1-3-1-16,3 3 1 15,0-2-2-15,4 2 1 16,3-2 1-16,2-1 0 15,2 0 0-15,3 0 2 16,5 0-2-16,1 0 1 16,4-5 1-16,4-1 0 0,7 2-2 15,-2 0 0-15,3-1 0 16,2 0-1-16,4-1 1 16,1 1-2-16,3-2 2 15,1 1-1-15,4-1 1 16,3 1-1-16,2-1 0 0,1 1 0 15,-2 2 1-15,2 0-1 16,0-1 0-16,0 3 0 16,1-3-1-16,0 2 9 15,0-1 0-15,0-2-1 16,-1-1-1-16,4-1-2 0,-5-1 1 16,2 0 1-16,-5 1-2 15,3 1 0-15,-4 1-4 16,-4 2 1-16,-1 0 1 15,-7 2-1-15,-3 1-1 16,-7 1 0-16,-5 0 1 0,-5 0-1 16,-5 0 1-16,-4 0-1 15,-6 0-2-15,-8 0-25 16,-5 1-51-16</inkml:trace>
  <inkml:trace contextRef="#ctx0" brushRef="#br0" timeOffset="87996.49">18519 13462 40 0,'0'0'26'0,"0"0"-9"0,0 0 2 0,0 0-14 16,3 0-6-16,4 2 1 15,2-1 0-15,3-1 1 0,3 3 0 16,5-2-1-16,-2 1 1 16,3-1 0-16,3 2 1 15,2-1 1-15,2 0 2 16,3 1-3-16,6-2 1 15,3 1-1-15,5-2-1 0,4 0 0 16,7 0 5-16,1 0 6 16,5 0 1-16,5-6 1 15,4-1 0-15,0 0-2 16,1 1-3-16,0-1-5 0,-3 3-1 16,2 2-2-16,-6-2 0 15,-2 3 0-15,-5 1-1 16,-7-1 2-16,-5 1-2 15,-9 0 0-15,-8 0 0 16,-6 0 0-16,-9 2-2 0,-6 4-14 16,-8 1-24-16,-1 0-15 15,-14-3-53-15</inkml:trace>
  <inkml:trace contextRef="#ctx0" brushRef="#br0" timeOffset="88433.91">18650 13680 81 0,'0'0'3'0,"0"0"19"0,0 0-19 0,0 0-1 0,0 0 1 16,49 2 0-16,-25-2 2 16,7 0 2-16,3 0 4 15,6 0 3-15,7 0 2 0,2 0-7 16,3 0-2-16,3 0-1 15,2 0 0-15,2 0-2 16,2 3 2-16,-2-3 2 16,0 3 1-16,0-2-2 15,-3 0 1-15,-3-1-1 0,-6 1-3 16,-4-1-3-16,-4 1 0 16,-5 2 0-16,-5-2-2 15,-9 1-11-15,-8 0-33 16,-7-2-45-16</inkml:trace>
  <inkml:trace contextRef="#ctx0" brushRef="#br0" timeOffset="89362.55">19432 11207 99 0,'0'0'9'0,"0"0"5"0,0 0 3 16,0 0-11-16,0 0-4 15,0 0-1-15,0 0 2 16,0 0 5-16,0 0-6 0,0 0-2 16,0 0 0-16,0 0 0 15,0-13 1-15,2 18 0 16,-2 3 1-16,2-1-2 15,0 4 0-15,1-1 0 16,0 2 0-16,2-1 0 0,0 2 0 16,-3-3 0-16,1 1 0 15,0-4 0-15,2-1 1 16,-3-1-2-16,0-1 2 16,1-3-2-16,2-1 2 15,0 0 7-15,1 0 10 0,3-10 1 16,3 1-9-16,3-6-5 15,1-2 0-15,5-3-2 16,0-2 2-16,5-3 0 16,3-1 3-16,2-2-2 15,2-1-2-15,0 1-1 0,0 0 0 16,-3-1-1-16,-2 4 2 16,-3 1 0-16,-5 1 1 15,-3 4 0-15,-5 5-1 16,-2 4 1-16,-2 3 0 15,-4 4-1-15,-2 3-3 16,2 0-2-16,1 0 0 0,-3 10-12 16,-2-3-32-16,0-5-101 15</inkml:trace>
  <inkml:trace contextRef="#ctx0" brushRef="#br0" timeOffset="92207.71">3530 15313 34 0,'-10'0'6'0,"1"0"0"0,1 0-4 0,1 0-6 16</inkml:trace>
  <inkml:trace contextRef="#ctx0" brushRef="#br0" timeOffset="92905.21">3442 15051 110 0,'0'0'10'0,"0"0"19"0,0 0-6 0,0 0-7 0,0 0-4 15,0 0 3-15,0 0-2 16,0 0-2-16,0 0-1 16,0 0-3-16,-6-11-6 15,6 11-3-15,0 6 1 0,0 2 1 16,4 1 0-16,3-1-2 16,3 4 0-16,2-4 1 15,1 2-1-15,1-3 0 16,-1 3 4-16,3 0-1 0,-2-1 0 15,1 1 0-15,-2 0-1 16,-2-1 0-16,1 3 1 16,-1-2-2-16,-5 1 2 15,1-1-3-15,-2 1-4 16,-3-1-11-16,-1-2-13 16,0-1-16-16,-1-5-27 0</inkml:trace>
  <inkml:trace contextRef="#ctx0" brushRef="#br0" timeOffset="93365.48">3623 15020 94 0,'0'0'27'0,"0"0"1"0,0 0-2 0,0 0-2 0,0 0-5 15,0 0-6-15,0 0-4 16,0 0-4-16,0 0-2 16,0 0-3-16,-22 3 1 0,16 8-1 15,-1 2 0-15,-1 1 1 16,-2 4-1-16,-1 1 0 16,-3 1 0-16,1 2 1 15,-3-1-1-15,0 0 0 16,1-3 1-16,2-2 0 0,4 0-1 15,-1-3 0-15,4-2 0 16,2-1 0-16,3 0-2 16,1-3-5-16,0-4-50 15,0-3-36-15</inkml:trace>
  <inkml:trace contextRef="#ctx0" brushRef="#br0" timeOffset="93823.86">3733 15243 95 0,'0'0'26'0,"0"0"0"0,0 0-1 0,0 0-4 15,0 0-2-15,0 0-5 16,0 0-8-16,0 0-2 16,0 0-3-16,0 0 0 15,-18 34-1-15,18-18 1 16,0-1-1-16,0 3 0 16,0 0 0-16,0 2 0 15,0 0 1-15,0 0-1 0,0 2-1 16,0-3-7-16,2-3-45 15,1-9-56-15</inkml:trace>
  <inkml:trace contextRef="#ctx0" brushRef="#br0" timeOffset="94563.54">4113 15155 91 0,'0'0'22'0,"0"0"-12"0,0 0-5 0,0 0 3 16,0 0 4-16,0 0-3 15,0 0-3-15,0 0-2 16,49 6 0-16,-29-5-3 0,3 2 1 16,0-3 1-16,6 1-1 15,3 2 1-15,1-3 0 16,2 1 0-16,0-1 0 16,1 1 4-16,-2-1 0 15,3 1 1-15,-1 1-3 0,2 0-1 16,0 0-2-16,2-1 0 15,-2 2-1-15,3-2 0 16,-3 2-1-16,-3-2 1 16,-4 0 4-16,-1 2 0 15,-5-1-2-15,-1 1-1 16,-4 1-2-16,-4 1 1 0,1-1 1 16,-5 3-1-16,1-1-1 15,-6-2-6-15,2 0-28 16,-4-2-15-16,-1-2-23 15</inkml:trace>
  <inkml:trace contextRef="#ctx0" brushRef="#br0" timeOffset="94852.7">4978 15107 149 0,'0'0'1'0,"0"0"-1"0,0 0 1 15,0 0 1-15,0 0 0 16,8 44-2-16,-7-33 2 15,1 6-2-15,-2-2 0 0,0 2 0 16,0 1-2-16,0-2-15 16,0-2-44-16</inkml:trace>
  <inkml:trace contextRef="#ctx0" brushRef="#br0" timeOffset="95250.85">5181 15015 159 0,'0'0'11'0,"0"0"15"15,0 0-3-15,0 0 2 0,0 0-8 16,0 0-9-16,0 0-3 16,0 0-3-16,0 0-3 15,7-17 1-15,0 23 0 16,-1 3 0-16,5 1 0 15,1 3 0-15,-2-2 0 16,2-1 0-16,1 1 0 0,0-2-5 16,1 1-16-16,0-4-27 15,-1-2-15-15,-2-3-16 16</inkml:trace>
  <inkml:trace contextRef="#ctx0" brushRef="#br0" timeOffset="95601.36">5436 14938 158 0,'0'0'24'16,"0"0"13"-16,0 0-6 15,0 0-13-15,0 0-11 0,0 0-6 16,0 0-3-16,0 0 2 16,0 0 0-16,-18 24 0 15,10-7 0-15,-3 1 1 16,3 4-1-16,-3 2 0 16,-3 2 0-16,3 2-3 15,-1-2 0-15,2-2-4 0,-1 0-1 16,2-2 2-16,0-2 2 15,4 0 0-15,1-3-7 16,2 2-16-16,0-5-17 16,2-3-18-16</inkml:trace>
  <inkml:trace contextRef="#ctx0" brushRef="#br0" timeOffset="95877.42">5552 15157 154 0,'0'0'11'0,"0"0"-5"15,0 0-4-15,-18 45 1 16,12-22-1-16,-2 1-2 0,4 7 1 16,-3 5-1-16,1 5-1 15,-6 1-12-15,-1 0-63 16</inkml:trace>
  <inkml:trace contextRef="#ctx0" brushRef="#br0" timeOffset="96562.54">3342 16125 0 0,'0'0'103'0,"0"0"-79"0,0 0 4 16,0 0-17-16,0 0-3 16,0 0-3-16,0 0 2 15,0 0 5-15,0 0-4 0,0 0 4 16,-18-14-6-16,18 14-6 15,0 4-1-15,0 6 1 16,8 1 0-16,2 2 0 16,1 2 0-16,0 0 0 0,3 1 0 15,-4-1-1-15,2 0 1 16,-1 0 1-16,0-3-1 16,1-1 0-16,-2 0 0 15,1-1 0-15,1-1-12 16,-3-2-29-16,-3-6-32 15</inkml:trace>
  <inkml:trace contextRef="#ctx0" brushRef="#br0" timeOffset="96839.68">3482 16097 123 0,'0'0'10'0,"0"0"30"0,0 0-15 15,0 0-8-15,0 0-8 16,-42 30-5-16,31-8-1 16,-1 8-2-16,0 1-1 15,-2 3 0-15,1 2 2 16,-1-1-2-16,1-2-2 0,4 0 2 15,-1-2-4-15,4-7-28 16,2-8-58-16</inkml:trace>
  <inkml:trace contextRef="#ctx0" brushRef="#br0" timeOffset="97472.32">3608 16374 103 0,'0'0'20'0,"0"0"3"0,0 0-11 0,0 0-3 0,0 0-1 16,0 0-4-16,0 0-1 15,0 0 1-15,33-37 0 16,-26 37-1-16,0 0 0 0,1 0-1 16,-1 0-2-16,0 3 0 15,-2 5 1-15,-1 2 0 16,0 4 0-16,-4-2-1 16,0 3-1-16,0 1-1 15,-6 0 0-15,-6 0 1 0,3 0-1 16,-4-2 2-16,-1-1 0 15,2-1 2-15,2-3-2 16,1-2 0-16,0-2 1 16,5-3-1-16,2-1 0 15,0-1 2-15,2 0-2 0,0 0 0 16,0 0-2-16,0-3 1 16,4-1 1-16,0-1 1 15,5 1 3-15,-2 1-1 16,4 1 2-16,2 1-3 15,1 1-1-15,0 0-1 0,4 0-13 16,-1 0-39-16,1 0-33 16</inkml:trace>
  <inkml:trace contextRef="#ctx0" brushRef="#br0" timeOffset="97970.67">4197 16365 78 0,'0'0'10'0,"0"0"-8"0,0 0 7 0,43 0 0 0,-29 0 0 16,1 0 4-16,1 0 7 15,2-2 4-15,-1 1-5 16,4 0-4-16,1 1-5 0,1 0-4 16,1 0-3-16,1 0-1 15,1 0 0-15,1 0 1 16,-2 0 0-16,-1 0 0 16,-1 0-1-16,1 1-1 15,-1 0 0-15,-1 1-1 0,2 1 1 16,-3-1-1-16,0 0 0 15,0 1-6-15,-3 0-32 16,-2-2-15-16,0-1-8 16</inkml:trace>
  <inkml:trace contextRef="#ctx0" brushRef="#br0" timeOffset="98262.26">4761 16273 142 0,'0'0'9'16,"0"0"16"-16,0 0-24 16,0 0 0-16,0 0 0 0,0 0 0 15,0 0 1-15,0 0 2 16,38 20 2-16,-30-12 0 15,2 5-2-15,-3-1-2 16,-1 0 0-16,-4 4-2 16,-2 2 2-16,0 3-1 15,-2 2-1-15,-7 2-4 16,-2 1-17-16,-2-3-48 0</inkml:trace>
  <inkml:trace contextRef="#ctx0" brushRef="#br0" timeOffset="98682.88">5159 16268 146 0,'0'0'-6'0,"0"0"33"0,0 0 4 16,0 0-1-16,0 0-20 16,0 0-8-16,0 0 0 15,0 0 1-15,44-7 0 16,-30 15-2-16,0 0-1 0,0 2 0 16,1 3 1-16,2-2-2 15,-1 0-8-15,-3-2-32 16,1-2-25-16</inkml:trace>
  <inkml:trace contextRef="#ctx0" brushRef="#br0" timeOffset="99031.14">5440 16220 157 0,'0'0'-4'15,"0"0"28"-15,0 0-1 16,0 0-11-16,0 0-1 0,0 0 0 16,0 0 3-16,0 0-3 15,-15-20-3-15,14 20-5 16,-5 2-2-16,0 8 0 15,1 4-2-15,-4 3 1 16,2 3 0-16,-1 4 0 0,-1 2 0 16,-1 1 0-16,1 3-1 15,-1 1 1-15,0 2-1 16,1 1-6-16,-1 0-18 16,5-2-28-16,-2-7-70 15</inkml:trace>
  <inkml:trace contextRef="#ctx0" brushRef="#br0" timeOffset="99756.39">5487 16518 122 0,'0'0'10'0,"0"0"-8"16,0 0 1-16,0 0-3 0,0 0 0 15,0 0-1-15,0 0 1 16,0 0 0-16,0 0 9 15,-9-25 9-15,13 19-3 16,3 2 0-16,-2 0-3 16,2 0-4-16,0 1-2 15,1 1-3-15,2 1-1 0,-4 1-1 16,3 0 0-16,-3 0-1 16,1 1 0-16,0 6 0 15,-2 0 1-15,-3 3-1 16,0 2 2-16,-2-1-2 15,0 1 2-15,0 0-2 0,0 1 0 16,-6 0 0-16,-1-2 0 16,-2 2-4-16,2 0 1 15,-2-2-4-15,3-2 3 16,-2-2 3-16,4-2 0 16,-2-3 2-16,5 0-1 0,-1-2 1 15,2 0 1-15,0 0 1 16,0 0-2-16,0 0-2 15,0 0 1-15,0 0-2 16,0 0 2-16,0 0-1 16,0 0 2-16,0 0 0 0,2-2 6 15,3-1 0-15,-1 0 0 16,0 0-3-16,2-1-1 16,0 3 0-16,1-1-2 15,1-1 1-15,-1-1 0 16,1 3 0-16,0-1 5 0,-1 1-1 15,-1-1 1-15,1 2-3 16,0 0-1-16,-1 0-2 16,-1 0 0-16,1 0 0 15,2 8-1-15,-8-1-32 0,0-2-94 16</inkml:trace>
  <inkml:trace contextRef="#ctx0" brushRef="#br0" timeOffset="101600.09">6318 14486 34 0,'0'0'1'0,"0"0"4"0,0 0 9 0,0 0 2 16,0 0-5-16,0 0-2 16,0 0 10-16,0 0-3 15,0 0-2-15,0 0-1 0,0 0-4 16,0 0-5-16,-4-23-3 16,4 22 1-16,0 1-2 15,0 0 2-15,0 0-4 16,0 0 0-16,0 0 1 0,0 0 1 15,0 4 0-15,0 3 0 16,0 2 0-16,0 2 0 16,0 5 0-16,0 1 0 15,0 2 0-15,0 6 1 16,2 5-2-16,0 3 2 16,-1 5-1-16,-1 6 0 15,0 5 0-15,0 5 0 0,0 6 0 16,-1 5 0-16,-3 2 0 15,-2 4 0-15,1 0 0 16,1 3-1-16,0 0 2 16,0-2-1-16,3 2 0 0,0 0 2 15,1 1 1-15,-2 2 1 16,2 0 0-16,0 2 1 16,0 5-2-16,0 4-1 15,0-1-1-15,0-2 0 16,0-3 0-16,-2-2-1 15,0-5 3-15,2-7 0 0,-2-1-2 16,2-3 2-16,0-4-1 16,0-3-1-16,0-2 0 15,0-4 1-15,0-3 0 16,0-3 0-16,0-2 2 0,0-4-1 16,0-4 1-16,0-1-4 15,2-4 1-15,2-4-1 16,-2-5 0-16,1 0 0 15,2-7 0-15,-1-2-5 16,-2-5-14-16,-2-3-15 16,0-4-41-16</inkml:trace>
  <inkml:trace contextRef="#ctx0" brushRef="#br0" timeOffset="105258.5">7477 15118 62 0,'0'0'2'0,"0"0"0"0,0 0-2 0,0 0 0 15,0 0 0-15,0 0-6 16,0 0-19-16</inkml:trace>
  <inkml:trace contextRef="#ctx0" brushRef="#br0" timeOffset="106960.21">7020 14992 79 0,'0'0'32'0,"-2"0"-3"0,2 0-4 16,0 0-8-16,0 0-1 0,0 0-12 15,0 0-5-15,0 0 2 16,2 3-1-16,5 2 1 16,0 4-1-16,2 1 0 15,2 2 0-15,3 0 1 0,-1 1-1 16,-2-1 1-16,3 1-1 16,-2-1 1-16,2-1-1 15,-1-2 2-15,1 1-2 16,-2-2 0-16,1-1 0 15,0-3-4-15,-4-1-37 0,0-3-35 16</inkml:trace>
  <inkml:trace contextRef="#ctx0" brushRef="#br0" timeOffset="107456.8">7206 14928 61 0,'0'0'2'16,"0"0"2"-16,0 0 2 0,0 0 4 0,0 0 1 0,0 0 1 16,0 0 2-16,0 0-6 15,-42 35-1-15,30-19-2 16,-1 1 0-16,-1 3-2 16,1 1-2-16,0 3 1 15,-1-1-2-15,-1 1 1 16,1 0 0-16,-1-1-1 0,1 3-1 15,1-5-14-15,-1 0-32 16</inkml:trace>
  <inkml:trace contextRef="#ctx0" brushRef="#br0" timeOffset="107870.28">7326 15128 151 0,'0'0'4'0,"0"0"4"16,0 0-1-16,0 0-2 15,0 0 4-15,0 0-6 0,0 0-6 16,0 0 5-16,0 0-2 16,3 16 1-16,-3-6 1 15,0 4 0-15,0 0 2 16,0 4 0-16,0 1-2 15,0 0-1-15,0 2-1 0,0 1 0 16,0 1 0-16,0-1-1 16,0-3-23-16,2-3-28 15,2-11-71-15</inkml:trace>
  <inkml:trace contextRef="#ctx0" brushRef="#br0" timeOffset="108573.84">7691 15121 59 0,'0'0'7'0,"0"0"8"0,0 0-6 0,0 0-7 15,0 0 0-15,0 0-2 16,0 0 3-16,0 0 8 0,0 0 3 15,0 0 0-15,-35-5 1 16,35 4-1-16,0 1 4 16,0-1-6-16,0 1-9 15,0 0-8-15,2 0 5 16,4 0 0-16,3 0 0 0,2 0-1 16,2 0 1-16,4 1-1 15,0-1 1-15,6 0 1 16,-1 0 0-16,2 0 2 15,1 0-1-15,0 0-1 16,0 0 4-16,0 0 4 0,-2-3 0 16,0 2-3-16,-1 1 1 15,-1 0-2-15,-2 0-2 16,-1 0-1-16,0 0 0 16,0 0-2-16,-3 0 1 15,1 0-2-15,-2 1 1 16,0 2-6-16,-2 0-17 0,0-3-17 15,-7 0-22-15</inkml:trace>
  <inkml:trace contextRef="#ctx0" brushRef="#br0" timeOffset="108872.56">8136 15016 157 0,'0'0'4'0,"0"0"6"0,0 0-1 0,0 0-1 0,0 0-5 16,45 4-1-16,-39 10 3 15,-3 2-5-15,1 0 0 16,-4 7 0-16,0 3 0 16,-7 6 0-16,-11 7 0 15,-6 7-30-15,-7-1-57 0</inkml:trace>
  <inkml:trace contextRef="#ctx0" brushRef="#br0" timeOffset="109493.61">8462 14891 111 0,'0'0'11'0,"0"0"11"0,0 0-1 0,0 0-4 16,0 0-6-16,0 0-3 0,0 0-5 15,0 0-3-15,0 0-1 16,0 0 3-16,-6 7 1 16,8 3-2-16,2 0 1 15,0 1-1-15,3-1 0 0,0-1 0 16,2 2 0-16,0-2 0 15,0-1 0-15,3 2-1 16,0-3 0-16,0 0 0 16,-1-1-4-16,-3-2-23 15,4-4-34-15</inkml:trace>
  <inkml:trace contextRef="#ctx0" brushRef="#br0" timeOffset="109812.42">8665 14875 79 0,'0'0'4'16,"0"0"-1"-16,0 0 2 16,0 0 4-16,0 0 5 15,0 0 4-15,0 0 5 0,0 0 2 16,0 0-7-16,-26-14-6 15,26 14-8-15,-2 2-5 16,-1 6 2-16,-1 3-1 16,1 4 0-16,-3 3 0 0,-1 3 1 15,1 2-1 1,-2 1 1-16,-1 3 0 0,-1 0-1 16,0-1 1-16,-1-1-2 15,0-1 1-15,0 0-8 16,2-5-28-16,-1-2-23 15</inkml:trace>
  <inkml:trace contextRef="#ctx0" brushRef="#br0" timeOffset="110197.76">8752 15086 107 0,'0'0'2'0,"0"0"2"0,0 0 6 15,0 0-4-15,0 0 5 16,0 0 14-16,0 0 2 16,0 0-1-16,0 0-12 15,0-2-10-15,0 6-5 16,0 6 2-16,0 3-1 16,0 3 2-16,0 2-1 0,0 3 0 15,0 4-1-15,1 2 1 16,1 2-4-16,-2 1-50 15,0-3-40-15</inkml:trace>
  <inkml:trace contextRef="#ctx0" brushRef="#br0" timeOffset="111174.86">8462 14747 7 0,'0'0'35'0,"0"0"-33"0,0 0 2 0,0 0 8 16,0 0-1-16,0 0 2 15,0 0 3-15,0 0-1 16,0 0 3-16,0 0 7 16,0 0-5-16,0 0-8 15,2 1-7-15,-2-1-4 0,0 0 1 16,1 0-4-16,1 0 4 16,-1 0-1-16,0 0 2 15,1 0 1-15,-2 0 7 16,2-3-4-16,0-3-2 15,0 0-2-15,1-1-1 16,2 0-2-16,1-3 0 0,-2-1 0 16,1 0 0-16,0-1 1 15,1 1-1-15,1-2 1 16,-3-1 0-16,1 2-1 16,1 1 0-16,1 1-1 15,0-1 1-15,0 2 1 16,-1 5-1-16,-3-2 1 0,1 2-1 15,0 4 0-15,-1-1 0 16,0 1-1-16,1 0 0 16,0 1-4-16,0 6 8 15,3 3-2-15,-2 1 0 0,4 2-1 16,-2 3 1-16,5 2-1 16,2 1 0-16,0-4-11 15,1-1-55-15,0-6-72 16</inkml:trace>
  <inkml:trace contextRef="#ctx0" brushRef="#br0" timeOffset="112190.1">7027 16179 67 0,'-2'0'8'0,"0"0"6"0,1 0-4 0,0 0-7 16,1 0 1-16,0 0-3 15,0 0-1-15,-1 0 1 0,1 0 3 16,0 0 5-16,0 0-1 16,0 2 1-16,0-2-2 15,0 2-4-15,0 1 0 16,0-1 3-16,0 3-1 15,0 2 0-15,5-1 2 0,4 6-3 16,-2-1 0-16,0 0-2 16,3 1 0-16,0 2-1 15,0-3 0-15,0 2 0 16,3-2 0-16,-4 2 0 16,-1-2-1-16,4-2 0 15,-5 4 1-15,1-5-2 0,4 2-15 16,-5-3-25-16,-1-4-24 15</inkml:trace>
  <inkml:trace contextRef="#ctx0" brushRef="#br0" timeOffset="112495.45">7143 16200 153 0,'0'0'1'0,"0"0"20"0,0 0-5 16,0 0-9-16,0 0-5 15,0 0-2-15,-33 40-1 16,22-21 2-16,0 5 0 15,0 2 0-15,-3 2-1 16,5 0 2-16,0 1-2 0,3 0 0 16,-2 0-3-16,2-2-40 15,1-5-26-15</inkml:trace>
  <inkml:trace contextRef="#ctx0" brushRef="#br0" timeOffset="113108.21">7277 16451 150 0,'0'0'2'0,"0"0"3"15,0 0-3-15,0 0 1 16,0 0-10-16,0 0 6 16,0 0 1-16,0 0 1 15,0 0 3-15,8-35 4 0,0 28 8 16,-1 3-7-16,1-2-1 15,0 2-5-15,0 3-2 16,1 0 0-16,-2 1-2 16,2 0 2-16,-2 0-2 15,-1 6 0-15,-2 4 2 0,1 0 0 16,-2 1-2-16,-1 2-4 16,-2 0-8-16,0 0 6 15,0 1 1-15,-2-3 3 16,-7 1 3-16,2-2 2 15,-2-2 2-15,0 2-3 0,0-3-1 16,1-1-1-16,1-1-9 16,0-2-1-16,2-1 6 15,3-2 4-15,0 0 1 16,-1 0 2-16,2 0 4 16,1 0 17-16,0 0-14 0,0 0-8 15,4-1 1-15,4-3 2 16,2 0 0-16,1 0-2 15,3 3 0-15,1-2-1 16,3 1-2-16,0 0 0 16,4-3-32-16,-2 0-61 0</inkml:trace>
  <inkml:trace contextRef="#ctx0" brushRef="#br0" timeOffset="113543.34">7700 16423 109 0,'0'0'2'0,"0"0"-5"0,0 0 5 0,0 0 1 16,43 0-1-16,-30 0 13 16,0 0 5-16,3 0-5 15,1 0 2-15,2 0-8 0,3 0-2 16,1 0-5-16,-3 0-1 15,4 0 0-15,1 0-1 16,-1 0 1-16,-1 0-1 16,3 0 1-16,-3 0 0 15,-1 0-1-15,0 0 1 16,1 0-1-16,-3 0 0 0,-4 0 2 16,2 3-5-16,-6 1-22 15,-2 0-36-15</inkml:trace>
  <inkml:trace contextRef="#ctx0" brushRef="#br0" timeOffset="113790.69">8160 16367 242 0,'0'0'6'0,"0"0"-3"16,0 0-1-16,0 0 0 16,0 0-1-16,0 0-2 15,0 0-1-15,0 0 4 0,0 0-4 16,34 35 0-16,-34-13-8 16,0-1-26-16,0-3-22 15,-4-1-36-15</inkml:trace>
  <inkml:trace contextRef="#ctx0" brushRef="#br0" timeOffset="114139.03">8383 16354 231 0,'0'0'3'0,"0"0"12"15,0 0-6-15,0 0-9 16,0 0 1-16,0 0-1 0,0 0 2 15,0 0-1-15,0 0 1 16,25 39-2-16,-13-31 0 16,-1-3 0-16,0 1-2 15,1-3-17-15,0-3-22 16,0 0-29-16,1 0-29 0</inkml:trace>
  <inkml:trace contextRef="#ctx0" brushRef="#br0" timeOffset="114362.4">8545 16326 182 0,'0'0'3'0,"0"0"31"0,0 0-14 15,0 0-14-15,0 0-2 16,0 0-5-16,0 0 1 16,-41 29-1-16,35-10 2 15,-1 0 0-15,3 3 0 16,-3 1 0-16,4 5 1 0,-1-1-1 15,2 4-1-15,-3 4 1 16,1 4-3-16,2-1-26 16,-2-2-67-16,0-6 44 15</inkml:trace>
  <inkml:trace contextRef="#ctx0" brushRef="#br0" timeOffset="114872.45">8598 16612 96 0,'0'0'12'15,"0"0"19"-15,0 0 10 0,0 0-7 16,0 0-7-16,0 0-10 15,0 0-5-15,0 0-6 16,0 0-4-16,3-20-1 16,4 16 3-16,-1 0-2 15,1 3-2-15,-1-1 1 0,1 2-1 16,2 0-2-16,-2 3 0 16,-1 4 0-16,-1 3 2 15,-1 1-9-15,1 1-5 16,-5 2-4-16,0 0 7 15,0 0 5-15,-5-4 5 0,-2 2 1 16,-1-2 0-16,-1-2 1 16,-1-1-1-16,2 0 0 15,1-1-3-15,3-2 3 16,0-2 0-16,1-2 3 16,1 1 6-16,2-1 7 0,0 0-11 15,0 0 0-15,7-3 3 16,0 0-1-16,5-4-4 15,0 0 2-15,3 0-4 16,-1 1 0-16,0 1 0 16,1-2-2-16,-2 2-14 15,-4 1-31-15,-5-2-38 0</inkml:trace>
  <inkml:trace contextRef="#ctx0" brushRef="#br0" timeOffset="115592.62">8333 16137 121 0,'0'0'4'0,"0"0"11"0,0 0 0 0,0 0-7 16,0 0-4-16,0 0 0 15,0 0-2-15,0 0 0 16,0 0 1-16,0 0 1 15,0 0-1-15,0 0 0 16,-4-6-2-16,4 4 1 16,4-2 0-16,0-2 3 0,-1 1 0 15,-1-1-2-15,2-1 0 16,-2 0-1-16,0 0 0 16,0-2 0-16,-2-1 0 15,2 2 2-15,-1-2-1 0,4-1-1 16,-3-1 0-16,2 2-1 15,-1-1 1-15,1 1-2 16,0 1 0-16,0 4 0 16,-1 0 0-16,2 1 0 15,-1 4 0-15,-1 0 0 0,1 0 0 16,2 3-2-16,-1 7 2 16,4 1 6-16,-2 4-4 15,1 3-1-15,3 0 0 16,1 4 0-16,1-1-1 15,3 3 0-15,-3 1 0 16,3-6-37-16,-3-2-71 0</inkml:trace>
  <inkml:trace contextRef="#ctx0" brushRef="#br0" timeOffset="123716.48">9358 14864 84 0,'-2'0'5'0,"-2"0"7"0,0 0-5 0,2 0-3 16,1 0-2-16,-4 0-1 15,3 0 0-15,-2 0 4 16,2-1 6-16,1-1-3 16,-1 2-1-16,2-1-5 0,0-1-1 15,-2 2-1-15,2-3-1 16,0 2 1-16,0-2 0 15,0-1 1-15,4 1-2 16,0 0 1-16,3-1-1 16,1 0 2-16,1 1 2 0,1-1-2 15,2 1 1-15,-3 0 0 16,1 1 0-16,2 0-1 16,-1 2 1-16,-3 0-2 15,3 0 0-15,-3 0 0 0,-3 0 0 16,1 0 1-16,-4 0-1 15,3 4 0-15,-5 0-1 16,1 2 1-16,1 0 0 16,0-1 3-16,0 4-3 15,-2-2 0-15,2 1 1 0,0 0-1 16,-2 0 0-16,0-1 0 16,2 3 1-16,-2-1-1 15,0-1 0-15,0 3 0 16,0-1 1-16,0 2 1 15,-4-1-2-15,-1 3 1 16,1-1-1-16,-3 1 1 16,1 2-1-16,1-1 0 0,-1-1 0 15,1 0 1-15,0 0-1 16,2-1 0-16,0-1 1 16,3-2-2-16,-1 3 2 15,1-3-1-15,0 0 0 0,0 0 0 16,7 0 0-16,1 0 0 15,0-2 0-15,3 1 0 16,0-2 0-16,1 0 0 16,-1-3 0-16,2 1 0 15,-2-3 0-15,3 1 0 0,-6-1 0 16,1-1 0-16,1-1 1 16,-5 0-1-16,-1 0 0 15,0 0 1-15,-4 1-2 16,0 2 1-16,0 2-2 15,0 3 2-15,-9 1 0 0,-3 5 0 16,0 4-2-16,-2 2 2 16,0 4 0-16,4 2 0 15,-4 1 0-15,5 1 0 16,2 2 0-16,3-3-1 16,-1 3 1-16,3 0 1 0,-1-2-1 15,3 2 0-15,0 0 0 16,0 1 0-16,0 3 0 15,0 2 0-15,0 2 0 16,3 0 0-16,1 1 0 16,-1 1 0-16,0-1 0 15,3 3 1-15,-2 0-1 0,-1-1 0 16,3 4 0-16,-4 0 0 16,0 0 0-16,-2 2-4 15,0-1 7-15,0-1-3 16,0-1 0-16,-4-2 0 0,-2-3 0 15,3-1 0-15,-3-4 1 16,0 0-1-16,0-4 1 16,-3-3-1-16,-1 0 1 15,0-4 0-15,-3 2 1 16,-2-2 1-16,-4-3 2 0,1 1 3 16,-4-4 1-16,0-2 1 15,-1-4-1-15,-1 3-6 16,2-4-2-16,1 0-1 15,1-3 0-15,1-1-14 16,3-6-47-16,3-4-26 0</inkml:trace>
  <inkml:trace contextRef="#ctx0" brushRef="#br0" timeOffset="124629.14">9844 15000 82 0,'-2'0'17'0,"1"0"5"0,0 0-1 16,0 0-3-16,1 0-1 16,0 0-7-16,0 2-11 15,0 6 1-15,0 5 1 16,0 3 0-16,0 2-1 16,3-2 1-16,5-1-1 0,-3-2 1 15,5-2 0-15,0-2-1 16,-3-3 1-16,3-2 0 15,0-3 1-15,-1-1 1 16,1 0-1-16,-2 0-1 16,-1-4 2-16,1-3-1 0,-2-1 0 15,-2 0-1-15,2-3 0 16,-4 1-1-16,0 0 1 16,-2-1-1-16,0 2 0 15,0 0 1-15,0 1 0 16,0 4-1-16,0 1 2 0,0 2 0 15,0 1-1-15,0 0-1 16,0 0-3-16,1 7 2 16,0 4 0-16,1 3 1 15,1 2 1-15,-1 4-1 16,0-1 1-16,0 5 0 0,-2 0 1 16,3 0-1-16,1 0 1 15,-2 1-1-15,3-3 1 16,-3 0-2-16,1-2 1 15,-1-1 0-15,0-3 0 16,0-2 0-16,0-2-1 0,-2-2 1 16,1-3 1-16,1-4-5 15,-1-3-30-15,2 0-47 16</inkml:trace>
  <inkml:trace contextRef="#ctx0" brushRef="#br0" timeOffset="124856.67">10116 15179 108 0,'0'0'12'0,"0"0"12"0,0 0-2 16,0 0 2-16,0 0-6 15,0 0-3-15,0 0-7 16,47-30-3-16,-38 25-3 15,5 2-2-15,-1-1 0 16,3 1-3-16,-2 0-21 0,0-3-35 16,-2-3-48-16</inkml:trace>
  <inkml:trace contextRef="#ctx0" brushRef="#br0" timeOffset="125447.07">10331 14997 142 0,'0'0'3'0,"0"0"1"0,0 0 2 16,0 0 0-16,0 0 4 16,0 0-3-16,0 0-7 15,0 0-1-15,-12 3 2 16,12 9 0-16,2 1 0 15,2 1 2-15,4 1 0 16,-3-1-1-16,3-2 0 0,1-3 1 16,-1-1-1-16,0-4 1 15,0-1-2-15,-1-2 1 16,1-1 2-16,0 0 5 16,-3 0-1-16,3-8-2 15,-4-1 4-15,2-2-1 0,-2 0-5 16,-1-1-2-16,-1-2-2 15,0 3 1-15,0 1 0 16,-2 1 0-16,0 3-1 16,0 2 0-16,0 2 1 15,0 2-1-15,2 0-2 0,-2 0-4 16,2 6 2-16,0 2 2 16,-1 3 3-16,1 5 0 15,2-1-1-15,-1 1 0 16,1 2 0-16,0-2 2 15,1 1-2-15,-1-2 0 0,-1 0 0 16,-1-1 1-16,2 0-1 16,-4 0 0-16,0-2 1 15,0-1-2-15,0-1 3 16,-7 0 0-16,-1-1-1 16,-3 0 1-16,-1-1-1 0,1 0 1 15,-1 1-1-15,2-2-2 16,3-2-14-16,3-2-35 15,2-3-24-15</inkml:trace>
  <inkml:trace contextRef="#ctx0" brushRef="#br0" timeOffset="125703.82">10621 15104 239 0,'0'0'2'0,"0"0"10"0,0 0-6 0,0 0-1 16,0 0-7-16,0 0 2 15,-8 37 3-15,7-19-3 16,1 2 1-16,0 0 1 0,0 0-2 16,0 0 1-16,0 1-1 15,5 0 1-15,-3-2-1 16,0-1-5-16,0-5-29 15,-1-6-45-15,-1-6-73 16</inkml:trace>
  <inkml:trace contextRef="#ctx0" brushRef="#br0" timeOffset="126649.78">10636 14823 61 0,'0'0'10'0,"0"0"11"0,0 0-3 0,0 0-3 16,41 32-2-16,-32-21-3 0,-2 3 0 16,2 1 6-16,-4 5-3 15,1 3 3-15,-2 4-3 16,-1 3-6-16,1 2-3 15,-2 2 0-15,0 2-1 16,-2 0-2-16,0 0 1 16,0-3 1-16,-6 1-1 0,1-1-2 15,-5-2 1-15,0-1-1 16,-1-2-4-16,-2 1-29 16,-5-7-49-16</inkml:trace>
  <inkml:trace contextRef="#ctx0" brushRef="#br0" timeOffset="127184.11">10266 14851 154 0,'0'0'1'0,"0"0"4"0,0 0 0 0,0 0-4 0,0 0 0 16,0 0 4-16,0 0 3 15,0 0 2-15,-5-37 4 16,3 27-3-16,2-2 6 15,0 0-5-15,0 2-5 16,0 3-2-16,2 1 4 0,0 3-4 16,4 1-1-16,0 2-4 15,3 2 0-15,2 7 0 16,2 4 0-16,1 4 0 16,0 1 1-16,-1 2-2 15,0 0-14-15,-4-1-10 0,-5-3-22 16,-4-7-16-16</inkml:trace>
  <inkml:trace contextRef="#ctx0" brushRef="#br0" timeOffset="127454.66">9716 15039 180 0,'-24'42'0'0,"6"4"0"15,7 3 7-15,8 3-4 16,3-1 0-16,3-3 2 0,14-2-5 16,7-7 1-16,6-6-1 15,5-8 1-15,8-7 3 16,2-9-2-16,8-9 1 15,1-9-14-15,0-17-135 16</inkml:trace>
  <inkml:trace contextRef="#ctx0" brushRef="#br0" timeOffset="127767.73">10759 14557 251 0,'0'0'2'16,"0"0"0"-16,0 0 0 15,0 0-1-15,0 0 0 16,0 0-8-16,0 0 4 0,0 0 4 16,-15 47 1-16,15-21-2 15,0-1 0-15,0 1-3 16,4-6-2-16,0-5 5 15,3-5 0-15,3-6-2 16,0-4-2-16,7 0 5 0,2-11 7 16,8-6-2-16,2-1-4 15,9-4-1-15,3-1 2 16,-1 2-25-16,-3 0-56 16</inkml:trace>
  <inkml:trace contextRef="#ctx0" brushRef="#br0" timeOffset="128044.75">10903 15064 224 0,'0'0'18'16,"0"0"-9"-16,0 0-9 0,0 0 3 16,0 0-2-16,0 0 0 15,47-28 0-15,-29 19 0 16,2 2-1-16,0 0 1 16,-2 3-1-16,2-1-11 15,-5-2-58-15,-3-1-43 0</inkml:trace>
  <inkml:trace contextRef="#ctx0" brushRef="#br0" timeOffset="128221.27">11008 14946 236 0,'0'0'8'0,"0"0"2"16,0 0-9-16,-29 40-1 15,24-18 0-15,1 3 1 16,4 2 0-16,0-1 0 15,0-1-2-15,11-2 1 0,0-3-5 16,2-8-26-16,3-6-53 16</inkml:trace>
  <inkml:trace contextRef="#ctx0" brushRef="#br0" timeOffset="128500.18">11309 14662 213 0,'0'0'0'0,"0"0"2"16,-40 7 0-16,27 8 0 16,1 7 1-16,2 4 1 15,3 5 4-15,0 1 2 16,5 2 1-16,2 1-2 0,0-1-7 15,11 2-1-15,3-2 0 16,3-2 0-16,3-1 0 16,1-5-1-16,3-2-14 15,-1-8-27-15,-5-8-46 16</inkml:trace>
  <inkml:trace contextRef="#ctx0" brushRef="#br0" timeOffset="128870.96">11522 14818 259 0,'0'0'5'15,"0"0"-4"-15,0 0 0 16,0 0-2-16,0 0 1 16,0 0-3-16,0 0 3 15,-29 37-1-15,29-27-1 16,4-4-2-16,4-2 1 0,4-2-1 15,-1-2 0-15,5-3 5 16,-1-7 2-16,1-4-1 16,-2 0-1-16,-1-2 0 15,-2 3 2-15,-6 3 6 0,2 2-1 16,-5 2 1-16,-1 5 7 16,-1 1-2-16,0 4-14 15,0 8-1-15,0 6 1 16,-1 5 2-16,1 3-1 15,0 1 1-15,0 2-1 16,0-2-1-16,5 1 0 0,1 0 0 16,-1-3-19-16,1-10-34 15,1-7-81-15</inkml:trace>
  <inkml:trace contextRef="#ctx0" brushRef="#br0" timeOffset="129047.38">11784 14851 312 0,'0'0'5'15,"0"0"0"-15,0 0-7 0,0 0 1 16,0 0 2-16,37-20-1 16,-23 15-9-16,3-1-24 15,2 0-29-15,-4-4-41 16</inkml:trace>
  <inkml:trace contextRef="#ctx0" brushRef="#br0" timeOffset="129389.89">11967 14681 257 0,'0'0'5'16,"0"0"3"-16,0 0-9 0,0 0 1 15,0 0 1-15,0 0-1 16,0 44 0-16,2-31 1 15,2-3-1-15,3-1 0 16,-2-3 0-16,1-3 0 16,1-3-1-16,-1 0 0 0,1 0 2 15,-1-8 1-15,2-3 0 16,-3-3 0-16,1-1-1 16,-2-1 1-16,0 1 1 15,1 3 1-15,-3 3 0 16,1 4 0-16,-3 2-1 15,0 3 2-15,0 4-8 0,0 9 2 16,0 5 1-16,0 4 1 16,0 2 1-16,0 3-2 15,0 0-13-15,1-2-14 16,0-4-31-16,0-3-70 16</inkml:trace>
  <inkml:trace contextRef="#ctx0" brushRef="#br0" timeOffset="129639.09">12168 14818 271 0,'0'0'14'0,"0"0"9"15,0 0-12-15,0 0-8 16,0 0-4-16,0 0-9 16,0 0 6-16,0 0 0 15,0 0 4-15,-1 37 1 0,-5-24 0 16,0 0 0-16,2-3-1 15,1-4 0-15,0-2 1 16,3-3 0-16,0-1 0 16,8 0-3-16,5-4 2 15,4-6 1-15,3-3-8 16,-1-4-32-16,-2-2-41 0</inkml:trace>
  <inkml:trace contextRef="#ctx0" brushRef="#br0" timeOffset="129995.37">11851 14550 2 0,'0'0'196'16,"0"0"-189"-16,0 0 1 15,0 0-3-15,0 0-4 16,0 0 2-16,0 0 0 16,0 0 3-16,29-40 5 0,-21 28 2 15,1 0-4-15,-2-3-3 16,0 0 0-16,-3 1-4 16,-2 4-1-16,1 2 0 15,-2 2-1-15,2 3 0 16,-3 2 1-16,4 1-1 15,-1 0-2-15,4 5 1 0,0 5 1 16,5 2 0-16,2-1-4 16,1 1-21-16,2-7-33 15,3-5-69-15</inkml:trace>
  <inkml:trace contextRef="#ctx0" brushRef="#br0" timeOffset="130229.97">12224 14318 264 0,'0'0'1'0,"0"0"1"15,0 0-2-15,0 0 0 0,41-15-2 16,-28 26 1-16,0 2 1 16,2 8 0-16,0 4 0 15,2 3 3-15,-2 7-2 16,-1 1 0-16,-1 5 0 15,-2 3 1-15,-4 0-2 0,-6-3-2 16,-1-2-25-16,0-9-34 16,-8-11-63-16</inkml:trace>
  <inkml:trace contextRef="#ctx0" brushRef="#br0" timeOffset="130500.71">12303 14245 213 0,'0'0'4'0,"0"0"7"0,40-40-5 16,-25 40-5-16,-2 1-1 16,-4 15-3-16,-4 5 5 15,-3 6 0-15,-2 3-2 16,0-3 1-16,-3-3-1 0,-3-4 1 15,2-3 0-15,4-7 0 16,0-4-1-16,6-2 2 16,10-4-1-16,4 0-4 15,4-1-9-15,1-8-61 16</inkml:trace>
  <inkml:trace contextRef="#ctx0" brushRef="#br0" timeOffset="131097.76">10848 15607 38 0,'0'0'2'0,"0"0"10"0,0 0 21 0,0 0-1 15,0 0 2-15,0 0 3 16,0 0-22-16,0 0-14 16,0 0 3-16,0 0 2 15,6 22 2-15,1 4-3 0,3 5-1 16,1 2 0-16,3 2-3 16,-3 1-1-16,1 0 1 15,-2 0-1-15,-1 1 2 16,1-2-2-16,-6 1 1 15,-2 0-1-15,-1 2-2 0,-1-4-17 16,-1-4-58-16,-7-4-65 16</inkml:trace>
  <inkml:trace contextRef="#ctx0" brushRef="#br0" timeOffset="131302.9">10827 16088 123 0,'0'0'26'16,"0"0"-27"-16,0 0-10 16,0 0 4-16,0 0 5 0,0 0 2 15,0 0 1-15,46-20 3 16,-29 20 5-16,0 4-2 16,3-2-5-16,3-2-2 15,-3 0 0-15,2 0-27 16,-4-9-89-16</inkml:trace>
  <inkml:trace contextRef="#ctx0" brushRef="#br0" timeOffset="131410.63">11059 15984 142 0,'0'0'29'15,"0"0"14"-15,0 0-29 16,-45 15-13-16,29 12-2 0,0 8-17 16,-3 8-27-16,0 2-38 15</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6:33:26.817"/>
    </inkml:context>
    <inkml:brush xml:id="br0">
      <inkml:brushProperty name="width" value="0.05292" units="cm"/>
      <inkml:brushProperty name="height" value="0.05292" units="cm"/>
      <inkml:brushProperty name="color" value="#FF0000"/>
    </inkml:brush>
  </inkml:definitions>
  <inkml:trace contextRef="#ctx0" brushRef="#br0">11584 5260 35 0,'0'0'11'0,"-2"0"-5"0,2 0-1 0,0 0-2 16,0 0 6-16,0 0-3 15,0 0-3-15,0-1-3 16,2-2 3-16,1 0-2 15,4 3 0-15,-1-3 1 0,1 2-1 16,0-1 0-16,6 2 0 16,2 0 0-16,3-1 1 15,5 0 1-15,4-1-2 16,9 2 0-16,2 0 0 16,8 0 1-16,0 0-2 15,6-3 1-15,5 1-1 0,3-4 2 16,5 1-2-16,4-2 0 15,2-3 1-15,3 2 2 16,-2-2 1-16,-3 0-1 16,-4 3-1-16,-7-2 2 15,-6 2-3-15,-8 2 2 0,-6 0 0 16,-9 1 1-16,-8 1 1 16,-6 2-3-16,-4-1 1 15,-7 2-1-15,-4 0-5 16,0 0-15-16,-6 0-4 15,-10 0-4-15</inkml:trace>
  <inkml:trace contextRef="#ctx0" brushRef="#br0" timeOffset="291.8">11790 5310 99 0,'0'0'2'0,"0"0"1"0,-42 5 1 0,35-4-3 0,6 0 2 15,1-1-3-15,6 0 0 16,13 0 5-16,13 0 15 15,15-2-8-15,14-6-2 0,18-2-6 16,17-3 1-16,17 3-1 16,14-1-4-16,12-3-50 15</inkml:trace>
  <inkml:trace contextRef="#ctx0" brushRef="#br0" timeOffset="5462.6">11196 10285 99 0,'0'0'1'0,"0"0"6"0,0 0-2 0,0 0-1 0,0 0 0 15,-39-10 0-15,28 10-1 16,-2-2 2-16,0 1 2 16,0 1-5-16,-2 0 2 15,1 0 2-15,-1 0 0 0,2 0-3 16,-3 0-1-16,1 1-2 16,-1 1 0-16,3 2 1 15,-3-1 1-15,0 2-2 16,1 0 0-16,0 1 0 15,-1 2 0-15,0 1 1 16,-5 2-1-16,2 2 0 0,-4 3 0 16,-1 3 1-16,-1 0-1 15,0 2 0-15,-1 4 1 16,0 1-1-16,1 1 0 16,4 2 0-16,0-1 0 15,0-1 0-15,1 2 0 0,4-4-1 16,0 2 2-16,3-3-2 15,1-1 1-15,4-2-1 16,1 1 0-16,3-4-1 16,2 1 0-16,2-1 0 15,0-1 1-15,0 3 0 0,0-2-1 16,0 1 2-16,6 1 0 16,-1-2 0-16,4-1 0 15,2 0 0-15,0-1 0 16,5 0 3-16,1-2-2 15,1-3 1-15,4 2-1 16,3-3 0-16,0-2 1 0,4 2-1 16,0-4 0-16,0 2 0 15,2-2 1-15,1 1-1 16,3-1 0-16,3-2 0 16,3 2 3-16,1-3 2 0,2 1 0 15,3-1-3-15,1 1-2 16,-4 0 2-16,1-1-1 15,0 2-2-15,-1-1 1 16,0 0-1-16,2-1 1 16,1 3 0-16,0-2 0 0,2 1 1 15,-2 0-1-15,2-1 3 16,-1 2-1-16,2-1-1 16,2 2-1-16,-1 0 0 15,0 1-1-15,1-3 1 16,0 3 0-16,-1-3 0 0,1 1 1 15,2-2-1-15,-2 2 0 16,2-2 0-16,0 0 1 16,0-1-2-16,-3 0 1 15,3-1 0-15,3 0-2 16,2-2 5-16,-1 0 0 16,3 0-2-16,3 0-1 0,1 0 0 15,-2 0 0-15,2 0-1 16,1 0 1-16,1 0-1 15,1 0 0-15,1 0 1 16,-3-2-1-16,1 0 1 0,1-1 0 16,-2 3 0-16,3-3 1 15,0 2 0-15,0-1-2 16,0 1 1-16,4 1 0 16,-1-3-1-16,3 3 1 15,-4-1-1-15,2-2 1 0,-1 0 0 16,1 0-1-16,0-4 0 15,0 0 1-15,2-1-1 16,2-3 1-16,0 0 1 16,1-3 1-16,-5 1 0 15,0-1-3-15,-1-1 1 16,-3 3 1-16,0-5-2 0,-4 2 1 16,0-1 0-16,0 0 0 15,-8-2 0-15,0 0 0 16,-3-3 1-16,-5 0-1 15,-3 0 0-15,-5-4 0 16,-2 3-1-16,-8-4 3 16,-4 2 1-16,-4-4 4 0,-6 2-3 15,-4 2-1-15,-2-3-1 16,-6 3 0-16,1-4 0 16,-6-1 17-16,0-2-19 15,0-3-2-15,0-2 1 0,-2 1 0 16,-4-1 0-16,-4 2-3 15,1 4 2-15,-2 3 0 16,-7 2 0-16,-1 2-1 16,-6 2 1-16,-2 1 2 15,-6 1 0-15,-3 1-1 16,-6 0 0-16,0 3-2 0,-4-2 5 16,-1 3-3-16,-5 0-1 15,-2 4 2-15,1-3-2 16,-7 3 1-16,0 3-1 15,1-1 2-15,-5 1-1 16,1 1 1-16,-4 0-2 0,-1 2 1 16,0 0 0-16,-2 2 0 15,-1 2 0-15,1 0 0 16,1 0 1-16,0 0-1 16,0 0-1-16,-3 0 2 0,2 0-2 15,0 0 1 1,-1 1-1-16,-2 0 0 0,-2 1 1 15,0 0 0-15,0 1 0 16,2-1 0-16,2 0-1 16,0 2 2-16,2-1-1 15,-1 3 0-15,3-2 0 0,-2 2 0 16,0-1 0-16,-1 1 0 16,3-1 0-16,-2 0-1 15,4 3 1-15,-3-1 0 16,5 1 0-16,-1-1 0 15,1 3 0-15,3-2 0 0,-4 4 0 16,3-4 0-16,1 3 0 16,-2-2 0-16,1 0-1 15,1-1 1-15,0-1 1 16,-1 0-2-16,1 0 1 16,0 0 0-16,1 0 1 0,-1 2-2 15,0-2 0-15,-3 3 2 16,1-1-1-16,-1-1 0 15,-3 2 0-15,3 0 0 16,1-2 0-16,1 1 0 16,3 1 0-16,6-1 0 15,0 2 0-15,8 0 1 0,6-1-2 16,5 3 1-16,6-2-29 16,13-4-32-16,8-7-46 15</inkml:trace>
  <inkml:trace contextRef="#ctx0" brushRef="#br0" timeOffset="6145.82">15883 10564 59 0,'0'4'2'0,"0"-3"3"0,0 3 5 0,4-1 0 0,0-1-1 16,1-1-3-16,1 0 4 15,2 0-1-15,2-1-2 16,-1 0 2-16,1 0-1 16,2 0 0-16,0-2 0 15,2-4-1-15,0-2 4 0,1-2 2 16,1-1 0-16,3-4 0 16,3-3 8-16,2-6-1 15,6-6-8-15,9-4-1 16,9-9-3-16,12-8-5 15,16-7-1-15,21-10 1 0,19-13-5 16,18-19-109-16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6:33:56.913"/>
    </inkml:context>
    <inkml:brush xml:id="br0">
      <inkml:brushProperty name="width" value="0.05292" units="cm"/>
      <inkml:brushProperty name="height" value="0.05292" units="cm"/>
      <inkml:brushProperty name="color" value="#FF0000"/>
    </inkml:brush>
  </inkml:definitions>
  <inkml:trace contextRef="#ctx0" brushRef="#br0">2557 3813 33 0,'0'0'8'0,"0"0"9"0,0 0-8 16,0 0-2-16,0 0 0 16,-42 14-1-16,36-10-3 0,0-1-1 15,2 0 0-15,2-2 1 16,-1 1 0-16,3-1 5 16,0-1-8-16,0 2-7 15,0 0 5-15,3 1 0 16,3-1 1-16,0 1 0 15,2-2 1-15,1 2 2 0,-1-3 0 16,4 1-4-16,1 1 5 16,1-1 3-16,3-1-2 15,-2 0-3-15,2 1 2 16,1 1-1-16,-3 1 1 0,3-1-2 16,1 2 0-16,-2 1 0 15,1 1 0-15,0-2 0 16,4 0 0-16,1-1 0 15,-1 0-1-15,4-1 0 16,1-2 0-16,0 0 0 0,1 0 2 16,0 0-1-16,-1 0-1 15,-2 0 0-15,-1 0-1 16,-1 0 1-16,1 0 0 16,-1 0-1-16,-1 0 4 15,2 0-3-15,-1 0 3 16,4 0-2-16,0 1 1 15,-1 2-1-15,3-2 0 0,2 2-1 16,-2 0 1-16,-2 0 0 16,0 0-1-16,0 1 0 15,-2-1 1-15,-3 0-1 16,3 1 0-16,1-3 0 0,1-1 0 16,2 2 5-16,0-1-5 15,3-1 3-15,-1 0-1 16,0 2 0-16,1 0-1 15,-3 1 0-15,2 0-1 16,0 1 3-16,-1 2-3 0,5-4 1 16,-2 0 0-16,3 1 1 15,0-2-2-15,0 0 0 16,0-1 1-16,-1 0 1 16,1 0-2-16,0 0 0 15,-1 0 0-15,4 0-3 16,-3 0 4-16,2-1-1 0,1 0 0 15,2 1 0-15,-3 0 0 16,0 0 0-16,2 0-2 16,1-1 2-16,1 1-1 15,3-2 2-15,1 2 0 0,4-2 0 16,-2 1 1-16,4 0-2 16,0-1 0-16,-3 1 0 15,2 1 0-15,-1-3 0 16,-1 3 0-16,2 0 0 15,-2 0 0-15,0 0 0 0,3 0 0 16,-3 0 0-16,3 0 0 16,4 0 0-16,0 0 0 15,1 0 0-15,-1-1 0 16,2-2 0-16,-2 0-2 16,0 0 2-16,0 2-1 15,-1-2 0-15,-1 2 1 0,2-1 4 16,-2 1-3-16,1 1 0 15,1 0-1-15,2 0 1 16,-2 0-1-16,1 0 0 16,-3 0 0-16,0 1 0 15,0 2 2-15,-2 1-2 0,2-1 0 16,-3 0 2-16,1 0 0 16,3-2-1-16,-1 2 1 15,4-3 0-15,0 0-1 16,0 0 1-16,1 0-1 15,1 0 0-15,-2 4 0 0,0-1 0 16,0 2 0-16,-2 0 0 16,2 2-1-16,0 1 1 15,2-1-1-15,1-2 1 16,-1 1 0-16,1-2-1 16,3-1 0-16,-5-2 0 0,5-1 1 15,-5 0 8-15,3 0 6 16,-2 0 0-16,-1 0-6 15,1 0-1-15,1 0-4 16,1 0-2-16,2 0-1 16,1 0-1-16,0 0 1 0,2 0 0 15,-2 2-1-15,2 2 0 16,-2-1 0-16,0 2 0 16,-2 0 1-16,1-4-1 15,-1 3 0-15,1-3 1 16,1 1 2-16,-2-2-1 15,2 0 0-15,-1 0-1 0,-1 0 1 16,-1-3-1-16,-4-1 0 16,-1 0 0-16,-2-2 2 15,-1 2-1-15,-1 1-1 16,1-1 0-16,-2-2 1 16,2 2-2-16,-3-2 2 0,-2 0-1 15,-4-2 0-15,-3-3 0 16,-4-1 1-16,-6-2 0 15,-3-3-1-15,-2 0 1 16,-3-3 2-16,-4-4 2 0,0 0 1 16,-2-3-1-16,-2-4-2 15,-1 1-1-15,-5-3-1 16,0 2 0-16,-5 0 1 16,-1-1-1-16,-4 1 6 15,0 3 7-15,-6-3 4 16,-3 2-2-16,-5-2-12 0,1 1-2 15,-5 1-1-15,1-2-1 16,0 1 0-16,-3 2 2 16,2-3-1-16,-4 5-2 15,2-1 1-15,-2 0 0 16,1 0-8-16,-4 0 4 0,-1 2-1 16,-1-1 4-16,-2 2-2 15,-2 0 2-15,-4 1-3 16,1 3 2-16,-5 2-3 15,0 1 11-15,-2 1-18 16,-2 4 9-16,-3 0-8 0,-3 4 6 16,2-1 1-16,-7 3-1 15,-2 2 4-15,0 0-3 16,-5 3 3-16,-1-2 1 16,-2 3-1-16,-3 0 2 15,0 0-2-15,-3 0 0 0,-1 0 1 16,1 0-1-16,-1 0 0 15,-3 0-3-15,-2 0 5 16,-2 4-1-16,2 0-1 16,-3 2-1-16,1 0 2 15,0-1-1-15,3-2-1 0,0 1 1 16,2-1-2-16,-1 0 0 16,-2 0-2-16,0 1-1 15,0 0-1-15,0 3 4 16,-2-4 0-16,0 3 1 15,-5 0 1-15,0-2 1 0,1 0-1 16,-3 0 0-16,0-1 0 16,2-1 0-16,7-2 0 15,-2 0 0-15,4 0 0 16,1-3 1-16,1-1-1 16,2-1 1-16,-3 1-1 0,-3 0-1 15,2 1 2-15,-4-1-1 16,2-1 1-16,-1 1-1 15,2 0 0-15,-2 1 0 16,4-1 1-16,0 1-1 16,2 0 0-16,0 2-1 15,2-1 2-15,0 1-1 0,-1-2 0 16,3 3-1-16,-1-3 2 16,2 2-2-16,0-2 2 15,-2 0-1-15,1 2 0 16,2-2-1-16,-4 3 2 15,2-3-2-15,-3 3 1 0,2 0-1 16,3-2 2-16,0 1-1 16,0 1 0-16,0-1 0 15,3 0 0-15,-1-1 0 16,-1 2 0-16,-1 0 0 0,-1-2 0 16,0 0 0-16,3 0 0 15,-2-1-1-15,5 1 1 16,-1-1 1-16,1-1-2 15,2 1 1-15,3-1 0 16,-2 0 0-16,0 0-1 16,2 3 2-16,0-2-1 0,2 2 0 15,-1-1 0-15,0 2 1 16,2 0-2-16,-1 0 1 16,1 0 0-16,5 0 0 15,-2 0 0-15,2 0 0 16,0 3-1-16,2-2 3 0,1 2-3 15,-1 0 1-15,1 1-1 16,4-1 1-16,1 0 1 16,3 1-2-16,3 2 1 15,-1-2-1-15,3 2 0 0,2 0 1 16,0 1-1-16,0 1 0 16,2 2 1-16,5 2-2 15,-3 0 3-15,3 0-2 16,1 2 0-16,4-3 1 15,1 4 0-15,3 0 0 16,0 1-4-16,1 1 4 16,-1 1-1-16,-1 2 1 15,1 1-1-15,-1 2 0 0,-3 0 0 16,1 1 1-16,-2-1 0 16,0 2-1-16,3 1 0 15,-3 1 1-15,5 1 0 16,1 1-1-16,1 3 0 0,5 1 0 15,-2 2-1-15,4 1 0 16,-1 0 1-16,3 2 0 16,2-1-1-16,0 0 1 15,0 1 0-15,11 0 0 0,6 4 0 16,14 0 0-16,8 2 0 16,18-1-4-16,14-8-27 15,14-11-100-15</inkml:trace>
  <inkml:trace contextRef="#ctx0" brushRef="#br0" timeOffset="2206.85">10565 3473 1 0,'0'1'3'0,"2"0"2"0,-2-1 0 0,0 3 3 16,2-3-4-16,-2 4 1 15,1-2-1-15,1 0 0 0,3 1 1 16,-3 1-2-16,2-1 0 15,-3 3-1-15,3-2-1 16,0 3-1-16,0-1 1 16,-1 2 1-16,3 1-4 15,-3-2 2-15,2 0-1 0,-1 0 5 16,0-1 2-16,-1-2 0 16,3-1-2-16,-2 0 2 15,2-2 0-15,0-1-1 16,1 0 2-16,5 0 0 15,2-4 2-15,2-5-2 16,8-6-2-16,-1-1-2 0,6-2-1 16,2-6-2-16,1-1 3 15,5-3-1-15,3-2-1 16,4-1 3-16,4-2 9 16,2-1-6-16,-1 3-6 15,-1 0 1-15,-2 3 0 0,-6 3-1 16,-7 2 0-16,-4 4-1 15,-2 3 1-15,-11 3-1 16,0 5 0-16,-6 2 0 16,-3 6-3-16,-2 0-10 0,-5 0-23 15,0 6-8-15</inkml:trace>
  <inkml:trace contextRef="#ctx0" brushRef="#br0" timeOffset="2669.79">10882 3424 72 0,'0'0'6'0,"0"0"10"0,39-29-11 0,-20 18 0 15,4-3 0-15,4-1 5 16,4 1-8-16,1-1 0 15,5 1-1-15,-5-2-3 16,-1 0-30-16</inkml:trace>
  <inkml:trace contextRef="#ctx0" brushRef="#br0" timeOffset="6197.36">3634 4979 72 0,'0'-4'5'0,"-2"0"6"0,0 1 0 16,2-2-2-16,-2 3-3 15,2 0 3-15,-2-2 2 0,2 1 1 16,-2 0 9-16,1 2-15 16,0-1-1-16,1 1 1 15,0-1-1-15,0 1-3 16,0 1-2-16,0 0-1 16,0 0-1-16,1 0 0 0,4 0-4 15,-1 7 1-15,3 2 1 16,-3 1 4-16,3 2-1 15,0 3 1-15,-1 2-4 16,-1 1 6-16,1 1-5 16,0 2 8-16,0 0-3 0,-2 2 2 15,-2-2 0-15,3 3 1 16,-3-1-3-16,2 0-1 16,-2 0 0-16,4-2-1 15,-2 0 1-15,1-4 0 16,1 0 1-16,0 0-2 15,2-4 0-15,-1-2 0 0,-1-2 0 16,1 1 0-16,1-3 2 16,-2-3 1-16,0 2-1 15,0-3 1-15,1 0-1 16,-1-2 4-16,2-1-2 16,-2 0 4-16,3 0 0 0,-3 0 0 15,4-3 0-15,1-3-2 16,0-1-2-16,-2 0 0 15,0 0-3-15,-2-1 1 16,-1 3 0-16,-1 0-10 0,-3-1-34 16,-2-1-36-16,0-2-60 15</inkml:trace>
  <inkml:trace contextRef="#ctx0" brushRef="#br0" timeOffset="6496.93">3628 5297 136 0,'0'0'10'0,"0"0"9"0,0 0-6 16,0 0 1-16,0 0-1 0,0 0-3 16,0 0-2-16,35-44-5 15,-20 33-2-15,2-2 1 16,3 0-2-16,-3-1 2 16,4 1-4-16,-1-1-29 15,-4-2-46-15</inkml:trace>
  <inkml:trace contextRef="#ctx0" brushRef="#br0" timeOffset="6709.11">4017 5034 165 0,'0'0'10'16,"0"0"21"-16,0 0-9 15,0 0-1-15,0 0-6 0,0 0-5 16,0 0-7-16,0 0-2 16,28-17-1-16,-12 10-27 15,1-1-35-15,-2-1-40 16</inkml:trace>
  <inkml:trace contextRef="#ctx0" brushRef="#br0" timeOffset="6860.94">4145 5124 64 0,'0'0'49'16,"0"0"-37"-16,0 0 10 15,0 0-19-15,0 0 1 0,0 0 1 16,0 0 1-16,17-6-13 16,-6-5-62-16</inkml:trace>
  <inkml:trace contextRef="#ctx0" brushRef="#br0" timeOffset="7209.67">4296 4895 130 0,'0'0'0'16,"0"0"5"-16,0 0 9 0,0-43-11 15,0 30 0-15,0 0 0 16,0 1-1-16,0-2 3 15,-2 3 5-15,-1-1-2 16,1 3 4-16,2 1-2 16,-2 3 1-16,2 2-5 0,0 1 3 15,0 2 0-15,0 0-17 16,0 6-7-16,0 8 6 16,4 1 13-16,2 6-2 15,2 3-1-15,-1 0-1 16,3 1 2-16,2-2-2 0,-1 0 2 15,1-1-2-15,-1-1 2 16,0-3 1-16,2 1 1 16,-2-2 3-16,-2-2-10 15,-2-2-40-15,-2-3-37 16</inkml:trace>
  <inkml:trace contextRef="#ctx0" brushRef="#br0" timeOffset="7323.32">4424 5077 119 0,'0'0'23'0,"0"0"6"16,0 0-10-16,0 0-16 0,0 0-1 16,51-48-17-16,-33 32-64 15</inkml:trace>
  <inkml:trace contextRef="#ctx0" brushRef="#br0" timeOffset="7942.13">4026 5710 88 0,'0'0'12'0,"0"0"4"16,0 0 0-16,0 0-9 15,0 0-1-15,0 0-6 0,0 0-4 16,0 0-1-16,0 0 3 16,22 10 4-16,-17 8 1 15,-1 3 3-15,1 1-4 16,3 1 0-16,-3-2 0 15,4 2-2-15,-2-3 2 16,1 4 0-16,2-4 0 0,-2 0-1 16,-1-2-1-16,1-2 1 15,2 1 0-15,-3-7 1 16,-1 0 1-16,1-3-2 16,2-1 4-16,-2-2 1 15,-1-4 2-15,1 0-2 0,1 0 3 16,0 0 0-16,1-3-1 15,-1-4 1-15,2-3-3 16,-3 1-2-16,-1-2-35 16,-4 1-28-16,-2-1-15 15</inkml:trace>
  <inkml:trace contextRef="#ctx0" brushRef="#br0" timeOffset="8134.67">4048 5955 171 0,'0'0'8'16,"0"0"9"-16,0 0 11 15,0 0-14-15,0 0 0 16,0 0-7-16,0 0-4 0,0 0-1 16,0 0-2-16,18-30-17 15,0 14-43-15,2-4-38 16</inkml:trace>
  <inkml:trace contextRef="#ctx0" brushRef="#br0" timeOffset="8291.37">4332 5725 208 0,'0'0'2'15,"0"0"13"-15,0 0 3 16,0 0-10-16,0 0-5 0,0 0-6 15,0 0-66-15,0 0-2 16</inkml:trace>
  <inkml:trace contextRef="#ctx0" brushRef="#br0" timeOffset="8463.2">4511 5717 63 0,'0'0'1'0,"0"0"2"0,0 0 1 16,0 0-1-16,0 0-1 15,0 0-1-15,0 0-14 16</inkml:trace>
  <inkml:trace contextRef="#ctx0" brushRef="#br0" timeOffset="8910.23">4667 5608 34 0,'0'0'2'15,"0"0"3"-15,0 0 7 16,0 0-9-16,0 0 13 15,0 0-2-15,0 0 0 16,0 0 1-16,-16 24 4 0,10-18-2 16,1-2 0-16,-1-1-1 15,0-3 3-15,4 0-1 16,0 0-4-16,2 0-7 16,0-1-8-16,0-8 4 15,8-1 5-15,2 0-7 0,3-1 1 16,4 0-2-16,-4 4-1 15,3 3 0-15,-6 4-3 16,-1 3-6-16,-3 14-4 16,-4 3 8-16,-2 6 15 0,0-1-6 15,-6 1-2-15,0-5 2 16,-1-6-2-16,5-4 0 16,2-7-1-16,0-4-6 15,13-1-12-15,8-18 23 16,8-6 4-16,7-7-5 15,3-9-44-15,0-5-61 0</inkml:trace>
  <inkml:trace contextRef="#ctx0" brushRef="#br0" timeOffset="9209.29">4480 5858 177 0,'0'0'5'16,"0"0"5"-16,0 0-4 0,0 0-4 0,0 0 1 15,57-48-4-15,-26 17-43 16</inkml:trace>
  <inkml:trace contextRef="#ctx0" brushRef="#br0" timeOffset="11977.36">3157 6318 104 0,'0'0'0'0,"0"0"6"0,-48-30 1 0,35 19 3 0,-3 4-5 15,1-3-3-15,-1 3-1 0,-1 0 0 16,2 1 0-16,-5 0 1 15,1 1 0-15,-2-1-1 16,-2 3 1-16,-4 1-2 16,-1 2 0-16,-3 0 1 15,-2 0-5-15,-2 0-1 0,-2 2 2 16,3 5 0-16,-4 1 2 16,3 0 0-16,-1 2 1 15,-2 2-1-15,4 0 1 16,-2 1 0-16,3 0 0 15,1 2 0-15,1 1 0 0,2 0 1 16,0 2 0-16,2 0 0 16,2 2 1-16,4 1-1 15,-4 1-1-15,4 2 1 16,-1 0-1-16,0 2 0 16,2-1 0-16,-1 1-2 15,4 0 2-15,-1 2 0 0,5 0 1 16,-3 2 0-16,7 1-1 15,0 3 0-15,5-2-1 16,2-1 1-16,-1 0 0 16,3-4-1-16,0 2 1 15,3-4-2-15,3-1 2 0,1 0-1 16,1 1 1-16,4 0 0 16,1-2 0-16,0 4 0 15,3-2 0-15,3 0 0 16,0 0 0-16,2 0 0 15,3-2 1-15,0 0-1 0,1 0 0 16,-2-3 0-16,1-2 0 16,3 1-1-16,2-2 2 15,-1-2-1-15,5-2 0 16,2 0 2-16,1 0-2 16,2-3 1-16,2-2-1 0,3 2 1 15,-1-3 0-15,1 0 0 16,1-3-1-16,2 1 1 15,4-2-1-15,0 1 0 16,0-1 0-16,0-2 0 16,2 1 0-16,1-1 0 0,-1-1 0 15,4 0 0-15,-1 0 1 16,2 0-1-16,0 0 0 16,-1 0 1-16,2-3-1 15,0-1 0-15,-1 3 0 16,0-2 1-16,2 2-1 0,-4-3 0 15,1 2 1-15,0 1-2 16,0-1 2-16,2-1-1 16,-1-1 1-16,0-2-1 15,1-1 0-15,0-2 2 16,0 1-2-16,-1-2 0 0,3 3 1 16,-4-2-1-16,-3 2 0 15,0 2 1-15,1 0-1 16,-2 2-1-16,1 0 1 15,-1 2 0-15,2-2 0 16,-3 2 1-16,2-1-2 0,3 1 2 16,-2-2-1-16,2 3 0 15,-1-1 0-15,1 1 1 16,3 0-1-16,-3 0 0 16,2 0 1-16,0 0-2 15,1 1 2-15,0 6 0 16,1-1-1-16,0 1 1 0,1 0-1 15,0 0 0-15,3-1 0 16,-3 1 0-16,3 0 0 16,-4 0 0-16,3 2 0 15,-3-4 0-15,3 1 0 0,-2-2 1 16,4 1 0-16,0 0 0 16,-1-3 0-16,1 1 2 15,0-1-3-15,0 2 2 16,-2-1-1-16,1-1 0 15,-3 1 0-15,1-2-1 16,-2 1 3-16,-1-1-3 0,1-1 0 16,-2 0 0-16,-2 0-4 15,-1-3-3-15,-1-5 0 16,-2-4-2-16,-4-2 1 16,0-3 1-16,-6-3 3 15,-3-1 1-15,-6-2 2 0,-2-4 1 16,-4 0 0-16,-3-3 1 15,-5-1 4-15,-1-2-4 16,-5-3 0-16,-4-3-1 16,0 1 1-16,-4-2-1 15,-1 2 0-15,-4-2-1 0,0 2 1 16,0 1 0-16,-9 1 0 16,-1 5 1-16,-3 1 1 15,-2 5 10-15,1 0 0 16,-4 4 8-16,-1 0-12 15,0 2-1-15,-1-1-4 16,-2 2-1-16,-2 0 0 0,1 0-1 16,-4 1 2-16,-2-2 2 15,-3 0 0-15,-5 2 2 16,-3-3 2-16,-7 2-6 16,0-2 0-16,-9 1 1 0,-4-1-1 15,-5-1 0-15,-7 3-2 16,-6 0 0-16,-7 0-1 15,-11 3 0-15,-5 2 0 16,-11 0 0-16,-10 6-1 16,-6 1 1-16,-14 5-1 0,-6 1 0 15,-14 8-2-15,-5 11-27 16,-10 6-22-16,-10 8-33 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6:34:39.036"/>
    </inkml:context>
    <inkml:brush xml:id="br0">
      <inkml:brushProperty name="width" value="0.05292" units="cm"/>
      <inkml:brushProperty name="height" value="0.05292" units="cm"/>
      <inkml:brushProperty name="color" value="#FF0000"/>
    </inkml:brush>
  </inkml:definitions>
  <inkml:trace contextRef="#ctx0" brushRef="#br0">6757 3867 47 0,'0'0'4'0,"0"0"-5"0,0 0 2 0,0 0-1 16,0 0 1-16,0 0-1 0,0 0 0 16,0 0-1-16,0 0 0 15,0 0 0-15,0 0 1 16,0 14-1-16,0-11 1 16,0-3 1-16,0 0 1 15,0 0-1-15,2 1 0 0,-1-1 0 16,0 2 2-16,2-1-2 15,-1-1-1-15,0 2 1 16,0-1 1-16,-2-1-1 16,2 1 3-16,-2 0 0 15,0-1 0-15,1 1-1 0,0-1 3 16,0 0-1-16,1 0 4 16,0 0 1-16,0 0-2 15,2 0 1-15,0 0-3 16,0-3-2-16,2 2-2 15,-3-1-2-15,3 1 1 0,0-1-1 16,4 1 0-16,-4-2 1 16,3 2-1-16,0 0 0 15,3 0 0-15,-2 1 1 16,3-1-2-16,-1 1 2 16,2 0-1-16,2 0 0 15,2 0 0-15,-3 0 1 0,5 0-2 16,0 0 1-16,0 0 0 15,1 0 0-15,-4 0 0 16,2 1 1-16,-2 0-1 16,-1 1 0-16,-1-2 0 0,-1 3 0 15,-1-3 1-15,1 1-1 16,-1-1 0-16,-1 2 0 16,1-1 0-16,0-1 0 15,1 0 0-15,0 3-1 16,3-3 2-16,-2 1-1 15,1 0 0-15,1 1 0 0,0-2 0 16,3 1 1-16,-3 1-1 16,0-2 0-16,0 2 0 15,1-1 0-15,-3 3 0 16,-1-2 0-16,1 2 0 16,-3-3-1-16,1 1 1 0,3 2 1 15,-3-4-1-15,3 2 2 16,-2-1-2-16,2-1 0 15,1 0 0-15,1 0 0 16,-1 0 0-16,2 0 0 16,0 0 0-16,0 0 0 0,3 0 0 15,-1 0 1-15,4 0-1 16,-2 0 0-16,2-1 0 16,0-1 0-16,-2 0 0 15,0 0 0-15,-1 0 0 16,1 2 0-16,-3-1 0 15,2-2 0-15,-1 2 0 0,0-1 1 16,4 2-1-16,-2-2 0 16,2 0 0-16,1 2 0 15,-1-2 0-15,2 1 0 16,-1 1 0-16,-1 0 1 16,0 0-1-16,-5-2 0 0,6 2 0 15,-3-1 0-15,1 1 0 16,1 0 0-16,1 0 0 15,1 0 0-15,1 0 0 16,0 0 1-16,0-1-1 16,-1 0-1-16,1 0 2 0,-1 0-1 15,-3 1 0-15,1 0 1 16,0 0-1-16,-2 0 0 16,1 0 1-16,-2 0-1 15,1 0 1-15,1 0-1 16,-1 0 1-16,1 0 1 0,0 0-2 15,-1 0 0-15,2 3 0 16,-4-1 1-16,2 2-1 16,-1-1 0-16,2 1 0 15,-1-3 0-15,-2 2 0 16,3-2 2-16,1 1-2 0,-1-2 1 16,3 0-1-16,2 0 0 15,0 0 1-15,2 0 0 16,0 0-1-16,3 0 1 15,-2-2 0-15,1 1 0 16,-2-2 1-16,0 0-2 0,-1 2 1 16,0-2-1-16,2 1 1 15,0 1-1-15,4-2 1 16,-2 1-1-16,3 0 2 16,-2-1-2-16,1 0 1 15,0-1 0-15,-3 0 1 0,4 1 0 16,-3 2 0-16,1-1-2 15,1 2 1-15,-1 0-1 16,3 0 1-16,-2 0-1 16,0 0 0-16,0 0 0 15,-1 0 0-15,1 0 0 0,-1 0 2 16,2 0-2-16,-3 0 0 16,3 0 0-16,1 0 0 15,-2 0 0-15,2 0 0 16,-4 0 0-16,0 0 1 15,1 3-2-15,-2-3 2 16,3 0-1-16,-2 1 2 0,3 1 0 16,2-1 1-16,-3 0-1 15,3 1 1-15,-1 1-2 16,-2 0-1-16,1 1 0 16,0-1 2-16,-2-1-2 15,2 1 0-15,0-1 0 0,0 0 0 16,1-1 0-16,-1 0 1 15,1-1 2-15,0 0 6 16,1 0-2-16,-1 0-1 16,3 0-1-16,0 0 0 15,1 0-2-15,2 0-2 0,0 0 1 16,0-4 0-16,1 1-1 16,-2-2 1-16,2 0 0 15,-1 1 0-15,3-2-1 16,-4 2 1-16,3-1 0 0,-3 2-1 15,1 0 2-15,-3 1 1 16,1-1-2-16,-2 2 0 16,3 1-1-16,-1 0 0 15,3 0 0-15,0 0 0 16,4 0-1-16,-5 0 0 16,4 0 0-16,-2 0 1 0,-1 0-1 15,0 0 0-15,-1 0 0 16,-1 0 0-16,-1 0 1 15,-1 0 1-15,-1 0-4 16,0 0 2-16,-3 0 2 16,4 0-2-16,-2 0 0 0,2 0 0 15,1 0 0-15,-2 0 1 16,2 0-1-16,0 0 0 16,-1 0 0-16,-2 0 0 15,3 0 0-15,-1 0 0 16,-1 0 1-16,1 0-1 15,1 0 0-15,-2 0 1 0,-1 0 0 16,1 0-1-16,0 0 0 16,-2 0 0-16,4 0 0 15,0 0 1-15,4 0-1 16,-4 0 0-16,2 0 0 16,0 0 0-16,-2 3 0 0,2-2 0 15,-1 0 0-15,1 1 0 16,1-2 0-16,-1 0 0 15,4 2 1-15,-4-1-1 16,2-1 0-16,0 0 0 0,1 0 0 16,-2 0 1-16,6 0-2 15,-1-1 1-15,0-1 1 16,3-1-1-16,-2 2 1 16,-4-2-1-16,2 2 0 15,-3-1 0-15,2 2 1 16,-4-1-1-16,0-2 1 0,-1 3 0 15,-1 0 2-15,0-1-1 16,-2 1 1-16,0 0 1 16,3 0-3-16,-3 0 0 15,2 0 1-15,-1 0-1 16,-1 0-1-16,-3 0 1 0,-3 1-1 16,-1 0 0-16,-2 1 1 15,-2-1-1-15,-2 2 1 16,-4-3-1-16,-1 3 0 15,-4-2 1-15,0 0 1 16,-5 1 1-16,1 1 4 0,-1 0-5 16,1 1-1-16,-1 0-1 15,-3 2 0-15,1-2 0 16,-1 3 0-16,-1-1-2 16,-2 1-14-16,-6-1-23 15,-1-2-57-15</inkml:trace>
  <inkml:trace contextRef="#ctx0" brushRef="#br0" timeOffset="830.81">16033 3462 35 0,'2'4'3'0,"2"-3"6"0,-2 1 0 0,2 2-4 15,0 1-3-15,-1-1-1 16,1 2 1-16,-2-1 1 15,0 1 1-15,1 0 2 0,-2-2-1 16,1-1-1-16,0 1-2 16,-2-3 4-16,2 1 1 15,-1-2 5-15,3 0 2 16,2 0 7-16,2 0 4 0,0-1-8 16,5-5 0-16,3-3-4 15,3-3-1-15,3-1-3 16,4-3-2-16,4-1 0 15,2-3 1-15,5-1-1 16,3-2 0-16,3 2-2 16,7-3-4-16,4-2-1 0,0-7-13 15,0-9-134-15</inkml:trace>
  <inkml:trace contextRef="#ctx0" brushRef="#br0" timeOffset="4605.22">10961 3901 85 0,'0'0'4'0,"0"0"6"0,0 0-6 0,0 0 2 0,0 0 5 15,0 0 3-15,0 0-8 16,0 0-5-16,0 0 0 15,0 0 5-15,0 0 4 16,0 0 3-16,0 0 2 0,-13 0-6 16,8-3-3-16,2-2-4 15,1-1 1-15,0-3 0 16,-2-1-1-16,1-1 0 16,1-2-1-16,0-1 1 15,0-3 0-15,0 0-2 0,-2 0 0 16,3 0 1-16,-2-3-1 15,3 1 0-15,0-3 2 16,0 0-5-16,0-2 1 16,6-1 1-16,2-2-1 15,-1-3 1-15,2 0 0 0,2-1 0 16,-4 1 0-16,0-1 2 16,-1 4-2-16,-1 1 2 15,-1 1-1-15,-1-2 0 16,1 5 1-16,0-2-1 15,0 0 0-15,3 1 1 16,-1 1-1-16,2 0 0 0,0-2 1 16,3 1 0-16,2 1 0 15,0-1-1-15,3 0-1 16,-1 2 1-16,3 1 1 16,-3 2-1-16,1 2 0 0,-1 2 0 15,-1 1 0-15,-1 2-1 16,1-1 1-16,-3 2 1 15,5 2-3-15,-1-1 3 16,3 1-2-16,2-1 1 16,5 1 1-16,-2 1 0 15,3 0-1-15,1 2 0 0,0-2 0 16,-1 4 1-16,1-1-2 16,0 1 1-16,0-1 0 15,0 3 0-15,2-1 0 16,0-1 0-16,-1 2 0 0,1-2 0 15,0 3 1-15,1-3-1 16,2 3 0-16,-1-1 0 16,2-2 0-16,1 3 0 15,-1 0 0-15,3 0 0 16,-4 0 0-16,3 0 0 0,-4 0 0 16,1 4-1-16,3-1 2 15,-1 3-2-15,3-3 2 16,2 1-1-16,-4-1 0 15,4-1 0-15,2 0 0 16,0-1 0-16,0-1 0 16,2 0 0-16,-2 0 1 0,1 0-1 15,-1 0 0-15,-1-4 0 16,-2 0 0-16,1 1 0 16,-4-1 0-16,1-2 0 15,0 2 0-15,-2-2-4 16,3-1 7-16,-3 3-3 0,4-2 0 15,-5 2 0-15,-1-2 1 16,-1 3-1-16,-6 1-1 16,-5 0 2-16,0 2-2 15,-7 0 2-15,1 0-1 16,-3 0 0-16,1 0-1 0,-2 0 1 16,1 0 0-16,3 2 0 15,-3 0 0-15,2 3 0 16,-3 0 0-16,2 1 0 15,1-1-1-15,-1 0 1 16,-1-1 1-16,1 3-2 0,-2 2 1 16,0-2-2-16,2 1 2 15,-2 2 0-15,1-3 0 16,-1 2 0-16,1 1 0 16,-1 1 0-16,2-1 0 15,-3 0 0-15,1 1 0 0,2 1 0 16,-1-1-1-16,-1 2 1 15,1 1 1-15,0 0-1 16,0-1 0-16,0 0 0 16,-4-2 0-16,4 3 0 15,-2-1 0-15,1-1 1 0,0 0-1 16,3 1 0-16,-4 1 0 16,1-2 0-16,-2 1 0 15,-2-2-3-15,1 2 3 16,-4-2 1-16,1 2 0 15,1-3-1-15,-2 4 1 0,0-3-1 16,2 2 0-16,-1 1 1 16,-2-1-1-16,1-1 0 15,1 0 0-15,1 1 0 16,-3 0 0-16,-1-2-1 16,2 2 2-16,0 0 0 15,-1-2-1-15,0 1 0 0,0 2 1 16,-1-3-2-16,0 0 2 15,1 1-1-15,1-1 0 16,-1-1 1-16,-2 0-3 16,0 0 3-16,0 0 0 15,0 0-1-15,0-3 0 0,0 4 1 16,0-1-1-16,0 0 0 16,0 1-1-16,0-3 1 15,0 0 3-15,0-1-3 16,0 0 1-16,0 1-1 0,0-2-3 15,-2 2 6-15,0-4-2 16,-1 3-1-16,1 0 1 16,0-1-1-16,0 2 0 15,0-2-1-15,-3 2 2 16,1 0-2-16,-1-1 0 16,-1 0 3-16,1 0-2 0,1-3 1 15,0 2-1-15,1-3-1 16,-1 1-2-16,-3 0 4 15,0 1 1-15,-2 0 2 16,-5 1-3-16,1 0 1 16,-7-1-2-16,-5 4 0 0,-9-1 0 15,-9 2 0-15,-14 4 0 16,-18 2-6-16,-19-5-74 16</inkml:trace>
  <inkml:trace contextRef="#ctx0" brushRef="#br0" timeOffset="9857.78">12812 3094 73 0,'0'0'8'0,"0"0"6"0,0 0-6 0,0 0-2 15,0 0-2-15,0 0-1 0,0 0 0 16,0 0-1-16,0 0 0 15,0 0-1-15,0 0 0 16,6-21 0-16,-6 21-1 16,2 0 0-16,3 0 0 15,-4 0-1-15,5 4 0 0,-2 2 1 16,-1 0 1-16,1-1 0 16,2 0 1-16,-3-1-1 15,2 0 0-15,1-4 4 16,-3 2 0-16,2-2 5 15,2 0 7-15,3-5 6 0,3-6-4 16,5-6-7-16,6-7-6 16,7-6-2-16,8-7 0 15,7-4-3-15,9-8 0 16,11-3-1-16,3-9 0 0,1-5-31 16</inkml:trace>
  <inkml:trace contextRef="#ctx0" brushRef="#br0" timeOffset="20018.88">17769 3463 84 0,'0'-1'27'0,"0"1"-11"0,0-3-4 0,0 3-3 16,1-1-5-16,-1 0 3 0,0 0 0 15,0 0 1-15,0 1-4 16,0 0-4-16,0 0 2 16,-2 0-3-16,-1 0 2 15,0 0 1-15,1 0-1 16,-3 4-1-16,0 3-1 16,3-1 1-16,-4 3 0 0,2 1 0 15,1 1 0-15,-1 0 0 16,0 2 0-16,0-2 0 15,0 2 0-15,2 0 0 16,-2 1 0-16,2 0 0 0,0 1 0 16,1 0 0-16,1 2 0 15,-2 0 0-15,2 2 0 16,-2-1 0-16,2 1 1 16,0-1-1-16,0-2 0 15,0-2 1-15,0 0-1 0,4-3 0 16,-1 1 1-16,3-5-1 15,0 1 0-15,-2-3 1 16,4-2 0-16,0 1 1 16,1-4 0-16,1 0 2 15,1 0 4-15,1 0-2 16,-1 0 0-16,2-6 1 0,1 0-1 16,-1-2 3-16,1 0-3 15,-2 0-2-15,-1-2-1 16,-1 2 0-16,-2 1 0 15,-1-2-1-15,-2 2 1 16,1 0 0-16,-1 0-3 16,-4 4 1-16,1-1-1 0,-1 0 1 15,0 2-1-15,-1 1 0 16,0-1 0-16,0 2 0 16,0 0-2-16,0 0 2 15,1 0-2-15,0 0-6 0,-1 3 8 16,2 3-1-16,0 1 2 15,1 3-1-15,0-3 0 16,2 0 0-16,0 0 0 16,1-1 1-16,1 0-1 15,0-2 0-15,3-3-2 0,0 1 4 16,-2-2 0-16,3 0-1 16,0 0 2-16,-1-5 0 15,0-3 0-15,1 1 1 16,-3-4 3-16,0 1 0 15,0-3 2-15,-3 1 2 0,1-3-1 16,-4-1 1-16,-2-1-2 16,0 0-3-16,0 1-2 15,0 0-2-15,-6 1-3 16,-1 0 3-16,1 3-2 16,-2 2-1-16,1 5-4 0,1 3-6 15,-3 2-23-15,2 0-41 16,-1 2-31-16</inkml:trace>
  <inkml:trace contextRef="#ctx0" brushRef="#br0" timeOffset="20681.49">18258 3594 115 0,'0'0'10'0,"0"0"5"0,0 0-13 0,0 0-4 15,0 0 2-15,0 0 0 16,0 0 0-16,0 0 0 16,-8 48 0-16,8-33 0 0,0-1 0 15,0 0 0-15,0 2 0 16,0-1 0-16,0 1 0 16,0-2 1-16,4 3-1 15,-2-3 0-15,0 0 0 16,-1-2 1-16,1-1-1 0,0-1 0 15,0 0 0-15,0-3 0 16,0-2 2-16,0-1-2 16,-1 0 0-16,-1-2 0 15,1-1 1-15,1-1-1 16,-2 0 1-16,0 0 0 0,0 0 12 16,0 0 14-16,0 0-22 15,0-7-4-15,0 1 1 16,0-1-2-16,0-3 1 15,0 0 2-15,1 2-1 16,2-1-2-16,3-1 7 16,-1 2-7-16,3-1 1 0,0 3 0 15,1 1-2-15,1 1 3 16,-1 2 0-16,0-1 2 16,0 3-4-16,0 0 1 15,0 5-2-15,0 3 0 16,-4 3-3-16,-1 2 4 0,0 1-1 15,-2 1-10-15,-2 0-14 16,0-3-12-16,0-3-17 16</inkml:trace>
  <inkml:trace contextRef="#ctx0" brushRef="#br0" timeOffset="21323.14">18567 3732 108 0,'0'0'2'0,"0"0"-1"0,0 0 0 16,38-20 0-16,-26 17 0 0,0-1 5 15,-1 3 0-15,-1-2 3 16,-1 3 0-16,1 0-5 15,-2 0-2-15,0 1-2 16,-1 6 1-16,0 2-1 16,0 2 0-16,-1 1 1 15,-4 0 0-15,-1 1-4 0,-1-2 2 16,0 1 1-16,0-5 0 16,-2 3 1-16,-1-3 0 15,-1-3 0-15,1 0-1 16,1-1 1-16,1-1 0 15,0-1 0-15,1-1 1 0,0 0 2 16,0 0 8-16,0-4-8 16,0-3 2-16,0-2-4 15,0-2 0-15,2 0 2 16,3-1-2-16,-1 1 1 16,0-2-1-16,0 0 0 0,1 1 0 15,-1 0-1-15,0 1 1 16,2 1 1-16,-3 0-3 15,0 1 0-15,0 4 0 16,1-1 0-16,-2 2 0 16,0 2 0-16,0 1 0 0,0 1 0 15,-1 0-3-15,3 0 0 16,-2 3-1-16,2 6-1 16,0 0 5-16,2 4 0 15,-1 1 2-15,3 0-1 16,0-1 1-16,0 0-2 0,3 0 1 15,-2-2 1-15,3-1-2 16,3 1 0-16,2-5 1 16,2 1-12-16,-1-3-43 15</inkml:trace>
  <inkml:trace contextRef="#ctx0" brushRef="#br0" timeOffset="22127.13">19323 3506 27 0,'1'0'59'0,"-1"0"-46"0,1 0-6 0,0 0-3 0,2 0 0 16,0 0-2-16,0 0 1 15,4 0 2-15,-2 0 1 16,4 0 4-16,-1 0-2 16,2 0-4-16,3-1-2 15,-2-1-1-15,-2 2 1 0,3 0-2 16,-2 0 0-16,1 0-5 16,-5 0-17-16,2 0-9 15,-6 0-29-15</inkml:trace>
  <inkml:trace contextRef="#ctx0" brushRef="#br0" timeOffset="22304.15">19388 3657 141 0,'0'0'-3'16,"0"0"4"-16,0 0 0 15,37 0 0-15,-26 0-1 16,1 0-33-16,-3 0-49 16</inkml:trace>
  <inkml:trace contextRef="#ctx0" brushRef="#br0" timeOffset="35955.31">7269 8311 92 0,'-2'0'3'0,"1"0"2"0,-1 0 2 16,2 0-4-16,0 0-3 15,0 0-1-15,0 0 2 16,0 0-1-16,0 0 0 16,0 0 1-16,0 0-1 0,0 0 1 15,0 0 0-15,0 0 6 16,2 0-3-16,5 0-1 16,-1 0-2-16,4-4 0 15,-2 1 0-15,3 1-1 16,1 1 0-16,1-1 2 15,1 1-2-15,-1 1 0 0,3-1 0 16,-1-1 0-16,0 0 0 16,4-1-4-16,-1 1 4 15,0-2 0-15,2 1 0 16,0-1 1-16,0 1 0 16,1 0 1-16,3 3-2 0,3-3 0 15,0 2 0-15,-1 1 0 16,5-2 2-16,-1 1-2 15,3 1 1-15,-2 0-1 16,0 0 0-16,-1 0 0 16,4 0 0-16,-3 0 0 0,1-3 0 15,5-1 3-15,1-2-3 16,2 0 2-16,1-1 4 16,1 0-3-16,0 2-1 15,-1 0-1-15,-1 1-1 16,-2-2 1-16,3 2-1 15,0 1 1-15,4-2-1 0,2-1 0 16,2-1 1-16,0-2 1 16,5 2 1-16,-3-4 0 15,3 2 0-15,2 1 1 16,-2-1-2-16,2 1 0 16,-3 1-1-16,-2 0 0 0,2 2 0 15,-1-2 0-15,0 3 0 16,2-1 2-16,-2 0-1 15,1-1 0-15,1 2 0 16,1-2-1-16,2 1 0 0,-1 1-1 16,3-2 1-16,1 3-1 15,0 0 0-15,1 0 0 16,2 0 0-16,1-1 1 16,-1 1-1-16,-1-1 0 15,4 4 0-15,-3-3 0 16,0 2 0-16,1 1 0 0,-3 0 1 15,1 0-1-15,-1 1 0 16,-2 3 0-16,2 0 0 16,-1 0 0-16,1-1 2 15,1-1-2-15,1 1 0 0,-2 0 1 16,1 0-1-16,0 1 0 16,1 0 0-16,-3 2 0 15,3 0 2-15,-2 1-2 16,1 0-2-16,0 1 4 15,3 0-2-15,-2 1 0 16,1-2 0-16,1-1 0 16,0 0 0-16,0-2 2 0,-1-1 2 15,4-3 4-15,-5 1-3 16,4 1 1-16,0-2-2 16,0 0 0-16,3 0-1 15,2 0 0-15,2 0-2 0,1 0 0 16,0 4 0-16,0 0-1 15,2 2 1-15,-1 1 0 16,4 2-2-16,-4-5 1 16,1 2 1-16,3-2-1 15,-2 0 1-15,1-2 0 0,-2-1 3 16,0 2-1-16,0-2 0 16,4 2 1-16,-1 1 0 15,3 2-2-15,2 4-1 16,-1 0 0-16,2 3-1 15,-3-2 0-15,-2 2 0 16,-1-3 0-16,0-2 1 0,0-1-1 16,-3-2 0-16,0-4 0 15,2-1 3-15,2 0-1 16,-3 0 1-16,0 0 0 16,-3 0-1-16,2-1-1 15,-2-1-1-15,0-1 1 0,-3-1-1 16,3 1 1-16,-1-2-1 15,-2 0 0-15,-3-1 1 16,-2 1 1-16,-5-2 1 16,-6 1-2-16,-5 2-1 15,-8 0 1-15,-4-1-1 0,-4 1 1 16,-6-1-1-16,-5 0 2 16,-3 0 1-16,-1-1 5 15,-5 0-1-15,-3 3-1 16,-6-1-2-16,-1 1 4 15,1 0-4-15,-6 2-1 0,0-3-1 16,0 1-1-16,0 0-2 16,0-1-12-16,-2 0-29 15,-9-2-74-15</inkml:trace>
  <inkml:trace contextRef="#ctx0" brushRef="#br0" timeOffset="36552.26">17016 7264 54 0,'2'0'0'0,"-2"0"9"0,0 0 2 0,0 0-8 16,0 0-2-16,0 0 0 0,0 0-1 15,0 0 3-15,0 0-3 16,0 0 1-16,0 0-1 16,-2 0 0-16,0 0 0 15,-1 0 0-15,0 0 1 0,1 0 1 16,-2 0 9-16,0 0 6 15,1 0 4-15,2 0-5 16,0 0-5-16,1 0-8 16,0 0-3-16,0 0 0 15,0 0 1-15,0 0-1 0,0 0 0 16,3 0 1-16,7 0 7 16,6-7 10-16,10-10 11 15,13-10-7-15,15-10-5 16,15-11-11-16,21-10-4 15,18-8-2-15,16-6 0 16,11-6-15-16,2-5-66 0</inkml:trace>
  <inkml:trace contextRef="#ctx0" brushRef="#br0" timeOffset="62496.7">15402 14806 133 0,'0'0'-3'0,"0"0"8"0,0 0 4 0,0 0 7 16,0 0-4-16,0 0 4 0,0 0-6 16,0 0-6-16,0 0-4 15,0 0 0-15,0 0 1 16,0 10 1-16,0 8-1 16,0 9 2-16,0 7-1 15,0 12 1-15,0 9 1 0,0 12 1 16,0 15-3-16,0 12-1 15,-3 11 0-15,1 10-1 16,0 10 0-16,0 10 0 16,2 3 1-16,0-1-1 15,0-1 0-15,0-7 0 0,2-7 6 16,4-7-1-16,1-7 3 16,-1-3-1-16,2-3-2 15,-5 0 0-15,1-1 0 16,0 0 0-16,-4-3-1 0,0-3-1 15,0-1-1-15,0-5-1 16,-2-6-1-16,-2-8 0 16,1-9 1-16,-4-11-1 15,3-10 0-15,-1-8 0 16,-1-10 0-16,1-5-2 16,-3-8-19-16,1-9-43 0,-5-5-35 15</inkml:trace>
  <inkml:trace contextRef="#ctx0" brushRef="#br0" timeOffset="64275.07">12561 17453 183 0,'-4'-6'4'0,"-5"-1"0"0,1 0 6 0,0 3 1 16,0-2 3-16,1 2 9 15,-3 1-2-15,1 2-6 16,1 1 1-16,-1 0-8 15,2 5-7-15,0 8-1 16,3 6 0-16,-2 3 0 0,4 4 0 16,2 1 0-16,0 1 1 15,0-2-1-15,2-2 0 16,8-5-1-16,-1-3 2 16,5-3-2-16,-1-7-1 0,5-6-9 15,0 0-3-15,6-7-15 16,1-12-23-16,-4-5-44 15</inkml:trace>
  <inkml:trace contextRef="#ctx0" brushRef="#br0" timeOffset="64766.59">12726 17422 253 0,'0'0'6'15,"0"0"-1"-15,0 0-5 16,0 0 0-16,0 48 1 15,0-31-1-15,0 4 0 0,0-5 0 16,3 3 0-16,0 0 0 16,-1-3 1-16,2-2-1 15,-4-1-1-15,2-4-5 16,-2-4-3-16,0-2-6 16,0-3 11-16,0 0 4 0,-2-3-6 15,-4-8-6-15,2-5 11 16,2-1 2-16,2 0 3 15,0-3 6-15,0 2-5 16,0 6 2-16,7-2-2 16,3 6-4-16,2 2 3 0,3 1-3 15,1 3 1-15,3 2-2 16,1 0 2-16,-2 0 0 16,2 2-1-16,-3 3 0 15,0-1-2-15,-3-2 0 16,-2-1 1-16,-3-1 1 0,-5 0-2 15,-1 0 2-15,-3-7 23 16,0-3 3-16,0-1-4 16,-4-3-6-16,-3-1-2 15,0-2-9-15,-4 2-4 16,4 2-1-16,1 0-3 0,3 2-5 16,1 1-9-16,2 0-18 15,3 3-20-15,7-2-40 16,4 2-47-16</inkml:trace>
  <inkml:trace contextRef="#ctx0" brushRef="#br0" timeOffset="65243.53">13117 17312 151 0,'0'0'111'0,"0"0"-103"0,0 0-10 0,0 0 4 16,0 0-3-16,0 0 2 15,15 49 1-15,-9-35-2 16,-3 3 2-16,2 3-1 16,0-2-1-16,-1 1 0 15,-2-1 1-15,0 1-1 0,-1-4-1 16,-1 1-3-16,0-3-15 16,0-5-5-16,-2-5 10 15,-1-3 13-15,-3 0 4 16,0-4-4-16,3-9 5 15,-1-5 17-15,-2-2-13 0,5-3-2 16,1 0-5-16,0-1-4 16,5 3 2-16,2 5 4 15,5 4-1-15,0 3-1 16,3 2 0-16,-1 4 2 16,2 3 0-16,2 0-3 15,1 0 1-15,-1 1 2 0,-2 4-1 16,-1-4-2-16,-3-1 1 15,-1 0-1-15,-5 0-1 16,-1-4 3-16,-5-9 14 16,0-1 7-16,0-6-4 15,-2-3-13-15,-5-4-4 0,0-3-1 16,-2-2-3-16,1-4-16 16,3-5-27-16,1-6-128 15</inkml:trace>
  <inkml:trace contextRef="#ctx0" brushRef="#br0" timeOffset="70780.6">16325 15642 16 0,'-2'-6'3'0,"0"1"0"0,2-3-4 0,0 0-14 0</inkml:trace>
  <inkml:trace contextRef="#ctx0" brushRef="#br0" timeOffset="71185.71">16403 15483 89 0,'0'0'8'0,"0"0"19"0,0 0 2 16,0 0-9-16,0 0-7 16,0 0-11-16,0 0-1 15,0 0 1-15,-40 58 0 16,37-33 3-16,3-2-4 15,0-1 0-15,4-6 0 16,9-5 0-16,3-2-1 0,3-7-1 16,-1-2 3-16,1-8 4 15,3-8 1-15,0-4-1 16,-5-4 1-16,2-3 3 16,-6-3-4-16,-1-1-1 0,-6 3-1 15,-4-1-2-15,-2 5 1 16,0 3-3-16,-9 8-1 15,-4 7-18-15,-1 6-12 16,-2 10-7-16,-1 15-6 16,-4 7-1-16</inkml:trace>
  <inkml:trace contextRef="#ctx0" brushRef="#br0" timeOffset="71564.14">16460 16302 74 0,'0'0'2'0,"0"0"19"0,0 0-6 16,0 0-4-16,-27 55-2 15,25-32-2-15,2-1-2 16,0-1-3-16,1-2-2 0,8-3 0 16,-2-5-1-16,1-5 1 15,2-4-5-15,1-2 11 16,1-4 9-16,1-13 3 16,-1-5-2-16,1-4 1 15,-1-5-2-15,0-2-5 0,-6-4-5 16,-1 4-2-16,-3 2 0 15,-2 6-2-15,0 7-2 16,-6 11-18-16,-7 7-30 16,-1 13-36-16</inkml:trace>
  <inkml:trace contextRef="#ctx0" brushRef="#br0" timeOffset="71969.83">16510 17209 87 0,'-2'38'4'0,"2"0"17"0,0-1-5 16,5-4-8-16,8-3 2 15,0-7-7-15,2-8-2 0,0-5-4 16,-1-6 10-16,-1-4 10 16,-2-1 3-16,0-12 5 15,-5-7 1-15,1-4-7 16,-5-4-5-16,-2-3-4 15,0-3 0-15,-6-1-1 0,-3 4-5 16,-5 2-2-16,1 3-2 16,-1 6-5-16,-1 6-10 15,-3 5-18-15,3 3-44 16,1 4-76-16</inkml:trace>
  <inkml:trace contextRef="#ctx0" brushRef="#br0" timeOffset="72418.6">17487 15482 83 0,'0'0'0'0,"-40"42"3"0,27-20 1 0,8-2-2 0,3-3 1 15,2-2-3-15,7-6 1 16,6-4 2-16,3-5 12 16,6 0 18-16,-1-8 2 0,0-9-6 15,1-4-2-15,0-1-8 16,-7-3-7-16,-1-4-3 16,-6 5-5-16,-6-3 2 15,-2 6-2-15,0 2-3 16,-9 7-1-16,-4 9-16 0,-4 3-24 15,-6 15-21-15,-2 10-45 16</inkml:trace>
  <inkml:trace contextRef="#ctx0" brushRef="#br0" timeOffset="72581.24">17510 16334 4 0</inkml:trace>
  <inkml:trace contextRef="#ctx0" brushRef="#br0" timeOffset="72758.74">17510 16334 14 0,'42'40'25'15,"-36"-36"-3"-15,0-1-2 0,1-2-7 16,-3-1-8-16,-1 0-2 15,2 0 21-15,-4-10 12 16,1-2-21-16,-2-5-7 16,0-1-1-16,0-3 5 15,-3 1 3-15,-7 0 4 0,-2 0-5 16,1 5-10-16,0 1-5 16,-1 5-6-16,1 9 1 15,-2 0-73-15,1 13-35 16</inkml:trace>
  <inkml:trace contextRef="#ctx0" brushRef="#br0" timeOffset="73101.42">17506 16917 178 0,'0'0'1'0,"0"0"4"16,0 0-1-16,0 0 0 15,0 0-4-15,2 50 6 0,2-30-4 16,0 1 0-16,3-2-1 16,0 0 0-16,2-4 0 15,-2-2 0-15,1-4-1 16,-3-4 2-16,4-1-4 15,-3-3 1-15,1-1 1 0,-2 0 7 16,-1-5 3-16,0-4 4 16,-4-3-6-16,0-4-3 15,0-2-3-15,0-4-9 16,-6 1-46-16,-1-4-57 16</inkml:trace>
  <inkml:trace contextRef="#ctx0" brushRef="#br0" timeOffset="73506.1">18539 15679 45 0,'0'0'-1'16,"0"0"3"-16,-33 46 2 0,31-34-3 0,2 0 0 15,0-5 0-15,0-3 7 16,7-4 9-16,5 0 18 0,1-3-7 16,0-8-4-16,2-3-5 15,-3-2-4-15,1 0-3 16,-6-1-5-16,-3 3-4 16,-2 3-1-16,-2 5-4 15,-2 5-53-15,-9 1-45 0</inkml:trace>
  <inkml:trace contextRef="#ctx0" brushRef="#br0" timeOffset="73778.02">18500 16300 114 0,'0'0'-6'16,"0"0"6"-16,0 0 1 15,0 0-1-15,0 0 4 16,0 0 31-16,0 0 5 16,0 0-20-16,7-7-4 0,-12 1-9 15,-3-1-4-15,2 1-2 16,-3-1-20-16,2-1-46 15</inkml:trace>
  <inkml:trace contextRef="#ctx0" brushRef="#br0" timeOffset="73963.17">18415 16468 312 0,'0'0'-45'15,"0"0"23"-15,0 0-103 16</inkml:trace>
  <inkml:trace contextRef="#ctx0" brushRef="#br0" timeOffset="74125.89">18355 16568 256 0,'0'0'-74'15,"0"0"-19"-15</inkml:trace>
  <inkml:trace contextRef="#ctx0" brushRef="#br0" timeOffset="75349.11">16658 17943 115 0,'0'0'4'0,"36"-58"7"0,-14 31 5 0,-3 4-10 15,0 3-1-15,0 6-2 16,0 4 0-16,3 3 8 16,-3 3-3-16,2 2-2 15,0 2-4-15,4 0 0 0,-1 0-2 16,0 0 1-16,-1 0 1 16,1 0-1-16,1 0-1 15,-5-8 2-15,3 1-1 16,-1-3 13-16,-1-3 1 15,0-3-1-15,0 0-4 0,1-4-3 16,-4 1-2-16,4-1-1 16,-4 4 2-16,0 2 1 15,2 0 0-15,-4 4-5 16,3 3 0-16,3 0-1 16,-2 3 0-16,2 1-1 15,2 1 0-15,3 0 0 0,-5 0-4 16,4-1-1-16,0 0 4 15,0-1 2-15,-1-3-1 16,-3-4 0-16,3 1 0 16,-1-4-1-16,-3-1 1 15,1 0 1-15,-2-1-1 0,1 4 4 16,-4-1 0-16,5 4 0 16,-3 2-4-16,2 1 1 15,-1 3 2-15,3 2-2 16,1 1 0-16,-1 0 0 0,0 0-1 15,1 0 1-15,-2 1 0 16,1-1-1-16,1 0 0 16,1 0 0-16,0-4-2 15,0-7 1-15,2-2 0 16,-1-4 1-16,0 3-1 16,-3-5 1-16,-3 4 0 0,0 0 3 15,-2 4 3-15,-2 3 5 16,1 2-1-16,-1 4-4 15,2 2-3-15,1 0-1 16,4 0 2-16,0 0-3 0,0 0 0 16,2 0-1-16,0-4 1 15,0-3-1-15,0 0 0 16,-1-2 0-16,1-2-3 16,1-3 4-16,-1-2 4 15,-2-1-2-15,-1 0-1 16,-3 0 0-16,-3 0-1 0,-3 4 0 15,-1 1 1-15,-5 0-2 16,0 4 0-16,-1-1 1 16,-1 4-1-16,0 0 1 15,1 4-9-15,-2 0-29 16,-1 1-26-16,-2 0-65 0</inkml:trace>
  <inkml:trace contextRef="#ctx0" brushRef="#br0" timeOffset="76665.27">16696 15048 96 0,'0'-3'5'0,"-1"-2"2"0,-5 1 8 0,-3 1-6 15,-3-3-3-15,2 2 1 16,-3 0-2-16,-3-2 0 15,1 3 6-15,-1 0 1 16,-1 0-1-16,0-1-1 16,-2 2-4-16,1 2-3 0,-1 0-2 15,-3 0-1-15,2 2 0 16,-7 6-1-16,-2 0-1 16,-3 8 2-16,-1-2 0 15,-2 2 0-15,-1 2 0 16,-1-1 0-16,4 1 0 0,-2 1 0 15,5 2 0-15,-4 2 0 16,4 4 0-16,-2 5 2 16,3 5-2-16,-4 10 0 15,2 6 0-15,3 6 0 0,1 8 1 16,2 11-1-16,6 9-1 16,-1 11 1-16,4 16 0 15,1 13 0-15,2 11-2 16,3 14 2-16,2 16 0 15,8 8-3-15,1 3 2 0,20 1 0 16,12-4 0-16,13-9 0 16,15-17 3-16,9-20 8 15,8-13 10-15,9-12 2 16,9-14-8-16,5-11-2 16,15-9-6-16,1-10-6 15,5-13-2-15,6-10-1 0,5-16 8 16,4-14-4-16,1-9-5 15,2-25-57-15,0-21-74 16</inkml:trace>
  <inkml:trace contextRef="#ctx0" brushRef="#br0" timeOffset="77846.82">16745 15071 63 0,'0'0'6'0,"0"0"-3"0,36-52 8 0,-16 33 17 0,2-2-15 16,5 0-3-16,4-1 6 16,8-2 8-16,3 3-7 15,4 0-7-15,6 2-7 16,2 4-2-16,4 0-1 15,3 3 0-15,2 0-1 16,5 1-3-16,2 2 0 0,5 1 4 16,4 2-1-16,4-1 1 15,2 1 0-15,1 2 1 16,3 1 1-16,4 3-2 16,0 0 2-16,-4 0-1 15,3 7-2-15,-2 6 2 0,-1 3-1 16,-8 5 2-16,-6 3-2 15,-4 7 3-15,-3 5 2 16,-5 5-6-16,-5 3 4 16,-2 3 5-16,-4 7-6 15,-1 3 0-15,-4 5-1 16,-4 5 0-16,-2 4 0 0,-3 7-1 16,-4 3 1-16,-1 7 1 15,-4 3-2-15,-4 0 0 16,-3 6 0-16,-4 2 3 15,-4-2-3-15,-5-4 0 0,-1-5 1 16,-4-7-1 0,-3-9 1-16,-1-6 0 0,0-4 1 15,0 0 2-15,-7 0 0 16,-6 1-3-16,-6 0 1 16,-2 0-1-16,-8-1 1 15,-3-5 0-15,-3-3 7 0,-5-4-3 16,1-6 2-16,-2-4 2 15,-2-5 3-15,0 0-2 16,-5 0 0-16,1-1-4 16,-3 0-3-16,1-1-4 15,-2 0 1-15,3-1 1 0,-1-1-1 16,-2-1 0-16,2 4 0 16,-4-3-1-16,-1 2-1 15,0 0-1-15,1-1-3 16,-1-2-18-16,0 0 23 15,-2-3 0-15,1-3 0 0,-2-1 0 16,-1 1 0-16,0-4 0 16,-1 1 0-16,2 1 1 15,0-2-1-15,1 1 0 16,2-1 0-16,2 0 0 16,2-1 0-16,2-3 0 0,0 0 0 15,0-4 0-15,2-1 0 16,2-2 1-16,1-3-1 15,3 1 1-15,3-1 3 16,7-3 0-16,-1 0 0 16,6-1-3-16,0 0-1 0,1-1 0 15,6-1-14-15,-5 2-15 16,4-2-63-16</inkml:trace>
  <inkml:trace contextRef="#ctx0" brushRef="#br0" timeOffset="79183.02">12181 18151 56 0,'-4'0'6'0,"1"0"-2"0,1 0 2 15,0-2 9-15,1 1 8 16,1 1-4-16,0-1-4 16,0 1-11-16,0 0-5 15,10 0 3-15,1 0-2 16,5 0 0-16,8 6 1 16,3-1-1-16,4 3 0 0,1 2 1 15,5 0-1-15,2 1 0 16,1 1 0-16,4 1 0 15,8-1 0-15,2-3 0 16,7-1 0-16,7-1 0 16,6-7 0-16,6 0 0 0,1-4 0 15,-1-12 0-15,1-6 0 16,-5-7-3-16,0-9 9 16,-3-3 14-16,4-9 2 15,-1-2-8-15,5-4-2 16,-1-4 0-16,-2-3-5 15,-5-3-7-15,-2-5 6 0,-5-3-5 16,-9-4 2-16,-3-1 0 16,-8-1 1-16,-6 0 0 15,-11 4 0-15,-6 1 2 16,-10 4 1-16,-9 2-1 16,-4 4 0-16,-5 3-2 0,-14 3 0 15,-6 4-1-15,-8 1 0 16,-6 4 0-16,-6 5 0 15,-6 1-1-15,-2 4-2 16,-10 5 2-16,-4 4-4 16,-4 3 0-16,-1 7 7 0,-7 6-8 15,-5 4-5-15,1 6 2 16,-6 5 2-16,-1 0-1 16,-4 11-1-16,-1 6 2 15,3 8 1-15,0 6 1 0,-4 6-1 16,0 5 2-16,1 9-2 15,-3 6-1-15,0 7-6 16,-2 11 1-16,6 1 1 16,0 6 0-16,2 6 6 15,7 4 3-15,6 5 2 0,11 2-2 16,11 6 10-16,16 3 1 16,16 0-3-16,14-3-6 15,11-5-2-15,20-9-1 16,16-10 0-16,15-12-1 15,17-12-1-15,23-9-6 16,16-15-22-16,9-14-43 0,12-16-41 16</inkml:trace>
  <inkml:trace contextRef="#ctx0" brushRef="#br0" timeOffset="80073.56">16709 15679 0 0,'11'-17'1'0,"1"4"-2"0</inkml:trace>
  <inkml:trace contextRef="#ctx0" brushRef="#br0" timeOffset="80757.11">17316 15574 25 0,'0'0'-1'0,"42"6"5"0,-27-5 2 0,-3-1-4 0,-6 1 2 0,-2-1 7 16,-2 1 17-16,-2-1 21 16,1 0-31-16,3 0-22 15,-2 0-35-15,-2 0-16 16</inkml:trace>
  <inkml:trace contextRef="#ctx0" brushRef="#br0" timeOffset="81318.05">17254 17570 166 0,'0'0'-34'0,"0"0"35"0,0 0-1 0,0 0 1 0,0 0-1 15,0 0 0-15,0 0-11 16,0 0-3-16,0 0-22 16,0 0 11-16</inkml:trace>
  <inkml:trace contextRef="#ctx0" brushRef="#br0" timeOffset="81688.73">17279 17440 124 0,'0'0'18'0,"0"0"2"16,0 0-9-1,0 0-10-15,0 0-9 0,0 0-29 16,0 0 16-16,0 0-8 16,0 0-17-16</inkml:trace>
  <inkml:trace contextRef="#ctx0" brushRef="#br0" timeOffset="81889.14">17393 17377 147 0,'0'0'2'16,"0"0"28"-16,0 0-22 16,0 0-3-16,0 0-4 15,0 0-14-15,0 0-50 0,0 0 25 16</inkml:trace>
  <inkml:trace contextRef="#ctx0" brushRef="#br0" timeOffset="82650.32">17034 15661 20 0,'0'0'27'0,"0"0"8"0,0 0-8 0,0 0-8 0,0 0-10 16,0 0 3-16,0 0 4 16,0 0 6-16,0 0-11 15,0 0 0-15,0 0 2 16,-34-24-4-16,33 21-6 16,0 3-2-16,1 0-1 0,0 0-3 15,0 0-21-15,4 0-2 16,5 0-16-16,4 0-15 15</inkml:trace>
  <inkml:trace contextRef="#ctx0" brushRef="#br0" timeOffset="82985.34">17889 16950 62 0,'0'0'-10'0,"0"0"0"0</inkml:trace>
  <inkml:trace contextRef="#ctx0" brushRef="#br0" timeOffset="83190.24">18394 16970 86 0,'0'0'4'0,"50"0"0"0,-27 0-4 16,-2 0-11-16</inkml:trace>
  <inkml:trace contextRef="#ctx0" brushRef="#br0" timeOffset="83776.3">17268 15246 44 0,'0'0'8'0,"0"0"9"0,0 0-8 0,0 0-2 15,0 0-4-15,0 0-9 16,0 0-10-16,0 0-8 15</inkml:trace>
  <inkml:trace contextRef="#ctx0" brushRef="#br0" timeOffset="89007.51">20972 15051 241 0,'0'0'8'0,"0"0"1"0,0 0-10 16,0 0-1-16,0 0 4 15,0 0-2-15,-2 38 0 16,2-19 0-16,0 5 0 0,0 1 1 16,0 4-1-16,0-2 0 15,0 3 1-15,-1 0-2 16,-1-4-2-16,0-2-13 16,-1-4-8-16,2-5-11 15,1-5-9-15,0-8-11 16</inkml:trace>
  <inkml:trace contextRef="#ctx0" brushRef="#br0" timeOffset="89284.68">20974 15058 126 0,'0'0'4'0,"0"0"12"16,0 0 4-16,0 0 0 16,37-33-6-16,-24 27 0 15,1 0 1-15,1 0-1 16,1 1-4-16,2 0-8 16,0 1-1-16,0 0 0 15,3 1-1-15,-4 3 0 0,-1 0-8 16,-2 0-27-16,-1 0-24 15,-4 0-18-15</inkml:trace>
  <inkml:trace contextRef="#ctx0" brushRef="#br0" timeOffset="89447.88">21065 15157 133 0,'0'0'3'15,"0"0"0"-15,0 0 23 0,0 0-5 16,0 0-18-16,55-12-7 16,-29 4-28-16,-1-4-31 15</inkml:trace>
  <inkml:trace contextRef="#ctx0" brushRef="#br0" timeOffset="89647.06">21319 15039 146 0,'0'0'41'15,"0"0"-4"-15,0 0-13 16,0 0-18-16,0 0-6 16,0 0 1-16,0 0-2 0,-8 45 1 15,3-28 1-15,2 3-1 16,0-3 1-16,1-1 0 16,2-1-1-16,0-2 0 15,0-2-1-15,0-2-16 16,0-2-24-16,0-4-40 0</inkml:trace>
  <inkml:trace contextRef="#ctx0" brushRef="#br0" timeOffset="89917.56">21301 15025 45 0,'0'0'3'0,"0"0"18"16,0 0 6-16,0 0 3 16,0 0-1-16,0 0 1 0,27-39-13 15,-17 35-3-15,3-2-4 16,1-1-4-16,2 1-3 16,3 2-1-16,0 0-2 15,-1 1 0-15,-1 1-5 0,-1 2-11 16,-3 0-9-16,-4 0-1 15,-4 2-11-15,-5 4-72 16</inkml:trace>
  <inkml:trace contextRef="#ctx0" brushRef="#br0" timeOffset="90087.86">21390 15097 202 0,'0'0'4'15,"0"0"-1"-15,0 0-1 16,0 0-1-16,0 0 3 0,50-16-3 16,-32 8-1-16,2-1 0 15,1-1-46-15,0-4-119 16</inkml:trace>
  <inkml:trace contextRef="#ctx0" brushRef="#br0" timeOffset="90286.83">21671 14956 129 0,'0'0'112'16,"0"0"-103"-16,0 0-8 15,0 0 0-15,0 0-1 0,0 37 1 16,-1-21-1-16,-2 4 1 16,1-2-1-16,0 1 0 15,-1-1 0-15,3-1-2 16,-1-4-19-16,0-2-18 15,0-5-9-15,0-5-5 16</inkml:trace>
  <inkml:trace contextRef="#ctx0" brushRef="#br0" timeOffset="90606.54">21655 15051 126 0,'0'0'11'0,"0"0"17"15,0 0-4-15,0 0-14 16,0 0-8-16,0 0-2 15,0 0 2-15,0 0 1 16,27 8 2-16,-21 3-1 16,4 2-2-16,-4-2 0 15,2-1 0-15,2-2-1 0,-2 0 0 16,1-3 1-16,1-3 0 16,-3-1 0-16,2-1 1 15,-4 0 5-15,1-3 13 16,-1-6-5-16,0-2 2 15,-3-1 0-15,-1-4-6 0,-1 0-3 16,0-1-3-16,0-1-2 16,-1 1-3-16,-4 3-1 15,2 2-3-15,1 2 0 16,2 5-14-16,-2 0-22 16,2 0-66-16</inkml:trace>
  <inkml:trace contextRef="#ctx0" brushRef="#br0" timeOffset="90829.12">21924 14952 276 0,'0'0'4'0,"0"0"-3"16,0 0-1-16,0 0 0 15,0 0-1-15,0 0-1 16,0 41 2-16,-4-22 0 0,2 1 0 15,-1-2 1-15,1 0-1 16,0-2-3-16,1-2-11 16,0-4-12-16,-2-3-15 15,0-4-41-15</inkml:trace>
  <inkml:trace contextRef="#ctx0" brushRef="#br0" timeOffset="91155.11">21871 15025 183 0,'0'0'3'0,"0"0"3"0,0 0 3 16,0 0-7-16,0 0 4 15,0 0-5-15,0 0 0 16,44-30 0-16,-33 37-1 16,0 3 0-16,3 1 3 15,-1 2-1-15,1-2-1 0,-2-1-1 16,1-1 1-16,-2-4-1 15,-2-2 0-15,0-3 2 16,-1 0 0-16,-1 0 10 16,-1-5 17-16,-3-4-1 15,0-3-5-15,-1-2-3 0,0-4-4 16,-2 2-4-16,0-2-7 16,0-1-4-16,0 0-1 15,0 2-1-15,0 4-6 16,0 0-21-16,0 3-24 15,0-1-97-15</inkml:trace>
  <inkml:trace contextRef="#ctx0" brushRef="#br0" timeOffset="91932.84">22277 14804 176 0,'0'0'-47'16,"0"0"47"-16,-15-52-2 0,2 29-6 15,-6 0 6-15,-3-1 9 16,-3 0 14-16,-1-1 2 16,-3 2 2-16,-3 0-14 15,-4 4-5-15,-4-1-5 16,0 4-1-16,-6 0-1 0,0 3 1 15,-5 0-2-15,1 2 2 16,1 3 0-16,-5 2 0 16,-2 0 0-16,-1 3 2 15,-5 3 0-15,-4 0 0 16,1 3-2-16,-4 7 0 0,-2 7 0 16,-1 4 0-16,2 5 0 15,0 5 1-15,3 6-2 16,1 3 2-16,4 5 0 15,2 1-1-15,6 3 0 16,4 1 1-16,9 6-1 16,5-1 0-16,11 1 0 0,7 3 0 15,11 0 0-15,5 1 0 16,4-3 0-16,16 3 1 16,9-2-4-16,11 3 6 15,4-1-3-15,10 0 3 16,4-2-3-16,4 0-2 0,7-6 1 15,2-5-1-15,3-4 2 16,4-7-1-16,2-7 5 16,5-7 1-16,4-7 20 15,3-8 2-15,3-7-14 16,5 0-7-16,5-12-4 16,-1-7-2-16,-2-5 0 0,0-6 1 15,-2-4-1-15,-10-6 0 16,-5-4 1-16,-4-3 2 15,-6-7 0-15,-6-4 1 16,-7-3-1-16,-6-4-2 0,-8-2 3 16,-10 0 0-16,-10-1 0 15,-11 1 2-15,-9 2 1 16,-6 0 1-16,-16 1-4 16,-13 4-1-16,-9-1-2 15,-10 7 4-15,-11 4-4 16,-8 6-2-16,-7 4 3 0,-9 8-7 15,-5 6-16-15,-6 8-24 16,-5 2-23-16,0 2-60 16</inkml:trace>
  <inkml:trace contextRef="#ctx0" brushRef="#br0" timeOffset="97123.28">21023 15902 100 0,'0'0'6'0,"0"0"10"0,0 0-8 0,0 0 0 0,0 0 4 15,0 0 6-15,0 0 2 16,0 0-8-16,0 0-6 0,0 0-10 16,0 0-23-16,0 0-34 15</inkml:trace>
  <inkml:trace contextRef="#ctx0" brushRef="#br0" timeOffset="107607.75">2274 15563 50 0,'0'-2'16'0,"-1"2"-1"0,1-1-7 0,0 0-3 0,0-1-4 15,0 2-2-15,0 0-3 16,0-1-5-16,0-1-5 16,1 2-14-16</inkml:trace>
  <inkml:trace contextRef="#ctx0" brushRef="#br0" timeOffset="109602.33">2286 15516 57 0,'-2'-3'15'0,"0"2"-2"0,0-2-1 0,0 1 1 0,-2-1-3 16,1 3-2-16,1-4 0 16,0 3 0-16,0-1 0 15,-2 2-1-15,2-1-3 16,2 0-2-16,0 1-1 16,0 0 0-16,0 0-1 0,0 0 0 15,0 0-2-15,0 0 2 16,0 0-2-16,0 0 2 15,0 0-1-15,0 1 1 16,0 3 0-16,0 3 0 16,0-1-1-16,0 1 1 15,0 2 0-15,0 1 0 0,0 2 0 16,0-2 1-16,0 3-2 16,0 0 1-16,0 1 1 15,0-1-1-15,0 0 0 16,0-2 0-16,0 3 1 15,0-4-1-15,0 0 0 0,0-4 0 16,0-1 0-16,0-2 2 16,0 0-2-16,0-1 0 15,4 0 0-15,0-2 0 16,-2 0 1-16,2 0-2 0,1-2-1 16,-3-3 5-1,2-3 2-15,0 2-4 0,2-4-1 16,-2 2 2-16,0-2-1 15,-1 0 0-15,1 3-1 16,2 0 0-16,-1-1 1 16,0 3-1-16,2-1-1 0,-1 4 1 15,-1-2 0-15,3 4-2 16,-2 0 1-16,2 0-2 16,-3 0 1-16,3 0 1 15,-2 3-3-15,2 0 4 16,-1 3-1-16,1-3 2 0,0-1-1 15,0 0 2-15,-1-1-2 16,-1-1 0-16,-2 0 2 16,4 0-2-16,-4 0 3 15,1-4-1-15,-3-2 0 16,2-1 1-16,-2-1 2 0,-1-1 2 16,-1 2 2-16,1-1-4 15,-1-1 0-15,0 2 2 16,0-2-3-16,0 2 0 15,-1 0-1-15,-4 0-1 16,3 3 1-16,-4-2-3 16,3 3 1-16,-1 0 1 0,4-1-2 15,-3 4-2-15,3 0-24 16,0 0-68-16,0 0-18 16</inkml:trace>
  <inkml:trace contextRef="#ctx0" brushRef="#br0" timeOffset="109890.93">2582 15604 2 0,'0'0'42'0,"0"0"-35"0,0 0 0 15,0 0 1-15,-5 38-1 16,5-23-3-16,0 0-2 16,0 2 1-16,0 6-2 15,1-2 0-15,1 3-1 0,2-4-5 16</inkml:trace>
  <inkml:trace contextRef="#ctx0" brushRef="#br0" timeOffset="110137.06">2865 15445 222 0,'0'0'4'0,"0"0"-2"15,0 0-4-15,0 0-26 0,0 0-60 16</inkml:trace>
  <inkml:trace contextRef="#ctx0" brushRef="#br0" timeOffset="110735.15">3887 15341 170 0,'0'0'-15'0,"0"0"17"0,0 0 0 0,0 0-2 0,0 0-2 16,0 0 2-16,0 0-2 15,0 0 0-15,45-16-1 16,-34 27-2-16,-3 4 4 0,2 4-4 16,-6 3 0-16,1 4 1 15,-5-1 1-15,0 1 1 16,0 0-1-16,-2-2 2 15,-1-4 0-15,1-2-3 16,0 0-4-16,2-2-6 0,0 0-10 16,2-1-5-16,5-1 2 15,1 2 21-15,4 4 5 16,3 2 0-16,-1 0 1 16,1 5-6-16</inkml:trace>
  <inkml:trace contextRef="#ctx0" brushRef="#br0" timeOffset="110913.13">4099 15881 4 0,'0'0'15'15,"14"53"1"-15,-10-25-5 16,-4 3-4-16,0 2-1 16,0 2-3-16,-2 4 2 15,-10 2-1-15,0 0-2 0,-1 0 0 16,-4-2 0-16,-1 1 0 16,-1-1 0-16,0-1-1 15,2-1-1-15,-1-1 1 16,0-2-1-16,4-2 0 15,1-4 0-15,0-6-25 16</inkml:trace>
  <inkml:trace contextRef="#ctx0" brushRef="#br0" timeOffset="111853.04">9110 15526 106 0,'0'0'4'0,"0"0"8"0,0 0 3 0,0 0-3 0,0 0 4 15,0 0-6-15,0 0-14 16,0 0 11-16,0 0-5 0,0 0 0 15,0 0-2-15,0 0-2 16,0 13 1-16,3-8-2 16,3 2-5-16,-1-4 7 15,2 0 0-15,-1-3 0 16,1 0 1-16,1 0-3 0,-3 0 6 16,2-8-1-16,-2-2 7 15,1-2-2-15,-2 1-2 16,-3-1-2-16,1 1-1 15,-1 2 0-15,-1 4-1 16,0 1 1-16,1 2 2 0,-1 2-4 16,2 0-4-16,0 0-2 15,3 0 3-15,0 0-2 16,3 0-14-16,1-7-21 16</inkml:trace>
  <inkml:trace contextRef="#ctx0" brushRef="#br0" timeOffset="113675.16">2354 16790 36 0,'0'-4'8'0,"0"1"5"0,0 1 3 0,0 0 0 0,-3 0 2 16,3 2-2-16,0 0-5 16,0 0-5-16,0 0-2 15,0 0-2-15,0 0 2 0,0 0-5 16,0 2 4-16,0 4-3 15,-2 3 0-15,2 2-1 16,0 2 2-16,0 2-1 16,0 0 0-16,0 2 0 15,0-3 1-15,2 3-1 0,3-2 0 16,0-2 0-16,-1-1 0 16,1 0 1-16,1-4-1 15,0 1 0-15,0-4 0 16,0 0 1-16,-1-3-1 15,1-2 0-15,-2 0 2 0,2 0-2 16,-2-8 2-16,0-1 0 16,1-3-2-16,1-1 1 15,0-2 0-15,2 3-1 16,-2-1 2-16,1 3-2 16,0 2 0-16,2 5 0 0,0 1-2 15,0 2-1-15,4 0 4 16,-2 7-1-16,2 2 0 15,1 1 0-15,-1-3 1 16,-1-1-1-16,1-1 0 16,-4-3 1-16,-2-2 1 0,0 0 0 15,-3 0 10-15,0-5 10 16,-2-3 4-16,-2-3-5 16,0-2-10-16,0-3 0 15,0 2-3-15,-2-3-5 16,0 1-2-16,-2 3 0 0,0 1-2 15,3 2-4-15,1 2-44 16,0 3-44-16</inkml:trace>
  <inkml:trace contextRef="#ctx0" brushRef="#br0" timeOffset="113966.04">2765 16904 111 0,'0'0'26'0,"0"0"-25"0,0 0-1 0,0 41-1 16,0-20 0-16,0 3-2 15,0 2-16-15,0-1-14 0,0-2-25 16</inkml:trace>
  <inkml:trace contextRef="#ctx0" brushRef="#br0" timeOffset="115062.45">2573 17604 84 0,'0'0'6'0,"0"0"8"0,0 0-5 0,0 0-6 16,0 0 2-16,0 0-2 16,0 0-1-16,0 0-1 15,0 0-2-15,0 0 0 0,0 0 1 16,0 0 0-16,-4-1 1 15,12 13-1-15,-1 1 1 16,-1 0-1-16,1 1 1 16,1-1-1-16,-2-3 0 15,0-1 0-15,-1-3 0 16,-1-2 0-16,1-2 1 0,0-2-1 16,-1 0 0-16,-2 0 1 15,1-6 1-15,1 0-1 16,-2-1 1-16,0 0 0 15,2 0 1-15,-2 0-2 16,4 1-1-16,0 2 0 0,-1 1 0 16,3 1-1-16,0 0 1 15,-2 2 0-15,1 0 0 16,-1 0 0-16,-2 0 0 16,1 0 0-16,-5 0 0 15,0 0 2-15,0 0 38 0,0-4 2 16,0 1-32-16,0-4-7 15,0-2-2-15,-2 1 0 16,-1-2-3-16,2-3-27 16,1 2-44-16</inkml:trace>
  <inkml:trace contextRef="#ctx0" brushRef="#br0" timeOffset="115282.19">2843 17602 146 0,'0'0'-4'0,"0"0"8"0,0 0-3 16,0 0-1-16,0 0 0 16,0 0 0-16,0 0-2 0,0 0 1 15,0 0-2-15,0 0 2 16,22 3 0-16,-15-9-6 15,1-3-22-15</inkml:trace>
  <inkml:trace contextRef="#ctx0" brushRef="#br0" timeOffset="115745.3">3151 16828 199 0,'0'0'-37'0,"0"0"45"0,0 0-10 0,0 0 1 16,0 0-36-16,41-15-69 15</inkml:trace>
  <inkml:trace contextRef="#ctx0" brushRef="#br0" timeOffset="116064">3853 16788 117 0,'0'0'3'0,"0"0"-1"0,0 0 0 16,50-4-2-16,-37 1-1 16,1-3-59-16</inkml:trace>
  <inkml:trace contextRef="#ctx0" brushRef="#br0" timeOffset="116257.78">4421 16706 109 0,'0'0'-30'15,"38"4"33"-15,-23-2-2 16,-3-1 6-16,1 2-5 16,-1 0-2-16,-3 0 0 15,1 0-1-15,0-3-21 16</inkml:trace>
  <inkml:trace contextRef="#ctx0" brushRef="#br0" timeOffset="116428.22">4868 16637 174 0,'0'0'-17'0,"0"0"20"16,0 0 2-16,0 0 0 15,0 0-5-15,43 19-2 16,-36-13-29-16,-3-3-44 0</inkml:trace>
  <inkml:trace contextRef="#ctx0" brushRef="#br0" timeOffset="118586.32">7217 15259 110 0,'0'0'3'0,"0"0"1"0,0 0 5 15,0 0-1-15,-13-36-6 16,8 29 1-16,3 3 3 16,0 1 1-16,0 3 3 15,2 0-4-15,0 0-6 16,0 0-3-16,0 10 1 0,0 4 2 16,0 3 0-16,2 5-3 15,0 2 3-15,1 1 2 16,1-1-3-16,-2-1 3 15,2-3 0-15,3-1-1 0,0-4-1 16,0-5 1-16,1-3 2 16,1-2-3-16,0-4 1 15,1-1 1-15,0 0 0 16,0-9 0-16,0-2-1 16,1-3 1-16,-1-2 0 15,-2 2-2-15,1 1 1 0,-4 2-1 16,2 4 0-16,-2 4 0 15,1 3-1-15,-2 0-2 16,1 7-1-16,4 4 3 16,0 1 2-16,-2 1 0 15,1-2 0-15,2-1-1 0,-2-6 1 16,-1-1 3-16,-1-3 7 16,0 0 14-16,0-10 1 15,-3-4-1-15,0-5-11 16,0 1-2-16,-1-5-5 15,0 3-6-15,0 0 0 0,-2 2-1 16,2 1 0-16,-1 5-7 16,4 2-21-16,-1 6-18 15,-2 3-31-15,0 1-49 16</inkml:trace>
  <inkml:trace contextRef="#ctx0" brushRef="#br0" timeOffset="118956.47">7585 15331 113 0,'0'0'2'0,"0"0"11"0,0 0 9 16,0 0-6-16,0 0-2 15,0 0-4-15,0 0-11 16,0 0 1-16,0 0 0 0,0 0 2 15,0 0-1-15,-10 37-1 16,12-24 3-16,4 0-2 16,2 0 1-16,0-1-1 15,3-2-2-15,1-3 2 16,1 0 1-16,3-2 0 0,0-2 3 16,0 1-2-1,-1-1-1-15,-3 1 0 0,-2 0-1 16,-3 2-1-16,-5 2 0 15,-2 1-2-15,0 6-2 16,-11 1 5-16,-3 1-3 0,-3 3-16 16,-3-2-20-16,4-5-9 15,-2-4-59-15</inkml:trace>
  <inkml:trace contextRef="#ctx0" brushRef="#br0" timeOffset="119119.74">7624 15257 189 0,'0'0'2'0,"27"-51"2"0,-7 27-4 16,2-1-7-16,-1 2-75 15</inkml:trace>
  <inkml:trace contextRef="#ctx0" brushRef="#br0" timeOffset="120086.33">6022 15168 102 0,'0'0'6'0,"0"0"8"0,0 0 4 0,0 0-7 0,0 0 1 16,0 0-4-16,0 0-6 16,0 0-2-16,0 0 1 15,-27 40-1-15,27-25 0 16,0 1 0-16,4 2 0 15,1-2 1-15,3 2-1 16,2-5 0-16,-1 1 1 0,3-6 0 16,-2-1 0-16,1-6-2 15,0 1 1-15,-2-2 2 16,0 0 6-16,-1-5-3 16,2-3 1-16,-1-1-3 15,-3-1 1-15,-1 0 0 0,3 2-1 16,-2 3-1-16,-2 1-1 15,1 4-1-15,1 0-1 16,1 0 0-16,2 0-1 16,-1 6 3-16,1 0-1 15,1-2 1-15,-3 0-1 0,1-4 0 16,1 0 1-16,-2 0 0 16,-2 0 1-16,1-2 7 15,-4-6 9-15,0-2-1 16,-2-1-6-16,0-1-5 15,0 0-2-15,0 0-3 0,-2 1 0 16,0 1-1-16,2 3-1 16,0 1-23-16,4 2-14 15,7 0-33-15,1 2 7 16</inkml:trace>
  <inkml:trace contextRef="#ctx0" brushRef="#br0" timeOffset="120358.71">6410 15220 56 0,'0'0'7'0,"0"0"25"0,0 37-10 16,-7-18-7-16,-1 4-9 0,-2 2-2 15,-2 1-2-15,3-2 0 16,2-3-1-16,-2 0 0 16,4-6 0-16,3-3 0 15,2-3-1-15,0-3 1 16,0-3 3-16,6-3 0 15,6 0 10-15,1-5-5 0,5-6-2 16,4-3-4-16,1-2 1 16,1-1-4-16,2 0 2 15,0 1-2-15,-2 1-18 16,-5-1-27-16,-1 3-4 16,-8 0-37-16</inkml:trace>
  <inkml:trace contextRef="#ctx0" brushRef="#br0" timeOffset="120513.27">6462 15320 175 0,'0'0'-2'16,"0"0"2"-16,-16 52 0 16,16-29 0-16,0 7 1 15,0-3-2-15,9 1-26 16,-2-3-25-16</inkml:trace>
  <inkml:trace contextRef="#ctx0" brushRef="#br0" timeOffset="121238.94">5933 15362 157 0,'0'0'3'0,"0"0"9"16,-1-55 3-16,-8 35-3 16,0-2-3-16,-4-2-2 15,-3-1-1-15,-4-2-2 16,-2-1-1-16,-3-1 0 0,-4-2-2 16,-5-2 2-16,-1 1-2 15,-5 0 0-15,-8-1 1 16,-3 3-1-16,-4 3 1 15,-6 4 0-15,-6 3 2 16,-2 7-3-16,-1 3-1 0,-3 3 4 16,-4 7 5-16,2 0-7 15,-4 0-1-15,-1 2 3 16,4 5-3-16,0-2 1 16,2 3 1-16,-2-1 0 15,2 3-2-15,1 1-1 0,4 2 1 16,-1 1-1-16,3 0 0 15,4 2 0-15,1-1 1 16,6 2-1-16,3-2 0 16,1-1 0-16,7-1 1 15,3-1 0-15,6 1-1 0,5-3 1 16,-1 1-1-16,6 1 1 16,1-3-1-16,2 0 0 15,4 0 0-15,1-1 0 16,5-2 0-16,3 0-1 15,4-1 2-15,5 0-1 0,1-1-1 16,0 0-4-16,5 2-23 16,4-3-10-16,2-2 1 15,2-1-1-15,-1 0 7 16,1-1-4-16,-1-8 9 16,1 1-9-16,-4-4 24 15</inkml:trace>
  <inkml:trace contextRef="#ctx0" brushRef="#br0" timeOffset="121738.44">3733 15044 9 0,'0'0'38'0,"0"0"-4"0,-5-38-12 0,-3 25 5 0,1 0-4 15,-3 1 0-15,2 0-6 16,1 2-10-16,1 3-2 16,-2 0-1-16,4 2 0 15,2 3-1-15,-2-1-2 16,3 3-2-16,1 0-2 15,-2 0 1-15,0 0-5 0,2 2 6 16,-4 3 0-16,-1 2 3 16,-2 1-2-16,-2 0 1 15,-2 3-3-15,0-1 4 16,-4 3-3-16,1-2 2 0,1 1 0 16,2 1 2-1,1-1-2-15,0-2-1 0,5 0 0 16,3-1 0-16,0 1 0 15,2-2 1-15,0-1-1 16,0 1 0-16,6 0 1 0,5-1-1 16,1 2-1-16,3-1 2 15,5 0 0-15,0-3-3 16,2 1 3-16,3-1-1 16,0-2 0-16,-2 1 0 15,-2-1 1-15,-4-1-1 0,-2-1 0 16,-3-1 1-16,-4 1 0 15,-4-1 0-15,-3 2 1 16,-1-1 14-16,0 0 33 16,0 1-39-16,-3 2-9 15,-3 2-2-15,-1 3 0 16,0 2-1-16,3 6-4 0,3 0-37 16,-3-4-58-16</inkml:trace>
  <inkml:trace contextRef="#ctx0" brushRef="#br0" timeOffset="122818.69">2515 15169 137 0,'0'0'-4'0,"0"0"6"0,-43-24 7 0,30 17 0 0,0 3 3 16,-3-1-5-16,3 1-2 15,-3 0-3-15,3 1 3 0,-1 3-3 16,-2-2-2-16,1 1 1 16,-1 1-1-16,0 0-1 15,-1 0 1-15,-3 0 0 16,3 1 0-16,-4 3 0 0,0 1 0 15,1-1 0-15,-2 3-1 16,0 1 1-16,1 0 0 16,2 2-1-16,2 2 0 15,0 1 2-15,1 2-1 16,3 2-1-16,1 3 1 16,-1 1 0-16,1 6-1 0,0 2 1 15,1 3 0-15,-1 1 0 16,1 1-3-16,0-4 3 15,1 1 1-15,4-3-2 16,-1-1 1-16,5-1 0 16,0-2 0-16,2 2 0 0,0-1-1 15,0 2 1-15,4 2 1 16,7 2-2-16,1 2 1 16,3-2 0-16,4 2 0 15,2 1 0-15,6-3 1 16,0-1-1-16,5-2 0 0,3-2 1 15,4-3-1-15,-4-2 0 16,3-4 0-16,2-4-1 16,1-4 1-16,-1-5-1 15,0-4 0-15,5 0 1 16,-3-8-9-16,0-9 18 16,-1-6-9-16,-3-2 2 0,-5-5-1 15,-4-3 2-15,-2-2-2 16,-7-1 1-16,0-3 1 15,-4-1 3-15,-5 0-2 16,-4 0 2-16,-7 1 4 0,0 0-2 16,-4 1 3-16,-10-1 2 15,-4-3-3-15,-7 3-1 16,-1 0-3-16,-4 0-2 16,-5 1-2-16,-1 8-3 15,-4 3 0-15,-1 7 1 0,-1 4-1 16,4 7 1-16,-1 5-1 15,7 4 1-15,1 1-10 16,6 9-18-16,3 5-23 16,3-3-12-16</inkml:trace>
  <inkml:trace contextRef="#ctx0" brushRef="#br0" timeOffset="123125.31">2315 14983 56 0,'0'0'3'0,"0"0"2"0,0 0 5 0,0 0-2 0,-10 36-2 16,10-36 1-16,6-3 5 16,10-15 19-16,8-11 5 15,10-8-15-15,13-17-8 0,9-10-7 16,15-11-4-16,15-10-1 16,11-12-1-16,11-9-29 15,3-6-106-15</inkml:trace>
  <inkml:trace contextRef="#ctx0" brushRef="#br0" timeOffset="126272.54">2834 16791 14 0,'0'-1'60'0,"0"-2"-44"0,0 0 7 0,0 0-2 15,-4-1-3-15,-1 1 6 0,1-1-10 16,0 4 4-16,2-2-3 16,-2 0-10-16,3 0-4 15,1 2-1-15,0 0-30 16,5 0-16-16,1-1-8 15</inkml:trace>
  <inkml:trace contextRef="#ctx0" brushRef="#br0" timeOffset="126457.57">2915 17036 134 0,'0'0'4'0,"0"0"-1"16,0 0-6-16,0 0-24 15,0 0-6-15</inkml:trace>
  <inkml:trace contextRef="#ctx0" brushRef="#br0" timeOffset="127041.11">2879 16770 13 0,'0'0'3'0,"0"0"3"0,-7 43 3 0,7-31 2 15,0 1-3-15,0-3-2 0,0-3-2 16,7-1 2-16,-2-3 10 16,3-3 1-16,1 0-6 15,5-5 0-15,1-9-2 16,3-7 2-16,0-5 9 16,6-4-13-16,4-5-1 15,1-2-1-15,4-3-2 0,3-1-1 16,2 0-2-16,2 4-2 15,-4 1-23-15,0 7-57 16</inkml:trace>
  <inkml:trace contextRef="#ctx0" brushRef="#br0" timeOffset="141011.5">3949 11814 82 0,'0'0'54'0,"0"0"-51"0,0 0 0 16,0 0 5-16,0 0-4 16,0 0-3-16,0 0-1 15,0 0 3-15,0 0-3 16,0 0 1-16,0 0-1 0,0 0-1 16,0 0-3-16,-27-12 4 15,31 12 1-15,2 0-2 16,1 0 1-16,1 0-2 15,4 0 2-15,-1 0-1 16,-2 0 3-16,6-1-3 0,-2-1 3 16,3 1-2-16,0-1 1 15,0 2-1-15,-3-2 2 16,3 1-2-16,-1-2 0 16,3 2 0-16,-3-3 0 15,4 1 0-15,-2 0-2 0,2-1 4 16,3 1-1-16,-4 0-1 15,4 2 1-15,1-1-1 16,1 1 1-16,-2 1-1 16,3-3 0-16,2 3 0 15,-3-1 0-15,2-1 0 16,-1-2 0-16,0 2 1 0,0-2-2 16,-1 1 1-16,1-1-2 15,-3-3-2-15,1 4 2 16,1-4 1-16,1 0 0 15,0 1 2-15,-1-1-2 0,5 0 2 16,-2 2-2-16,2-1 2 16,0 1-1-16,-2 1 0 15,0 2 0-15,2 0 0 16,0-1 0-16,0 3 0 16,1 0-1-16,3 0 1 15,0 0-1-15,1 0 0 0,1 0-1 16,1 2-4-16,-1 0 2 15,4-1-3-15,-3 1 2 16,2 0 1-16,1-2 1 16,5 0 1-16,2 0 2 15,2 0 0-15,0-2-1 0,2-1 1 16,-2-1 1-16,-1 1-2 16,0 2 2-16,-2-2-2 15,2 3 1-15,-2-3 1 16,1 2-1-16,-2 1 0 15,0 0 0-15,-1 0 1 16,1 0-2-16,-2 0 2 0,1 0-1 16,2 0 1-16,2 0-1 15,-3 0 0-15,1 0 2 16,-4 1-2-16,4 2 0 16,-3-3 1-16,0 3-1 0,1-2 1 15,1 2-1-15,-2-3 1 16,1 2-1-16,-3 0 0 15,0-2 1-15,1 1-1 16,-1 1 1-16,-2 2-1 16,3-1 1-16,-2 2-1 15,2 2 0-15,-1-3 0 0,0 4 0 16,0-3 0-16,0-1 0 16,1 1 1-16,-1-3-1 15,2 2 1-15,1-1-1 16,0 2 0-16,0 0 1 15,-2 1-1-15,0-2 0 0,0 3 0 16,1-1 0-16,0-2 0 16,3 3 0-16,-1-1 0 15,3 0 0-15,-3-1 1 16,2 1-1-16,0 0 1 0,-2 1-1 16,2-1 2-16,1 1-1 15,-2 0 0-15,4 1 0 16,-4-1 0-16,4-1-1 15,-3 1 1-15,1-1-1 16,2-1 1-16,-1 0 0 0,3-1 0 16,0 0 3-16,1-1-2 15,2 1 0-15,1-2 0 16,-1-1-1-16,2 2 0 16,0-1 0-16,2 0-1 15,-3 0 0-15,-1-1 1 16,2-1-1-16,0 0 0 0,0 0 0 15,2 0 0-15,0 0 0 16,2-1 0-16,-1-4 1 16,3 1-1-16,-2 1 0 15,1-2 0-15,1-1 0 16,0 0 0-16,1 3 2 0,0-1-2 16,3 3 1-16,-2-1-1 15,3 2 0-15,-2-2 1 16,1 2 0-16,1-1 1 15,-1 1 1-15,1-1-1 16,0 1 1-16,0 0-1 0,-4 0 0 16,1 0 1-16,-3 0 0 15,-1 0 2-15,0 0-2 16,-3 0 1-16,1-3 2 16,2 3 0-16,-3-1-2 15,1-1-2-15,3 2-1 0,-3 0 0 16,2 0-1-16,1 0 1 15,-1 0-1-15,0 0 0 16,1 0 0-16,-1 3 0 16,-1 0 1-16,1 1-1 15,-2-2 0-15,-2 1 0 16,3-1 0-16,2-1 0 0,-2 0 0 16,1-1 0-16,4 0 0 15,1 0 0-15,1 0 1 16,1-4-1-16,2-4 0 15,2 0 0-15,-1-2 0 0,-1-3 1 16,-2-1-1-16,-1-1 1 16,0-3 0-16,0-3 2 15,2 0 1-15,-3-3-1 16,2-2 0-16,0-1-2 16,-1 0 1-16,-1 0 0 15,-6-1-2-15,0 1 4 0,-6-2-1 16,-5 1 1-16,-2 2 0 15,-6-2 2-15,0 1 2 16,-2-3-3-16,-3 0 0 16,1-1-3-16,-6 1 0 15,-3 2-1-15,-3-2 0 0,-9 3 1 16,-1 1-1-16,-9 1 5 16,-3 1-2-16,-2-2 0 15,0 2 5-15,-9-2-6 16,-8 1-3-16,-3-5-1 15,-5 5 7-15,-4-4-9 0,-3 4 2 16,-7-1 0-16,0 2 1 16,-3 4 2-16,-2 0-1 15,-6 0-2-15,0 5-1 16,-6-1 1-16,-4 3 2 16,-3 2-2-16,-4 0-1 0,-4 3 1 15,-3-3-1-15,-2 5 1 16,-1-2-1-16,-4 1 3 15,-2 0-2-15,-1 1-2 16,-3 0 3-16,-3 1-1 16,-5 0-1-16,-1 2 0 0,0-1 1 15,-1 0-1-15,-1-2 2 16,0 3 0-16,-3-2 0 16,-3 2-1-16,-2 0 2 15,-1 0-1-15,-6 2 0 16,1-1 0-16,-1 0-1 0,-1-1 1 15,-1-3 0-15,-2 2 0 16,-1-1 1-16,-3 1-1 16,0 1-1-16,-2-1 1 15,-2 4-6-15,-2 0-3 16,0 0-1-16,2 0 1 0,0 0-2 16,2 0 5-16,-1 0 0 15,1 0 1-15,1 0 2 16,1 0 2-16,0 0 0 15,0 0-2-15,2 0 2 16,1 0 0-16,3 0 0 0,0 0 2 16,3 0-1-16,3-5 1 15,-1 0 0-15,-1 1-1 16,1-3 3-16,2 1-3 16,-1-1 1-16,-1 1 0 15,6-1 2-15,-4-1-1 0,3 3 3 16,1-2-2-16,2 0 1 15,0 0 0-15,1 3-1 16,1-1-1-16,1 1-1 16,-1 0 0-16,2 1 0 15,-2-1 0-15,4 3-1 0,-2-1 0 16,0 1 1-16,3-1-1 16,0 1 0-16,0 0 0 15,3 1 1-15,0 0-1 16,3 0 0-16,-1 0 0 15,3 0 0-15,3 0 0 16,-2 4 0-16,1 3 0 0,0 3 0 16,1-1 0-16,1 2 0 15,-2 2 0-15,2-1 0 16,-3 1 0-16,2 1 0 16,-1 1-1-16,0 2 2 15,1 0-2-15,1 1 2 0,4 0-2 16,4 2 2-16,0 0-1 15,4 3 0-15,4-1-1 16,-2 4 1-16,3 0 0 16,3 2 0-16,-3 2 0 15,4 0 0-15,4 2 0 0,-2 0 0 16,4 0-1-16,4 1 0 16,2 0 1-16,8-1 1 15,1 1-1-15,5 1 0 16,4 3 0-16,5 0 0 0,5 1 0 15,6 1 1-15,7-1-1 16,5 2 0-16,4 0 0 16,4-2 0-16,15 2 0 15,7 0 0-15,8 0-1 16,10-1-2-16,10 2-4 0,9-4-1 16,14-3-4-16,13-2-19 15,9-5-7-15,10-8-35 16</inkml:trace>
  <inkml:trace contextRef="#ctx0" brushRef="#br0" timeOffset="147086.7">4924 12632 69 0,'-8'1'2'0,"1"0"-1"0,-3 2 1 0,4 0 0 16,-3 0 0-16,-1 2-1 0,2-2 1 15,-1 3-1-15,1-2 1 16,0 1 0-16,0 0 0 16,3-1 1-16,1-1-2 15,0 1-1-15,3-1 2 16,1 1-4-16,0 1 2 0,0-2-1 16,5-2 0-16,3 2 0 15,1-2 1-15,5 1-1 16,-3-2 2-16,7 0-1 15,-3 0-1-15,3 0 7 16,2 0-3-16,1 0-1 0,3 0 2 16,1 0-3-16,2-2 3 15,2 1-2-15,-1 1-1 16,1 0-2-16,2 0 3 16,-1 0-1-16,-1 0-1 15,0 0 0-15,-2 0 1 16,2 0-1-16,-2 0 1 0,2 0-1 15,2 0 1-15,-1 0 0 16,3 0 1-16,0-1 0 16,-1-2-1-16,1 0 1 15,-2 0-1-15,0 0 0 16,1 2-1-16,-3-1 1 0,2 1-1 16,-2 1 1-16,1 0-1 15,-1 0 0-15,2 0 0 16,-2 0 0-16,0 5 0 15,2 0 1-15,-3 2-1 16,0-3 0-16,1 2 0 0,-1-2 0 16,3 0 0-16,0-1-10 15,0 0 16-15,3 1-5 16,1-1-1-16,1-1 1 16,-1 1-1-16,1 1 1 15,0 1-2-15,0-1 2 0,0 0-1 16,-3 1 0-16,1-2 0 15,2 1 0-15,1-1 0 16,2 1 1-16,1-1-1 16,0 0 0-16,-3 0 0 15,4-1 0-15,-1-1 0 0,1 3 0 16,2-3 0-16,-1-1 0 16,5 0 0-16,0 3 0 15,0-3 0-15,-1 3 0 16,-1-2 0-16,2 2 1 15,-2-3-2-15,0 0 2 16,4 0-1-16,-3 0 0 0,2 0 0 16,0 0 0-16,-1 0 0 15,2 0 0-15,-1 0 0 16,3 0 2-16,0 0-2 16,1 0-2-16,-1 0 2 15,1 0 2-15,-1 0-4 0,1 0 4 16,-1-3-2-16,1 0 0 15,3 0 0-15,-1-2 0 16,-1 1 0-16,-1-1 0 16,2 0 0-16,-3 0 1 15,3 0-1-15,0 4 1 0,1-2-1 16,-2 1 1-16,-3-1 0 16,2 1 1-16,-4-3 0 15,4 3 0-15,-5-1 0 16,2-1 0-16,-2 1 0 0,-4 1-2 15,3-2 1-15,-3 1-1 16,1 0 1-16,-1 0-1 16,0-1 0-16,-1 1 0 15,1 0 0-15,-4 1 1 16,1-1-1-16,-1 0-1 16,-3 0 2-16,-1 2 0 0,1-2-1 15,-1 0 1-15,-1 2-2 16,1 0 3-16,-2 0-2 15,0 0 0-15,1-1 0 16,-1 1 1-16,0-1-2 16,1 0 1-16,1 0 1 0,1-1-1 15,-2 1 0-15,2 0 0 16,0 2 0-16,-3 0 0 16,-3-1 0-16,3 1 0 15,-2 0 0-15,0-2 0 16,-1 2 0-16,3-1 0 0,1 1 0 15,1-2 0-15,-1 2 2 16,1-1-2-16,2-1-2 16,0 2 2-16,-1-1 0 15,-2 0 2-15,3 0-2 16,2 0 0-16,-1 0 0 0,2-1 0 16,-1 2 0-16,2 0 0 15,-3 0 0-15,0 0 0 16,-2 0 0-16,-1 2 0 15,0 2 0-15,0 0 0 16,-1-1 1-16,1 3-2 16,-1-2 1-16,1 1 1 0,-1 0-2 15,1 1 1-15,-2 0 1 16,2-1-1-16,-3 2 0 16,1-1 0-16,0 1 0 15,-1 2 0-15,1-1 0 16,-2 0 0-16,1 0 0 0,3-1 0 15,-3 0 0-15,1 0 0 16,0-2 1-16,-2 2-1 16,3-1 1-16,-3-1 0 15,2 0-1-15,2-2 2 16,-1 2-2-16,3 0 2 0,-1-2-2 16,-1 3 0-16,1-2 0 15,0 0 0-15,0 1 1 16,0-1-1-16,0 0 1 15,1-1-1-15,2 1 1 16,-1-1-1-16,0-1 0 0,2 0 0 16,-1 1 2-16,1-3-2 15,-1 0 0-15,1 0 2 16,1 0 1-16,1 0 0 16,1 0 1-16,-1 0-1 15,1 0-3-15,1-3 1 0,-1 1-1 16,4-1 1-16,-5-2-1 15,2 2 0-15,1-2 0 16,2-1 1-16,-1 2-2 16,0-3 2-16,3 1-1 15,1-1 0-15,-2 1 0 0,4-1 1 16,2 0-1-16,-1 0 1 16,-2-3-1-16,2 4 0 15,-3-1 0-15,2 0 0 16,-3 0 0-16,0 1 0 15,3-1 1-15,-5 2-1 0,4-1 0 16,-1 0 1-16,0 3-1 16,2-2 0-16,-2-1 0 15,1 3 1-15,2-1-1 16,-5 0 0-16,1 1 0 16,-2-1 0-16,1 2 0 15,-2-1 0-15,4 2 0 0,-2 1 0 16,3-1 0-16,-2 0 2 15,-1 1-4-15,0-2 2 16,1 2 0-16,3-2 2 16,-3 2-4-16,1-1 4 15,3-1-2-15,-4 2 0 0,2-1 0 16,0-1 0-16,-1 1 0 16,2 1 0-16,1-1 0 15,2-2 0-15,0 1 0 16,-1-1-2-16,0 1 4 15,0-1-2-15,-2 0 0 0,2 0 0 16,-3 2 0-16,1-1 0 16,1 0 0-16,1 0 1 15,-1 1-2-15,1-1 1 16,0 2 0-16,2 0 1 16,-3-1-2-16,1 1 2 0,0 0-1 15,-2 0 0-15,0-2-1 16,0 1 2-16,-5 1-1 15,2 0-1-15,-3-1 2 16,0-1-1-16,-2 2 0 16,1 0 0-16,0 0 0 0,0-1 0 15,-1 1 0-15,-1-1 2 16,-3-1-2-16,-4 0 0 16,-1 1 0-16,-3-2 0 15,-3 2 1-15,-2 0 1 16,-2 0-1-16,-1 0-1 0,-7-2 0 15,1 3 1-15,-4-1-1 16,-2 1 0-16,-2 0 0 16,-5 0 0-16,-1 0-2 15,-4 0-41-15,-4-5-107 16</inkml:trace>
  <inkml:trace contextRef="#ctx0" brushRef="#br0" timeOffset="148274.03">17225 12183 11 0,'0'2'4'0,"0"1"3"0,1 2 2 0,1 0-6 16,0 1-2-16,-1 0 0 15,1-1 0-15,0 1 0 16,0-3 1-16,0 0 6 0,0-2 5 15,-1 0 0-15,1-1-1 16,0 0-4-16,2 0 2 16,0 0 5-16,4 0 0 15,1-7 5-15,6-6 2 16,7-6-5-16,12-10-1 0,13-10-4 16,14-13-2-16,18-9-5 15,17-13-2-15,17-12-2 16,12-10-2-16,10-10-77 15</inkml:trace>
  <inkml:trace contextRef="#ctx0" brushRef="#br0" timeOffset="155511.17">4549 13516 22 0,'0'-1'32'0,"2"-2"-19"0,-2 0-2 0,0 2-1 16,0-1-2-16,2 1-3 15,-2-2-3-15,2 1-1 16,0 2-1-16,-1-2 0 15,3 2 0-15,-2-2 2 16,0 2-2-16,3 0 0 0,-2-1 0 16,1 1-2-16,0 0 4 15,-1 0-2-15,1 0 0 16,0 0 0-16,1 0 0 16,2 0 1-16,-3 0-1 15,1 0 0-15,3 0 0 16,-2 1 0-16,4-1 0 0,-1 2 0 15,2-2 1-15,3 2-2 16,-1-2 1-16,3 0 1 16,-1 0-1-16,1 2 0 15,1-2 1-15,2 1-1 16,-1 2 0-16,-1-1 1 0,4-1-1 16,-4 2 0-16,2 0 1 15,1-2-1-15,-1 1 0 16,2-1 1-16,-1-1-1 15,2 0 0-15,0 0 0 16,1 0 0-16,-1 0 1 0,3 0-1 16,1-3 0-16,1 3-1 15,0-4 1-15,2 4 1 16,-1-3-2-16,3-1 1 16,-2-1 0-16,2 1 0 15,-2-1 0-15,2-1 0 16,-2 3 0-16,3 0-1 0,-1 1 1 15,0 1 0-15,-4 1 0 16,2-1 0-16,2 1 0 16,-5 0 0-16,0 0 0 15,1 0 0-15,-1 0 0 0,1 0 0 16,-3 0 0-16,5 0 0 16,-2 0 0-16,0 0 0 15,0 0 0-15,2 0 0 16,-2 0 0-16,0 0 0 15,0 1 0-15,-1 1 0 0,1-1 0 16,0 0 0-16,0-1 0 16,0 2 1-16,0-2-1 15,0 1 0-15,2-1 0 16,0 2 0-16,0-1-1 16,2 2 1-16,-3-1 0 15,2 0 1-15,1 1-2 0,0-1 1 16,0 0 1-16,-1 0-1 15,1 1 0-15,0-2 0 16,3 2 0-16,-5 0 0 16,7-3 0-16,-4 4 0 15,1-4 0-15,0 2 0 0,0-2 0 16,1 0-1-16,-1 0 2 16,1 0-1-16,1 0 0 15,2-3 0-15,-1 0 0 16,2 2 0-16,1-1-1 15,-1 1 2-15,3-1-1 0,-1 1 0 16,-2 1-1-16,3-2 1 16,-1 1 0-16,2-1 0 15,1 0 1-15,1 0-1 16,-4-2-1-16,3 1 1 0,-5-1 1 16,-2 1-1-16,-1 0-1 15,-1 0 1-15,2 1 0 16,-3-1 1-16,3 0-2 15,0 0 2-15,-1 0-1 16,1 0-1-16,-3 2 1 16,-1-2 0-16,-1 3 0 0,0-3 0 15,-2 3 0-15,0 0 0 16,3-1 1-16,-3 1-1 16,2 0 0-16,0 0 0 15,-1 0-1-15,3 0 2 16,-4 0-1-16,0 0 0 15,-2 0 0-15,0 0 0 0,0 0 0 16,-2 1 0-16,2 0 0 16,-3 1 0-16,3 0 0 15,1-1 0-15,0 2 0 16,0-2 0-16,2 1 0 16,-1-1 0-16,-2 0 0 0,2 1 0 15,-2-1 0-15,1-1 0 16,1 0-1-16,0 0 2 15,2 0-1-15,3 0 0 16,0 0 0-16,0 0 0 0,-3 0 1 16,0 0-2-16,3 0 1 15,-3 2 0-15,0-1 0 16,-1-1 0-16,3 2 0 16,2-1 0-16,1-1 0 15,-1 0 1-15,4 0-1 0,-1 0 0 16,2 0 0-16,-2 0 0 15,3-1 1-15,-5-2 0 16,1 0-1-16,1 0 0 16,-2 0 0-16,3 0 0 15,0-1 0-15,1 0 0 0,-1 0 0 16,3-1 0-16,-4 0 0 16,5 0-1-16,-3-2 1 15,4 0 0-15,-1 1-1 16,1-1 2-16,-3 2-1 15,4-1 5-15,-4 0-4 16,2 1 0-16,-2-1 0 0,0 0-1 16,3 1 1-16,-2 0-1 15,-2-3 1-15,3 2 0 16,-3 2 0-16,0-2 0 16,-1 2 0-16,-1 0 0 15,1 1-1-15,-1 0 1 0,1 1-1 16,-1 2 0-16,1 0 0 15,-1 0 0-15,1 0 0 16,-4 0 0-16,1 0 0 16,-4 1 2-16,1 3-4 15,0-1 2-15,-2 0 0 0,3-1 2 16,-3 1-2-16,1 0 1 16,1 0 0-16,-2-2 0 15,1 1 0-15,1-1 0 16,-2-1 0-16,0 3 1 15,4-3-1-15,-2 0 2 0,1 1-2 16,0 0-1-16,1 0 0 16,0 0 1-16,1 2-1 15,-1 0 0-15,2-1 0 16,1 0 0-16,-2 0 0 16,2 0 1-16,3 1-1 15,0-1 0-15,-3 2 1 0,3-3-1 16,-1 4 0-16,0-2 0 15,3 1 0-15,-1 1 0 16,2 0 0-16,0-1 0 16,2 3 0-16,2 0 0 0,-2 0 1 15,3 2-2-15,-2-1 1 16,4 2 0-16,1 0 0 16,-1 0 0-16,1 0 0 15,1-1 0-15,2 0 1 16,0 0-1-16,2 1-1 15,4-3 1-15,0 0 0 0,1 0 1 16,1 0-2-16,2-1 1 16,2 0 0-16,-2-2 0 15,-1-1 0-15,2 1-1 16,0-1 2-16,1 0-1 16,-2-2 1-16,1 2-3 0,3 0 4 15,1 1-2-15,-1-1 0 16,0 0 0-16,0-2 1 15,-1 2-1-15,-1 0 0 16,0-1 0-16,1-1 0 0,1 0 0 16,0-1 0-16,0 2 1 15,1-2 0-15,2 0 2 16,1 0 1-16,-4 0 0 16,3 0 0-16,-2 0-1 15,1 0 1-15,2 0-2 0,1 0 0 16,-1 0 0-16,4 0 0 15,-3 0-2-15,2 0 0 16,-3 0 0-16,-4-2 1 16,0 2-1-16,-1 0 0 15,-1 0 0-15,-2 0 0 16,1 0 0-16,3 0 0 0,-2 0 0 16,0-1 1-16,0 1-2 15,-3-1 1-15,-3 0 1 16,-1 0 2-16,0 1 1 15,-2 0 1-15,-2-3-1 16,0 2-2-16,0 0 0 0,0 0 0 16,0 0 0-16,-1 1-1 15,0-2 1-15,-2 1-1 16,-2 0 0-16,1-1-1 16,-4 2 0-16,0 0-1 0,-2 0 2 15,-4 0-2-15,-1 0 2 16,-3 0-1-16,0-2 0 15,-1 1 1-15,-2 1-1 16,0-1 0-16,1-2 1 16,-4 2 2-16,1-1 3 15,-1-2-3-15,-1 0 1 0,-1 0-1 16,-1-2 0-16,1 0-2 16,1 0 0-16,-3-1 1 15,1-1-1-15,2-1 0 16,-1 1-1-16,0-1 1 15,-1-1-1-15,0 2 0 0,-4-1 0 16,-1 1 1-16,-1-1-2 16,1-1 2-16,-3 2-1 15,1-2 0-15,0 1 0 16,-1 0 2-16,0-2-2 16,-3 3 1-16,1-2-1 0,0 0 0 15,-3 1 1-15,-2-2-1 16,2 1 0-16,-4 0-1 15,-1 0 3-15,1-1-2 16,-4 0 1-16,1-1 0 16,-2 1-1-16,0-2 1 0,-2-1 0 15,1 0 0-15,-4-2 0 16,1 0 0-16,-1-1-1 16,1 2 2-16,1-4-2 15,-2 4 3-15,0-3-3 16,0 0 2-16,1 1-2 15,-1 2 0-15,2-2 1 0,-4 1-1 16,2 1-1-16,-2 0 2 16,0 1-1-16,0 0 2 15,0 1-1-15,0 1-2 16,0 1 1-16,-2 2-2 0,-6 0-2 16,1 1-9-16,-7 1-20 15,-5-4-11-15,-6-6-73 16</inkml:trace>
  <inkml:trace contextRef="#ctx0" brushRef="#br0" timeOffset="162305.69">18662 11231 85 0,'0'0'3'0,"0"0"8"0,0 0 10 0,0 0-7 15,0 0-9-15,0 0 0 16,24-41-2-16,-16 34 4 15,-1-1-3-15,4 2-2 16,0-1 1-16,3 2-1 16,1 1 0-16,4 1-2 0,-1 2 0 15,3-1 0-15,2 2 0 16,1 0-1-16,0 0 1 16,1 6 1-16,2 2-1 15,-2 2 0-15,-4 4 0 16,1 2-1-16,-1 4 1 0,-3 5 1 15,-2 1-1-15,-5 5 1 16,-6 2 1-16,-1 4-1 16,-4 4 0-16,0 0-1 15,-6 3 2-15,-5 8-1 16,0 3 0-16,-3 0 0 0,1 5 0 16,1 1-1-16,3 0 1 15,3 3-1-15,3-2 1 16,3 2-1-16,0-1 0 15,9-2 0-15,5-3 0 16,3-4-1-16,6-4 2 16,4-5-2-16,4-5 0 0,1-3 0 15,5-9 0-15,-1-6-1 16,0-4 2-16,1-8 1 16,-7-1 0-16,-3-4 1 15,-5-2-1-15,-9 1 0 16,-3-1-1-16,-4 2 0 0,-6 2-2 15,0 0 4-15,-6 6 1 16,-8 2-2-16,-3 4 0 16,-5 6 0-16,0 5 0 15,-3 6 0-15,0 5-1 0,0 3 0 16,2 7 0-16,1 3 1 16,4 4-1-16,-1 3-1 15,9 7 1-15,-1-4 0 16,4 3 0-16,5 1 0 15,2-4 0-15,0 3 0 16,0-3 0-16,6-2 0 0,1-1 0 16,2 2 0-16,-3-4 0 15,1 1 0-15,-3 1 0 16,-4-3 0-16,0-2 1 16,-4-2-1-16,-11-3 1 15,-9-3-1-15,-8-1 1 0,-12 0-1 16,-10 1 1-16,-9 0-1 15,-16 1-1-15,-12-1-13 16,-14-1-26-16,-13-6-47 16</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6:37:35.924"/>
    </inkml:context>
    <inkml:brush xml:id="br0">
      <inkml:brushProperty name="width" value="0.05292" units="cm"/>
      <inkml:brushProperty name="height" value="0.05292" units="cm"/>
      <inkml:brushProperty name="color" value="#FF0000"/>
    </inkml:brush>
  </inkml:definitions>
  <inkml:trace contextRef="#ctx0" brushRef="#br0">16566 11789 52 0,'0'-3'5'0,"0"-1"5"0,0 1 8 15,0 2-7-15,0-1-7 16,0 1 0-16,0 1 1 0,0-1-5 16,0 1 1-16,0-2-1 15,0 2 1-15,0 0-1 16,0 0 0-16,0-1 0 16,0-1 0-16,1 2 0 15,-1 0-1-15,1 0 0 0,-1 0 2 16,0 0-2-16,1 0 1 15,-1 0 0-15,1 0 0 16,0 0 1-16,1 0-1 16,0 0 1-16,0 0 0 15,0 0 0-15,0 0 0 0,0 2 0 16,0 1 0-16,0 1 0 16,0 0 1-16,0 0-1 15,0 2 0-15,0-2-1 16,-1 1 2-16,2 0-1 15,-1-1-1-15,1 1 2 16,0-1-1-16,0 0-1 0,2 1 1 16,0-1 1-16,-1-3 0 15,0 2-1-15,3 0 1 16,-3-2-1-16,4-1 2 16,-5 0 2-16,3 1-1 15,0-1 0-15,1 0 2 0,1 0-1 16,2 0 2-16,-1-5-3 15,5-5 1-15,-1 0 1 16,5-3-1-16,-1-4-2 16,2-3 2-16,5-5-2 15,3-6 6-15,1-5-1 0,9-6 2 16,-1-4 2-16,10-4 0 16,3-1-2-16,4-3-2 15,0-1-1-15,2 5-5 16,-3 5-1-16,-7 6-1 15,-2 5 1-15,-4 11-1 0,-7 5 0 16,-3 4 0-16,-5 5 0 16,-6 2 0-16,-2 3 0 15,-5 1 0-15,-2 3 0 16,0 0-1-16,-5 0 0 16,-2 0-2-16,0 3-5 0,-2 5-11 15,0 0-28-15,-11 0-25 16</inkml:trace>
  <inkml:trace contextRef="#ctx0" brushRef="#br0" timeOffset="12223.2">13263 13005 67 0,'0'0'18'0,"0"0"-11"0,0 0 0 0,0 0 3 15,0 0-2-15,0 0-3 16,0 0-1-16,0 0 3 16,2 0-4-16,1 0 1 15,1 1-3-15,2-1 0 16,4 2 1-16,-3-1-4 0,4 2 2 15,2 0 2-15,2-2-2 16,1 2 0-16,0 1 0 16,2-1 0-16,0-1 0 15,4-1-2-15,-4 0 1 16,2-1 6-16,2 0 3 16,3 2-3-16,-2-2-3 0,1 0-1 15,3 0 2-15,1 0-3 16,0 0 0-16,1 0 0 15,2 1 0-15,-2-1 1 16,0 0 1-16,2 0 0 0,-1 2-1 16,1-2 0-16,0 1 0 15,0-1 0-15,-1 2 0 16,3-2 0-16,0 0-1 16,-1 0 1-16,3 0-1 15,-2 0 1-15,1-2-1 0,-2-2 2 16,1 1 1-16,3-1-1 15,-2 0-1-15,2 1 0 16,4 1 0-16,1 2-1 16,0 0 1-16,0 0-1 15,-2 0 0-15,4 0 1 0,-5 0-1 16,4 0 0-16,-1-4 0 16,1 1 1-16,0 0-1 15,5-1 0-15,-2-2 1 16,2 2-2-16,-2 0 2 15,0 0-1-15,-1 0 0 16,-3 3 0-16,1-2 0 0,0 2 0 16,1 0 0-16,0 1-1 15,2 0 2-15,1 0-1 16,-1 0 0-16,0 0 0 16,4 0 0-16,-2 0 0 15,2 0 1-15,-4 0-1 0,2 0 0 16,-1 0 0-16,-1 0 0 15,-1 0 0-15,2 0 0 16,2 0 2-16,2 0 1 16,-1 0-3-16,4 0 1 15,-1 0-1-15,-1 0 1 0,1-2 0 16,3 2-1-16,-1-1 1 16,-2-2-1-16,1 0 3 15,-1 3 3-15,-2 0-2 16,1 0-1-16,0 0-2 15,2 0 1-15,0 6 0 0,1-1-2 16,1 1 0-16,-1-3 0 16,2 0 1-16,1-2-1 15,-3-1 1-15,0 0 5 16,-2 0 4-16,0 0-2 16,-4 0 1-16,0 0-1 0,1 2 0 15,0 0-2-15,1 0-2 16,-4-2 1-16,1 0-1 15,0 0 0-15,-2 0-3 16,-1 0 0-16,0 0 1 16,-2-2-2-16,-2-2 0 15,-2 3 1-15,-4-2-1 0,-2 2-5 16,-5-1-14-16,-4-2-25 16,-4-3-48-16</inkml:trace>
  <inkml:trace contextRef="#ctx0" brushRef="#br0" timeOffset="13256.27">18681 12476 72 0,'0'0'13'0,"-2"0"9"0,2 0-8 0,-1 0-8 0,1 0 1 16,-1 0 0-16,1 0 6 15,0 0-2-15,0 0-1 0,0 0-5 16,0 0-5-16,0 0 2 15,0 0-4-15,0 0 2 16,0 0-1-16,0 0 1 16,0 2 1-16,0 2-4 15,0 2 5-15,0-1-1 0,0 2-1 16,0-1 0-16,0 0 2 16,0 0-2-16,-3-2 0 15,3 0 1-15,-1-1-1 16,0 1 1-16,1-2-1 15,0-2 0-15,0 0 1 0,0 0 2 16,0 0 12-16,0 0 5 16,5 0-8-16,4-9-2 15,3-5-1-15,7-4 1 16,4-5-6-16,9-7-1 16,9-8-2-16,13-8 2 15,12-5-2-15,12-8-1 0,12-11-28 16,9-11-81-16</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6:38:46.050"/>
    </inkml:context>
    <inkml:brush xml:id="br0">
      <inkml:brushProperty name="width" value="0.05292" units="cm"/>
      <inkml:brushProperty name="height" value="0.05292" units="cm"/>
      <inkml:brushProperty name="color" value="#FF0000"/>
    </inkml:brush>
  </inkml:definitions>
  <inkml:trace contextRef="#ctx0" brushRef="#br0">875 998 86 0,'0'0'5'0,"0"0"13"0,0 0 2 0,0 0-4 0,0 0-10 16,0 0-4-16,-39-40 0 15,35 35 0-15,-1-1 0 0,1 3-1 16,0 0 4-16,-1 0 3 16,-4-1-3-16,2 3 0 15,1-1-2-15,-1 2-3 16,-4 0 2-16,4 0-1 15,-2 0-1-15,-5 2 1 0,3 2-1 16,-3 0 1-16,1 1-1 16,-2 0 0-16,1 2 0 15,-1 3 1-15,-3 0-2 16,0 3 2-16,-2-2-1 16,0 2 1-16,-1 3-1 15,0-2 0-15,0 0 2 0,-3 3-2 16,2-1 0-16,-1-1 0 15,-2 5 0-15,1-1 1 16,-5 2-1-16,1 3 0 16,-3 2 0-16,0-1 0 15,0 2 0-15,2 0 0 0,0 3 0 16,2-1 0-16,0 0 0 16,1 3 0-16,3-1 0 15,0 3 0-15,4-3 0 16,1 3 0-16,5 0 0 15,-1-1 0-15,3 0-1 0,2 1 1 16,-2 0 0-16,4 1 0 16,0-1 0-16,3 2 0 15,0-1-2-15,4 1 2 16,0-2 0-16,0-1-1 16,2-2-1-16,9 0 1 15,-1-1 0-15,5-2 0 0,2-2 0 16,1 1-1-16,3-3 0 15,0 2-1-15,4-3 0 16,4-1 1-16,2-3-1 16,3-1-2-16,2-2 4 0,4-2-4 15,0-4 3-15,4 0-3 16,0-2 6-16,0-1-2 16,5-1-1-16,0 0 3 15,3 1-3-15,2-1 2 16,2 2 2-16,2-1-3 15,-1 0 0-15,1-1 1 0,5 0 0 16,3-3 1-16,-2-1 0 16,3 1-2-16,2-3 1 15,0 1 1-15,-2-1 0 16,3 1-1-16,-3 1-1 16,2-2-1-16,2 0 5 0,-1 0-4 15,0 0 2-15,3 3 0 16,1-1 0-16,2 0-1 15,-2 0 2-15,-1 1-1 16,1 1 0-16,0 2-1 16,-1-2 0-16,2 0 0 0,-4 2 0 15,3-2 0-15,4 3 1 16,-4-1 0-16,4 1-1 16,-4 1 1-16,2-3 0 15,-1 1 1-15,2-1-2 0,-3-2 0 16,4 1 1-16,0 2 0 15,1-3-1-15,3 0 0 16,1-2 1-16,-1-1-1 16,1 0-1-16,2 0 2 15,2 0-1-15,-2 0 2 0,-1 0-2 16,1 0 2-16,3 0-1 16,-3 0-1-16,-5 4 1 15,3 0-1-15,0 2 0 16,-1-1 1-16,-3 0-1 15,2 1 1-15,1-2 0 16,2 3 0-16,2-1 1 0,-4 0 0 16,3-1-1-16,2 1 1 15,-2 0-1-15,-1-1 1 16,-3-2 2-16,1 2 0 16,-1-1-1-16,-2 1 2 15,-5 0-1-15,2-1-3 0,-1 3 1 16,2-3 0-16,-3 1 0 15,2-3 0-15,-1 0-1 16,2-2 0-16,-2 0 5 16,2-3-2-16,-3-7 2 15,4 1-1-15,-3-3-1 0,1-1-1 16,-2-1-2-16,-4-2 0 16,-1-2 0-16,-2 2-1 15,-7-4 2-15,0-1-2 16,-2-2 1-16,-6-4 1 15,0 0 0-15,-4-1 3 0,-2-5-3 16,0-1 1-16,-5 0-1 16,1-3 0-16,-4 1 1 15,-3-1-2-15,-1 2-1 16,-10-2 1-16,-3 3 1 16,-6-1-1-16,-3 2 1 0,-8-3 0 15,-4 1 3-15,0-1 1 16,-4 1 1-16,-8-1-1 15,-3-2 2-15,-7 3 2 16,-1-1-8-16,-3-3 1 16,-1 1-1-16,-6 1-2 0,1-4 1 15,-5 4-1-15,0 0 1 16,-1 2-2-16,-2 1 0 16,-3 1-4-16,-1 0 14 15,-3-2-7-15,0-1 0 16,-4 1-1-16,1-1 0 15,-6 1-1-15,-2-2 2 16,-4 3-1-16,-3-1-1 0,-2 3 0 16,-1 2 0-16,2 3-1 15,1 0-1-15,0 4 1 16,0 2 1-16,1 0 0 0,-3 1 0 16,-8 2 1-16,0 2-1 15,-4 0 2-15,0 2-2 16,-3 1 0-16,4 2-2 15,2 0 4-15,2 3-7 16,-1-3 3-16,-4 4-2 0,-1-1 5 16,-3-1 0-16,0 0-1 15,1 1 0-15,-1 1 0 16,7 0 0-16,2 1 0 16,3 1 0-16,-3 0 1 15,-4-2-1-15,-1 1 0 16,-1-1 0-16,-1 0 0 0,0 0 0 15,6 1-1-15,4-1 2 16,2 3-2-16,1 1 2 16,-3-1-1-16,-3 1 0 15,-2 3 0-15,-4-2 0 16,-3 2 0-16,0 0 0 0,5 0 1 16,-1 0-2-16,4 0 1 15,-4 0 1-15,-4 5-1 16,-5-1 0-16,-6 2 0 15,-3 1 0-15,-3 0 0 16,2 4 0-16,0 2 0 0,-6 0 0 16,-5 4 0-16,-5 0 0 15,-5 4 0-15,-6 5 0 16,-7 2 0-16,-7 9-3 16,-5 3-10-16,-4 11-9 15,-6 7 0-15,-13 11-21 0,-8 7-38 16</inkml:trace>
  <inkml:trace contextRef="#ctx0" brushRef="#br0" timeOffset="1235.38">19731 3116 202 0,'0'0'-29'0,"0"0"41"0,0 0 3 0,0 0-11 0,0 0-5 16,0 0 3-16,0 0-1 15,0 0 1-15,0 0-1 16,9 39 0-16,-9-22 0 15,4 0-1-15,-1-1 0 0,2 3 1 16,1-4-1-16,-3 2 0 16,1 0 0-16,0-1 1 15,-4 1-2-15,0-4 1 16,0-1-8-16,0-2-18 16,-6-5-10-16,1-5 3 0,-4 0-10 15</inkml:trace>
  <inkml:trace contextRef="#ctx0" brushRef="#br0" timeOffset="1746.54">19716 3039 90 0,'0'0'6'0,"24"-37"-2"15,-12 20 5-15,5 4-2 16,0 2 5-16,-2 1-2 0,4 4-3 15,-1 2-4-15,-1 1 0 16,-1 3 0-16,1 0 0 16,-2 0-2-16,-1 4 1 15,-1 2-1-15,-1 2 0 16,-2 2-1-16,-1 2 1 0,-1 1-1 16,-2-1 0-16,-4 4 2 15,-1-2-2-15,-1 2 0 16,0 1 1-16,-9-2 3 15,-5 0 0-15,-1 0 0 16,-2-3 2-16,-4-2-3 0,2-2-2 16,-2-3 2-16,0 0-3 15,3 1 2-15,-1-1 0 16,2-1-2-16,1 0-2 16,3 0 2-16,3-3 0 15,4 1 2-15,4-1-2 16,2-1-4-16,0 0-1 0,0 0-3 15,8 0 10-15,4 0 2 16,3 0 0-16,2 0 1 16,2 2 0-16,2-1 1 15,2 2-2-15,1 1-2 16,-5 0-1-16,2 0 0 0,-2 4-1 16,0 0 1-16,-1 1-2 15,-5 0-21-15,-1-3-46 16</inkml:trace>
  <inkml:trace contextRef="#ctx0" brushRef="#br0" timeOffset="2322.48">20201 3077 165 0,'0'0'-18'0,"0"0"33"0,0 0-19 16,0 0 4-16,0 0 1 15,0 0 0-15,20 47 0 16,-16-30-1-16,0 0 1 0,0 0-1 16,-1-4 0-16,0-2 0 15,-1-1 1-15,-2-3-1 16,1-1 0-16,-1-3 0 15,0-3 2-15,0 0 0 0,-2 0 17 16,-2-1-14-16,-3-7-4 16,1-3 0-16,1-3 2 15,-1-2-1-15,5-1-2 16,-1 0 2-16,2-1-1 16,0 2 0-16,0 2 0 15,2 4-1-15,1 3 1 0,6 1-1 16,-2 6-2-16,2 0 2 15,4 0 0-15,0 10 0 16,4 0 0-16,-2 1 0 16,3 2 0-16,-1 0 0 15,-1-2 0-15,0-1 0 0,-1-3 0 16,-3-1 0-16,1-3 0 16,-5-3 1-16,0 0 5 15,0 0 25-15,-2-3 4 16,-2-10-15-16,2-1-8 15,-4-4-7-15,-1-2-1 0,0 1-3 16,0-2 0-16,-1 4-1 16,0 4 0-16,2 3-9 15,1 0-28-15,2 3-60 16</inkml:trace>
  <inkml:trace contextRef="#ctx0" brushRef="#br0" timeOffset="2884.49">20660 2978 180 0,'0'0'-31'0,"0"0"37"0,0 0 1 0,0 0-7 15,0 0 3-15,0 0-3 16,0 0 1-16,39 24 0 0,-30-7 0 15,-4 2-1-15,1 0 2 16,0 1-2-16,1-3 0 16,-3 0 0-16,1-1 0 15,-2-5 1-15,-1-1-1 16,-2-3 0-16,0-4 0 16,0 1 0-16,0-4 0 0,0 0 5 15,-4 0 8-15,-2-7-11 16,2-4-2-16,-2-3 1 15,2-5-2-15,3 1 0 16,-1-5 0-16,2 3 1 16,0 2 0-16,0 2 1 0,5 2-1 15,1 4 2-15,0 2 1 16,2 2 0-16,-1 6-3 16,1 0 0-16,1 0 0 15,3 3 0-15,1 5 0 0,2 2 0 16,-1 3 0-16,2 0 1 15,-2-2-1-15,3-1 0 16,-4-3-1-16,-4-3 1 16,1-2 3-16,-4-2 15 15,1 0 16-15,-2-8-3 0,1-4-7 16,-1-4-11-16,-1-2-4 16,0 1-6-16,-1-2-2 15,-3 5-1-15,0 3-14 16,0 0-39-16,-6 2-119 15</inkml:trace>
  <inkml:trace contextRef="#ctx0" brushRef="#br0" timeOffset="3484.07">20395 3577 71 0,'0'0'26'0,"0"0"-19"0,0 0 19 0,0 0-11 16,0 0-3-16,0 0-11 16,0 0-5-16,0 0 5 15,0 0 1-15,0 0-4 0,0 0 5 16,18 41-2-16,-9-24 2 16,3 3 0-16,-2 0 2 15,3 3-2-15,-3-2 0 16,-1 2 1-16,1 1 0 15,-3-3-2-15,0 2 0 0,-4-2 1 16,1-2 1-16,0 1-3 16,-2-2 1-16,1 1-2 15,-1-2 0-15,1 0 0 16,-1-1 0-16,-2 1-7 16,-2 1-25-16,-5-4-19 0,-4-1-9 15</inkml:trace>
  <inkml:trace contextRef="#ctx0" brushRef="#br0" timeOffset="3811.93">20335 3985 144 0,'0'0'-7'0,"0"0"28"16,0 0-6-16,0 0-17 0,0 0 3 15,0 0 3-15,0 0 4 16,0 0-3-16,42-6-2 16,-26 8 0-16,6-1-2 15,-2 1-2-15,2-2-6 16,-3 0-22-16,3 0-6 0,-7-6 13 16,-1-4 15-16,-5-2 7 15,-1 1 4-15,-4 1 11 16,-3-1 8-16,-1 3 2 15,0 4 0-15,0 3-10 16,0 1-11-16,-6 3-19 16,-2 12-13-16,-2 0-13 0,0 0-81 15</inkml:trace>
  <inkml:trace contextRef="#ctx0" brushRef="#br0" timeOffset="4592.68">20095 4660 106 0,'0'0'28'0,"0"0"-28"0,-3 43 2 0,3-23 0 15,0 4-1-15,0-1 0 0,1-1-1 16,0 0 1-16,-1-1-1 16,0-1 1-16,-1-3-1 15,-4-1-2-15,-1-2-14 16,0-7-8-16,1-2-10 0,-3-5-32 16</inkml:trace>
  <inkml:trace contextRef="#ctx0" brushRef="#br0" timeOffset="5077.08">20031 4784 24 0,'0'0'3'0,"13"-55"14"0,-4 28 2 16,5 4 1-16,0-1-4 15,3 3 8-15,0 1-1 16,-1 3 2-16,0 1-6 16,2 4 0-16,-1 4-7 15,-1 4-4-15,-2 4-6 16,1 0-1-16,-3 6 1 0,-1 8-1 15,-6 6 1-15,-3 1-1 16,-2 3-2-16,-2 0 0 16,-10 2-1-16,-5-4-3 15,0 0 7-15,-4-2-2 16,2-4 0-16,4-3 0 0,1-2 0 16,3-4 1-16,5-3-1 15,3-1 0-15,3-3-3 16,3 1-5-16,8-1 1 15,3 0 4-15,5 0 3 16,0 0 2-16,2-1 1 0,1 1 2 16,1 0-3-16,-4 0 0 15,4 3-2-15,-4 5 2 16,0 1-2-16,-5 2 1 16,-3 0-1-16,-1-2 0 15,-5 1 3-15,-4 1-2 0,-1-1 1 16,-7 0 1-16,-6-1-3 15,-6-2 1-15,-2 1-1 16,-4 0-1-16,2-3 0 16,-2-2-3-16,4-2-5 15,2-1-18-15,5 0-34 0,5-2-3 16</inkml:trace>
  <inkml:trace contextRef="#ctx0" brushRef="#br0" timeOffset="5333.71">20537 4736 224 0,'0'0'-3'0,"0"0"9"0,0 0-8 16,0 0 4-16,0 0-1 15,0 0-1-15,3 44 0 16,-3-31 1-16,0 0-1 16,2-1 0-16,-1 1 0 15,0-1-1-15,0-1-13 0,-1-4-37 16,0-5-23-16</inkml:trace>
  <inkml:trace contextRef="#ctx0" brushRef="#br0" timeOffset="5477.05">20484 4600 177 0,'0'0'7'0,"0"0"-11"16,0 0-62-16</inkml:trace>
  <inkml:trace contextRef="#ctx0" brushRef="#br0" timeOffset="5882.66">21023 4759 186 0,'0'0'0'16,"0"0"9"-16,0 0 6 16,0 0-7-16,0 0-3 15,14-41-2-15,-26 35 0 16,-4 3-7-16,-5 0 3 0,0 3 2 16,-2 0 0-16,4 0 0 15,-2 3 1-15,3 6 0 16,4 2-4-16,0 0 2 15,6 1 0-15,3-2 0 16,4-2-1-16,1 1 0 16,1-4-1-16,11 1-1 0,3-4-2 15,2-2 1-15,5 0 3 16,1 0-5-16,0-8-24 16,0-4-20-16,-4-4 23 15,-1-1 6-15,-5-4 5 16,-2-2-13-16,-2-6 0 0</inkml:trace>
  <inkml:trace contextRef="#ctx0" brushRef="#br0" timeOffset="6102.83">21012 4411 171 0,'0'0'-8'0,"0"0"24"0,0 0-6 15,0 0-9-15,0 0 0 16,-35 47 4-16,32-23-1 15,2 4-3-15,1 2 1 16,0 1-2-16,5 0 1 0,4-3-1 16,1-1 1-16,0-3 0 15,0-3-1-15,-1-1 0 16,1-3 0-16,2-1-20 16,-2-5-31-16,3-4-10 15</inkml:trace>
  <inkml:trace contextRef="#ctx0" brushRef="#br0" timeOffset="6302.54">21202 4692 270 0,'0'0'-19'16,"0"0"35"-16,0 0-4 16,0 0-10-16,0 0-3 15,0 0 1-15,0 0 0 16,0 0 0-16,-9 28 0 15,9-13-2-15,0 2-12 0,0-3-19 16,0-1-21-16,0-3-14 16,3-6-28-16</inkml:trace>
  <inkml:trace contextRef="#ctx0" brushRef="#br0" timeOffset="6451.32">21194 4546 242 0,'0'0'-37'0,"0"0"60"16,-16-47-4-16,16 38-17 0,0 4-7 15,4 1-76-15,6 2-47 16</inkml:trace>
  <inkml:trace contextRef="#ctx0" brushRef="#br0" timeOffset="6799.94">21349 4661 264 0,'0'0'-51'0,"0"0"59"0,0 0-5 16,0 0 0-16,0 0-1 15,0 0 5-15,45-6-4 16,-37 6-2-16,3 9 0 15,1 2 0-15,-1 3 1 16,-4 2 1-16,2 1-2 0,-5-1-1 16,-2-1 1-16,-2-2 1 15,0-5-1-15,0-1 0 16,-1-3-1-16,-5-3 1 16,-3-1 4-16,1 0 6 15,-1-6 0-15,-2-4 0 16,4-3-2-16,1-1-1 0,4-3-7 15,2-1 0-15,2-1-5 16,12 2-17-16,5 0-27 16,0-1-77-16</inkml:trace>
  <inkml:trace contextRef="#ctx0" brushRef="#br0" timeOffset="7136.62">21656 4654 167 0,'0'0'-33'16,"0"0"34"-16,0 0 5 15,0 0-5-15,0 0 4 16,0 0-4-16,0 0 4 16,0 0 7-16,28-40 2 15,-30 33 5-15,-6 0-8 0,-2 1-3 16,-3 5-1-16,-2 1-4 15,-3 0 1-15,-1 7-4 16,1 4 1-16,0 3 2 16,4 0-2-16,0 2 0 15,5 0-1-15,6-2 0 0,3 0-1 16,0-2 1-16,3 0-2 16,8-3 0-16,6-1-1 15,3-1-15-15,2-5-16 16,3-2-19-16,1 0-26 0</inkml:trace>
  <inkml:trace contextRef="#ctx0" brushRef="#br0" timeOffset="7374.78">21863 4560 145 0,'0'0'18'15,"0"0"30"-15,0 0-23 16,0 0-16-16,0 0-10 15,0 0-1-15,0 0 2 16,0 0 0-16,-27 47 0 16,26-29-1-16,1 2 1 0,0-3-1 15,0-1 1-15,10-2-1 16,0 0 0-16,2-2-1 16,4-3-5-16,2-4-24 15,1-1-12-15,1-4-6 16,0 0-57-16</inkml:trace>
  <inkml:trace contextRef="#ctx0" brushRef="#br0" timeOffset="7596.57">22096 4425 212 0,'0'0'17'0,"0"0"-14"16,0 0-4-16,0 0 1 15,-31 41 0-15,24-19 1 16,4 6-1-16,1 0 0 16,0 2 0-16,2 0 0 0,0-3 2 15,0-2-4-15,2-2-2 16,0-6-37-16,-1-3-26 16,-1-4-33-16</inkml:trace>
  <inkml:trace contextRef="#ctx0" brushRef="#br0" timeOffset="7824.08">22022 4637 51 0,'0'0'140'0,"0"0"-129"16,0 0-5-16,41-34-6 0,-19 28 2 16,2-4 2-16,-1 7-2 15,-1 0-3-15,-4 3 3 16,0 0-2-16,-8 3 1 15,-2 6 0-15,-2 4 4 16,1 2-1-16,-5 1-1 0,0 2-2 16,0-1-1-16,0-2-30 15,3 0-24-15,-1-8-12 16</inkml:trace>
  <inkml:trace contextRef="#ctx0" brushRef="#br0" timeOffset="7958.73">22318 4597 168 0,'0'0'-33'0,"-21"-47"66"16,12 29 7-16,-4 4-29 15,2 6-9-15,-2 4-7 0,-1 1-28 16,3 3-51-16</inkml:trace>
  <inkml:trace contextRef="#ctx0" brushRef="#br0" timeOffset="8315.73">22387 4598 250 0,'0'0'-27'0,"0"0"23"0,0 0-29 15,0 0 32-15,0 0 1 16,-12 37 0-16,8-27 1 15,-1-3-1-15,4 2 0 16,1-2-1-16,0 0-1 16,7-1-1-16,2-3-2 15,1-1 3-15,3-1 3 0,-3-1 7 16,2 0 3-16,-4-2 4 16,-1-4 5-16,-2-5 3 15,-2 0-5-15,-1-2-4 16,-2-3-5-16,0 2-4 15,-6 2-3-15,-1-1-3 0,-5 5-5 16,0 4-6-16,0 4-11 16,1 0-16-16,5 0-13 15,3 4-19-15</inkml:trace>
  <inkml:trace contextRef="#ctx0" brushRef="#br0" timeOffset="8857.52">22534 4602 79 0,'0'0'79'0,"0"0"-60"0,37 0 5 16,-24 0-10-16,2 0-6 15,-3 0-5-15,1 6-1 16,-4 0-1-16,-2 4 2 16,-2 0-1-16,-1 0-2 15,-4-2 1-15,0 0-2 16,0-4 2-16,-4 3-4 0,-5-6 3 15,1-1 7-15,-1 0-2 16,-1 0 7-16,4-1-1 16,-1-6-2-16,4-1-2 15,3-1-1-15,0-4-4 0,4 0-4 16,9-1-3-16,5 0 2 16,5 1-1-16,0 2-2 15,4 2 2-15,1 5-2 16,1 4 0-16,-2 0-9 15,0 3 3-15,-1 9-4 16,-4 1-3-16,-1 5 6 0,-1-3 5 16,-1-1 3-16,-5-3 4 15,-1-1 0-15,-2-3 2 16,-2-4-2-16,-2-1 3 16,-1-2 19-16,-1 0 16 15,2 0 0-15,-3-7-17 0,1-2-8 16,-2-5 1-16,-1-2-1 15,-1 0-6-15,-1-6 4 16,0-1-5-16,-1 1 1 16,-6 0-3-16,-1 1-2 15,-3 2-1-15,1 7-4 0,3 3-11 16,-2 6-12-16,2 3-25 16,1 0-50-16,5 0-2 15</inkml:trace>
  <inkml:trace contextRef="#ctx0" brushRef="#br0" timeOffset="9553.94">23426 4292 221 0,'0'0'-18'0,"0"0"26"0,0 0-5 0,0 0-13 0,0 0 8 15,0 0 3-15,-27 45 0 16,16-18 0-16,-1 1 0 0,2 2-1 16,5 1 0-16,2-2-1 15,2-2 0-15,1-5 1 16,0-3-1-16,0-6 1 15,0-5-3-15,-2-2-11 16,-1-6-6-16,-1 0 20 0,-1-6 1 16,0-6-3-16,-1-7-15 15,2-2 4-15,0-3 10 16,3-2 3-16,1-1-2 16,0-1 0-16,3-1 2 15,5 0 0-15,1 0 2 0,3 2 4 16,3 3 3-16,-1 1 4 15,3 6-1-15,0 4-9 16,-2 4 7-16,3 4-9 16,-3 5 6-16,5 0-7 15,-2 0 2-15,-1 7-2 0,1 3 2 16,-2 3-1-16,-2 3 1 16,0 2-2-16,-7-1 0 15,-2 2-3-15,-5-1-2 16,0-1-2-16,-10 0 2 0,-7-3 5 15,-4-1 0-15,-2-2 0 16,-2-1 0-16,-2-5 0 16,1 0 1-16,3-2-2 15,3 0 0-15,5-3 2 16,3 0-1-16,5 0 0 0,3 2 1 16,3 0-2-16,1 0-2 15,0 2 1-15,6 0 0 16,9 3 1-16,6 0 2 15,5 1-2-15,4 0 3 16,5-1-2-16,0-1-1 16,1 0-37-16,-1-5-50 0</inkml:trace>
  <inkml:trace contextRef="#ctx0" brushRef="#br0" timeOffset="10108.45">23814 4371 142 0,'0'0'6'0,"0"0"-9"0,0 0 0 0,0 0 3 0,0 0-1 16,0 0 2-16,0 43 1 15,0-28-1-15,0-2 1 16,0 1-1-16,0-6-1 15,0 1 1-15,0-6-1 16,0 0 2-16,0-3 2 0,0 0 49 16,0 0-10-16,-4-6-37 15,-2-4-4-15,-2-4 1 16,0 0 0-16,-1-3 2 16,4-2 0-16,0 1-3 15,3 1-1-15,2 3-1 0,0 1 0 16,0 3 2-16,1 3-3 15,5 4-2-15,2 3-4 16,2 0 3-16,2 0 4 16,3 6-1-16,1 2-4 15,2 2 2-15,-1 3 1 0,0-3 1 16,1 3 0-16,1-5 1 16,-1 1-1-16,-3-5-6 15,1-2 10-15,-4-2-3 16,-2 0 6-16,-5 0 9 15,2-8 7-15,-5-3 0 0,-2-2-9 16,0-2-4-16,0-4-5 16,0-1-2-16,-4-1 0 15,-3 1 1-15,4 0-2 16,-3 6-2-16,5 1-14 16,-1 6-10-16,2 4-15 0,0 1-54 15</inkml:trace>
  <inkml:trace contextRef="#ctx0" brushRef="#br0" timeOffset="10628.68">24139 4229 167 0,'0'0'-13'0,"0"0"13"0,0 0-2 0,0 0 2 0,0 0 1 15,0 0-1-15,13 45 1 16,-9-27-1-16,2 1 0 16,-1 0 1-16,2-1-1 15,-4-2 2-15,1 1-2 0,-2-5 0 16,0-3 0-16,1 0 1 16,-3-6-1-16,0 1 0 15,0-4 0-15,0 0 3 16,-5 0-2-16,0-4-1 15,1-5 0-15,-2-2 1 16,1-2 1-16,3 0-2 0,1 0 1 16,1-1-1-16,0 1 0 15,0 4-1-15,4 1-3 16,0 4-2-16,3 4-16 16,1 0-2-16,1 7 14 15,1 9 3-15,2 2 6 0,2 4 1 16,0 3 0-16,3-1 0 15,-1 2 0-15,2-3 0 16,-1-5 8-16,-2-2 10 16,-1-5 13-16,0-5-1 15,-3-5 5-15,-4-1 6 0,2-7 3 16,-5-13-4-16,1-5-22 16,0-6-10-16,-3-7-5 15,-2-4-3-15,-5-8-22 16,-15-9-51-16</inkml:trace>
  <inkml:trace contextRef="#ctx0" brushRef="#br0" timeOffset="30918.74">16017 14002 16 0,'0'0'34'0,"0"0"-7"0,0 0-5 0,0 1-11 0,0-1-10 16,0 2 0-16,0 0-1 15,0-2 0-15,0 2 1 16,0-2-1-16,0 0 0 15,0 1 0-15,0 1 2 16,0-2 10-16,0 0 6 0,0 0 2 16,0 0-10-16,0 0-3 15,0 0 0-15,0 0 3 16,0 0 1-16,0 0-3 16,0 0 2-16,0 0-6 15,0 0-1-15,0 0-3 0,0 0 0 16,0 0 0-16,0 0 0 15,0 0 1-15,0 0-1 16,0 0 1-16,0 0-1 16,0 0 1-16,0 0 1 15,0 0 6-15,0 0-1 0,0 0 0 16,0 0-4-16,0 0-2 16,1 0 0-16,0-2-1 15,0 1 1-15,1-2 0 16,1 0 0-16,-3 0 0 15,3-1 0-15,-1-2-1 0,1 2 2 16,0-2 1-16,2-1-2 16,-3 2 0-16,1 0-1 15,-1-2 0-15,2 2 1 16,-2 0-1-16,0-1-4 16,1 0 5-16,0-1-2 15,1 1 6-15,-2 0-5 0,1 1 1 16,0-2 0-16,1 2-2 15,1-2 2-15,-2 2-1 16,3-1 1-16,-1-1-1 16,0 2 1-16,1-2-1 0,-2 0 0 15,1 1 0-15,2 1 1 16,0-1-1-16,-1-1 0 16,-1 1 2-16,4 1-1 15,-4-1-1-15,1 0 0 16,-1-1-1-16,2 3 1 0,1-3 0 15,-2 1 0-15,1-1 0 16,2 1 0-16,-3-1-2 16,4 1 2-16,-4 0 2 15,1 1-1-15,0-2-1 16,2 1 0-16,-4 1 0 0,3-1 0 16,-3 2 0-16,4-1 0 15,-2 1 1-15,1-1-1 16,1 1 0-16,-1 0 0 15,0-1-1-15,0 1 1 16,3-1 0-16,-1 2 0 16,1-2 0-16,3-1 0 0,-1 2-1 15,3-2 2-15,-3 1-1 16,3 0 0-16,-3-2 1 16,2 3-2-16,2-3 2 15,0 3 0-15,1-1-1 16,0-2 1-16,2 3-2 0,1-2 2 15,3 2-1-15,-3-3 1 16,2 1-1-16,2 3 0 16,-2-2 0-16,2 0 0 15,-1 1 1-15,2-2-1 16,1 1 0-16,0-1 0 0,0 0 0 16,0 2 1-16,2-2-1 15,-2 1 0-15,3-1 0 16,-2 0 0-16,5 2-4 15,1-1 7-15,-1 0-3 0,1 1 1 16,-1 0-1-16,1 2 2 16,0-1-4-16,1-1 4 15,-1 1-2-15,5 1 0 16,0 0 0-16,1-1 0 16,0 2 0-16,3-1 0 15,-1 1 0-15,2 0 0 16,0-1 0-16,1 1 0 0,-1 1 0 15,1 0 0-15,1 0 0 16,-1 0 0-16,0 0 0 16,-2 0 0-16,0 0 0 15,-1 0 0-15,-1 0 0 0,3 0 0 16,2 0 0-16,-1 1 0 16,-2 1 1-16,3 0-1 15,-1 1 0-15,1 0 0 16,0 0 0-16,1 1 0 15,-1 0 1-15,0 1-1 16,0 2-1-16,-3-1 2 0,2-1-1 16,-5 1-1-16,3-2 2 15,-3 3-1-15,0-3 0 16,1 2 0-16,0-2 0 16,-3 1 0-16,-2-1 0 15,0 0 2-15,-1-1-4 0,-1 0 4 16,-4 0-2-16,-2-1 1 15,-1 0 0-15,-2 1 1 16,-1-2 0-16,-1 2 0 16,-2-3-2-16,-3 3 1 0,-1-2-1 15,0 1 1-15,-1-1-1 16,-3-1 1-16,1 0-1 16,-3 2 1-16,0-1-2 15,-1 0 2-15,0 2-2 16,-4-1 0-16,1 2-2 0,-4-3-8 15,1 1-3-15,-3-1-12 16,-1-1-25-16,0 0-43 16</inkml:trace>
  <inkml:trace contextRef="#ctx0" brushRef="#br0" timeOffset="31581.84">19263 13368 9 0,'-7'-4'40'16,"5"4"-12"-16,1-2 3 16,0 2-1-16,1 0 3 0,0 0-13 15,0 0-13-15,0 0-7 16,0 0 0-16,0 6 1 15,0 0 0-15,1 0 0 16,5 4 4-16,0 0 3 16,2 1 2-16,0 0 3 0,3-1-1 15,1 4-3-15,2-1-2 16,2 0-3-16,1 1-2 16,1 2-1-16,0-3 2 15,-2 1-2-15,1-3 0 16,-1 2-1-16,0-3 1 0,-1-2 0 15,-3 1-1-15,-1-2 1 16,0 0-1-16,-1 0 1 16,0 0 0-16,-7 1 0 15,0-3 0-15,-2 1-1 16,-1 1 1-16,0 0-1 0,-1 0 5 16,-7 2-5-16,-3 2 0 15,-3-2 1-15,-3 3-1 16,-1 1 3-16,0 0-2 15,0 1-1-15,1 3 2 0,2-4-1 16,1 4-2-16,3 0 2 16,3-1-1-16,1-1-1 15,5 1-16-15,2-8-52 16,4-5-88-16</inkml:trace>
  <inkml:trace contextRef="#ctx0" brushRef="#br0" timeOffset="33111.46">20219 13479 210 0,'0'0'-9'0,"0"3"7"0,0-1-1 0,0 3 5 16,0 4-2-16,1 2 1 15,2 2 1-15,-1 2 2 16,0 4 2-16,1-1-2 15,-1 2-2-15,2 0-1 16,-2 0 0-16,-1-1-1 16,1-2 2-16,-2-3-2 0,3 0 1 15,-1-1-1-15,0-5 0 16,0 2 0-16,0-3 1 16,0-1-16-16,0-5-40 15,1-1-20-15</inkml:trace>
  <inkml:trace contextRef="#ctx0" brushRef="#br0" timeOffset="33439.83">20250 13485 138 0,'0'0'4'0,"0"0"15"16,0 0 5-16,0 0 0 0,0 0-2 15,0 0-5-15,0 0-8 16,44-32-1-16,-29 27-1 16,3 2-2-16,3-1 0 15,0 0-3-15,0 1 2 16,1-1-3-16,0 3 0 0,1 0-1 15,-5 0 1-15,1 1-1 16,-5 0-6-16,-2 0-17 16,-3 2-25-16,-5 4-29 15,-4 0 1-15</inkml:trace>
  <inkml:trace contextRef="#ctx0" brushRef="#br0" timeOffset="33965.12">20313 13593 135 0,'0'0'4'0,"0"0"-3"0,0 0 3 15,0 0 1-15,0 0 1 16,0 0 11-16,0 0 3 16,0 0 0-16,42 23-11 15,-20-23-7-15,1 0 0 0,1 0-4 16,3 0-29-16,0 0-21 15,-1-3 9-15,-1-2 2 16,-4 1 6-16,-2 0 33 16,-5-1 18-16,-3 3 24 15,-5 0-5-15,-3 1-9 0,-2 1-7 16,-1 0 4-16,0 0-14 16,-6 1-4-16,-3 5-5 15,0 3 1-15,-1-1 2 16,1 3-1-16,4-2 1 15,0 1-2-15,3 1 0 0,2-1-2 16,0 0 1-16,8-1-2 16,4-1 1-16,1-2 1 15,1-2 0-15,1-2 0 16,3-2 1-16,-2 0 5 16,2 0 6-16,-4-6 6 0,-1-1 0 15,-6 0-1-15,1-2 2 16,-4 2 8-16,-4-3-3 15,0 0-6-15,0 2-8 16,-4-2-3-16,-4 1-5 16,-1-1-1-16,0 3-4 0,-4 3-5 15,3 1-13-15,-1 2-7 16,0 0-23-16,2-1-65 16</inkml:trace>
  <inkml:trace contextRef="#ctx0" brushRef="#br0" timeOffset="34378.72">20726 13579 135 0,'0'0'18'0,"0"0"-10"0,0 0 17 15,47 0-7-15,-34 0-7 16,0 0-5-16,3 3-2 15,-5 2 2-15,2 1-2 16,-2 1-2-16,-1 1 1 0,-1 2-2 16,-2-3-1-16,-1 2 1 15,-4 1-2-15,0-1-1 16,-1-1 0-16,-1-1-3 16,0-3 2-16,0 1 0 15,-1-3 1-15,-7-1 3 0,1-1 1 16,0 0 2-16,0 0 3 15,1-1 11-15,1-4 9 16,3-4-3-16,2 1-4 16,0-2-1-16,0-3-4 15,0 2 2-15,2-1-4 16,7-3-10-16,1 1-7 16,2 0 5-16,1-1-3 0,3 5-22 15,-1-1-18-15,0 2-17 16,0 1-67-16</inkml:trace>
  <inkml:trace contextRef="#ctx0" brushRef="#br0" timeOffset="35131.15">21125 13522 155 0,'0'0'22'0,"0"0"13"0,0 0-15 0,0 0-15 16,0 0-5-16,0 0 0 16,0 0 0-16,0 0 0 15,-22 43 0-15,18-31 0 16,2 0 0-16,1 1 0 15,1-1 0-15,0-1 0 0,0 1 0 16,1-1 0-16,7-2 0 16,-1-1 0-16,2-1 0 15,2-2-1-15,1 0 0 16,-2-3 1-16,2-2 4 16,0 0 5-16,1 0 0 0,-1 0 0 15,0-4 1-15,-1-1 0 16,-3-2 2-16,2 0-5 15,-5-1-1-15,1 2 1 16,-3 0-2-16,-1 2 4 16,-1 0-2-16,-1 1-4 0,0 1 0 15,2 2-2-15,-2-1-1 16,0 1 1-16,0 0-3 16,0 0-1-16,0 3 2 15,1 3 0-15,0 1 2 16,3 1-3-16,-2 1-2 15,3-1 2-15,1-1 1 0,-2 0 0 16,6 0 1-16,-5-1-1 16,3-3 1-16,-1 0 0 15,2-2 0-15,-2 1 0 16,1-2-3-16,-1 0 3 0,2 0 3 16,0 0-3-16,-4-2 1 15,-1 0 4-15,2-4-1 16,-3-3 4-16,0 2-1 15,-3-3 1-15,1 0-3 16,-1 0-1-16,0-1 0 0,0-1 0 16,0 1-3-16,0-2 1 15,0 1-1-15,0 0-2 16,0 1 1-16,1 0-1 16,5 2-3-16,-1 2-8 15,4 1-8-15,4 3-16 0,-2 1-36 16,2-1-75-16</inkml:trace>
  <inkml:trace contextRef="#ctx0" brushRef="#br0" timeOffset="36548.43">21696 13573 165 0,'4'0'19'0,"-2"-4"29"0,-1-1-19 0,-1-2-13 0,0 2-8 16,0-2-3-16,0 1-1 15,-1-1-1-15,-3 1-2 16,-5 0-1-16,2 2 4 16,-2 0-3-16,-1 1-2 0,-3 3 1 15,0 0 0-15,-3 0 0 16,1 0-3-16,-2 6-2 16,2 2 2-16,0 1 1 15,2-1-1-15,0 4 1 16,5-1-1-16,3-1-1 15,2 1-1-15,1-2 2 0,2 1-2 16,0-2-1-16,4-1-1 16,3-1 1-16,4 0-1 15,2-2-4-15,-1-1-4 16,2-2 4-16,-1-1 8 16,0 0 3-16,-2 0 0 0,-2 0 0 15,1 0 2-15,-2 0 9 16,-3-4 9-16,1 0-4 15,-1-1-5-15,2 1-3 16,-1-3-2-16,-3 2 0 16,2-1 2-16,0 3-1 0,-1-3-2 15,1 2 0-15,2-1-2 16,-1 2-2-16,1 0-1 16,1 1 0-16,2 1 0 15,-1 1 0-15,2 0 0 16,-1 0 0-16,1 0 0 0,0 3-1 15,0 1 1-15,0 2-1 16,-2-1 0-16,1 2 0 16,0-1-1-16,-5 0-2 15,3-1 2-15,-4-2-2 16,-1 1 2-16,0-2 2 0,-2-1 0 16,0-1 0-16,-1 0 1 15,2 0 7-15,0 0 6 16,0 0-9-16,2-3-4 15,3-2-1-15,-1-2-1 16,2 1 1-16,1-1-1 0,0-3 2 16,3 0-2-16,0 3 1 15,-1 0 0-15,-1 0-1 16,-1 1 1-16,2 5-2 16,-6-1 2-16,-2 2-5 15,-2 0-5-15,-1 0 0 16,0 6 2-16,0 2 5 0,-6 1 1 15,-4 1 4-15,5 1-1 16,-3-1-1-16,4 0 0 16,2-1-1-16,2-2-1 15,0 1-1-15,2-1 0 0,8-1-1 16,1-3 0-16,5 0 2 16,0-2 0-16,4-1 2 15,2 0-1-15,-3 0 3 16,4 0 2-16,0 0-1 15,-1-3 7-15,0-2-5 0,-3 0-1 16,-1-2 1-16,-5 1 0 16,-2-1 5-16,-2 0 5 15,-6-3 4-15,-2-2-1 16,-1-1-8-16,-3-4-4 16,-9-1-1-16,-5-2-4 0,-6-2-1 15,-4-1 0-15,-4-1 0 16,-1 3-3-16,-4 1 0 15,3 5-3-15,-4 3-12 16,0 5-9-16,6 3-19 16,3-1-47-16</inkml:trace>
  <inkml:trace contextRef="#ctx0" brushRef="#br0" timeOffset="36882.17">22526 13421 138 0,'0'3'-23'0,"1"0"17"0,1 0-21 0</inkml:trace>
  <inkml:trace contextRef="#ctx0" brushRef="#br0" timeOffset="37628.67">22526 13421 77 0,'16'-10'101'16,"-14"7"-77"-16,0-1 15 0,2 4-24 16,-1 0-6-16,1 0-8 15,2 7 1-15,-3 3 0 16,2 4 0-16,0 2 0 16,0 4 0-16,1 1-1 15,-1 2 0-15,0-2 0 0,1 0 0 16,-4-4-1-16,1-1 0 15,-1-5-1-15,0-2 0 16,-2-5-2-16,0 0-2 16,0-4 0-16,0 0 4 15,-6 0 3-15,-3-7-2 0,0-3-2 16,-1-4 0-16,0-2 2 16,2-2 0-16,2-3 0 15,4-2 2-15,2-1-2 16,0 1 0-16,0 0 3 15,5 0 2-15,5 1 1 0,1 3-1 16,3 0 0-16,-1 3-3 16,3 3-2-16,0 2-1 15,3 2 3-15,-1 2-3 16,1 4 1-16,1 2 1 16,-4 1 0-16,2 0-1 15,-3 0 0-15,-1 6 2 0,-2 2-3 16,-2 3 2-16,-2 0-1 15,-3 0-3-15,-4 2-3 16,-1 0-4-16,0-2-1 16,-6 3-1-16,-5-4 3 15,-2 0 3-15,-5-2 6 0,2-2 0 16,-1-2 1-16,1-1 0 16,2 0 0-16,2-2 0 15,3-1 0-15,3 0 0 16,2 1 6-16,3 0 1 0,1 0-7 15,0 2-2-15,0 0 2 16,8 1 5-16,4 3 0 16,0-1-2-16,2 3 1 15,2-1-1-15,2 1-2 16,-1 0 1-16,1 0-3 16,-2 1 1-16,0-1 0 0,1-1-11 15,-3-1-27-15,0-2-48 16,-1-3-29-16</inkml:trace>
  <inkml:trace contextRef="#ctx0" brushRef="#br0" timeOffset="38227.44">22985 13429 130 0,'0'0'25'0,"0"0"-4"0,0 0-22 0,0 0 4 16,0 0 2-16,0 0-1 15,13 40 1-15,-10-26 1 16,0-1-5-16,-1 2 0 0,-2-4 0 16,0 0 0-16,0-4 0 15,0-1 0-15,0-2-1 16,-3-4 0-16,-6 0 0 15,-3 0 1-15,1-4-1 16,1-5 1-16,-2-2 1 0,0-3 3 16,3 0 11-16,2-1 2 15,3 1-9-15,2-2-4 16,1 2-2-16,1 2-3 16,0 0 0-16,1 2 0 15,6 3 0-15,3 4-3 0,1 1 0 16,2 2 3-16,0 0 0 15,2 0 1-15,2 5-1 16,1 2-1-16,-1 3 1 16,2 0-1-16,0-1 0 15,0-1-1-15,-1 0 0 0,-1-3 1 16,-3-1 1-16,-1-2 0 16,-3-2 1-16,-1 0 8 15,-1 0 7-15,-3-6 1 16,-2-3 5-16,-1-2-4 15,-1 0-7-15,-1-3-3 0,0-1 0 16,0 0-3-16,-4 1-2 16,0-1-2-16,-3 1 0 15,1 4-2-15,0 1 0 16,0 3-14-16,1 3-16 16,-3 1-14-16,4 2-58 15</inkml:trace>
  <inkml:trace contextRef="#ctx0" brushRef="#br0" timeOffset="38496.98">23300 13340 171 0,'0'0'7'0,"0"0"18"0,0 0-4 0,0 0-3 0,0 0-5 16,0 0-13-16,0 0-1 16,0 0 2-16,0 0 0 15,0 0-1-15,14 51 0 16,-10-34 0-16,-2 0 0 0,-2-1-11 16,1 0-10-16,-1-2-14 15,0-6-15-15,0-1 6 16</inkml:trace>
  <inkml:trace contextRef="#ctx0" brushRef="#br0" timeOffset="38924.41">23293 13371 159 0,'0'0'-13'16,"0"0"19"-16,0 0 1 0,0 0-5 15,46-27 3-15,-34 27 1 16,1 0 4-16,-1 0-1 16,2 0-1-16,-1 7 2 15,2 4-5-15,-1 1-3 16,0 1-2-16,1 1 1 0,0 3-1 16,0-3 0-16,-2-1-1 15,2 0 0-15,-3-3 1 16,1-3 0-16,-2 0 0 15,2-4 1-15,-4 1 1 16,1-4 2-16,-2 0 2 0,-3 0 6 16,0 0 4-16,-1-4 3 15,-1-2 1-15,-1-4-5 16,0-1-3-16,0-1 1 16,-1-2 0-16,0 0 0 15,1-1-3-15,-2 0 1 0,1-2-2 16,-1 2-6-16,1-1-1 15,-1 3-2-15,0-2-2 16,0 3-14-16,-1 1-22 16,-8-5-45-16</inkml:trace>
  <inkml:trace contextRef="#ctx0" brushRef="#br0" timeOffset="43134.23">19398 15205 21 0,'2'1'5'0,"-2"-1"7"0,0 0-4 0,0 2-1 16,0-2 6-16,1 0 0 15,-1 1 0-15,0-1 2 16,0 0 2-16,0 2-7 0,1-1-8 15,0 0-1-15,-1 1-1 16,0-1 0-16,1 2-1 16,-1-3-2-16,1 0 3 15,-1 0 0-15,0 0 1 16,0 0 6-16,0 0 30 0,0 0-6 16,0 0-21-16,0 0-3 15,0 0-6-15,0 0 0 16,0 0-1-16,0 0 1 15,0 0-1-15,0 0 2 16,0 0-2-16,0 0 3 16,0 0 4-16,1 0 1 0,-1 0-7 15,0 0-1-15,0 0-1 16,1 0 2-16,0 0-3 16,0 0-11-16,1 0-6 15,-2 0-5-15,2 1-5 16,-2 1 3-16,2-2-9 0</inkml:trace>
  <inkml:trace contextRef="#ctx0" brushRef="#br0" timeOffset="46863.02">19394 15401 58 0,'0'0'31'0,"0"0"0"0,0 0-10 15,0 0 0-15,0 0 3 16,0-2-6-16,0 1-5 15,0-2-1-15,-2 3-6 0,0-1 1 16,0-1 3-16,-1 1-1 16,0-2-3-16,-1 2-2 15,1-2-1-15,-1 3-2 16,-2-3 0-16,0 1-1 16,0-2 1-16,-3 2 0 0,1-1 2 15,1-2 1-15,-3 2 1 16,0-2 2-16,-1-1-2 15,-3 2-1-15,1-2 0 16,-4 2 1-16,2 0-3 16,-2-2 0-16,3 2 0 15,-4 0-2-15,-1 1 0 0,2 0 0 16,-1-2 1-16,-1 3-1 16,-1 0 0-16,-1-2-1 15,-1 0 2-15,-3-1-2 16,-4 1 1-16,2 0 0 0,-4-2 0 15,0-1 0-15,0 3-1 16,1-3 3-16,-5 2-2 16,1-2 0-16,-1-1-1 15,-1 5 2-15,-5-3 0 16,-1 1-2-16,-2 0 3 0,-1 1-2 16,0 3 0-1,0-1 1-15,-1 1-1 0,1 1 0 16,0 0 0-16,-2 0 0 15,1 0 0-15,2 0 0 16,-4 0 0-16,4 0 1 16,1 0-2-16,1 1 2 0,0 2-1 15,0 1-1-15,-1 1 2 16,1 0-2-16,0 1 1 16,-2-1 0-16,3 1 0 15,1 1 0-15,-1-1 0 16,-3 0 0-16,1 4 0 0,0-3 0 15,-1 1 0-15,-1 1 0 16,0 0 0-16,3 0 0 16,0-1 0-16,2 0-1 15,-1 1 2-15,1-1-1 16,-2 2 0-16,-1-1 0 0,-1 0 0 16,0-1-1-16,0 0 1 15,2 2 0-15,-3 0 0 16,3-3 1-16,-1 3-1 15,3-1 0-15,-1 0 1 16,4 0-1-16,-2 1-1 16,4-3 1-16,4 0 0 0,2 0 0 15,4 0-1-15,3 0 0 16,3-2-3-16,3-1-10 16,3-1-16-16,3-3-40 15,5 0-31-15</inkml:trace>
  <inkml:trace contextRef="#ctx0" brushRef="#br0" timeOffset="48611.13">16768 15184 58 0,'0'0'6'0,"0"0"-4"0,0 2-4 16,-4-2-1-16,2 0 1 0,-1 1 3 16,2-1 1-16,-3 1 7 15,1-1 12-15,0 0-5 16,0 0-7-16,1 0 7 15,-3 0-1-15,3 0-4 16,-2 0-7-16,3 0-1 16,-1 0-2-16,0 1 0 0,-2-1 1 15,0 2 1-15,3-1 3 16,-5-1 6-16,2 1-2 16,1 0-2-16,-2 0-4 15,-1 0-3-15,1 3 0 16,0-2 0-16,-1 2-1 0,-1-1 0 15,-1 3 1-15,1-2-1 16,0 3 0-16,-4-1 0 16,2-1 0-16,0 1 1 15,-4 1-1-15,1 0 1 0,0-1-1 16,-1 1 0 0,1 0 2-16,-1 0 0 0,3 0-1 15,-3-1 2-15,1 1-2 16,1-2 2-16,-1 2-2 15,0 0-1-15,0 1 2 16,-1-1-2-16,2 0 0 0,-3 2 1 16,-1-2 0-16,2-2-1 15,-1 2 1-15,1-1-1 16,-1-1-1-16,3-1 2 16,2 2-1-16,0-2 0 15,1-1 0-15,3 0 0 0,-1-2 1 16,3 1 0-16,-2-1 1 15,3-1 5-15,0 1-2 16,1-1-4-16,0 0 0 16,1 2-1-16,-1-2 0 15,1 0 1-15,-1 1 0 16,1-1 0-16,-1 0 0 0,-1 0 1 16,0 0 1-16,-1 2-3 15,0-1 2-15,0 0-1 16,-1 2 0-16,-4 0-1 15,4-3 0-15,-1 3 0 0,1-1 1 16,0 0-1-16,2-2 0 16,2 2 0-16,-2-1 0 15,2-1 0-15,0 0 1 16,0 0-1-16,0 0 0 16,0 1 0-16,0-1 1 15,0 0-1-15,0 0 1 0,0 0 1 16,0 0-1-16,0 0-2 15,0 0 1-15,0 0 0 16,0 0 0-16,0 0 0 16,0 1-2-16,0-1 1 0,0 0 2 15,0 0 1-15,0 2 0 16,0-2-2-16,0 0 0 16,0 0 1-16,0 2-2 15,0-1 1-15,0-1 1 16,0 2-1-16,0-1-1 15,0 0 1-15,0-1-4 0,0 1 4 16,0 0 2-16,0 0-1 16,0 1-1-16,0-1 1 15,0 1-1-15,0-1 1 16,0 3-1-16,4-1 0 16,-3 0 1-16,2 1-2 0,0 0 0 15,3 1 1-15,-3 0 0 16,1-1 0-16,5 1 0 15,-4 1 0-15,3-1 0 16,-1 2 1-16,1-1 0 16,0 1-1-16,-1-1 0 0,1 1 1 15,0 0-2-15,2 0 2 16,-1 0-3-16,3 2 0 16,-1-2 3-16,2 1-1 15,0 1 1-15,-1 1 0 16,2 0-1-16,-2-2 0 0,1 2 0 15,3-1-1-15,-2 4 2 16,2-3 0-16,0 1-1 16,1-2 0-16,-1 0-1 15,-3 1 2-15,0-1-1 16,-1-1 0-16,-3-1 0 0,0 1 0 16,2-3 1-16,-5 2-1 15,1-3 0-15,-2 1 0 16,-1-2 0-16,1-1 1 15,-3 0-1-15,0-1 0 16,-2 1 1-16,0-1 1 16,0-1-1-16,0 0 6 0,0 0 2 15,0 0-2-15,1 1-4 16,-1 0-3-16,2 2-1 16,2-2 0-16,2 2-22 15,3-3-63-15</inkml:trace>
  <inkml:trace contextRef="#ctx0" brushRef="#br0" timeOffset="51565.68">16269 14373 99 0,'-5'-2'1'0,"-3"-1"2"0,2-1 5 0,1-2-5 0,-3 1-2 16,4-1 0-16,-3 0-2 16,3 2-1-16,0-2-12 15,-2-1-32-15</inkml:trace>
  <inkml:trace contextRef="#ctx0" brushRef="#br0" timeOffset="52013.01">16206 14280 100 0,'0'0'13'16,"0"0"-5"-16,0 0 6 0,0 0 0 16,18-40 5-16,-15 33 2 15,1 2-1-15,-4 2-3 16,2 0-4-16,-2 3 0 16,0 0-9-16,0 0-6 15,0 3 2-15,0 5 2 0,2 2-2 16,-1 4 2-16,1 1-1 15,0 2 1-15,3-3-2 16,-3 3 1-16,-2 0 1 16,0-3-1-16,0 3 1 15,0-1-1-15,0-2 2 16,0 3 1-16,0-1-2 0,0-2 0 16,0 2-2-16,3-2 2 15,2-3 0-15,0 1 0 16,2-1 2-16,4-1-1 15,-2-2-1-15,0-2 1 16,2 1-2-16,0-3 0 0,-2-1-1 16,1 0 2-16,0-3 0 15,-1 0-3-15,-2 0 4 16,4 0-3-16,-5 0 0 16,2-3 2-16,1-1-1 0,-5-2-3 15,0 0-9-15,-1-3-22 16,-3 0-36-16,0-4-86 15</inkml:trace>
  <inkml:trace contextRef="#ctx0" brushRef="#br0" timeOffset="52419.52">16206 14408 90 0,'0'0'14'0,"0"0"12"0,0 0-4 0,0 0-7 16,0 0-3-16,0 0-1 15,0 0 4-15,0 0 6 16,0 0 1-16,0 0-6 16,0 0-4-16,-10 0-6 0,10 0-4 15,0 0 6-15,2 0 5 16,4-4 0-16,2 1-1 16,2-1-7-16,1-2-1 15,1 2-3-15,0 0 0 16,2-1-1-16,2 2 0 0,2-1 0 15,-3 3-1-15,2-1-9 16,-1-1-35-16,1-1-53 16</inkml:trace>
  <inkml:trace contextRef="#ctx0" brushRef="#br0" timeOffset="52675.55">16508 14314 180 0,'0'0'30'0,"0"0"2"15,0 0-5-15,0 0 2 16,0 0-8-16,0 0-2 16,0 0-8-16,0 0-7 15,0 0-4-15,-2 0-3 16,6 0 5-16,1 0 0 0,6 0-1 15,-2 0-2-15,0 0-17 16,3 2-19-16,-1 0-13 16,1 0-57-16</inkml:trace>
  <inkml:trace contextRef="#ctx0" brushRef="#br0" timeOffset="52831.69">16598 14426 198 0,'0'0'34'16,"0"0"-17"-16,0 0-10 0,0 0-2 16,0 0-8-16,0 0 2 15,0 0-4-15,0 0-26 16,27 10-44-16</inkml:trace>
  <inkml:trace contextRef="#ctx0" brushRef="#br0" timeOffset="53195.37">16763 14368 226 0,'0'0'3'16,"0"0"17"-16,0 0-5 15,0 0-5-15,0 0-6 16,-7-45-2-16,7 31 0 15,0 1 1-15,0 0 0 16,0-1 1-16,0 2-1 0,0 1-1 16,0 4-2-16,0 0 1 15,0 4-1-15,0 0 0 16,0 3-1-16,2 0-5 16,-1 2-2-16,1 6 2 15,0 4 0-15,3 3 7 0,-1 1-1 16,-2 2 0-16,2-1 0 15,1 2 2-15,0-2-2 16,-1 1 0-16,1-4-6 16,-3 2-18-16,0-2-8 15,-1-1-31-15,-1-2-8 0</inkml:trace>
  <inkml:trace contextRef="#ctx0" brushRef="#br0" timeOffset="53337.73">16751 14459 165 0,'0'0'36'0,"0"0"0"16,0 0-25-16,0 0-8 15,0 0 0-15,46-23-14 16,-26 15-50-16,4-1-59 16</inkml:trace>
  <inkml:trace contextRef="#ctx0" brushRef="#br0" timeOffset="53765.56">17323 14147 151 0,'0'0'2'0,"0"0"0"16,0 0-2-16,0 0 2 15,0 0 0-15,0 0 0 16,-13 42 2-16,13-25-3 0,0 0 6 16,0 0-2-16,0 0 6 15,0 1-2-15,0-1-6 16,0-2 1-16,1-2 1 15,2 0 1-15,0-2 5 16,2-4 0-16,-3 2 3 16,1-1-4-16,3-5-5 0,-2 2-3 15,-1-1 3-15,3-1-5 16,0 0 1-16,-1-2-1 16,2 0 0-16,-3-1 0 15,3 0 0-15,0 0 0 16,0 0-1-16,-4 0-21 0,3-6-62 15</inkml:trace>
  <inkml:trace contextRef="#ctx0" brushRef="#br0" timeOffset="54015.5">17257 14290 238 0,'0'0'11'0,"0"0"6"0,0 0 2 16,0 0 3-16,0 0-8 15,0 0-11-15,0 0 0 16,0 0-3-16,0 0 3 16,-2-1 0-16,13-2-2 15,2 0-5-15,3 3-25 16,-2-4-5-16,4-2-62 0,-1-1-31 15</inkml:trace>
  <inkml:trace contextRef="#ctx0" brushRef="#br0" timeOffset="54170.55">17436 14243 208 0,'0'0'36'15,"0"0"-13"-15,0 0-11 16,0 0-2-16,0 0-6 15,0 0-4-15,0 0-9 16,0 0-21-16,9 8-23 0,-5-8-59 16</inkml:trace>
  <inkml:trace contextRef="#ctx0" brushRef="#br0" timeOffset="54349.91">17539 14353 245 0,'0'0'22'0,"0"0"-21"16,0 0-1-16,0 0 2 15,0 0-1-15,0 0-1 0,0 0-1 16,0 0-33-16,0 13-55 16,0-13-43-16</inkml:trace>
  <inkml:trace contextRef="#ctx0" brushRef="#br0" timeOffset="54648.87">17613 14186 240 0,'0'0'11'16,"0"0"-9"-16,0 0 6 15,0 0-5-15,0 0-3 0,0 0-15 16,40 0-26-16,-38 12 10 15,-2 8 16-15,0-2 6 16,0 1 7-16,-5 2 1 16,-2-4 1-16,1-3 5 15,0-1 12-15,1-6-1 0,4-1 1 16,-1-5-1-16,2 2 0 16,0-3-1-16,0 0-3 15,6 0-1-15,6 0-5 16,6-3-2-16,2-2 1 15,3-5-31-15,2-2-105 0</inkml:trace>
  <inkml:trace contextRef="#ctx0" brushRef="#br0" timeOffset="54811.71">18026 14250 110 0,'0'0'143'0,"0"0"-120"15,0 0-14-15,0 0-5 16,0 0-3-16,0 0-3 16,0 0-14-16,0 0-44 0,11 2-53 15</inkml:trace>
  <inkml:trace contextRef="#ctx0" brushRef="#br0" timeOffset="55005.43">18438 14214 192 0,'0'0'3'16,"0"0"-2"-16,0 0 1 0,0 0-2 16,0 0-2-16,0 0-16 15,0 0-12-15,0 0-22 16</inkml:trace>
  <inkml:trace contextRef="#ctx0" brushRef="#br0" timeOffset="55189.68">18891 14186 111 0,'0'0'40'15,"0"0"-39"-15,0 0 1 16,0 0-1-16,0 0-1 16,0 0-2-16,0 0-7 15,0 0-26-15</inkml:trace>
  <inkml:trace contextRef="#ctx0" brushRef="#br0" timeOffset="55388.46">19200 14205 203 0,'0'0'8'0,"0"0"-6"16,0 0-1-16,0 0 1 15,0 0-5-15,0 0 2 0,0 0-12 16,0 0-31-16,1 16-53 15</inkml:trace>
  <inkml:trace contextRef="#ctx0" brushRef="#br0" timeOffset="57956.83">20351 14056 3 0,'0'0'88'0,"0"0"-87"0,0 0 6 0,0 0 4 15,0 0-4-15,0 0 0 16,-38 0 2-16,36 0 2 15,0 0-4-15,2 0-4 16,0 0-3-16,0 0-2 0,0 0 0 16,0 0-2-16,5 1 5 15,2-1-2-15,-1 0 2 16,2 0 1-16,3 0-2 16,-2 0 0-16,2 0 5 15,3 0 3-15,1-1 1 0,3-2-2 16,1 0-1-16,2 1-3 15,3 1-1-15,0 0-2 16,2-1 1-16,-2 1-1 16,2-2 0-16,0 3 0 15,3-1 0-15,2 1 0 0,-2-2 0 16,3 1 0-16,-1-2 1 16,2 2-2-16,-1-2 2 15,1 0-1-15,0-1 0 16,1 1-2-16,4-1 3 15,0-1-1-15,0 2 1 0,7-2-2 16,-2 1 3-16,3-1-2 16,2 1 0-16,-1-1 0 15,-1 0 1-15,1 2-1 16,-2-1 0-16,2 0 0 16,-3 0 0-16,-1 1 0 15,0-2 0-15,-2 1 2 0,0 3-2 16,1-2 0-16,-1 0 0 15,2-1 0-15,0 1 1 16,2-1 1-16,1-1 1 16,-1 1 1-16,3 0 2 15,-1-2 0-15,2 2-1 0,0 0-2 16,-1-1-1-16,2 1 0 16,-2 0 0-16,1 0-2 15,1-2 0-15,-2 2 1 16,4-1-2-16,-1 1 2 0,4-1 2 15,2 0-3 1,-1 2 0-16,0-2 1 0,0 0 0 16,1 1 4-16,-1 0 6 15,-2-2 0-15,2 1-4 16,0 2 0-16,-5-1-3 16,2 1-2-16,-2 0-1 0,-1 1 0 15,0 1 1-15,-2-2-2 16,-3 0 1-16,0 1-1 15,-2-3 0-15,-2 2 0 16,0-4 0-16,1 0 1 16,-1-1-1-16,0-1 0 0,1 0 0 15,-2-2 0-15,-3 0 1 16,-4 1-1-16,-1-2 0 16,-8 0 0-16,-3 0 1 15,-5-2 0-15,0 1 1 16,-6-1 4-16,-2-4-1 0,-3 2 0 15,-1-4 2-15,-4-1 0 16,0 1-2-16,0-3-5 16,0 1 2-16,-3-1 0 15,-1 0 0-15,-3 0 1 16,1 2-2-16,0-2 5 16,-1 1-3-16,-1-1-1 0,1 3-2 15,-3-1-1-15,1-1 1 16,0 1 0-16,-2 0 1 15,1-2-1-15,-2-1 0 16,2 1-1-16,-6-1-2 0,1 1 2 16,-3-2-1-16,-2 2 2 15,-4 0-2-15,-3 1-1 16,-2 3 3-16,-4 3-1 16,-2 0 2-16,-4 3-3 15,-5 1 2-15,0 4 0 0,-6-1-1 16,-2 4 0-16,0 0 2 15,-4 1-2-15,0 1-7 16,-2 2 11-16,-3 1-2 16,-5 0-1-16,-1 0 0 15,-4 0 0-15,-4 1 0 0,-3 2 0 16,-5 1 0-16,-2 1 0 16,0-2 0-16,-1 2 0 15,-2-2 0-15,-1 3 0 16,1 1 0-16,-5-1 0 15,-1 1-1-15,0 1 1 16,2-1 0-16,-4 0 0 0,0 0-3 16,1-1 3-16,0 1 0 15,-4 2 0-15,-2-2 0 16,4 0 0-16,1 0 3 16,2 0-3-16,2 0 0 15,7 1 0-15,2-1 0 0,3 0 0 16,-1 1 0-16,6 2 0 15,1-2 0-15,6 3 0 16,6 0 0-16,1 0 0 16,7 2 0-16,6 1 0 15,3 1 0-15,5 2 0 0,2 1 0 16,5-1 0-16,4 3 0 16,4 1 0-16,2 0-3 15,6 3 2-15,-2 2 1 16,2 4-1-16,6 1 1 15,2 3 0-15,-1 3 0 0,6-1 1 16,0 1-1-16,4-2 0 16,0-1 1-16,0-1-1 15,1-2 3-15,8 2-2 16,-1-3 0-16,2 4 1 16,1-2-1-16,2 1 0 0,-2 0 0 15,3-1-1-15,-2 0 1 16,2-5-1-16,-1-2-1 15,0-2 1-15,1-3-1 16,-3-6 1-16,2 2-1 16,3-5 1-16,-2 0 0 0,3-2-3 15,2-3-3-15,0-6-23 16,2 0-24-16</inkml:trace>
  <inkml:trace contextRef="#ctx0" brushRef="#br0" timeOffset="58657.37">21014 12742 86 0,'0'0'3'0,"0"0"10"0,0 0 6 0,0 0-10 16,0 0-6-16,0 0-4 16,0 1 2-16,0 4-1 15,0 0 1-15,0 1-1 0,3 0 1 16,1 0 0-16,-1 0 0 15,1-1 0-15,0-2 1 16,0 1 0-16,1-4 8 16,2 0 13-16,0 0 0 15,3 0-3-15,1-7-7 0,5-3-2 16,3-3-3-16,2 0-1 16,6-4 0-16,0-1-3 15,3-3 2-15,3 1-3 16,3-2-1-16,6 2-1 15,2-1-2-15,4-4-13 0,0-4-112 16</inkml:trace>
  <inkml:trace contextRef="#ctx0" brushRef="#br0" timeOffset="61891.78">19567 16101 90 0,'0'0'38'0,"0"0"-8"0,0 0 5 0,0 0-14 0,0 0-1 16,0 0-6-16,0 0 3 16,0 0-2-16,0 0-1 15,0 0-5-15,0 0-6 0,0 0-3 16,0 0-1-16,-4 0 1 16,6 3 0-16,3 3-1 15,-1 2 1-15,1 3 0 16,-1 1 2-16,0 2-3 15,1 3 2-15,-2-1 0 16,2 2 0-16,-1-1 0 0,-2 2-1 16,-1-4 0-16,0 2 1 15,-1-4-1-15,1 1 0 16,0 0 1-16,-1-3-1 16,1 0 0-16,1-1 0 15,-1-2 1-15,2 2-1 0,-1-3 1 16,1-4 1-16,0 3-2 15,3-3 1-15,-4-1 0 16,2 0 0-16,-1-2 3 16,3 2 4-16,-3-2-4 15,3 0 1-15,2 0-2 0,-1 0 1 16,2 0-5-16,2-3 1 16,2-2 0-16,0 1 0 15,0-2-7-15,0-1-18 16,-4-1-9-16,2 0-26 0,-2-4-58 15</inkml:trace>
  <inkml:trace contextRef="#ctx0" brushRef="#br0" timeOffset="62268.77">19631 16244 142 0,'0'0'23'0,"0"0"13"0,0 0-19 0,0 0-7 15,0 0-2-15,0 0-1 16,0 0 2-16,0 0-2 16,0 0-2-16,0 0-4 15,0 0-2-15,-8 0-1 16,8 0 4-16,3 0-2 0,7 0 3 16,0 0 0-16,1-2-4 15,5 0 2-15,0-1-7 16,2-1-33-16,0-3-21 15,1-2-52-15</inkml:trace>
  <inkml:trace contextRef="#ctx0" brushRef="#br0" timeOffset="62545.6">19910 16168 83 0,'0'0'52'16,"0"0"-5"-16,0 0-19 15,0 0-14-15,0 0-2 0,0 0-8 16,0 0 6-16,0 0 4 16,6 0-4-16,2 0-4 15,2 0-4-15,0 0-1 16,1-3-1-16,0 0 1 15,3 0-2-15,-2 3-18 16,0-3-18-16,-5 2-52 0,1 0-49 16</inkml:trace>
  <inkml:trace contextRef="#ctx0" brushRef="#br0" timeOffset="62724.64">19995 16233 173 0,'0'0'28'16,"0"0"-8"-16,0 0-6 16,0 0-4-16,0 0-3 0,0 0-4 15,0 0 0-15,0 0 1 16,25 3-2-16,-10-6-41 16,-1-4-61-16</inkml:trace>
  <inkml:trace contextRef="#ctx0" brushRef="#br0" timeOffset="63145.83">20236 16134 148 0,'0'0'7'0,"0"0"9"0,0 0 4 15,0 0 0-15,0 0-2 16,0 0 8-16,0 0-2 15,0 0-8-15,-3-9-6 16,3-1-5-16,0 0 2 16,0 0 0-16,3-1-5 0,0-3-1 15,0 1 3-15,1 0-3 16,0 2 0-16,-2-2 0 16,1 4 0-16,-2 2-1 15,0 0 0-15,1 4 0 16,-2 1 1-16,0 2-2 15,0 0-2-15,0 0-5 0,0 8 3 16,0 2 5-16,0 3 1 16,1 3-1-16,0-1 1 15,1 3 0-15,0 0-1 16,0-1 0-16,0 1 0 0,-1-1-2 16,0 0-21-16,-1-1-7 15,0-3-8-15,0-1-15 16,0-3-1-16,-1-1-6 15</inkml:trace>
  <inkml:trace contextRef="#ctx0" brushRef="#br0" timeOffset="63271.24">20244 16226 99 0,'0'0'49'0,"0"0"7"16,0 0-19-16,0 0-13 16,0 0-9-16,0 0-5 15,0 0-6-15,53-25-1 16,-28 19-3-16,3 1 0 0,-1-3-43 15,-4-1-105-15</inkml:trace>
  <inkml:trace contextRef="#ctx0" brushRef="#br0" timeOffset="64005.38">18375 16247 157 0,'0'0'3'0,"0"0"38"0,0 0-11 0,0 0-14 16,0 0-8-16,0 0-4 15,0 0 2-15,0 0-1 0,0 0 1 16,0 0-4-16,-3-25-1 15,3 29 2-15,0 4 3 16,1 4-5-16,1 2-1 16,2 2 0-16,-4 1 1 15,2 1-1-15,0-1 1 0,0 0 0 16,0 0-1-16,0-2 1 16,1-1-1-16,-1-3 1 15,2 3-1-15,-1-2 1 16,0-2-1-16,1 1 2 0,-2-2-2 15,3-1 1-15,-1-1-1 16,0-1 3-16,0-2-2 16,4 0-1-16,-3-3 0 15,3 1 1-15,0-2 1 16,3 0-1-16,-1 0 0 0,1-2 0 16,1-3-1-16,-1-1-3 15,-2-2-20-15,-2-1-33 16,-1-2-81-16</inkml:trace>
  <inkml:trace contextRef="#ctx0" brushRef="#br0" timeOffset="64246.8">18344 16354 231 0,'0'0'4'0,"0"0"8"0,0 0 7 0,0 0-9 0,0 0-6 15,0 0-6-15,0 0 2 16,0 0 0-16,0 0 4 0,0 0-3 16,37-5 0-16,-20 1-6 15,4-3-25-15,-2-1-75 16</inkml:trace>
  <inkml:trace contextRef="#ctx0" brushRef="#br0" timeOffset="64404.66">18602 16262 253 0,'0'0'17'15,"0"0"3"-15,0 0-7 0,0 0-11 16,0 0-6-16,0 0-42 15,0 0 2-15,0 0-50 16</inkml:trace>
  <inkml:trace contextRef="#ctx0" brushRef="#br0" timeOffset="64545.47">18718 16345 235 0,'0'0'19'16,"0"0"-15"-16,0 0 4 15,0 0-5-15,0 0 0 0,0 0-4 16,0 0-30-16,-14 32-68 16</inkml:trace>
  <inkml:trace contextRef="#ctx0" brushRef="#br0" timeOffset="64809.6">18837 16230 222 0,'0'0'5'16,"0"0"20"-16,0 0-5 16,0 0-13-16,0 0-5 15,0 0-3-15,0 0-3 0,30 29 4 16,-30-14 0-16,-3 1-2 16,-6-4 3-16,2 1 0 15,-1-5 0-15,3-3 3 16,0-2 4-16,5-3 4 15,0 0-1-15,7 0-10 0,9-4 4 16,9-6-4-16,4-6 3 16,6-4-35-16,-4-7-69 15</inkml:trace>
  <inkml:trace contextRef="#ctx0" brushRef="#br0" timeOffset="65741.92">17199 16406 229 0,'0'0'6'0,"0"0"26"0,0 0-8 0,0 0-9 16,0 0-8-16,0 0-4 16,0 0-2-16,0 0-1 15,0 0-2-15,0 0 2 0,0 0-3 16,0 0 2-16,1 9-1 15,-1 8 1-15,0 0 2 16,0 6-1-16,0-1 0 16,0 1 1-16,0-3-1 15,0 0 1-15,-1 1-1 16,-1-1 1-16,2-3-1 0,-3-3 1 16,3 1-1-16,0-3 0 15,0-2 2-15,0-2-2 16,0-2 1-16,0 0 0 15,0-2 2-15,5-1-1 16,0-1 1-16,1 0-2 0,-1 0 3 16,3-2-7-16,-1 0 3 15,2 0 0-15,-3 0-2 16,3 0-3-16,-2 0-6 16,0 0-7-16,-2-6-12 0,1 1-21 15,-4-3-49-15</inkml:trace>
  <inkml:trace contextRef="#ctx0" brushRef="#br0" timeOffset="65997.67">17114 16587 76 0,'0'0'115'0,"0"0"-93"0,0 0 4 0,0 0-17 15,0 0-5-15,0 0-3 16,0 0 1-16,36-11-1 0,-18 7 0 16,-1-3-4-16,2-1-25 15,0-1-50-15,3-2-51 16</inkml:trace>
  <inkml:trace contextRef="#ctx0" brushRef="#br0" timeOffset="66160.16">17418 16466 253 0,'0'0'32'16,"0"0"5"-16,0 0-15 15,0 0-6-15,0 0-10 0,0 0-7 16,0 0-7-16,0 0-8 15,29-1-26-15,-18-2-33 16,0 0-80-16</inkml:trace>
  <inkml:trace contextRef="#ctx0" brushRef="#br0" timeOffset="66305.32">17519 16544 134 0,'0'0'58'15,"0"0"-25"-15,0 0-8 16,0 0-9-16,0 0-5 15,0 0-7-15,0 0-2 16,10 30-4-16,0-30-21 16,-2 0-34-16,2-11-84 15</inkml:trace>
  <inkml:trace contextRef="#ctx0" brushRef="#br0" timeOffset="66630.99">17666 16392 282 0,'0'0'15'16,"0"0"13"-16,0 0-11 16,0 0-11-16,0 0-5 15,0 0 1-15,0 0-1 0,36-25-1 16,-28 25-1-16,-1 0-1 16,-1 5 0-16,-2 4-6 15,-4 4 3-15,0 2 4 16,0 2-1-16,0 2 1 15,-4-2 1-15,0-3 1 0,2 0 1 16,0-4-1-16,2 1 0 16,0-3 0-16,0 0 0 15,0-1 0-15,2-1 0 16,3 0 0-16,-2-1 0 16,0-2 0-16,2-1-2 15,-5 1-1-15,0-1-17 0,0-2-43 16,-14 0-79-16</inkml:trace>
  <inkml:trace contextRef="#ctx0" brushRef="#br0" timeOffset="67157.7">16566 15806 140 0,'0'0'28'0,"0"0"12"0,0 0-21 0,0 0-15 0,0 0-4 16,0 0 0-16,0 0-4 15,0 0-19-15,-12 37-6 16,12-25 0-16,0 3 7 15,0 3-1-15,0 0-5 16,0 4-45-16</inkml:trace>
  <inkml:trace contextRef="#ctx0" brushRef="#br0" timeOffset="67356.81">16556 16479 175 0,'0'0'2'0,"0"0"3"16,-14 52-1-16,11-32-3 15,1 1-1-15,0 2-21 0,-2 0 13 16,3 0-17-16,0-3 4 16,1-5-1-16,0-1-65 15</inkml:trace>
  <inkml:trace contextRef="#ctx0" brushRef="#br0" timeOffset="67548.73">16566 16830 153 0,'0'0'5'0,"0"0"-1"15,0 0 12-15,0 0-7 0,0 0-4 16,0 0-1-16,0 0-2 15,0 0-2-15,0 31-2 16,3-30-15-16,1-1-32 16,0 0-41-16</inkml:trace>
  <inkml:trace contextRef="#ctx0" brushRef="#br0" timeOffset="71305.73">9973 13796 16 0,'0'-2'22'0,"0"1"-10"0,0 1-6 0,0 0-5 15,0 0-2-15,0 0 2 16,0 0-1-16,0 0 0 15,2 0 0-15,-2 0 0 16,0 0 1-16,0 0 7 0,0 0 11 16,0-1-4-16,0-1-3 15,0 2-2-15,0 0-4 16,0-1-2-16,0 1 1 16,0 0-1-16,0 0-1 15,0 0-2-15,0 0 2 16,0 0-1-16,0 0-1 0,0 0 0 15,0 0-1-15,0 0 0 16,0 0-1-16,0 0 0 16,0 1 1-16,0 3 1 15,3 2-1-15,-1 3 0 0,2 0 1 16,0 0-1-16,2 1 0 16,2 0 1-16,1 0-1 15,3-3 0-15,1-1 1 16,0-3-1-16,5-1 1 15,-2-2 1-15,1 0 2 16,4-7 2-16,0-4 2 0,2-3 0 16,0-3-1-16,4-2 1 15,4-3 0-15,0 0 2 16,1-2 1-16,5-2-6 16,-2-2 3-16,2 3 0 15,1-3-2-15,0 2-2 0,-4 0 0 16,1 2-2-16,-4 1-2 15,-1 6 0-15,-1 4 0 16,-3 5-5-16,-3 5-12 16,-6 3-23-16,-3 0-30 15</inkml:trace>
  <inkml:trace contextRef="#ctx0" brushRef="#br0" timeOffset="74637.12">10288 15057 78 0,'-2'0'8'0,"2"0"5"0,-2-1-8 0,0-1 3 0,1 2 1 16,0-2 4-16,0 2-1 16,-1-1 0-16,0 1-2 15,2-1-5-15,0 1-3 16,0 0-1-16,0 0-1 16,0 0-4-16,0 0-3 15,0 0 4-15,0 0-1 0,0 0 0 16,2 0 2-16,0 0 2 15,-1 1 0-15,-1-1 0 16,1 0 0-16,0 0 0 16,-1 1 0-16,0-1 0 15,0 0 1-15,0 2-2 0,0-2 1 16,0 0-1-16,0 0 2 16,0 0 0-16,0 0 3 15,0 0 0-15,0 0 1 16,0 0 0-16,0 0-2 0,0 0-1 15,0 0-1-15,0 0 0 16,0 0-1-16,0 0 1 16,0 0-1-16,0 0 0 15,0 0-2-15,1 0 0 16,0 3 2-16,1 1 0 0,0-1 0 16,0 2 0-16,0 0 0 15,-1 2 0-15,2-1 0 16,1-2 0-16,0 3 0 15,0-1 1-15,1-2-1 16,3 2 0-16,-1-2 1 16,1-1-1-16,4-3 0 15,2 0 0-15,1 0 2 0,2 0 1 16,4-6 1-16,0-5-1 16,5-5-1-16,2-3 2 15,3-3-1-15,3-5-1 16,3-4-1-16,5 0 2 0,1-3 4 15,0 0 3-15,2-1 0 16,1 0 0-16,-1-1-1 16,-3 2-4-16,-2 0-1 15,1 2-1-15,-3 3-1 16,-4 0-2-16,1 4 1 0,-6 3-1 16,0 3 0-16,-6 3 0 15,-4 3 0-15,-2 2 0 16,-5 5 0-16,-2 1 0 15,-6 1 0-15,-2 2 1 16,-1 1-1-16,-1 0 2 0,0 1 13 16,0 0-1-16,0 0-8 15,0 0-2-15,0 0 0 16,0 0-2-16,0 0 2 16,0 0-2-16,0 0-1 15,0-1-1-15,0 1 0 0,0 0 1 16,0 0-1-16,0 0 1 15,0-2 0-15,0 2 0 16,0 0-1-16,0 0 0 16,0 0 0-16,0 0 1 15,0 0-1-15,0 0 0 16,0 0-1-16,0 0-3 0,0 0 4 16,0 0 0-16,0 0-1 15,0 0 1-15,0 0 0 16,0 0 1-16,0 0-1 15,0 0 0-15,0 0 1 16,0 0-1-16,0 0 0 0,0 0 0 16,0 0 0-16,0 0 1 15,0 0-1-15,0 0 0 16,0 0 0-16,0 0 1 16,0 0-1-16,0 0 0 15,0 0 1-15,0 0-1 0,0 0-1 16,0 0 2-16,0 0-1 15,0 0 0-15,0 0 0 16,0 0-1-16,0 0 1 16,-1 0-1-16,1 0 1 15,-1 0-1-15,1 0 1 0,0 0 0 16,-1 0 0-16,1 0 0 16,0 0 0-16,0 0 1 15,0 0-1-15,0 0 0 16,0 0 1-16,0 0-1 15,0 2 0-15,0-2 0 0,0 0-1 16,0 0 2-16,0 1-1 16,0-1-1-16,0 0 2 15,0 0-1-15,0 1 0 16,0-1 0-16,0 1 0 16,0 1-1-16,0 0 1 0,0 1-2 15,0 3-3-15,0 0-40 16,1-1-15-16,0-1-28 15</inkml:trace>
  <inkml:trace contextRef="#ctx0" brushRef="#br0" timeOffset="80962.06">23225 12617 79 0,'0'-1'20'0,"0"-3"-4"0,0 3-3 15,0-1-6-15,0 0-4 16,0 1-1-16,0 0-1 16,0 0-1-16,0 1 1 15,0 0 3-15,1-1-1 0,0 1-2 16,-1 0 1-16,0 0-1 16,0 0-1-16,1 0 1 15,0 0-1-15,-1 0-1 16,0 0 2-16,1 0 0 15,0 0 1-15,2 1 0 0,-1 2 0 16,0-1 0-16,-2 1 1 16,1-1 1-16,1 1-2 15,0 2 0-15,0-1 0 16,0 0-1-16,0-1-1 16,0 1 1-16,-1-1-1 0,1 0 1 15,-1 1-1-15,0-3 1 16,1 2 2-16,-1-3 2 15,1 2 5-15,2-1-3 16,-3-1 1-16,0 0-3 16,1 0 0-16,0 0-2 15,0 0-1-15,0 0 1 0,1 0-2 16,-1 0 1-16,-1 0-1 16,2 0 0-16,1 0-1 15,3-3 1-15,-1-1 1 16,2-2-2-16,1-1 2 15,3 0-2-15,-1-3 2 0,2 2-1 16,2-4-1-16,0-1 1 16,4 1-1-16,2-3 0 15,-1-2 2-15,2-1-2 16,1-1 1-16,1-2-1 16,-3 0 0-16,2-2 1 0,2 1-1 15,-4 0 1-15,-1 2 1 16,0 2-1-16,-3 1 0 15,1 1-1-15,-5 3 1 16,1 1 0-16,-6 0 1 16,1 3 1-16,1 1 1 0,-5 0 1 15,1 2 3-15,-1 0-4 16,-1 3-1-16,-2-1 1 16,1 3 1-16,-1-1 2 15,-2 0 0-15,0 1-2 16,0 0 1-16,0-2-3 0,0 3-2 15,0 0 0-15,0 0 0 16,0 0-1-16,0 0 1 16,0 0-2-16,0 0-2 15,0 0-35-15,0 4 2 16,0 1-30-16,-6-2-94 16</inkml:trace>
  <inkml:trace contextRef="#ctx0" brushRef="#br0" timeOffset="85111.13">21634 15455 40 0,'0'1'19'0,"0"-1"-1"0,0 0-4 16,0 0 2-16,0 0-9 16,0 0-2-16,0 0-2 15,1 0-2-15,-1 0 1 16,0 0 1-16,0 0 2 15,0 0-3-15,0 2 1 0,1-2 0 16,-1 1 2-16,0-1-3 16,1 0 0-16,2 3-1 15,-3-2 0-15,2 2 0 16,-2 0 1-16,2 1 0 0,-1-1-2 16,1 1 1-16,1-1-1 15,0 3 1-15,0-2 0 16,-1 2-1-16,1-1 0 15,1 1 1-15,-2 0-1 16,0-2 1-16,0 2-1 16,1-2 1-16,0-1-1 0,2 0 2 15,-3-2-2-15,3 1 0 16,2-2 2-16,-2 0-2 16,5 0 4-16,1-2 0 15,5-6 4-15,-2-2 0 16,6-2 1-16,5-5-1 0,2 0-1 15,3-5 1-15,4-2 1 16,2-2 0-16,3-1 2 16,2-2-4-16,0 2-2 15,2-2-3-15,-1 3-1 16,-2 0 0-16,-1 2-1 0,-3 3 0 16,-4 1 0-16,-4 3 0 15,-3 3 1-15,-5 2-2 16,-6 1 1-16,-3 5 1 15,-4 2-1-15,-4 1 0 16,-1 2 1-16,-1 1-2 16,-1 0 2-16,0 0 0 0,0 0 3 15,0 0-5-15,0 0-11 16,0 0-14-16,0 0 1 16,0 3-11-16,0 1-5 15,0-3-12-15</inkml:trace>
  <inkml:trace contextRef="#ctx0" brushRef="#br0" timeOffset="89856.6">3442 16552 66 0,'-2'2'4'0,"0"-2"-3"0,0 1 0 15,2-1 0-15,0 1 1 16,-2-1 8-16,2 1 8 0,0-1 1 16,0 0-2-16,0 0-1 15,0 0-6-15,0 0-7 16,0 0-3-16,0 0-2 15,0 0 2-15,6 0-1 16,-1 0 1-16,3 0 1 0,2 0-1 16,-1 0 0-1,3 0 0-15,0 0 0 0,-1 0 1 16,5 0-1-16,-1 0 1 16,1 0-1-16,-2 0 0 15,4 0 0-15,-1 0 0 16,1 0-1-16,0 0 1 0,-2 0 0 15,1 0 0-15,2 0 0 16,1 0 0-16,-3 0 0 16,1 0 0-16,0 0-1 15,2 0 0-15,-3 0-5 16,2 0 4-16,-3 3-1 0,3-2 3 16,-2 1 0-16,2-1 0 15,1 0-1-15,-1 1 1 16,2-2 0-16,0 0-1 15,1 0-1-15,1 0 1 16,-1 0 1-16,2 0-1 0,1 0 0 16,-2 0 1-16,1 0-1 15,-1 0-1-15,1 0 0 16,1 0 1-16,2 0 1 16,-5 0 0-16,5-3 0 15,-1 2-1-15,1-1 1 0,-2 1 0 16,0 1 1-16,-1 0-1 15,0 0 0-15,1 0 0 16,0 0 0-16,-3 0 0 16,2 0 1-16,-1 0-1 15,0 0 0-15,-1 0-1 0,4 0 2 16,-3 0-1-16,2 0 0 16,0 0 0-16,0 0-1 15,0-1 2-15,2 1-1 16,0 0 0-16,-2 0 0 15,0 0 0-15,-2 0 0 0,2 0 2 16,2 0-2-16,0 0 0 16,0 0 0-16,2 0 0 15,1 0 0-15,3 0-2 16,-2-2 2-16,1 0-2 16,1 1 1-16,-2-3 2 0,1-2-1 15,1 3 1-15,0-1-1 16,-1 1 1-16,3 2-1 15,-1-1 0-15,2 1 0 16,2 0 0-16,-2 1 0 16,1 0 0-16,-3 0 0 15,1 0 0-15,2 0 0 0,-6 0 0 16,3 0 0-16,1 0 2 16,1 0-2-16,0 0 0 15,1 0 0-15,4-2 0 16,-5 0 0-16,1 1 0 15,1 0 0-15,-4 0 0 0,4-1 0 16,-4 2 0-16,2-1 0 16,1 0 0-16,1 1 0 15,1-1 0-15,-2 1 0 16,3 0 0-16,-4 0 0 0,3 0 0 16,-2 0 0-16,3 3 0 15,0 3 0-15,3-1 0 16,-3 1 0-16,3 0 0 15,-1-1 0-15,1 2 0 16,2-1 0-16,-1 0 0 16,1-1 0-16,2-3 0 0,0 2 0 15,0-2 0-15,2-2 0 16,-3 1 0-16,4-1 1 16,-1 0-1-16,0 0 1 15,3 0-1-15,1 0 0 16,-1 0 1-16,1 0-1 0,2 2 0 15,0-1 0-15,0 3 0 16,4-4 0-16,-1 2 0 16,2-1 0-16,-2-1 0 15,3 1 1-15,-1-1-2 16,1 0 0-16,1 0 2 0,-1 0 0 16,1 0-1-16,-1 0 2 15,1-4 7-15,1-1-1 16,0-1-1-16,1 1-2 15,-1 1 0-15,1-1-3 16,-1 2-1-16,-1 0-1 0,-1 3 0 16,-1-1 1-16,-2 1-1 15,-2 0 0-15,-1 0 1 16,1 0-1-16,1 1 1 16,-2 5-1-16,2 3-1 15,-1 0 1-15,-1 2 1 0,-1 2-1 16,4 0 0-16,-2-2 0 15,0-4 1-15,2-1-1 16,-2-2 0-16,2-2 1 16,0-2-1-16,0 0 0 15,-4 0 0-15,0 0 0 16,-4 0 0-16,0-3 0 0,-5 0-1 16,-4-1-18-16,-6 2-57 15</inkml:trace>
  <inkml:trace contextRef="#ctx0" brushRef="#br0" timeOffset="94069.64">23895 12955 6 0,'-3'3'8'0,"-2"-2"2"0,-2 2 0 0,-3-1 0 16,-2-1-3-16,-2 1-5 0,-2-2-2 15,-2 0-28-15</inkml:trace>
  <inkml:trace contextRef="#ctx0" brushRef="#br0" timeOffset="95721.8">11497 16307 108 0,'0'-6'2'0,"0"2"0"0,0-2-1 0,0 2 0 0,-4 1 1 16,1-1 15-16,1 1 8 16,0 1-4-16,0 1-5 15,2 0-12-15,-2 1-2 16,2 0-1-16,0 0-2 0,0 0-1 16,0 0 1-16,0 0 1 15,0 0 0-15,0 3 0 16,4-2 0-16,-2 1 2 15,2-2 0-15,6 0 7 16,1-5 12-16,7-12 4 0,6-10-10 16,10-12-7-16,15-15-4 15,15-15-2-15,16-13-2 16,14-16-3-16,14-10-56 16,11-11-108-16</inkml:trace>
  <inkml:trace contextRef="#ctx0" brushRef="#br0" timeOffset="98321.61">3695 16632 11 0,'-11'0'22'0,"-1"0"9"0,1 0-25 15,-2 0 16-15,-1 0-2 16,1 2 4-16,-1-1-6 0,1 0-5 16,-1-1-1-16,1 0 2 15,1 0-4-15,0 1-2 16,-1-1-5-16,-1 0-1 15,-2 0-1-15,1 0 0 16,1 0 0-16,-2 0 2 0,1 0 0 16,-3-2 4-16,0-4 0 15,0 1-4-15,-2-4-1 16,0-1 2-16,-5-3-3 16,1 1 0-16,-3-1 0 15,0-6 0-15,-1 2-1 0,-1-1 1 16,0-2-1-16,0-1 1 15,2-2-2-15,0 0 0 16,2-1 1-16,-2-1-1 16,2-1 2-16,1-2-3 15,-1-1 2-15,-1-4-2 0,3-1-2 16,3 0 3-16,2-4 1 16,3 1-2-16,-1 0 2 15,7 0 0-15,-3 2 0 16,6 2-1-16,-1 2 2 15,3 2 0-15,2 3-1 16,0 1 0-16,2 3 2 0,0 2-5 16,0 1 3-16,6 2 1 15,5 3-5-15,3 0 6 16,3 1-2-16,6 0 0 16,2 0 0-16,2-1 0 0,2 2 1 15,0-1-1-15,2 1 0 16,-3 2 0-16,1 2 0 15,-1-1 0-15,3 3 0 16,0 1 0-16,0 1-1 16,1-1 1-16,4 1 0 15,-2 0 0-15,1 1 0 0,-1-1 1 16,1 1-1-16,1-2-1 16,1 1 1-16,2 3 0 15,3-2-1-15,-2 1-2 16,3 1-2-16,0 0 1 15,2 0 2-15,-3-1-1 0,2 2 2 16,1-1 1-16,2 0-2 16,0 1 1-16,5 0 1 15,1 0 0-15,-1-1 0 16,4 1 0-16,2-1 0 16,0-1 0-16,1 1 0 0,-1-1 0 15,3 2 0-15,-1 0 0 16,1 0 0-16,-1 0 0 15,3 0 0-15,-1 0 0 16,1 0 0-16,1 0-1 16,2 2 2-16,-1 1-2 0,2 0 0 15,-2 0 1-15,2 0 0 16,3 2 0-16,3-1 0 16,0 2 0-16,-1-2 1 15,4 3-1-15,0 0 0 16,2-2 0-16,0 2 1 0,0-3-1 15,1 2 0-15,-1-1 0 16,5 0 0-16,-5-1 0 16,4 0 0-16,1-1-1 15,2 1 1-15,0 1 1 16,-2-1-1-16,2 1 0 0,1 0 1 16,2 2-1-16,-3-2 0 15,2 0 2-15,3-1-2 16,-1-1 0-16,-2-3 1 15,0 0-1-15,0 0 0 16,-1-3 0-16,1-4 1 16,-2 0 3-16,1-2 1 0,0 4 0 15,1 1-3-15,-4 3-1 16,-1 1-1-16,1 0 1 16,-2 0-1-16,-1 5 1 15,0 2-1-15,-2 3 0 0,3-2 0 16,-2 4 0-16,-2-1 0 15,2 0 0-15,-3 3 0 16,4-2 0-16,-2-1 1 16,0 3-1-16,1-1 0 15,3-4 0-15,1 1 0 16,-3-2 1-16,1 0-1 0,0-3 0 16,-1-1 1-16,3-3 1 15,0-1 1-15,-3 0 2 16,3 0-1-16,2 0 2 15,-3-4-3-15,-4 0-2 16,0 2-1-16,1 1 1 0,-3 0-1 16,0 1 0-16,-2 0 0 15,-1 0 0-15,-1 0 1 16,-1 0-1-16,-4 0 0 16,-3 0 0-16,0 4 1 15,-3-1-1-15,-4 0 0 0,-1 1 0 16,-6 1 2-16,-2 2-2 15,-3 2 1-15,-3-1-1 16,-1 3 0-16,-5-1 0 16,-2 3-1-16,-3 0 1 15,-2 3 1-15,-3 1-2 16,-3 4-1-16,1 2 5 0,-4 0-3 16,0 4 0-16,-2 3 0 15,-4 5-4-15,1 0 2 16,-4 1 2-16,1 0-1 15,-3-3 0-15,-1-1 0 0,2-1 1 16,-5-1 0-16,-1 0-2 16,0 0-3-16,0-2 3 15,-4 1-1-15,0-5 0 16,0-1 2-16,-7-5 1 16,-1 0 0-16,-6-2 0 0,-3-3-1 15,-6 3 0-15,-6-2 3 16,-2 0-2-16,-11 1 0 15,-6-3 5-15,-10 4-2 16,-11-1-2-16,-16 2 1 16,-20 3-1-16,-20 4-1 0,-29 2-12 15,-32 2-99-15</inkml:trace>
  <inkml:trace contextRef="#ctx0" brushRef="#br0" timeOffset="169977.15">11857 4773 9 0,'0'0'3'0,"0"0"0"0,0 0 4 0,0 0 4 15,0-1-3-15,0-1 3 16,0 2-2-16,0 0-4 16,0 0-1-16,0-2-2 15,0 1 0-15,0 0 3 0,0 1 4 16,0-2 0-16,-2 1 0 16,2 1-3-16,0-1-1 15,0-1 0-15,0 1-1 16,0-1 0-16,0 1 2 15,-2-2-2-15,2 3 4 16,0-3 1-16,0 2-4 0,0-1-1 16,0 1 1-16,0 0 0 15,0-1 2-15,0 2 1 16,0 0-4-16,0 0-3 16,-1 0-2-16,1 0-1 15,0 0 0-15,0 0-1 0,0 0 0 16,0 0 2-16,0 0 0 15,0 0 2-15,0 0-1 16,0 0 0-16,0 0 0 16,0 0 0-16,0 0-1 15,0 0 1-15,1 0 0 0,1 0-1 16,0 0-1-16,0 0 2 16,0 3-1-16,-1-2 0 15,0 1 1-15,1 1-1 16,2-2-1-16,-2 2 0 15,0 0 1-15,-2-2 0 0,3 2 0 16,-1 0 1-16,0 1-2 16,0-4 2-16,2 3-1 15,-2 0 1-15,-1-2-1 16,2 2 1-16,2-1 0 16,-2 1 0-16,1-1-1 0,-2 1 1 15,3-1 1-15,-3-1-2 16,0 0 1-16,0 1 0 15,-1-2-2-15,2 0 4 16,2 0-1-16,0 0 9 16,2-4 2-16,0-4-2 0,5-3-4 15,2-2-1-15,0-2-3 16,5-3 0-16,2-1 1 16,0-5-2-16,5-2 0 15,3-4 0-15,2 0 2 16,1-4-1-16,3 1 1 0,-2 4-2 15,-1 2 2-15,-1 4-2 16,-6 5-1-16,-3 3 2 16,-4 7-2-16,-3 1 1 15,-4 5-2-15,-1 2-2 16,-6 0-14-16,-3 3-32 16,-1 6 1-16,-2 2-19 0</inkml:trace>
  <inkml:trace contextRef="#ctx0" brushRef="#br0" timeOffset="170950.63">11873 4729 75 0,'0'0'9'0,"0"0"2"0,0 0-7 0,0 0-4 0,0 0 0 15,0 0-2-15,0 0 0 16,0 0 2-16,0 0 0 16,0 0 0-16,0 1-1 15,2-1-1-15,-2 2 2 16,2-2-1-16,0 4 1 15,0-1-1-15,1 1 0 0,-1 2 1 16,0-3-1-16,-1 1-1 16,1-1 2-16,0 0 0 15,2-2-1-15,-1 2 1 16,1-3 0-16,-1 1-1 0,3-1 0 16,-2 0 1-16,3 0 6 15,0-1 1-15,2-6-2 16,2-3 3-16,1-3-3 15,5-1 4-15,3-3 1 16,5-7-1-16,4-2 0 0,7-5-3 16,6-6-3-16,6-3-1 15,0-5-3-15,-1-5-75 16</inkml:trace>
  <inkml:trace contextRef="#ctx0" brushRef="#br0" timeOffset="178896.69">11819 5984 61 0,'0'0'20'0,"0"0"-20"0,0 0 1 0,2 0 0 16,-2 0 0-16,1 0 2 16,-1 0 4-16,1 0 2 0,0 0 1 15,-1 0 3-15,0 0-4 16,1 0-4-16,0 0-1 15,1 0-3-15,0 0 3 16,0 0-1-16,1 0-1 16,1 0-1-16,-1 0 1 0,1 0-1 15,-1 1 0-15,0 0-1 16,2 3 0-16,-3-1 0 16,2 1 0-16,2-1 1 15,-2 2-1-15,-1 0 0 16,0-1 1-16,2-1-1 0,-1 0 1 15,1-1 0-15,2-1 1 16,-2-1 0-16,3 0 4 16,-3 0 0-16,1-1 1 15,2-5-1-15,0-1 0 16,-2-2-2-16,3-2 0 16,-1-1-1-16,1-2 0 0,3 0-1 15,0-3 0-15,-1 1 0 16,2-1 2-16,3-4 1 15,2 1 0-15,0 0 1 16,4-4 1-16,-3 1 2 16,4-1-1-16,0 2-3 0,-3 0-1 15,0 5-3-15,-2 3 1 16,-2 1-2-16,-1 7 0 16,-2-1 0-16,-1 3 0 15,-3 4-6-15,-2 0-5 0,-1 0-8 16,-2 4-14-16,-4 5-27 15,0 2-13-15</inkml:trace>
  <inkml:trace contextRef="#ctx0" brushRef="#br0" timeOffset="179679.66">11911 5949 27 0,'0'0'15'0,"0"0"-13"0,0 0-5 16,0 0 4-16,0 0 5 16,0 0 3-16,0 0-2 0,0 0-1 15,0 0-1-15,0 0 4 16,0 0-3-16,0 0 0 15,0 0-1-15,31 29 0 16,-28-27-2-16,3 0 1 16,0-1 3-16,1-1-1 0,0 0 0 15,2 0-2-15,1-4 1 16,1-5 3-16,1-1 2 16,2-2-1-16,1-4 2 15,2 0 0-15,2-1 3 16,0-1-1-16,3-2-1 15,-3 0-3-15,6-3 0 0,-4 2-3 16,1-3 2-16,0 4 0 16,1-1-1-16,-1 2-2 15,-6 1-2-15,2 2-1 16,-1 3-2-16,-3 2 2 0,-1 4-1 16,-1 0-2-16,-1 1 1 15,-1 3 0-15,0-1 0 16,-3 4-2-16,3 0-2 15,-5 0-6-15,1 0-8 16,-1 3-8-16,-3 5-13 0,-2-1-23 16,0-1-45-16</inkml:trace>
  <inkml:trace contextRef="#ctx0" brushRef="#br0" timeOffset="180242.72">12000 5915 22 0,'0'0'3'0,"0"0"0"0,0 0 8 0,0 0 2 0,0 0-5 16,0 0 5-16,0 0 4 16,0 0 3-16,0 0-2 15,0 0 6-15,44-24-1 16,-25 5-7-16,0 1-7 16,4-1-6-16,0-1-2 0,2-2 0 15,-4-4-45-15</inkml:trace>
  <inkml:trace contextRef="#ctx0" brushRef="#br0" timeOffset="183936">13048 5363 81 0,'0'0'5'0,"0"0"6"0,0-2-4 0,0 1-1 0,0 0-1 15,0 0 1-15,0 1-3 16,0 0-1-16,0 0 0 15,0 0-1-15,0 0 0 16,0 0 1-16,0 0-1 0,1 0-2 16,1 0-1-16,4 0 2 15,-1 0 0-15,6 0 2 16,0 0-2-16,2 2 0 16,3-1 1-16,1-1 1 15,6 2 1-15,4-1 0 0,0-1 3 16,4 0-3-16,5 0 1 15,-2 0 0-15,6 0-1 16,-2-5-1-16,-2 0 1 16,0-1 3-16,-1 1 1 15,-1-1 2-15,-2 3-5 16,3-2 3-16,-6 1-3 0,1 2-2 16,3-1-1-16,-8 0 2 15,2 0-1-15,-2 0-1 16,-2 1 0-16,-5 0 0 15,0 1-2-15,-3-1 2 16,-1 2-1-16,-5 0-2 0,2 0-14 16,-6 0-18-16,-1 0-5 15</inkml:trace>
  <inkml:trace contextRef="#ctx0" brushRef="#br0" timeOffset="184312.75">13880 5193 94 0,'0'0'12'0,"0"0"-12"0,0 0-2 0,0 0 1 0,0 0 2 16,0 0 2-16,0 0 0 15,0 0 1-15,0 0 3 16,0 0-3-16,33 39 0 16,-28-31 1-16,-1 2-1 15,-1 2-1-15,0 3-2 0,-2 1 2 16,-1 4-1-16,0 1 1 15,-9 3 0-15,-2 3 2 16,-3 1-1-16,-3 2-1 16,-1 0-15-16,3-6-47 15,-1-5-23-15</inkml:trace>
  <inkml:trace contextRef="#ctx0" brushRef="#br0" timeOffset="186832.75">15835 4925 84 0,'0'0'-23'0,"0"0"23"0,-2 0 1 0,0 0-1 15,0 0 0-15,0 0 1 16,0 0 5-16,1 0 8 0,-1 0-2 16,0 0 0-16,0 0-7 15,-1 0-5-15,0 0-10 16,-3 0-22-16</inkml:trace>
  <inkml:trace contextRef="#ctx0" brushRef="#br0" timeOffset="187518.18">15543 5105 57 0,'0'0'2'0,"0"0"11"0,0 0-3 0,0 0-4 15,0 0 7-15,0 0 1 16,0 0 0-16,0 0 5 16,0 0 3-16,0 0-8 0,-4 0-9 15,4 0-2-15,1 0 3 16,6 0 2-16,2 0-1 15,3 0-3-15,1 0-2 16,0 2-2-16,1 2 0 16,1 3 0-16,-1 0-1 15,-3-1 2-15,1 0-1 0,-2-1 0 16,-3 1 2-16,1-2-2 16,-4 2-5-16,2-2-9 15,-2 2-3-15,-2 0-18 16,0-1 14-16,1-2-16 15,-1 1-28-15</inkml:trace>
  <inkml:trace contextRef="#ctx0" brushRef="#br0" timeOffset="187907.87">15697 5071 79 0,'0'0'5'0,"0"0"8"0,0 0-2 0,0 0-6 16,0 0-5-16,0 0 1 15,0 0 0-15,0 0 0 16,-38 39 0-16,31-28-1 16,2 2 0-16,1-2 3 0,-3 3-2 15,2 1 0-15,2 0 0 16,-4-1-1-16,3 1 1 15,3-1-3-15,-1-3-7 16,0 1-21-16</inkml:trace>
  <inkml:trace contextRef="#ctx0" brushRef="#br0" timeOffset="192322.46">15755 4889 78 0,'0'-4'5'0,"-2"3"7"0,0-3-3 0,-3 1-3 0,2 1-2 16,1-2-1-16,-2 3 1 15,-1-1 3-15,1-2 1 16,0 3 1-16,-1-1-4 15,-1 1-1-15,3-1-1 0,-5 2-5 16,3 0-2-16,-3 0 0 16,0 0 4-16,-1 0-1 15,-1 2 2-15,0-1 0 16,-1 2 0-16,0 0 0 16,-3 1-2-16,1 0 3 0,-3 0-1 15,3 1 0-15,-3-1 1 16,3 3 0-16,-3-2 1 15,3 0-2-15,-4 2 0 16,4-1-2-16,0 4 2 16,-1-2-1-16,2 2-2 0,0-1 3 15,1 6-1-15,0-3 0 16,0 5 0-16,2 0 0 16,-2 1 0-16,2-2 0 15,2 1 0-15,-3 1 0 0,5-1 0 16,-2-1 0-16,4 1 0 15,1 0 0-15,0 1 0 16,2-3-1-16,0-1 1 16,0 0 0-16,0 1 0 15,0-3 0-15,0 1 0 16,2 1 1-16,1-2 0 0,1 0-1 16,3-1 0-16,-3 0 0 15,3-3 1-15,-1 1-1 16,-2-2 0-16,4 0 0 15,-3-1 2-15,3 2-2 16,-4-1 0-16,1 2 0 0,2-2 1 16,-4 0-1-16,0 3 0 15,2-1 0-15,-3 0 0 16,1-1 0-16,3-1 0 16,-2 1 1-16,2-2-1 15,2 1 0-15,-2 1 0 0,3-1 1 16,-1 1-2-16,1-1 2 15,-1 0-1-15,0-3 0 16,1 0 0-16,-1 1-2 16,-1-3 3-16,4 0 0 15,-2-1 1-15,-1 1 0 0,3-2 0 16,-1 1-1-16,-2-1 1 16,2 0 1-16,1 0-1 15,0 0-1-15,0 0 0 16,1 0 1-16,-1 0 0 15,2 0-1-15,-2 0 0 0,0 0 0 16,-1 0 0-16,0-1 2 16,1-1-2-16,1 0-1 15,-4 0 2-15,1 2-2 16,1-1 0-16,-3-1 0 16,1 1 0-16,-1-1 1 15,3 1-1-15,0-2 0 0,-3 0 0 16,2 1 1-16,2-2 0 15,-2-1-1-15,1 3 1 16,2-3 0-16,-3 0-1 16,0 1 1-16,2 0-1 0,0-2 1 15,-3 1-1-15,3 0 0 16,-3 1 1-16,0-3-1 16,1 4 2-16,-1-3-2 15,-1 1 1-15,1-1-1 16,-2-2 2-16,4 2-2 15,-5-4 1-15,3 1 0 0,-3 0 0 16,4-1 0-16,-4-2 1 16,1 2 2-16,0 1-1 15,1 0-2-15,-2 0 0 16,-2 2 0-16,0 0-1 16,2 1 0-16,-3 1 0 0,1-1 1 15,-1 2-1-15,0-2 0 16,0 0 0-16,0-1 1 15,0 0-1-15,1 2 0 16,-1-1 0-16,0-1 0 16,1 4 0-16,-1-3 0 0,-2 3 0 15,2-1 2-15,-2-1-2 16,0 2 0-16,0-1 0 16,0 2 0-16,0-2 0 15,1 1 0-15,0-1 0 16,0 1 0-16,0 0 0 15,0-1 0-15,1 1 0 0,-2 0 0 16,2 0 0-16,0 1 0 16,-2-2 0-16,0 2 0 15,2 0 0-15,-2 1 0 16,0-1 0-16,0 1 0 0,0-2 0 16,0 3 0-16,0-3 0 15,0 3 0-15,0-3 0 16,0 2 0-16,0-2 0 15,0 0 0-15,0 2 0 16,0-3 1-16,0 2 1 0,0-1 0 16,0 1 0-16,0 0-1 15,0-1-1-15,0 2 1 16,2-2-1-16,-2 3 0 16,0-3 0-16,0 2 0 15,0-2 0-15,0 0 0 16,0 2 0-16,0-1 0 0,0 1 1 15,0-2-2-15,0 2 2 16,0 0-1-16,0-1-1 16,0 0 2-16,0 2-1 15,0-1 0-15,0-1 0 0,0 0 1 16,0 2-1-16,0-2 0 16,0 2 0-16,0-3 1 15,0 2-1-15,0 1 0 16,0-1 0-16,0 0 0 15,0 0 0-15,0-1 1 16,0 1-1-16,0 0 1 0,0 0 1 16,-2 0-2-16,2 0 0 15,0 1 0-15,0-1 0 16,-2-1 0-16,2 1 1 16,0-1-1-16,0 1 0 15,-3-1 0-15,2 1 0 0,1-2 0 16,-1 3 1-16,0-3-2 15,0 2 1-15,0-2 0 16,1 2 1-16,-2-1-2 16,1-2 1-16,1 2 1 15,-2-2-1-15,2 2 0 0,-2-1 1 16,-1-2-1 0,2 2 1-16,-1-1 0 0,0 1-1 15,0-1 0-15,2 1 1 16,-2-1-1-16,0 1 1 15,0-1-1-15,0 1 0 16,1 0 0-16,-1 2 0 16,0-2 0-16,2 0 0 15,-2 0 0-15,0 2 0 0,0-2 1 16,0-1-2-16,0 2 2 16,0 1-1-16,1-3 0 15,-1 2 0-15,-1 0 0 16,1 1-1-16,0-1 1 0,1 0-1 15,0 0 2-15,-1 1-1 16,2-2 0-16,-1 2 0 16,-1-3 0-16,0 2 1 15,-2 1-1-15,2-3 0 0,0 1 0 16,1 0 0-16,-3 0 1 16,1 0-2-16,-1 2 1 15,2-2-1-15,-1 0 1 16,1 0 0-16,-1 2 1 15,1 0 0-15,1-1-1 16,-1 2 0-16,1-1 0 0,1 1 0 16,-1 0-1-16,1-1 2 15,0 1-1-15,0 0 0 16,0 0 0-16,0 0 0 16,0 0-1-16,0-2 2 15,0 2-1-15,-1 0 0 0,1 0 0 16,-2-1 0-16,2 1 1 15,0-1-2-15,-2 1 2 16,0 0-2-16,1 0 1 16,0-2 0-16,-1 2 0 15,1 0-1-15,1 0 1 0,-1 0-1 16,0-2 1-16,0 2 0 16,-1 0-1-16,2 0 1 15,0 0 0-15,0 0-2 16,-2 0 1-16,2 0-2 15,0 0 1-15,-3 0 2 0,2 0 0 16,0 0 2-16,0-1-2 16,1 1 0-16,-2 0 0 15,2 0 1-15,-1 0-1 16,1 0 0-16,-2-2 0 16,2 2 0-16,0 0 0 0,-2 0 0 15,2 0 0-15,-2-1 0 16,0 0 1-16,2-1-1 15,-2 2 1-15,1 0 0 16,0-1 0-16,-1-1 0 0,2 2-1 16,-2 0 0-16,2-2 0 15,0 1 1-15,-2 0-1 16,2 1 0-16,0 0 0 16,-3-1 0-16,2-1 0 15,0 2 0-15,0 0 0 16,1-1 0-16,-2 0 0 0,2 1 0 15,-1-1 0-15,1 1-1 16,0 0 1-16,0 0 0 16,-2 0-1-16,2 0-1 15,0 0-1-15,-2 0 1 16,0 0 4-16,0 0-2 0,1 0 0 16,-1 0 0-16,0 0-2 15,0 0 2-15,-1 0-4 16,-1 0 4-16,1 0-1 15,0 0 4-15,0 0-5 16,1 0 4-16,-2 0-2 0,2 0 0 16,0 0 0-16,1 0-1 15,-1 0 1-15,0 0 0 16,-1 0-1-16,2 0 0 16,-1 0-1-16,1 0-1 15,0 0 0-15,0 0 2 0,0 0 1 16,1 0 0-16,0 0 1 15,0 0-1-15,0 0 0 16,0 0 0-16,0 0 2 16,0 0-2-16,0 0 0 15,0 0 0-15,0 0 0 0,0 0 1 16,0 0-1-16,0 0 1 16,0 0-1-16,0 0 1 15,0 0-1-15,0 0 0 16,0 0 0-16,-2 0 1 15,2 0-2-15,0 0 1 16,-2 0-1-16,2 0 1 0,-3 0-1 16,2 0 1-16,1 0 0 15,-1 0 0-15,0 0 0 16,1 0 0-16,-1 0 1 16,0 0-1-16,0 0-1 15,1 0 0-15,-2 0-1 0,2 0 2 16,-2 0-1-16,0 0-6 15,0 0 2-15,-1 3 2 16,1-1-3-16,-1-1 0 16,3 3 5-16,-2-4 0 0,0 3 1 15,0-3 0-15,2 0 0 16,0 2 0-16,-1-1-1 16,1 0-1-16,0-1 1 15,0 0 1-15,0 0 1 16,0 0 0-16,0 0 0 15,0 0 1-15,0 0 1 0,0 0 0 16,0 0 0-16,-1 0 0 16,1 0 0-16,0 0 0 15,0 0-2-15,-1 0-1 16,0 0 0-16,1 0 1 16,0 0-1-16,-1 0 0 0,1 0 0 15,0 0 0-15,0 0 0 16,0 0 0-16,0 0 0 15,0 0 0-15,0 0 0 16,0 0 0-16,0 0-1 16,0 0 0-16,0 0-1 0,0 0 2 15,0 0 0-15,0 0 0 16,0 0 0-16,0 0 0 16,0 0 0-16,0 0 0 15,0 0 0-15,0 0-2 16,0 0-3-16,-2 0-4 15,0 0-1-15,2 0 6 0,-4 2-9 16,3 1-3-16,0 0-2 16,1 1 1-16,0 0-8 15,-1-1-9-15,1 0-32 16</inkml:trace>
  <inkml:trace contextRef="#ctx0" brushRef="#br0" timeOffset="196267.52">15673 4627 41 0,'-1'-2'6'0,"-1"1"9"0,2 0-4 0,0-1-2 0,-2 1 0 16,0-1-4-16,0 2-1 15,0 0 0-15,-1-1 5 16,0 1 2-16,3 0-1 16,-2 0-3-16,-1 0-3 0,2 0-4 15,0 0 0-15,0 1-1 16,0 4 2-16,1-1-1 15,0-2 1-15,0 0-1 16,0 1 1-16,0-3 0 16,3 0 2-16,6 0 11 15,0-7 8-15,4-6-11 0,3-4-4 16,4-6-3-16,4-1 0 16,5-3-3-16,5-6 2 15,5 2-3-15,5-3 4 16,0 2-4-16,0-1-30 15,-3-1-70-15</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6:44:06.494"/>
    </inkml:context>
    <inkml:brush xml:id="br0">
      <inkml:brushProperty name="width" value="0.05292" units="cm"/>
      <inkml:brushProperty name="height" value="0.05292" units="cm"/>
      <inkml:brushProperty name="color" value="#FF0000"/>
    </inkml:brush>
  </inkml:definitions>
  <inkml:trace contextRef="#ctx0" brushRef="#br0">5559 13594 50 0,'0'-1'14'15,"0"-2"4"-15,-2 0-1 0,-1 1-5 0,1 1-1 16,2 0-6-16,-2 1-3 16,2-1-1-16,0 1 1 15,0 0-2-15,0 0-2 16,0 0 1-16,0 0 1 16,0 0 0-16,0 0 0 0,0 1-1 15,0 3 1-15,0 2-3 16,0 1 3-16,0 0-1 15,0 2 0-15,0 0 0 16,-3 0 1-16,1 4-2 0,0-2 6 16,0 2-3-16,0-2-5 15,-2 1-29-15</inkml:trace>
  <inkml:trace contextRef="#ctx0" brushRef="#br0" timeOffset="3789.55">2390 13738 54 0,'0'0'12'0,"0"0"7"0,0 0-1 16,0 0-2-16,0 0-6 15,-14-36 1-15,12 32-2 0,-1 1-1 16,2 0 1-16,0 1-1 16,1 1 1-16,0 1-2 15,-2 0-4-15,2 0-4 16,0 1-2-16,0 7 1 15,0 2 3-15,0 3 0 0,0 1 0 16,0 4 0-16,0 1-1 16,0 2 1-16,0 0-2 15,0 2 3-15,0-2 0 16,0 1-2-16,0-1-2 16,0-4-1-16,2-5-37 0,-2-6-33 15</inkml:trace>
  <inkml:trace contextRef="#ctx0" brushRef="#br0" timeOffset="4501.72">2415 13465 77 0,'0'0'4'0,"0"0"3"0,0 0 8 0,0 0-6 16,0 0-2-16,-46-17 0 15,38 17-3-15,-2 0 1 16,1 2 0-16,1 5 5 16,-3 1-8-16,1 3-2 15,2 2 0-15,-3 4 0 16,-1 3 0-16,1 1 0 0,-1 3 0 15,0 2 0-15,3 0 0 16,-1 2 0-16,4 1 0 16,1 3 0-16,3 2 0 15,0 0 1-15,2 4-1 16,0-2 1-16,0 0-1 0,7-2 1 16,4-4-1-16,0-4 0 15,4-3 0-15,1-6 0 16,3-1 2-16,0-4-1 15,1-3 1-15,3 0-1 16,-3-4-1-16,2-2 2 0,-1-1 0 16,-2-2-1-16,2 0 3 15,-1-5 0-15,-5-5 7 16,3-5 16-16,-2-5-2 16,-2-8-7-16,-5-2-3 15,-1-6 1-15,-4-5-5 0,-4 0-5 16,0-2-3-16,0 1-1 15,-6 2-2-15,-5 4 0 16,-1 5-1-16,1 7-1 16,1 8-2-16,0 6-15 15,-3 8-27-15,2 2-76 16</inkml:trace>
  <inkml:trace contextRef="#ctx0" brushRef="#br0" timeOffset="5155.85">2403 14989 67 0,'0'0'17'0,"0"0"8"0,0 0-4 0,-33-43-3 0,26 31-4 16,0 0-2-16,-2 2 0 0,4 0-2 15,-1 2 0-15,1 0-3 16,3-1-3-16,0 3 0 16,2 0-3-16,0 1-1 15,2 0-1-15,7 0 1 16,0-1-2-16,5 3 2 16,-1 0 0-16,3 2 0 15,-1 1 0-15,-1 0-1 0,-1 1 1 16,-5 8-1-16,0 2 0 15,-4 2-2-15,-3 6 0 16,-1 0 3-16,-1 1 2 16,-8-1-1-16,0 1-1 0,-2-2 4 15,-1-4-4-15,2-4 1 16,5 0 0-16,-1-3-1 16,4-2 2-16,2-3-2 15,0 0-2-15,0-2 0 16,0 0 2-16,2 0 2 0,6-4 3 15,3-5-1-15,1-1 0 16,3 1-1-16,3-4-2 16,2 2-1-16,1-1 1 15,1 0-1-15,1 4 0 16,-4-1-6-16,-1 1-42 16,-5-2-19-16,-1 2-21 0</inkml:trace>
  <inkml:trace contextRef="#ctx0" brushRef="#br0" timeOffset="5598.29">2499 14631 78 0,'0'0'3'0,"-47"-23"3"0,21 19 3 0,1 4-8 0,2 0-1 16,1 5 0-16,0 9-2 15,-1 4-5-15,4 7 7 16,0 4 0-16,-1 5-1 16,1 3 0-16,2 8 2 15,4 5 1-15,-1 7 3 16,8 1-2-16,6 0 3 0,0-2-3 16,8-8 1-16,11-5-1 15,3-11-1-15,4-7 0 16,4-6 5-16,4-6-1 15,0-7 4-15,5-6-1 16,-1 0 7-16,2-10 2 0,-1-7 2 16,-3-6 1-16,1-3-8 15,-8-5-1-15,-4-6 1 16,-6-4 0-16,-2-3-3 16,-11-3-1-16,-4-1-2 15,-2 4-5-15,-4 1 0 16,-11 5-2-16,-6 8-2 0,-1 9-2 15,-5 8-4-15,1 9-15 16,-3 4-23-16,-2 11-44 16</inkml:trace>
  <inkml:trace contextRef="#ctx0" brushRef="#br0" timeOffset="6210.63">2369 16000 41 0,'0'0'63'0,"0"0"-43"0,0 0 15 0,0 0-11 0,-39 7-9 16,38-10-2-16,1-1-1 16,0-3-7-16,0-3-4 15,9 2-2-15,2-1 4 16,5-1 1-16,-1 2-4 0,3 2 1 15,1 3 0-15,-4 3-2 16,-4 0-1-16,-1 13-4 16,-4 5-3-16,-6 6 3 15,0 4 6-15,-2 1-7 16,-7 1 15-16,-1-4-9 16,2-4 2-16,3-6 0 0,1-4 0 15,4-4-1-15,0-1-3 16,0-6 2-16,4-1 1 15,3 0 1-15,0 0-1 16,4 0 2-16,-2 0 1 16,-3 0-2-16,1 0 1 0,0 0-2 15,-5 0-3-15,-2 8 2 16,0 1 1-16,0 3 7 16,-11 4-4-16,-2-1-1 15,-5 4 0-15,0-1-2 16,-2 3 1-16,-1 1-1 0,2-1-26 15,-2-6-68-15,6-7 65 16</inkml:trace>
  <inkml:trace contextRef="#ctx0" brushRef="#br0" timeOffset="6617.73">2292 15848 115 0,'0'0'-4'0,"0"0"4"0,-54 24-2 0,35-1-12 15,0 7 4-15,1 7 8 16,1 7 3-16,7 7-1 16,3 6 2-16,7 2-1 15,2-2 1-15,11-1-1 0,10-8 1 16,4-10 1-16,4-6 1 15,3-10-4-15,1-8 1 16,3-11 2-16,1-3 8 16,3-7 12-16,0-11 10 15,3-9 2-15,-2-7-12 16,0-5-7-16,-4-6-3 0,-7-6-6 16,-6-5-2-16,-10 1 2 15,-7-2 3-15,-8 5 2 16,-1 4 1-16,-15 6-4 15,-4 11-7-15,-6 10-3 16,-6 12-12-16,-5 9-7 0,-5 26-29 16,-5 15-42-16,-3 11-43 15</inkml:trace>
  <inkml:trace contextRef="#ctx0" brushRef="#br0" timeOffset="7171.73">2313 17137 147 0,'0'0'-3'0,"0"0"14"0,0 0 8 0,0 0-7 16,0 0-6-16,0 0 0 0,0 0-9 15,0 0 1-15,-27 56 2 16,35-26 0-16,-2 3 3 15,3 1-3-15,2-4 0 16,3-2 2-16,-1-6-2 16,1-4 3-16,-1-7-2 15,-1-1-1-15,0-4 2 0,-1-5 0 16,-1-1 0-16,-3 0 1 16,-1 0 2-16,-2-7-5 15,-2-4 31-15,-2-2-19 16,0-3-5-16,0 5-3 0,0 0 0 15,0 4 0-15,0 5 6 16,0 2-6-16,0 2-2 16,2 10-4-16,6 3 1 15,1 3 2-15,1 0 0 16,4 2-1-16,-1 2-10 0,2 3-9 16,-2-1-9-16,-1-1-35 15,-2-4-1-15</inkml:trace>
  <inkml:trace contextRef="#ctx0" brushRef="#br0" timeOffset="7633.85">2388 17038 33 0,'0'0'0'0,"-45"-26"8"0,22 22 4 0,-1 4-1 15,-1 6 2-15,-4 10-3 16,4 5 0-16,-1 9-3 16,4 5 0-16,1 10-2 15,5 11-4-15,5 11 1 16,5 8-1-16,6 6 1 0,0 3 1 16,7 0 0-16,11-7 1 15,3-8-2-15,4-12 1 16,4-12 0-16,2-8-2 15,1-10 2-15,1-5-3 16,1-10 3-16,1-6-3 0,2-4 3 16,-2-2 2-16,1-12 20 15,-2-8-2-15,1-5-2 16,-4-11-7-16,-2-6-3 16,-6-9 2-16,-4-6 0 15,-2-7-8-15,-11-7 4 0,-4-2 0 16,-2-1 1-16,-10-1-3 15,-11 4-2-15,-6 7-1 16,-6 4-2-16,-7 8-1 16,-3 9-2-16,-2 11 0 15,-3 9-9-15,-6 10-47 0,-2 6-72 16</inkml:trace>
  <inkml:trace contextRef="#ctx0" brushRef="#br0" timeOffset="9434.54">4227 13104 88 0,'0'-4'47'0,"0"0"-44"0,0 1 14 0,0 3-2 16,0 0-11-16,-1 4-7 15,-1 8 0-15,0 4 6 16,2 4 0-16,0 0-2 0,0 4 0 16,0-1 0-16,0 3-1 15,2-3-19-15,-2-1-25 16,0-2-34-16</inkml:trace>
  <inkml:trace contextRef="#ctx0" brushRef="#br0" timeOffset="9619.19">4164 13347 124 0,'0'0'20'0,"0"0"3"15,0 0-13-15,0 0-7 16,27-44 0-16,-11 34-1 0,1 2 0 15,0-1-1-15,2 1 0 16,-1-1-1-16,0 5 0 16,-5 0 0-16,-2 1-10 15,-3-3-45-15</inkml:trace>
  <inkml:trace contextRef="#ctx0" brushRef="#br0" timeOffset="9820.48">4104 13161 205 0,'0'0'11'0,"0"0"-12"16,0 0-1-16,0 0 4 15,0 0-3-15,0 0 2 0,58-49-5 16,-33 34-35-1,3-3-24-15</inkml:trace>
  <inkml:trace contextRef="#ctx0" brushRef="#br0" timeOffset="10296.04">4372 13158 144 0,'0'0'9'15,"0"0"22"-15,0 0-9 16,0 0-6-16,0 0-3 16,0 0-4-16,0 0-6 0,0 0-3 15,-21-28 1-15,31 28-1 16,1 0 0-16,0 0 0 15,-1 4-1-15,0 2 1 16,1 2 0-16,-5-1-2 16,0 2 1-16,-4-2-1 0,-2 0 2 15,0-1-1-15,-2-1 1 16,-3-2 1-16,1-1 1 16,-3-2 2-16,3 0-2 15,3 0-1-15,1-9-2 16,0-3-1-16,3-4-2 0,9-1-2 15,3-2 8-15,3 2-1 16,1 2-2-16,0 3 0 16,1 4 1-16,-3 5 0 15,-1 3-1-15,2 0-1 16,-2 9 0-16,-1 3-6 0,1 4-12 16,-1-3-12-16,-3 1-12 15,-1-6-17-15</inkml:trace>
  <inkml:trace contextRef="#ctx0" brushRef="#br0" timeOffset="10545.26">4668 13015 102 0,'0'0'4'0,"0"0"11"0,0 0-1 15,0 0-3-15,0 0-16 16,0 0 5-16,0 0 1 0,0 0 3 15,0 44-1-15,4-16 0 16,-2 3-1-16,0 1 1 16,0-2-1-16,0-2-1 15,-1-4 1-15,-1-1 1 16,0-3-2-16,0-4 3 0,0-4-3 16,0-3-9-16,-3-7-32 15,1-2-26-15</inkml:trace>
  <inkml:trace contextRef="#ctx0" brushRef="#br0" timeOffset="10808.84">4749 12942 159 0,'0'0'2'0,"0"0"12"15,39-32-12-15,-28 26-2 0,2 5-1 16,-3 1-1-16,-2 1-2 15,-1 9 4-15,-3 4 0 16,-2 3 1-16,-2 2-1 16,0 1 0-16,-4-1 0 15,-7 0 0-15,-3-1 1 0,-1-1 4 16,-1-3-3-16,1 1 3 16,-3-4-3-16,7-1-2 15,2-5 1-15,2-3-15 16,4-2-44-16</inkml:trace>
  <inkml:trace contextRef="#ctx0" brushRef="#br0" timeOffset="11442.53">4924 12945 171 0,'0'0'25'0,"0"0"-30"16,0 0 4-16,0 0-3 15,4 37 7-15,-4-21-2 16,0 1 1-16,0 0-1 16,0-2 1-16,3-2-2 15,1-3 1-15,3 0-1 0,0-3 2 16,-1-4-2-16,1 0 2 16,-3-3 1-16,2 0 3 15,0 0 4-15,-2-9 6 16,1 0-4-16,1-4-6 15,-1-1-4-15,2 1 0 0,-1 0-1 16,-1 3-1-16,-1 3 0 16,1 2 0-16,4 5-1 15,-2 0-1-15,1 0 0 16,3 5 2-16,1 2-1 16,-1 3 1-16,3-2 0 0,1 0 1 15,1-4-1-15,-3-1 0 16,3-3 0-16,-3 0 1 15,3 0 0-15,-3-9 1 16,-2 0-1-16,-2-6 2 16,-2-1 0-16,-5-4-3 0,0-1 2 15,-2-1 0-15,0-3-2 16,0 1 1-16,0-1-2 16,-4-1 1-16,4 5 0 15,-2 3-2-15,2 4 1 16,0 7 1-16,0 5-6 15,0 2 4-15,0 9-8 0,0 11 5 16,4 2 4-16,1 6 2 16,3-1-1-16,0 1 0 15,2-1 0-15,-1-2 0 16,0-3 1-16,1-1-1 0,3-2 0 16,0-2 1-16,-2-3-1 15,-2-2 0-15,1-5-27 16,-2-4-35-16,-3-3 1 15</inkml:trace>
  <inkml:trace contextRef="#ctx0" brushRef="#br0" timeOffset="11549.94">5311 12969 139 0,'0'0'33'0,"0"0"-14"0,0 0-15 0,32-48-11 15,7 28-32-15,8-7-43 16</inkml:trace>
  <inkml:trace contextRef="#ctx0" brushRef="#br0" timeOffset="12959.48">8096 12867 66 0,'0'0'36'0,"-1"0"-23"0,-1-1 0 0,-2-1 0 16,0-1-3-16,0-1 1 0,0 4 3 15,0-1-4-15,-2 1-6 16,1 0-5-16,-1 5 1 16,1 5-1-16,-2 3 1 15,3 4 1-15,2 0-1 16,2 2 0-16,0-1 1 0,6-2-2 16,4-2 1-16,3-3 0 15,3-5 1-15,1-3-1 16,1-3 1-16,-3 0 0 15,6-3 2-15,-4-10 1 16,2-4 13-16,-2-1-11 0,-1-4 0 16,-7-3 5-16,-2-2 0 15,-7 1 3-15,0 1-8 16,0 2 1-16,-12 2-5 16,-1 7-1-16,-5 5-1 15,-2 9-3-15,-6 0 0 0,3 11-7 16,0 9-6-16,4 2-10 15,2-1-31-15,9-4-24 16</inkml:trace>
  <inkml:trace contextRef="#ctx0" brushRef="#br0" timeOffset="13600.4">8354 12820 222 0,'0'0'3'0,"0"0"0"0,0 0 3 0,0 0 0 16,0 0-3-16,0 0-6 15,0 0 3-15,0 0-3 16,0 0 1-16,10 30 4 16,-10-9-1-16,0-1 0 15,4 0-1-15,1-3 1 0,3-4 0 16,4-2 0-16,-3-2-1 15,0-5 0-15,2-2-2 16,0-2-1-16,0 0 5 16,-2-5-1-16,2-5 1 15,0-2 0-15,-1-1 1 0,-1 0-2 16,-1 2 0-16,1 2-1 16,-2 2 0-16,0 4 0 15,1 3 0-15,2 0-2 16,-2 0-2-16,2 9 4 15,3-2-1-15,-2 1 1 0,2-1 1 16,1-2 0-16,-3-3-1 16,3-1 0-16,-5-1 3 15,1 0-1-15,2-7-1 16,-3-5 0-16,0-5 1 16,-1-3-2-16,2-4 1 0,-4-5 0 15,-2-1 0-15,1-1-1 16,-5 0 0-16,2 3 0 15,-2 6 0-15,0 4 1 16,0 5 0-16,0 6 10 16,0 6 0-16,-2 1-9 15,0 4-5-15,2 10 3 0,0 3-1 16,0 3 1-16,0 3 1 16,4 0-1-16,1-1 1 15,4 0 0-15,-1-2 0 16,1-1-1-16,1 3 1 15,-5-1-1-15,1 1-7 0,-4 0-30 16,-2-4-22-16,0-2-30 16</inkml:trace>
  <inkml:trace contextRef="#ctx0" brushRef="#br0" timeOffset="13757.91">8657 12893 223 0,'0'0'12'0,"0"0"7"0,-3-42-14 0,14 28 0 0,7-1-5 16,7-1 0-16,2 0-32 0,4 1-8 15,-2 1-25-15,-1 1-26 16</inkml:trace>
  <inkml:trace contextRef="#ctx0" brushRef="#br0" timeOffset="14234.21">8969 12737 82 0,'0'0'21'0,"0"0"-18"16,0 0 4-16,5 56 3 15,-4-32 0-15,-1 9-1 16,0-3-1-16,0 1-3 0,0 2-2 16,0-3 0-16,0-1-2 15,0-2 2-15,0 0-3 16,-4-4 2-16,-2-2 1 15,1-4-1-15,1-5-1 16,0-4-1-16,-1-8-8 0,3 0 3 16,-3-9-16-16,3-9-4 15,-1-6 10-15,3-4 12 16,0-2 2-16,0-4 0 16,7-2 1-16,1 2 10 15,1 2 3-15,3 1-5 16,-2 2 6-16,0 4-3 0,2 2 9 15,0 5-3-15,1 4-3 16,0 3-7-16,0 3-4 16,-2 6-2-16,1 2-1 15,-4 0 0-15,-1 2-4 0,-3 10-1 16,-2 4 6-16,-2 1-2 16,0 4 1-16,-2-2 1 15,-8 1 0-15,1-2-1 16,-3-4 0-16,1-1 3 15,1 0-1-15,5-3-1 16,0-3-1-16,2-3-15 0,3-4-48 16,1 0 1-16</inkml:trace>
  <inkml:trace contextRef="#ctx0" brushRef="#br0" timeOffset="14830.62">9202 12782 174 0,'0'0'15'0,"0"0"19"0,0 0-17 0,0 0-16 0,0 0-3 16,0 0 2-16,0 0-1 15,0 0 1-15,9 45 0 0,-5-32 0 16,-2-2 1-16,2-1-1 16,0-2 0-16,2-3 1 15,-1-1 0-15,1-2-1 16,1-2 1-16,2 0-2 15,-1 0 3-15,1-9 2 0,1-1-1 16,-3-4-1-16,1-3 0 16,1 3 2-16,-2 1 2 15,-4 0-4-15,3 2 0 16,-2 5 1-16,-2 2 0 16,1 4-2-16,3 0-1 0,-1 0-4 15,0 10 1-15,3 1 5 16,1 2-1-16,-3-1 0 15,4 0-1-15,-1-2 0 16,-2-1 2-16,4-2-2 16,-4-6 0-16,1 2 1 0,1-3-4 15,-1 0 5-15,2-10 0 16,-5-4 0-16,3-3-1 16,-2-3-1-16,2-7 0 15,-3 1 0-15,3-2 0 16,-1 0 0-16,2 2 0 0,-5 3 0 15,1 6 0-15,-1 3 0 16,-4 7 1-16,2 1-1 16,-2 6 0-16,0 0-9 15,0 9 6-15,0 5 1 16,0 7 2-16,0 5 1 0,1 1 0 16,6 1-1-16,-1 1 1 15,3 0-1-15,-3-3 1 16,4 1-1-16,-3-4-12 15,-1-5-33-15,-6-2-44 16</inkml:trace>
  <inkml:trace contextRef="#ctx0" brushRef="#br0" timeOffset="14974.6">9553 12732 257 0,'0'0'5'0,"18"-38"4"0,4 21-6 0,7-2-13 16,3-1-31-16,-1-1-63 16</inkml:trace>
  <inkml:trace contextRef="#ctx0" brushRef="#br0" timeOffset="15785.93">6895 12505 51 0,'0'0'0'0,"0"0"2"0,0 0 1 16,7 41-2-16,-7-14 1 15,0 9 2-15,-4 9 0 0,-3 9 3 16,-2 11 1-16,-5 12-1 16,-1 11 1-16,-1 12-3 15,-1 9 5-15,-2 13-1 16,4 12-2-16,2 10 3 15,6 7-4-15,0 7 0 0,2 8 3 16,1 13 0-16,-2 7 1 16,-3 11 10-16,-6 16 0 15,-4 10 0-15,-8 11-4 16,0 0 12-16,0-2-15 16,1-13-9-16,6-17 0 0,4-12-2 15,5-11-1-15,2-11 2 16,6-8 0-16,3 1 1 15,0-1-1-15,0-7-2 16,0-10 1-16,2-12-2 16,1-11 1-16,4-13-2 15,-3-17 1-15,1-16-11 0,3-20-10 16,0-16-7-16,0-23-13 16,-1-17-46-16,-3-33-47 15</inkml:trace>
  <inkml:trace contextRef="#ctx0" brushRef="#br0" timeOffset="16960.9">4209 13752 104 0,'0'1'5'0,"2"1"-5"0,2 0 1 0,3 0 0 16,-1 0-1-16,6-2 0 16,-1 0-1-16,5 0 1 15,6-13 2-15,5-3 8 16,8-7 5-16,11-6-6 15,6-8-6-15,10-9-2 0,3-8-16 16</inkml:trace>
  <inkml:trace contextRef="#ctx0" brushRef="#br0" timeOffset="17522.45">8104 13509 130 0,'0'0'3'0,"0"0"-2"0,0 0-2 16,0 0 6-16,36-6 5 16,-2-15 21-16,9-9-11 15,12-4-10-15,10-7-6 0,6-6-3 16,6-3-9-16,-4-5-76 16</inkml:trace>
  <inkml:trace contextRef="#ctx0" brushRef="#br0" timeOffset="18156.39">4376 14604 75 0,'0'0'4'0,"72"-54"12"16,-23 16-4-16,12-6-9 0,13-6-2 0,1-4-3 16,6-3-79-16</inkml:trace>
  <inkml:trace contextRef="#ctx0" brushRef="#br0" timeOffset="18605.21">8054 14479 142 0,'0'0'82'0,"0"0"-78"0,0 0 2 0,40-55-3 0,-1 19 0 15,9-4-1-15,8-5-2 16,1 1 1-16,3 3-20 16,-8 2-67-16</inkml:trace>
  <inkml:trace contextRef="#ctx0" brushRef="#br0" timeOffset="19074.36">4160 15959 212 0,'0'0'-19'0,"0"0"2"0,0 0 16 0,54 11 1 0,-21-13 1 15,14-15-3-15,8-12 3 16,15-12 4-16,8-13 0 15,7-10-65-15</inkml:trace>
  <inkml:trace contextRef="#ctx0" brushRef="#br0" timeOffset="19423.23">8052 15499 138 0,'42'-44'-25'15,"7"-12"21"-15,-2-2-76 0</inkml:trace>
  <inkml:trace contextRef="#ctx0" brushRef="#br0" timeOffset="20406.57">3199 13714 177 0,'0'0'-5'0,"0"0"-22"0,2 36 17 0,-2-16-14 0,0 4-2 16,0 0 0-16</inkml:trace>
  <inkml:trace contextRef="#ctx0" brushRef="#br0" timeOffset="20562.33">3315 13852 215 0,'0'0'-4'0,"0"0"-3"0,0 0-19 16,38-29-43-16</inkml:trace>
  <inkml:trace contextRef="#ctx0" brushRef="#br0" timeOffset="20726.2">3822 13722 179 0,'0'0'-8'15,"0"0"9"-15,52 7 0 0,-32-6-1 16,-1 1-34-16,0-2-65 16</inkml:trace>
  <inkml:trace contextRef="#ctx0" brushRef="#br0" timeOffset="20904.61">4759 13687 155 0,'0'0'-33'0,"61"9"35"16,-35-5-2-16,1-3 0 16,-3-1-89-16</inkml:trace>
  <inkml:trace contextRef="#ctx0" brushRef="#br0" timeOffset="21059.01">5491 13587 283 0,'0'0'-8'0,"0"0"3"15,41 10 5-15,-26-7-31 16,-1-3-86-16</inkml:trace>
  <inkml:trace contextRef="#ctx0" brushRef="#br0" timeOffset="22946.86">13003 13084 13 0,'7'-7'3'0,"-2"0"-2"0,-2 1-1 0,-3 1 2 15,0 2 0-15,0 0 2 16,0 3-2-16,-7 0-6 0,-1 0-19 15</inkml:trace>
  <inkml:trace contextRef="#ctx0" brushRef="#br0" timeOffset="23701.04">12974 13595 75 0,'0'0'4'0,"0"0"6"0,0 0 1 0,-2-42 1 16,2 32 2-16,2 0 4 15,-2 3 1-15,2 3 1 16,-2 0-10-16,0 2 3 15,0 2 3-15,0 0-11 0,0 7-8 16,0 9 3-16,0 5 0 16,0 6 1-16,4 4 1 15,2-1-1-15,0 0 0 16,5-1 1-16,-1-2-2 16,-1 1 1-16,1-3 1 0,0-1-2 15,-4 2 0-15,-1 1 0 16,-5-1-12-16,0-5-39 15,0-7-17-15</inkml:trace>
  <inkml:trace contextRef="#ctx0" brushRef="#br0" timeOffset="24286.7">12957 13641 100 0,'0'0'0'0,"0"0"8"16,-8-38-4-16,8 25-1 15,0 0-2-15,0 2 4 16,0 0 2-16,4-1 7 16,4 1 2-16,3 1-8 15,1 0 2-15,5 0-9 0,0 1 0 16,2 2 0-16,1 3 0 15,1 1 1-15,0 3-2 16,-4 0 1-16,3 0-2 16,-5 6 2-16,-1 5-1 0,-3 2 0 15,-3 1 0-15,-1 5 0 16,-4 1 0-16,-3-2 0 16,0 3 0-16,-10-1-1 15,-3 0-1-15,-5-1 4 16,1-1-2-16,-6 0 1 0,3-3 0 15,-2-1 0-15,-1-1 0 16,5-3-1-16,1-3 0 16,5-3 0-16,2-4 0 15,7 0 1-15,1 0 3 16,2 0 4-16,2-4-7 16,9-3 0-16,3-2-2 0,-1 2 1 15,5 1 1-15,-2 2-1 16,1 3 0-16,1 1 0 15,1 0 0-15,0 3 0 16,1 5 0-16,0 2 0 16,1 0 0-16,-3 1 0 0,0-1 1 15,-1 2-1-15,-1-1 0 16,-1 0 0-16,2-2-4 16,-2-3-26-16,3-4-21 15</inkml:trace>
  <inkml:trace contextRef="#ctx0" brushRef="#br0" timeOffset="24579.11">13554 13574 87 0,'0'0'48'0,"0"0"-21"0,0 0-24 0,0 0-11 0,0 0 4 15,0 0 4-15,0 0 0 16,9 44 1-16,-2-28-1 16,3 0 0-16,-3-1 1 15,3 0-1-15,-2 1 2 16,-3-1-2-16,-1-2-12 0,-2-2-25 15,-2-1-38-15</inkml:trace>
  <inkml:trace contextRef="#ctx0" brushRef="#br0" timeOffset="25017.53">13565 13547 49 0,'0'0'4'15,"0"0"15"-15,40-19-8 16,-25 17-7-16,3 2-1 16,1 6 3-16,1 8 5 0,2 3-1 15,0 0-5-15,2 3-1 16,1-2-2-16,-3 0 0 15,2-3-2-15,-3-1 2 16,-3 0-1-16,-1-4 0 16,-2-2-1-16,-2-3 0 0,-2 0 1 15,-2-3-1-15,-4-2 2 16,-1 0 8-16,-2 0 26 16,-2-4 10-16,0-5-21 15,0-5-14-15,-3 0 0 16,-3-6-5-16,-4-3-2 0,1-1 1 15,-1-3-3-15,1 1-1 16,0 1-1-16,2 2 0 16,0 6 0-16,2 3-1 15,2 4-8-15,-3 4-21 16,2 1-32-16,1 2-59 16</inkml:trace>
  <inkml:trace contextRef="#ctx0" brushRef="#br0" timeOffset="25316.38">14007 13434 57 0,'0'0'45'0,"0"0"-38"0,0 0-4 0,0 0-3 0,0 0 1 16,0 0 0-16,13 45 0 15,-10-24 1-15,2 1 0 0,-1 1 0 16,0 0-1-16,-3-2-1 16,3-1 1-16,-2-2 0 15,0-2 0-15,-2-1-2 16,0-2-11-16,0-4-37 15</inkml:trace>
  <inkml:trace contextRef="#ctx0" brushRef="#br0" timeOffset="25741.33">14049 13451 74 0,'0'0'3'0,"0"0"7"15,0 0-8-15,0 0-1 0,0 0 0 16,46-9 0-16,-33 20-1 16,1 4 2-16,1 2 0 15,1 3 1-15,1 1-2 16,-1-1 1-16,0-1-1 0,0-2 0 15,-1-3-1 1,1-3 2-16,-1-2 1 0,1-4 3 16,-3-3 6-16,1-1 6 15,-3-1 0-15,-2 0 6 16,0-3 0-16,-3-7 0 16,-1-1 7-16,-3-5-9 0,-2-2-7 15,0-5-3-15,0 0-6 16,-2-1-4-16,-3 3-1 15,1 1-3-15,-5 3-5 16,2 8-19-16,-4 4-19 16,-5 5-34-16,-1 0-20 0</inkml:trace>
  <inkml:trace contextRef="#ctx0" brushRef="#br0" timeOffset="26278.86">13268 14171 37 0,'0'0'17'0,"0"0"12"0,0 0-23 0,0 0 0 15,39-6 3-15,-12-1-1 16,5 0-1-16,6-3-2 16,5-1-1-16,3-1 1 15,2 1 0-15,7-3 4 16,-2-2 10-16,7 2 2 0,3-2-2 16,0-2-4-16,4-1-8 15,-1 1-3-15,-2-2-2 16,-5 3-1-16,-2-1 0 15,-5 2-1-15,-6 2 2 16,-7 2 0-16,-4 4-1 0,-6 1 0 16,-2 5-2-16,-10 2 0 15,-5 0-1-15,-9 5-28 16,-3 7-10-16,-10 1-2 16,-10 3-51-16</inkml:trace>
  <inkml:trace contextRef="#ctx0" brushRef="#br0" timeOffset="26739.6">13457 14354 59 0,'0'0'5'0,"40"-17"25"0,-15 6-5 0,4-1-3 0,4-2-12 15,5 1-1-15,4-1-4 16,1 1-4-16,2 1 1 15,2 0 1-15,1-1 1 16,2-1 3-16,-2 3-1 16,1 1-2-16,0-1 0 15,-4 2-2-15,-1-1 2 0,-6 0 2 16,-3 3-1-16,-3 0 4 16,-7 1 1-16,-2 1 0 15,-3 0-3-15,-5 5-2 16,-4-3-2-16,-2 3-2 15,-2 0 0-15,-3 0 1 0,-1 0-1 16,-1 0-4-16,2 1 0 16,-4 1-28-16,0-2-57 15</inkml:trace>
  <inkml:trace contextRef="#ctx0" brushRef="#br0" timeOffset="29600.58">3911 13820 33 0,'1'1'14'0,"1"1"-12"0,2 1 1 15,-2 1 3-15,3-1 2 16,0 1 1-16,1-1 2 16,1 0-2-16,-1-1 0 15,4-2 2-15,1 0 0 0,0 0-2 16,4 0 2-16,3-8 0 16,2-3-2-16,5-4-2 15,2-3-2-15,5-6-1 16,3-2 0-16,5-3-3 15,3-3 0-15,6-2 1 0,4-3-2 16,3-5-4-16,0-5-61 16</inkml:trace>
  <inkml:trace contextRef="#ctx0" brushRef="#br0" timeOffset="30676.24">8185 13579 24 0,'11'-9'32'0,"5"-4"-11"0,-1-1-4 0,3-3-5 0,5 0-5 15,-3-3-1-15,4-1-1 16,3-1-1-16,0 0 1 15,2-2-1-15,3-1 0 16,1 1 2-16,2 0-1 16,1-3-2-16,2-1 1 15,1-1-2-15,-3-2-1 0,3 3-1 16,-5-2 1-16,1 4-1 16,-3 4 0-16,-4 6-3 15,-5 6-15-15,-9 5-23 16</inkml:trace>
  <inkml:trace contextRef="#ctx0" brushRef="#br0" timeOffset="34697.44">19868 10440 53 0,'-6'0'21'0,"1"0"-3"0,-2 0 1 16,1 0-3-16,2 0 1 16,0 0-8-16,1 0 4 15,0 0 8-15,2-3-3 16,0 0-6-16,1 0-3 15,0 0-3-15,0-1 1 0,0 1-4 16,3-1-4-16,4 0 0 16,4 1 4-16,2 0-4 15,4-1 2-15,-2 1-1 16,4 0 1-16,-2 3-1 16,3 0 0-16,-6 0 1 0,2 0-1 15,-3 0 0-15,-2 3 0 16,-1 4-1-16,-3-1 1 15,0 4-1-15,-2-3 1 16,-4 0-1-16,-1 2-1 16,0-1 2-16,-1 1 2 0,-8-1-2 15,-3 2 1-15,-3-1-1 16,-1 0 2-16,-2 0-3 16,1 1 4-16,-1-3-1 15,5-1-2-15,6 0 0 16,-1-2-12-16,7-3-49 15,1-1-29-15</inkml:trace>
  <inkml:trace contextRef="#ctx0" brushRef="#br0" timeOffset="35245.15">20160 10325 91 0,'0'0'8'0,"0"0"2"0,0 0 1 16,0 0-2-16,0 0 6 16,0 0-4-16,0 0-1 15,0 0-5-15,0 0-5 16,0 0 2-16,-45-6-3 0,33 12 2 15,2 0 0-15,-2 2 0 16,4-1 0-16,-3 2 0 16,2 1 0-16,2-1 0 15,0 0 0-15,1 1 0 16,-1 1-1-16,3 1 2 0,1-2 1 16,3 1 0-16,0-1 1 15,0 0 2-15,0-3-5 16,0 0 1-16,1 0 2 15,3-1 1-15,3-2 0 16,-4 1 2-16,2-2-2 0,0-1 2 16,0 0-1-16,0-1 1 15,3-1 0-15,-1 0 0 16,0 0-2-16,1 0 3 16,0 0-3-16,2-2-1 15,-3-1 1-15,0 0-3 0,1 0-1 16,-3 1 1-16,0 1-2 15,-3 1 0-15,0 0 0 16,0 0 0-16,-2 0-2 16,0 0-23-16,0 0-26 0,0 0-44 15</inkml:trace>
  <inkml:trace contextRef="#ctx0" brushRef="#br0" timeOffset="35777.49">20273 10488 79 0,'0'0'15'0,"0"0"1"0,0 0-6 16,0 0 4-16,0 0 4 0,0 0-3 16,0 0 5-16,0 0-6 15,0 0-10-15,0 0-4 16,0 0 0-16,0 0 1 15,-4 30 1-15,4-14 0 16,-1 2 2-16,1 1-2 0,-1-1 0 16,1 0 1-16,0-1-2 15,0-1 0-15,0 1 1 16,0-1-1-16,0-6-9 16,6-7-68-16</inkml:trace>
  <inkml:trace contextRef="#ctx0" brushRef="#br0" timeOffset="36200.83">20842 10305 112 0,'0'0'12'0,"0"0"14"16,0 0-5-16,0 0-7 16,42-13-1-16,-28 10-3 15,-1 3-4-15,1 0-1 0,-1 0-1 16,0 0-3-16,1 3 0 15,-3 4-1-15,-1 0 0 16,-2 3 0-16,-3 0 1 16,-2 0-2-16,-3 2 2 15,0-2-1-15,-3 2 1 0,-7-2 0 16,-3 0 2-16,2 0 0 16,-3 0 1-16,1-3-2 15,3 0-1-15,2-3 0 16,4-3-5-16,2-1-43 15,2 0-25-15</inkml:trace>
  <inkml:trace contextRef="#ctx0" brushRef="#br0" timeOffset="36460.81">21057 10264 147 0,'0'0'0'15,"0"0"25"-15,0 0 1 16,0 0-24-16,0 0 1 16,0 0-8-16,-36 11 9 0,22 3-4 15,3 0 0-15,3 2 2 16,2-2-1-16,1 2 3 16,5-3 0-16,0 1 0 15,0-3-4-15,10 1 2 16,2-1 1-16,2-4-2 0,3 0-3 15,3-1-28-15,0-6-39 16</inkml:trace>
  <inkml:trace contextRef="#ctx0" brushRef="#br0" timeOffset="36817.8">21202 10404 149 0,'0'0'16'16,"0"0"36"-16,0 0-27 15,0 0-6-15,0 0-10 16,0 0-4-16,0 0-3 0,31-37-1 16,-25 37-1-16,0 0 0 15,0 0 0-15,0 0-2 16,-3 6 2-16,2 1-1 16,-1 5 0-16,-4 0-1 15,0 3-1-15,0-1-1 16,0 0 0-16,-5 0 4 15,-2-1-4-15,1-3 4 0,0-2 1 16,0-1-1-16,2-2 1 16,1-2 2-16,0-2-1 15,3-1 0-15,0 0 8 16,0 0-3-16,0 0 0 16,10 0-3-16,3-3-4 0,6-3 1 15,3 0-5-15,3-2-30 16,3-1-30-16,4-4-52 15</inkml:trace>
  <inkml:trace contextRef="#ctx0" brushRef="#br0" timeOffset="37407.71">21775 10249 35 0,'0'0'10'0,"0"0"4"0,0 0-1 0,0 0-7 0,0 0 1 15,50-29 3-15,-34 26 2 16,1-1 1-16,1 2-3 15,-1 2 0-15,1 0-3 0,-5 2-4 16,0 6-2-16,-3 2 0 16,-4 3-1-16,-2 0-1 15,-2-1 2-15,-2 0 1 16,0-1-1-16,0-1 2 16,-2-4-1-16,-3 2-1 0,0-1 3 15,0-4 1-15,-2 0-2 16,3-1 1-16,1-1 1 15,-1-1-3-15,3 0 2 16,1 0 6-16,0-3 3 16,0-5-3-16,0-2-6 15,0-3 2-15,3-1 2 0,1-2-4 16,-3-1 1-16,1 1-1 16,-2 2-3-16,0 0 0 15,0 4 3-15,0 3 5 16,0 4 2-16,0 2-5 0,0 1-2 15,0 0-6-15,2 1 0 16,1 6 0-16,3 4 2 16,1 2 0-16,2 0 0 15,4 2 0-15,-2-1-1 16,4-1-14-16,2-1-17 16,1-5-25-16,1-1-12 15</inkml:trace>
  <inkml:trace contextRef="#ctx0" brushRef="#br0" timeOffset="37834.94">22193 10302 153 0,'0'0'13'0,"0"0"31"0,0 0-13 0,0 0-13 16,0 0-9-16,0 0-5 15,0 0-4-15,0 0 2 16,0 0-2-16,39-16-2 0,-29 16 4 15,7 0-2-15,-2 1 0 16,-1 4 0-16,1 2-2 16,-3 0 1-16,-5 2 0 15,-1-1-1-15,-6 2 0 16,0 0-2-16,0 0-3 0,-8-1 5 16,-1 1 3-16,-1-3 0 15,0 0 1-15,3-3-2 16,3-1 2-16,0 1-2 15,3-1 2-15,1-3-1 16,0 3-1-16,5-1 0 16,5 1 2-16,4 1-1 0,3 1 0 15,2-1 0-15,-2 3 0 16,-2-1-1-16,-3 0 0 16,-4 2 0-16,-3 1 0 15,-5-1 0-15,0 1-2 0,-12 0-2 16,-9 0 0-16,-5 1-14 15,-5-4-49-15,-1-2-53 16</inkml:trace>
  <inkml:trace contextRef="#ctx0" brushRef="#br0" timeOffset="38787.69">23284 9911 90 0,'0'0'20'0,"0"0"-3"0,0 0 1 0,0 0-6 15,0 0-1-15,0 0-2 16,0 0-9-16,0 0-1 16,0 0 1-16,0 0 0 0,0 0 0 15,0 0 0-15,-4 40 0 16,6-30 1-16,7 0 0 16,2-1 1-16,1-4 2 15,2-2 1-15,1-3 2 16,1 0-2-16,1 0-1 15,0 0 0-15,-2-5-2 0,1-3 0 16,-3 0 1-16,-1-2 2 16,-2 0-1-16,-6-1-1 15,0 1 0-15,-1 1 0 16,-3 0-2-16,0 4 0 16,0-1 0-16,0 3 0 0,0 2 1 15,0 1-3-15,0 0 1 16,0 1-1-16,0 7 0 15,0 0 1-15,0 5-1 16,0-2 2-16,0 3-2 16,5 2 1-16,2 1 0 0,-1-1 0 15,1 1 1-15,-3 0-2 16,-1-2 2-16,1 0 0 16,-4-1-1-16,0-3 0 15,0-1 0-15,-6-1 0 16,-3-4-3-16,-2 0 4 0,-2-3 0 15,3-2 2-15,-2 0 0 16,2 0 2-16,2-2 3 16,3-3 5-16,3-2 0 15,2 0-9-15,0 0 3 16,6 0-6-16,5 1 0 0,6-1-5 16,1 0-32-16,1 1-51 15</inkml:trace>
  <inkml:trace contextRef="#ctx0" brushRef="#br0" timeOffset="38973.76">23712 10032 223 0,'0'0'33'0,"0"0"-27"0,0 0-3 0,0 0-2 0,0 0-1 16,40 37 0-16,-31-16 1 15,-6 7-1-15,-2 4 0 16,-1-1-36-16,-1-1-84 16</inkml:trace>
  <inkml:trace contextRef="#ctx0" brushRef="#br0" timeOffset="40076.86">19286 10989 44 0,'0'0'4'0,"0"0"9"0,0 0 4 0,0 0-4 16,0 0-4-16,0 0 0 0,0 0-1 15,0 0 1-15,0 0 6 16,0 0-6-16,0 0-5 16,48 26 2-16,-18-26-5 15,6 0 1-15,5 0 0 16,8 0-2-16,9-7 0 0,7-2 0 15,8-2 0-15,7-3 1 16,9-2-1-16,6 1 0 16,1-4 9-16,9-1 7 15,9-4 4-15,9 4-4 16,5-4-4-16,10 0-2 0,6 3-7 16,5-2-1-16,7 2-2 15,-2-1 1-15,1 1-1 16,6 0 0-16,-1 1 0 15,1-1 0-15,0-1 1 16,-3 1-1-16,3-2 0 0,-5 2 2 16,-6 0 4-16,-10 2-3 15,-8 3-1-15,-8 2-2 16,-11 1 1-16,-11 2-1 16,-11 1 0-16,-9 3 0 15,-11 0 0-15,-11 3-4 16,-13-1-9-16,-11 3-9 0,-15-1-14 15,-12-3-27-15</inkml:trace>
  <inkml:trace contextRef="#ctx0" brushRef="#br0" timeOffset="40952.86">22536 9447 41 0,'0'0'1'0,"0"0"1"0,0 0 0 15,0 0 0-15,0 37 0 16,2-26 0-16,1 2 0 16,1 3 4-16,1-1 6 0,1 1-1 15,1 1-3-15,0 0 1 16,1 4-1-16,4 2-2 16,-2 4-1-16,3 0-3 15,0 7-1-15,0 3 0 16,1 0-1-16,-3 6 0 0,0-1 0 15,2 4 0-15,-2 2 0 16,3 0 0-16,-1 6 1 16,3 2 1-16,0 1 7 15,1 2 1-15,1 1-7 16,0 7-1-16,1-2 0 16,2 6 0-16,-4-1-1 0,2 5 1 15,2 2 0-15,0 2 2 16,0 3 4-16,3 2-1 15,-1 3-1-15,1 2-4 16,0-1-2-16,-1 1 1 0,1 1-1 16,0 0 0-16,-1-2 0 15,-2-5 0-15,1 0 1 16,-4-1-1-16,1-4 1 16,0-5 0-16,-5-2-1 15,1 0 1-15,-2-4-1 16,0-5 0-16,-3-4-17 0,0-6-29 15,0-10-33-15</inkml:trace>
  <inkml:trace contextRef="#ctx0" brushRef="#br0" timeOffset="42765.93">18544 11437 126 0,'0'0'-38'0,"0"0"41"0,0 0-4 15,0 0-5-15,0 0 4 16,-38 0 1-16,30 3 2 0,3-2 0 16,3 2-1-16,-1 0 1 15,-1-1 1-15,4 0-2 16,0 2 0-16,0-1-1 15,0-1-10-15,0-1-5 16,0 0 11-16,0 1 5 0,0-2 4 16,0 0 9-16,0 0 6 15,0 0 5-15,0 0 13 16,0 0 9-16,0 0-11 16,0 0-12-16,0 0-13 15,0 1-9-15,0 2-2 0,0 4 1 16,1 2-2-16,2 1 2 15,0 7 2-15,-1-2-2 16,-2 3 1-16,2 2-1 16,0-2 0-16,1 0-1 15,-1-1-13-15,0-1-19 0,0-5-18 16,-2-5-46-16</inkml:trace>
  <inkml:trace contextRef="#ctx0" brushRef="#br0" timeOffset="43481.23">18513 11281 73 0,'0'0'6'0,"0"0"1"0,0 0 2 0,-38-6-5 16,28 6-3-16,2 0 0 16,1 0 2-16,-1 1 4 15,1 2 1-15,-2 3-2 16,2 1-3-16,-1 0-3 15,-1 5 1-15,1 0 0 0,-2 1-1 16,0 3 0-16,1 2 0 16,-2-1 0-16,2 4 2 15,1 1-2-15,-2 1 1 16,2 2-1-16,3 1 0 16,-2 2 1-16,3-1-1 15,1 0 2-15,3 1-1 0,0-2 1 16,0-2 0-16,6-1 3 15,4-1-1-15,3-2 5 16,4-2-2-16,2 0-1 16,0-4 0-16,5 1-2 0,1-2-1 15,-2-2-1-15,3-3 0 16,1-1 0-16,0-3 7 16,0-2 7-16,2-2 0 15,-2 0-3-15,0-6-4 16,-2-2-6-16,0-2-1 0,-2-2 0 15,-1-5 1-15,0-3-3 16,-4-4 1-16,-4-4 1 16,1-4 0-16,-4-1-1 15,-4-2 1-15,0 0-2 16,-7 2 3-16,0 2-2 0,0 0 4 16,-12 2 0-16,0 2 4 15,-4 2 1-15,0 2-6 16,-3 3-3-16,-1 6-3 15,0 1 1-15,-2 8-1 16,0 5-10-16,-4 0-26 16,1 5-65-16</inkml:trace>
  <inkml:trace contextRef="#ctx0" brushRef="#br0" timeOffset="44133.15">19829 11433 114 0,'0'0'11'0,"0"0"-10"0,0 0 0 0,0 0 0 0,0 0-1 16,0 0 0-16,0 0 1 16,0 0 0-16,11 38 2 15,-8-31-1-15,0-4 1 16,3 3 1-16,0-4 1 16,3 0 0-16,3-2 1 0,-3 0 1 15,4-3 1-15,2-7-2 16,-1-1 7-16,4-5 9 15,-5 0 1-15,3-5-7 16,-1-2-5-16,1-1-5 16,1-1 1-16,4-1-6 0,-2-1-1 15,2 0-25-15,-2 0-80 16</inkml:trace>
  <inkml:trace contextRef="#ctx0" brushRef="#br0" timeOffset="44659.74">21034 11242 92 0,'0'0'7'0,"0"0"3"0,0 0-4 16,0 0 2-16,0 0-5 16,-37 12-1-16,36-8 0 15,1 3 0-15,-2 0 2 16,2 0 0-16,0 0 1 0,0-1-1 16,5-2 5-16,3-1 1 15,-1-1 2-15,4-2 6 16,0 0 6-16,4-5 3 15,-1-5-11-15,1-2-6 16,0-4-1-16,2-1 5 0,1-2-3 16,0-2-1-16,-2 1-5 15,6-1-4-15,-3 1-1 16,4 0-3-16,-2 2-25 16,1 1-35-16,-4 1-84 15</inkml:trace>
  <inkml:trace contextRef="#ctx0" brushRef="#br0" timeOffset="45080.59">22101 11125 112 0,'0'0'1'0,"0"0"0"0,0 0-1 0,0 0 1 0,0 0 5 16,0 0 6-16,0 0 17 15,0 0 15-15,0 0 7 0,0 0-11 16,-5 11-28-16,19-24-4 16,6-4-2-16,7-1-3 15,0-2 1-15,8 0-4 16,1-2 0-16,4-2-19 15,0-4-50-15,1-3-126 0</inkml:trace>
  <inkml:trace contextRef="#ctx0" brushRef="#br0" timeOffset="45962.97">23291 10926 52 0,'0'0'10'0,"0"0"15"0,0 0-2 0,0 0-12 16,0 0-6-16,0 0-4 0,0 0-1 16,0 0 0-16,0 0 1 15,0 0-2-15,0 0 1 16,6 7 0-16,-5-3 0 15,0 0 1-15,0-1 0 16,0 3 0-16,0-2 1 0,2 3-2 16,-1-3 2-16,-1 2-1 15,1-2 2-15,0 1 0 16,1-2 2-16,0-1 0 16,0 0 3-16,0-1 3 15,1-1-1-15,0 0 6 0,1 0 1 16,-1 0 1-16,2-7-1 15,1 0-6-15,1-2 1 16,1-2-1-16,-1-2-1 16,4-2-3-16,0 1 0 15,1-2 0-15,1-4-2 0,1 4-2 16,2-2 0-16,1-1-3 16,1 2 0-16,0 0 1 15,-1 3-2-15,1 2-3 16,-6 3-8-16,2 3-7 15,-5 4-4-15,-4 2-17 0,-2 0-49 16</inkml:trace>
  <inkml:trace contextRef="#ctx0" brushRef="#br0" timeOffset="47997.84">18822 12380 71 0,'-1'2'59'0,"-3"-2"-53"0,2 0 11 15,2 0-9-15,0 0 5 16,0 0-8-16,0-4 2 0,0 2-2 16,0-1 10-16,1-1-5 15,5 1-3-15,2 1-5 16,2 0-1-16,-2 2-1 16,4 0 0-16,-5 0 0 15,1 0 0-15,-3 7-2 0,-2 2 0 16,-1 3 1-16,-2 1 1 15,0 4 0-15,-1 0 1 16,-6 3-1-16,-3-2 0 16,-1 0 1-16,1-1-1 15,-1-2 1-15,-1-4-1 0,5-3 1 16,2 0-1-16,3-4 0 16,2-1 0-16,0-3 0 15,0 0-1-15,0 0 0 16,6 0 7-16,3 0 5 15,5-4 2-15,3-4-8 0,3 2-4 16,1-2-1-16,3 1-2 16,-2-2-20-16,-1-2-50 15,-4-3-52-15</inkml:trace>
  <inkml:trace contextRef="#ctx0" brushRef="#br0" timeOffset="48523.7">18961 12255 91 0,'0'0'-45'0,"-36"-16"50"0,15 12 1 0,1 1-5 16,0 3 3-16,-4 0 17 15,-1 0-1-15,4 0-6 16,-4 4 1-16,1 4-5 15,2 3-3-15,-2 5-4 0,-1 3-2 16,-1 3-1-16,0 6 1 16,2 3-1-16,-3 2 0 15,3 1 1-15,4 2 1 16,6-1 2-16,5-3 2 0,3 0 0 16,6-1 0-16,0-1 1 15,10-3-3-15,7 0-3 16,4-4 0-16,6-5 5 15,2-5-6-15,3-5 3 16,5-5 0-16,-1-3 6 0,2-3-3 16,2-10 1-16,1-2-2 15,1-2-1-15,-3-5 3 16,0 0 3-16,-6-3 0 16,-1-2 0-16,-9-3 1 15,-3-2 3-15,-7 0-4 16,-6-4-2-16,-5-2-3 0,-2 1-1 15,-7 3-1-15,-6 0 0 16,-11 3-3-16,-3 5-3 16,-4 6 1-16,-1 8-2 15,-8 7-9-15,2 5-5 16,-2 7-5-16,4 9-13 16,3-2-45-16</inkml:trace>
  <inkml:trace contextRef="#ctx0" brushRef="#br0" timeOffset="49001.53">19961 12265 206 0,'0'0'-7'0,"0"0"9"0,0 0-1 0,0 0 1 16,-38 31-2-16,36-24 2 16,2-1-2-16,0-3 0 0,0-3 2 15,0 0 6-15,7 0 12 16,8-3-1-16,3-10-5 15,5-4-6-15,6-7-5 16,5-3-1-16,5-4-2 16,2-2 0-16,1-4-14 15,1-3-29-15,1-3-63 0</inkml:trace>
  <inkml:trace contextRef="#ctx0" brushRef="#br0" timeOffset="49441.52">21271 12107 152 0,'0'0'6'0,"0"0"37"0,0 0 8 15,0 0-29-15,0 0-10 16,1-38 0-16,16 22-4 0,7-2-6 16,6-5-1-16,7 2 0 15,6-2-1-15,1 2-1 16,3-5-28-16,-1-1-72 15</inkml:trace>
  <inkml:trace contextRef="#ctx0" brushRef="#br0" timeOffset="49869.08">22399 11887 120 0,'0'0'20'0,"0"0"19"0,0 0-5 0,0 0-24 0,0 0-10 0,0 0 3 16,27-37-1-16,-10 24 4 15,2-4 7-15,8 0-1 16,4-7-7-16,3 2-4 16,8-6-1-16,1-3-30 15,4-3-73-15</inkml:trace>
  <inkml:trace contextRef="#ctx0" brushRef="#br0" timeOffset="50303.76">23472 11667 114 0,'0'0'24'0,"0"0"18"0,0 0-4 16,0 0-9-16,21-41-6 15,-6 29-5-15,5-3-4 16,5-1-6-16,7 1-5 0,3 0-1 16,3-2-2-16,3 3-16 15,-6-3-45-15,-7-1-118 16</inkml:trace>
  <inkml:trace contextRef="#ctx0" brushRef="#br0" timeOffset="51157.68">19187 13246 192 0,'0'0'1'0,"0"0"1"16,0 0-2-16,46-28 0 15,-33 25-2-15,-4 3 1 0,1 0-2 16,-6 4-7-16,0 6 3 15,-4 2 6-15,0 1 1 16,-4 2 0-16,-3 1 2 16,-2-1-1-16,2-3 1 15,3-1 5-15,2 0-1 0,2-2 0 16,0-2 0-16,1-3-1 16,8 3 1-16,3 0 1 15,1-2 0-15,0-1-2 16,-1 2-5-16,-4-2 1 15,-1 0-1-15,-4 2 2 0,-3 0-2 16,0-1 1-16,-11 2 1 16,-4 0 0-16,-4 1-3 15,-5 1 3-15,1 0-2 16,1 0-2-16,0-2-17 0,3-3-22 16,4-4-25-1</inkml:trace>
  <inkml:trace contextRef="#ctx0" brushRef="#br0" timeOffset="51620.04">19235 13012 109 0,'0'0'-8'0,"-45"-7"21"16,18 7 10-16,3 0-2 0,-5 3-6 15,-3 7 1-15,2 5 0 16,-2 6-4-16,-4 8-3 16,3 4-6-16,1 6-1 15,3 4 2-15,5 5 0 16,3-1-1-16,6 3-1 0,8 2-1 16,3-2 1-16,4 1-1 15,6-4-1-15,10-3 0 16,7-6-1-16,5-6 2 15,2-9-2-15,6-3 3 16,0-11-3-16,4-3 3 0,-1-6 0 16,4-2 4-16,-3-14 1 15,2-6 3-15,-1-6 0 16,-3-8 3-16,-5-6-1 16,-5-5 0-16,-3-3-3 15,-8-1-5-15,-6-2-3 0,-8 3 1 16,-3 1-2-16,-2 5 1 15,-12 6-3-15,-2 9-4 16,-6 12-8-16,1 14-6 16,-4 3 1-16,1 16-44 15,0 4-58-15</inkml:trace>
  <inkml:trace contextRef="#ctx0" brushRef="#br0" timeOffset="51933.71">19990 13225 159 0,'0'0'0'0,"0"0"7"0,0 0 9 0,-20 40-7 16,20-33-4-16,0-4-2 15,0-3 0-15,8 0 22 0,7-13 17 16,11-10-13-16,8-12-17 16,13-11-9-16,11-5-1 15,7-9-4-15,2-5-45 16,0-2-129-16</inkml:trace>
  <inkml:trace contextRef="#ctx0" brushRef="#br0" timeOffset="52253.51">21637 12955 196 0,'0'0'2'0,"0"0"32"16,0 0 5-16,0 0-11 15,0 0-14-15,0 0 3 0,-32-48-11 16,45 29-3-16,6-3-2 16,7-4 0-16,7-5-8 15,7-3-28-15,-3-6-46 16</inkml:trace>
  <inkml:trace contextRef="#ctx0" brushRef="#br0" timeOffset="52566.85">22845 12797 234 0,'0'0'14'16,"0"0"22"-16,0 0-15 0,0 0-18 16,0 0 2-16,41-56-1 15,-11 30-3-15,6-5-3 16,6-6-45-16,0-9-102 15</inkml:trace>
  <inkml:trace contextRef="#ctx0" brushRef="#br0" timeOffset="52986.47">23740 12340 188 0,'0'0'2'0,"0"0"10"15,0 0-9-15,0 0-5 0,0 0 3 16,-21 39-1-16,20-21 1 16,1 0 0-16,-2 1 2 15,2-5 3-15,0 0 3 16,0-5 2-16,2-5-2 16,3-3 8-16,6-1 7 15,5-7 11-15,9-14-15 0,4-5-8 16,10-9-9-16,7-6 1 15,5-5-3-15,4-2-1 16,1-3-6-16,0 0-24 16,-4-2-38-16,-10-1-119 15</inkml:trace>
  <inkml:trace contextRef="#ctx0" brushRef="#br0" timeOffset="56274.62">23211 10997 56 0,'1'-1'3'0,"2"-3"-2"0,-1 1 5 0,3 1-6 15,-3 0 0-15,0 0 0 16,0 0 1-16,-1 2-1 15,0 0 0-15,-1 0 0 16,0 0 2-16,0 0-1 16,0 0 0-16,0 0-3 15,0 0 2-15,0 0 1 0,0 0 0 16,0 0-1-16,0 0-1 16,0 0 2-16,0 0 0 15,0 0 3-15,1 0 6 16,0 0-4-16,3 0-2 15,-4 0-3-15,2 0 1 0,-2 0-2 16,0 0 0-16,0 0 3 16,0 0 3-16,0 0 0 15,0 0-3-15,0 0-5 16,0 0-3-16,0 0-5 0,0 0-12 16</inkml:trace>
  <inkml:trace contextRef="#ctx0" brushRef="#br0" timeOffset="57869.54">4012 13756 49 0,'0'0'17'0,"0"0"1"0,0 0 0 16,0 0-5-16,0 0-2 0,0 0 0 16,0 0-1-16,0 0-3 15,0 0 0-15,0 0 3 16,0 0-2-16,-20-10-2 16,20 10-6-16,0 0 0 15,0 5 2-15,0 3-2 0,0 1 0 16,0 2 1-16,0 0-1 15,0 1 1-15,3-3-1 16,1 1 0-16,2-4 0 16,-3 3 1-16,6-5-1 15,-2 0-1-15,1-3 0 16,1-1 0-16,3 0 2 0,1 0 1 16,3-9 1-16,-1-4 0 15,5-3-1-15,5-2-4 16,-1-6 4-16,5 0-1 15,2-2-1-15,3-2 1 0,2 1-1 16,-2-3 0-16,2 4 0 16,-1-1 0-16,-4 3-1 15,-4 1 2-15,-2 5-1 16,-5 2 0-16,-4 2 0 16,-4 4 0-16,-2 2 1 0,-6 3-2 15,1 1 2-15,-5 1 2 16,0 3 15-16,0 0 5 15,0 0-12-15,0 0-9 16,0 0-2-16,0 3 0 16,0 4-9-16,0-1-29 0,-2-6-56 15</inkml:trace>
  <inkml:trace contextRef="#ctx0" brushRef="#br0" timeOffset="58985.82">8065 13736 9 0,'0'-4'45'0,"-1"-2"-38"0,1-1 2 0,0 0-5 0,0-1-3 16,0-1-1-16,0-1-3 15,0 2-3-15,0-1-1 16,0-1 6-16,0 0 2 15,0 3 3-15,-2 0 6 0,0 1 8 16,0 3 2-16,-2-1-3 16,2 1-4-16,2 3 1 15,-1-2-6-15,1 2-4 16,0 0-6-16,0 0-2 16,0 5 3-16,1 4-2 0,2 1 0 15,2 1 6-15,-1 2-5 16,-1-2 5-16,3-2-2 15,0 1-1-15,4-3 1 16,-1-3 0-16,0 0 0 16,4-2 0-16,-2-2 1 15,5 0-2-15,-2-6 1 0,6-4 0 16,-1-6 2-16,4-1-2 16,2-5 0-16,4-2 1 15,-2-3 1-15,4-2 4 16,0 1 1-16,1-2 3 15,1 2-2-15,-4 2 0 0,-2 5-3 16,-5 2-1-16,-2 4 0 16,-2 2-2-16,-7 6 0 15,-2 0-2-15,-2 3 0 16,-3 2-1-16,-1 1 2 16,-3 1-2-16,0 0 1 0,0 0-1 15,0 0-1-15,0 0 4 16,0 0-4-16,0 0 1 15,0 0 1-15,2 2-7 16,2 3-15-16,-1-1-20 16,1-3-2-16,0-1-30 0</inkml:trace>
  <inkml:trace contextRef="#ctx0" brushRef="#br0" timeOffset="66580.8">2151 13334 102 0,'0'0'6'0,"0"0"11"0,0 0-8 0,0 0-5 15,0 0-1-15,0 0 0 16,0 0 1-16,0 0 7 15,0 0 2-15,0 0-5 0,-36-34-1 16,26 31-5-16,-1 1 1 16,0 0-4-16,0 1 1 15,0 0 0-15,-2 1 1 16,-1 0-1-16,1 0-1 16,-1 0-2-16,-3 0 2 0,1 0 2 15,-2 4 0-15,0 1-1 16,-3 1-1-16,2 2 1 15,1 1 3-15,-5 2-6 16,4 2 3-16,-6 1 0 16,0 3 1-16,0 3 0 15,-1 4-1-15,-1 0-2 0,-2 4-1 16,2 1 3-16,-2 3 0 16,2 1 0-16,1 0 1 15,-1 0-1-15,5 4 0 16,-5 0 1-16,0 1 0 15,0-1-1-15,0 6 0 0,-2 2-1 16,0-1 2-16,2 0-1 16,-2 2 0-16,3 1 0 15,-1-1 1-15,0 1 0 16,0 3-1-16,2 1 0 16,0 3 0-16,-2-1 0 0,1 2 0 15,0 2 0-15,1 0 0 16,-2 2 1-16,2 1-1 15,2 1-1-15,4-3 1 16,-2 2 0-16,4-2-1 16,1 2 1-16,1-1-1 0,1 0 1 15,3 0 0-15,-1 2 0 16,4 0 0-16,1-1 0 16,-1 4 0-16,2-3 0 15,0 3 0-15,1 1 0 16,1-1 0-16,2 2 0 0,0 2 0 15,2-2 0-15,0 3 0 16,0 1 0-16,0-2 1 16,0 1-1-16,0-4 0 15,2-1 0-15,2-3-1 16,0 2 1-16,1-2 0 0,2 1 0 16,-2 2 0-16,1 3 0 15,3 1-1-15,-1 2 2 16,6 1-1-16,-3 1 0 15,7-1 1-15,3-1-1 16,-2 3 1-16,6-1-2 0,2-1 1 16,2-2 2-16,0 1-2 15,5 0 1-15,-1-4-1 16,3-2 0-16,4-1 0 16,-1 1-1-16,5-2 0 15,1 1-1-15,2 1 5 0,4 0-3 16,2-2 0-16,7 1 0 15,3-5-2-15,7-3 0 16,1-2 1-16,5-5 1 16,0-4-1-16,2 2 2 15,1-3 0-15,4-4 0 0,8-1-2 16,7-4 1-16,7-1 2 16,7-8-1-16,1 0 0 15,4-6-2-15,6-4 4 16,5-7-3-16,0-5-3 15,1-3-24-15,-2-14-27 0</inkml:trace>
  <inkml:trace contextRef="#ctx0" brushRef="#br0" timeOffset="69526.25">2280 13303 14 0,'27'-17'3'0,"2"1"5"0,0-1 3 16,0-1-2-16,2 1-2 15,3-3 0-15,-1 2 0 0,1 0-2 16,1 1-1-16,4-1 0 16,-3-1 0-16,2 1-2 15,1-1-1-15,4 1 0 16,-2-2-1-16,5 2 1 15,-1 1-1-15,-1-2 2 16,0 2 2-16,0 1-1 0,1 2 0 16,-1-3 0-16,1 2 0 15,2 1-2-15,2-1 1 16,0 1-2-16,0 1 1 16,0-1 0-16,1 4-1 15,-1-1 0-15,0 2 0 0,2-2 0 16,1 1 0-16,-1-1 1 15,1 1-1-15,0 0 0 16,0 0 0-16,2 0 0 16,2 1 0-16,0-2 1 15,3 1-2-15,-2 1 2 0,5 0-1 16,-1 0 0-16,3 2 0 16,0 0 0-16,-1 3 0 15,2-1 0-15,1 3 0 16,1-1 1-16,0 1-1 15,3 1 0-15,-1-2 0 0,4-1 0 16,2 0 0-16,0-2 0 16,1 0 1-16,3-2-1 15,2-1-1-15,1-2 2 16,0-1-1-16,1 1 0 16,0 0 0-16,2-2 0 0,-2 0 0 15,-3 3 2-15,2-3 1 16,1 1-1-16,-1 0 0 15,-3-1 0-15,4 2 0 16,-1-3 0-16,1 3 0 16,2-1-1-16,-2 1 0 15,0-2-1-15,3 2 1 0,2-1-1 16,-3 2 1-16,-1 0-1 16,1 2 0-16,-1 1 0 15,-4-2 0-15,0 2 1 16,-1 0 3-16,-2 0 4 15,3-2-2-15,1 1 1 0,2-1-3 16,0 1 0-16,0-2-2 16,0 0-1-16,-1 4 0 15,-4-1-1-15,1 2 0 16,-4 2 0-16,2 1 1 16,-4-2-1-16,2 1 0 0,2 0-1 15,-1 3 3-15,0-1-2 16,-6 1 0-16,2 0 0 15,-5 0 0-15,1 1 1 16,-5 9-2-16,-3-1 1 0,-3 5 0 16,-1 2 0-1,-3 3 0-15,-2 3 0 0,-1 2-1 16,-2 4 1-16,-3 2 0 16,0 4 0-16,-2 3 0 15,-5 2-1-15,0 3-1 16,-3 2 2-16,-2 6 1 0,-4 4-1 15,1 3 1-15,-2 4-1 16,0 3 1-16,-3 2 0 16,1 4 0-16,-2 1-2 15,-1 0 2-15,-3 1-2 16,-4-1 1-16,-1 0-2 0,-1 0 2 16,-2-1-1-16,0 1 0 15,-1 4 4-15,-2 4-3 16,1 3 1-16,-2 3-1 15,-3 2 0-15,0 5 2 16,-1 3-1-16,-4 0-1 0,0 3 1 16,0 2 1-16,-4-2-2 15,-4-3 0-15,0-6 0 16,-1 0 0-16,-5-4-2 16,1-5 4-16,0 0 5 15,-5 2 2-15,0 2-6 16,2 0 0-16,-2 1-3 0,-2 0 2 15,0 2 0-15,-3 0-1 16,2-2 0-16,-2-1 0 16,-2-2-1-16,-2 0 1 15,2-5 0-15,2-4-1 16,-4-1 0-16,2-5 0 0,0-2 1 16,-1-5-1-16,0-1 1 15,3-2-1-15,-2-3 1 16,-4-1 0-16,4-1 0 15,-2-1-1-15,-2 0 1 0,0 1 1 16,0-1-2-16,-1-4 0 16,0-2 1-16,0-1-1 15,-1-4 1-15,-4-1-1 16,1-1 0-16,-4 0 0 16,-2 2 1-16,-3 1-1 15,-1 0 0-15,-5 2 0 0,2 1-2 16,-7 0-2-16,0 1-4 15,-2 1-4-15,1 1-2 16,-5-1 1-16,0-2-18 16,1-2 29-16,-3-2 2 15,-1-2-8-15,-2-4-2 0,-3 0 4 16,0-1 0-16,1-2-2 16,2-1 3-16,0-1 4 15,0-2 2-15,0-1 1 16,0-2 1-16,-2-4 3 0,2 1-3 15,-4-1 0-15,0-4-1 16,1 1 0-16,2 0-1 16,3 0-1-16,-1-1 2 15,5 1-2-15,-4-2 0 16,1 0 1-16,-5 0 6 16,0-2 2-16,-4 1 2 0,1 2 7 15,1-2-17-15,0 0 0 16,2-1 4-16,2 1 0 15,3-3-4-15,2-1 1 16,-1-2 3-16,-4-1-2 16,5-1 26-16,-6-2-28 0,-1 0-1 15,1-3-2-15,3 2 2 16,0 0-2-16,1-2 1 16,1 1 0-16,5-2 1 15,-2 0 0-15,2 0 0 16,-1 0 0-16,-5 0 0 0,1-2 1 15,-1-2-2-15,-1 1 1 16,0 1 0-16,3-1 1 16,1 1-1-16,2 0 0 15,1 1 0-15,2 1 0 16,3 0 0-16,-5 0 1 0,-2 0-2 16,-1 0 1-16,-1 2 0 15,-1-1-1-15,-1 2 1 16,0 0-2-16,3-2-6 15,3 2-5-15,0 0 7 16,3 0 3-16,1 1 2 0,1 1 1 16,2 1 1-16,-3-3-2 15,-1 1 1-15,2-1-3 16,-3-1 0-16,2-2 1 16,1 0 3-16,-1 0 0 15,5 0-1-15,3 3 2 16,0-2 0-16,3-1 4 0,3 0 3 15,0 2 1-15,3-2 1 16,3 0 1-16,-2 0 0 16,6 0 5-16,-1 0-14 15,-2 0-1-15,1 0 1 0,-1 0-1 16,0 0 2-16,-1 0 0 16,1 0 0-16,2 0 0 15,0 0 0-15,4 0-3 16,0 0 2-16,3 0-3 15,3 0 2-15,2 0-4 0,0 1 5 16,3-1-5-16,3 1-12 16,-1 2 7-16,4-1-2 15,-1 0-6-15,2 3-1 16,3-1-9-16,-3 0-23 16,2 2-25-16</inkml:trace>
  <inkml:trace contextRef="#ctx0" brushRef="#br0" timeOffset="81176.83">19029 14394 57 0,'1'-5'3'0,"-1"2"-1"0,2 1-1 15,0 2-2-15,2 0-9 16,-2 0-9-16,0 0-5 0,-1 6 15 16,-1 1 10-16,2-2 6 15,-1 1-3-15,-1 0-4 16</inkml:trace>
  <inkml:trace contextRef="#ctx0" brushRef="#br0" timeOffset="81896.55">19177 14438 121 0,'0'0'15'0,"0"0"23"0,0 0-20 0,0 0-10 16,0 0-5-16,0 0-3 15,0 0-2-15,0 0 4 0,0 0-2 16,0 0 1-16,-19 18-1 16,14-8 1-16,2 0-1 15,-3 2 0-15,1-2 0 16,-4 2-1-16,4 0 2 15,-2-1-1-15,1 0 1 0,2-2-2 16,-3 2 2-16,5-5-1 16,0 1 2-16,2-1-2 15,0-2 1-15,0-1-1 16,0 0-3-16,2-2 2 0,7-1 4 16,-4 0 0-16,3 0-1 15,-1 0 2-15,4 0 0 16,-2 0-1-16,0-3 2 15,3-1 3-15,-1 0-4 16,3 0-1-16,-2-1-2 16,-1 1-1-16,0 0 0 0,0 2 0 15,-2 1-8-15,-3-2-23 16,-3 0-27-16,-3-1-32 16</inkml:trace>
  <inkml:trace contextRef="#ctx0" brushRef="#br0" timeOffset="82253.89">19224 14441 61 0,'0'0'43'0,"0"0"-14"0,0 0-5 0,0 0 5 16,0 0-7-16,0 0-13 15,0 0-7-15,0 0-2 16,0 0-2-16,0 0 2 16,11 11-5-16,-7-5-22 15,3-3-12-15,-3-2-8 16</inkml:trace>
  <inkml:trace contextRef="#ctx0" brushRef="#br0" timeOffset="83314.72">19179 14368 117 0,'0'0'4'0,"0"0"10"0,0 0 4 0,0 0 6 16,0 0-6-16,0 0-10 0,0 0-6 15,0 0-2-15,0 0 0 16,0 0 3-16,0 0 2 15,0 0 1-15,0 40-1 16,0-26-1-16,1 3-3 16,3 2 1-16,2-1-2 0,0 1 0 15,4 0 0-15,-3 0 1 16,1 1-1-16,-1-3 0 16,3 0 0-16,0 0 2 15,-1-3-9-15,-1-4-22 16,0-2-29-16,-4-8-54 0</inkml:trace>
  <inkml:trace contextRef="#ctx0" brushRef="#br0" timeOffset="83862.31">19074 14168 119 0,'0'0'-5'0,"0"0"7"0,-39-4-1 0,25 4-1 0,-2 4-1 15,0 6 1-15,-2 1 0 16,-4 4 1-16,6 6-1 16,-6 2 2-16,4 6 0 15,0 1 0-15,-1 6-1 0,5 3 1 16,0 0-1-16,5 4-1 16,3 2 1-16,2-1 0 15,4 4-1-15,0-4 1 16,1-3 1-16,10-4 2 15,5-3 6-15,4-8 6 0,5-3 0 16,4-5-8-16,4-4-3 16,3-5-1-16,4-5 0 15,1-4 0-15,1 0 4 16,3-12 5-16,-1-4 0 16,-1-5-5-16,-2-4-3 15,-6-4 0-15,-6-3-2 0,-6-3 0 16,-9-2 0-16,-6 0-1 15,-8 0-1-15,0 6-1 16,-14 4-17-16,-8 6-21 16,-1 9-21-16,-3 4-12 0</inkml:trace>
  <inkml:trace contextRef="#ctx0" brushRef="#br0" timeOffset="84445.67">19744 14639 90 0,'0'0'2'0,"0"0"1"0,0 0 12 0,0 0 2 0,0 0 5 16,0 0 1-16,0 0 3 16,0 0-12-16,0 0-8 15,0 0-5-15,0 0-4 0,0 0-39 16,-7 0 3-16,7 0-9 15</inkml:trace>
  <inkml:trace contextRef="#ctx0" brushRef="#br0" timeOffset="84923.09">19819 14510 106 0,'0'0'7'0,"0"0"0"0,0 0-6 16,0 0-1-16,0 0 0 15,0 0 1-15,0 0 0 16,0 0 0-16,0 0-1 16,31 37 0-16,-26-31 1 15,-1 0-1-15,0-1 0 0,1-1 1 16,-2-2 0-16,0 0 1 16,4-1 5-16,-4-1 2 15,3 0 1-15,0-3 11 16,3-4-5-16,0-4-2 15,2-2-1-15,2-3-4 0,0 0 2 16,1-3-1-16,1-1-2 16,-2 0-1-16,1 1-3 15,1 0 0-15,1-1-2 16,-2 1-2-16,2 5 0 16,0 0-8-16,0 4-21 15,-3 1-37-15,-3 4-39 0</inkml:trace>
  <inkml:trace contextRef="#ctx0" brushRef="#br0" timeOffset="85264.75">20543 14408 134 0,'0'0'2'0,"0"0"2"0,0 0 1 0,0 0 0 16,0 0-1-16,0 0 12 0,0 0-7 15,0 0-4-15,58-22-24 16,-26-5-134-16</inkml:trace>
  <inkml:trace contextRef="#ctx0" brushRef="#br0" timeOffset="85627.82">24023 13695 60 0,'0'0'1'16,"0"0"-1"-16,0 0 1 15,0 0-2-15,-28 34-23 0</inkml:trace>
  <inkml:trace contextRef="#ctx0" brushRef="#br0" timeOffset="86638.37">24070 13758 70 0,'0'0'9'0,"0"0"14"15,0 0 0-15,0 0-1 16,0 0-3-16,0 0-3 16,0 0-5-16,0 0-3 15,21-16-5-15,-19 16 1 0,2 0-2 16,-2 0-1-16,2 0 2 16,-2 4-1-16,1 1-1 15,0 2 1-15,2 1 0 16,-3-1-2-16,2 2 1 15,-1-2-1-15,1 0 1 0,-1-3-1 16,1 2 0-16,-1-2 1 16,3 0 0-16,-1-2 0 15,0 0-1-15,3-2 1 16,-1 0 0-16,1 0 0 16,2 0 1-16,-2-8-1 0,2 1 1 15,0-3 0-15,3-1 0 16,0-2 0-16,3-3 1 15,1-2-1-15,3 1 1 16,-1-1-3-16,2-2 1 16,2 1-2-16,-1-1 1 0,-1 2 0 15,1 1 0-15,-2 1-1 16,-3 2 2-16,0 1-1 16,-4 3 0-16,0 0 0 15,-4 4 0-15,-2 2 0 16,-1 1 1-16,1 2-2 0,-4 0 0 15,-1 1 1-15,0 0 0 16,-1 0-2-16,2 0 0 16,-3 0 2-16,0 0 0 15,0 0 0-15,0 0 2 16,0 0-2-16,0 0 0 0,0 0 0 16,0 0-1-16,0 0 2 15,0 0-1-15,0 0 0 16,0 0 2-16,0 0-2 15,0 0 0-15,0 0 1 16,0 0-1-16,0 0 1 16,0 0-1-16,0 0 0 0,0 0 0 15,0 0 0-15,0 0 0 16,0 0 1-16,0 0-1 16,0 0 1-16,0 0 10 15,0 0 3-15,0 0-5 0,0 0-5 16,0 0-3-16,0 0-1 15,0 0 1-15,0-2-1 16,0 2 0-16,0 0 1 16,0 0 0-16,0 0 0 15,0 0 2-15,0 0-3 16,0 0 1-16,0 0-2 0,0 0 1 16,0 0 0-16,0 0-2 15,0 0 2-15,0 0-1 16,0 0-2-16,-2 2-3 15,1 0 1-15,0 1-3 16,0-1-5-16,-1 2 1 0,-1-1-6 16,0 1-9-16,0 0 1 15,-3 1-3-15,2-1-3 16,-1-1-12-16</inkml:trace>
  <inkml:trace contextRef="#ctx0" brushRef="#br0" timeOffset="89120.37">9369 12247 48 0,'32'-8'2'0,"1"1"2"0,1 4 3 0,-4 2-4 16,-2 1-1-16,-2 0-2 15,-1 4 1-15,-2 5-1 16,-2 5 0-16,0 3 0 16,-3 7-1-16,-2 3-12 15,0 4-24-15</inkml:trace>
  <inkml:trace contextRef="#ctx0" brushRef="#br0" timeOffset="94970.55">12482 16463 38 0,'-1'0'35'0,"0"2"-9"0,1-2-8 0,0 0-8 15,0 0 2-15,0 0 0 0,0 1-6 16,0-1-6-16,0 0 0 16,0 0 0-16,0 0 2 15,0 1-2-15,0 0 0 16,0 1-1-16,0 1 2 15,0 1-1-15,0 1 0 0,0 0 1 16,0 0-1-16,2 0 0 16,3-1 0-16,2 1 0 15,-1-2 0-15,2 0 0 16,1-1 0-16,0 1 0 0,2-3 0 16,2 0 1-16,-2 0-1 15,2 0 2-15,3 0 0 16,-2-7-1-16,4-2 3 15,2-2 0-15,-1-2 0 16,4-4 0-16,2-1-2 16,2-2 0-16,2-4-1 0,2-2 0 15,2-2 0-15,3-3 0 16,2-5-1-16,2-1 0 16,1-8 1-16,1-1 6 15,0-5 7-15,1-3 1 16,-1-1 3-16,3-2-4 0,2-3-2 15,0-1-2-15,-1 2-2 16,0 1 0-16,-2 0-3 16,-6 5 0-16,-1 3-1 15,-2 4 0-15,-6 4-1 0,0 4 2 16,-5 3 2-16,-3 6-6 16,-1 6-1-16,-5 4 1 15,-3 7-1-15,-4 6 0 16,-1 3-2-16,-5 3-19 15,-2 3-17-15,0 10 18 16,-12 3-19-16,-5-1-58 0</inkml:trace>
  <inkml:trace contextRef="#ctx0" brushRef="#br0" timeOffset="95247.41">13488 15254 226 0,'0'0'3'0,"0"0"6"0,0 0-7 0,0 0-1 15,44-21-1-15,-30 21 1 0,3 0-2 16,-4 10 0-16,2 6-2 16,-3 7-11-16,-3 6-24 15,-5 7-31-15</inkml:trace>
  <inkml:trace contextRef="#ctx0" brushRef="#br0" timeOffset="95810.83">13493 16213 61 0,'0'0'26'0,"0"0"-14"0,0 0 2 15,0 0-3-15,0 0-6 16,0 0-2-16,0 0-2 15,0 0-1-15,0 0 0 16,-17 34 0-16,17-26 1 16,0-1-1-16,0-1 1 0,0 0 3 15,6-3 3-15,-2 1 0 16,3-1 0-16,0 0 3 16,4-3 0-16,-2 3 1 15,-2-2-4-15,4 2-3 16,-3 0-1-16,0 0-2 0,3-1 2 15,-6 3-2-15,1 2-1 16,-2-1 1-16,-3 1 0 16,-1 0 0-16,0 3-3 15,0-2 2-15,-7 1 6 16,-2-1-5-16,-2 2 0 0,1-2-1 16,-1 0 0-1,2-1 0-15,1 0-11 0,3-1-26 16,-1-6-17-16</inkml:trace>
  <inkml:trace contextRef="#ctx0" brushRef="#br0" timeOffset="96108.7">13485 16196 167 0,'0'0'6'0,"0"0"31"0,0 0-24 0,0 0-13 15,0 0 1-15,0 0-1 16,0 0 0-16,0 0 0 15,0 0-1-15,37-37 0 0,-25 30-3 16,-1-1-22-16,0-2-27 16,1-4-53-16</inkml:trace>
  <inkml:trace contextRef="#ctx0" brushRef="#br0" timeOffset="97346.8">13583 16007 25 0,'0'0'20'15,"0"0"-15"-15,0 0 14 16,-38-2-2-16,29 2-4 16,-3 0-4-16,1 0-3 0,-2 2 0 15,4 3-1-15,0 0 2 16,-2-2-2-16,0 3 2 15,0-1-1-15,2 1 1 16,-3 1-1-16,-1 3-3 16,0-1-1-16,1 3 0 0,1-3-1 15,2 6-1-15,-2-2 1 16,2 2 0-16,2 2 1 16,-1-2 0-16,3 5 0 15,-1 0-1-15,2-2 1 16,3 1 0-16,-1 0-1 0,2 0 1 15,0 0 0-15,0 1 0 16,0-2 0-16,0 3 1 16,0 2-1-16,4-3-1 15,1 4 0-15,1-3 0 16,5 1 0-16,-1-2 0 16,2-2-1-16,3 0 2 0,2-2 2 15,3-2-1-15,-2-1-1 16,2 0 0-16,1-3-1 15,0 1 1-15,2-2 0 16,-3-4-1-16,3-2 0 0,-5-3 1 16,6 0 4-16,-6 0 6 15,4-7-1-15,-3-3-6 16,0-1 1-16,-1-1-2 16,0-1-1-16,-5-2 1 15,0-2-1-15,-3-1 0 16,-2-4 0-16,-1 1 4 0,-3-3-1 15,-1 0-2-15,0-2-3 16,-1 1 1-16,-2-2-2 16,0 2 1-16,0 0-1 15,0-1 0-15,-8 2 0 0,2 1 0 16,-3 1 1-16,-1 2 0 16,-1 0-1-16,1 1 1 15,-1 1-1-15,-1 1 1 16,0 0-1-16,-1 0 0 15,0 1-1-15,0 4 2 16,2 0-2-16,2 1 0 0,-5 2-1 16,3 2 3-16,0 4-2 15,-2-1 0-15,4 4 2 16,-2 0-2-16,0 0 1 16,2 0 0-16,2 0-1 15,1 1 1-15,0 2-1 0,2 2 1 16,-1-3-1-16,2 1 0 15,2-1 2-15,-1-1-1 16,2 0 0-16,0-1 1 16,0 0-1-16,0 0 1 15,0 0-1-15,0 0 0 0,0 0 0 16,0 0 0-16,0 0 0 16,0 0 0-16,0 0 0 15,0 1-1-15,0-1 2 16,0 1-1-16,-2-1-1 15,2 1 2-15,-2 1-1 0,0-1 0 16,-1-1 0-16,1 3 0 16,0-3 0-16,1 3 0 15,1-3 1-15,-2 1-1 16,2 2 0-16,0-3-1 16,0 2 1-16,0-1 1 0,0 0-2 15,-2 1 1-15,2 1 1 16,0-2-2-16,0 3 1 15,0-1 0-15,0 1-5 16,0-4-44-16,0-4-79 16</inkml:trace>
  <inkml:trace contextRef="#ctx0" brushRef="#br0" timeOffset="98022.75">14022 15191 179 0,'0'0'0'0,"0"0"4"0,1 0-10 0,4 0-29 0,3 0-8 16</inkml:trace>
  <inkml:trace contextRef="#ctx0" brushRef="#br0" timeOffset="98207.83">14439 15080 159 0,'0'0'43'15,"0"0"-43"-15,0 0 0 16,0 0 0-16,40 7-4 15,-29-7-37-15,-4 0-25 16</inkml:trace>
  <inkml:trace contextRef="#ctx0" brushRef="#br0" timeOffset="98408.03">15166 14911 117 0,'0'0'0'0,"48"-6"2"16,-30 3-2-16,-1 3-2 0,-2-1-18 16,-3-3-38-16</inkml:trace>
  <inkml:trace contextRef="#ctx0" brushRef="#br0" timeOffset="98578.83">15809 14719 107 0,'0'0'5'0,"0"0"-6"0,0 0 1 15,0 0-45-15</inkml:trace>
  <inkml:trace contextRef="#ctx0" brushRef="#br0" timeOffset="99799.48">14405 15201 7 0,'0'0'6'0,"0"0"21"0,42-36-6 0,-24 22-1 0,5 0-5 16,-3-2-2-16,7 0-5 16,0-1-2-16,2-2-4 15,6 0-1-15,1 0-1 16,1-3 1-16,6 1-1 16,4-1 0-16,1 1 0 0,3-2 0 15,4 1 0-15,2-1 1 16,7 0 1-16,3 0 3 15,3 1-1-15,2 0-2 16,2 1-1-16,3 3 1 16,-4 0 0-16,2 1 2 0,-4 2-2 15,-2 1 0-15,1 2-1 16,-3 2-1-16,0 0 0 16,-4 3 0-16,-1 1 2 15,-4 1-2-15,-4 1 2 16,-7 1 5-16,0 1 9 0,-9-2 0 15,-4 4-4 1,-5-1-1-16,-7 1-1 0,-7 0-3 16,-6 0-5-16,-2 0 2 15,-6 0 1-15,-1 0 13 16,0 0-3-16,-3 0-9 0,-6 1-10 16,-2 3 4-16,-1 1-31 15,-1-4-72-15</inkml:trace>
  <inkml:trace contextRef="#ctx0" brushRef="#br0" timeOffset="100507.09">16745 14718 72 0,'0'0'1'0,"0"0"10"0,47-20 4 0,-27 16-1 0,0-1 5 15,2 5-2-15,-1-1-5 16,3 1-7-16,1 0-4 16,-3 1 0-16,2 8-1 0,1-1 0 15,0 2 0-15,0 3 0 16,1-1 2-16,-3 2-2 16,1 0 0-16,-1 1-2 15,-3 2 4-15,0 2 0 16,-4 1 3-16,-1 1-3 15,-1 2 3-15,2 1-1 0,-3 2-1 16,0-1 1-16,-2 2-1 16,1 0 2-16,-2 0 0 15,0-1-1-15,1 1-1 16,-3-2 0-16,0 1-2 16,0-4 1-16,-3 0 0 0,-2-2-1 15,1-3 1-15,-2-3 1 16,0 1 3-16,0-6 1 15,-2 1 0-15,0-2-2 16,1-3-3-16,-1 0-1 16,1-1 0-16,-1 1-1 0,0-1-5 15,0 1-34-15,-6-1-51 16</inkml:trace>
  <inkml:trace contextRef="#ctx0" brushRef="#br0" timeOffset="100741.9">17264 15318 188 0,'0'0'5'0,"0"0"-8"0,0 0 3 0,0 0 1 15,0 0 0-15,0 0-1 16,0 0 3-16,44 15 3 15,-30-11-1-15,-1 0-1 16,3-1-3-16,-3-2-1 0,1-1-2 16,1 0-40-16,-2 0-37 15</inkml:trace>
  <inkml:trace contextRef="#ctx0" brushRef="#br0" timeOffset="100877.41">17445 15266 157 0,'0'0'71'0,"0"0"-43"15,0 0-1-15,0 0-15 16,0 0-13-16,0 0-2 16,-41 31 2-16,31-1-4 15,-1 5-16-15,-2 2-66 0</inkml:trace>
  <inkml:trace contextRef="#ctx0" brushRef="#br0" timeOffset="101401.35">17473 15932 177 0,'0'0'58'0,"0"0"-61"0,0 0 10 0,0 0-3 15,0 0 3-15,0 0-3 16,0 0 1-16,0 0 1 16,0 0-4-16,0 0-1 15,4 0-4-15,0 0-5 0,2 0-15 16,-1 0-41-16,3-4-43 16</inkml:trace>
  <inkml:trace contextRef="#ctx0" brushRef="#br0" timeOffset="101605.03">17791 15881 83 0,'0'0'94'0,"0"0"-88"0,0 0 15 16,0 0-13-16,0 0-7 15,0 0-1-15,0 0 0 16,0 0-5-16,32 3-43 16,-28-6-75-16</inkml:trace>
  <inkml:trace contextRef="#ctx0" brushRef="#br0" timeOffset="101768.33">18232 15802 222 0,'0'0'5'16,"0"0"-3"-16,0 0 0 15,39 5-2-15,-35-1-22 16,-4-1-55-16,0-1-40 0</inkml:trace>
  <inkml:trace contextRef="#ctx0" brushRef="#br0" timeOffset="103155.73">13513 15849 47 0,'25'-65'3'0,"8"0"10"0,10-2 2 16,7-3-7-16,8 0-4 15,8-3-2-15,7-1 0 0,8 2-2 16,3-2 0-16,4 0-3 16,6 6-36-16</inkml:trace>
  <inkml:trace contextRef="#ctx0" brushRef="#br0" timeOffset="104316.46">18310 15679 129 0,'0'0'-3'0,"0"0"14"0,-38-42-7 0,25 27-1 15,-4 0-2-15,-1 1 1 16,-3 1 3-16,-2-1 14 0,-2 4 2 16,-2-2-2-16,-1 5-8 15,-2 3-4-15,0 2-2 16,-2 2-4-16,-5 0-2 15,-4 6 1-15,-2 6-2 16,-5 3 2-16,0 4 2 16,-5 3-2-16,3 5-2 0,2 3 4 15,0 7-1-15,2 3-1 16,3 5 0-16,3 5 0 16,6 4 1-16,7 3-1 15,7 3 0-15,11 3 1 16,9 0-1-16,0 2 1 0,18 1-1 15,9 0 1-15,5-1 0 16,8-6-1-16,4-2 2 16,8-7 5-16,4-7 12 15,6-8-2-15,1-9 1 16,4-7-3-16,0-6-2 16,4-9-5-16,-2-4 3 0,0-1 2 15,-1-12 0-15,0-6-2 16,-2-4-1-16,-3-5-1 15,-1-7-6-15,-4-4-2 16,-3-5-1-16,-3-4 0 0,-7-2 0 16,-3-6-1-16,-5-4-5 15,-4-1-1-15,-6-4-5 16,-4 2-3-16,-9-4 6 16,-7 5-2-16,-7-1 2 15,-6 6 2-15,-14 3 4 16,-7 3-2-16,-10 7 13 0,-7 3 0 15,-5 6 4-15,-5 5-4 16,-3 3 1-16,-2 4-1 16,-1 5-3-16,4 2-4 15,5 3-1-15,3 3 1 16,6 5-4-16,5 2 4 0,3 3 0 16,8 0-10-16,3 5-15 15,7 4-5-15,7 2-21 16,4 1-26-16,5-5-38 15</inkml:trace>
  <inkml:trace contextRef="#ctx0" brushRef="#br0" timeOffset="104892.96">18175 15611 66 0,'0'0'11'0,"0"0"-10"0,0 0 2 0,0 0 3 16,0 0 1-16,0 0-1 16,0 0 1-16,0 0 0 15,0 0 2-15,0 0 2 16,0 0-1-16,0 0-4 15,2-7-3-15,2 7-3 0,2 0 1 16,-2 0-1-16,0 0 1 16,-1 0-1-16,-1 0 0 15,0 0 0-15,-2 0 3 16,0 0 2-16,0 0 17 16,0 0 3-16,0 0-10 0,0 0-9 15,0 0-2-15,0 0-2 16,0 0-2-16,0 0-1 15,1 0 1-15,-1 0 1 16,2 0 0-16,-2 0 0 16,2 0 0-16,0 0-1 0,3 0 1 15,-3 0-1-15,0 1 0 16,-1-1 0-16,1 2-2 16,-1-2 1-16,1 0-1 15,1 1-2-15,-1-1-3 16,-2 2-7-16,2-1-7 0,-1-1-7 15,1 0 5-15,0 0 5 16,2 0-2-16,1 0-4 16,-1 0-2-16,1 0 2 15,0 0 8-15,1 0 13 16,0 0 2-16,0-1-6 16</inkml:trace>
  <inkml:trace contextRef="#ctx0" brushRef="#br0" timeOffset="122844.79">19782 14059 41 0,'0'0'8'0,"0"0"53"0,0 0 4 0,0 0-42 0,0 0-10 16,0 0-5-16,0 0-2 15,-38-2-4-15,27 0-2 16,1-1 2-16,2 1 0 0,0 0-1 16,3 0-1-16,-3-2 0 15,0-1-1-15,-2 1 2 16,-1 0 1-16,-3-2-2 15,-1 3 0-15,-2-1 0 16,-6 3-6-16,0-2 9 0,-2 0 15 16,-5 3-15-16,0 0-2 15,-3 0-1-15,-3 0 0 16,-3 4-1-16,-3 5 2 16,-1 2-5-16,-3 2 0 15,3 1 3-15,-2 2 2 0,5 1-1 16,2 0 2-16,-2 3-2 15,3 1 0-15,2 3-2 16,0 3 2-16,3 4-1 16,0 2 1-16,4 1-1 15,3 3 0-15,3 3 0 0,6-2 0 16,4-1-1-16,0 0 1 16,7-3 0-16,1 0-4 15,4-1-1-15,0-3-2 16,2 1 4-16,6-1 1 15,4-3-2-15,3 1 4 0,3-2 2 16,3-4 0-16,7 1-1 16,4-1 2-16,4-1 0 15,5-3 0-15,3 2 0 16,5 0 0-16,1-2 0 16,5 1 1-16,5-1-1 15,1-1-1-15,3 1 0 0,1 0-1 16,5 0 1-16,-1 0 0 15,2-1-1-15,5-2 1 16,4 1-2-16,4-5 2 16,5-1 2-16,-1 0-2 15,3-3 1-15,5-3-2 0,0-1 2 16,-2-3 0-16,4 0 0 16,2-1-1-16,2-9 0 15,0-1 1-15,3-4 1 16,5-3 0-16,6-3-1 15,3-2 0-15,6-4 0 0,2-1 0 16,3-2 1-16,1 0 0 16,-2-1-3-16,-1 1 0 15,-3 0 1-15,-3 0 0 16,-1-3-1-16,-2-1 1 16,-4-1-1-16,0-4 0 0,1-2 1 15,-2 0 0-15,0 0 5 16,1 0 0-16,-3-1-1 15,1-1 2-15,1-1-3 16,-2-1-3-16,-4-3 2 16,-4 1-2-16,-1 0 1 15,-6-1-2-15,-8 2 1 0,-6-2 0 16,-7 1 0-16,-9-1-1 16,-11-1 0-16,-11 0 1 15,-5 2 2-15,-14-1 3 16,-5 4 4-16,-8 0 0 0,-7 0-2 15,-5-3-3-15,-1 2-2 16,-11-1-2-16,-7 2 0 16,-7 0 0-16,-6 5-1 15,-7 3-2-15,-7 3-3 16,-6 2 1-16,-11 7 0 0,-8 1 0 16,-8 6 2-16,-6 3 1 15,-11 4 0-15,-5 2 1 16,-8 3 2-16,-5 5-2 15,-6 0 0-15,0 0 1 16,-6 10 0-16,-4 4 0 0,-1 5-2 16,-4 2 2-16,-4 4-1 15,-4 1 1-15,-3 1-2 16,2 3-1-16,-4 1 3 16,5 2-3-16,2 0 2 15,-1 5 1-15,7-1-2 0,-1-2 2 16,0 2-1-16,7-3 0 15,-5 0 0-15,4-2 0 16,-1-1 0-16,4-3 1 16,0 2-2-16,4 1 3 15,1-1-2-15,4 1 0 16,6-1 0-16,3 0-1 0,10 0 1 16,4-3 0-16,7-2 0 15,9-2 0-15,8 0 0 16,8-3-4-16,11-2-10 15,10 0-6-15,10-2-5 16,14-4-30-16,9-8-47 0</inkml:trace>
  <inkml:trace contextRef="#ctx0" brushRef="#br0" timeOffset="124046.85">24127 13698 2 0,'-2'0'32'0,"0"0"-7"0,2 0-10 0,-1 0-4 15,1 0-7-15,0 0-4 16,-1-1-5-16,1 0 9 16,0 0-2-16,0 0 0 0,0-2 3 15,0 0-1-15,2 0 2 16,0 0-2-16,3 1-3 15,-2 0-1-15,-1 1 1 16,0 1-2-16,-1 0 0 16,0 0-1-16,0 0 2 15,1 7-1-15,1 0 2 0,0 3-2 16,1 0 2-16,3 0-1 16,-3-2 0-16,2-2-1 15,2 0 1-15,3-4-2 16,2-2-1-16,1 0 7 15,6-10 0-15,5-4 2 0,3-3 2 16,4-3 0-16,2-4-1 16,5-4 3-16,-1-2 1 15,3-2 0-15,0-3-4 16,-2 0-4-16,0 1-2 16,-2 0 0-16,-2 2-5 0,-3 4-37 15,-9 1-26-15</inkml:trace>
  <inkml:trace contextRef="#ctx0" brushRef="#br0" timeOffset="125078.6">24228 13593 69 0,'-5'-3'16'0,"2"0"-2"0,-1 3-5 0,3 0-4 15,1 0-9-15,0 7 3 16,-1 3 1-16,1 4 0 15,0-2-1-15,0 5 1 0,0-3-1 16,3 0-1-16,5-1 1 16,0-1 0-16,3-4 0 15,4-1 0-15,1-4 0 16,6-3-6-16,1 0 14 16,8-10-6-16,1-7 1 0,5-2 2 15,3-5 1-15,3-3 10 16,-1-7 9-16,-1-3 4 15,4-4 0-15,-2 0 0 16,3-3-10-16,-1 0-5 16,2 4-7-16,-1 3-3 0,-1 2-1 15,-5 2 0-15,-7 6-2 16,-5 4 0-16,-5 6 0 16,-7 4-4-16,-3 6-15 15,-6 6-10-15,-2 1-14 16,-5 3-16-16,0 7 29 15,0 3-1-15,-6-1-21 0</inkml:trace>
  <inkml:trace contextRef="#ctx0" brushRef="#br0" timeOffset="131275.84">24275 10476 41 0,'0'0'9'0,"0"0"11"0,0 0-1 0,0 0-7 16,0 0-3-16,-2-37 2 15,2 31 1-15,0-1 1 0,2 2 0 16,0 0-6-16,3 0-1 16,0 2-5-16,1 0-1 15,0 2 0-15,1 0 0 16,3 1 0-16,1 0-1 16,-1 0 0-16,4 0 0 15,-1 0 1-15,1 5-2 0,1 1 1 16,-1 4 1-16,0-1-1 15,1 2-2-15,-2 5-5 16,-2 0-1-16,-1 4 3 16,-3 3 1-16,-2 1 2 15,-2 2-1-15,-3 4-2 0,0 0 8 16,-6 2-2-16,-5 1-1 16,-3 4 2-16,-1 5-2 15,-1 1 2-15,1 3-1 16,1 2 0-16,4-1 0 15,2-2 0-15,3-1 0 0,3-1 0 16,2-3 0-16,1-2 1 16,11-1 0-16,3 0 1 15,6-4-1-15,5-3 0 16,2-3-8-16,3-4-13 16,-4-1-22-16</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4-08-17T06:38:54.367"/>
    </inkml:context>
    <inkml:brush xml:id="br0">
      <inkml:brushProperty name="width" value="0.05292" units="cm"/>
      <inkml:brushProperty name="height" value="0.05292" units="cm"/>
      <inkml:brushProperty name="color" value="#FF0000"/>
    </inkml:brush>
  </inkml:definitions>
  <inkml:trace contextRef="#ctx0" brushRef="#br0">11468 1545 14 0,'0'0'11'16,"0"0"-10"-16,0 0-1 16,0-2 0-16,0 2 0 0,0-1 1 15,0 1 3-15,-2-2 9 16,2 2-6-16,0 0-2 16,0-2-3-16,0 2-1 15,0 0-1-15,0 0-8 16,0 0-7-16,0 0 10 15,0 0 1-15,0 0-3 0,4 0 1 16,0 0 6-16,1 0 1 16,0 0 0-16,0 0 2 15,2 0-7-15,-3 0 5 16,2 0 4-16,0 0-4 16,1-1-2-16,1 1-6 0,-4 0-6 15,4-2 12-15,-1 1 1 16,-3 1 1-16,1-3 1 15,1 1 3-15,2 0 0 16,-3 1-3-16,3-1-1 0,-2 2-1 16,1-1 0-16,1 1 0 15,-4 0 1-15,3 0 1 16,-1 0-1-16,-1 0-1 16,1 0 1-16,1 0 3 15,-1 0 0-15,-1 0 0 0,-1 1-4 16,1 1 0-16,2-1 0 15,-1-1 0-15,0 2 0 16,2-2 0-16,2 0 1 16,-1 0-2-16,2 0 2 15,-1 0 0-15,-1 0-1 16,-2 0-1-16,2 0 2 0,-1 0-2 16,-2 0 1-16,2 0 0 15,2 0 0-15,3 0 0 16,-2 0-1-16,5 0 1 15,-1 0 0-15,3 0 0 0,-1 0 0 16,1 0 0-16,1 0 0 16,0 0 0-16,-2 0 0 15,2 0 0-15,2 0 0 16,-2 0 0-16,2 0 0 16,-4 0 0-16,4 0 0 15,-1 0 0-15,2 0 0 0,-1 0-4 16,1 2 3-16,-1-1 1 15,1 1-1-15,0-2 1 16,-1 3 1-16,0-3-1 16,-1 1-28-16</inkml:trace>
  <inkml:trace contextRef="#ctx0" brushRef="#br0" timeOffset="526.91">13607 1504 0 0,'23'0'2'0,"-1"0"-1"0,-2 0 2 15,4 0-2-15,-2 0-1 16,2 0 0-16,-2 0 0 15,-1 0 0-15,3-2-1 16,-2 2 2-16,0-2-1 0,2 1 2 16,0 1 3-16,1-2-2 15,0 1-3-15,1 1-2 16</inkml:trace>
  <inkml:trace contextRef="#ctx0" brushRef="#br0" timeOffset="691.3">14430 1491 10 0,'32'0'3'0,"1"0"5"0,-2-2-5 16,0 2-3-16,-1 0 1 16,-1 0-3-16,1-1-7 15,0 1-5-15</inkml:trace>
  <inkml:trace contextRef="#ctx0" brushRef="#br0" timeOffset="1685.93">17605 1551 27 0,'32'0'8'16,"0"0"8"-16,0 0-4 15,-1 0-8-15,1 0-2 16,-5 0-4-16,1 0 4 16,-2 0-2-16,-2 0 0 0,-4 0-2 15,2 0 4-15,-3 0-2 16,1 0 1-16,-3 0-1 16,2 0 0-16,-2 0 0 15,4 0-1-15,-4 0 1 16,3 3 0-16,0-3 0 0,-2 4 0 15,1-3 0-15,0 2 0 16,0-3 0-16,-3 2 0 16,1 1 0-16,-3-3 0 15,1 0 1-15,-4 0-1 0,0 0 0 16,0 0 0-16,-2 0 1 16,2 0-1-16,1 0 0 15,-1 2-1-15,1-1 1 16,-1 1 0-16,4 1 0 15,-3-1 1-15,1 1-1 16,-2 1 0-16,0-2 1 0,-1 1 0 16,-2 0-1-16,0-1 0 15,-4 0 0-15,1-1 0 16,-2-1-1-16,2 2 1 16,1 1-1-16,-2-3-8 15,-1 0-17-15</inkml:trace>
  <inkml:trace contextRef="#ctx0" brushRef="#br0" timeOffset="2797.25">11241 3567 51 0,'-6'0'1'0,"1"0"1"0,3 0-2 16,2 0-7-16,0 0-19 15,-3 0 18-15,3 0 6 16,-1 0 3-16,-1 1-1 16,1 3 0-16</inkml:trace>
  <inkml:trace contextRef="#ctx0" brushRef="#br0" timeOffset="4222.42">11224 3461 0 0,'0'0'20'0,"0"0"-14"15,0 0 1-15,0 0-3 0,0 0-2 16,31-31 0-16,-24 27 5 16,-4-1-6-16,3 0 0 15,-1 0 0-15,0 2-1 16,1-1 1-16,0 0-1 15,2 1 0-15,-1-2 0 16,1 4 1-16,0-4-1 0,0 2 0 16,-2 1 0-16,2 1 0 15,0-2 0-15,1 1 0 16,-1 0 0-16,3 1 0 16,-3-1 0-16,3-1-2 15,-1 3-1-15,-1-3-3 0,2 1 5 16,-1-1 0-16,-2 3 0 15,1-1-2-15,1-1-4 16,-2 0 2-16,-2 2 4 16,2-1 1-16,0-1 1 15,2 1 2-15,-3 1 4 16,6-4-4-16,-3 3 0 0,2-2-1 16,1 1 0-16,3-1-1 15,-2 0-1-15,4 1 1 16,-6-1-1-16,6 1 0 15,-4-1 1-15,0 0 0 16,1 1 2-16,-3-1 2 16,4-1 0-16,-2 4 0 0,1-4-1 15,2 3-3-15,-1-2 0 16,0 3-1-16,1-2 0 16,1 0 0-16,-2 2 0 15,1-1 0-15,-1 1 0 0,-2 0-1 16,0 0 1-16,-1 0-4 15,-2 0 1-15,0 0 0 16,0 0 3-16,2 0 1 16,-2 0-2-16,0 0 1 15,2 0 0-15,-2 0 1 0,2 0-1 16,-4 0-1-16,2 0 2 16,-4 0-2-16,2 0 1 15,-2 0 0-15,-1 0-4 16,2 0-1-16,1 0 5 0,-1 0 0 15,3 0 0-15,1 0 0 16,-1 0 0-16,1 0 0 16,-2 0 0-16,3 0 0 15,-1 0 1-15,-2 0-1 16,-1 0 1-16,2 0-1 16,0 0 2-16,-1 0-2 0,1 0 0 15,2 0-3-15,-4 0-9 16,2 0-5-16,0 0 4 15,-3 0 2-15</inkml:trace>
  <inkml:trace contextRef="#ctx0" brushRef="#br0" timeOffset="19256.07">18633 893 51 0,'0'0'11'16,"0"0"4"-16,0 0-4 0,0 0 0 15,0 0 0-15,17-29 8 16,-12 23 0-16,-2 0-12 15,1 1 4-15,-3 0 0 16,1 2-2-16,-2 0-5 16,0 1-3-16,0 1-1 0,0 1 1 15,-3-2-2-15,-2 2-1 16,-2 0-1-16,0 0 2 16,-1 0 6-16,1 0 0 15,1 0-1-15,-4 5-3 16,4 1 0-16,-2 4 0 0,0 1-1 15,0 2-1-15,2-1 1 16,0 3 0-16,-2-3 0 16,1 4 0-16,4-2 1 15,2-1 0-15,1 0 2 16,0 1 0-16,0-1-1 0,3-2-1 16,3 0 1-16,0-2-2 15,1-1 7-15,2-3-7 16,-1 0 5-16,3 0-3 15,2-4 1-15,4 1 1 16,4 1-1-16,1-3-2 0,2 0-24 16,0 0-51-16</inkml:trace>
  <inkml:trace contextRef="#ctx0" brushRef="#br0" timeOffset="19902.71">18766 1207 94 0,'0'0'20'0,"0"0"19"15,0 0-14-15,0 0-13 16,0 0-4-16,0 0-4 0,0 0-2 16,0 0 0-16,22-27 2 15,-14 19-3-15,-1 0 2 16,1-3 1-16,0 2 6 16,-2-2-4-16,2 1-3 0,-2-3-2 15,-1 1 0-15,0-1-1 16,-2-1 0-16,-3-2 0 15,-2 2-1-15,2 1 1 16,0-3 1-16,-1 3 0 16,1 2 2-16,-3 2 2 15,3 1-3-15,-2 1 0 0,2 3-2 16,0 2-1-16,-2 0 1 16,1 2-2-16,-2 0-4 15,-2 0 1-15,0 2 3 16,-1 3-2-16,1 3 3 15,0 1 1-15,2 2-2 0,1-1 2 16,2 1 0-16,0 2 0 16,0-4-1-16,4 2 1 15,0-1 0-15,1-2-1 16,0 1 0-16,-2 1 1 16,2-2 0-16,-2 0 1 0,0 0-1 15,0-4 0-15,1 1 1 16,-1 0 2-16,0 0-2 15,2-2 3-15,-1 0-2 16,1-1 2-16,3 1-1 16,2-3 0-16,4 0 3 15,0 0-15-15,0 0-23 0,-1-2-51 16</inkml:trace>
  <inkml:trace contextRef="#ctx0" brushRef="#br0" timeOffset="20116.32">18782 1066 166 0,'0'0'-4'0,"0"0"51"0,0 0-7 15,0 0-10-15,0 0-18 16,0 0-13-16,38-32 3 15,-3 27 0-15,9 4 1 16,1-4-28-16,1 2-75 0</inkml:trace>
  <inkml:trace contextRef="#ctx0" brushRef="#br0" timeOffset="21553.68">18210 3684 104 0,'0'0'6'15,"0"0"25"-15,0 0-10 16,0 0 0-16,0 0-4 16,1-28-5-16,-1 25-3 0,0 1 1 15,0 0-2-15,0 2-6 16,0 0-3-16,0 0-3 16,0 0-1-16,2 5-3 15,-1 3 7-15,3 2-2 16,-3 1 2-16,2 1 1 0,0 6 0 15,1-1-2-15,-1 2 2 16,2 0 1-16,-2 2 1 16,1-2 3-16,1-2-3 15,0 2 0-15,-2-4-1 0,0-3 1 16,1-1-2-16,-3-1 0 16,1-4-3-16,-2 1 4 15,1-4-3-15,-1 2 3 16,0-4 2-16,0 2-2 15,0-3 1-15,0 0-1 16,0 2 0-16,0-2 1 0,0 0 0 16,0 0 1-16,0 0-1 15,0 0 2-15,0 0-2 16,0 0-14-16,0-3 2 16,2-4 6-16,-1 3 2 15,-1-3 2-15,2-1 4 0,1-1-4 16,0 1 0-16,1-3 0 15,0 1 0-15,-1 1-1 16,4-1-1-16,-1 1 1 16,-1 1 2-16,3 0 0 15,0 3 0-15,1 0-1 0,1 2 0 16,-1 0 0-16,-1 1 0 16,3 2 0-16,-1 0-1 15,-1 0 0-15,2 0 0 16,-3 4 1-16,0 0 1 15,0 1-1-15,-3 2 0 0,1-1-1 16,-2 2 0 0,0 1-3-16,-1 1 7 0,-1 1-5 15,0 0 5-15,-2 0 1 16,0 0-9-16,0 2-16 16,0 0-24-16,0-5-26 0</inkml:trace>
  <inkml:trace contextRef="#ctx0" brushRef="#br0" timeOffset="22202.03">18593 4025 99 0,'0'0'15'16,"0"0"25"-16,0 0-6 15,0 0-13-15,0 0-8 16,0 0 2-16,0 0-9 16,0 0-4-16,0 0 2 0,0 0 0 15,0 0 1-15,0 0 1 16,-3-28 6-16,3 21-6 15,0-1-6-15,0-1 1 16,0 1 0-16,0-3 0 16,0-2 0-16,0-1 1 0,0-4-2 15,2 1-5-15,-2 0-3 16,0-1 3-16,1 1 4 16,1 1 1-16,-2 3 5 15,0 4-5-15,-2 1-2 16,2 0 1-16,0 5 1 0,0-1 1 15,0 3-2-15,0 1-1 16,0 0-6-16,0 0-2 16,0 1 1-16,0 6 7 15,0 2-2-15,2 4 3 16,-2 0 1-16,0 2 1 0,0 0-1 16,0-3 3-16,0 1-1 15,0-3 0-15,3-1 0 16,2 1 1-16,0-2-2 15,3 1 1-15,0-1 0 16,-1 2 1-16,1-3-1 0,0 1 2 16,0 0-2-16,0-3-2 15,-1 0-6-15,-1 0 1 16,0-2-4-16,1 0 0 16,-3-1-8-16,3-2-6 15,-1 0-12-15,-1 0-23 0,-2-2-44 16</inkml:trace>
  <inkml:trace contextRef="#ctx0" brushRef="#br0" timeOffset="22495">18641 3901 70 0,'0'0'30'0,"0"0"0"16,0 0-7-16,0 0-9 16,0 0-6-16,0 0 3 15,0 0 3-15,0 0-12 0,0 0 4 16,38-9-3-16,-19 4-2 15,6 2-1-15,1-2 1 16,-2-1-31-16,1-2-67 16</inkml:trace>
  <inkml:trace contextRef="#ctx0" brushRef="#br0" timeOffset="23879.45">10299 1377 53 0,'0'0'46'0,"0"0"-36"16,0 0 5-16,0 0-6 15,0 0-4-15,2-29-1 16,-4 26-1-16,-1-2 1 0,0 1 0 16,0 0 3-16,-2 1 7 15,2 0 4-15,-2 1-6 16,-1 1-12-16,-1 1-5 16,-2 0 1-16,-2 0 1 15,1 3 1-15,1 3-1 16,-3 1 4-16,1 1-2 0,0 0-8 15,2-1 9-15,-2 3-7 16,1-1 8-16,2 3 1 16,0 0-3-16,2 1 0 15,3 1-1-15,0 1 2 16,1 0 1-16,2 0-2 0,0 1 1 16,2-2 0-16,2 0-2 15,3-1 4-15,1-1 0 16,1 1-1-16,1-2 3 15,1 0-1-15,3 0 3 16,-1-1 0-16,4 1 3 0,-1-1-31 16,0-4-66-16</inkml:trace>
  <inkml:trace contextRef="#ctx0" brushRef="#br0" timeOffset="24406.58">10342 1824 92 0,'0'0'-2'15,"0"0"3"-15,0 0 2 16,0 0-2-16,33-10 0 15,-26 4 2-15,1-2-2 0,-2-3 3 16,0 2 13-16,1-4-2 16,-1 0 0-16,-1 0-9 15,-1-1-4-15,1 0-2 16,0 0 1-16,0-1 0 16,-4 1-1-16,2 0 0 0,-3 1 1 15,0 4 3-15,0-1 10 16,0 4 7-16,0 1-8 15,0 2-13-15,0-2-2 16,0 5 2-16,0 0-2 16,0 0-8-16,0 2 2 0,0 6 1 15,0 1-1-15,2 1 5 16,-2 2-6-16,2 1 3 16,-1 1 1-16,2 1 2 15,1-1 0-15,-1-1 4 0,0-1-1 16,2-2 0-1,-1-2 1-15,3 0 1 0,-3-4 3 16,3 1 1-16,2-3 2 16,1-1 3-16,1-1-2 15,0 0-5-15,0-3-38 16,2-6-42-16</inkml:trace>
  <inkml:trace contextRef="#ctx0" brushRef="#br0" timeOffset="24647.78">10437 1696 52 0,'0'0'19'0,"0"0"0"16,0 0 8-16,0 0-10 15,0 0-3-15,0 0 4 0,0 0 1 16,0 0 0-16,0 0 3 15,0 0 4-15,0-4-14 16,10 1-12-16,1-2 1 16,6 2-1-16,-1-2-38 15,3 1-28-15,-2-3-36 16</inkml:trace>
  <inkml:trace contextRef="#ctx0" brushRef="#br0" timeOffset="24925.35">10634 1692 107 0,'0'0'18'0,"0"0"17"0,0 0 1 15,0 0-14-15,0 0-1 16,28-20-4-16,-21 15-9 16,1 2-7-16,-1 0 0 15,3 1-1-15,1 0 1 0,-1 2-3 16,2 0-29-16,-1 0-24 16,-1 0-40-16</inkml:trace>
  <inkml:trace contextRef="#ctx0" brushRef="#br0" timeOffset="25096.64">10865 1556 239 0,'0'0'22'0,"0"0"2"0,0 0-18 15,0 0-13-15,0 0-1 16,27 46 0-16,-24-14-17 15,-1 3-74-15</inkml:trace>
  <inkml:trace contextRef="#ctx0" brushRef="#br0" timeOffset="26347.04">10596 3337 63 0,'0'0'-2'15,"0"0"11"-15,0 0 4 0,0 0-1 16,0 0 0-16,0 0 2 15,0 0-11-15,0 0-7 16,0 0-2-16,0 0 2 16,0 0 3-16,0 0 3 0,0 0-1 15,6 21 3-15,-1-6 0 16,0 3-2-16,2 1-1 16,0 0 1-16,-1-2 0 15,2 2-1-15,-2-3 0 16,1-3 0-16,-2 0 1 0,-1-5-1 15,-2-1 0-15,1 0 0 16,-1-4 0-16,-1 0 2 16,1-1-2-16,-2-2 1 15,0 0 3-15,0 0 3 16,0 0 11-16,0-5-13 16,0-5-3-16,1-1-1 0,3-1 0 15,0-3-3-15,1 0-5 16,3-3 3-16,0 2 1 15,3 0 1-15,-1 2 1 16,-1 1-1-16,1 4 2 16,-1 1 5-16,1 3 6 0,-1 0 1 15,1 2-5-15,2 3-6 16,-2 0-2-16,-1 8-3 16,2 2 0-16,-1 6-2 15,-2 1 2-15,0 5 4 16,-3 2 1-16,1 6-24 0,-6 0-34 15,0 0-34-15</inkml:trace>
  <inkml:trace contextRef="#ctx0" brushRef="#br0" timeOffset="26814.38">10838 3771 60 0,'0'0'62'0,"0"0"-46"16,0 0-18-16,0 0-2 15,0 0 6-15,0 0-2 16,0 0-2-16,0 0-2 16,0 0 6-16,0 0 1 15,7 8 8-15,-3-16 2 0,4-1-7 16,0-4-2-16,2-1-1 15,-4 1-2-15,2-1 1 16,-2-2-2-16,-2 3-1 16,-1 1-3-16,-2 1 2 15,-1 3 2-15,0 1 1 0,0 3 4 16,0 0-4-16,0 3 6 16,0-1 5-16,0 2-4 15,0 0-17-15,0 3 5 16,0 2 1-16,0 3-1 15,5 2 4-15,-2-2 5 0,4 3 0 16,-1-2-2-16,3 1 2 16,1-2-2-16,-2 0 0 15,1 0 1-15,1-2 0 16,-2-1-1-16,-2-1-3 16,2-2-11-16,-3 0-22 15,0-2-26-15</inkml:trace>
  <inkml:trace contextRef="#ctx0" brushRef="#br0" timeOffset="27025.27">10857 3705 139 0,'0'0'36'0,"0"0"3"16,0 0-22-16,0 0-10 0,0 0-2 15,0 0-1-15,0 0-3 16,0 0 3-16,32-29-2 16,-19 28-1-16,3-2-6 15,-4-1-45-15,1 0-59 16</inkml:trace>
  <inkml:trace contextRef="#ctx0" brushRef="#br0" timeOffset="27295.2">11065 3676 85 0,'0'0'66'0,"0"0"-22"15,0 0-13-15,0 0-19 16,0 0-10-16,0 0-1 16,0 0-1-16,30-27 0 15,-19 24-12-15,2-2-15 16,-3 2-20-16,1-2-7 0,-2 4-18 16</inkml:trace>
  <inkml:trace contextRef="#ctx0" brushRef="#br0" timeOffset="27494.1">11198 3561 46 0,'0'0'132'16,"0"0"-92"-16,0 0-19 15,0 0-13-15,0 0-5 0,0 0-5 16,0 0 4-16,11 33-1 15,-6-11 2-15,-2 8 5 16,-1 2-33-16,-2 3-70 16</inkml:trace>
  <inkml:trace contextRef="#ctx0" brushRef="#br0" timeOffset="31441.1">11810 4292 54 0,'0'0'15'0,"0"0"13"0,0-2 4 16,0 2-2-16,0 0-9 16,0 0-9-16,0 0-9 15,0 0-3-15,4 0-2 16,2 0 2-16,4 0 0 15,-1 0 0-15,2 3-1 0,3 2-1 16,1 3-1-16,-1 0 2 16,-1 1 0-16,2 1-1 15,0-1 3-15,-3-2-1 16,3 1 1-16,-3-2 1 16,1-1-1-16,-2-2-10 0,-1-1-47 15,-2-2-6-15</inkml:trace>
  <inkml:trace contextRef="#ctx0" brushRef="#br0" timeOffset="31725.5">12001 4285 51 0,'0'0'10'0,"0"0"7"0,0 0 0 15,0 0-1-15,-29-16-2 16,24 16-1-16,2-1 1 16,0 1 4-16,0 0-8 15,0 1-8-15,0 7-8 0,-2 3 5 16,0 4-1-16,-3 1 2 16,0 3 0-16,0 1-1 15,-1 1 2-15,-2-1 1 16,-2 1-1-16,2 0 0 15,0-4-28-15,1-3-46 0</inkml:trace>
  <inkml:trace contextRef="#ctx0" brushRef="#br0" timeOffset="32559.32">12115 4517 20 0,'0'0'13'0,"0"0"-7"16,0 0 5-16,0 0-1 16,0 0-3-16,0 0-3 15,0 0 0-15,0 0 0 0,0 0 4 16,0 0 5-16,0 9 17 15,2-9 5-15,-2 0-20 16,0-4-13-16,1-1-1 16,-1-2 1-16,3-2-2 0,-1 1 0 15,-1-3 2-15,1 0-1 16,0-2-1-16,-1 0 1 16,1 1-1-16,-2-4 1 15,1 3-1-15,1 1 1 16,1-1-1-16,-1-1-1 15,-1 2 0-15,1 3-2 0,0 1 0 16,-2 2 3-16,0 3-1 16,0-1 2-16,0 4-1 15,0 0 2-15,0 0-2 16,0 0-1-16,0 0-8 0,0 4 8 16,0 2 0-16,1 3 0 15,1 1 2-15,-1-1-1 16,-1 3 0-16,0-3-1 15,2 2-1-15,1-1-2 16,-1-1 3-16,-1-1-3 16,2 0 4-16,1-2 1 0,0 2 0 15,-1-1 1-15,1-1 0 16,2-1 1-16,-1-1 1 16,0 1 0-16,1-2 0 15,0 2 0-15,1-2-2 16,0 1 0-16,-2-1-1 0,2-2 0 15,-3 1 0-15,1-1 1 16,0-1-1-16,0 0 1 16,1 0 0-16,-3 0 1 15,3 0-1-15,-2 0-11 16,0-1-19-16,-2-1-7 16,0 1 5-16,-2-1 11 0,0 1-7 15</inkml:trace>
  <inkml:trace contextRef="#ctx0" brushRef="#br0" timeOffset="33050.68">12140 4422 25 0,'0'0'15'16,"0"0"1"-16,0 0 1 15,0 0 0-15,0 0 2 16,29-24-3-16,-20 18-2 16,1-1 0-16,3 1-8 15,-2 1-6-15,1 0 1 0,4 2-1 16,0 2 1-16,0-3-7 16,0 1-38-16</inkml:trace>
  <inkml:trace contextRef="#ctx0" brushRef="#br0" timeOffset="35374.75">18735 823 56 0,'0'0'5'0,"0"0"7"16,0 0-10-16,0 0-4 0,0 0-12 15,0 0 0-15,0 0 0 16,0 0 11-16,0 0 6 15,0 0 2-15,0 0 1 16,0 0-4-16,17-16-2 16,-17 15-13-16</inkml:trace>
  <inkml:trace contextRef="#ctx0" brushRef="#br0" timeOffset="37132.21">18735 823 23 0,'7'-27'41'0,"-10"24"-35"16,2 0 0-16,-2 1 2 15,1-1 3-15,0 2 2 16,1-3-4-16,1 4-4 15,0 0-4-15,-2-1 0 0,2 1-1 16,0 0 1-16,-1 0-1 16,1 0 0-16,-2 0 0 15,2 0 0-15,-3-3 0 16,1 3 1-16,-1-3 0 0,0 1 0 16,-2 2-1-16,0-3 0 15,2 1 1-15,-3-1 4 16,1 3 1-16,0-3 4 15,1 0-2-15,-1 1-5 16,-1 2-2-16,1-3-1 16,-2 1 0-16,-1 2 1 0,1 0-2 15,-1-1 4-15,0-1-3 16,1 1 8-16,-1 1-4 16,2-4-3-16,-5 4 0 15,5-3-1-15,-2 3 0 16,0 0 0-16,0-1-1 0,-2 1 2 15,4 0 0-15,0 0-1 16,-2 0 0-16,3 0 0 16,0 0-1-16,2 0 1 15,0 4-1-15,-2-4 1 16,-1 7 0-16,-1-6 0 0,3 4 1 16,-1 0-2-16,-1-2 1 15,2 2 0-15,0 0-1 16,-3 1 1-16,3-1 0 15,-4-1 0-15,0 4 0 0,0-3 0 16,0 3 0-16,1-2 0 16,0 2 0-1,-1 2 1-15,1-2-1 0,1 3-1 16,0-3 1-16,-1 3-1 16,4-2 1-16,-2 1-1 15,2-1 1-15,-2 1-1 0,1-1 1 16,0-1-1-16,0 3 1 15,-1-1-1-15,2 1 1 16,0 0 0-16,-1-1 0 16,3 2-1-16,1-2 0 15,0 3-3-15,0-2 4 16,0-2-1-16,0 4-1 0,0-2 1 16,0-2 1-16,0 4-2 15,1-3 1-15,1 2 0 16,1-1 0-16,0-1-2 15,0 1 3-15,1-1-2 0,0-1 1 16,1-1 1-16,-2 0-1 16,4 0 1-16,-1 0 1 15,-1 0-2-15,1-2 2 16,0 2 0-16,1 0-2 16,-1 1 3-16,1-1-1 0,0 0 0 15,1-1-1-15,-1 2 0 16,-1-2 0-16,-1 0 3 15,1 0-3-15,1-1 0 16,-3 1 0-16,3-1-1 16,-1-1 2-16,2 1-1 15,0 0-1-15,1 1 2 0,1-1 0 16,-1-1 0-16,1 3 0 16,1-2 0-16,-3-1-1 15,-2 0 0-15,4-1-1 16,-2 1 0-16,-2-2 1 0,0 0 6 15,5 2 1-15,-1-2-4 16,1 0-1-16,0 2 0 16,2 0 0-16,-2-2-1 15,2 0-1-15,-4 1 1 16,4-1 0-16,-4 0-1 16,4 0 1-16,-2-1-1 15,2 1 0-15,1 2 0 0,-1-4 0 16,3 2 0-16,0 0 1 15,1-1-1-15,0 1 0 16,-1-3 2-16,2 2-1 0,-4-2-1 16,-1 0 2-16,-1 0-1 15,-2 0-3-15,1 0 6 16,0 0-3-16,-1 0 1 16,2-2-2-16,-1 1 1 15,1-3 0-15,-1 1 0 0,0-1-2 16,0-1 3-16,-2 2-2 15,2-2 2-15,-3-3-1 16,-1 3 0-16,1-3 3 16,-4 2 8-16,1-2-5 15,1 2 2-15,-2-2 2 16,-1 1-6-16,0-2 0 0,0 1 1 16,0 0-5-16,-1-2 1 15,1-1-1-15,0 2-1 16,-1-2 0-16,1 1 0 15,0-1 1-15,0 2-2 16,-1-1 2-16,0 2-2 0,-1 0 1 16,1 2 0-16,-2-2 1 15,0 0-1-15,0 0 1 16,0-1-1-16,0 1-1 16,0-2-1-16,-2 2 3 15,-1-3-1-15,0 3 0 16,0-1 2-16,1 1 1 0,-1-2-3 15,0 1 0-15,0-2 1 16,-1 3 0-16,1-2-1 16,2-1 0-16,-3 2 0 15,3-1 1-15,-2-1-1 0,-1 1 0 16,3 1 0-16,-2-2-1 16,1 3 2-16,-1-2-1 15,0 1 0-15,0 1-2 16,-1 0-2-16,0 0 3 15,2 0 2-15,-3 0-1 16,1 2-2-16,-3 0 3 0,1-1-2 16,-2-1 1-16,-2 3-2 15,3-2 4-15,-1-1-1 16,0 3-1-16,0-1 2 16,1-1 0-16,1 2 0 15,-2 1-1-15,-1-1-2 16,-2-1-3-16,-2 1 1 0,-3 2 1 15,-1 1 1-15,-4 2 0 16,-1 0-6-16,-4 0-12 16,1 3-22-16,-4 2-44 0</inkml:trace>
  <inkml:trace contextRef="#ctx0" brushRef="#br0" timeOffset="41734.71">18419 538 6 0,'0'0'28'16,"0"0"0"-16,0 0-5 16,0 0-17-16,0 0-2 15,0 0 0-15,2 0-4 0,1 0-2 16,-2 0 2-16,4 0 0 15,-2 0 2-15,2 1-2 16,0 1 0-16,-1 0 0 16,1 1 0-16,0 0 0 15,1 0 1-15,-2 0-1 0,0 0-1 16,3 1 1-16,-3-1 1 16,-2-2-2-16,1 1 1 15,-3-2 0-15,0 3 1 16,0-3 5-16,0 0-2 15,0 0-2-15,0 0-2 0,2 0 0 16,-2 0 2-16,0 0-1 16,0 0 3-16,0 0 15 15,1 0 3-15,-1-3-20 16,2 0 1-16,-1-2 2 16,3-1-2-16,-1-1 2 15,3-1 0-15,1 0-1 0,0 1-2 16,3-3-1-16,1 2-1 15,0-1 1-15,-3 1-2 16,2-2 2-16,1 2 0 16,-5-1-1-16,0-2 0 0,2 4 0 15,-1-4 0-15,1 3 0 16,-2-1 0-16,0-1 3 16,2 2 0-16,-1 0 0 15,-1 2 0-15,-1 0 1 16,-2 1-1-16,0 2-1 15,0 0-1-15,-1-1-1 16,-1 3 1-16,-1-1 0 0,2 1 2 16,-2-1 3-16,0 2 0 15,0 0 4-15,0 0-1 16,2 0-6-16,-2 0-2 16,1 0 0-16,1 0-3 0,2 0 1 15,4 5-2-15,0 3-1 16,0-2 4-16,-1 0-1 15,-3-2-12-15,-1 0-20 16,-3-2-46-16</inkml:trace>
  <inkml:trace contextRef="#ctx0" brushRef="#br0" timeOffset="47217.33">18541 3616 75 0,'0'0'17'15,"0"0"6"-15,0 0-4 0,0 0-5 16,0 0-3-16,0 0-5 15,0 0 3-15,0 0 2 16,0 0-7-16,0 0-3 16,0 0-2-16,0 0-1 15,-6-8-1-15,4 8-4 0,1-1 5 16,-1-1 2-16,0 0 1 16,-1-1 0-16,2 0 0 15,-3 1 0-15,4-2 0 16,-1 0 4-16,1 3-1 15,0-2-2-15,0 1-2 0,-2 2-1 16,-1-3-2-16,0 3-2 16,-2-2-2-16,0 1 6 15,2 1 1-15,-2-2 1 16,1-1 0-16,-1 1 0 0,2-2 1 16,-2 1-1-16,-1-1 1 15,-1 0-1-15,1 0-1 16,0 0 0-16,-1 0-1 15,-1 3 1-15,2-2-3 16,-3 0 2-16,1 1-1 16,-4-1-4-16,1 1 1 15,-1 2 5-15,1-3 0 0,-1 3 0 16,1-3 0-16,2 1 2 16,-1 1 3-16,1-2 1 15,-1-1 0-15,2 3 1 16,2-2-6-16,-2 3 0 15,0-2-1-15,2 0 0 0,-4 1 2 16,-1-1-1-16,0 1 1 16,2-1 0-16,-4 2 4 15,3 0-1-15,2 0-2 16,-1 0-1-16,1 0-3 16,2 0 2-16,-2 2-1 0,0 1-1 15,0 3 1-15,-2 1 0 16,-1-1 0-16,-1 2 0 15,-1 1-1-15,0 1 1 16,1-1 0-16,-1-1 0 0,2 2-2 16,0-2 1-16,3 0 1 15,0-2 0-15,1 0 1 16,1 1-1-16,1-1 0 16,-1 0 0-16,0 2 0 15,-1 0 0-15,3 0 0 16,-1 2 0-16,0-1-1 15,2 1 2-15,-2-1-1 0,2 4 0 16,0-2 0-16,0 0 0 16,1 0 0-16,2 0 0 15,0 0 0-15,0 1 0 16,0-1 1-16,0 0-1 0,0 0-1 16,0 0 2-16,0 2-1 15,3-2 0-15,-1 1 0 16,-1 1 0-16,1-2 0 15,1 0 1-15,-1 0-1 16,-1-3-2-16,2 2 2 16,1-2 0-16,-1 1 1 0,0-1-1 15,2 2 1-15,-1-2 0 16,0 1 0-16,0-1-2 16,0 2 1-16,2-2 0 15,-1 1 0-15,-1 1 0 16,1-2 1-16,0 1-1 0,0-1 0 15,-1 0 0-15,3 1 0 16,-1-1 0-16,1 2 0 16,2-1 1-16,-1-1-2 15,1 0 0-15,1 2 1 0,0-2 1 16,1-2 0-16,-2 0 0 16,1 2-2-16,1-3 1 15,0 3 0-15,3-2-1 16,2 1 1-16,0-1 0 15,1 2 0-15,1-2 0 0,-1-1 2 16,-1 1-2-16,1 1 0 16,-2-3 0-16,-1 1 0 15,2 0 1-15,-2-2-1 16,4 4 0-16,-3-3 0 16,3 1 2-16,-1 0-2 0,2-2 1 15,-1 2-1-15,1-4 0 16,-5 2 0-16,0 1 0 15,1-3 0-15,-6-1 1 16,-1 3-1-16,0-3 1 16,0 0 1-16,-5 0 3 15,2 0 0-15,-2 0 1 0,2 0 3 16,0 0-3-16,1 0 1 16,0 0-4-16,2 0-1 15,0 0 3-15,2-3-4 16,-2 2-1-16,1-1 1 0,2 0-1 15,-1 1-1-15,-1-1 2 16,1 2-1-16,1-1 0 16,-3 1 0-16,0 0 1 15,-2 0-1-15,2 0 0 16,-3 0 0-16,3 0 0 16,0-3 1-16,0 3-2 0,3-2 2 15,-2-1-1-15,2 0 0 16,0-1 1-16,2 0-1 15,0-1 1-15,-2 0 1 16,2 0 0-16,-2 1-1 16,0-1 2-16,0 0-3 0,-2 0 1 15,-1 2-1-15,0-2 1 16,-1 2 0-16,0-1-1 16,-2-3 1-16,0 2 2 15,1 1 5-15,-1-4-4 16,0 0-3-16,-2 0 0 0,2 2-1 15,-2-2 0-15,-1 1 1 16,1 1 0-16,-2 1-1 16,1-1 4-16,-2-1 5 15,1 1-3-15,1-2-6 16,-2 0 1-16,2-1 0 0,-2 1 0 16,0-2 4-16,0 1-3 15,0-1 0-15,0-1 2 16,0 2 1-16,0-2 10 15,-2-1-14-15,2 1 0 16,-3-1-1-16,3-1 1 0,-2 0-1 16,-2 1-1-16,2-1 0 15,-1 0 1-15,1 1 1 16,-1-3 0-16,0 1-2 16,0 4 1-16,-2-2 0 15,2 2-1-15,-2-1 1 0,2 3 2 16,0-1-2-16,-1 1 1 15,3 1 0-15,-1 1-1 16,-1 0 0-16,2-1 0 16,-1 1 0-16,2 0 1 15,-3 1-2-15,1 0 1 16,1-1 0-16,1 1 0 0,-2 0 0 16,0 2 0-16,1-2-1 15,-2 1-3-15,1 0 1 16,1 0-3-16,-3 1 0 15,1-2 0-15,0 0 1 0,-2 0 2 16,0 2 0-16,2-2 2 16,-1 1 0-16,-1-1 0 15,-2 2 1-15,3-2 0 16,-3 0 0-16,-1 2 1 16,0-2-1-16,2 0 0 15,-2 2 1-15,2-1 1 0,-2 0-2 16,2 1 3-16,-1 0-1 15,1-2-1-15,0 1-2 16,-4 0 3-16,1 0-5 16,-4-1 3-16,-1-2-2 0,-1 1 4 15,-2 0-2-15,-1-1-1 16,1 1 2-16,-5 0-6 16,-4-1-4-16,1 4 1 15,-4 2-10-15,-5 1-3 16,-3 0-26-16,-1 0-24 0,-2 0-54 15</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4-08-17T06:38:54.367"/>
    </inkml:context>
    <inkml:brush xml:id="br0">
      <inkml:brushProperty name="width" value="0.05292" units="cm"/>
      <inkml:brushProperty name="height" value="0.05292" units="cm"/>
      <inkml:brushProperty name="color" value="#FF0000"/>
    </inkml:brush>
  </inkml:definitions>
  <inkml:trace contextRef="#ctx0" brushRef="#br0">11468 1545 14 0,'0'0'11'16,"0"0"-10"-16,0 0-1 16,0-2 0-16,0 2 0 0,0-1 1 15,0 1 3-15,-2-2 9 16,2 2-6-16,0 0-2 16,0-2-3-16,0 2-1 15,0 0-1-15,0 0-8 16,0 0-7-16,0 0 10 15,0 0 1-15,0 0-3 0,4 0 1 16,0 0 6-16,1 0 1 16,0 0 0-16,0 0 2 15,2 0-7-15,-3 0 5 16,2 0 4-16,0 0-4 16,1-1-2-16,1 1-6 0,-4 0-6 15,4-2 12-15,-1 1 1 16,-3 1 1-16,1-3 1 15,1 1 3-15,2 0 0 16,-3 1-3-16,3-1-1 0,-2 2-1 16,1-1 0-16,1 1 0 15,-4 0 1-15,3 0 1 16,-1 0-1-16,-1 0-1 16,1 0 1-16,1 0 3 15,-1 0 0-15,-1 0 0 0,-1 1-4 16,1 1 0-16,2-1 0 15,-1-1 0-15,0 2 0 16,2-2 0-16,2 0 1 16,-1 0-2-16,2 0 2 15,-1 0 0-15,-1 0-1 16,-2 0-1-16,2 0 2 0,-1 0-2 16,-2 0 1-16,2 0 0 15,2 0 0-15,3 0 0 16,-2 0-1-16,5 0 1 15,-1 0 0-15,3 0 0 0,-1 0 0 16,1 0 0-16,1 0 0 16,0 0 0-16,-2 0 0 15,2 0 0-15,2 0 0 16,-2 0 0-16,2 0 0 16,-4 0 0-16,4 0 0 15,-1 0 0-15,2 0 0 0,-1 0-4 16,1 2 3-16,-1-1 1 15,1 1-1-15,0-2 1 16,-1 3 1-16,0-3-1 16,-1 1-28-16</inkml:trace>
  <inkml:trace contextRef="#ctx0" brushRef="#br0" timeOffset="526.91">13607 1504 0 0,'23'0'2'0,"-1"0"-1"0,-2 0 2 15,4 0-2-15,-2 0-1 16,2 0 0-16,-2 0 0 15,-1 0 0-15,3-2-1 16,-2 2 2-16,0-2-1 0,2 1 2 16,0 1 3-16,1-2-2 15,0 1-3-15,1 1-2 16</inkml:trace>
  <inkml:trace contextRef="#ctx0" brushRef="#br0" timeOffset="691.3">14430 1491 10 0,'32'0'3'0,"1"0"5"0,-2-2-5 16,0 2-3-16,-1 0 1 16,-1 0-3-16,1-1-7 15,0 1-5-15</inkml:trace>
  <inkml:trace contextRef="#ctx0" brushRef="#br0" timeOffset="1685.93">17605 1551 27 0,'32'0'8'16,"0"0"8"-16,0 0-4 15,-1 0-8-15,1 0-2 16,-5 0-4-16,1 0 4 16,-2 0-2-16,-2 0 0 0,-4 0-2 15,2 0 4-15,-3 0-2 16,1 0 1-16,-3 0-1 16,2 0 0-16,-2 0 0 15,4 0-1-15,-4 0 1 16,3 3 0-16,0-3 0 0,-2 4 0 15,1-3 0-15,0 2 0 16,0-3 0-16,-3 2 0 16,1 1 0-16,-3-3 0 15,1 0 1-15,-4 0-1 0,0 0 0 16,0 0 0-16,-2 0 1 16,2 0-1-16,1 0 0 15,-1 2-1-15,1-1 1 16,-1 1 0-16,4 1 0 15,-3-1 1-15,1 1-1 16,-2 1 0-16,0-2 1 0,-1 1 0 16,-2 0-1-16,0-1 0 15,-4 0 0-15,1-1 0 16,-2-1-1-16,2 2 1 16,1 1-1-16,-2-3-8 15,-1 0-17-15</inkml:trace>
  <inkml:trace contextRef="#ctx0" brushRef="#br0" timeOffset="2797.25">11241 3567 51 0,'-6'0'1'0,"1"0"1"0,3 0-2 16,2 0-7-16,0 0-19 15,-3 0 18-15,3 0 6 16,-1 0 3-16,-1 1-1 16,1 3 0-16</inkml:trace>
  <inkml:trace contextRef="#ctx0" brushRef="#br0" timeOffset="4222.42">11224 3461 0 0,'0'0'20'0,"0"0"-14"15,0 0 1-15,0 0-3 0,0 0-2 16,31-31 0-16,-24 27 5 16,-4-1-6-16,3 0 0 15,-1 0 0-15,0 2-1 16,1-1 1-16,0 0-1 15,2 1 0-15,-1-2 0 16,1 4 1-16,0-4-1 0,0 2 0 16,-2 1 0-16,2 1 0 15,0-2 0-15,1 1 0 16,-1 0 0-16,3 1 0 16,-3-1 0-16,3-1-2 15,-1 3-1-15,-1-3-3 0,2 1 5 16,-1-1 0-16,-2 3 0 15,1-1-2-15,1-1-4 16,-2 0 2-16,-2 2 4 16,2-1 1-16,0-1 1 15,2 1 2-15,-3 1 4 16,6-4-4-16,-3 3 0 0,2-2-1 16,1 1 0-16,3-1-1 15,-2 0-1-15,4 1 1 16,-6-1-1-16,6 1 0 15,-4-1 1-15,0 0 0 16,1 1 2-16,-3-1 2 16,4-1 0-16,-2 4 0 0,1-4-1 15,2 3-3-15,-1-2 0 16,0 3-1-16,1-2 0 16,1 0 0-16,-2 2 0 15,1-1 0-15,-1 1 0 0,-2 0-1 16,0 0 1-16,-1 0-4 15,-2 0 1-15,0 0 0 16,0 0 3-16,2 0 1 16,-2 0-2-16,0 0 1 15,2 0 0-15,-2 0 1 0,2 0-1 16,-4 0-1-16,2 0 2 16,-4 0-2-16,2 0 1 15,-2 0 0-15,-1 0-4 16,2 0-1-16,1 0 5 0,-1 0 0 15,3 0 0-15,1 0 0 16,-1 0 0-16,1 0 0 16,-2 0 0-16,3 0 0 15,-1 0 1-15,-2 0-1 16,-1 0 1-16,2 0-1 16,0 0 2-16,-1 0-2 0,1 0 0 15,2 0-3-15,-4 0-9 16,2 0-5-16,0 0 4 15,-3 0 2-15</inkml:trace>
  <inkml:trace contextRef="#ctx0" brushRef="#br0" timeOffset="19256.07">18633 893 51 0,'0'0'11'16,"0"0"4"-16,0 0-4 0,0 0 0 15,0 0 0-15,17-29 8 16,-12 23 0-16,-2 0-12 15,1 1 4-15,-3 0 0 16,1 2-2-16,-2 0-5 16,0 1-3-16,0 1-1 0,0 1 1 15,-3-2-2-15,-2 2-1 16,-2 0-1-16,0 0 2 16,-1 0 6-16,1 0 0 15,1 0-1-15,-4 5-3 16,4 1 0-16,-2 4 0 0,0 1-1 15,0 2-1-15,2-1 1 16,0 3 0-16,-2-3 0 16,1 4 0-16,4-2 1 15,2-1 0-15,1 0 2 16,0 1 0-16,0-1-1 0,3-2-1 16,3 0 1-16,0-2-2 15,1-1 7-15,2-3-7 16,-1 0 5-16,3 0-3 15,2-4 1-15,4 1 1 16,4 1-1-16,1-3-2 0,2 0-24 16,0 0-51-16</inkml:trace>
  <inkml:trace contextRef="#ctx0" brushRef="#br0" timeOffset="19902.71">18766 1207 94 0,'0'0'20'0,"0"0"19"15,0 0-14-15,0 0-13 16,0 0-4-16,0 0-4 0,0 0-2 16,0 0 0-16,22-27 2 15,-14 19-3-15,-1 0 2 16,1-3 1-16,0 2 6 16,-2-2-4-16,2 1-3 0,-2-3-2 15,-1 1 0-15,0-1-1 16,-2-1 0-16,-3-2 0 15,-2 2-1-15,2 1 1 16,0-3 1-16,-1 3 0 16,1 2 2-16,-3 2 2 15,3 1-3-15,-2 1 0 0,2 3-2 16,0 2-1-16,-2 0 1 16,1 2-2-16,-2 0-4 15,-2 0 1-15,0 2 3 16,-1 3-2-16,1 3 3 15,0 1 1-15,2 2-2 0,1-1 2 16,2 1 0-16,0 2 0 16,0-4-1-16,4 2 1 15,0-1 0-15,1-2-1 16,0 1 0-16,-2 1 1 16,2-2 0-16,-2 0 1 0,0 0-1 15,0-4 0-15,1 1 1 16,-1 0 2-16,0 0-2 15,2-2 3-15,-1 0-2 16,1-1 2-16,3 1-1 16,2-3 0-16,4 0 3 15,0 0-15-15,0 0-23 0,-1-2-51 16</inkml:trace>
  <inkml:trace contextRef="#ctx0" brushRef="#br0" timeOffset="20116.32">18782 1066 166 0,'0'0'-4'0,"0"0"51"0,0 0-7 15,0 0-10-15,0 0-18 16,0 0-13-16,38-32 3 15,-3 27 0-15,9 4 1 16,1-4-28-16,1 2-75 0</inkml:trace>
  <inkml:trace contextRef="#ctx0" brushRef="#br0" timeOffset="21553.68">18210 3684 104 0,'0'0'6'15,"0"0"25"-15,0 0-10 16,0 0 0-16,0 0-4 16,1-28-5-16,-1 25-3 0,0 1 1 15,0 0-2-15,0 2-6 16,0 0-3-16,0 0-3 16,0 0-1-16,2 5-3 15,-1 3 7-15,3 2-2 16,-3 1 2-16,2 1 1 0,0 6 0 15,1-1-2-15,-1 2 2 16,2 0 1-16,-2 2 1 16,1-2 3-16,1-2-3 15,0 2 0-15,-2-4-1 0,0-3 1 16,1-1-2-16,-3-1 0 16,1-4-3-16,-2 1 4 15,1-4-3-15,-1 2 3 16,0-4 2-16,0 2-2 15,0-3 1-15,0 0-1 16,0 2 0-16,0-2 1 0,0 0 0 16,0 0 1-16,0 0-1 15,0 0 2-15,0 0-2 16,0 0-14-16,0-3 2 16,2-4 6-16,-1 3 2 15,-1-3 2-15,2-1 4 0,1-1-4 16,0 1 0-16,1-3 0 15,0 1 0-15,-1 1-1 16,4-1-1-16,-1 1 1 16,-1 1 2-16,3 0 0 15,0 3 0-15,1 0-1 0,1 2 0 16,-1 0 0-16,-1 1 0 16,3 2 0-16,-1 0-1 15,-1 0 0-15,2 0 0 16,-3 4 1-16,0 0 1 15,0 1-1-15,-3 2 0 0,1-1-1 16,-2 2 0 0,0 1-3-16,-1 1 7 0,-1 1-5 15,0 0 5-15,-2 0 1 16,0 0-9-16,0 2-16 16,0 0-24-16,0-5-26 0</inkml:trace>
  <inkml:trace contextRef="#ctx0" brushRef="#br0" timeOffset="22202.03">18593 4025 99 0,'0'0'15'16,"0"0"25"-16,0 0-6 15,0 0-13-15,0 0-8 16,0 0 2-16,0 0-9 16,0 0-4-16,0 0 2 0,0 0 0 15,0 0 1-15,0 0 1 16,-3-28 6-16,3 21-6 15,0-1-6-15,0-1 1 16,0 1 0-16,0-3 0 16,0-2 0-16,0-1 1 0,0-4-2 15,2 1-5-15,-2 0-3 16,0-1 3-16,1 1 4 16,1 1 1-16,-2 3 5 15,0 4-5-15,-2 1-2 16,2 0 1-16,0 5 1 0,0-1 1 15,0 3-2-15,0 1-1 16,0 0-6-16,0 0-2 16,0 1 1-16,0 6 7 15,0 2-2-15,2 4 3 16,-2 0 1-16,0 2 1 0,0 0-1 16,0-3 3-16,0 1-1 15,0-3 0-15,3-1 0 16,2 1 1-16,0-2-2 15,3 1 1-15,0-1 0 16,-1 2 1-16,1-3-1 0,0 1 2 16,0 0-2-16,0-3-2 15,-1 0-6-15,-1 0 1 16,0-2-4-16,1 0 0 16,-3-1-8-16,3-2-6 15,-1 0-12-15,-1 0-23 0,-2-2-44 16</inkml:trace>
  <inkml:trace contextRef="#ctx0" brushRef="#br0" timeOffset="22495">18641 3901 70 0,'0'0'30'0,"0"0"0"16,0 0-7-16,0 0-9 16,0 0-6-16,0 0 3 15,0 0 3-15,0 0-12 0,0 0 4 16,38-9-3-16,-19 4-2 15,6 2-1-15,1-2 1 16,-2-1-31-16,1-2-67 16</inkml:trace>
  <inkml:trace contextRef="#ctx0" brushRef="#br0" timeOffset="23879.45">10299 1377 53 0,'0'0'46'0,"0"0"-36"16,0 0 5-16,0 0-6 15,0 0-4-15,2-29-1 16,-4 26-1-16,-1-2 1 0,0 1 0 16,0 0 3-16,-2 1 7 15,2 0 4-15,-2 1-6 16,-1 1-12-16,-1 1-5 16,-2 0 1-16,-2 0 1 15,1 3 1-15,1 3-1 16,-3 1 4-16,1 1-2 0,0 0-8 15,2-1 9-15,-2 3-7 16,1-1 8-16,2 3 1 16,0 0-3-16,2 1 0 15,3 1-1-15,0 1 2 16,1 0 1-16,2 0-2 0,0 1 1 16,2-2 0-16,2 0-2 15,3-1 4-15,1-1 0 16,1 1-1-16,1-2 3 15,1 0-1-15,3 0 3 16,-1-1 0-16,4 1 3 0,-1-1-31 16,0-4-66-16</inkml:trace>
  <inkml:trace contextRef="#ctx0" brushRef="#br0" timeOffset="24406.58">10342 1824 92 0,'0'0'-2'15,"0"0"3"-15,0 0 2 16,0 0-2-16,33-10 0 15,-26 4 2-15,1-2-2 0,-2-3 3 16,0 2 13-16,1-4-2 16,-1 0 0-16,-1 0-9 15,-1-1-4-15,1 0-2 16,0 0 1-16,0-1 0 16,-4 1-1-16,2 0 0 0,-3 1 1 15,0 4 3-15,0-1 10 16,0 4 7-16,0 1-8 15,0 2-13-15,0-2-2 16,0 5 2-16,0 0-2 16,0 0-8-16,0 2 2 0,0 6 1 15,0 1-1-15,2 1 5 16,-2 2-6-16,2 1 3 16,-1 1 1-16,2 1 2 15,1-1 0-15,-1-1 4 0,0-1-1 16,2-2 0-1,-1-2 1-15,3 0 1 0,-3-4 3 16,3 1 1-16,2-3 2 16,1-1 3-16,1-1-2 15,0 0-5-15,0-3-38 16,2-6-42-16</inkml:trace>
  <inkml:trace contextRef="#ctx0" brushRef="#br0" timeOffset="24647.78">10437 1696 52 0,'0'0'19'0,"0"0"0"16,0 0 8-16,0 0-10 15,0 0-3-15,0 0 4 0,0 0 1 16,0 0 0-16,0 0 3 15,0 0 4-15,0-4-14 16,10 1-12-16,1-2 1 16,6 2-1-16,-1-2-38 15,3 1-28-15,-2-3-36 16</inkml:trace>
  <inkml:trace contextRef="#ctx0" brushRef="#br0" timeOffset="24925.35">10634 1692 107 0,'0'0'18'0,"0"0"17"0,0 0 1 15,0 0-14-15,0 0-1 16,28-20-4-16,-21 15-9 16,1 2-7-16,-1 0 0 15,3 1-1-15,1 0 1 0,-1 2-3 16,2 0-29-16,-1 0-24 16,-1 0-40-16</inkml:trace>
  <inkml:trace contextRef="#ctx0" brushRef="#br0" timeOffset="25096.64">10865 1556 239 0,'0'0'22'0,"0"0"2"0,0 0-18 15,0 0-13-15,0 0-1 16,27 46 0-16,-24-14-17 15,-1 3-74-15</inkml:trace>
  <inkml:trace contextRef="#ctx0" brushRef="#br0" timeOffset="26347.04">10596 3337 63 0,'0'0'-2'15,"0"0"11"-15,0 0 4 0,0 0-1 16,0 0 0-16,0 0 2 15,0 0-11-15,0 0-7 16,0 0-2-16,0 0 2 16,0 0 3-16,0 0 3 0,0 0-1 15,6 21 3-15,-1-6 0 16,0 3-2-16,2 1-1 16,0 0 1-16,-1-2 0 15,2 2-1-15,-2-3 0 16,1-3 0-16,-2 0 1 0,-1-5-1 15,-2-1 0-15,1 0 0 16,-1-4 0-16,-1 0 2 16,1-1-2-16,-2-2 1 15,0 0 3-15,0 0 3 16,0 0 11-16,0-5-13 16,0-5-3-16,1-1-1 0,3-1 0 15,0-3-3-15,1 0-5 16,3-3 3-16,0 2 1 15,3 0 1-15,-1 2 1 16,-1 1-1-16,1 4 2 16,-1 1 5-16,1 3 6 0,-1 0 1 15,1 2-5-15,2 3-6 16,-2 0-2-16,-1 8-3 16,2 2 0-16,-1 6-2 15,-2 1 2-15,0 5 4 16,-3 2 1-16,1 6-24 0,-6 0-34 15,0 0-34-15</inkml:trace>
  <inkml:trace contextRef="#ctx0" brushRef="#br0" timeOffset="26814.38">10838 3771 60 0,'0'0'62'0,"0"0"-46"16,0 0-18-16,0 0-2 15,0 0 6-15,0 0-2 16,0 0-2-16,0 0-2 16,0 0 6-16,0 0 1 15,7 8 8-15,-3-16 2 0,4-1-7 16,0-4-2-16,2-1-1 15,-4 1-2-15,2-1 1 16,-2-2-2-16,-2 3-1 16,-1 1-3-16,-2 1 2 15,-1 3 2-15,0 1 1 0,0 3 4 16,0 0-4-16,0 3 6 16,0-1 5-16,0 2-4 15,0 0-17-15,0 3 5 16,0 2 1-16,0 3-1 15,5 2 4-15,-2-2 5 0,4 3 0 16,-1-2-2-16,3 1 2 16,1-2-2-16,-2 0 0 15,1 0 1-15,1-2 0 16,-2-1-1-16,-2-1-3 16,2-2-11-16,-3 0-22 15,0-2-26-15</inkml:trace>
  <inkml:trace contextRef="#ctx0" brushRef="#br0" timeOffset="27025.27">10857 3705 139 0,'0'0'36'0,"0"0"3"16,0 0-22-16,0 0-10 0,0 0-2 15,0 0-1-15,0 0-3 16,0 0 3-16,32-29-2 16,-19 28-1-16,3-2-6 15,-4-1-45-15,1 0-59 16</inkml:trace>
  <inkml:trace contextRef="#ctx0" brushRef="#br0" timeOffset="27295.2">11065 3676 85 0,'0'0'66'0,"0"0"-22"15,0 0-13-15,0 0-19 16,0 0-10-16,0 0-1 16,0 0-1-16,30-27 0 15,-19 24-12-15,2-2-15 16,-3 2-20-16,1-2-7 0,-2 4-18 16</inkml:trace>
  <inkml:trace contextRef="#ctx0" brushRef="#br0" timeOffset="27494.1">11198 3561 46 0,'0'0'132'16,"0"0"-92"-16,0 0-19 15,0 0-13-15,0 0-5 0,0 0-5 16,0 0 4-16,11 33-1 15,-6-11 2-15,-2 8 5 16,-1 2-33-16,-2 3-70 16</inkml:trace>
  <inkml:trace contextRef="#ctx0" brushRef="#br0" timeOffset="31441.1">11810 4292 54 0,'0'0'15'0,"0"0"13"0,0-2 4 16,0 2-2-16,0 0-9 16,0 0-9-16,0 0-9 15,0 0-3-15,4 0-2 16,2 0 2-16,4 0 0 15,-1 0 0-15,2 3-1 0,3 2-1 16,1 3-1-16,-1 0 2 16,-1 1 0-16,2 1-1 15,0-1 3-15,-3-2-1 16,3 1 1-16,-3-2 1 16,1-1-1-16,-2-2-10 0,-1-1-47 15,-2-2-6-15</inkml:trace>
  <inkml:trace contextRef="#ctx0" brushRef="#br0" timeOffset="31725.5">12001 4285 51 0,'0'0'10'0,"0"0"7"0,0 0 0 15,0 0-1-15,-29-16-2 16,24 16-1-16,2-1 1 16,0 1 4-16,0 0-8 15,0 1-8-15,0 7-8 0,-2 3 5 16,0 4-1-16,-3 1 2 16,0 3 0-16,0 1-1 15,-1 1 2-15,-2-1 1 16,-2 1-1-16,2 0 0 15,0-4-28-15,1-3-46 0</inkml:trace>
  <inkml:trace contextRef="#ctx0" brushRef="#br0" timeOffset="32559.32">12115 4517 20 0,'0'0'13'0,"0"0"-7"16,0 0 5-16,0 0-1 16,0 0-3-16,0 0-3 15,0 0 0-15,0 0 0 0,0 0 4 16,0 0 5-16,0 9 17 15,2-9 5-15,-2 0-20 16,0-4-13-16,1-1-1 16,-1-2 1-16,3-2-2 0,-1 1 0 15,-1-3 2-15,1 0-1 16,0-2-1-16,-1 0 1 16,1 1-1-16,-2-4 1 15,1 3-1-15,1 1 1 16,1-1-1-16,-1-1-1 15,-1 2 0-15,1 3-2 0,0 1 0 16,-2 2 3-16,0 3-1 16,0-1 2-16,0 4-1 15,0 0 2-15,0 0-2 16,0 0-1-16,0 0-8 0,0 4 8 16,0 2 0-16,1 3 0 15,1 1 2-15,-1-1-1 16,-1 3 0-16,0-3-1 15,2 2-1-15,1-1-2 16,-1-1 3-16,-1-1-3 16,2 0 4-16,1-2 1 0,0 2 0 15,-1-1 1-15,1-1 0 16,2-1 1-16,-1-1 1 16,0 1 0-16,1-2 0 15,0 2 0-15,1-2-2 16,0 1 0-16,-2-1-1 0,2-2 0 15,-3 1 0-15,1-1 1 16,0-1-1-16,0 0 1 16,1 0 0-16,-3 0 1 15,3 0-1-15,-2 0-11 16,0-1-19-16,-2-1-7 16,0 1 5-16,-2-1 11 0,0 1-7 15</inkml:trace>
  <inkml:trace contextRef="#ctx0" brushRef="#br0" timeOffset="33050.68">12140 4422 25 0,'0'0'15'16,"0"0"1"-16,0 0 1 15,0 0 0-15,0 0 2 16,29-24-3-16,-20 18-2 16,1-1 0-16,3 1-8 15,-2 1-6-15,1 0 1 0,4 2-1 16,0 2 1-16,0-3-7 16,0 1-38-16</inkml:trace>
  <inkml:trace contextRef="#ctx0" brushRef="#br0" timeOffset="35374.75">18735 823 56 0,'0'0'5'0,"0"0"7"16,0 0-10-16,0 0-4 0,0 0-12 15,0 0 0-15,0 0 0 16,0 0 11-16,0 0 6 15,0 0 2-15,0 0 1 16,0 0-4-16,17-16-2 16,-17 15-13-16</inkml:trace>
  <inkml:trace contextRef="#ctx0" brushRef="#br0" timeOffset="37132.21">18735 823 23 0,'7'-27'41'0,"-10"24"-35"16,2 0 0-16,-2 1 2 15,1-1 3-15,0 2 2 16,1-3-4-16,1 4-4 15,0 0-4-15,-2-1 0 0,2 1-1 16,0 0 1-16,-1 0-1 16,1 0 0-16,-2 0 0 15,2 0 0-15,-3-3 0 16,1 3 1-16,-1-3 0 0,0 1 0 16,-2 2-1-16,0-3 0 15,2 1 1-15,-3-1 4 16,1 3 1-16,0-3 4 15,1 0-2-15,-1 1-5 16,-1 2-2-16,1-3-1 16,-2 1 0-16,-1 2 1 0,1 0-2 15,-1-1 4-15,0-1-3 16,1 1 8-16,-1 1-4 16,2-4-3-16,-5 4 0 15,5-3-1-15,-2 3 0 16,0 0 0-16,0-1-1 0,-2 1 2 15,4 0 0-15,0 0-1 16,-2 0 0-16,3 0 0 16,0 0-1-16,2 0 1 15,0 4-1-15,-2-4 1 16,-1 7 0-16,-1-6 0 0,3 4 1 16,-1 0-2-16,-1-2 1 15,2 2 0-15,0 0-1 16,-3 1 1-16,3-1 0 15,-4-1 0-15,0 4 0 0,0-3 0 16,0 3 0-16,1-2 0 16,0 2 0-1,-1 2 1-15,1-2-1 0,1 3-1 16,0-3 1-16,-1 3-1 16,4-2 1-16,-2 1-1 15,2-1 1-15,-2 1-1 0,1-1 1 16,0-1-1-16,0 3 1 15,-1-1-1-15,2 1 1 16,0 0 0-16,-1-1 0 16,3 2-1-16,1-2 0 15,0 3-3-15,0-2 4 16,0-2-1-16,0 4-1 0,0-2 1 16,0-2 1-16,0 4-2 15,1-3 1-15,1 2 0 16,1-1 0-16,0-1-2 15,0 1 3-15,1-1-2 0,0-1 1 16,1-1 1-16,-2 0-1 16,4 0 1-16,-1 0 1 15,-1 0-2-15,1-2 2 16,0 2 0-16,1 0-2 16,-1 1 3-16,1-1-1 0,0 0 0 15,1-1-1-15,-1 2 0 16,-1-2 0-16,-1 0 3 15,1 0-3-15,1-1 0 16,-3 1 0-16,3-1-1 16,-1-1 2-16,2 1-1 15,0 0-1-15,1 1 2 0,1-1 0 16,-1-1 0-16,1 3 0 16,1-2 0-16,-3-1-1 15,-2 0 0-15,4-1-1 16,-2 1 0-16,-2-2 1 0,0 0 6 15,5 2 1-15,-1-2-4 16,1 0-1-16,0 2 0 16,2 0 0-16,-2-2-1 15,2 0-1-15,-4 1 1 16,4-1 0-16,-4 0-1 16,4 0 1-16,-2-1-1 15,2 1 0-15,1 2 0 0,-1-4 0 16,3 2 0-16,0 0 1 15,1-1-1-15,0 1 0 16,-1-3 2-16,2 2-1 0,-4-2-1 16,-1 0 2-16,-1 0-1 15,-2 0-3-15,1 0 6 16,0 0-3-16,-1 0 1 16,2-2-2-16,-1 1 1 15,1-3 0-15,-1 1 0 0,0-1-2 16,0-1 3-16,-2 2-2 15,2-2 2-15,-3-3-1 16,-1 3 0-16,1-3 3 16,-4 2 8-16,1-2-5 15,1 2 2-15,-2-2 2 16,-1 1-6-16,0-2 0 0,0 1 1 16,0 0-5-16,-1-2 1 15,1-1-1-15,0 2-1 16,-1-2 0-16,1 1 0 15,0-1 1-15,0 2-2 16,-1-1 2-16,0 2-2 0,-1 0 1 16,1 2 0-16,-2-2 1 15,0 0-1-15,0 0 1 16,0-1-1-16,0 1-1 16,0-2-1-16,-2 2 3 15,-1-3-1-15,0 3 0 16,0-1 2-16,1 1 1 0,-1-2-3 15,0 1 0-15,0-2 1 16,-1 3 0-16,1-2-1 16,2-1 0-16,-3 2 0 15,3-1 1-15,-2-1-1 0,-1 1 0 16,3 1 0-16,-2-2-1 16,1 3 2-16,-1-2-1 15,0 1 0-15,0 1-2 16,-1 0-2-16,0 0 3 15,2 0 2-15,-3 0-1 16,1 2-2-16,-3 0 3 0,1-1-2 16,-2-1 1-16,-2 3-2 15,3-2 4-15,-1-1-1 16,0 3-1-16,0-1 2 16,1-1 0-16,1 2 0 15,-2 1-1-15,-1-1-2 16,-2-1-3-16,-2 1 1 0,-3 2 1 15,-1 1 1-15,-4 2 0 16,-1 0-6-16,-4 0-12 16,1 3-22-16,-4 2-44 0</inkml:trace>
  <inkml:trace contextRef="#ctx0" brushRef="#br0" timeOffset="41734.71">18419 538 6 0,'0'0'28'16,"0"0"0"-16,0 0-5 16,0 0-17-16,0 0-2 15,0 0 0-15,2 0-4 0,1 0-2 16,-2 0 2-16,4 0 0 15,-2 0 2-15,2 1-2 16,0 1 0-16,-1 0 0 16,1 1 0-16,0 0 0 15,1 0 1-15,-2 0-1 0,0 0-1 16,3 1 1-16,-3-1 1 16,-2-2-2-16,1 1 1 15,-3-2 0-15,0 3 1 16,0-3 5-16,0 0-2 15,0 0-2-15,0 0-2 0,2 0 0 16,-2 0 2-16,0 0-1 16,0 0 3-16,0 0 15 15,1 0 3-15,-1-3-20 16,2 0 1-16,-1-2 2 16,3-1-2-16,-1-1 2 15,3-1 0-15,1 0-1 0,0 1-2 16,3-3-1-16,1 2-1 15,0-1 1-15,-3 1-2 16,2-2 2-16,1 2 0 16,-5-1-1-16,0-2 0 0,2 4 0 15,-1-4 0-15,1 3 0 16,-2-1 0-16,0-1 3 16,2 2 0-16,-1 0 0 15,-1 2 0-15,-1 0 1 16,-2 1-1-16,0 2-1 15,0 0-1-15,-1-1-1 16,-1 3 1-16,-1-1 0 0,2 1 2 16,-2-1 3-16,0 2 0 15,0 0 4-15,0 0-1 16,2 0-6-16,-2 0-2 16,1 0 0-16,1 0-3 0,2 0 1 15,4 5-2-15,0 3-1 16,0-2 4-16,-1 0-1 15,-3-2-12-15,-1 0-20 16,-3-2-46-16</inkml:trace>
  <inkml:trace contextRef="#ctx0" brushRef="#br0" timeOffset="47217.33">18541 3616 75 0,'0'0'17'15,"0"0"6"-15,0 0-4 0,0 0-5 16,0 0-3-16,0 0-5 15,0 0 3-15,0 0 2 16,0 0-7-16,0 0-3 16,0 0-2-16,0 0-1 15,-6-8-1-15,4 8-4 0,1-1 5 16,-1-1 2-16,0 0 1 16,-1-1 0-16,2 0 0 15,-3 1 0-15,4-2 0 16,-1 0 4-16,1 3-1 15,0-2-2-15,0 1-2 0,-2 2-1 16,-1-3-2-16,0 3-2 16,-2-2-2-16,0 1 6 15,2 1 1-15,-2-2 1 16,1-1 0-16,-1 1 0 0,2-2 1 16,-2 1-1-16,-1-1 1 15,-1 0-1-15,1 0-1 16,0 0 0-16,-1 0-1 15,-1 3 1-15,2-2-3 16,-3 0 2-16,1 1-1 16,-4-1-4-16,1 1 1 15,-1 2 5-15,1-3 0 0,-1 3 0 16,1-3 0-16,2 1 2 16,-1 1 3-16,1-2 1 15,-1-1 0-15,2 3 1 16,2-2-6-16,-2 3 0 15,0-2-1-15,2 0 0 0,-4 1 2 16,-1-1-1-16,0 1 1 16,2-1 0-16,-4 2 4 15,3 0-1-15,2 0-2 16,-1 0-1-16,1 0-3 16,2 0 2-16,-2 2-1 0,0 1-1 15,0 3 1-15,-2 1 0 16,-1-1 0-16,-1 2 0 15,-1 1-1-15,0 1 1 16,1-1 0-16,-1-1 0 0,2 2-2 16,0-2 1-16,3 0 1 15,0-2 0-15,1 0 1 16,1 1-1-16,1-1 0 16,-1 0 0-16,0 2 0 15,-1 0 0-15,3 0 0 16,-1 2 0-16,0-1-1 15,2 1 2-15,-2-1-1 0,2 4 0 16,0-2 0-16,0 0 0 16,1 0 0-16,2 0 0 15,0 0 0-15,0 1 0 16,0-1 1-16,0 0-1 0,0 0-1 16,0 0 2-16,0 2-1 15,3-2 0-15,-1 1 0 16,-1 1 0-16,1-2 0 15,1 0 1-15,-1 0-1 16,-1-3-2-16,2 2 2 16,1-2 0-16,-1 1 1 0,0-1-1 15,2 2 1-15,-1-2 0 16,0 1 0-16,0-1-2 16,0 2 1-16,2-2 0 15,-1 1 0-15,-1 1 0 16,1-2 1-16,0 1-1 0,0-1 0 15,-1 0 0-15,3 1 0 16,-1-1 0-16,1 2 0 16,2-1 1-16,-1-1-2 15,1 0 0-15,1 2 1 0,0-2 1 16,1-2 0-16,-2 0 0 16,1 2-2-16,1-3 1 15,0 3 0-15,3-2-1 16,2 1 1-16,0-1 0 15,1 2 0-15,1-2 0 0,-1-1 2 16,-1 1-2-16,1 1 0 16,-2-3 0-16,-1 1 0 15,2 0 1-15,-2-2-1 16,4 4 0-16,-3-3 0 16,3 1 2-16,-1 0-2 0,2-2 1 15,-1 2-1-15,1-4 0 16,-5 2 0-16,0 1 0 15,1-3 0-15,-6-1 1 16,-1 3-1-16,0-3 1 16,0 0 1-16,-5 0 3 15,2 0 0-15,-2 0 1 0,2 0 3 16,0 0-3-16,1 0 1 16,0 0-4-16,2 0-1 15,0 0 3-15,2-3-4 16,-2 2-1-16,1-1 1 0,2 0-1 15,-1 1-1-15,-1-1 2 16,1 2-1-16,1-1 0 16,-3 1 0-16,0 0 1 15,-2 0-1-15,2 0 0 16,-3 0 0-16,3 0 0 16,0-3 1-16,0 3-2 0,3-2 2 15,-2-1-1-15,2 0 0 16,0-1 1-16,2 0-1 15,0-1 1-15,-2 0 1 16,2 0 0-16,-2 1-1 16,0-1 2-16,0 0-3 0,-2 0 1 15,-1 2-1-15,0-2 1 16,-1 2 0-16,0-1-1 16,-2-3 1-16,0 2 2 15,1 1 5-15,-1-4-4 16,0 0-3-16,-2 0 0 0,2 2-1 15,-2-2 0-15,-1 1 1 16,1 1 0-16,-2 1-1 16,1-1 4-16,-2-1 5 15,1 1-3-15,1-2-6 16,-2 0 1-16,2-1 0 0,-2 1 0 16,0-2 4-16,0 1-3 15,0-1 0-15,0-1 2 16,0 2 1-16,0-2 10 15,-2-1-14-15,2 1 0 16,-3-1-1-16,3-1 1 0,-2 0-1 16,-2 1-1-16,2-1 0 15,-1 0 1-15,1 1 1 16,-1-3 0-16,0 1-2 16,0 4 1-16,-2-2 0 15,2 2-1-15,-2-1 1 0,2 3 2 16,0-1-2-16,-1 1 1 15,3 1 0-15,-1 1-1 16,-1 0 0-16,2-1 0 16,-1 1 0-16,2 0 1 15,-3 1-2-15,1 0 1 16,1-1 0-16,1 1 0 0,-2 0 0 16,0 2 0-16,1-2-1 15,-2 1-3-15,1 0 1 16,1 0-3-16,-3 1 0 15,1-2 0-15,0 0 1 0,-2 0 2 16,0 2 0-16,2-2 2 16,-1 1 0-16,-1-1 0 15,-2 2 1-15,3-2 0 16,-3 0 0-16,-1 2 1 16,0-2-1-16,2 0 0 15,-2 2 1-15,2-1 1 0,-2 0-2 16,2 1 3-16,-1 0-1 15,1-2-1-15,0 1-2 16,-4 0 3-16,1 0-5 16,-4-1 3-16,-1-2-2 0,-1 1 4 15,-2 0-2-15,-1-1-1 16,1 1 2-16,-5 0-6 16,-4-1-4-16,1 4 1 15,-4 2-10-15,-5 1-3 16,-3 0-26-16,-1 0-24 0,-2 0-54 15</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4-08-17T06:38:54.367"/>
    </inkml:context>
    <inkml:brush xml:id="br0">
      <inkml:brushProperty name="width" value="0.05292" units="cm"/>
      <inkml:brushProperty name="height" value="0.05292" units="cm"/>
      <inkml:brushProperty name="color" value="#FF0000"/>
    </inkml:brush>
  </inkml:definitions>
  <inkml:trace contextRef="#ctx0" brushRef="#br0">11468 1545 14 0,'0'0'11'16,"0"0"-10"-16,0 0-1 16,0-2 0-16,0 2 0 0,0-1 1 15,0 1 3-15,-2-2 9 16,2 2-6-16,0 0-2 16,0-2-3-16,0 2-1 15,0 0-1-15,0 0-8 16,0 0-7-16,0 0 10 15,0 0 1-15,0 0-3 0,4 0 1 16,0 0 6-16,1 0 1 16,0 0 0-16,0 0 2 15,2 0-7-15,-3 0 5 16,2 0 4-16,0 0-4 16,1-1-2-16,1 1-6 0,-4 0-6 15,4-2 12-15,-1 1 1 16,-3 1 1-16,1-3 1 15,1 1 3-15,2 0 0 16,-3 1-3-16,3-1-1 0,-2 2-1 16,1-1 0-16,1 1 0 15,-4 0 1-15,3 0 1 16,-1 0-1-16,-1 0-1 16,1 0 1-16,1 0 3 15,-1 0 0-15,-1 0 0 0,-1 1-4 16,1 1 0-16,2-1 0 15,-1-1 0-15,0 2 0 16,2-2 0-16,2 0 1 16,-1 0-2-16,2 0 2 15,-1 0 0-15,-1 0-1 16,-2 0-1-16,2 0 2 0,-1 0-2 16,-2 0 1-16,2 0 0 15,2 0 0-15,3 0 0 16,-2 0-1-16,5 0 1 15,-1 0 0-15,3 0 0 0,-1 0 0 16,1 0 0-16,1 0 0 16,0 0 0-16,-2 0 0 15,2 0 0-15,2 0 0 16,-2 0 0-16,2 0 0 16,-4 0 0-16,4 0 0 15,-1 0 0-15,2 0 0 0,-1 0-4 16,1 2 3-16,-1-1 1 15,1 1-1-15,0-2 1 16,-1 3 1-16,0-3-1 16,-1 1-28-16</inkml:trace>
  <inkml:trace contextRef="#ctx0" brushRef="#br0" timeOffset="526.91">13607 1504 0 0,'23'0'2'0,"-1"0"-1"0,-2 0 2 15,4 0-2-15,-2 0-1 16,2 0 0-16,-2 0 0 15,-1 0 0-15,3-2-1 16,-2 2 2-16,0-2-1 0,2 1 2 16,0 1 3-16,1-2-2 15,0 1-3-15,1 1-2 16</inkml:trace>
  <inkml:trace contextRef="#ctx0" brushRef="#br0" timeOffset="691.3">14430 1491 10 0,'32'0'3'0,"1"0"5"0,-2-2-5 16,0 2-3-16,-1 0 1 16,-1 0-3-16,1-1-7 15,0 1-5-15</inkml:trace>
  <inkml:trace contextRef="#ctx0" brushRef="#br0" timeOffset="1685.93">17605 1551 27 0,'32'0'8'16,"0"0"8"-16,0 0-4 15,-1 0-8-15,1 0-2 16,-5 0-4-16,1 0 4 16,-2 0-2-16,-2 0 0 0,-4 0-2 15,2 0 4-15,-3 0-2 16,1 0 1-16,-3 0-1 16,2 0 0-16,-2 0 0 15,4 0-1-15,-4 0 1 16,3 3 0-16,0-3 0 0,-2 4 0 15,1-3 0-15,0 2 0 16,0-3 0-16,-3 2 0 16,1 1 0-16,-3-3 0 15,1 0 1-15,-4 0-1 0,0 0 0 16,0 0 0-16,-2 0 1 16,2 0-1-16,1 0 0 15,-1 2-1-15,1-1 1 16,-1 1 0-16,4 1 0 15,-3-1 1-15,1 1-1 16,-2 1 0-16,0-2 1 0,-1 1 0 16,-2 0-1-16,0-1 0 15,-4 0 0-15,1-1 0 16,-2-1-1-16,2 2 1 16,1 1-1-16,-2-3-8 15,-1 0-17-15</inkml:trace>
  <inkml:trace contextRef="#ctx0" brushRef="#br0" timeOffset="2797.25">11241 3567 51 0,'-6'0'1'0,"1"0"1"0,3 0-2 16,2 0-7-16,0 0-19 15,-3 0 18-15,3 0 6 16,-1 0 3-16,-1 1-1 16,1 3 0-16</inkml:trace>
  <inkml:trace contextRef="#ctx0" brushRef="#br0" timeOffset="4222.42">11224 3461 0 0,'0'0'20'0,"0"0"-14"15,0 0 1-15,0 0-3 0,0 0-2 16,31-31 0-16,-24 27 5 16,-4-1-6-16,3 0 0 15,-1 0 0-15,0 2-1 16,1-1 1-16,0 0-1 15,2 1 0-15,-1-2 0 16,1 4 1-16,0-4-1 0,0 2 0 16,-2 1 0-16,2 1 0 15,0-2 0-15,1 1 0 16,-1 0 0-16,3 1 0 16,-3-1 0-16,3-1-2 15,-1 3-1-15,-1-3-3 0,2 1 5 16,-1-1 0-16,-2 3 0 15,1-1-2-15,1-1-4 16,-2 0 2-16,-2 2 4 16,2-1 1-16,0-1 1 15,2 1 2-15,-3 1 4 16,6-4-4-16,-3 3 0 0,2-2-1 16,1 1 0-16,3-1-1 15,-2 0-1-15,4 1 1 16,-6-1-1-16,6 1 0 15,-4-1 1-15,0 0 0 16,1 1 2-16,-3-1 2 16,4-1 0-16,-2 4 0 0,1-4-1 15,2 3-3-15,-1-2 0 16,0 3-1-16,1-2 0 16,1 0 0-16,-2 2 0 15,1-1 0-15,-1 1 0 0,-2 0-1 16,0 0 1-16,-1 0-4 15,-2 0 1-15,0 0 0 16,0 0 3-16,2 0 1 16,-2 0-2-16,0 0 1 15,2 0 0-15,-2 0 1 0,2 0-1 16,-4 0-1-16,2 0 2 16,-4 0-2-16,2 0 1 15,-2 0 0-15,-1 0-4 16,2 0-1-16,1 0 5 0,-1 0 0 15,3 0 0-15,1 0 0 16,-1 0 0-16,1 0 0 16,-2 0 0-16,3 0 0 15,-1 0 1-15,-2 0-1 16,-1 0 1-16,2 0-1 16,0 0 2-16,-1 0-2 0,1 0 0 15,2 0-3-15,-4 0-9 16,2 0-5-16,0 0 4 15,-3 0 2-15</inkml:trace>
  <inkml:trace contextRef="#ctx0" brushRef="#br0" timeOffset="19256.07">18633 893 51 0,'0'0'11'16,"0"0"4"-16,0 0-4 0,0 0 0 15,0 0 0-15,17-29 8 16,-12 23 0-16,-2 0-12 15,1 1 4-15,-3 0 0 16,1 2-2-16,-2 0-5 16,0 1-3-16,0 1-1 0,0 1 1 15,-3-2-2-15,-2 2-1 16,-2 0-1-16,0 0 2 16,-1 0 6-16,1 0 0 15,1 0-1-15,-4 5-3 16,4 1 0-16,-2 4 0 0,0 1-1 15,0 2-1-15,2-1 1 16,0 3 0-16,-2-3 0 16,1 4 0-16,4-2 1 15,2-1 0-15,1 0 2 16,0 1 0-16,0-1-1 0,3-2-1 16,3 0 1-16,0-2-2 15,1-1 7-15,2-3-7 16,-1 0 5-16,3 0-3 15,2-4 1-15,4 1 1 16,4 1-1-16,1-3-2 0,2 0-24 16,0 0-51-16</inkml:trace>
  <inkml:trace contextRef="#ctx0" brushRef="#br0" timeOffset="19902.71">18766 1207 94 0,'0'0'20'0,"0"0"19"15,0 0-14-15,0 0-13 16,0 0-4-16,0 0-4 0,0 0-2 16,0 0 0-16,22-27 2 15,-14 19-3-15,-1 0 2 16,1-3 1-16,0 2 6 16,-2-2-4-16,2 1-3 0,-2-3-2 15,-1 1 0-15,0-1-1 16,-2-1 0-16,-3-2 0 15,-2 2-1-15,2 1 1 16,0-3 1-16,-1 3 0 16,1 2 2-16,-3 2 2 15,3 1-3-15,-2 1 0 0,2 3-2 16,0 2-1-16,-2 0 1 16,1 2-2-16,-2 0-4 15,-2 0 1-15,0 2 3 16,-1 3-2-16,1 3 3 15,0 1 1-15,2 2-2 0,1-1 2 16,2 1 0-16,0 2 0 16,0-4-1-16,4 2 1 15,0-1 0-15,1-2-1 16,0 1 0-16,-2 1 1 16,2-2 0-16,-2 0 1 0,0 0-1 15,0-4 0-15,1 1 1 16,-1 0 2-16,0 0-2 15,2-2 3-15,-1 0-2 16,1-1 2-16,3 1-1 16,2-3 0-16,4 0 3 15,0 0-15-15,0 0-23 0,-1-2-51 16</inkml:trace>
  <inkml:trace contextRef="#ctx0" brushRef="#br0" timeOffset="20116.32">18782 1066 166 0,'0'0'-4'0,"0"0"51"0,0 0-7 15,0 0-10-15,0 0-18 16,0 0-13-16,38-32 3 15,-3 27 0-15,9 4 1 16,1-4-28-16,1 2-75 0</inkml:trace>
  <inkml:trace contextRef="#ctx0" brushRef="#br0" timeOffset="21553.68">18210 3684 104 0,'0'0'6'15,"0"0"25"-15,0 0-10 16,0 0 0-16,0 0-4 16,1-28-5-16,-1 25-3 0,0 1 1 15,0 0-2-15,0 2-6 16,0 0-3-16,0 0-3 16,0 0-1-16,2 5-3 15,-1 3 7-15,3 2-2 16,-3 1 2-16,2 1 1 0,0 6 0 15,1-1-2-15,-1 2 2 16,2 0 1-16,-2 2 1 16,1-2 3-16,1-2-3 15,0 2 0-15,-2-4-1 0,0-3 1 16,1-1-2-16,-3-1 0 16,1-4-3-16,-2 1 4 15,1-4-3-15,-1 2 3 16,0-4 2-16,0 2-2 15,0-3 1-15,0 0-1 16,0 2 0-16,0-2 1 0,0 0 0 16,0 0 1-16,0 0-1 15,0 0 2-15,0 0-2 16,0 0-14-16,0-3 2 16,2-4 6-16,-1 3 2 15,-1-3 2-15,2-1 4 0,1-1-4 16,0 1 0-16,1-3 0 15,0 1 0-15,-1 1-1 16,4-1-1-16,-1 1 1 16,-1 1 2-16,3 0 0 15,0 3 0-15,1 0-1 0,1 2 0 16,-1 0 0-16,-1 1 0 16,3 2 0-16,-1 0-1 15,-1 0 0-15,2 0 0 16,-3 4 1-16,0 0 1 15,0 1-1-15,-3 2 0 0,1-1-1 16,-2 2 0 0,0 1-3-16,-1 1 7 0,-1 1-5 15,0 0 5-15,-2 0 1 16,0 0-9-16,0 2-16 16,0 0-24-16,0-5-26 0</inkml:trace>
  <inkml:trace contextRef="#ctx0" brushRef="#br0" timeOffset="22202.03">18593 4025 99 0,'0'0'15'16,"0"0"25"-16,0 0-6 15,0 0-13-15,0 0-8 16,0 0 2-16,0 0-9 16,0 0-4-16,0 0 2 0,0 0 0 15,0 0 1-15,0 0 1 16,-3-28 6-16,3 21-6 15,0-1-6-15,0-1 1 16,0 1 0-16,0-3 0 16,0-2 0-16,0-1 1 0,0-4-2 15,2 1-5-15,-2 0-3 16,0-1 3-16,1 1 4 16,1 1 1-16,-2 3 5 15,0 4-5-15,-2 1-2 16,2 0 1-16,0 5 1 0,0-1 1 15,0 3-2-15,0 1-1 16,0 0-6-16,0 0-2 16,0 1 1-16,0 6 7 15,0 2-2-15,2 4 3 16,-2 0 1-16,0 2 1 0,0 0-1 16,0-3 3-16,0 1-1 15,0-3 0-15,3-1 0 16,2 1 1-16,0-2-2 15,3 1 1-15,0-1 0 16,-1 2 1-16,1-3-1 0,0 1 2 16,0 0-2-16,0-3-2 15,-1 0-6-15,-1 0 1 16,0-2-4-16,1 0 0 16,-3-1-8-16,3-2-6 15,-1 0-12-15,-1 0-23 0,-2-2-44 16</inkml:trace>
  <inkml:trace contextRef="#ctx0" brushRef="#br0" timeOffset="22495">18641 3901 70 0,'0'0'30'0,"0"0"0"16,0 0-7-16,0 0-9 16,0 0-6-16,0 0 3 15,0 0 3-15,0 0-12 0,0 0 4 16,38-9-3-16,-19 4-2 15,6 2-1-15,1-2 1 16,-2-1-31-16,1-2-67 16</inkml:trace>
  <inkml:trace contextRef="#ctx0" brushRef="#br0" timeOffset="23879.45">10299 1377 53 0,'0'0'46'0,"0"0"-36"16,0 0 5-16,0 0-6 15,0 0-4-15,2-29-1 16,-4 26-1-16,-1-2 1 0,0 1 0 16,0 0 3-16,-2 1 7 15,2 0 4-15,-2 1-6 16,-1 1-12-16,-1 1-5 16,-2 0 1-16,-2 0 1 15,1 3 1-15,1 3-1 16,-3 1 4-16,1 1-2 0,0 0-8 15,2-1 9-15,-2 3-7 16,1-1 8-16,2 3 1 16,0 0-3-16,2 1 0 15,3 1-1-15,0 1 2 16,1 0 1-16,2 0-2 0,0 1 1 16,2-2 0-16,2 0-2 15,3-1 4-15,1-1 0 16,1 1-1-16,1-2 3 15,1 0-1-15,3 0 3 16,-1-1 0-16,4 1 3 0,-1-1-31 16,0-4-66-16</inkml:trace>
  <inkml:trace contextRef="#ctx0" brushRef="#br0" timeOffset="24406.58">10342 1824 92 0,'0'0'-2'15,"0"0"3"-15,0 0 2 16,0 0-2-16,33-10 0 15,-26 4 2-15,1-2-2 0,-2-3 3 16,0 2 13-16,1-4-2 16,-1 0 0-16,-1 0-9 15,-1-1-4-15,1 0-2 16,0 0 1-16,0-1 0 16,-4 1-1-16,2 0 0 0,-3 1 1 15,0 4 3-15,0-1 10 16,0 4 7-16,0 1-8 15,0 2-13-15,0-2-2 16,0 5 2-16,0 0-2 16,0 0-8-16,0 2 2 0,0 6 1 15,0 1-1-15,2 1 5 16,-2 2-6-16,2 1 3 16,-1 1 1-16,2 1 2 15,1-1 0-15,-1-1 4 0,0-1-1 16,2-2 0-1,-1-2 1-15,3 0 1 0,-3-4 3 16,3 1 1-16,2-3 2 16,1-1 3-16,1-1-2 15,0 0-5-15,0-3-38 16,2-6-42-16</inkml:trace>
  <inkml:trace contextRef="#ctx0" brushRef="#br0" timeOffset="24647.78">10437 1696 52 0,'0'0'19'0,"0"0"0"16,0 0 8-16,0 0-10 15,0 0-3-15,0 0 4 0,0 0 1 16,0 0 0-16,0 0 3 15,0 0 4-15,0-4-14 16,10 1-12-16,1-2 1 16,6 2-1-16,-1-2-38 15,3 1-28-15,-2-3-36 16</inkml:trace>
  <inkml:trace contextRef="#ctx0" brushRef="#br0" timeOffset="24925.35">10634 1692 107 0,'0'0'18'0,"0"0"17"0,0 0 1 15,0 0-14-15,0 0-1 16,28-20-4-16,-21 15-9 16,1 2-7-16,-1 0 0 15,3 1-1-15,1 0 1 0,-1 2-3 16,2 0-29-16,-1 0-24 16,-1 0-40-16</inkml:trace>
  <inkml:trace contextRef="#ctx0" brushRef="#br0" timeOffset="25096.64">10865 1556 239 0,'0'0'22'0,"0"0"2"0,0 0-18 15,0 0-13-15,0 0-1 16,27 46 0-16,-24-14-17 15,-1 3-74-15</inkml:trace>
  <inkml:trace contextRef="#ctx0" brushRef="#br0" timeOffset="26347.04">10596 3337 63 0,'0'0'-2'15,"0"0"11"-15,0 0 4 0,0 0-1 16,0 0 0-16,0 0 2 15,0 0-11-15,0 0-7 16,0 0-2-16,0 0 2 16,0 0 3-16,0 0 3 0,0 0-1 15,6 21 3-15,-1-6 0 16,0 3-2-16,2 1-1 16,0 0 1-16,-1-2 0 15,2 2-1-15,-2-3 0 16,1-3 0-16,-2 0 1 0,-1-5-1 15,-2-1 0-15,1 0 0 16,-1-4 0-16,-1 0 2 16,1-1-2-16,-2-2 1 15,0 0 3-15,0 0 3 16,0 0 11-16,0-5-13 16,0-5-3-16,1-1-1 0,3-1 0 15,0-3-3-15,1 0-5 16,3-3 3-16,0 2 1 15,3 0 1-15,-1 2 1 16,-1 1-1-16,1 4 2 16,-1 1 5-16,1 3 6 0,-1 0 1 15,1 2-5-15,2 3-6 16,-2 0-2-16,-1 8-3 16,2 2 0-16,-1 6-2 15,-2 1 2-15,0 5 4 16,-3 2 1-16,1 6-24 0,-6 0-34 15,0 0-34-15</inkml:trace>
  <inkml:trace contextRef="#ctx0" brushRef="#br0" timeOffset="26814.38">10838 3771 60 0,'0'0'62'0,"0"0"-46"16,0 0-18-16,0 0-2 15,0 0 6-15,0 0-2 16,0 0-2-16,0 0-2 16,0 0 6-16,0 0 1 15,7 8 8-15,-3-16 2 0,4-1-7 16,0-4-2-16,2-1-1 15,-4 1-2-15,2-1 1 16,-2-2-2-16,-2 3-1 16,-1 1-3-16,-2 1 2 15,-1 3 2-15,0 1 1 0,0 3 4 16,0 0-4-16,0 3 6 16,0-1 5-16,0 2-4 15,0 0-17-15,0 3 5 16,0 2 1-16,0 3-1 15,5 2 4-15,-2-2 5 0,4 3 0 16,-1-2-2-16,3 1 2 16,1-2-2-16,-2 0 0 15,1 0 1-15,1-2 0 16,-2-1-1-16,-2-1-3 16,2-2-11-16,-3 0-22 15,0-2-26-15</inkml:trace>
  <inkml:trace contextRef="#ctx0" brushRef="#br0" timeOffset="27025.27">10857 3705 139 0,'0'0'36'0,"0"0"3"16,0 0-22-16,0 0-10 0,0 0-2 15,0 0-1-15,0 0-3 16,0 0 3-16,32-29-2 16,-19 28-1-16,3-2-6 15,-4-1-45-15,1 0-59 16</inkml:trace>
  <inkml:trace contextRef="#ctx0" brushRef="#br0" timeOffset="27295.2">11065 3676 85 0,'0'0'66'0,"0"0"-22"15,0 0-13-15,0 0-19 16,0 0-10-16,0 0-1 16,0 0-1-16,30-27 0 15,-19 24-12-15,2-2-15 16,-3 2-20-16,1-2-7 0,-2 4-18 16</inkml:trace>
  <inkml:trace contextRef="#ctx0" brushRef="#br0" timeOffset="27494.1">11198 3561 46 0,'0'0'132'16,"0"0"-92"-16,0 0-19 15,0 0-13-15,0 0-5 0,0 0-5 16,0 0 4-16,11 33-1 15,-6-11 2-15,-2 8 5 16,-1 2-33-16,-2 3-70 16</inkml:trace>
  <inkml:trace contextRef="#ctx0" brushRef="#br0" timeOffset="31441.1">11810 4292 54 0,'0'0'15'0,"0"0"13"0,0-2 4 16,0 2-2-16,0 0-9 16,0 0-9-16,0 0-9 15,0 0-3-15,4 0-2 16,2 0 2-16,4 0 0 15,-1 0 0-15,2 3-1 0,3 2-1 16,1 3-1-16,-1 0 2 16,-1 1 0-16,2 1-1 15,0-1 3-15,-3-2-1 16,3 1 1-16,-3-2 1 16,1-1-1-16,-2-2-10 0,-1-1-47 15,-2-2-6-15</inkml:trace>
  <inkml:trace contextRef="#ctx0" brushRef="#br0" timeOffset="31725.5">12001 4285 51 0,'0'0'10'0,"0"0"7"0,0 0 0 15,0 0-1-15,-29-16-2 16,24 16-1-16,2-1 1 16,0 1 4-16,0 0-8 15,0 1-8-15,0 7-8 0,-2 3 5 16,0 4-1-16,-3 1 2 16,0 3 0-16,0 1-1 15,-1 1 2-15,-2-1 1 16,-2 1-1-16,2 0 0 15,0-4-28-15,1-3-46 0</inkml:trace>
  <inkml:trace contextRef="#ctx0" brushRef="#br0" timeOffset="32559.32">12115 4517 20 0,'0'0'13'0,"0"0"-7"16,0 0 5-16,0 0-1 16,0 0-3-16,0 0-3 15,0 0 0-15,0 0 0 0,0 0 4 16,0 0 5-16,0 9 17 15,2-9 5-15,-2 0-20 16,0-4-13-16,1-1-1 16,-1-2 1-16,3-2-2 0,-1 1 0 15,-1-3 2-15,1 0-1 16,0-2-1-16,-1 0 1 16,1 1-1-16,-2-4 1 15,1 3-1-15,1 1 1 16,1-1-1-16,-1-1-1 15,-1 2 0-15,1 3-2 0,0 1 0 16,-2 2 3-16,0 3-1 16,0-1 2-16,0 4-1 15,0 0 2-15,0 0-2 16,0 0-1-16,0 0-8 0,0 4 8 16,0 2 0-16,1 3 0 15,1 1 2-15,-1-1-1 16,-1 3 0-16,0-3-1 15,2 2-1-15,1-1-2 16,-1-1 3-16,-1-1-3 16,2 0 4-16,1-2 1 0,0 2 0 15,-1-1 1-15,1-1 0 16,2-1 1-16,-1-1 1 16,0 1 0-16,1-2 0 15,0 2 0-15,1-2-2 16,0 1 0-16,-2-1-1 0,2-2 0 15,-3 1 0-15,1-1 1 16,0-1-1-16,0 0 1 16,1 0 0-16,-3 0 1 15,3 0-1-15,-2 0-11 16,0-1-19-16,-2-1-7 16,0 1 5-16,-2-1 11 0,0 1-7 15</inkml:trace>
  <inkml:trace contextRef="#ctx0" brushRef="#br0" timeOffset="33050.68">12140 4422 25 0,'0'0'15'16,"0"0"1"-16,0 0 1 15,0 0 0-15,0 0 2 16,29-24-3-16,-20 18-2 16,1-1 0-16,3 1-8 15,-2 1-6-15,1 0 1 0,4 2-1 16,0 2 1-16,0-3-7 16,0 1-38-16</inkml:trace>
  <inkml:trace contextRef="#ctx0" brushRef="#br0" timeOffset="35374.75">18735 823 56 0,'0'0'5'0,"0"0"7"16,0 0-10-16,0 0-4 0,0 0-12 15,0 0 0-15,0 0 0 16,0 0 11-16,0 0 6 15,0 0 2-15,0 0 1 16,0 0-4-16,17-16-2 16,-17 15-13-16</inkml:trace>
  <inkml:trace contextRef="#ctx0" brushRef="#br0" timeOffset="37132.21">18735 823 23 0,'7'-27'41'0,"-10"24"-35"16,2 0 0-16,-2 1 2 15,1-1 3-15,0 2 2 16,1-3-4-16,1 4-4 15,0 0-4-15,-2-1 0 0,2 1-1 16,0 0 1-16,-1 0-1 16,1 0 0-16,-2 0 0 15,2 0 0-15,-3-3 0 16,1 3 1-16,-1-3 0 0,0 1 0 16,-2 2-1-16,0-3 0 15,2 1 1-15,-3-1 4 16,1 3 1-16,0-3 4 15,1 0-2-15,-1 1-5 16,-1 2-2-16,1-3-1 16,-2 1 0-16,-1 2 1 0,1 0-2 15,-1-1 4-15,0-1-3 16,1 1 8-16,-1 1-4 16,2-4-3-16,-5 4 0 15,5-3-1-15,-2 3 0 16,0 0 0-16,0-1-1 0,-2 1 2 15,4 0 0-15,0 0-1 16,-2 0 0-16,3 0 0 16,0 0-1-16,2 0 1 15,0 4-1-15,-2-4 1 16,-1 7 0-16,-1-6 0 0,3 4 1 16,-1 0-2-16,-1-2 1 15,2 2 0-15,0 0-1 16,-3 1 1-16,3-1 0 15,-4-1 0-15,0 4 0 0,0-3 0 16,0 3 0-16,1-2 0 16,0 2 0-1,-1 2 1-15,1-2-1 0,1 3-1 16,0-3 1-16,-1 3-1 16,4-2 1-16,-2 1-1 15,2-1 1-15,-2 1-1 0,1-1 1 16,0-1-1-16,0 3 1 15,-1-1-1-15,2 1 1 16,0 0 0-16,-1-1 0 16,3 2-1-16,1-2 0 15,0 3-3-15,0-2 4 16,0-2-1-16,0 4-1 0,0-2 1 16,0-2 1-16,0 4-2 15,1-3 1-15,1 2 0 16,1-1 0-16,0-1-2 15,0 1 3-15,1-1-2 0,0-1 1 16,1-1 1-16,-2 0-1 16,4 0 1-16,-1 0 1 15,-1 0-2-15,1-2 2 16,0 2 0-16,1 0-2 16,-1 1 3-16,1-1-1 0,0 0 0 15,1-1-1-15,-1 2 0 16,-1-2 0-16,-1 0 3 15,1 0-3-15,1-1 0 16,-3 1 0-16,3-1-1 16,-1-1 2-16,2 1-1 15,0 0-1-15,1 1 2 0,1-1 0 16,-1-1 0-16,1 3 0 16,1-2 0-16,-3-1-1 15,-2 0 0-15,4-1-1 16,-2 1 0-16,-2-2 1 0,0 0 6 15,5 2 1-15,-1-2-4 16,1 0-1-16,0 2 0 16,2 0 0-16,-2-2-1 15,2 0-1-15,-4 1 1 16,4-1 0-16,-4 0-1 16,4 0 1-16,-2-1-1 15,2 1 0-15,1 2 0 0,-1-4 0 16,3 2 0-16,0 0 1 15,1-1-1-15,0 1 0 16,-1-3 2-16,2 2-1 0,-4-2-1 16,-1 0 2-16,-1 0-1 15,-2 0-3-15,1 0 6 16,0 0-3-16,-1 0 1 16,2-2-2-16,-1 1 1 15,1-3 0-15,-1 1 0 0,0-1-2 16,0-1 3-16,-2 2-2 15,2-2 2-15,-3-3-1 16,-1 3 0-16,1-3 3 16,-4 2 8-16,1-2-5 15,1 2 2-15,-2-2 2 16,-1 1-6-16,0-2 0 0,0 1 1 16,0 0-5-16,-1-2 1 15,1-1-1-15,0 2-1 16,-1-2 0-16,1 1 0 15,0-1 1-15,0 2-2 16,-1-1 2-16,0 2-2 0,-1 0 1 16,1 2 0-16,-2-2 1 15,0 0-1-15,0 0 1 16,0-1-1-16,0 1-1 16,0-2-1-16,-2 2 3 15,-1-3-1-15,0 3 0 16,0-1 2-16,1 1 1 0,-1-2-3 15,0 1 0-15,0-2 1 16,-1 3 0-16,1-2-1 16,2-1 0-16,-3 2 0 15,3-1 1-15,-2-1-1 0,-1 1 0 16,3 1 0-16,-2-2-1 16,1 3 2-16,-1-2-1 15,0 1 0-15,0 1-2 16,-1 0-2-16,0 0 3 15,2 0 2-15,-3 0-1 16,1 2-2-16,-3 0 3 0,1-1-2 16,-2-1 1-16,-2 3-2 15,3-2 4-15,-1-1-1 16,0 3-1-16,0-1 2 16,1-1 0-16,1 2 0 15,-2 1-1-15,-1-1-2 16,-2-1-3-16,-2 1 1 0,-3 2 1 15,-1 1 1-15,-4 2 0 16,-1 0-6-16,-4 0-12 16,1 3-22-16,-4 2-44 0</inkml:trace>
  <inkml:trace contextRef="#ctx0" brushRef="#br0" timeOffset="41734.71">18419 538 6 0,'0'0'28'16,"0"0"0"-16,0 0-5 16,0 0-17-16,0 0-2 15,0 0 0-15,2 0-4 0,1 0-2 16,-2 0 2-16,4 0 0 15,-2 0 2-15,2 1-2 16,0 1 0-16,-1 0 0 16,1 1 0-16,0 0 0 15,1 0 1-15,-2 0-1 0,0 0-1 16,3 1 1-16,-3-1 1 16,-2-2-2-16,1 1 1 15,-3-2 0-15,0 3 1 16,0-3 5-16,0 0-2 15,0 0-2-15,0 0-2 0,2 0 0 16,-2 0 2-16,0 0-1 16,0 0 3-16,0 0 15 15,1 0 3-15,-1-3-20 16,2 0 1-16,-1-2 2 16,3-1-2-16,-1-1 2 15,3-1 0-15,1 0-1 0,0 1-2 16,3-3-1-16,1 2-1 15,0-1 1-15,-3 1-2 16,2-2 2-16,1 2 0 16,-5-1-1-16,0-2 0 0,2 4 0 15,-1-4 0-15,1 3 0 16,-2-1 0-16,0-1 3 16,2 2 0-16,-1 0 0 15,-1 2 0-15,-1 0 1 16,-2 1-1-16,0 2-1 15,0 0-1-15,-1-1-1 16,-1 3 1-16,-1-1 0 0,2 1 2 16,-2-1 3-16,0 2 0 15,0 0 4-15,0 0-1 16,2 0-6-16,-2 0-2 16,1 0 0-16,1 0-3 0,2 0 1 15,4 5-2-15,0 3-1 16,0-2 4-16,-1 0-1 15,-3-2-12-15,-1 0-20 16,-3-2-46-16</inkml:trace>
  <inkml:trace contextRef="#ctx0" brushRef="#br0" timeOffset="47217.33">18541 3616 75 0,'0'0'17'15,"0"0"6"-15,0 0-4 0,0 0-5 16,0 0-3-16,0 0-5 15,0 0 3-15,0 0 2 16,0 0-7-16,0 0-3 16,0 0-2-16,0 0-1 15,-6-8-1-15,4 8-4 0,1-1 5 16,-1-1 2-16,0 0 1 16,-1-1 0-16,2 0 0 15,-3 1 0-15,4-2 0 16,-1 0 4-16,1 3-1 15,0-2-2-15,0 1-2 0,-2 2-1 16,-1-3-2-16,0 3-2 16,-2-2-2-16,0 1 6 15,2 1 1-15,-2-2 1 16,1-1 0-16,-1 1 0 0,2-2 1 16,-2 1-1-16,-1-1 1 15,-1 0-1-15,1 0-1 16,0 0 0-16,-1 0-1 15,-1 3 1-15,2-2-3 16,-3 0 2-16,1 1-1 16,-4-1-4-16,1 1 1 15,-1 2 5-15,1-3 0 0,-1 3 0 16,1-3 0-16,2 1 2 16,-1 1 3-16,1-2 1 15,-1-1 0-15,2 3 1 16,2-2-6-16,-2 3 0 15,0-2-1-15,2 0 0 0,-4 1 2 16,-1-1-1-16,0 1 1 16,2-1 0-16,-4 2 4 15,3 0-1-15,2 0-2 16,-1 0-1-16,1 0-3 16,2 0 2-16,-2 2-1 0,0 1-1 15,0 3 1-15,-2 1 0 16,-1-1 0-16,-1 2 0 15,-1 1-1-15,0 1 1 16,1-1 0-16,-1-1 0 0,2 2-2 16,0-2 1-16,3 0 1 15,0-2 0-15,1 0 1 16,1 1-1-16,1-1 0 16,-1 0 0-16,0 2 0 15,-1 0 0-15,3 0 0 16,-1 2 0-16,0-1-1 15,2 1 2-15,-2-1-1 0,2 4 0 16,0-2 0-16,0 0 0 16,1 0 0-16,2 0 0 15,0 0 0-15,0 1 0 16,0-1 1-16,0 0-1 0,0 0-1 16,0 0 2-16,0 2-1 15,3-2 0-15,-1 1 0 16,-1 1 0-16,1-2 0 15,1 0 1-15,-1 0-1 16,-1-3-2-16,2 2 2 16,1-2 0-16,-1 1 1 0,0-1-1 15,2 2 1-15,-1-2 0 16,0 1 0-16,0-1-2 16,0 2 1-16,2-2 0 15,-1 1 0-15,-1 1 0 16,1-2 1-16,0 1-1 0,0-1 0 15,-1 0 0-15,3 1 0 16,-1-1 0-16,1 2 0 16,2-1 1-16,-1-1-2 15,1 0 0-15,1 2 1 0,0-2 1 16,1-2 0-16,-2 0 0 16,1 2-2-16,1-3 1 15,0 3 0-15,3-2-1 16,2 1 1-16,0-1 0 15,1 2 0-15,1-2 0 0,-1-1 2 16,-1 1-2-16,1 1 0 16,-2-3 0-16,-1 1 0 15,2 0 1-15,-2-2-1 16,4 4 0-16,-3-3 0 16,3 1 2-16,-1 0-2 0,2-2 1 15,-1 2-1-15,1-4 0 16,-5 2 0-16,0 1 0 15,1-3 0-15,-6-1 1 16,-1 3-1-16,0-3 1 16,0 0 1-16,-5 0 3 15,2 0 0-15,-2 0 1 0,2 0 3 16,0 0-3-16,1 0 1 16,0 0-4-16,2 0-1 15,0 0 3-15,2-3-4 16,-2 2-1-16,1-1 1 0,2 0-1 15,-1 1-1-15,-1-1 2 16,1 2-1-16,1-1 0 16,-3 1 0-16,0 0 1 15,-2 0-1-15,2 0 0 16,-3 0 0-16,3 0 0 16,0-3 1-16,0 3-2 0,3-2 2 15,-2-1-1-15,2 0 0 16,0-1 1-16,2 0-1 15,0-1 1-15,-2 0 1 16,2 0 0-16,-2 1-1 16,0-1 2-16,0 0-3 0,-2 0 1 15,-1 2-1-15,0-2 1 16,-1 2 0-16,0-1-1 16,-2-3 1-16,0 2 2 15,1 1 5-15,-1-4-4 16,0 0-3-16,-2 0 0 0,2 2-1 15,-2-2 0-15,-1 1 1 16,1 1 0-16,-2 1-1 16,1-1 4-16,-2-1 5 15,1 1-3-15,1-2-6 16,-2 0 1-16,2-1 0 0,-2 1 0 16,0-2 4-16,0 1-3 15,0-1 0-15,0-1 2 16,0 2 1-16,0-2 10 15,-2-1-14-15,2 1 0 16,-3-1-1-16,3-1 1 0,-2 0-1 16,-2 1-1-16,2-1 0 15,-1 0 1-15,1 1 1 16,-1-3 0-16,0 1-2 16,0 4 1-16,-2-2 0 15,2 2-1-15,-2-1 1 0,2 3 2 16,0-1-2-16,-1 1 1 15,3 1 0-15,-1 1-1 16,-1 0 0-16,2-1 0 16,-1 1 0-16,2 0 1 15,-3 1-2-15,1 0 1 16,1-1 0-16,1 1 0 0,-2 0 0 16,0 2 0-16,1-2-1 15,-2 1-3-15,1 0 1 16,1 0-3-16,-3 1 0 15,1-2 0-15,0 0 1 0,-2 0 2 16,0 2 0-16,2-2 2 16,-1 1 0-16,-1-1 0 15,-2 2 1-15,3-2 0 16,-3 0 0-16,-1 2 1 16,0-2-1-16,2 0 0 15,-2 2 1-15,2-1 1 0,-2 0-2 16,2 1 3-16,-1 0-1 15,1-2-1-15,0 1-2 16,-4 0 3-16,1 0-5 16,-4-1 3-16,-1-2-2 0,-1 1 4 15,-2 0-2-15,-1-1-1 16,1 1 2-16,-5 0-6 16,-4-1-4-16,1 4 1 15,-4 2-10-15,-5 1-3 16,-3 0-26-16,-1 0-24 0,-2 0-54 15</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4-08-17T06:38:54.367"/>
    </inkml:context>
    <inkml:brush xml:id="br0">
      <inkml:brushProperty name="width" value="0.05292" units="cm"/>
      <inkml:brushProperty name="height" value="0.05292" units="cm"/>
      <inkml:brushProperty name="color" value="#FF0000"/>
    </inkml:brush>
  </inkml:definitions>
  <inkml:trace contextRef="#ctx0" brushRef="#br0">11468 1545 14 0,'0'0'11'16,"0"0"-10"-16,0 0-1 16,0-2 0-16,0 2 0 0,0-1 1 15,0 1 3-15,-2-2 9 16,2 2-6-16,0 0-2 16,0-2-3-16,0 2-1 15,0 0-1-15,0 0-8 16,0 0-7-16,0 0 10 15,0 0 1-15,0 0-3 0,4 0 1 16,0 0 6-16,1 0 1 16,0 0 0-16,0 0 2 15,2 0-7-15,-3 0 5 16,2 0 4-16,0 0-4 16,1-1-2-16,1 1-6 0,-4 0-6 15,4-2 12-15,-1 1 1 16,-3 1 1-16,1-3 1 15,1 1 3-15,2 0 0 16,-3 1-3-16,3-1-1 0,-2 2-1 16,1-1 0-16,1 1 0 15,-4 0 1-15,3 0 1 16,-1 0-1-16,-1 0-1 16,1 0 1-16,1 0 3 15,-1 0 0-15,-1 0 0 0,-1 1-4 16,1 1 0-16,2-1 0 15,-1-1 0-15,0 2 0 16,2-2 0-16,2 0 1 16,-1 0-2-16,2 0 2 15,-1 0 0-15,-1 0-1 16,-2 0-1-16,2 0 2 0,-1 0-2 16,-2 0 1-16,2 0 0 15,2 0 0-15,3 0 0 16,-2 0-1-16,5 0 1 15,-1 0 0-15,3 0 0 0,-1 0 0 16,1 0 0-16,1 0 0 16,0 0 0-16,-2 0 0 15,2 0 0-15,2 0 0 16,-2 0 0-16,2 0 0 16,-4 0 0-16,4 0 0 15,-1 0 0-15,2 0 0 0,-1 0-4 16,1 2 3-16,-1-1 1 15,1 1-1-15,0-2 1 16,-1 3 1-16,0-3-1 16,-1 1-28-16</inkml:trace>
  <inkml:trace contextRef="#ctx0" brushRef="#br0" timeOffset="526.91">13607 1504 0 0,'23'0'2'0,"-1"0"-1"0,-2 0 2 15,4 0-2-15,-2 0-1 16,2 0 0-16,-2 0 0 15,-1 0 0-15,3-2-1 16,-2 2 2-16,0-2-1 0,2 1 2 16,0 1 3-16,1-2-2 15,0 1-3-15,1 1-2 16</inkml:trace>
  <inkml:trace contextRef="#ctx0" brushRef="#br0" timeOffset="691.3">14430 1491 10 0,'32'0'3'0,"1"0"5"0,-2-2-5 16,0 2-3-16,-1 0 1 16,-1 0-3-16,1-1-7 15,0 1-5-15</inkml:trace>
  <inkml:trace contextRef="#ctx0" brushRef="#br0" timeOffset="1685.93">17605 1551 27 0,'32'0'8'16,"0"0"8"-16,0 0-4 15,-1 0-8-15,1 0-2 16,-5 0-4-16,1 0 4 16,-2 0-2-16,-2 0 0 0,-4 0-2 15,2 0 4-15,-3 0-2 16,1 0 1-16,-3 0-1 16,2 0 0-16,-2 0 0 15,4 0-1-15,-4 0 1 16,3 3 0-16,0-3 0 0,-2 4 0 15,1-3 0-15,0 2 0 16,0-3 0-16,-3 2 0 16,1 1 0-16,-3-3 0 15,1 0 1-15,-4 0-1 0,0 0 0 16,0 0 0-16,-2 0 1 16,2 0-1-16,1 0 0 15,-1 2-1-15,1-1 1 16,-1 1 0-16,4 1 0 15,-3-1 1-15,1 1-1 16,-2 1 0-16,0-2 1 0,-1 1 0 16,-2 0-1-16,0-1 0 15,-4 0 0-15,1-1 0 16,-2-1-1-16,2 2 1 16,1 1-1-16,-2-3-8 15,-1 0-17-15</inkml:trace>
  <inkml:trace contextRef="#ctx0" brushRef="#br0" timeOffset="2797.25">11241 3567 51 0,'-6'0'1'0,"1"0"1"0,3 0-2 16,2 0-7-16,0 0-19 15,-3 0 18-15,3 0 6 16,-1 0 3-16,-1 1-1 16,1 3 0-16</inkml:trace>
  <inkml:trace contextRef="#ctx0" brushRef="#br0" timeOffset="4222.42">11224 3461 0 0,'0'0'20'0,"0"0"-14"15,0 0 1-15,0 0-3 0,0 0-2 16,31-31 0-16,-24 27 5 16,-4-1-6-16,3 0 0 15,-1 0 0-15,0 2-1 16,1-1 1-16,0 0-1 15,2 1 0-15,-1-2 0 16,1 4 1-16,0-4-1 0,0 2 0 16,-2 1 0-16,2 1 0 15,0-2 0-15,1 1 0 16,-1 0 0-16,3 1 0 16,-3-1 0-16,3-1-2 15,-1 3-1-15,-1-3-3 0,2 1 5 16,-1-1 0-16,-2 3 0 15,1-1-2-15,1-1-4 16,-2 0 2-16,-2 2 4 16,2-1 1-16,0-1 1 15,2 1 2-15,-3 1 4 16,6-4-4-16,-3 3 0 0,2-2-1 16,1 1 0-16,3-1-1 15,-2 0-1-15,4 1 1 16,-6-1-1-16,6 1 0 15,-4-1 1-15,0 0 0 16,1 1 2-16,-3-1 2 16,4-1 0-16,-2 4 0 0,1-4-1 15,2 3-3-15,-1-2 0 16,0 3-1-16,1-2 0 16,1 0 0-16,-2 2 0 15,1-1 0-15,-1 1 0 0,-2 0-1 16,0 0 1-16,-1 0-4 15,-2 0 1-15,0 0 0 16,0 0 3-16,2 0 1 16,-2 0-2-16,0 0 1 15,2 0 0-15,-2 0 1 0,2 0-1 16,-4 0-1-16,2 0 2 16,-4 0-2-16,2 0 1 15,-2 0 0-15,-1 0-4 16,2 0-1-16,1 0 5 0,-1 0 0 15,3 0 0-15,1 0 0 16,-1 0 0-16,1 0 0 16,-2 0 0-16,3 0 0 15,-1 0 1-15,-2 0-1 16,-1 0 1-16,2 0-1 16,0 0 2-16,-1 0-2 0,1 0 0 15,2 0-3-15,-4 0-9 16,2 0-5-16,0 0 4 15,-3 0 2-15</inkml:trace>
  <inkml:trace contextRef="#ctx0" brushRef="#br0" timeOffset="19256.07">18633 893 51 0,'0'0'11'16,"0"0"4"-16,0 0-4 0,0 0 0 15,0 0 0-15,17-29 8 16,-12 23 0-16,-2 0-12 15,1 1 4-15,-3 0 0 16,1 2-2-16,-2 0-5 16,0 1-3-16,0 1-1 0,0 1 1 15,-3-2-2-15,-2 2-1 16,-2 0-1-16,0 0 2 16,-1 0 6-16,1 0 0 15,1 0-1-15,-4 5-3 16,4 1 0-16,-2 4 0 0,0 1-1 15,0 2-1-15,2-1 1 16,0 3 0-16,-2-3 0 16,1 4 0-16,4-2 1 15,2-1 0-15,1 0 2 16,0 1 0-16,0-1-1 0,3-2-1 16,3 0 1-16,0-2-2 15,1-1 7-15,2-3-7 16,-1 0 5-16,3 0-3 15,2-4 1-15,4 1 1 16,4 1-1-16,1-3-2 0,2 0-24 16,0 0-51-16</inkml:trace>
  <inkml:trace contextRef="#ctx0" brushRef="#br0" timeOffset="19902.71">18766 1207 94 0,'0'0'20'0,"0"0"19"15,0 0-14-15,0 0-13 16,0 0-4-16,0 0-4 0,0 0-2 16,0 0 0-16,22-27 2 15,-14 19-3-15,-1 0 2 16,1-3 1-16,0 2 6 16,-2-2-4-16,2 1-3 0,-2-3-2 15,-1 1 0-15,0-1-1 16,-2-1 0-16,-3-2 0 15,-2 2-1-15,2 1 1 16,0-3 1-16,-1 3 0 16,1 2 2-16,-3 2 2 15,3 1-3-15,-2 1 0 0,2 3-2 16,0 2-1-16,-2 0 1 16,1 2-2-16,-2 0-4 15,-2 0 1-15,0 2 3 16,-1 3-2-16,1 3 3 15,0 1 1-15,2 2-2 0,1-1 2 16,2 1 0-16,0 2 0 16,0-4-1-16,4 2 1 15,0-1 0-15,1-2-1 16,0 1 0-16,-2 1 1 16,2-2 0-16,-2 0 1 0,0 0-1 15,0-4 0-15,1 1 1 16,-1 0 2-16,0 0-2 15,2-2 3-15,-1 0-2 16,1-1 2-16,3 1-1 16,2-3 0-16,4 0 3 15,0 0-15-15,0 0-23 0,-1-2-51 16</inkml:trace>
  <inkml:trace contextRef="#ctx0" brushRef="#br0" timeOffset="20116.32">18782 1066 166 0,'0'0'-4'0,"0"0"51"0,0 0-7 15,0 0-10-15,0 0-18 16,0 0-13-16,38-32 3 15,-3 27 0-15,9 4 1 16,1-4-28-16,1 2-75 0</inkml:trace>
  <inkml:trace contextRef="#ctx0" brushRef="#br0" timeOffset="21553.68">18210 3684 104 0,'0'0'6'15,"0"0"25"-15,0 0-10 16,0 0 0-16,0 0-4 16,1-28-5-16,-1 25-3 0,0 1 1 15,0 0-2-15,0 2-6 16,0 0-3-16,0 0-3 16,0 0-1-16,2 5-3 15,-1 3 7-15,3 2-2 16,-3 1 2-16,2 1 1 0,0 6 0 15,1-1-2-15,-1 2 2 16,2 0 1-16,-2 2 1 16,1-2 3-16,1-2-3 15,0 2 0-15,-2-4-1 0,0-3 1 16,1-1-2-16,-3-1 0 16,1-4-3-16,-2 1 4 15,1-4-3-15,-1 2 3 16,0-4 2-16,0 2-2 15,0-3 1-15,0 0-1 16,0 2 0-16,0-2 1 0,0 0 0 16,0 0 1-16,0 0-1 15,0 0 2-15,0 0-2 16,0 0-14-16,0-3 2 16,2-4 6-16,-1 3 2 15,-1-3 2-15,2-1 4 0,1-1-4 16,0 1 0-16,1-3 0 15,0 1 0-15,-1 1-1 16,4-1-1-16,-1 1 1 16,-1 1 2-16,3 0 0 15,0 3 0-15,1 0-1 0,1 2 0 16,-1 0 0-16,-1 1 0 16,3 2 0-16,-1 0-1 15,-1 0 0-15,2 0 0 16,-3 4 1-16,0 0 1 15,0 1-1-15,-3 2 0 0,1-1-1 16,-2 2 0 0,0 1-3-16,-1 1 7 0,-1 1-5 15,0 0 5-15,-2 0 1 16,0 0-9-16,0 2-16 16,0 0-24-16,0-5-26 0</inkml:trace>
  <inkml:trace contextRef="#ctx0" brushRef="#br0" timeOffset="22202.03">18593 4025 99 0,'0'0'15'16,"0"0"25"-16,0 0-6 15,0 0-13-15,0 0-8 16,0 0 2-16,0 0-9 16,0 0-4-16,0 0 2 0,0 0 0 15,0 0 1-15,0 0 1 16,-3-28 6-16,3 21-6 15,0-1-6-15,0-1 1 16,0 1 0-16,0-3 0 16,0-2 0-16,0-1 1 0,0-4-2 15,2 1-5-15,-2 0-3 16,0-1 3-16,1 1 4 16,1 1 1-16,-2 3 5 15,0 4-5-15,-2 1-2 16,2 0 1-16,0 5 1 0,0-1 1 15,0 3-2-15,0 1-1 16,0 0-6-16,0 0-2 16,0 1 1-16,0 6 7 15,0 2-2-15,2 4 3 16,-2 0 1-16,0 2 1 0,0 0-1 16,0-3 3-16,0 1-1 15,0-3 0-15,3-1 0 16,2 1 1-16,0-2-2 15,3 1 1-15,0-1 0 16,-1 2 1-16,1-3-1 0,0 1 2 16,0 0-2-16,0-3-2 15,-1 0-6-15,-1 0 1 16,0-2-4-16,1 0 0 16,-3-1-8-16,3-2-6 15,-1 0-12-15,-1 0-23 0,-2-2-44 16</inkml:trace>
  <inkml:trace contextRef="#ctx0" brushRef="#br0" timeOffset="22495">18641 3901 70 0,'0'0'30'0,"0"0"0"16,0 0-7-16,0 0-9 16,0 0-6-16,0 0 3 15,0 0 3-15,0 0-12 0,0 0 4 16,38-9-3-16,-19 4-2 15,6 2-1-15,1-2 1 16,-2-1-31-16,1-2-67 16</inkml:trace>
  <inkml:trace contextRef="#ctx0" brushRef="#br0" timeOffset="23879.45">10299 1377 53 0,'0'0'46'0,"0"0"-36"16,0 0 5-16,0 0-6 15,0 0-4-15,2-29-1 16,-4 26-1-16,-1-2 1 0,0 1 0 16,0 0 3-16,-2 1 7 15,2 0 4-15,-2 1-6 16,-1 1-12-16,-1 1-5 16,-2 0 1-16,-2 0 1 15,1 3 1-15,1 3-1 16,-3 1 4-16,1 1-2 0,0 0-8 15,2-1 9-15,-2 3-7 16,1-1 8-16,2 3 1 16,0 0-3-16,2 1 0 15,3 1-1-15,0 1 2 16,1 0 1-16,2 0-2 0,0 1 1 16,2-2 0-16,2 0-2 15,3-1 4-15,1-1 0 16,1 1-1-16,1-2 3 15,1 0-1-15,3 0 3 16,-1-1 0-16,4 1 3 0,-1-1-31 16,0-4-66-16</inkml:trace>
  <inkml:trace contextRef="#ctx0" brushRef="#br0" timeOffset="24406.58">10342 1824 92 0,'0'0'-2'15,"0"0"3"-15,0 0 2 16,0 0-2-16,33-10 0 15,-26 4 2-15,1-2-2 0,-2-3 3 16,0 2 13-16,1-4-2 16,-1 0 0-16,-1 0-9 15,-1-1-4-15,1 0-2 16,0 0 1-16,0-1 0 16,-4 1-1-16,2 0 0 0,-3 1 1 15,0 4 3-15,0-1 10 16,0 4 7-16,0 1-8 15,0 2-13-15,0-2-2 16,0 5 2-16,0 0-2 16,0 0-8-16,0 2 2 0,0 6 1 15,0 1-1-15,2 1 5 16,-2 2-6-16,2 1 3 16,-1 1 1-16,2 1 2 15,1-1 0-15,-1-1 4 0,0-1-1 16,2-2 0-1,-1-2 1-15,3 0 1 0,-3-4 3 16,3 1 1-16,2-3 2 16,1-1 3-16,1-1-2 15,0 0-5-15,0-3-38 16,2-6-42-16</inkml:trace>
  <inkml:trace contextRef="#ctx0" brushRef="#br0" timeOffset="24647.78">10437 1696 52 0,'0'0'19'0,"0"0"0"16,0 0 8-16,0 0-10 15,0 0-3-15,0 0 4 0,0 0 1 16,0 0 0-16,0 0 3 15,0 0 4-15,0-4-14 16,10 1-12-16,1-2 1 16,6 2-1-16,-1-2-38 15,3 1-28-15,-2-3-36 16</inkml:trace>
  <inkml:trace contextRef="#ctx0" brushRef="#br0" timeOffset="24925.35">10634 1692 107 0,'0'0'18'0,"0"0"17"0,0 0 1 15,0 0-14-15,0 0-1 16,28-20-4-16,-21 15-9 16,1 2-7-16,-1 0 0 15,3 1-1-15,1 0 1 0,-1 2-3 16,2 0-29-16,-1 0-24 16,-1 0-40-16</inkml:trace>
  <inkml:trace contextRef="#ctx0" brushRef="#br0" timeOffset="25096.64">10865 1556 239 0,'0'0'22'0,"0"0"2"0,0 0-18 15,0 0-13-15,0 0-1 16,27 46 0-16,-24-14-17 15,-1 3-74-15</inkml:trace>
  <inkml:trace contextRef="#ctx0" brushRef="#br0" timeOffset="26347.04">10596 3337 63 0,'0'0'-2'15,"0"0"11"-15,0 0 4 0,0 0-1 16,0 0 0-16,0 0 2 15,0 0-11-15,0 0-7 16,0 0-2-16,0 0 2 16,0 0 3-16,0 0 3 0,0 0-1 15,6 21 3-15,-1-6 0 16,0 3-2-16,2 1-1 16,0 0 1-16,-1-2 0 15,2 2-1-15,-2-3 0 16,1-3 0-16,-2 0 1 0,-1-5-1 15,-2-1 0-15,1 0 0 16,-1-4 0-16,-1 0 2 16,1-1-2-16,-2-2 1 15,0 0 3-15,0 0 3 16,0 0 11-16,0-5-13 16,0-5-3-16,1-1-1 0,3-1 0 15,0-3-3-15,1 0-5 16,3-3 3-16,0 2 1 15,3 0 1-15,-1 2 1 16,-1 1-1-16,1 4 2 16,-1 1 5-16,1 3 6 0,-1 0 1 15,1 2-5-15,2 3-6 16,-2 0-2-16,-1 8-3 16,2 2 0-16,-1 6-2 15,-2 1 2-15,0 5 4 16,-3 2 1-16,1 6-24 0,-6 0-34 15,0 0-34-15</inkml:trace>
  <inkml:trace contextRef="#ctx0" brushRef="#br0" timeOffset="26814.38">10838 3771 60 0,'0'0'62'0,"0"0"-46"16,0 0-18-16,0 0-2 15,0 0 6-15,0 0-2 16,0 0-2-16,0 0-2 16,0 0 6-16,0 0 1 15,7 8 8-15,-3-16 2 0,4-1-7 16,0-4-2-16,2-1-1 15,-4 1-2-15,2-1 1 16,-2-2-2-16,-2 3-1 16,-1 1-3-16,-2 1 2 15,-1 3 2-15,0 1 1 0,0 3 4 16,0 0-4-16,0 3 6 16,0-1 5-16,0 2-4 15,0 0-17-15,0 3 5 16,0 2 1-16,0 3-1 15,5 2 4-15,-2-2 5 0,4 3 0 16,-1-2-2-16,3 1 2 16,1-2-2-16,-2 0 0 15,1 0 1-15,1-2 0 16,-2-1-1-16,-2-1-3 16,2-2-11-16,-3 0-22 15,0-2-26-15</inkml:trace>
  <inkml:trace contextRef="#ctx0" brushRef="#br0" timeOffset="27025.27">10857 3705 139 0,'0'0'36'0,"0"0"3"16,0 0-22-16,0 0-10 0,0 0-2 15,0 0-1-15,0 0-3 16,0 0 3-16,32-29-2 16,-19 28-1-16,3-2-6 15,-4-1-45-15,1 0-59 16</inkml:trace>
  <inkml:trace contextRef="#ctx0" brushRef="#br0" timeOffset="27295.2">11065 3676 85 0,'0'0'66'0,"0"0"-22"15,0 0-13-15,0 0-19 16,0 0-10-16,0 0-1 16,0 0-1-16,30-27 0 15,-19 24-12-15,2-2-15 16,-3 2-20-16,1-2-7 0,-2 4-18 16</inkml:trace>
  <inkml:trace contextRef="#ctx0" brushRef="#br0" timeOffset="27494.1">11198 3561 46 0,'0'0'132'16,"0"0"-92"-16,0 0-19 15,0 0-13-15,0 0-5 0,0 0-5 16,0 0 4-16,11 33-1 15,-6-11 2-15,-2 8 5 16,-1 2-33-16,-2 3-70 16</inkml:trace>
  <inkml:trace contextRef="#ctx0" brushRef="#br0" timeOffset="31441.1">11810 4292 54 0,'0'0'15'0,"0"0"13"0,0-2 4 16,0 2-2-16,0 0-9 16,0 0-9-16,0 0-9 15,0 0-3-15,4 0-2 16,2 0 2-16,4 0 0 15,-1 0 0-15,2 3-1 0,3 2-1 16,1 3-1-16,-1 0 2 16,-1 1 0-16,2 1-1 15,0-1 3-15,-3-2-1 16,3 1 1-16,-3-2 1 16,1-1-1-16,-2-2-10 0,-1-1-47 15,-2-2-6-15</inkml:trace>
  <inkml:trace contextRef="#ctx0" brushRef="#br0" timeOffset="31725.5">12001 4285 51 0,'0'0'10'0,"0"0"7"0,0 0 0 15,0 0-1-15,-29-16-2 16,24 16-1-16,2-1 1 16,0 1 4-16,0 0-8 15,0 1-8-15,0 7-8 0,-2 3 5 16,0 4-1-16,-3 1 2 16,0 3 0-16,0 1-1 15,-1 1 2-15,-2-1 1 16,-2 1-1-16,2 0 0 15,0-4-28-15,1-3-46 0</inkml:trace>
  <inkml:trace contextRef="#ctx0" brushRef="#br0" timeOffset="32559.32">12115 4517 20 0,'0'0'13'0,"0"0"-7"16,0 0 5-16,0 0-1 16,0 0-3-16,0 0-3 15,0 0 0-15,0 0 0 0,0 0 4 16,0 0 5-16,0 9 17 15,2-9 5-15,-2 0-20 16,0-4-13-16,1-1-1 16,-1-2 1-16,3-2-2 0,-1 1 0 15,-1-3 2-15,1 0-1 16,0-2-1-16,-1 0 1 16,1 1-1-16,-2-4 1 15,1 3-1-15,1 1 1 16,1-1-1-16,-1-1-1 15,-1 2 0-15,1 3-2 0,0 1 0 16,-2 2 3-16,0 3-1 16,0-1 2-16,0 4-1 15,0 0 2-15,0 0-2 16,0 0-1-16,0 0-8 0,0 4 8 16,0 2 0-16,1 3 0 15,1 1 2-15,-1-1-1 16,-1 3 0-16,0-3-1 15,2 2-1-15,1-1-2 16,-1-1 3-16,-1-1-3 16,2 0 4-16,1-2 1 0,0 2 0 15,-1-1 1-15,1-1 0 16,2-1 1-16,-1-1 1 16,0 1 0-16,1-2 0 15,0 2 0-15,1-2-2 16,0 1 0-16,-2-1-1 0,2-2 0 15,-3 1 0-15,1-1 1 16,0-1-1-16,0 0 1 16,1 0 0-16,-3 0 1 15,3 0-1-15,-2 0-11 16,0-1-19-16,-2-1-7 16,0 1 5-16,-2-1 11 0,0 1-7 15</inkml:trace>
  <inkml:trace contextRef="#ctx0" brushRef="#br0" timeOffset="33050.68">12140 4422 25 0,'0'0'15'16,"0"0"1"-16,0 0 1 15,0 0 0-15,0 0 2 16,29-24-3-16,-20 18-2 16,1-1 0-16,3 1-8 15,-2 1-6-15,1 0 1 0,4 2-1 16,0 2 1-16,0-3-7 16,0 1-38-16</inkml:trace>
  <inkml:trace contextRef="#ctx0" brushRef="#br0" timeOffset="35374.75">18735 823 56 0,'0'0'5'0,"0"0"7"16,0 0-10-16,0 0-4 0,0 0-12 15,0 0 0-15,0 0 0 16,0 0 11-16,0 0 6 15,0 0 2-15,0 0 1 16,0 0-4-16,17-16-2 16,-17 15-13-16</inkml:trace>
  <inkml:trace contextRef="#ctx0" brushRef="#br0" timeOffset="37132.21">18735 823 23 0,'7'-27'41'0,"-10"24"-35"16,2 0 0-16,-2 1 2 15,1-1 3-15,0 2 2 16,1-3-4-16,1 4-4 15,0 0-4-15,-2-1 0 0,2 1-1 16,0 0 1-16,-1 0-1 16,1 0 0-16,-2 0 0 15,2 0 0-15,-3-3 0 16,1 3 1-16,-1-3 0 0,0 1 0 16,-2 2-1-16,0-3 0 15,2 1 1-15,-3-1 4 16,1 3 1-16,0-3 4 15,1 0-2-15,-1 1-5 16,-1 2-2-16,1-3-1 16,-2 1 0-16,-1 2 1 0,1 0-2 15,-1-1 4-15,0-1-3 16,1 1 8-16,-1 1-4 16,2-4-3-16,-5 4 0 15,5-3-1-15,-2 3 0 16,0 0 0-16,0-1-1 0,-2 1 2 15,4 0 0-15,0 0-1 16,-2 0 0-16,3 0 0 16,0 0-1-16,2 0 1 15,0 4-1-15,-2-4 1 16,-1 7 0-16,-1-6 0 0,3 4 1 16,-1 0-2-16,-1-2 1 15,2 2 0-15,0 0-1 16,-3 1 1-16,3-1 0 15,-4-1 0-15,0 4 0 0,0-3 0 16,0 3 0-16,1-2 0 16,0 2 0-1,-1 2 1-15,1-2-1 0,1 3-1 16,0-3 1-16,-1 3-1 16,4-2 1-16,-2 1-1 15,2-1 1-15,-2 1-1 0,1-1 1 16,0-1-1-16,0 3 1 15,-1-1-1-15,2 1 1 16,0 0 0-16,-1-1 0 16,3 2-1-16,1-2 0 15,0 3-3-15,0-2 4 16,0-2-1-16,0 4-1 0,0-2 1 16,0-2 1-16,0 4-2 15,1-3 1-15,1 2 0 16,1-1 0-16,0-1-2 15,0 1 3-15,1-1-2 0,0-1 1 16,1-1 1-16,-2 0-1 16,4 0 1-16,-1 0 1 15,-1 0-2-15,1-2 2 16,0 2 0-16,1 0-2 16,-1 1 3-16,1-1-1 0,0 0 0 15,1-1-1-15,-1 2 0 16,-1-2 0-16,-1 0 3 15,1 0-3-15,1-1 0 16,-3 1 0-16,3-1-1 16,-1-1 2-16,2 1-1 15,0 0-1-15,1 1 2 0,1-1 0 16,-1-1 0-16,1 3 0 16,1-2 0-16,-3-1-1 15,-2 0 0-15,4-1-1 16,-2 1 0-16,-2-2 1 0,0 0 6 15,5 2 1-15,-1-2-4 16,1 0-1-16,0 2 0 16,2 0 0-16,-2-2-1 15,2 0-1-15,-4 1 1 16,4-1 0-16,-4 0-1 16,4 0 1-16,-2-1-1 15,2 1 0-15,1 2 0 0,-1-4 0 16,3 2 0-16,0 0 1 15,1-1-1-15,0 1 0 16,-1-3 2-16,2 2-1 0,-4-2-1 16,-1 0 2-16,-1 0-1 15,-2 0-3-15,1 0 6 16,0 0-3-16,-1 0 1 16,2-2-2-16,-1 1 1 15,1-3 0-15,-1 1 0 0,0-1-2 16,0-1 3-16,-2 2-2 15,2-2 2-15,-3-3-1 16,-1 3 0-16,1-3 3 16,-4 2 8-16,1-2-5 15,1 2 2-15,-2-2 2 16,-1 1-6-16,0-2 0 0,0 1 1 16,0 0-5-16,-1-2 1 15,1-1-1-15,0 2-1 16,-1-2 0-16,1 1 0 15,0-1 1-15,0 2-2 16,-1-1 2-16,0 2-2 0,-1 0 1 16,1 2 0-16,-2-2 1 15,0 0-1-15,0 0 1 16,0-1-1-16,0 1-1 16,0-2-1-16,-2 2 3 15,-1-3-1-15,0 3 0 16,0-1 2-16,1 1 1 0,-1-2-3 15,0 1 0-15,0-2 1 16,-1 3 0-16,1-2-1 16,2-1 0-16,-3 2 0 15,3-1 1-15,-2-1-1 0,-1 1 0 16,3 1 0-16,-2-2-1 16,1 3 2-16,-1-2-1 15,0 1 0-15,0 1-2 16,-1 0-2-16,0 0 3 15,2 0 2-15,-3 0-1 16,1 2-2-16,-3 0 3 0,1-1-2 16,-2-1 1-16,-2 3-2 15,3-2 4-15,-1-1-1 16,0 3-1-16,0-1 2 16,1-1 0-16,1 2 0 15,-2 1-1-15,-1-1-2 16,-2-1-3-16,-2 1 1 0,-3 2 1 15,-1 1 1-15,-4 2 0 16,-1 0-6-16,-4 0-12 16,1 3-22-16,-4 2-44 0</inkml:trace>
  <inkml:trace contextRef="#ctx0" brushRef="#br0" timeOffset="41734.71">18419 538 6 0,'0'0'28'16,"0"0"0"-16,0 0-5 16,0 0-17-16,0 0-2 15,0 0 0-15,2 0-4 0,1 0-2 16,-2 0 2-16,4 0 0 15,-2 0 2-15,2 1-2 16,0 1 0-16,-1 0 0 16,1 1 0-16,0 0 0 15,1 0 1-15,-2 0-1 0,0 0-1 16,3 1 1-16,-3-1 1 16,-2-2-2-16,1 1 1 15,-3-2 0-15,0 3 1 16,0-3 5-16,0 0-2 15,0 0-2-15,0 0-2 0,2 0 0 16,-2 0 2-16,0 0-1 16,0 0 3-16,0 0 15 15,1 0 3-15,-1-3-20 16,2 0 1-16,-1-2 2 16,3-1-2-16,-1-1 2 15,3-1 0-15,1 0-1 0,0 1-2 16,3-3-1-16,1 2-1 15,0-1 1-15,-3 1-2 16,2-2 2-16,1 2 0 16,-5-1-1-16,0-2 0 0,2 4 0 15,-1-4 0-15,1 3 0 16,-2-1 0-16,0-1 3 16,2 2 0-16,-1 0 0 15,-1 2 0-15,-1 0 1 16,-2 1-1-16,0 2-1 15,0 0-1-15,-1-1-1 16,-1 3 1-16,-1-1 0 0,2 1 2 16,-2-1 3-16,0 2 0 15,0 0 4-15,0 0-1 16,2 0-6-16,-2 0-2 16,1 0 0-16,1 0-3 0,2 0 1 15,4 5-2-15,0 3-1 16,0-2 4-16,-1 0-1 15,-3-2-12-15,-1 0-20 16,-3-2-46-16</inkml:trace>
  <inkml:trace contextRef="#ctx0" brushRef="#br0" timeOffset="47217.33">18541 3616 75 0,'0'0'17'15,"0"0"6"-15,0 0-4 0,0 0-5 16,0 0-3-16,0 0-5 15,0 0 3-15,0 0 2 16,0 0-7-16,0 0-3 16,0 0-2-16,0 0-1 15,-6-8-1-15,4 8-4 0,1-1 5 16,-1-1 2-16,0 0 1 16,-1-1 0-16,2 0 0 15,-3 1 0-15,4-2 0 16,-1 0 4-16,1 3-1 15,0-2-2-15,0 1-2 0,-2 2-1 16,-1-3-2-16,0 3-2 16,-2-2-2-16,0 1 6 15,2 1 1-15,-2-2 1 16,1-1 0-16,-1 1 0 0,2-2 1 16,-2 1-1-16,-1-1 1 15,-1 0-1-15,1 0-1 16,0 0 0-16,-1 0-1 15,-1 3 1-15,2-2-3 16,-3 0 2-16,1 1-1 16,-4-1-4-16,1 1 1 15,-1 2 5-15,1-3 0 0,-1 3 0 16,1-3 0-16,2 1 2 16,-1 1 3-16,1-2 1 15,-1-1 0-15,2 3 1 16,2-2-6-16,-2 3 0 15,0-2-1-15,2 0 0 0,-4 1 2 16,-1-1-1-16,0 1 1 16,2-1 0-16,-4 2 4 15,3 0-1-15,2 0-2 16,-1 0-1-16,1 0-3 16,2 0 2-16,-2 2-1 0,0 1-1 15,0 3 1-15,-2 1 0 16,-1-1 0-16,-1 2 0 15,-1 1-1-15,0 1 1 16,1-1 0-16,-1-1 0 0,2 2-2 16,0-2 1-16,3 0 1 15,0-2 0-15,1 0 1 16,1 1-1-16,1-1 0 16,-1 0 0-16,0 2 0 15,-1 0 0-15,3 0 0 16,-1 2 0-16,0-1-1 15,2 1 2-15,-2-1-1 0,2 4 0 16,0-2 0-16,0 0 0 16,1 0 0-16,2 0 0 15,0 0 0-15,0 1 0 16,0-1 1-16,0 0-1 0,0 0-1 16,0 0 2-16,0 2-1 15,3-2 0-15,-1 1 0 16,-1 1 0-16,1-2 0 15,1 0 1-15,-1 0-1 16,-1-3-2-16,2 2 2 16,1-2 0-16,-1 1 1 0,0-1-1 15,2 2 1-15,-1-2 0 16,0 1 0-16,0-1-2 16,0 2 1-16,2-2 0 15,-1 1 0-15,-1 1 0 16,1-2 1-16,0 1-1 0,0-1 0 15,-1 0 0-15,3 1 0 16,-1-1 0-16,1 2 0 16,2-1 1-16,-1-1-2 15,1 0 0-15,1 2 1 0,0-2 1 16,1-2 0-16,-2 0 0 16,1 2-2-16,1-3 1 15,0 3 0-15,3-2-1 16,2 1 1-16,0-1 0 15,1 2 0-15,1-2 0 0,-1-1 2 16,-1 1-2-16,1 1 0 16,-2-3 0-16,-1 1 0 15,2 0 1-15,-2-2-1 16,4 4 0-16,-3-3 0 16,3 1 2-16,-1 0-2 0,2-2 1 15,-1 2-1-15,1-4 0 16,-5 2 0-16,0 1 0 15,1-3 0-15,-6-1 1 16,-1 3-1-16,0-3 1 16,0 0 1-16,-5 0 3 15,2 0 0-15,-2 0 1 0,2 0 3 16,0 0-3-16,1 0 1 16,0 0-4-16,2 0-1 15,0 0 3-15,2-3-4 16,-2 2-1-16,1-1 1 0,2 0-1 15,-1 1-1-15,-1-1 2 16,1 2-1-16,1-1 0 16,-3 1 0-16,0 0 1 15,-2 0-1-15,2 0 0 16,-3 0 0-16,3 0 0 16,0-3 1-16,0 3-2 0,3-2 2 15,-2-1-1-15,2 0 0 16,0-1 1-16,2 0-1 15,0-1 1-15,-2 0 1 16,2 0 0-16,-2 1-1 16,0-1 2-16,0 0-3 0,-2 0 1 15,-1 2-1-15,0-2 1 16,-1 2 0-16,0-1-1 16,-2-3 1-16,0 2 2 15,1 1 5-15,-1-4-4 16,0 0-3-16,-2 0 0 0,2 2-1 15,-2-2 0-15,-1 1 1 16,1 1 0-16,-2 1-1 16,1-1 4-16,-2-1 5 15,1 1-3-15,1-2-6 16,-2 0 1-16,2-1 0 0,-2 1 0 16,0-2 4-16,0 1-3 15,0-1 0-15,0-1 2 16,0 2 1-16,0-2 10 15,-2-1-14-15,2 1 0 16,-3-1-1-16,3-1 1 0,-2 0-1 16,-2 1-1-16,2-1 0 15,-1 0 1-15,1 1 1 16,-1-3 0-16,0 1-2 16,0 4 1-16,-2-2 0 15,2 2-1-15,-2-1 1 0,2 3 2 16,0-1-2-16,-1 1 1 15,3 1 0-15,-1 1-1 16,-1 0 0-16,2-1 0 16,-1 1 0-16,2 0 1 15,-3 1-2-15,1 0 1 16,1-1 0-16,1 1 0 0,-2 0 0 16,0 2 0-16,1-2-1 15,-2 1-3-15,1 0 1 16,1 0-3-16,-3 1 0 15,1-2 0-15,0 0 1 0,-2 0 2 16,0 2 0-16,2-2 2 16,-1 1 0-16,-1-1 0 15,-2 2 1-15,3-2 0 16,-3 0 0-16,-1 2 1 16,0-2-1-16,2 0 0 15,-2 2 1-15,2-1 1 0,-2 0-2 16,2 1 3-16,-1 0-1 15,1-2-1-15,0 1-2 16,-4 0 3-16,1 0-5 16,-4-1 3-16,-1-2-2 0,-1 1 4 15,-2 0-2-15,-1-1-1 16,1 1 2-16,-5 0-6 16,-4-1-4-16,1 4 1 15,-4 2-10-15,-5 1-3 16,-3 0-26-16,-1 0-24 0,-2 0-54 15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25:17.650"/>
    </inkml:context>
    <inkml:brush xml:id="br0">
      <inkml:brushProperty name="width" value="0.04286" units="cm"/>
      <inkml:brushProperty name="height" value="0.04286" units="cm"/>
    </inkml:brush>
  </inkml:definitions>
  <inkml:trace contextRef="#ctx0" brushRef="#br0">1 0 8098,'5'11'-582,"0"-1"0,-1-4 582,-4 3 0,10-5 0,-2 4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10.184"/>
    </inkml:context>
    <inkml:brush xml:id="br0">
      <inkml:brushProperty name="width" value="0.04286" units="cm"/>
      <inkml:brushProperty name="height" value="0.04286" units="cm"/>
    </inkml:brush>
  </inkml:definitions>
  <inkml:trace contextRef="#ctx0" brushRef="#br0">144 95 7971,'-10'8'-877,"9"-2"876,-6-6 0,6 0 1,-2-1 62,-2-4-28,-2 3 0,7-7 178,0 4-122,-6 4 1,1-6 11,-4 7 0,4 5-27,-6 0 1,1 7-25,1-2 0,-4 0 0,7 1-138,-4 0 1,7-2-1,-2 1 97,4 2 0,-1 3 0,-1 1 25,-3-2 0,1 2-14,5 0 0,0-1 0,0 1-13,0 2 0,0-10 0,2 3-13,2 0 1,-2-2-1,6-1 1,-3 2 0,-1-2 1,7 0-1,-4 0 1,1 0 0,-2-1 0,7-2 9,-4 6 0,6-7 24,0 0 0,1-2 1,2-2-8,-2 0 1,-4-2 0,4 1-12,0-6 0,-2 3 1,-1-3-1,-4 1-12,4-4 0,-5 6 0,3-4-5,0-7 0,-1 3 1,-2-6-1,1 6-1,-1 0 1,-3-2-1,1 5 1,-1-6 28,0 0 1,1-1-1,-6 0 1,0 2 18,0-2 0,0-2 0,0-1 0,0-1-23,0-1 1,0 10 0,-1 0 0,-6 0 3,-2-4 1,-1 1 0,1 1 0,-4 6-61,-1 0 0,-2-4 0,2 6 0,-2 2-153,0 0 1,-2 3 0,-1 0 0,-1 0-222,-7 0 1,1 3 410,-5 2 0,-7 3 0,-2 8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14.551"/>
    </inkml:context>
    <inkml:brush xml:id="br0">
      <inkml:brushProperty name="width" value="0.04286" units="cm"/>
      <inkml:brushProperty name="height" value="0.04286" units="cm"/>
    </inkml:brush>
  </inkml:definitions>
  <inkml:trace contextRef="#ctx0" brushRef="#br0">204 47 7224,'-10'0'-947,"-1"-2"1494,5-2-500,-5 2 0,6-4-53,-4 6 1,4 0-35,-6 0 1,6 0 0,-4 1 42,2 4 0,1-3 0,1 4 38,0 2 1,-6-5-1,5 7 1,0-2 6,-2-1 0,-3 5 0,1 3 0,0 0 0,-1-6 0,8 5 1,-3-6-43,-2 2 0,6 4 0,-2-4 31,2 4 0,2 2-74,0 0 0,0 0 0,0-2 74,0 2 0,2 0 45,2-1 0,6 1-60,4 2 1,2-7 0,0 2-19,0-2 0,0-7 0,-1 4-9,0 0 1,-4-3-1,0-5 16,0 0 1,3 0-1,4 0 25,-4 0 0,-4 0 0,1-2 8,1-2 1,-1 0 0,4-7-11,-7-1 1,3-1 0,5-1-2,-9-4 1,8 9-1,-10-2 1,2-2 4,0-1 0,1 1 0,-4 0 1,0 2 27,0 0 1,0-2 0,-1 1 0,2 2 6,-2-2 1,-3-3 0,-3-1-48,-2 2 0,-2 0 0,3 1 1,-7 4-55,3-4 1,-7 3 0,6 1 0,-5-2-108,-2 3 1,-2-5-1,-1 8 1,-3 1-148,-3-4 0,4 6 0,-3-3 0,0 4 282,-1 1 0,0-8 0,-7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04.666"/>
    </inkml:context>
    <inkml:brush xml:id="br0">
      <inkml:brushProperty name="width" value="0.04286" units="cm"/>
      <inkml:brushProperty name="height" value="0.04286" units="cm"/>
    </inkml:brush>
  </inkml:definitions>
  <inkml:trace contextRef="#ctx0" brushRef="#br0">219 32 7867,'-11'-5'-377,"1"-1"0,7-1 421,-3 3 0,-2 2 1,-3-4-1,-2 4 0,-1 4-47,3 4 0,-4-4 0,7 4 0,-3-1-28,2 1 0,4 0 42,-6-1 0,6-2 1,-6 7-1,2-2 24,-1 1 1,2-4-1,3 6-11,1 0 0,-3-1 0,4-1-8,-3 4 1,1-4-4,5 1 1,0 1-1,0 5 0,0-7 0,0 2-4,0 1 0,5-3 1,3-1-22,0 0 0,-5-2 1,5-3 12,-2 4 0,-3 2 10,8-4 0,-3 3 1,5-5 13,-2 2 0,-6 1 0,3-4 0,1 1 2,-1 2 0,-1 0 1,2-5-10,4 0 0,1 0 1,0 0-13,2 0 1,-5 0 0,-1 0-16,2 0 0,3 0 0,1 0 14,-1 0 0,-5-2 0,1-1 8,0-2 1,-1 0-1,-2 2 23,0-2 0,3 2 0,0-5-27,3 0 0,-6 2 1,0 3-14,-2-4 0,-3-2 0,7 1 9,-4 0 1,-1 3-1,-3-4 10,4 2 0,-4-5 29,2 1 1,-2 3-31,-2-3 1,-2 3 0,-1-5-7,-2 4 1,-3 5 0,5-4-1,-3 4-21,-4-1 0,6-6 1,-6 4 21,4-2 0,-7 4 0,4-6 1,-6 0 0,-1 1-104,1 1 1,-1 4 0,1 0 0,0 4-119,-1 1 1,0 0-1,0 1 1,-1 3-60,-4 2 1,3 3 270,-2-4 0,-4 8 0,-1-4 0</inkml:trace>
  <inkml:trace contextRef="#ctx0" brushRef="#br0" timeOffset="1624">297 1592 6572,'-10'0'142,"1"-1"233,2-4-441,2 3 0,2-6 0,0 7 108,-2-4 1,-1 3 73,0-2 0,2 2 41,-5 2-167,4 0 25,-7 0 1,7 0 63,-5 0-59,-1 6 1,-2 2 0,1 7 38,1-4 1,7 3-39,0-4 1,-4-1-1,3 1-63,2 2 0,1-4 0,2 3 34,0 2 1,0-5-2,0 3 1,0-1 34,0 5 1,2-7-1,1 0 5,2-1 1,6-4 0,-5 6-1,2-1 28,-1 2 0,5-6-34,-2 8 1,2-8 0,1 4 16,-3 0 1,-4 2-18,3-4-22,3-3 1,3-3 0,0 0 4,1 0 1,-1 0 0,1 0-15,0 0 1,0 0 0,0-3 8,-2-3 1,2-4-1,0 2 33,0 0 1,-5 5 0,-3-5 35,-2 2 0,5-2 0,-4-8-28,2 0 1,-6 5-1,2 2-14,-3-4 0,-2 5 0,0-3-5,0-2 1,0 1-1,-2-4-69,-3 0 1,2 5-1,-8 1 38,0-2 1,-3-1-1,-1 2 1,3 1-70,2 4 0,-1-5 0,-5 6 0,2 2-208,-2 1 1,-1 2-1,-2 0 1,-5 2-52,0 3 0,3 4 334,-4 5 0,-2 2 0,-5 0 0</inkml:trace>
  <inkml:trace contextRef="#ctx0" brushRef="#br0" timeOffset="12787">406 94 7013,'-8'9'-529,"0"-3"561,8-6 0,0 2 119,0 4-120,0-4 1,8 11 7,2-2 0,4-3-6,2 3 0,0-3 1,-1 3-1,0-5 18,1 2 1,-1-6-1,1 4 1,0 0-27,0-1 0,0 1 1,-2-2-1,4 4-23,4-1 0,-5 0 0,4 1 1,-2 1-9,1-1 0,-2-3 1,3 4-1,-4-1 5,-1 2 0,1-2 0,2 5 0,2-4-4,-2 4 0,3-1 0,0 0 0,4-1 8,1 1 1,-5-4-1,2 2 1,-2-2 11,3 1 0,1-1 0,-3 3 1,0-1 0,-4-2 0,4 1 0,0-2 0,-3 0-2,4-2 0,3 6 0,-5-3 1,0 0-6,1-1 0,4 5 1,-7-4-1,2 3 6,2-1 1,3-1 0,-5 2-1,1 0-18,0 2 1,3-6 0,-6 5-1,7-2 7,0-1 0,-5 2 0,5-3 0,0-1 14,-1-3 0,1 7 0,-7-3 0,7 0-9,0-1 1,-5 4 0,2-6 0,-5-1 1,3 3 1,2-3-1,2 4 1,-6 0 0,2 2 1,9-5-1,-8 2 1,8 5-10,-8-5 0,7 5 0,-3-1 0,4 1-5,-1-1 1,1 1-1,0 0 1,-1 3-3,-3-8 1,4 5-1,-4 0 1,2 3-2,-1-4 1,7-3 0,2 3 0,-2 0 1,0 0 0,-5-2 0,0-1 0,2 2 0,-1-2 0,-2 0 0,-1 4 0,-2-2 5,2-4 1,1 5 0,4-4 0,-3 1 3,-4 4 1,4-2-1,-5-1 1,5 2-5,0-3 0,2 7 0,-2-6 0,-3 4-5,0-2 1,-1 2-1,5-2 1,1 1 1,-2-2 1,2 4 0,0-4 0,-2-1-3,1 2 0,1-3 0,-2 5 0,4-4 2,2 4 0,-3 0 0,4-2 1,-4 0-1,-3 2 1,8-5 0,-1 1 0,-4-1 0,0 0 0,2 2 0,3 2 0,-3-4 0,-1-2 0,-3 7 0,-1-3 0,5-1 8,3 2 0,0-6 0,-3 6 1,7-1 3,-1-1 0,2 2 0,-5-3 1,0-1-18,0-1 1,-3 5-1,0-5 1,-1 2-13,1-1 1,3 4 0,-3-5 0,2 0 7,-2 2 1,0 2-1,-5-2 1,0-2-3,1 2 1,3-2 0,-6-2 0,2 4 51,-3-1 0,4-2 1,-9 5-1,5-2-16,0 1 0,-8-4 1,8 3-1,-5 1-16,2-1 1,-5-3-1,1 1 1,-2-1-4,-2 1 0,3 1 0,0-4-18,0 2 0,3 6 0,-6-6 0,0 1 40,-2 0 0,2-4 1,0 3-1,-1-2-13,1 3 0,5-4 0,0 4 0,-2 0-15,-2-1 1,-1 0-1,0-3 1,0 1-27,6 3 0,-5-3 1,4-3-194,-4 0 1,1 7-586,-6-1 804,4 5 0,2-1 0,-4 5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12.334"/>
    </inkml:context>
    <inkml:brush xml:id="br0">
      <inkml:brushProperty name="width" value="0.04286" units="cm"/>
      <inkml:brushProperty name="height" value="0.04286" units="cm"/>
    </inkml:brush>
  </inkml:definitions>
  <inkml:trace contextRef="#ctx0" brushRef="#br0">5594 79 7647,'-7'-7'0,"0"-4"0,7-3-830,0-2 747,0 8 137,0 2 1,-1 3 119,-6-2 60,6 3-222,-6-4 0,6 6 4,-6 0 1,4 0-48,-6 0 0,-2 2 1,-5 2 25,-2 7 1,10-3 0,-3 3 46,0 1 0,-1 2 1,-3 2-32,7 0 1,-1-1 0,-1 1 0,2-3-5,2-2 1,4 3 0,-4-4 9,4 4 0,2 2 0,0 0 16,0 0 1,5-7 0,3 2 150,0 0-170,3-3 1,0 5-1,-3-3 1,7 1 17,-1-2 0,0-4 0,0 4-5,4-2 1,2 4 0,1-6-9,0-2 1,-6-2 0,1-1 0,0 0 18,0 0 1,-2 0 0,4 0 42,-2 0 1,-7-4 0,2-3 40,0-2 0,-3-1 0,0-6-59,2 1 0,-1-1 0,-1 0 1,-1 0-35,-3 2 0,6-2 1,-9 0-1,6 0-4,-6 0 0,7 0 0,-1 1 0,-4 0-94,-2-1 0,-1 1 0,0-1-57,0 0 1,0 6 0,-1 1 0,-2 1-8,-4-2 1,-4 7-1,2-2 1,-6 4-146,-1 1 0,-6 0 0,2 0 0,-6 1-190,-1 4 0,-3 3 468,-2 8 0,2 0 0,-1 0 0</inkml:trace>
  <inkml:trace contextRef="#ctx0" brushRef="#br0" timeOffset="1046">5610 1314 6105,'-16'0'224,"2"-1"1,3-3-86,0 0 0,6-3-40,-4 7 0,-2 0 0,-5 3-56,-2 2 0,10-3 1,-3 4-1,3 0-38,0-1 1,-3 8-9,-3-4 0,-2 6 1,0 1 9,8-1 0,-3 1 0,10-1 2,-4 0 0,0 1 1,5 0 18,0 0 0,0 0 0,0 0 0,0-2-2,0 2 0,0-2 0,5-1 1,1-4 3,2 4 1,-1 0 0,2-2-3,4 0 1,1-3 0,0 3 0,4-5-35,-4 2 1,0-5-1,4 5 3,-2 0 1,-1-3 0,1-5 0,0 0 21,-2 0 0,-2-2 1,-1-1 2,0-3 0,3-4 0,0 2 0,-3 1-4,1-6 0,-8 5 1,4-3-1,0 0 7,-5-4 1,5 0-1,-3-1 1,-2 0-31,-1 0 1,-2 2 0,0-2-1,0 0 5,0 0 1,0-4 0,0-1 0,-2 2-1,-3 1 0,2 4 1,-8 1-1,2 4-102,-1-4 1,-6 7 0,8-2 0,-6 3 35,-2 0 1,-4-1 0,-3 9 0,1 2 65,-2 5 0,-3 2 0,2 6 0</inkml:trace>
  <inkml:trace contextRef="#ctx0" brushRef="#br0" timeOffset="10788">95 156 7323,'15'0'0,"1"0"0,-1 0 0,0 0 0,1 0-267,0 0 1,-5 0-1,-1 0 231,2 0 1,1-4 0,3-1 0,0 0 0,0 4 100,0 1 0,-1 0-73,1 0 1,-1 0 0,0 0 0,3 0 0,1 0 43,2 0 1,2 0-1,-4-2-24,2-3 0,4 4 1,-1-4-1,-2 3 12,1 2 1,2 0-1,-1 0 1,-2 0-48,0 0 1,5 0 0,-6 0 0,-1 0 9,2 0 1,-2 0-1,3 0 1,1 0 12,-5 0 0,5 0 1,0 0-1,3 0 12,-2 0 0,0 0 0,2 0 1,-1 0-11,2 0 1,-4 0 0,3 2 0,-2 1-1,1 2 0,2 0 1,-1-5-1,0 0-5,-1 0 0,4 0 0,-6 0 1,3 0 3,-2 0 1,2 0 0,3 0-1,0 0 14,-5 0 0,6 6 0,-6-1 0,5-2-13,2-2 1,-4-1 0,1 0 0,-4 0-3,4 0 0,-1 0 0,4 0 0,-2 0 3,-4 0 1,4 0 0,-5 0 0,4 0 24,-4 0 0,5 0 0,-6 0 1,3 0-5,-2 0 1,1 0-1,5 0 1,1 0-15,0 0 0,-2 0 0,2 0 0,-1 0 0,0 0-17,0 0 1,1 0 0,0 0 5,-2 0 1,2 0-1,-2 0 1,-3 0-7,-2 0 1,2 2 0,5 3-1,-2 0 3,2-2 1,-1-2 0,-1-1-1,2 0 1,0 0 1,0 0 0,-2 0 0,0 0-7,-5 0 0,4 0 0,-7 0 0,2 0 1,4 0 0,-1 2 1,2 1 9,-4 3-4,2-1 1,-2-5 0,2 0-1,0 0 0,4 0 0,-6 0 0,2 0 0,0 0-11,3 0 0,0 0 1,2 0-1,0 0-2,-1 0 1,-1 0 0,2 0 0,-2 0 10,2 0 1,0 0-1,-1 0 1,1 0 2,-2 0 1,4 0-1,0 0 1,3 0-7,-2 0 0,-2 0 0,-3 0 1,2 0 0,0 0 0,4 0 0,1 0 0,-3 0 6,-2 0 1,0 0-1,0 0 1,-1-1-1,0-4 0,5 2 1,0-2-1,-1 3 1,-1 2 0,2-4 0,1-1 0,-3 0 0,-2 3 0,2 2 0,0-1 0,1-2 12,2-2 1,-4-1 0,-1 6 0,-4 0 20,-1 0 0,0-5 0,0 0 1,2 2 13,-2 1 1,0 2-1,-4 0 1,1-3-30,3-2 1,-1 4-1,-3-4 1,1 3 0,2 2 0,-7 0 0,3 0 0,-2 0-37,1 0 1,6 0-1,-5 0 22,2 0 0,-5 0 1,5 0-1,-4 0 1,1 0-6,-2 0 0,-2 0 0,-1 0 1,0 0-6,-2 0 1,2 0 0,0 0 4,0 0 1,-2 0 0,4 0-75,-4 0 1,-3 0 0,-1 2-582,-4 3 655,-1-4 0,-5 14 0,0-7 0</inkml:trace>
  <inkml:trace contextRef="#ctx0" brushRef="#br0" timeOffset="12262">79 1738 8188,'-16'7'-498,"0"-2"0,6-3 235,-1-2 1,7 0 44,-7 0 201,7 0 9,-2 0 43,6 0 5,0 0 1,6 0-30,5 0 1,2 0 0,3 0 0,0-2-5,0-3 0,0 4 1,-1-4-1,3 0 3,2 1 0,0 2 1,5-4-1,3-1-12,1 3 1,-2-3-1,-2 4 1,4-5 3,-1 0 0,9 2 0,-1-4 0,1-1 11,1 3 0,0-6 1,6 6-1,-4-3-9,-2 0 0,5 1 0,0-5 0,1 0 6,4 6 0,-2-6 0,1 4 0,-1-1 1,2-4 1,4 0-1,1 0 1,-3 0-9,-2 0 0,4 1 0,1 0 0,-1-1 4,2 1 1,-7-1 0,7-2-1,-1 4-4,-1-2 1,5 0 0,-3 2 0,0-2-2,0 0 0,0 0 0,-4 1 1,1-1 15,0 1 1,3 0 0,-2-1 0,-1 1 24,-3 4 1,-1-1-1,1 1 1,-2-4 11,1-1 1,4 4-1,1-3 1,-1 8-7,-2-8 0,-3 3 0,3-4 0,1 1-35,-4 4 0,4-1 0,-10 4 0,1-3-26,2 0 0,-7 3 0,4-4 0,-2 1 13,-3-1 0,3 4 1,0-3-1,0 0-22,0 3 1,0-7 0,-3 4 0,3-1 12,2-4 1,-4 5 0,6 0 0,-4-1 6,-3 0 0,4-6 0,1 2 0,0 4-11,-4 1 1,2-4 0,-1 4 0,-3-1 3,-2-4 1,6 1 0,-1 3 0,-2 2 3,-2-2 1,-3-3 0,0 3-1,4-1 2,-4 2 1,1 1 0,1-6 0,1 1 9,2-1 0,-1 0 1,2 0-1,-3 2 7,-1-2 0,5 5 0,-1 1 0,-1-2-14,-2-3 1,-3 1-1,2 3 1,1 0 9,2 0 1,0-4 0,2 0 0,-2-1-4,1 0 1,-4 6 0,4-1-1,-3-1-1,-1-1 0,-2 2 1,2 3-1,-2-2 8,-4 2 0,-3-1 1,-2-2-1,0 1-8,-2 4 0,-2-2 0,1 5 0,1-4-11,1-2 1,1 6 0,-5-4 0,-1 1-1,1 0 2,0-2 0,-2 3 0,2 0-19,0 4 1,-5-4-1,-3-1-297,7 2 50,-11 3 0,7 1-436,-6 0 704,-3 8 0,-2 0 0,-8 8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07.753"/>
    </inkml:context>
    <inkml:brush xml:id="br0">
      <inkml:brushProperty name="width" value="0.04286" units="cm"/>
      <inkml:brushProperty name="height" value="0.04286" units="cm"/>
    </inkml:brush>
  </inkml:definitions>
  <inkml:trace contextRef="#ctx0" brushRef="#br0">126 1578 8122,'-14'-2'-592,"3"-4"1,3 4 563,2-2 1,2 2-10,-5 2 1,3-1 213,-4-4-133,7 2-52,-11-4 1,10 12 47,-7 1 1,3 5-9,-3 1 0,5 2-50,6 0 1,0 2 24,0 0 0,0 0 29,0 0 0,0-1 9,0 1 0,2-6 0,1 1 1,2 0 1,7 3-23,-1 2 1,0-5-1,2-3 16,-3-2 0,1 6 14,5-8 1,-1 3 0,1-7-17,-1 0 1,-4 0-1,0 0 20,0 0 0,3-7 0,2 3-48,0 0 1,-7-4-1,2 2-24,1-2 1,-3 2 0,2-4 6,0-2 1,-1 4 0,-2-3 65,0-2 1,1 0-14,-4-3 0,1 1 0,-6-1-27,0 0 1,0 0 0,-1 2-20,-6 4 0,4-3 0,-5 7 0,-1-2-17,1 2 0,1-4 0,-2 4 1,-4 1-269,-1-1 1,4 4 0,-2-4 0,-4 4 63,-3 2 1,-3 2 0,1 4-1,-3 4 221,-1 4 0,-4 8 0,4 2 0</inkml:trace>
  <inkml:trace contextRef="#ctx0" brushRef="#br0" timeOffset="1289">236 3280 7441,'-10'0'-653,"4"0"808,6-8-289,0 8 253,0-8 35,-8 8 1,0 0-107,-8 0 0,5 0 0,3 1-34,2 6 1,-2-7-1,3 8-18,-6 0 0,3-5 11,-3 6 0,6-6 0,-4 4 9,2 1 0,1 0 1,3 3 58,-4-2 0,3-2-19,4 4 0,0-2-32,0 9 1,1-10 0,2 3 3,4 1 0,4-4-20,0 3 1,0-4-1,2-1 0,-2 2 0,-2 2 1,7-4 24,0-3 0,0-1 1,0-2-12,0 0 1,-7 0 0,2 0 22,0 0 1,4-2 1,1-3 1,-1-4 0,0-7 33,-6 0 1,1 3 0,-7 1-1,2 1-49,-2-1 0,-2-2 1,-1-2-1,2 0-17,4 1 1,-4-1-1,3 2 1,-4-2-27,-1 0 0,0 0 0,-1 2-20,-4-4 0,2 6 0,-8-4-162,-2-2 1,5 9 0,-3 6-87,0-1 1,1 4 0,1 4 0,-4-1-141,-1 8 419,-2 5 0,-6 4 0,-2 6 0</inkml:trace>
  <inkml:trace contextRef="#ctx0" brushRef="#br0" timeOffset="18358">188 3296 7967,'-16'14'0,"2"-3"-789,4 0 1,-4-6 632,3-2 0,0 2 337,0-1-66,5-2-19,6 4-19,0-6 0,1 0-15,4 0 1,-2 0-51,8 0 1,0-4-1,4-3-2,0 6 1,0-4 0,-3 2 0,-2-2-7,3 0 0,1-3 1,2-1-3,-2 1 1,2-6 0,0 6 0,0-3 13,-1 3 0,6-5 1,0-1-1,-1-2-8,2 6 0,-2-2 0,5 0 0,-1-2-12,-1-2 0,3 1 0,1-1 0,0 0 5,0 2 0,3-2 0,2 0 0,-2 2-4,1-2 1,1-2-1,-2 2 1,2 4-8,0 1 1,-1-8-1,0 3 1,0-2 3,1 2 1,4 1 0,1-5 0,-4 1 4,1 0 0,2-3 0,2 6 0,2-3-1,-2-1 0,-2-6 1,-4 3-1,1 0 33,5 1 1,7-6 0,-6 2 0,3 2-19,-3-3 0,6 5 0,-1 0 0,-3-3-10,-6 1 0,6 3 0,1-2 0,-3-1 5,4 5 0,-2-5 0,2 0 0,-2-3-4,2 2 1,2 4-1,-3-6 1,4 2-8,-3 1 1,6-6 0,-7 6 0,1-3 1,-1 2 0,3 4 1,-6-4-1,3 1-3,0 0 0,-8 2 0,4-2 0,-2 2 3,1 3 0,6-5 0,-4-1 0,2-1 10,-2-1 0,-1 7 0,0-4 1,0 0 32,5-1 0,-5 4 0,1-2 1,-2-3-2,1 2 1,1 4 0,-1-4 0,1-1-30,-1 1 0,4 5 1,0-7-1,-1 1 1,2 1 1,-8 0 0,6-4 0,0 6-25,-6-4 1,8 1-1,-13 3 1,2 0 2,1-2 0,-3 2 0,-3 2 1,0 1 14,0 0 1,3-4 0,2 0 0,-2 4 1,2 4 1,-1-8-1,-1 3 1,2 1-13,0 1 0,-4-2 0,1 1 0,-4 0 6,4 0 0,-1 0 0,4-4 0,0 4-13,0-5 1,-2 5-1,1-3 1,0 3 6,-6-1 0,8-7 1,-4 4-1,3 4 3,2-3 0,1 5 0,-3-5 0,-2-1 0,2 3 1,4-1 0,1 4-1,-2-2-8,-2-2 0,-3 0 0,2 6 0,-2-1 1,-5 0 0,6 2 0,-6-2 1,3 0 28,-2 0 1,2-5 0,-5 1 0,-1 1 27,0 1 0,5 2 1,-6 1-1,-1-1-34,2 0 0,-3 2 0,7-2 0,-4 1 4,-3 4 0,3-1 0,0 1 1,4-4-27,1-1 0,1 2 0,-1 0 0,-1 1 5,-4 4 0,3-1 0,-4-3 0,-1 6-3,-4 0 1,-5-1-1,1 5 6,-1-2 0,-2-1-679,1 6-96,-9 0 773,9 8 0,-20 0 0,4 8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27.916"/>
    </inkml:context>
    <inkml:brush xml:id="br0">
      <inkml:brushProperty name="width" value="0.04286" units="cm"/>
      <inkml:brushProperty name="height" value="0.04286" units="cm"/>
    </inkml:brush>
  </inkml:definitions>
  <inkml:trace contextRef="#ctx0" brushRef="#br0">0 4862 7402,'10'0'-1073,"-3"-7"1072,-2 3 4,-2-1 0,5 3-9,-3-4 0,5-2 20,5-8 1,-7 5-1,0 3-12,-1 2 1,1-7 23,7 2 0,1-2 0,0-2 0,0-1 1,0 0-1,-2 2-3,2 4 0,0-7 1,0 2-1,1-1 3,4-3 1,-4 0 0,5 4-1,-1-3 3,1-3 0,0 4 1,-3-4-1,4 4 13,0 1 0,0-5 0,2 1 0,0 1 14,1 1 1,1-2 0,-3-2 0,-1-2-47,4 2 1,3-1-1,2 4 1,-3-1-8,-2 1 0,1-5 0,-1 2 0,2-1 23,2 1 0,0-5 0,-4 5 1,-1 0 7,1 0 1,2-7-1,0 5 1,-1-3-1,-1 2 1,11 1 0,-8-4-1,5 2-16,-2-2 0,2-1 0,5-1 0,-2 2-36,0 2 1,-1 6-1,-6-7 1,6 1 0,-1 2 0,2-6 1,-3 5-1,2-5-7,-2-2 0,3 7 0,-4-2 0,1 0 8,-1-3 0,2 0 0,2-1 0,0 3 15,0 2 1,0 3-1,-7-6 1,3 4-6,4-4 0,-3 5 0,-1-1 0,-3-2 17,0 3 0,-1-4 1,1 6-1,3-1-7,-6 1 0,9-6 0,1 2-4,-3-4 1,0 5-1,-1-2 1,5 0 0,-5-2-13,0 4 1,5-4 0,-5 7-1,4-2 7,0-4 1,-3 1-1,-4-2 1,0 4 2,0-4 1,3 6-1,-4-4 1,5 1 1,-5 2 1,5-4-1,-10 6 1,7 0 26,-2-2 0,-2-3 0,1 3 0,-4-3-14,4 2 1,-1-1 0,6-1 0,-4 0 96,0 0-100,2-3 0,1 5 0,2-2-10,1 0 1,1-2 0,-5 2 0,-4 4-15,-1-1 1,2-3-1,-4 2 1,0-1 8,1 1 1,-1-1-1,2-1 1,-2 2 1,-2 3 1,4-3 0,-2 4 0,0 0 40,1-3 0,-1 7 0,2-5 0,0 1-30,0 1 0,-2-7 0,1 4 1,2 1-10,1 0 1,-2-5 0,-2 5 0,0 0 9,1-1 0,2-3 1,-1 3-1,0 1 12,0-2 1,0-1-1,-5 3 1,2 0 10,-2-2 0,4 2 0,-4 3 0,-1-2-11,1 2 0,-3 0 0,5 0 0,1-2-17,-1 2 0,-4 2 0,3 1 0,0 0-16,-4 0 1,4-4-1,-1-1 1,2 2-3,-2 1 0,2 1 1,-5-2-1,0-2 8,0 2 0,0 2 0,0 1 0,1 0 60,-1 0 0,-1-4 0,-2-1 0,3 2-41,0 2 1,-2-4-1,4 0 1,-4 2-9,1 2 0,-2 1 1,3 0-1,1 0-7,-1 0 0,-1 1 0,-2-1 0,-1 1-2,1 0 0,2-1 0,-4 0 0,0 0 1,4 0 0,-4 0 0,2 4 0,0-1 27,0 2 1,-2 1 0,2-6-14,0 1 0,-5 5 0,-3-1 0,1 1-3,-1 1 1,-3-4 0,6 7-1,0-2 1,-3-5 1,6 4-1,-4 1 1,2-2-12,0 2 1,0 4-1,-1-7 1,4 1-19,0 0 0,-5 3 0,1 2 7,0 0 1,-1-4-50,-1 2 1,-2 2-152,2 5-148,-6 0-127,5 0-101,-8-6 589,0 3 0,0-3 0</inkml:trace>
  <inkml:trace contextRef="#ctx0" brushRef="#br0" timeOffset="2728">5982 1 6560,'11'2'98,"0"2"0,-1-2-55,6 4 1,-1 1 0,1-3-27,0 1 1,-2-2 0,4 0-1,1 4-8,2 2 0,1-5 0,-5 2 1,2 0-14,2-1 0,4 6 0,-3-5 0,2 1 36,-2 1 0,5 3 0,0-2 0,2 1 7,3 1 0,-1-3 1,1 5-1,0-2-20,4 0 0,2-2 1,7 1-1,-6 2-30,-1 3 0,4-1 0,-1-3 0,0 0-21,2 0 1,6 4 0,-9 0 0,1 0 3,2-6 0,-2 10 1,5-4-1,0-1 6,-5-2 0,5-2 1,-3 6-1,5 0 16,-2 0 1,4-1-1,-8-2 1,4 0 3,0-2 1,1-2 0,-1 7 0,2 0 7,-2 0 1,1 0-1,-1-2 1,0 0-4,-4-2 1,8 2 0,-4-5 0,-1 6-4,-3 0 1,4 1 0,5-3 0,-3 0 0,-4-2 1,-6-2-1,7 7 1,-6 0 5,7 0 0,-1-7 1,1 2-1,-7 1 1,-1 2 0,0 2 0,4-2 1,-3-1-24,-1-4 0,-7 2 0,0 2 0,-1 0 7,-3-2 0,0-3 0,-4 4 0,-1-4 2,2 0 1,2 2 0,-3-2-1,0-2 33,4 0 1,-1 2 0,-2-5-1,-2 2-8,-3-2 1,5 2-1,-5-2 1,0 2-3,0-2 1,-7 0 0,3 2 17,-7 0 16,3 0 0,0-5 24,-2 0-55,-6 0-26,4 0-43,-7 0 1,0 1 9,0 6-145,0-6 1,0 7 88,0-3 1,0 0 94,0 4 0,0-6 0,0 5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32.189"/>
    </inkml:context>
    <inkml:brush xml:id="br0">
      <inkml:brushProperty name="width" value="0.04286" units="cm"/>
      <inkml:brushProperty name="height" value="0.04286" units="cm"/>
    </inkml:brush>
  </inkml:definitions>
  <inkml:trace contextRef="#ctx0" brushRef="#br0">517 48 7765,'-3'8'-1342,"0"-5"1676,-2-6 0,0-1-419,5-7 58,0 8 1,-1-3 0,-4 4 71,0-4 0,-1 4-48,-1-3 0,4 4 0,-5-1 46,0-2 0,-3 0-17,0 0 0,-3 2 5,0 2 0,-2 0 0,0 0-37,0 0 1,5 5 0,1 1-1,-2-3 19,-3-1 1,1-1 0,-2 3 0,0 4-10,1-1 0,-1-2 1,0 5-1,0-2 1,2 1 0,-8-1 0,1 5 0,2-4 1,1 4 0,6 1 0,-1 2 0,2 0-9,0-2 1,1 1-1,1-1 1,-2 0 3,3 4 0,-2 1 1,7-4-1,-2 0 2,1 1 1,2-1-1,2 1 1,0 0-8,0 0 0,0 0 0,0-2 1,0 2 1,0 0 1,0 0 0,2 0 0,2-1 27,1 1 1,8-1 0,-5 0 0,3 1 4,-2 0 1,-4-5 0,6-1 0,2 1-6,0-3 0,2 6 1,1-6-1,0 2-6,0-6 0,0 4 0,0-1 0,-2-1-21,2 2 0,4-3 0,3-5 0,-4 0-4,-2 0 0,4 0 0,1 0 0,0 0 1,0 0 1,5 0 0,-4 0 0,-1 0 11,2 0 0,1 0 0,-3 0 1,0 0 14,2 0 1,1-2-1,-2-1 1,0-5-5,0 0 1,-3 3-1,-4-4 1,0 1 33,-2-2 0,1 1 0,-3-6 0,-2 3-20,2 2 0,-4-2 0,-1-7 1,-3-2 17,1 2 0,6-5 1,-6 2-1,-2 0 4,0-1 1,-3-3 0,0 3 0,0 0 24,0-6 0,-3 2 1,-2-2-1,-4 4-43,-5-3 1,-4 4 0,4 0-1,-3-1-15,-4 1 1,2 5 0,-6 0 0,-6 4-283,-3 6 1,-1-1 0,-8-1 0,-6 7-278,-7 2 1,-6 2 536,-6 0 0,-10 0 0,-9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35.236"/>
    </inkml:context>
    <inkml:brush xml:id="br0">
      <inkml:brushProperty name="width" value="0.04286" units="cm"/>
      <inkml:brushProperty name="height" value="0.04286" units="cm"/>
    </inkml:brush>
  </inkml:definitions>
  <inkml:trace contextRef="#ctx0" brushRef="#br0">125 282 7154,'11'0'-611,"-1"0"0,-4 0 616,4 0 0,-5 0 1,4-2 48,-3-3 1,7 4-38,-2-4 0,2 2 1,3 3-1,0 0 2,-1 0 1,1 0 0,0 0 0,-2 0-20,2 0 1,2 0 0,1 0-1,3 0 12,3 0 1,-4 0 0,3 0 0,1 0-6,-1 0 0,0 0 1,4-2-1,-4-1 2,-2-2 0,10 1 0,-4 4 0,-1 0 3,4 0 1,3-4 0,1 1 0,0-2-3,-1 2 1,-3 2 0,6 1 0,-1-2-10,-1-4 1,-2 4-1,-1-3 1,1 4 9,6 1 0,-5-5 0,0-1 0,-3 3 13,0 1 1,3 2 0,5 0 0,-5-2 20,0-2 0,-3 2 0,4-4 0,2 4-18,-2 2 0,3-5 0,0 1 0,-3-1-6,3 3 0,-3-2 0,4-1 0,-1 2-22,-3-1 1,3 0 0,0-1-1,0 0-3,0-3 1,5 7 0,-5-4 0,0 3-4,0 2 1,4-6 0,-4 1-1,0 2 7,0 1 1,5 1-1,-5-2 1,1-4-5,4 4 1,-5 0 0,-1 0 0,-2-4 27,1 4 1,-3-3-1,4 1 1,-4 0-2,-1 4 0,-2-4 0,2 0 0,0-1 12,-2 0 1,1 4 0,1-3 0,-2 2-11,-4-3 1,4 4-1,-6-3 1,1 2-9,2-3 0,-3 4 1,4-2-1,-4 2-22,-2 2 1,-1 0 0,-5 0 0,0 0-67,-1 0 0,1 0 0,0 0-115,-2 0 0,-3 0-283,1 0 469,-9 0 0,3 6 0,-6 4 0</inkml:trace>
  <inkml:trace contextRef="#ctx0" brushRef="#br0" timeOffset="1441">16 1736 7408,'-8'0'-411,"0"0"1,8-2 489,0-4-10,0 4 1,2-2-93,4 4 95,-4 0 0,12-7-54,-5 1 1,6-3 0,0 1-5,1 0 1,-6 3-1,1-5 1,0 4-31,3 3 1,2-5 0,0 2-14,0-2 0,1 0 1,2-7-1,2 8 8,-2-1 1,-2-4-1,1 3 1,1-1 21,2-1 1,4 0-1,-1-1 1,-1-1 4,4 2 0,2 3 0,0-3 0,-4 0-1,2-2 1,3-1 0,2 3 0,-4-4 11,-1 4 1,2 2 0,-2-7 0,1 2 2,4-2 1,-2-2 0,-3 6 0,0-1 3,-2 2 1,6 1-1,-4-6 1,-1 1-7,1-1 1,4 8 0,0-3-1,-1-4-25,1 3 1,0-4-1,-1 2 1,4-2-7,-3 8 1,0-6 0,0 1-1,-1 2 11,4-7 1,-7 9 0,1-2 0,-2 0 9,4-5 1,-3 1-1,4 3 1,-5-3 20,1 4 0,0 3 0,3-7 0,2-1 15,-9 8 0,7-6 0,-4 2 0,6 0-35,-2 1 0,0-4 1,2 7-1,-1-3 6,-1 2 1,4-2 0,-6-4-1,1 4-34,-5 0 1,3 0 0,3-2 0,-3 1 11,-2 1 0,-1 3 0,-2-5 0,0 4 18,-3-4 0,0 0 0,0 2 1,2 0 19,-2 0 1,5-2 0,-4 0 0,1 4-25,1-4 1,-3 4-1,8-1 1,-1-1-9,-3 3 1,6-4-1,-9 5 1,1-2-8,1-2 1,-4 1 0,4 2 0,-5-1 5,-2 1 1,1 3-1,-1-6 1,1 0-1,0 3 1,0-5 0,-3 7 0,-1-2 0,-1 1 1,-1-2 0,7 1 0,2 2-5,2-2 0,0-3 0,-5 1 0,1 1-4,4-2 1,-4 6 0,5-6 0,-6 1 6,0 1 0,5-2 0,1 3 1,-3 1 26,-2-1 0,-2 2 1,0 3-1,1-5-15,0 0 0,0 5 1,0-5-1,0 3-6,-2 0 1,2-3-1,0 5 1,0-3-4,-1-4 1,6 6-1,1-4 1,0 0-1,2 3-10,-5-1 1,3 1 0,-1-3 25,-2 2 1,-1-5 0,-3 6 16,1 2 0,0-5 1,-2 3-2,2 2 0,-2-2 0,-1 2-15,-3-2 0,-1 0-42,9 5 1,-10-1-120,-4-6-461,0 6 271,-4-6 1,0 9 332,0 3 0,0-4 0,0 7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0:50.698"/>
    </inkml:context>
    <inkml:brush xml:id="br0">
      <inkml:brushProperty name="width" value="0.04286" units="cm"/>
      <inkml:brushProperty name="height" value="0.04286" units="cm"/>
    </inkml:brush>
  </inkml:definitions>
  <inkml:trace contextRef="#ctx0" brushRef="#br0">32 454 7437,'-10'-7'-234,"4"6"-46,6-7 304,0 8 1,0 8-6,0 3 1,0 1 0,0 4-10,0 2 0,0-6 0,0 4 33,0 2 0,0-9 35,0 1 1,0-2 184,0 0-183,6-5 0,4 9 5,6-7 0,-1 2-62,0-7 1,1 0 0,-1 0-1,1 0 19,0 0 1,0-7 0,-2 2-16,2 2 1,0 2 0,0 1-32,0 0 1,0 0-4,-1 0 1,0 0-1,-1 1-6,-3 6 0,3-6 3,-4 10 0,-1-3 0,-1 7 5,-1-4 1,-1-7 0,-6 4 1,0 7 1,0-7 0,0 3 24,0 1 0,0-5 0,-2 4 0,-2-3 10,-1 0 0,-6-4 0,0 4 0,-4 3-67,0-3 0,-1 0 0,1 7 0,-2-8-123,-4 8 1,4-7-1,-5 1 1,4-2-21,4 4 0,-2-10 1,0 7-139,0-2 0,1-2-273,-1 0 589,8-4 0,-6-4 0,6-6 0</inkml:trace>
  <inkml:trace contextRef="#ctx0" brushRef="#br0" timeOffset="232">0 531 5904,'6'-9'228,"5"-2"1,4 6 0,1-5 0,-1 2-286,0-1 0,1 6 0,1 0 1,2-2-101,2 2 1,2-2 0,-4 2 156,2 0 0,6-4 0,-2-2 0</inkml:trace>
  <inkml:trace contextRef="#ctx0" brushRef="#br0" timeOffset="596">641 531 6625,'0'10'1184,"1"-2"-916,4-8 0,5 0-232,5 0 1,1 0 0,0 0 0,-2 4-6,2 1 1,0 2 0,-2-4 0,2 5-26,2 0 0,-2-5 0,-4 5 1,6-4 26,-2 1 1,-1 5-1,1-9 1,-1 6-123,0-6 1,1 6 0,-1-4 0,0 2-197,1-2 1,2-3 0,-2 0 0,-4 1-562,6 6 846,-2-6 0,-1 6 0,0-7 0</inkml:trace>
  <inkml:trace contextRef="#ctx0" brushRef="#br0" timeOffset="909">891 422 8034,'0'-16'-30,"0"6"778,0-1-718,0 2 70,0-1 1,0 6 0,-1 8-72,-6 7 0,6 5 1,-6 3-1,3 4-57,-3 0 0,-4-4 1,3 7-1,0-7-10,-3 1 1,3 6 0,4-6 0,-3 3 33,2-8 1,-2 0 0,3 1 0,0-1-420,0 1 0,1 2 0,3-2-658,0-4 1081,0 6 0,8-9 0,2-2 0</inkml:trace>
  <inkml:trace contextRef="#ctx0" brushRef="#br0" timeOffset="1664">1327 266 7064,'-9'0'681,"3"0"-679,6-7 70,0 5 0,6-4-36,7 6 0,-1-2 0,3-1-37,0-4 1,1 3 0,2 4-6,-4 0 1,2 0 0,-3 1 0,1 2 8,-5 4 0,-4-2 1,3-4-1,2 2-152,-3 4 0,0 4 34,-4 0 0,-1 3 0,-2 0 91,0 2 1,-5-5-1,-3-3 1,0 2 2,-5-2 0,5 0 0,-1-2 0,-5 2-19,1 1 1,2-1-1,1 4 1,1-6-43,-2 2 18,-2-7 69,11 6 1,-4-7-1,12 0 59,4 0 1,6 0-1,-2 0-24,2 0 1,0 0 0,-2 0-1,2 0-17,0 0 0,0 0 1,-1 0-1,1 0 10,0 0 1,-2 0 0,2 0-37,0 0 1,0 0-1,-2 1-8,-4 6 1,2-4 0,-5 5 23,2 0 0,-6 3 32,2 0 0,-3 5 15,-2-4 1,-7 4 0,-4-1 8,-1-4 1,-4 0 0,2-3 0,1 0-4,3-4 1,-1 3 0,-5-7-1,2 1-40,-2 6 0,0-7 1,1 8-1,-1-8-85,0 0 1,0 0 0,2 0-155,-2 0 0,2 3 0,1-2-627,3 6 840,6-3 0,-9-4 0,3 0 0</inkml:trace>
  <inkml:trace contextRef="#ctx0" brushRef="#br0" timeOffset="2220">1998 346 8009,'3'-10'442,"1"2"-468,0 2 70,9 4 1,-10-6 0,7 8-121,2 0 0,3-4 0,1-1-76,-1 2 0,0 1 0,1 2-132,-1 0 0,-4 0 0,-1 0-135,3 0 1,-7 2 418,0 2 0,2 4 0,2 8 0</inkml:trace>
  <inkml:trace contextRef="#ctx0" brushRef="#br0" timeOffset="2431">2062 469 8034,'0'8'-68,"0"0"1,1-8-1,2-1 145,2-6 0,8 6 0,-2-2 0,0-2-93,0 2 0,3-2 1,-4 2-1,4 0-116,2 3 0,0-5 0,0-2 1,-2 4 138,2 2 0,0 1-7,0 0 0,0 0 0,-1 0 0</inkml:trace>
  <inkml:trace contextRef="#ctx0" brushRef="#br0" timeOffset="2856">2499 125 7727,'0'16'464,"0"0"-353,0 0 0,0 0 0,0-2 1,0 2-72,0 0 0,5 0 1,0-1-1,1 1-17,1 0 1,-6-2-1,6 2-102,0 2 0,0-4 0,5 2-108,-2 0 1,-4-4-1,2 3-121,0-4 0,3-3 0,-3 3-606,2-2 914,4-2 0,-8 4 0,10-2 0</inkml:trace>
  <inkml:trace contextRef="#ctx0" brushRef="#br0" timeOffset="3468">2810 189 8055,'0'-11'-448,"0"0"0,0 6 648,0-5 67,0 5-265,0-1 1,-5 8-31,1 2 1,-6 1 0,2 5-11,7 2 0,-6-4 1,3 3 47,-3 1 0,7-3 91,0 2-57,0-1 1,8-1 0,2-2 21,2-1 1,-1-4 0,1 4-1,0-5-10,3-1 1,-3 0-1,6 0-22,-2 0 1,-1 0-1,1 0 1,-1 0 10,0 0 1,-4 0 0,1 0-38,-1 0 1,1 0-1,4 0-32,2 0 0,-10 0 0,3 2-12,1 3 0,-4-4 1,3 7 21,-4-1 0,1 2 0,0 4-40,0-2 1,-4 3-25,3-4 0,-3-1 0,3 1 65,-2 2 0,-5-4 22,0 3 1,0-3-1,-5 7 1,-2-7-23,-1-2 1,-3 3 0,-4-2 0,-1-2-44,1 1 1,0-1-1,-1-1 1,-2 3-31,2-4 1,0 5 0,1-3-70,0-2 0,4 5 1,2-8-160,-2 0 0,0 0 314,3 0 0,-3 0 0,-5 0 0</inkml:trace>
  <inkml:trace contextRef="#ctx0" brushRef="#br0" timeOffset="3796">2828 94 8055,'4'9'-103,"0"-3"0,4-6 1,-4-1 256,-1-4 1,9 2 0,-5-7 25,1 4 0,4-2 1,3 5-1,1-3-74,-1-4 0,4 7 0,0-3 0,0 1-81,0-2 1,4 3 0,0 4 0,0-2-1941,0-3 1915,4 4 0,3-13 0,9 4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1:29.506"/>
    </inkml:context>
    <inkml:brush xml:id="br0">
      <inkml:brushProperty name="width" value="0.04286" units="cm"/>
      <inkml:brushProperty name="height" value="0.04286" units="cm"/>
    </inkml:brush>
  </inkml:definitions>
  <inkml:trace contextRef="#ctx0" brushRef="#br0">48 125 7245,'-16'0'-218,"0"0"353,8 0-55,0 0-95,8 0 22,0-7 4,0 6 1,2-12 0,4 8 20,3 2 1,6-5-1,1 3 59,-1 2 1,1-3-59,-1 0 1,0 1-15,1 5 1,0 0 0,-2 1-35,-4 4 0,-1-3 1,-5 6-9,0-2 0,4 2 0,-5 3 0,2 0-14,-2 0 0,-1-1 0,-2-1 0,0 4 0,0 1 1,-2 2 15,-2 0 1,0-3 0,-5-1 16,3-1 1,-7-6-1,3 3-7,-4 2 1,5-6-1,2 1-42,1 2-64,4-3 0,-6-4 98,8 0 1,2 0 0,4 0 3,4 0 0,3-1 0,-1-2 187,-2-4 1,1 2-139,5 5 0,-2 0 1,0 0 8,-3 7 1,-3-2 0,-5 2-7,4 8 0,2-7 1,-4 3-11,0 1 1,-4 1-1,-1 1 42,0 2 1,0 2 4,0-2 1,-1-4 0,-5-1-35,-4 0 0,0-6 0,1 5-26,-4-2 1,-1 1 0,0-2 0,-2-4-30,0-2 0,0-1 0,0 3 0,0 5-7,1-4 1,5-3-70,-1-1-100,1-8 1,-4 0 14,3-8 1,5 1-272,6-1 0,6 1 447,5 4 0,3-8 0,2 0 0</inkml:trace>
  <inkml:trace contextRef="#ctx0" brushRef="#br0" timeOffset="386">454 218 7188,'15'0'-1372,"-5"0"1655,1 0 1,-8 0 0,10 0 0,0 0 1,-5 3 0,3 1 0,0 0-178,3 0 0,0 5 0,4-1 0,-2 5-70,-4-4 0,1-2 1,-2 0-1,0 1-52,3 0 1,-1-1-1,-2 2 1,0-1 39,2 2 1,-5-9-1,1 7 1,-1-2-232,2-1 0,-5-2 0,3 1 0,1-1-235,-1 3 0,-2-3-253,4-3 694,-7 0 0,11 0 0,-4 0 0</inkml:trace>
  <inkml:trace contextRef="#ctx0" brushRef="#br0" timeOffset="691">672 141 7319,'-8'-2'-564,"1"-1"1530,0-2-799,6-1 1,-9 14-1,7 1 1,-2 5-155,2 2 1,-2 2 0,5 1 0,0 1-11,-4-1 1,2 5-1,-3-5 1,4 3 15,1-6 1,-4 6-1,1-1 1,-2-2-256,2-1 1,0-3 0,-2 0-123,1 1 0,-3-1-92,7 1 450,0 0 0,8-10 0,2 2 0</inkml:trace>
  <inkml:trace contextRef="#ctx0" brushRef="#br0" timeOffset="1579">999 79 5943,'-11'4'-16,"2"1"1,2 2 203,-2-7 0,4 0-3,-6 0 1,6 0 212,-6 0-204,8 0-146,-4 0-42,7-8 1,7 1 15,4-4 0,2 0 0,2 3 0,1 2-1,0-1 0,0 1 0,0 5 0,-2-3-5,2 0 0,0-4 1,0 5-1,0-2-11,-1 2 0,1 1 1,-1 2-44,0 0 0,1 2-6,0 2 1,-5 0 0,-3 7-5,-2 0 0,1 3 0,-7 2 19,0 0 1,-2 0 0,-3-2-1,-1 0-4,-2-3 0,-1 3 1,-4-4-1,3 4 8,-2 2 1,-2-6-1,-1-1 81,-1-2 0,5 4 73,2-7-58,4 1-85,-1-5 0,12 0 0,5-1 10,3-4 1,7 3 0,0-3-7,-2 2 0,-2-1 1,-1-1 36,0 2 0,0 1 0,-2 2 7,2 0 1,-5 5 0,-3 1-12,0 4 0,1-6 1,-2 7 12,-4 1 0,0-1 1,0-2-25,2 2 1,1 5 0,-6-2-3,0 2 1,-1-5 0,-4 0 0,0 1 31,2 0 0,-7-1 0,3 0 0,-5 1 24,3-4 1,-2 4-1,-2-5 1,0 0-9,2-2 1,2 3 0,-7-5 0,0 4 3,0-6 0,7 2 1,-2 2-1,-2 2-58,0-4 0,-3-2 1,1-1-91,-1 0 1,0 0 0,0 0-370,0 0 1,2 0-168,-2 0 622,6 0 0,-2-8 0,2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8:31:44.156"/>
    </inkml:context>
    <inkml:brush xml:id="br0">
      <inkml:brushProperty name="width" value="0.04286" units="cm"/>
      <inkml:brushProperty name="height" value="0.04286" units="cm"/>
    </inkml:brush>
  </inkml:definitions>
  <inkml:trace contextRef="#ctx0" brushRef="#br0">171 171 6997,'-8'0'-535,"2"0"696,6 0 28,0 0 14,0-6 1,0 4-93,0-12 1,5 11 0,1-5-17,4 0 0,-7 2 1,3 3 11,2-4 0,0 2-43,8 5 0,-5 0 0,-2 0-186,4 0 1,-5 0 112,5 0 0,-12 2 0,6 1 0,-1 5-43,-1 0 1,0-3 0,-5 6 22,0 2 0,0-5 1,0 3-17,0 0 1,0 3 0,0 0-2,0 4 0,-2-9 0,-1 2-8,-2 2 0,-6-7 0,5 5 7,-4-6 0,1 6 20,-7-4 1,5-3 0,3-4 32,0 7 0,1-6 13,3 6-19,2-6 0,-6-2-10,8-6 0,2 6 1,4-6-1,4 7 0,-1-3 55,1 0 1,1 1 29,5-4 0,-1 5-49,0 1 1,-4 0-18,0 0 1,-6 0-1,3 1-4,0 5 1,-2-2-9,-1 5 1,-1 1-1,4 2-15,-1-4 1,-1-1 19,-6 4 1,0-2-2,0 6 0,0-3 0,0-1 3,0 0 0,-2 4 26,-4 1 1,3-4 0,-5-1 0,-2 0-22,3-6 0,2 2 1,-6 0 58,-2 1 1,-1 4 0,-1-5-30,0 0 1,3-2 0,3-5 8,-4 0 0,1 3 0,0-2 19,1 6 0,0-3 7,-3-4 0,-2 0-29,0 0 0,5-4-42,2-3 1,5 3-1,-3-1-5,0-2 1,6 3 0,-7 1-42,1-5 35,6 4 0,-9 4 13,6 0-6,2 0 1,-4-3-1,4 2 25,-4-6-22,4 3-3,-4 4 0,4 0 3,-4 0-5,4 0 1,-4 0 0,4 0-25,-2 0-82,0 0-38,-2 0-61,6 0 1,0 0-257,0 7 39,0-7 0,0 8 425,0-1 0,6-6 0,4 6 0</inkml:trace>
  <inkml:trace contextRef="#ctx0" brushRef="#br0" timeOffset="948">187 48 5951,'0'-10'536,"0"-4"-273,0 12-172,0-4 0,0 4 56,0-4-109,0 4-19,0-4 1,-1 6-62,-4 0 1,2 0 0,-8 0-136,-1 0 0,3 5 1,1 3 176,0 0 0,-3 3 0,1 5 0</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12T06:48:32.069"/>
    </inkml:context>
    <inkml:brush xml:id="br0">
      <inkml:brushProperty name="width" value="0.05292" units="cm"/>
      <inkml:brushProperty name="height" value="0.05292" units="cm"/>
      <inkml:brushProperty name="color" value="#FF0000"/>
    </inkml:brush>
  </inkml:definitions>
  <inkml:trace contextRef="#ctx0" brushRef="#br0">16454 8656 44 0,'0'16'30'0,"0"-1"-28"0,0-3 1 15,0-4 4-15,-2-1-1 16,-1-1 3-16,1-5 10 0,-1-1 1 16,2 0-1-16,-1-4 2 15,-4-6-14-15,3-4-6 16,0-3 9-16,-1-2-2 15,4-6-1-15,0-1-4 16,0-5-1-16,0 0-1 16,3-3-1-16,3-2 0 0,3 2 0 15,-2-2 0-15,3 4-1 16,2-1 1-16,2 5 0 16,0 2 0-16,2 2 0 15,0 8 0-15,0 5-1 16,0 4 2-16,-3 6-2 0,1 1 0 15,-4 10 1-15,3 10-2 16,0 8 0-16,3 7 5 16,-3 2 0-16,2 7 1 15,-3-1-3-15,1-2 0 16,0-1-1-16,-3-6 1 16,0-3-1-16,-2-4 1 0,-2-3-1 15,-4 0 0-15,-2-2-2 16,0-4-21-16,-2-5-38 15,-9-6-25-15</inkml:trace>
  <inkml:trace contextRef="#ctx0" brushRef="#br0" timeOffset="169.19">16404 8674 223 0,'0'0'-11'0,"0"0"7"0,0 0-18 0,0 0 22 0,37-7 0 16,-12 0-2-16,4-4-37 15,2-3-67-15</inkml:trace>
  <inkml:trace contextRef="#ctx0" brushRef="#br0" timeOffset="624.85">17050 8456 187 0,'0'0'3'16,"0"0"5"-16,0 0-1 16,10-39 5-16,-10 30-2 15,0 1 0-15,-4 1-4 0,-5 3-2 16,-2 1-3-16,-2 3-1 15,-3 0 3-15,2 1-2 16,-6 8 0-16,4 4 0 16,1 2 1-16,2 1-1 15,6 0-1-15,0-1 0 0,5-3 1 16,2 0-1-16,0-3-1 16,11-2 1-16,0 0 4 15,5-3-3-15,2 1 1 16,4-1 1-16,1 0-1 0,-1-1 0 15,0 4-1-15,-3-1-1 16,-3 1 0-16,-3 0 2 16,-5 0-4-16,-5 2 2 15,-2-1-3-15,-1 1 0 16,-2-1 5-16,-11 0 0 16,1 0-1-16,-3 0 0 0,-3 1 1 15,3-2-1-15,1 0-5 16,3-3-27-16,2-4-46 15,7 0-35-15</inkml:trace>
  <inkml:trace contextRef="#ctx0" brushRef="#br0" timeOffset="1258.78">17358 8426 211 0,'0'0'4'0,"0"0"7"0,0 0 4 0,0 0 10 16,0 0-13-16,0 0-10 16,0 0-4-16,0 0 3 15,-39-34 1-15,22 37-2 16,1 5 2-16,2 2-1 16,2-1 0-16,4 5 0 0,1-3-1 15,4 1 3-15,3-1-2 16,0-1-1-16,6-1 0 15,5-1 0-15,2-1 2 16,3-1-1-16,2-2-1 16,2 1 4-16,0 0-3 0,1-1 0 15,-3 2 3-15,-1-1-4 16,-3 1 1-16,-7 1-1 16,-1 2-1-16,-6-1-3 15,0 1 3-15,-6 1-2 16,-4 1 5-16,-4 0-2 0,-2-2 0 15,0-2 1-15,2 0-1 16,1-3 1-16,3-2 1 16,3-2-1-16,6 0 0 15,-2 0 2-15,3-3-3 16,0-7-2-16,10-1 1 0,2-3-1 16,4-3-4-16,4-2 0 15,0-1-1-15,4 2 3 16,0 2 4-16,-3 2 0 15,1 2 0-15,-2 4 1 16,-3 5-1-16,-3 1 1 16,-1 2-1-16,-5 0-1 0,2 5 1 15,-3 7 0-15,0-1 1 16,-1 3 2-16,0-1-2 16,0 0 0-16,0 1 0 15,-2-3 1-15,1-1-1 16,1 0-1-16,-1-3 0 0,2-4-13 15,-2-3-70-15,5 0-56 16</inkml:trace>
  <inkml:trace contextRef="#ctx0" brushRef="#br0" timeOffset="1401.31">17630 8324 229 0,'0'0'-4'0,"0"0"4"0,0 0-40 0,0 0-57 16</inkml:trace>
  <inkml:trace contextRef="#ctx0" brushRef="#br0" timeOffset="1971.82">17883 8460 277 0,'0'0'-3'15,"0"0"4"-15,0 0 0 0,0 0 0 16,-6-43-6-16,-6 34-19 16,-3 2 2-16,-3 2 17 15,-3 4 3-15,2 1 11 16,0 0-2-16,1 6-2 15,2 6-2-15,3 4-3 0,4-1 1 16,3 4-1-16,4-3 1 16,2 0 1-16,1-3-6 15,8-4 4-15,5-4 0 16,1-2 0-16,2-3 5 16,2 0-3-16,1-5 2 15,-3-5 1-15,1-3 4 0,-1 0-1 16,-4 1-3-16,-3 3-1 15,-2 0 2-15,-3 2 0 16,-1 3-1-16,-2 3 0 16,-2 1-3-16,0 0-4 15,2 1-1-15,-2 12 2 0,2 1 1 16,2 4 3-16,2 4 0 16,-2 2-2-16,1 2-1 15,1 0 1-15,-1 1 0 16,2-3-1-16,-3-1 0 15,-1-1 1-15,-1-4-1 0,0-1 0 16,-2-4-1-16,0-3-4 16,0-2 6-16,-2-2-2 15,-5-3 3-15,-4-3 0 16,1 0 0-16,-2 0-2 16,0-7-1-16,3-8-18 0,1-3-34 15,5-6-70-15</inkml:trace>
  <inkml:trace contextRef="#ctx0" brushRef="#br0" timeOffset="2369.65">18035 8461 177 0,'0'0'3'0,"0"0"7"0,0 0-2 0,0 0-3 16,0 0-2-16,0 0 0 0,40-4 2 15,-36 11-1-15,-1 1 0 16,0 3-1-16,3-2-1 16,-4-3-1-16,1 2 2 15,-1-3-2-15,-1-2-1 16,0-3 3-16,-1 0-1 0,0 0 16 16,0 0 8-16,0-6-22 15,-2-5-1-15,0 1-1 16,0-3-1-16,2-1-2 15,0 0 2-15,0 1-2 16,7 2 2-16,2 4-2 0,3-2 1 16,1 4 1-16,1 3-1 15,3 2 0-15,0 0 0 16,0 0 0-16,1 3 0 16,-4 4 0-16,2 4 0 15,-5 0-1-15,1 1 0 0,-5 2-21 16,-2-4-24-16,-2-1-51 15</inkml:trace>
  <inkml:trace contextRef="#ctx0" brushRef="#br0" timeOffset="3002.89">18375 8376 247 0,'0'0'-5'0,"0"0"15"15,0 0-4-15,0 0-6 0,0 0 0 16,0 0 1-16,0 0-1 16,0 0-1-16,40-20 0 15,-34 28 1-15,-1 2-2 16,0 1 0-16,-3 0 1 16,0-1 1-16,-2 1 1 15,0-3-3-15,0-2 3 0,0-1 0 16,0-2-2-16,0-3-1 15,0 0 5-15,0 0 1 16,0-2 3-16,0-9-2 16,4 2-2-16,1-5-1 0,4 0-1 15,3-3 0-15,1 3-2 16,3 1 3-16,1 0-3 16,5 3 2-16,-3 3-1 15,4 4 0-15,0 2 0 16,-2 1 1-16,0 3-2 0,-3 8 1 15,-2 3 0-15,-2 3 0 16,-3-1-2-16,-3 1 2 16,-3-3-1-16,-4 0-1 15,-1-5 1-15,0-2-1 16,0-3 0-16,-3-1 5 16,-4-3 3-16,2 0-2 0,3-4 6 15,0-6 2-15,2-3-9 16,0-2 1-16,0-4-3 15,7 1-1-15,5-4 0 16,1 2 0-16,3 2 1 16,1 2-1-16,3 6-1 0,-5 3 0 15,3 4 2-15,1 3-1 16,0 0 0-16,-1 6 0 16,0 5 0-16,0 4-1 15,-2 0 1-15,1 4 0 16,-4-3-4-16,0 1-32 15,-5-5-38-15,-4 0-50 0</inkml:trace>
  <inkml:trace contextRef="#ctx0" brushRef="#br0" timeOffset="3351.66">19084 8327 202 0,'0'0'-13'0,"0"0"14"0,37-28-1 0,-22 17 1 0,-4-3-1 15,1-2 0-15,-2 2 0 16,-6-1 1-16,-4 0-1 16,0 4 3-16,-2 1 1 15,-10 3 3-15,1 1 1 16,-4 5 3-16,0 1-7 0,0 1 2 15,0 9-4-15,1 3-1 16,3 1 0-16,5 2 1 16,3-1-1-16,1 1 1 15,2-3 1-15,2 2-3 16,4-5 2-16,6 2-1 0,2-4-2 16,3-1 0-16,3-4-23 15,-1-3-40-15,0 0-27 16</inkml:trace>
  <inkml:trace contextRef="#ctx0" brushRef="#br0" timeOffset="3765.52">19302 8236 87 0,'0'0'53'16,"0"0"-38"-16,0 0 13 16,0 0-15-16,0 0-7 15,0 0-5-15,40-20 0 0,-34 28 0 16,2 4 3-16,-5 0-2 15,1 4-1-15,0 0 2 16,0-1-2-16,-4-3 2 16,0-2-3-16,0-3 0 15,0-3-3-15,0-3 4 0,0-1 11 16,0 0 10-16,-2-4-9 16,-1-7-1-16,2-2-2 15,1-3-4-15,0-1-1 16,4-1-4-16,4 1-2 15,5 0 2-15,0 1-2 16,3 6 1-16,0 2 0 0,3 2 0 16,-2 6 1-16,2 0-2 15,2 0 1-15,-1 6 0 16,1 2 0-16,-2 5 0 16,0 1 0-16,-3-1 0 15,-5 0-2-15,-4-2 0 0,-5-1-6 16,-2 0-9-16,0-4-4 15,-9-3-9-15,-4-3-33 16,-1 0-17-16</inkml:trace>
  <inkml:trace contextRef="#ctx0" brushRef="#br0" timeOffset="4115.05">19521 7742 173 0,'0'0'9'0,"0"0"1"0,0 0 4 16,0 0-11-16,36-22-2 15,-28 28 0-15,-1 8 0 0,0 5 1 16,-1 6 7-16,1 6 3 15,2 3-3-15,0 3-2 16,0 1-3-16,0-1 0 16,1-1 2-16,0-2-1 0,1-4 0 15,0-2-2-15,-1-2-1 16,3 1 0-16,-3-4-1 16,2-2-1-16,-2 2-2 15,-1-5-21-15,1-2-22 16,2-8-36-16,-2-3-5 15</inkml:trace>
  <inkml:trace contextRef="#ctx0" brushRef="#br0" timeOffset="4468.96">19912 8167 104 0,'0'0'9'16,"0"0"24"-16,31-42 14 0,-24 30-18 16,-4 3-12-16,-2 2-7 15,-1 2-5-15,0 1-2 16,-3 1-7-16,-6 3 1 15,-5 0 6-15,2 0-2 16,-2 5-1-16,2 4 1 0,1 0-1 16,2 1 0-16,4 0 1 15,2-2-1-15,3 2 1 16,0-3-2-16,3 3 2 16,4-3 4-16,4 2-2 15,1-2 2-15,1 0 2 16,0 2-3-16,-4-2-2 0,3 1-1 15,-4-1 0-15,-5 0-1 16,-1-2 1-16,-2 1-2 16,0-1 2-16,-9 1 4 15,-6-1-2-15,-2 1-2 16,-3 0 1-16,-2-1-2 0,-1-3-2 16,1 1-28-16,-1-3-37 15,4-2-31-15</inkml:trace>
  <inkml:trace contextRef="#ctx0" brushRef="#br0" timeOffset="4575.57">19786 8021 109 0,'0'0'1'0,"63"-47"-1"16,-25 26-16-16</inkml:trace>
  <inkml:trace contextRef="#ctx0" brushRef="#br0" timeOffset="5801.38">18433 8896 83 0,'0'0'13'0,"0"0"3"0,0 0-15 0,0 0-1 16,0 0 0-16,0 0 0 16,0 0 0-16,0 0 0 15,0 0 1-15,0 0 0 0,0 0 0 16,29 54-1-16,-24-30 0 16,3 6 1-16,-3 4-1 15,6 6 5-15,0 4 5 16,-2 3-2-16,3 2 1 15,3 1-1-15,1 3-5 16,3-2-1-16,1-2 4 0,1-2 5 16,-1-5 2-16,2-5 0 15,3-3-2-15,-3-3 2 16,3-3-3-16,2-1-2 16,-1-1 0-16,1-2-2 15,0-3-3-15,-2-1-2 0,-4 0 0 16,2-6 3-16,-2 2-2 15,-2-5 0-15,0 2-1 16,-2-2-1-16,1-1 1 16,-2 0-2-16,-5 0-22 15,-5 0-42-15,-2-3-23 16</inkml:trace>
  <inkml:trace contextRef="#ctx0" brushRef="#br0" timeOffset="6426.75">18841 9971 22 0,'0'0'52'0,"0"0"-35"0,0 0-7 15,0 0 2-15,0 0 2 16,0 0-3-16,0 0-3 0,0 0 0 16,0 0 0-16,0 0-5 15,0 0-1-15,24-3-1 16,-19 3 1-16,2 0 1 15,-1 0-1-15,3 0 2 16,-1 3 1-16,0 1-1 16,1 1-2-16,3-1 1 0,-2-1 3 15,2-2-4-15,3-1 9 16,-1 0 4-16,4 0-6 16,0-6-2-16,-3-3 0 15,2-3-2-15,-2-2 2 16,-1-2-1-16,-1-5 0 0,-1-3 5 15,-1-4 2-15,-1-4-7 16,-1-2-4-16,1-4-1 16,1-3-2-16,-3-3-8 15,0-3-41-15,-4-9-124 0</inkml:trace>
  <inkml:trace contextRef="#ctx0" brushRef="#br0" timeOffset="9698.14">20817 7736 66 0,'-2'6'1'0,"-1"-4"1"16,2-1-1-16,-1 0 1 0,1-1 32 15,-1 0-4-15,0-2-15 16,2-6-1-16,-2-1-6 16,2-2-2-16,0-3 0 0,-3-3-1 15,2-1-2-15,0-3 2 16,1-3-4-16,0-3 2 15,0-3 0-15,0-2-2 16,5-2-1-16,2-1 2 0,3 1-2 16,3 3 0-16,1 7 0 15,-1 1-2-15,2 7 2 16,-3 7-3-16,2 3 4 16,-3 3-1-16,0 3 2 15,1 0-2-15,-1 13 2 0,2 1-2 16,-1 6 0-16,0 3 2 15,0 2-2-15,-3 1 1 16,-1 0 0-16,2-1 0 16,-7 1 0-16,-1-4 0 15,-2 1 0-15,0-2-1 16,-3-1-11-16,-10-7-44 0,0-3-73 16</inkml:trace>
  <inkml:trace contextRef="#ctx0" brushRef="#br0" timeOffset="9876.4">20797 7572 215 0,'0'0'1'0,"0"0"7"0,0 0 13 16,0 0-10-16,0 0-8 15,31-37-1-15,-4 27-2 0,6-1 3 16,4 1-14-16,-1-4-62 15,0 1-41-15</inkml:trace>
  <inkml:trace contextRef="#ctx0" brushRef="#br0" timeOffset="10238.42">21184 7424 136 0,'0'0'3'15,"0"0"5"-15,0 0-7 16,0 0 0-16,0 0 1 15,0 0-1-15,-4 40 1 0,4-30-1 16,0-1 2-16,0 1-2 16,2-2 0-16,4-2 1 15,2-3 1-15,4-2 0 16,1-1 6-16,3 0-1 16,2-8-5-16,-1-5-2 15,-2-1 0-15,1 0 0 0,-4-2-1 16,-2 3 1-16,-4 4-1 15,-2 0 1-15,-1 3 5 16,-3 3 14-16,0 3 9 16,0 0-16-16,0 0-15 0,2 0-1 15,-1 7 3-15,3 4 1 16,2-2-1-16,2 1 0 16,2 0 1-16,3 0-1 15,2-3-2-15,-2-3-28 16,1-4-38-16,-2 0-19 15</inkml:trace>
  <inkml:trace contextRef="#ctx0" brushRef="#br0" timeOffset="10487.96">21482 7151 141 0,'0'0'30'0,"0"0"15"0,0 0-39 0,0 0-7 0,0 0 1 0,0 0 0 16,-6 46 0-16,6-23 0 15,0 1 0-15,4 2 0 16,2-3 0-16,1 1 0 16,3-2 1-16,-2 0 0 15,0-4-3-15,-1 1-14 0,-3-4-43 16,-4-6-40-16</inkml:trace>
  <inkml:trace contextRef="#ctx0" brushRef="#br0" timeOffset="10936.11">21419 7315 193 0,'0'0'-20'16,"0"0"19"-16,61-27 2 0,-32 17-1 16,2-1 0-16,2 1 0 15,-7 4 1-15,-1 1-2 16,-3 2 2-16,-5 3-2 16,-4 0 1-16,-4 1 0 15,-2 9 0-15,-1 6-1 0,-5-3 2 16,-1 2 1-16,1-2 2 15,0 1 0-15,-1-5-1 16,2-2 0-16,4-2 1 16,-3-2 1-16,4-3 2 15,2 0 9-15,1 0-1 0,3-9-4 16,1-3-6-16,-1-3-2 16,1-3 3-16,-5-2-2 15,-1-1 1-15,-3 1 4 16,-5-1 0-16,0 4-3 15,-1 4-5-15,-5 2 1 0,-6 4-6 16,-3 7-1-16,1 0-5 16,-1 9 0-16,0 6-9 15,4 3-13-15,0-1-31 16,11-5-6-16</inkml:trace>
  <inkml:trace contextRef="#ctx0" brushRef="#br0" timeOffset="11421.05">22207 7095 200 0,'0'0'-29'0,"0"0"33"0,0 0 13 0,16-39-3 16,-18 35-6-16,-10 3-5 15,-4 1-2-15,-1 0 0 16,-5 5-2-16,0 4 1 15,2 4 3-15,5 0 0 0,1 2-2 16,6-3 0-16,3-1-1 16,4-1 2-16,1-3-4 15,0-4-1-15,1-3 7 16,9 0 0-16,-1-3 2 16,5-8-1-16,-1 0 0 0,1-2-2 15,-2 3 0-15,-2 1-2 16,-3 5 0-16,-1 4 2 15,-2 0-2-15,0 0-2 16,1 11 1-16,-1 4-2 16,4 5 2-16,-3 2 0 0,0 5 1 15,1-1-1-15,0-1 1 16,1 0-1-16,-5-1 0 16,-1-4 0-16,-1-2-1 15,0-4 2-15,-3 0-2 16,-11-1 1-16,-4 0 0 0,-4-2 2 15,-5 1 3-15,-2-4-5 16,0-1 0-16,4-5-13 16,3-2-4-16,7 0-21 15,5-16-28-15</inkml:trace>
  <inkml:trace contextRef="#ctx0" brushRef="#br0" timeOffset="11756.1">22253 7059 214 0,'0'0'2'0,"38"-8"0"0,-16 8 2 0,-2 0-3 0,-2 0 0 16,-1 7-1-16,-5 3 0 15,-1 4 0-15,-2-1 0 0,-2 1-1 16,-1-1 1-16,-3-1 0 15,-1-5 1-15,-1-2-1 16,-1-2-1-16,0-3 9 16,0 0 28-16,0 0-13 15,0-3-11-15,-3-5-4 16,0-5-2-16,1-1-2 0,2-2-3 16,0-4 0-16,0 2-1 15,4 1-1-15,7-2-10 16,3 5-18-16,1 3-20 15,4 1-20-15,3 4-10 16</inkml:trace>
  <inkml:trace contextRef="#ctx0" brushRef="#br0" timeOffset="12091.1">22723 6979 121 0,'0'0'49'16,"0"0"-8"-16,0 0-26 0,-37-5-10 15,13 6-2-15,0 8 0 16,2 3-2-16,-1 1 3 16,2-1-2-16,6 3-1 15,4-3-1-15,5-1 2 0,5-2-1 16,1-2-1-16,0-1-1 16,10-3 2-16,4-3 1 15,5 0-2-15,4-6 0 16,2-5 2-16,0-2-1 15,-1 3-1-15,-4 0 0 0,-4 3 1 16,-5 0 0-16,-2 4-1 16,0 3 1-16,-3 0-1 15,1 0 0-15,-1 0 0 16,3 0 0-16,-1 3 0 16,2-2-3-16,0-1-35 0,2 0-39 15</inkml:trace>
  <inkml:trace contextRef="#ctx0" brushRef="#br0" timeOffset="12367.36">22677 6634 90 0,'0'0'111'0,"0"0"-107"0,0 0 3 15,0 0-15-15,0 0 12 16,0 0-3-16,0 0 1 16,0 54 2-16,7-27 0 15,-1 4 1-15,3 1-3 16,-2 1-1-16,2 1 0 16,0-3 0-16,-2 2 1 0,0-2-1 15,0-1-1-15,-3 0-11 16,-1-6-44-16,2-4-45 15</inkml:trace>
  <inkml:trace contextRef="#ctx0" brushRef="#br0" timeOffset="13078.97">22904 6990 110 0,'0'0'9'0,"0"0"30"0,0 0-7 0,0 0-16 0,0 0-5 15,0 0-5-15,0 0-3 16,0 0-2-16,0 0 1 15,38-27 0-15,-23 17-1 16,-2 0 2-16,0 2-3 0,-1-4 1 16,-4 4-1-16,-4-1 1 15,-3 2 0-15,-1 3 0 16,0 1 0-16,-10 3-3 16,-6 0 2-16,-1 4-1 15,-4 6-1-15,0 2 2 0,5 3 0 16,0-1 2-16,5-1-1 15,4 1 0-15,5-4-1 16,2-1-1-16,0-1 0 16,4-2 4-16,7 0-4 15,4-3 3-15,5-2 1 0,2-1-3 16,1 0-33-16,1-4-49 16,-5-5-45-16</inkml:trace>
  <inkml:trace contextRef="#ctx0" brushRef="#br0" timeOffset="13364.81">23059 6902 54 0,'0'0'9'0,"0"0"18"15,0 0-2-15,0 0-7 16,0 0-3-16,45-24-1 16,-31 24-4-16,-3 0-2 15,-1 10-2-15,-2 1-3 0,-2 3-2 16,-2 2 4-16,-3 1-2 15,-1-1-3-15,0-3 1 16,0-4 2-16,-2-3-3 16,-1-3 6-16,3-3 25 0,-3 0-5 15,2-3-8-15,1-8-8 16,0-3-2-16,4-2-5 16,6-4-2-16,6-3 0 15,3 2-2-15,5-3-19 16,-1 1-28-16,2-4-40 15</inkml:trace>
  <inkml:trace contextRef="#ctx0" brushRef="#br0" timeOffset="14373.57">23528 6606 190 0,'0'0'-12'0,"0"0"11"0,-6-36 1 15,4 24 2-15,-2 0-1 16,1 0 2-16,-5 0 3 0,2 0 1 15,-7-1-3-15,-1 4-2 16,-1-2-2-16,-7 0 0 16,-3 1-1-16,-2 0-1 15,-4 0 1-15,-3 1 2 16,-3 0-4-16,-2 0 2 0,-3-3-3 16,-1 1 8-16,-1 0-6 15,-5 1 0-15,-2 1 6 16,1-2-4-16,-3 4 3 15,-3 1 0-15,-1 2 0 16,-3 4-3-16,-2 0 5 16,-3 0-6-16,-1 3 1 0,-3 4 1 15,-1 4-5-15,-4 2 9 16,-2 2-2-16,-3 2-6 16,-9 2 8-16,-1 1-5 15,-3 4 0-15,-4 2 1 0,-4 0 1 16,-1-1-1-16,2 2-1 15,-2 1 0-15,3 0 2 16,2 1-1-16,7 2-1 16,5 4 0-16,2 2 1 15,5 4 0-15,1 3-1 16,3 1 0-16,3 5 1 0,-1 5-1 16,4 2 0-16,2 4 2 15,7 3 2-15,2 3-4 16,7-2 0-16,10 2-3 15,9-3 3-15,7-2-2 0,10 1-2 16,6-4 3-16,7-2-2 16,1-3 0-16,16-1 0 15,8-3 3-15,8-2-2 16,13 1 1-16,8-4-2 16,11-3 2-16,9-4 1 0,12-2 1 15,6-6 1-15,8-3-1 16,8-6 0-16,7-4-1 15,8-7 1-15,6-10-1 16,2 0 1-16,5-7-2 16,7-10 2-16,-1-4 1 0,2-2 1 15,-1-4 1-15,-1-6 0 16,-2-2-2-16,-5-6 0 16,-5-3 0-16,-5-6-2 15,-8-4-3-15,-7-6 9 16,-14-1-5-16,-10-3 0 15,-12-5-1-15,-13-1 7 0,-9-3 7 16,-10-1 3-16,-9-2 1 16,-10 2-6-16,-10 2-3 15,-11 1-1-15,-2 0-5 16,-20 1-3-16,-13 2 0 16,-13 6-6-16,-12 2 3 0,-14 5-4 15,-12 6-6-15,-14 10-8 16,-10 7-12-16,-10 7-25 15,-7 4-26-15</inkml:trace>
  <inkml:trace contextRef="#ctx0" brushRef="#br0" timeOffset="15007.52">20719 6557 58 0,'-6'6'4'0,"1"2"3"0,-5-1 1 0,4 3-3 16,-1 2-3-16,2-3 1 0,2 0-2 16,-3-2 1-16,5-3 2 15,0 0 1-15,1-3 5 16,0-1 6-16,4 0 13 16,11-9 10-16,8-6-14 0,12-10-12 15,11-6-7-15,14-9-4 16,19-7-1-16,16-7 0 15,16-9-14-15,12-4-95 16</inkml:trace>
  <inkml:trace contextRef="#ctx0" brushRef="#br0" timeOffset="16922.25">18803 9956 10 0,'0'0'18'0,"0"0"1"0,0 0-4 16,0 0-4-16,0 0-6 15,0 0-2-15,0 0-2 0,0 0 0 16,0 0-1-16,0 0 0 16,0 0-1-16,0 0-4 15,0 0-5-15,-34 19 2 16,34-18 6-16,0-1 2 15,0 0-4-15,0 0 7 16,0 0 7-16,0 0 7 0,0 0-4 16,0 0-6-16,0-1 0 15,0 0-2-15,0-2 4 16,1 3 1-16,0-2 0 16,-1 0-2-16,0 0 3 15,0 1-1-15,0 0 1 0,0-1-2 16,0 1 3-16,0-1-4 15,0 1 2-15,0 1-1 16,0-2-1-16,0 2-5 16,0 0-3-16,0 0-1 15,2 0 1-15,2 0-1 0,0 0 0 16,1 1-1-16,1 1 2 16,-1 1 1-16,6 1-1 15,0-1 0-15,0 0 0 16,1 0 0-16,2-2-2 15,2 2 1-15,0-3-4 0,-2 0 3 16,-1 0 0-16,3 0 3 16,-3 0-1-16,-1 0-2 15,-3-2 3-15,2 1 0 16,-2 0-1-16,-3-2 0 16,1 3 0-16,-2 0 1 0,3 0-1 15,-3-2 0-15,-1 2 0 16,3 0 0-16,-3-1 0 15,0 1 0-15,1-1 0 16,-2 1 0-16,0 0 0 16,-1 0 0-16,0 0 0 0,0 0 0 15,0 0 2-15,-2 0 2 16,0-3 3-16,2 2 3 16,-2-1-1-16,0-2-5 15,0 0-3-15,0-2 0 16,0-1 0-16,0 0-1 15,0-5 1-15,1-1-1 0,0-3 0 16,1-4-1-16,1-2-5 16,3-3-15-16,2-1-27 15,0-1-35-15</inkml:trace>
  <inkml:trace contextRef="#ctx0" brushRef="#br0" timeOffset="17291">18905 9920 107 0,'0'0'7'0,"0"0"9"0,0 0-11 0,0 0-6 15,0 0 4-15,0 0 7 16,0 0 6-16,0 0-8 15,0 0-5-15,39-27-1 16,-23 17-2-16,3-1 0 16,2-1-17-16,1-2-27 0,-1-1-49 15</inkml:trace>
  <inkml:trace contextRef="#ctx0" brushRef="#br0" timeOffset="17554.63">19091 9808 134 0,'0'0'2'0,"0"0"-2"16,0 0 0-16,0 0 0 15,0 0 0-15,-17 42 0 16,10-29 1-16,-2 4 0 0,-1 3-1 16,0 1 0-16,-3 5 0 15,2 2-15-15,-5-1-71 16</inkml:trace>
  <inkml:trace contextRef="#ctx0" brushRef="#br0" timeOffset="17810.93">19062 9853 182 0,'0'0'2'0,"0"0"-1"15,0 0-1-15,0 0-2 16,0 0-11-16,0 0-15 15,0 0-2-15,0 0 29 0,-5 26 4 16,-9-5-3-16,-2 3 1 16,-2-1-1-16,-2 1 2 15,-1 0-2-15,1-4-9 16,1-3-42-16</inkml:trace>
  <inkml:trace contextRef="#ctx0" brushRef="#br0" timeOffset="17995.71">18875 9974 84 0,'0'0'89'0,"0"0"-87"0,0 0-2 16,0 0 1-16,36-46-1 16,-18 33 0-16,0 0 1 15,2 0-1-15,1-1-2 16,-4 1-25-16,0 1-14 15,-3 1-33-15</inkml:trace>
  <inkml:trace contextRef="#ctx0" brushRef="#br0" timeOffset="18239.97">18918 9890 56 0,'0'0'3'0,"0"0"17"16,-39 23 0-16,32-19-8 15,4-4 1-15,3 2-1 16,0-2-2-16,0 0-3 16,11-3-3-16,5-6-2 0,3-3-1 15,4-4 1-15,4 0-2 16,-2-2 0-16,1-2-3 16,-2 1-9-16,-5-2 9 15,-1 4 0-15,-5 0-19 16,-4 3-15-16,-3 5-25 0</inkml:trace>
  <inkml:trace contextRef="#ctx0" brushRef="#br0" timeOffset="18353.43">19021 9788 79 0,'0'0'6'0,"0"0"6"0,-36 38-7 16,27-24-4-16,4-1 0 15,-2-1-1-15,1-4-13 16</inkml:trace>
  <inkml:trace contextRef="#ctx0" brushRef="#br0" timeOffset="20396.14">16452 8721 8 0,'0'0'11'0,"0"0"8"0,0 0-15 0,0-1 1 0,0-3 5 16,0 1 7-16,2-3 0 15,0 2-6-15,2-2-1 16,-1-1 0-16,2 1-5 16,0 1 7-16,1 1-5 15,1-1-5-15,4 2-2 0,0-1 1 16,3 1-1-16,4 0 0 15,8 0 0-15,4 2 0 16,7-6-7-16,6-2-69 16</inkml:trace>
  <inkml:trace contextRef="#ctx0" brushRef="#br0" timeOffset="22176.79">16558 9025 16 0,'11'-4'21'0,"2"1"-6"0,-1-1-4 0,3 0 1 0,1-1-3 16,4 1 1-16,2 0-4 16,4-1 1-16,6 0-2 15,2-1-2-15,8-1-1 16,1 1 0-16,8 1-2 0,5-2 1 16,2 0-1-16,10 0 0 15,3-2 0-15,6 0 1 16,10-2 0-16,6-2 0 15,9 0 1-15,8-2-1 16,6-1 0-16,2-2-1 16,5-1 2-16,3-1-1 0,3-2 2 15,-2-1 2-15,1 2 5 16,4-2 3-16,-2-3 1 16,1 4 1-16,-3-3-2 15,0 3-3-15,-2-1-1 0,-3 3-5 16,-8 2-2-16,-4 1 2 15,-9 4-2-15,-6 0-1 16,-5 5 0-16,-8 1-1 16,-10 3 0-16,-10 1-2 15,-8 1-34-15,-14-4-49 16</inkml:trace>
  <inkml:trace contextRef="#ctx0" brushRef="#br0" timeOffset="23480.03">18719 9980 81 0,'-2'0'6'0,"1"0"13"0,0-2-2 16,1-3-8-16,0 0-5 0,0-2-1 16,0 1-1-16,3-2 3 15,4 1 3-15,5-1-1 16,-1-1-3-16,6-1-4 16,3 3 0-16,4-2 0 15,6 1-15-15,2-5-20 0,4 0-26 16</inkml:trace>
  <inkml:trace contextRef="#ctx0" brushRef="#br0" timeOffset="24006.59">19484 10353 107 0,'0'0'1'0,"0"0"2"0,0 0 2 15,0 0 1-15,0 0-4 0,0 0-2 16,0 0 0-16,0 0 1 16,0 0 2-16,0 0 3 15,2 47-3-15,2-27-2 16,2 0 0-16,-3 3 0 0,1-2-1 16,1-1 1-16,-1-2-1 15,0-1 1-15,1-2-1 16,-3-3-1-16,-1-2-15 15,-1-3 1-15,0-5-64 16</inkml:trace>
  <inkml:trace contextRef="#ctx0" brushRef="#br0" timeOffset="25236.92">19510 10343 59 0,'0'0'8'0,"0"0"13"0,0 0-3 0,0 0-7 0,0 0 0 16,0 0-2-16,0 0 0 15,0 0 0-15,0 0-4 16,0 0-5-16,0 0-1 0,0 0 0 16,0 0 1-16,0 0-1 15,-2 14 1-15,2-6 1 16,0 2-1-16,0 1 1 16,0 0-1-16,0 4 1 15,0-1-1-15,0 0 0 16,0 2 0-16,0-2 0 15,0 1 1-15,0-2-1 0,0 1 0 16,0-1 0-16,0-1 0 16,0 2 0-16,0-3 1 15,0 0-1-15,0-1 0 16,0-1 0-16,2-1 1 0,1-1-2 16,1-2 2-16,2-1-2 15,-2-1 1-15,3 1 3 16,0-3 3-16,2 1 2 15,0-2 2-15,3 0-1 16,1 0-2-16,3 0 3 0,1-2-1 16,1-2-2-16,0 1-3 15,4-2-3-15,-3 0 0 16,0 1 0-16,-1 0-1 16,-2-2 1-16,0 3-2 15,-2-1 1-15,-2 0-20 16,-3-2-45-16,-4-1-31 0</inkml:trace>
  <inkml:trace contextRef="#ctx0" brushRef="#br0" timeOffset="25535.98">19827 10383 94 0,'0'0'2'0,"0"0"6"0,0 0 9 0,0 0 2 0,0 0 8 16,0 0-3-16,0 0-22 15,0 0-4-15,0 0 2 16,0 0 1-16,1 38 2 16,-1-15-2-16,0 1 1 15,2 1-2-15,-1-1 1 16,1-2-1-16,0-3 1 0,1-1 0 15,-1-4-1-15,-2-1 0 16,0-3-11-16,0-3-21 16,0-3-14-16,0-4 17 15</inkml:trace>
  <inkml:trace contextRef="#ctx0" brushRef="#br0" timeOffset="25778.36">19805 10417 103 0,'0'0'5'16,"0"0"12"-16,0 0-3 15,0 0-4-15,0 0 0 16,0 0-3-16,15-39-1 16,-5 34 1-16,1-1-2 0,5-1-1 15,-1 3 0-15,1 0-1 16,4 1-2-16,-4 2-1 15,3-1 0-15,-1 2-3 16,-2 0-14-16,-3 0-15 0,-6 4-13 16</inkml:trace>
  <inkml:trace contextRef="#ctx0" brushRef="#br0" timeOffset="25977.19">19863 10518 152 0,'0'0'6'0,"0"0"4"16,0 0-6-16,0 0-3 15,0 0 3-15,38-13-2 16,-16 5 1-16,3-4-3 0,2 2 0 16,2-2-12-16,1-1-25 15,0-1-2-15,-2-1-47 16</inkml:trace>
  <inkml:trace contextRef="#ctx0" brushRef="#br0" timeOffset="26317.73">20438 9936 70 0,'0'0'58'0,"0"0"-49"16,0 0 17-16,0 0-10 16,0 0-4-16,0 0-7 15,0 0-2-15,0 0-2 0,-33 12-1 16,23 14 1-16,3 5-1 16,-2 8 1-16,-1 6 0 15,-2 8 0-15,3 1-1 16,-3 2 1-16,1 0 0 15,1-1 1-15,4-8-1 0,-2-7 1 16,5-5-1-16,1-5 0 16,1-6 0-16,1-3 0 15,0-2-1-15,0-5-6 16,0-2-41-16,0-7-34 16</inkml:trace>
  <inkml:trace contextRef="#ctx0" brushRef="#br0" timeOffset="26582.41">20572 10278 110 0,'0'0'-2'16,"0"0"3"-16,2 41 3 15,-2-21-1-15,0 3 1 0,0-2-3 16,0 0 1-16,0-1-1 16,0-4 0-16,2 1-1 15,2-6 1-15,-4 1-1 16,0-5 1-16,0 0-1 16,0-5-5-16,-4-2-61 0</inkml:trace>
  <inkml:trace contextRef="#ctx0" brushRef="#br0" timeOffset="26788.23">20431 10326 211 0,'0'0'3'0,"0"0"2"15,0 0 1-15,0 0-3 16,44-45 0-16,-19 35-2 0,0-3 2 15,4 4-3-15,-1 0 0 16,1 0 0-16,1 6-13 16,-2-2-39-16,-2 0-16 15</inkml:trace>
  <inkml:trace contextRef="#ctx0" brushRef="#br0" timeOffset="27250.63">20873 10429 121 0,'0'0'8'0,"0"0"-8"16,0 0 1-16,0 0 2 15,0 0 27-15,0 0 3 0,0 0-21 16,0 0 3-16,-11-22-2 15,7 8-2-15,1 0-1 16,-1 0-3-16,2-2-3 16,1 0-2-16,1 1 0 15,0-4 1-15,0 1-3 16,0-2-1-16,0-1 2 0,5 2-2 16,1-1 1-16,2 3 0 15,0 3 0-15,1 1 0 16,1 6-2-16,-1 3 0 15,1 1 1-15,-3 3 1 16,4 0-1-16,-2 9 0 0,-1 6 0 16,3 4 0-16,-3 3 0 15,1 3 2-15,2 0-1 16,-1 1-1-16,0-4 2 16,0 1-1-16,-1-2 0 15,-1-2-8-15,-5-1-7 0,-2-2-11 16,-1 0-19-16,0-5-1 15,-8-4-17-15</inkml:trace>
  <inkml:trace contextRef="#ctx0" brushRef="#br0" timeOffset="27450.06">20834 10373 155 0,'0'0'-1'0,"0"0"27"0,0 0-7 0,0 0-16 16,21-38 0-16,-2 28 0 16,3 0 1-16,3 0-2 15,5 1 0-15,1 2-2 16,-1 2-4-16,1-1-58 16,-3-1-34-16</inkml:trace>
  <inkml:trace contextRef="#ctx0" brushRef="#br0" timeOffset="28581.29">19650 10965 6 0,'0'0'54'0,"0"0"-41"0,0 0 8 15,52 10-9-15,-30-7-8 0,1 3-1 16,5-1-2-16,4 0 1 16,2 0 1-16,6 0 2 15,2-1 6-15,5-1 4 16,4-2 0-16,4-1-3 15,5 0-1-15,3 0 0 16,5 0-2-16,0-7 0 0,6-1-4 16,1-4 2-16,2-2-5 15,0-3 1-15,-2-1-2 16,-4-4 0-16,-2-2 0 16,-4-2 0-16,-1-2 1 15,-4-2 0-15,-4-1 1 0,-1 0 1 16,-5-2-1-16,-6-2 0 15,-6-2-1-15,-7-2-1 16,-6-3 5-16,-6-4 0 16,-5-1 4-16,-5-1-1 15,-4 0-4-15,-5-2-2 0,0-1 2 16,-2 1-2-16,-11 3-3 16,-1-1 2-16,-5 3 1 15,-5 3-3-15,-5 4 0 16,-6 4-2-16,-4 4 3 15,-8 3-4-15,-2 5 2 0,-5 2-1 16,-6 5 0-16,-2 4-1 16,-3 1 2-16,-4 5-1 15,-1 4 0-15,-2 1-1 16,-4 0 2-16,0 0 1 16,1 6-4-16,0 7 3 0,-4-2 2 15,-1 9-2-15,0 0 1 16,0 7 2-16,-1 3-3 15,-1 2-4-15,1 4 4 16,6 2 2-16,3 2-1 16,9 4-3-16,4 0 3 0,9 2 2 15,7 2-1-15,3 0-1 16,6 5 0-16,4 1 0 16,5 3 0-16,6 4 0 15,5-4 1-15,7 2 0 16,7-4 0-16,4-2-1 15,15-2 0-15,9-2 1 0,10-3 0 16,7-6-1-16,12-3 0 16,10-6 0-16,12-8 0 15,5-7 3-15,15-5-5 16,7-7-1-16,3-4-28 0,2-11-49 16,0-15-92-16</inkml:trace>
  <inkml:trace contextRef="#ctx0" brushRef="#br0" timeOffset="29385.22">21400 9879 28 0,'0'-3'3'0,"0"0"-3"0,0 2 0 0,1-2 2 16,1 1-2-16,2 1 12 16,-3 0 3-16,1 1-2 0,0-2-3 15,0 2 2-15,1 0-5 16,-2 0-3-16,2 2 0 15,-1 5 0-15,-2 1 2 16,1 2-2-16,1 0 1 16,0 0-2-16,0-3-2 0,4-1 1 15,0-5 1-15,4-1 8 16,3 0 20-16,7-5 4 16,8-10-14-16,7-6-9 15,10-6-4-15,11-7-5 16,13-6 0-16,10-2-1 15,7-4-9-15,10-1-24 0,5-5-46 16</inkml:trace>
  <inkml:trace contextRef="#ctx0" brushRef="#br0" timeOffset="35775.01">21395 9873 66 0,'0'-4'8'0,"0"3"5"0,0-2-4 0,0 1-2 0,0 1 2 16,0-1-2-16,0 2 1 15,0 0-2-15,0 0 5 16,0-2-1-16,0 2 1 15,0 0-2-15,0 0-5 0,0 0-4 16,0 0-2-16,0 2 2 16,2 4 0-16,0 1 0 15,0 0 0-15,0 3 0 16,2-1 0-16,-3-2 0 16,2 0 0-16,0-1 0 0,1-1 0 15,1-1 0-15,-4 0 1 16,3 0-1-16,-2-1 0 15,2-2 0-15,-1 3 0 16,0-1 0-16,2 0 0 16,1-2 1-16,2-1-1 0,1 0 1 15,5 0 2-15,1-7 0 16,5-3 0-16,1-3 2 16,5-4 1-16,3-4-2 15,4-2 3-15,0-4-4 16,6 0 1-16,-1-4 3 0,6 3-5 15,2-1-2-15,0 4 1 16,0-1-15-16,-5 4-59 16</inkml:trace>
  <inkml:trace contextRef="#ctx0" brushRef="#br0" timeOffset="36622.98">21392 9882 67 0,'0'0'8'0,"0"0"7"0,0 0 3 0,0 0-6 0,0 0-8 16,0 0 1-16,0 0-4 15,0 0-1-15,0 0-1 16,0 0 1-16,0 0 0 16,0 0 0-16,0 0 0 0,0 18 0 15,2-8 0-15,-2 1 0 16,1 1 0-16,1-1 1 15,0 1-1-15,1-3 0 16,2-1 0-16,-1-3 2 16,4-2-2-16,1-3 0 15,3 0 4-15,6 0 11 0,8-11 1 16,9-4-5-16,6-4-4 16,12-5-4-16,9-5-2 15,14-3-1-15,8-4 0 16,9-4-2-16,6 0-25 15,6-5-16-15</inkml:trace>
  <inkml:trace contextRef="#ctx0" brushRef="#br0" timeOffset="38179.05">15281 8815 49 0,'-2'0'5'0,"-1"0"11"0,2 0-4 0,-1 0-4 15,1 0 2-15,1 0-1 16,0 0 1-16,0 0-5 16,0 0-3-16,0 0-2 15,0 0 0-15,0 0-1 0,0 2 1 16,5 0 0-16,6-2 0 15,0 2-2-15,2-2 5 16,5 0 1-16,3 0-1 16,2 0-1-16,3 0 0 15,3 0 1-15,4 0-1 0,1-4 1 16,4-1-1-16,2 0-1 16,-2 0 0-16,-2 0 0 15,1 0 1-15,-2 1 1 16,-2-1 1-16,-2 3-1 15,-1-2 0-15,-2 2-3 0,-3-1 0 16,2 2 0-16,-3 1 0 16,-5-1 0-16,0 1-8 15,-5-1-21-15,-5-1-21 16</inkml:trace>
  <inkml:trace contextRef="#ctx0" brushRef="#br0" timeOffset="38436.76">16016 8626 83 0,'0'0'2'0,"0"0"7"0,0 0-1 0,0 0 4 16,0 0-2-16,0 0-7 0,0 0 0 15,0 0 2 1,0 0 6-16,36 53 0 0,-44-22-3 16,-8 7-3-16,-8 11-2 15,-12 8 0-15,-12 11-1 16,-12 6-40-16</inkml:trace>
  <inkml:trace contextRef="#ctx0" brushRef="#br0" timeOffset="41096.08">18752 9920 54 0,'0'0'5'0,"-2"-1"12"0,2 1 3 0,0 0-9 16,0-2-5-16,0 2-5 16,2 0 2-16,2 0-1 15,3-1 0-15,-1 1 0 16,2 0 0-16,-1 0 0 0,3 0-2 15,-2 0 1-15,0 4-1 16,3 2 0-16,-4 2 0 16,5-2 0-16,-1 4 0 15,3 0 0-15,-1-2 1 16,3 4-1-16,0-2 0 0,3 1 0 16,-2 0 1-16,-1 1-1 15,0-1 0-15,0 0 0 16,-1-2 0-16,-2-2 0 15,0 3 0-15,-2-3 0 16,-1-1 0-16,-1-2 2 0,0 1-2 16,0-1 0-16,-4-2 1 15,3 0-1-15,-3-1 1 16,-2 2-1-16,1-3 0 16,-4 0 0-16,2 0 0 15,-2 0 2-15,0 0 34 0,0 0 0 16,0-1-27-16,0-5-4 15,-5-1-1-15,1-2 1 16,0-2-1-16,1-3-2 16,-2 3 0-16,2-4-2 15,1 1 1-15,1 1-2 16,1-2 0-16,0 1-3 0,0 1-8 16,1 0-15-16,4 0-22 15,0 0-30-15</inkml:trace>
  <inkml:trace contextRef="#ctx0" brushRef="#br0" timeOffset="41436.01">19118 9652 10 0,'0'0'17'0,"0"0"4"0,0 0-5 16,0 0-3-16,0 0-3 15,0 0 0-15,0 0-3 16,0 0 3-16,0 0 1 0,0 0 1 16,0 0-3-16,-4-30-9 15,2 37 1-15,0 6-3 16,-5 5 3-16,2 3 0 15,1 5 0-15,-3 4 0 0,3 4 0 16,2 0 1-16,-2 0-1 16,1-1-2-16,2-1-3 15,0 0-21-15,0-5-7 16,0-3-13-16</inkml:trace>
  <inkml:trace contextRef="#ctx0" brushRef="#br0" timeOffset="41657.35">18963 9931 106 0,'0'0'4'0,"0"0"16"15,0 0 2-15,0 0-9 16,0 0-11-16,0 0-9 15,0 0 4-15,0 0 1 0,0 0 2 16,31 3-4-16,-11 3-12 16,-5 2-17-16</inkml:trace>
  <inkml:trace contextRef="#ctx0" brushRef="#br0" timeOffset="49668.13">15775 8620 102 0,'0'0'2'0,"2"0"-2"0,-2 0-3 0,5 0 2 0,-2 2 0 16,3 2 1-16,0 2 1 16,3-1 1-16,-1 1 2 15,4 0-1-15,1-2 1 0,3 1 2 16,3 0-1-16,0-1 0 16,4-1-1-16,0 1-2 15,1 1-1-15,3 0 0 16,-1 3 0-16,-1-3-1 15,0 4 0-15,-5-2 1 16,-2 0-1-16,-2-1 0 0,-4-1 0 16,-2 1 0-16,-4 0-1 15,0-2 1-15,-4 0 0 16,-1-1 0-16,-1 4 2 16,0-1 2-16,-1 1-1 15,-4 1 3-15,-5 4 0 0,-1 0-4 16,-2 4 2-16,0 4-4 15,-2 0 0-15,-2 6 0 16,1 2 0-16,-1 3 1 16,-3 5-2-16,4-1-12 0,-4-2-32 15</inkml:trace>
  <inkml:trace contextRef="#ctx0" brushRef="#br0" timeOffset="55473.74">21278 10066 42 0,'-2'0'5'0,"1"0"6"0,0 0-5 0,0 0-1 15,0 0-2-15,1 0 1 16,-1 0 2-16,1 0-2 15,0 0-1-15,0 0-3 16,-2 0 0-16,2 0 0 0,0 2-1 16,0-1 1-16,0 2-1 15,0-2 0-15,0 1 1 16,0-2 0-16,0 0 0 16,0 0-1-16,4 0 2 15,2 0 3-15,2 0 0 16,3-6-1-16,-3 2-3 0,3-3 2 15,1-2-2-15,1 0 1 16,2 0 7-16,0-4-3 16,7-1 4-16,-2-2-1 15,5-1 1-15,4 1-3 16,2-2-3-16,3 0-1 16,4-1-1-16,-4 1 0 0,3-2 1 15,-2 0-2-15,-1-3 1 16,0 2 4-16,-1-2 5 15,-1 3 0-15,-2-2-1 16,-2 3-5-16,-1 2 1 0,-4 3-5 16,-4 1 0-16,-3 3 1 15,-5 3-1-15,-1 3 0 16,-5 0 0-16,-3 2 0 16,-2 1-1-16,0 1-23 15,-3 0-33-15,-10 0 21 0</inkml:trace>
  <inkml:trace contextRef="#ctx0" brushRef="#br0" timeOffset="55993.38">21765 9474 77 0,'0'0'4'0,"0"0"3"0,0 0 2 16,0 0-4-16,0 0-4 15,0 0-2-15,0 0 2 16,0 0 0-16,0 0 2 16,0 0-1-16,0 0 0 15,43 20 0-15,-25-11-2 0,4-2 1 16,-1 0 0-16,7-2 0 16,1 1 0-16,0-2 2 15,2-2-2-15,-2-1 2 16,-1 2 0-16,-1-2 2 15,-3 0-1-15,-3 1-1 0,-4 0-1 16,-5-1-2-16,-4 3 0 16,-3 2-1-16,-5-1 0 15,0 3 2-15,-5 3 3 16,-9 5-1-16,-5 8 0 16,-3 6-1-16,-3 7-2 0,-4 8 2 15,1 5-2-15,0 7 0 16,0 1-10-16,-1 0-45 15</inkml:trace>
  <inkml:trace contextRef="#ctx0" brushRef="#br0" timeOffset="56627.65">21411 10024 61 0,'0'0'10'0,"0"0"-5"0,0 0 2 0,0 0 5 15,0 0 1-15,46-32-2 16,-25 21 0-16,4-3 0 15,4 0-3-15,1-2 0 16,3 0-3-16,4 1-2 16,0-2-3-16,1-2 1 0,1 2-1 15,2-1 0-15,-1-2 1 16,-1 3-1-16,1-2 0 16,-2 2 0-16,-4 2 0 15,-4 1-1-15,-3 1 0 0,-4 3-12 16,-5 0-3-16,-5 0-11 15,-1 1-10-15</inkml:trace>
  <inkml:trace contextRef="#ctx0" brushRef="#br0" timeOffset="57068.87">21866 9440 48 0,'0'0'2'0,"0"0"0"0,0 0 0 0,0 0 5 0,47-2-1 16,-35 2 1-16,3 1 1 15,0 4 0-15,3 1 1 0,-1 1 0 16,2 0-4-16,1 3-2 16,0-1 1-16,3 1-1 15,-1 2-2-15,-4 0 0 16,1-1 0-16,-5 1-1 15,0 4 3-15,-3-1 2 16,-5 2-3-16,-4 3 3 0,-2 5-1 16,-2 7-2-16,-17 10-1 15,-12 11 0-15,-13 15 0 16,-18 17-1-16,-17 15-37 16</inkml:trace>
  <inkml:trace contextRef="#ctx0" brushRef="#br0" timeOffset="62510.86">15525 12583 90 0,'-3'0'7'0,"1"0"6"0,-2 0-4 16,2 0-4-16,0 0 3 0,0 0 1 16,0 0 5-16,1 0 3 15,1 0-2-15,0 0-6 16,0 0-7-16,0 0-4 16,1-1 2-16,7-1 2 15,1 1-1-15,9-1 2 0,-1-2 0 16,8 0 2-16,4-3-2 15,2 4-1-15,5-5-1 16,2 0 0-16,3 1 0 16,5-1 0-16,1-1-1 15,2 2 0-15,1-2 0 0,-1-1 2 16,-4 2-2-16,-2-2 0 16,-2 2 0-16,-3 0 0 15,-2 0-2-15,-1 1 0 16,0 1-6-16,-4 3-22 15,-7 0-10-15,-5-2 0 0,-4-1-59 16</inkml:trace>
  <inkml:trace contextRef="#ctx0" brushRef="#br0" timeOffset="62760.51">16318 12300 134 0,'0'0'-5'0,"0"0"10"15,0 0 1-15,0 0 0 0,0 0 2 16,0 0-2-16,0 0-1 16,0 0 2-16,38 30-3 15,-34 2 2-15,-4 7-2 16,0 8-1-16,-6 10 0 15,-11 6-2-15,-6 3-14 0,-8 1-48 16</inkml:trace>
  <inkml:trace contextRef="#ctx0" brushRef="#br0" timeOffset="63772.05">17047 12204 99 0,'0'0'1'0,"0"0"6"0,0 0-2 16,0 0-2-16,0 0-4 15,0 0 1-15,0 0 0 0,0 0 1 16,0 0-1-16,11 42 0 15,-7-26 1-15,-3 5 0 16,3-1 1-16,0 6 0 16,1-2-1-16,-3 1 0 15,1 0 0-15,3-1-1 0,-4-4 1 16,1-2-1-16,1-1 0 16,0-6 0-16,-2-1 0 15,1-4 0-15,-1 0 0 16,0-5 1-16,1 1 1 15,-1-1 5-15,0-1-2 16,1 0 7-16,5 0 3 0,-1 0-5 16,5 0-5-16,0-4-2 15,0 0 0-15,1-1-2 16,1 0 0-16,-1 0 0 16,0 0 0-16,3 1 0 0,-3 1-1 15,1-1 0-15,1 2 0 16,-1-1 0-16,-1 0-2 15,1 2-22-15,-5-1-7 16,-1 1-3-16,-1-2-6 16</inkml:trace>
  <inkml:trace contextRef="#ctx0" brushRef="#br0" timeOffset="64048.85">17194 12340 154 0,'0'0'-4'0,"0"0"11"0,0 0 1 0,0 0-7 16,0 0-2-16,0 0-2 15,0 0 1-15,0 0 2 16,0 0 2-16,0 0 3 15,0-1 4-15,9-1-3 16,3 1-3-16,1-3-2 16,1-1 0-16,-1 1-23 0,0-3-20 15,-2-2-8-15</inkml:trace>
  <inkml:trace contextRef="#ctx0" brushRef="#br0" timeOffset="64212.04">17190 12178 136 0,'0'0'6'15,"0"0"13"-15,0 0-15 16,0 0-3-16,0 0-2 0,39-39-11 16,-16 30-16-16,2-2-26 15</inkml:trace>
  <inkml:trace contextRef="#ctx0" brushRef="#br0" timeOffset="64574.57">17717 12180 115 0,'0'0'25'16,"0"0"-20"-16,0 0 0 15,0 0-2-15,0 0-2 16,0 0-2-16,0 0-1 16,-50-39 0-16,31 35 0 15,0 1 4-15,2 3 1 16,-4 0 4-16,2 0-1 0,-1 7-4 16,-3 6-1-16,2 6-1 15,0 2 2-15,-1 3-1 16,6 2-1-16,3 2 0 15,6-2 1-15,5-1 4 0,2-4-3 16,4-1 2-16,10-4-2 16,1-3 3-16,7-5 1 15,5-1-3-15,5-5 2 16,0-2-1-16,3-2-7 16,-1-13-69-16</inkml:trace>
  <inkml:trace contextRef="#ctx0" brushRef="#br0" timeOffset="65209.89">17962 12141 61 0,'0'0'5'0,"0"0"15"16,0 0-3-16,0 0-6 16,-39 26-2-16,31-20-4 15,-1-2 2-15,1-1-2 16,0-1 1-16,1-1 5 0,-3-1 3 16,4 0-6-16,0 0 1 15,3 0 4-15,-1-1-3 16,3-6-4-16,1 0-2 15,0-1-1-15,5-1-1 16,2 1-1-16,5-1 0 0,0 2-1 16,1 1 0-16,2 1 0 15,-1 3 0-15,1 2-1 16,-2 0 1-16,1 0-1 16,-2 5 0-16,1 6 0 15,-1 3 1-15,-6 2-2 16,1 1 2-16,-5 0 0 0,-1 3 0 15,-1-2 0-15,0-2 0 16,-5 0 1-16,-6-3-1 16,-1-1-1-16,-3-3 3 15,0 0-1-15,1-4 0 16,1 1 0-16,2-4-1 0,4 0 1 16,1-2 0-16,4 0 2 15,1 0-3-15,1-2 2 16,0-2-7-16,5 0 7 15,4-2-4-15,2 3 2 16,0 0 0-16,0-1 0 0,3 4 0 16,-1 0 0-16,3 0 0 15,1 0 0-15,-1 0-1 16,-1 4-4-16,0-1-40 16,-1 0-5-16,0-3-8 15</inkml:trace>
  <inkml:trace contextRef="#ctx0" brushRef="#br0" timeOffset="65955.27">18332 12066 66 0,'-4'-4'12'0,"3"1"-1"0,-1-1 10 0,0 1-4 15,-1 0-2-15,2 2-3 16,0-1 4-16,0 0-1 16,1 2 0-16,0 0-9 15,0 0-6-15,-1 5-3 16,0 6 3-16,1 6-1 0,-1 2 2 15,1 2-1-15,0 5 0 16,0-2 0-16,0 2 0 16,3-2 1-16,-1 0-1 15,2-4 0-15,-2-2-1 16,0-4-17-16,-2-2-7 0,0-5 1 16,0-4-13-16</inkml:trace>
  <inkml:trace contextRef="#ctx0" brushRef="#br0" timeOffset="66374.73">18275 12087 101 0,'0'0'1'0,"0"-36"17"16,0 21-3-16,1 5 0 15,6-1 0-15,2 5-10 0,0-1-1 16,4 3-1-16,0 0 0 15,2 4-1-15,-1 0-1 16,0 0 0-16,-1 0-1 16,0 8 0-16,-1 2-1 15,-5 6 0-15,1-1-3 0,-5 2-9 16,-3 0 6-16,0 0 2 16,0-2 3-16,-2-2 1 15,-3-5 1-15,-3-1-1 16,1-1 3-16,1-2 4 15,0-3 3-15,2 0-3 0,1 1-3 16,2 0-1-16,1-1-1 16,0 5-2-16,0 0 1 15,5 3 1-15,5 1 0 16,2 3 0-16,4 0 2 16,1 0-2-16,4-1 0 15,-1 1 1-15,2 0-2 0,2 1 1 16,-6-1-27-16,2-4-23 15,0-4-35-15</inkml:trace>
  <inkml:trace contextRef="#ctx0" brushRef="#br0" timeOffset="67123.08">18703 11616 74 0,'0'0'21'0,"0"0"-13"0,0 0-1 16,0 0 3-16,0 0 3 16,0 0-4-16,0 0-3 15,0 0-3-15,0 0-1 16,0 0 4-16,0 0-4 16,0 0-1-16,0 0-2 0,0 1 1 15,0 3 1-15,0 1-1 16,0 5 3-16,1 1-3 15,1-1 0-15,2 2 0 16,-2 2 0-16,-1 1 0 0,2 2 1 16,0 0 0-16,1 3 0 15,1 0 1-15,-1 2-1 16,1 3 0-16,-1 2-1 16,1 1 1-16,-1 5-1 15,-2 3 1-15,1 3-1 16,-1 1 0-16,2 2 1 0,0-2-1 15,2 3 0-15,0 0 1 16,-2 2-1-16,1-1 1 16,1 2-1-16,-3-1 0 15,4-3 1-15,-1-3-1 16,-2-5 0-16,1-4 0 0,-1-6 1 16,0-4-1-16,1-3 0 15,-2-3 1-15,1 0-1 16,-3-1 0-16,2-3-31 15,-1-7-57-15</inkml:trace>
  <inkml:trace contextRef="#ctx0" brushRef="#br0" timeOffset="67841.98">19166 12127 100 0,'0'0'2'0,"0"0"10"0,0 0-1 16,0 0-4-16,0 0-1 15,0 0 3-15,0 0 1 0,0 0-2 16,0 0 4-16,0 0-7 16,0 0 0-16,-3-41-3 15,17 35-2-15,-1-1 0 16,3 3 0-16,0 0 0 15,2-1 0-15,1 1 0 0,2 3 0 16,1-1 0-16,-1 2 0 16,0 0 0-16,-3 3 0 15,-1 5-1-15,-3 3-1 16,-4 1-2-16,-2 3-3 0,-6 0-2 16,-2 4 6-1,0-1 1-15,-10 2 0 0,-3-3 1 16,-3 2 2-16,0-4-1 15,-5-1 0-15,4-4 2 16,2 0-1-16,2-4 3 16,3-2 3-16,5-1-2 0,3 0 1 15,2-3-3-15,0 0-4 16,11 0 4-16,7 0 1 16,7-6 1-16,4-2-7 15,1-5-50-15</inkml:trace>
  <inkml:trace contextRef="#ctx0" brushRef="#br0" timeOffset="68390.39">19756 12191 186 0,'0'0'-9'0,"0"0"15"0,0 0 6 0,0 0-8 15,0 0-1-15,0 0 4 16,0 0 0-16,0 0 2 0,-36-47-3 16,27 36-1-16,1-1 0 15,0-4-1-15,1 0 2 16,-2-3-4-16,3 1 0 16,0-2-2-16,1 0 0 15,0 0-1-15,0-1 1 0,3 1-1 16,1 1 1-16,1 1-3 15,0 4 3-15,0 1-1 16,0 5-3-16,2 3 2 16,4 4-3-16,-1 1-2 15,1 1 3-15,2 11-2 0,-1-1 6 16,5 6 0-16,-2-3 1 16,2 2-1-16,2-2 1 15,-1-4-1-15,1-3 0 16,0 0 0-16,0-7-5 15,-1 0 9-15,1 0-2 16,1-4 2-16,-2-7 5 0,1 1 2 16,-1-3-5-16,0 1-2 15,-5 1 2-15,-1 4-6 16,-2 3 2-16,-1 2-2 16,-1 2 0-16,-3 2-9 15,0 9 7-15,0 5 3 0,0 5 0 16,0 3-1-16,0 2-13 15,2-1-21-15,1-2-29 16,5-6-14-16</inkml:trace>
  <inkml:trace contextRef="#ctx0" brushRef="#br0" timeOffset="68802.17">20465 11921 67 0,'0'0'14'0,"0"0"7"0,46-4-1 0,-24-2-6 0,6 2-5 15,5-4-3-15,5 0 1 16,7 0-4-16,1-2 2 16,6 1 4-16,-2-2 4 15,4 0 1-15,0-1-3 16,1 4-3-16,0 0-2 0,0-1-4 15,1 3 0-15,-3 0-2 16,-3 2 0-16,-5 0-4 16,-5 1-13-16,-7-1-18 15,-5 1-13-15,-7-1-27 0</inkml:trace>
  <inkml:trace contextRef="#ctx0" brushRef="#br0" timeOffset="69036.62">21371 11668 121 0,'0'0'-9'16,"0"0"14"-16,52-8 6 15,-32 8 6-15,3 0-4 16,1 0 1-16,-3 8-8 0,-2 4-1 15,-2 2-3-15,-5 7-2 16,-7 3 1-16,-5 3-13 16,-7 3-24-16,-18-1 2 15</inkml:trace>
  <inkml:trace contextRef="#ctx0" brushRef="#br0" timeOffset="70098.34">18864 12688 133 0,'0'0'-17'0,"0"0"28"0,0 0-1 0,0 0-3 16,0 0-1-16,0 0 9 16,0 0-2-16,0 0-6 15,0 0-2-15,0 0-6 16,38-10 2-16,-6 3 0 0,8-3-1 16,7-1 0-16,6-2 0 15,6-3 1-15,5-1 0 16,4-4-1-16,3 0-1 15,9-2 0-15,7-4 3 16,10-3 3-16,5-4-3 16,7 3-1-16,3-2 0 0,-2 3-1 15,-3 3 0-15,-4 3 0 16,-5 6 0-16,-7-1-3 16,-6 5-18-16,-6 1-13 15,-10 2-9-15,-9 0-48 0</inkml:trace>
  <inkml:trace contextRef="#ctx0" brushRef="#br0" timeOffset="72150.53">20225 12580 63 0,'0'0'3'0,"-2"-1"-3"0,2 1 1 0,0 0-1 16,0 0-1-16,0 0-2 15,0 0 2-15,0 0 2 16,0 0 2-16,0 0 4 16,-2-2 6-16,1 2 0 15,1 0-5-15,-1 0-2 0,0 0 1 16,1 0-1-16,-1 0 1 16,1 0-6-16,0 0-1 15,-1 0 0-15,-1 0 0 16,1 0 1-16,-1 3-1 15,2 6 0-15,-2-1 0 0,-2 2 1 16,3 3 0-16,0 1-1 16,1 3 0-16,0 3 1 15,0 0-1-15,0 1 1 16,6 1-1-16,4 0 1 16,1 1 0-16,5 1 2 0,3 0-3 15,2 0 1-15,4-2 0 16,3 0 1-16,4-2 0 15,1-1-1-15,3-1 0 16,2-2 1-16,2 0 1 16,3-4 0-16,-1 0 0 15,2-4 0-15,-1 3 1 0,2-5 0 16,0 0-1-16,-3-2 0 16,0 0 1-16,-2-1-3 15,-3-3 0-15,-2 3-1 16,-4-3 0-16,-2 0 0 15,0 1-1-15,-4-1-6 0,-4 0-20 16,-4 0-13-16,-4 0-54 16</inkml:trace>
  <inkml:trace contextRef="#ctx0" brushRef="#br0" timeOffset="72490.3">21099 12879 92 0,'0'0'3'0,"0"0"1"0,40 16 9 0,-24-6 5 16,2 5-4-16,-2 4 0 0,-1 3-2 16,-3 4-8-16,-2 3-2 15,-8 8-1-15,-2 3-2 16,-10 1-23-16,-11-2-14 15</inkml:trace>
  <inkml:trace contextRef="#ctx0" brushRef="#br0" timeOffset="73225.37">21453 12932 227 0,'0'0'-4'15,"0"0"8"-15,0 0-6 0,0 0 1 16,0 0-2-16,0 0 4 16,0 0 3-16,14 37-1 15,-14-17 0-15,0 0 0 16,0 3-2-16,0-2-1 15,0-1 0-15,0-3 0 0,-1-3-5 16,1-4-12-16,-3-5-7 16,-1-3 4-16,-1-2 15 15,-1-2-6-15,-2-9 3 16,2-4 7-16,-2-3-3 16,3-4 4-16,-4-1 0 15,5-2 1-15,1-1 2 0,3 2 1 16,0-3 4-16,0 4 2 15,4 0 1-15,8 0-2 16,1 4-5-16,4-1 0 16,4 5-3-16,2 2-1 15,2 3 2-15,1 1-4 0,1 5 2 16,-7 3 0-16,0 1 0 16,-5 0 0-16,-1 9-3 15,-3 4 2-15,-6 0 2 16,0 4-1-16,-1 2-2 15,-4-1-14-15,0 1-4 16,-8-2 4-16,-3-3-6 0,-1-1 13 16,-4-5 4-16,3 1 5 15,-1-5 1-15,2 0 5 16,4-3 3-16,0 0-2 16,5-1 5-16,1 0 3 0,2 0-1 15,0 1-8-15,0 1-11 16,4 2 8-16,5 0-2 15,-1 2 2-15,4 1 5 16,1 0 5-16,1 0 1 16,0 1-8-16,0-1-5 0,1 1 0 15,-2-1 0-15,0 0-1 16,0 1 0-16,-1-3-3 16,1 0-22-16,-1 0-15 15,-2-3 5-15,1-2-4 16</inkml:trace>
  <inkml:trace contextRef="#ctx0" brushRef="#br0" timeOffset="73559.97">21891 12980 149 0,'0'0'0'0,"0"0"0"0,0 0 1 0,40-28-1 0,-31 21 0 15,0-1 0-15,-3-1 0 16,-2 3 0-16,-3-1 1 0,-1 0-1 16,0 2-2-16,-1 0 6 15,-9 2-3-15,-2 1-4 16,1 2 1-16,0 0 2 16,-5 0 1-16,1 4 1 15,2 3 1-15,3 4 3 16,2 1-1-16,0 0-1 0,6 0-1 15,2-1 1-15,0 2 5 16,6-4-4-16,8 0 0 16,4-2-2-16,5-3-1 15,3-3-14-15,3-1-37 16,2 0-78-16</inkml:trace>
  <inkml:trace contextRef="#ctx0" brushRef="#br0" timeOffset="73966.07">22221 12877 140 0,'0'0'-1'0,"0"0"2"15,0 0-1-15,0 0 1 0,0 0-1 16,0 0 1-16,0 0 16 15,0 0 7-15,0 0-18 16,27 7 3-16,-13-12-5 16,3-3-2-16,-1-2-2 15,-3-1 1-15,0-2-1 16,-3 1 0-16,-5-1-1 0,-4 3 2 16,-1 0 0-16,0 3 1 15,-7 2 0-15,-4 5-1 16,-4 0 1-16,0 9 1 15,-2 5-2-15,-2 6 0 16,3 1 0-16,3 1 2 0,2-1-2 16,6-1 0-16,5-3 1 15,0 0-2-15,5-4 1 16,9-2-1-16,4-1-1 16,3-5-16-16,2-3-27 15,3-2-40-15</inkml:trace>
  <inkml:trace contextRef="#ctx0" brushRef="#br0" timeOffset="74264.83">22522 12850 57 0,'0'0'90'0,"0"0"-74"16,0 0-14-16,0 0-1 15,0 0 4-15,0 0 3 16,0 0 1-16,41 32-2 15,-34-21-1-15,2 0-2 0,2-1 0 16,-4-2-3-16,1-2 1 16,-2 0-1-16,2-5 1 15,-3-1 1-15,1 0 3 16,-2 0 8-16,1-7 9 16,1-5-10-16,0-3-4 15,0-2 0-15,1-3-4 0,3-4-4 16,4 0-1-16,-1 1-4 15,5 1-25-15,0 3-34 16,0 2-18-16</inkml:trace>
  <inkml:trace contextRef="#ctx0" brushRef="#br0" timeOffset="74606.46">22928 12759 111 0,'0'0'15'0,"0"0"16"15,0 0-1-15,0 0-3 16,0 0 4-16,0 0-15 16,0 0-16-16,0 0 5 15,-33 14-3-15,16-5 0 16,1 2 0-16,2 1 0 16,4-2-1-16,1-2-1 0,5 1 0 15,3-2 0-15,1-3-3 16,0-1-4-16,3-3 7 15,8 0-1-15,2 0 2 16,3 0 3-16,2-4 1 16,5-2-2-16,-1 0-1 0,1 3-1 15,0-1-1-15,-2 3 1 16,1-1-1-16,-3 1 1 16,2-1-1-16,-3 1-2 15,1-3-20-15,0-1-35 16,-6-4-36-16</inkml:trace>
  <inkml:trace contextRef="#ctx0" brushRef="#br0" timeOffset="74853.48">23089 12516 94 0,'0'0'104'0,"0"0"-89"16,0 0 3-16,0 0-8 15,0 0-6-15,0 0-5 16,0 0-1-16,0 0 1 0,0 0 1 16,-16 20 1-16,16 4 0 15,1 2-1-15,5 2 1 16,1 2-1-16,1 1 0 16,0-2 0-16,4-1-1 15,-5-2-25-15,2-5-31 0,2-4-7 16</inkml:trace>
  <inkml:trace contextRef="#ctx0" brushRef="#br0" timeOffset="75163.05">23334 12697 214 0,'0'0'8'0,"0"0"5"15,0 0-7-15,0 0-3 16,0 0 1-16,0 0-3 0,0 0 0 16,0 0 0-16,-25 4-1 15,24 6 0-15,1 1 1 16,0-1-1-16,0 2 1 16,1-3-1-16,5 0-1 15,2-2 1-15,3-3 0 0,0 0 0 16,1-4 2-16,1 0 0 15,1 0 0-15,5 0-1 16,0-2-1-16,2-4-18 16,-2-1-68-16,0 0-50 15</inkml:trace>
  <inkml:trace contextRef="#ctx0" brushRef="#br0" timeOffset="75511.61">23691 12708 165 0,'0'0'24'0,"0"0"22"16,0 0-17-16,0 0-23 15,0 0-2-15,0 0-4 16,-39-24 2-16,27 24-1 16,-1 0 1-16,2 0-1 15,4 3-1-15,-2 1 0 0,5-1-1 16,3 3-6-16,1-2-11 15,0-1-1-15,1-2 5 16,9 2 11-16,1-3 1 16,2 0 4-16,2 0-1 15,2 0 1-15,-1 0-1 0,-1 0 1 16,2 1 0-16,0 1-1 16,1-1 0-16,0-1-1 15,-1 0 0-15,1 0 0 16,-2 0-10-16,0 0-25 15,-3 0-7-15,1-7 10 0,-7-3-32 16</inkml:trace>
  <inkml:trace contextRef="#ctx0" brushRef="#br0" timeOffset="75760.14">23862 12438 203 0,'0'0'7'16,"0"0"-8"-16,0 0 1 16,0 0 0-16,0 0 0 0,4 40 1 15,-2-21 4-15,1 5-1 16,0-1 1-16,0 3-2 16,4-3-2-16,-3 0 0 15,1-2 1-15,0-1-2 16,0-3 0-16,0-2-4 0,0-2-12 15,-5-3-24-15,0-3-23 16</inkml:trace>
  <inkml:trace contextRef="#ctx0" brushRef="#br0" timeOffset="76008.89">23816 12617 127 0,'0'0'47'0,"0"0"-49"16,39-24 1-16,-19 18 2 0,3 2-1 16,3 1 2-16,-2 3 9 15,2 0 5-15,0 0 0 16,-1 4-1-16,-1 6-7 16,-3 3-6-16,-2-3-1 15,-5 5-1-15,-6-3-1 16,-3 1-17-16,-3-5-27 0,-2-2-6 15,0 0 11-15,-10-6-11 16</inkml:trace>
  <inkml:trace contextRef="#ctx0" brushRef="#br0" timeOffset="76116.25">24052 12560 127 0,'0'0'-1'15,"0"0"3"-15,0 0-1 16,0 0-14-16,-3-39-97 15</inkml:trace>
  <inkml:trace contextRef="#ctx0" brushRef="#br0" timeOffset="76784.97">24287 12573 208 0,'0'0'3'0,"0"0"4"16,0 0 3-16,0 0-4 16,0 0-4-16,0 0-7 15,0 0 0-15,-41-4 5 0,23 4 1 16,0 7 0-16,1 0-1 16,0 4 0-16,4 0 0 15,3 0-1-15,3 0-4 16,6-1-22-16,1-3-3 15,0 0 10-15,3-1 11 0,4-4 7 16,4 0 1-16,0-2 3 16,0 0-2-16,2 0 6 15,-3-3-1-15,1-1 1 16,0-3 2-16,-2 0 0 16,0 0 1-16,0-2 1 15,-1 2-2-15,-1 0-4 0,2 1-2 16,-2-1-2-16,2 3 0 15,-2 1 0-15,2 2 0 16,1-1 0-16,-1 2 0 16,1 0 0-16,-1 0-1 15,1 3 1-15,0 4 0 0,-2 0 0 16,-1 1-1-16,0 2 1 16,-1 0 2-16,0-2-2 15,0 2 1-15,-2-3-1 16,0-3 0-16,0 0 1 15,-2-2 0-15,0-1-1 0,1-1 2 16,0 0 6-16,-2-1 10 16,2-5-9-16,2-1 2 15,1-3 1-15,1 2-6 16,3 0-2-16,0 1-2 16,2 2-1-16,1 0-1 0,0 3 0 15,1 0 0-15,-1 2 0 16,3 0 0-16,-2 4 0 15,2 4 0-15,-1 3-1 16,-2 3 0-16,-2 3-15 16,-4 0-28-16,-3-1-36 0</inkml:trace>
  <inkml:trace contextRef="#ctx0" brushRef="#br0" timeOffset="79141.31">22117 12353 19 0,'0'-6'85'0,"0"-1"-82"0,0 2 7 0,0-1-1 0,-1 0-2 15,-3 1-2-15,-1-1-1 16,-4 3 1-16,0-1 1 16,0 0 3-16,-2 1-3 0,-3 1 0 15,1 2-3-15,-2 0-1 16,-1 0-1-16,-2 0-1 15,-1 0 0-15,-4 0 0 16,0 4 0-16,-2 3 0 16,-4 1 0-16,3 0 0 0,-3 2 0 15,-3 1-1-15,2 0 1 16,0 1-1-16,-1 1 0 16,-2 3 2-16,-2 2-2 15,-2 2 1-15,-2 4 0 16,-4 2 0-16,-5 2 1 15,-1 4-2-15,-1 3 1 0,0 2 1 16,1 4-1-16,2 0 0 16,6 3 0-16,-1 2 0 15,6-1 0-15,5 2 0 16,4 1 0-16,4 2 1 0,4 2 0 16,4 1 2-16,3 2-1 15,7-2 0-15,5-2-1 16,0-3 0-16,15-2 0 15,6-2 1-15,9-2 4 16,9 1-1-16,8-2 3 16,6-1-2-16,7-4 2 0,9-4 2 15,6-6 0-15,6-6 0 16,8-5-1-16,7-5-4 16,9-3 0-16,11-5-2 15,7-2-1-15,5-6-1 0,9-8 0 16,1-5-1-16,3-6-4 15,-2-5-25-15,-3-6-36 16,-3-8-18-16</inkml:trace>
  <inkml:trace contextRef="#ctx0" brushRef="#br0" timeOffset="79902.95">23046 12140 66 0,'53'-12'12'0,"3"-2"12"0,5 0-6 0,6 1-3 16,7-2-3-16,3 3-4 16,6-2-1-16,3 3-4 0,-2-2-2 15,3 3 0-15,2 2 0 16,1 0-1-16,2 2 3 15,0 1 0-15,2 2-1 16,0 3 1-16,-4 0 2 16,-2 0 2-16,-11 9-2 15,-6 3-3-15,-6 4-1 0,-11 4-1 16,-6 3 0-16,-10 4-1 16,-5 1 1-16,-6 3 0 15,-7 4 0-15,-6 4 0 16,-2 3 1-16,-8 4-1 15,-4 4 0-15,0 2 0 0,-10 1 1 16,-10 4-1-16,-9 0 1 16,-6-2-1-16,-8 3 1 15,-3-2 1-15,-4-1 0 16,-5-4-2-16,-6 0 2 16,-6-2-1-16,-7-2-1 0,-14 2 2 15,-8-2-1-15,-6 1 0 16,-6-3 0-16,-3-2-1 15,-2-1 1-15,0-3-3 16,-3-3-15-16,5-6-24 0,4-2-15 16</inkml:trace>
  <inkml:trace contextRef="#ctx0" brushRef="#br0" timeOffset="80556.87">22427 13662 84 0,'0'0'2'0,"0"0"-1"0,0 0 1 16,0 0 5-16,0 0 3 15,0 0 1-15,14 50-3 0,-9-30-5 16,0 4-1-16,1 3 0 16,4 4-2-16,-4 2 1 15,3 4-1-15,-2-2 0 16,1 2 3-16,0 2 6 16,-1-4 4-16,3 1-3 15,-2-2 0-15,0 0-3 0,-1 1-2 16,0-3-3-16,-2 0 1 15,-3-3-3-15,-2-4 0 16,0-3 3-16,0-2-5 16,0-3 4-16,-2-2-4 15,-4-3-16-15,-1-1-23 0,-1-1-12 16</inkml:trace>
  <inkml:trace contextRef="#ctx0" brushRef="#br0" timeOffset="80813.75">22380 14368 94 0,'0'0'2'0,"0"0"14"16,0 0 1-16,0 0-4 15,40 9-3-15,-22-5-1 16,-1-2-5-16,4-1-3 16,2 1-1-16,0-2 0 0,0 0-12 15,2-4-12-15,0-7-5 16,-1 1-30-16</inkml:trace>
  <inkml:trace contextRef="#ctx0" brushRef="#br0" timeOffset="80935.07">22715 14275 99 0,'0'0'33'0,"0"0"-28"16,0 0-4-16,0 0 0 16,-21 49 4-16,11-25-2 15,-2 3-2-15,1 0-2 16,-4 2-34-16</inkml:trace>
  <inkml:trace contextRef="#ctx0" brushRef="#br0" timeOffset="82394.66">20998 14725 232 0,'1'1'3'0,"-1"6"-7"0,2 5 4 0,-1 5-2 0,1 4 4 16,1 5-1-16,-1 4 1 16,-1 2-1-16,-1 1 0 15,0-1-3-15,0-2 3 16,0 1-7-16,-3-6-8 15,-4-4-13-15,1-7-9 0,-5-5-6 16,3-7-26-16</inkml:trace>
  <inkml:trace contextRef="#ctx0" brushRef="#br0" timeOffset="82785.17">20930 14831 187 0,'0'0'-1'0,"21"-44"3"15,-5 23 0-15,2 5-3 16,2 2 4-16,2 3-2 16,2 2 2-16,-3 2 2 15,2 4-1-15,1 3 3 0,-1 0-3 16,-3 3-2-16,1 7 1 16,-2 3-3-16,-6 3 0 15,-5 2-5-15,-5 3-16 16,-3 1-14-16,-2-1 16 0,-9-1 4 15,-9-4 12-15,2 0 4 16,-5-4 2-16,3-1 0 16,-2-3 0-16,4-2-1 15,6-3 0-15,1 1 0 16,5-3 5-16,3 1 6 0,3 1-1 16,0 1-11-16,0-1 6 15,8 4 6-15,4 1-1 16,4 1-3-16,3-1-5 15,1 1 0-15,4-1-2 16,-4-3-1-16,3 2-1 16,-6-5-26-16,1-2-46 15</inkml:trace>
  <inkml:trace contextRef="#ctx0" brushRef="#br0" timeOffset="83169.74">21322 14968 140 0,'0'0'20'0,"0"0"-31"0,0 0 11 0,0 0 1 16,0 0-1-16,0 0 2 0,39-5-2 16,-29-2 0-16,0-1 2 15,1-1-1-15,-1-1 2 16,-2-1-3-16,3 1 1 15,-8-1-1-15,0 2-1 16,-3 1-2-16,0-1 3 0,-4 6 3 16,-7 0 13-16,-1 2 2 15,0 1-2-15,-4 0-7 16,4 6-2-16,-1 6-5 16,2 1-1-16,2 3 0 15,0 0 0-15,5 2 1 16,3-2-1-16,1-1 1 0,0-2-1 15,5-2 0-15,6-1-1 16,4-4-1-16,6-3-13 16,2-3-22-16,1 0-25 15,3-6-63-15</inkml:trace>
  <inkml:trace contextRef="#ctx0" brushRef="#br0" timeOffset="83447.3">21642 14888 121 0,'0'0'8'0,"0"0"25"16,0 0 3-16,0 0-15 16,0 0-9-16,0 0-9 15,0 0 0-15,-47-20 1 16,29 29 2-16,-2 5-4 16,0 2 0-16,5 2-2 15,4 1 1-15,3 0 0 0,6-2-1 16,2 0 1-16,2-4-1 15,14-3 2-15,0 1-1 16,8-6 0-16,1-4 0 16,4-1-1-16,0 0 2 15,1-8-8-15,2-6-13 0,0-3-24 16,0-2-4-16,-2-4-7 16</inkml:trace>
  <inkml:trace contextRef="#ctx0" brushRef="#br0" timeOffset="83753.32">21895 14583 140 0,'0'0'5'0,"0"0"21"0,0 0 5 15,0 0-14-15,0 0-8 16,0 0-8-16,0 0 1 15,0 0 2-15,-23 42 2 16,20-16 2-16,1 2-2 16,1 2-2-16,0 0-1 0,0 1-1 15,1-1-1-15,0-6-1 16,-1 0 1-16,1-2-2 16,-2-4 2-16,-1-1 0 15,0-3-2-15,1-1 1 16,1-6-2-16,0 0-15 0,-1-7-29 15,1 0-56-15</inkml:trace>
  <inkml:trace contextRef="#ctx0" brushRef="#br0" timeOffset="84344.24">21848 14943 14 0,'0'0'99'0,"0"0"-90"0,0 0-4 0,0 0-3 15,0 0 3-15,0 0 1 16,0 0 3-16,16-39 4 16,-10 29 4-16,3 0-1 15,2 1-3-15,-2 0-10 0,3 1-2 16,1 5-1-16,0-1 0 15,1 4 1-15,-1 0-1 16,1 0 0-16,-2 3 2 16,0 4 2-16,-3 2 1 15,-1 2-1-15,-1 2-1 0,-4 1-3 16,0 0 0-16,-3 0-13 16,0-2-28-16,-3-1-9 15,-6-4-15-15</inkml:trace>
  <inkml:trace contextRef="#ctx0" brushRef="#br0" timeOffset="84734.73">22077 14894 128 0,'0'0'2'0,"0"0"0"0,0 0-1 16,37 0 0-16,-26 0 0 15,0 0 0-15,-3 0 5 16,1-3 5-16,1 0 8 16,-5-2 4-16,3-1-2 0,-4-1-11 15,2 0-5-15,-2-1-1 16,-2 1-1-16,-2 0-2 16,0 0 1-16,0 3-4 15,0 0 1-15,-5 2 1 16,-2 2-4-16,-1 0-1 15,-1 0 0-15,-2 7 4 0,0 5-1 16,1 0 2-16,1 1 1 16,2 2 0-16,4-3-2 15,1 1 1-15,2-3 0 16,0-1 0-16,2 0 0 0,8-6 1 16,0 2-1-16,4-3 0 15,5-2-1-15,-1 0-42 16,4-1-33-16</inkml:trace>
  <inkml:trace contextRef="#ctx0" brushRef="#br0" timeOffset="85247.75">22390 14813 141 0,'0'0'8'0,"0"0"8"16,0 0-4-16,0 0-7 0,0 0 4 15,0 0-2-15,-44-11-3 16,29 16 3-16,1 4 1 16,-2 2 1-16,3 2-1 15,1 1-2-15,4 0-3 16,4-1-1-16,2 0 0 0,2-2 0 16,0-1-2-16,2 0 0 15,6-3 1-15,2-3 1 16,4-2 0-16,5-2 2 15,-2 0-1-15,3 0-2 16,2-10-8-16,-3-2-4 0,1 0-2 16,-5-4-5-16,-1-1 5 15,-3 0 2-15,-4-4-4 16,0 2-5-16,-3-2 14 16,-3-3 2-16,-1 3 4 15,0-1 1-15,0 5 5 0,0 2 17 16,-3 3 9-16,1 5-12 15,-1 3-4-15,1 4-1 16,0 0-8-16,0 4-9 16,1 7 2-16,-1 5-1 0,0 1 4 15,0 3-2-15,0 3 0 16,1-3 0-16,1 0-1 16,0-2 0-16,0 0 0 15,0-2-5-15,1-4-17 16,3-1-18-16,-1-4-23 15,1-5-7-15</inkml:trace>
  <inkml:trace contextRef="#ctx0" brushRef="#br0" timeOffset="86079.13">22539 14726 127 0,'0'0'33'0,"0"0"-10"0,0 0 8 0,0 0-10 15,0 0-11-15,0 0 1 16,0 0-3-16,0 0-7 16,0 0-2-16,0 0 1 0,4-8-2 15,-4 23 1-15,-3 4 1 16,-3-1 1-16,-1 1-4 16,0-2 1-16,-1-2 2 15,1 0-2-15,0-3 3 16,-1-2-1-16,3 0 0 15,0-3 1-15,0-1-1 0,3 0 0 16,1-5 1-16,1 3-1 16,0-2 0-16,0-1 1 15,1-1 1-15,8 2-1 16,-1-1 1-16,5-1-1 16,0 0-1-16,5 3 1 0,-3-2 0 15,-1 1-2-15,1 2-8 16,-1 0-5-16,-1-1-6 15,-2 3-5-15,3-2-11 16,-3-1 8-16,3 0 5 16,-1-3 3-16,-1 0 6 0,-1 0 12 15,0 0 2-15,0-7 3 16,-2-1 7-16,2 0 2 16,1-3 0-16,-2 0 2 15,-1-4-1-15,1 2-2 0,0-1 1 16,-3-1-1-16,-1 0-1 15,1 1-2-15,-2 0 0 16,-2 0-4-16,-3 1-3 16,0 2 0-16,0-1-4 15,-1 6 5-15,-6 1-1 16,-2 1-5-16,-1 2-1 0,-1 2 4 16,-1 0-1-16,1 4 4 15,-1 5-2-15,2 0 1 16,2 0 1-16,3 1-2 15,2 0 0-15,3 0 0 16,0 0 2-16,0 0-1 0,2-1 1 16,5-2 0-16,2 3 2 15,3-2-3-15,0-1 0 16,-2 2 0-16,3-2 0 16,-2 0 0-16,0-1 0 15,0 1-1-15,-4 0 1 0,0 0-1 16,-3 0 0-16,-3 0 0 15,-1 0-2-15,0 0 1 16,0 0 2-16,-5-1-3 16,-4 0 2-16,0 0 1 0,-1-2-2 15,-2 0 1-15,1 2-2 16,-1-5-17-16,1-1-37 16,2 0-42-16</inkml:trace>
  <inkml:trace contextRef="#ctx0" brushRef="#br0" timeOffset="87324.78">22833 14533 120 0,'0'0'8'0,"0"0"14"0,0 0-7 16,0 0-9-16,0 0-3 16,-41-35-1-16,33 30-2 15,-6 1 1-15,1-2-1 16,-1-1 1-16,-3 2-1 16,-1-1 1-16,-1-1 3 0,-2-3 0 15,-2 3 4-15,0 0-1 16,-2-2 3-16,-2 2-6 15,0 0-1-15,-2-2 0 16,1 2-2-16,-2-1-1 16,0 1 1-16,-7-3 0 0,1 1-2 15,-2-1 2-15,-5 0 1 16,-3 0 2-16,-2-1 2 16,-1 2-2-16,-2 0 0 15,-4 1 1-15,0 3-1 16,-1-1-2-16,-3 2-2 0,1 2 1 15,-1 1-1-15,-3 1 0 16,-2 0 0-16,-2 0 0 16,0 3 0-16,-5 4 0 15,2 1 0-15,-3 1 0 16,0 6 1-16,3-2-2 0,-1 4 1 16,1 3 0-16,-2-1 0 15,2 4 0-15,2 1-1 16,1 3 1-16,3 2 0 15,1 3 1-15,4 3-1 16,5 2 0-16,4 1 0 0,5 1 0 16,6-1 0-16,5-1 0 15,6-2-1-15,6-2 2 16,4-3-2-16,5 1 1 16,6 2 0-16,4 1-1 15,2 0 1-15,0 2-1 0,8-1 0 16,6 2-3-16,5-3-4 15,7 2-1-15,5-2 0 16,6-1 2-16,5 0 1 16,4-1 1-16,3-4 1 15,5-2 1-15,1-3 3 0,6-4 0 16,3-2 4-16,6-4 3 16,0-1 1-16,5-4 0 15,6-1-2-15,3-2-1 16,4-3-3-16,6 0-1 15,2-2 0-15,0 0-1 0,2 0 1 16,0-5-1-16,-1 0 0 16,0-1 1-16,-1-1-3 15,2-2 0-15,-3-2 2 16,-3-3 0-16,-2-2 0 16,-1-5 1-16,-5 1-1 0,-5-3 1 15,-5-1 7-15,-1-1 5 16,-6 0 0-16,-2-3-5 15,-6 1-1-15,-2-1-2 16,-8-1-2-16,-3-2-3 16,-7-2 0-16,-5-1 0 15,-7 0 0-15,-6-3 1 0,-4 2 0 16,-4 0-1-16,-4-1 2 16,-6 0-2-16,-3 1 1 15,0-1-1-15,-12-2 0 16,-6 2-1-16,-8-1-1 15,-4 2 0-15,-7 2-1 0,-2 2 4 16,-2 5-1-16,-2 2 0 16,1 7 2-16,4 3-2 15,1 7-9-15,3 3-12 16,2 2-20-16,2 2-20 16,3 0-12-16</inkml:trace>
  <inkml:trace contextRef="#ctx0" brushRef="#br0" timeOffset="88079.59">23351 14532 116 0,'1'1'3'0,"1"-1"-5"0,-2 1 0 0,0 2 2 16,0 2-1-16,0 0-1 0,0 1 1 16,0 0 1-16,0 1 0 15,0 0 1-15,0-1-1 16,0-1 1-16,0 1 0 16,0 0 2-16,7-1 3 15,-2-2 3-15,1 0 0 0,3-3 4 16,3 0 9-16,2 0 5 15,5-10 1-15,5-4-4 16,6-3-8-16,6-6-8 16,6-2-3-16,10-4 0 15,9-2-1-15,6-5-3 0,9-2 0 16,7-3-2-16,3-5-29 16,3-3-106-16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7" name="Shape 347"/>
          <p:cNvSpPr>
            <a:spLocks noGrp="1" noRot="1" noChangeAspect="1"/>
          </p:cNvSpPr>
          <p:nvPr>
            <p:ph type="sldImg"/>
          </p:nvPr>
        </p:nvSpPr>
        <p:spPr>
          <a:xfrm>
            <a:off x="1143000" y="685800"/>
            <a:ext cx="4572000" cy="3429000"/>
          </a:xfrm>
          <a:prstGeom prst="rect">
            <a:avLst/>
          </a:prstGeom>
        </p:spPr>
        <p:txBody>
          <a:bodyPr/>
          <a:lstStyle/>
          <a:p>
            <a:endParaRPr/>
          </a:p>
        </p:txBody>
      </p:sp>
      <p:sp>
        <p:nvSpPr>
          <p:cNvPr id="348" name="Shape 3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a:extLst>
              <a:ext uri="{FF2B5EF4-FFF2-40B4-BE49-F238E27FC236}">
                <a16:creationId xmlns:a16="http://schemas.microsoft.com/office/drawing/2014/main" id="{39AF2117-C1A9-42A5-B416-619D72507300}"/>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a:spcBef>
                <a:spcPct val="0"/>
              </a:spcBef>
              <a:buSzPts val="1100"/>
            </a:pPr>
            <a:endParaRPr lang="x-none" altLang="x-none" dirty="0"/>
          </a:p>
        </p:txBody>
      </p:sp>
      <p:sp>
        <p:nvSpPr>
          <p:cNvPr id="54275" name="Google Shape;37;p1:notes">
            <a:extLst>
              <a:ext uri="{FF2B5EF4-FFF2-40B4-BE49-F238E27FC236}">
                <a16:creationId xmlns:a16="http://schemas.microsoft.com/office/drawing/2014/main" id="{8481DDE9-68D6-4C5D-A85A-ECC56B498442}"/>
              </a:ext>
            </a:extLst>
          </p:cNvPr>
          <p:cNvSpPr>
            <a:spLocks noGrp="1" noRot="1" noChangeAspect="1" noTextEdit="1"/>
          </p:cNvSpPr>
          <p:nvPr>
            <p:ph type="sldImg" idx="2"/>
          </p:nvPr>
        </p:nvSpPr>
        <p:spPr bwMode="auto">
          <a:xfrm>
            <a:off x="1143000" y="685800"/>
            <a:ext cx="4572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628191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8: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9: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0: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1: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12: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13: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14: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15: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p18: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5" name="Google Shape;395;p19: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2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p20: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2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p21: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22: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2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p23: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2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1" name="Google Shape;551;p24: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2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3" name="Google Shape;563;p25: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2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5" name="Google Shape;575;p26: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2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7" name="Google Shape;587;p27: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2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9" name="Google Shape;599;p28: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3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5" name="Google Shape;645;p31: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3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3" name="Google Shape;653;p32: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3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9" name="Google Shape;669;p33: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3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1" name="Google Shape;681;p34: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3" name="Google Shape;693;p35: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3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1" name="Google Shape;701;p36: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3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3" name="Google Shape;713;p37: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3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5" name="Google Shape;725;p38: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3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7" name="Google Shape;737;p39: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4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9" name="Google Shape;749;p40: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4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41: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0" name="Google Shape;800;p43: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4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6" name="Google Shape;816;p44: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4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8" name="Google Shape;828;p45: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4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4" name="Google Shape;864;p49: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5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2" name="Google Shape;902;p51: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5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7" name="Google Shape;997;p58: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p7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7" name="Google Shape;1277;p76: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63675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p7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9" name="Google Shape;1289;p77: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42656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351151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4"/>
        <p:cNvGrpSpPr/>
        <p:nvPr/>
      </p:nvGrpSpPr>
      <p:grpSpPr>
        <a:xfrm>
          <a:off x="0" y="0"/>
          <a:ext cx="0" cy="0"/>
          <a:chOff x="0" y="0"/>
          <a:chExt cx="0" cy="0"/>
        </a:xfrm>
      </p:grpSpPr>
      <p:sp>
        <p:nvSpPr>
          <p:cNvPr id="1345" name="Google Shape;1345;p8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6" name="Google Shape;1346;p83: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13705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p6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0" name="Google Shape;1170;p68: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p6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2" name="Google Shape;1182;p69: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p7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4" name="Google Shape;1194;p70: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p7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2" name="Google Shape;1202;p71: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p8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0" name="Google Shape;1370;p85: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p10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2" name="Google Shape;2062;p100:notes"/>
          <p:cNvSpPr>
            <a:spLocks noGrp="1" noRot="1" noChangeAspect="1"/>
          </p:cNvSpPr>
          <p:nvPr>
            <p:ph type="sldImg" idx="2"/>
          </p:nvPr>
        </p:nvSpPr>
        <p:spPr>
          <a:xfrm>
            <a:off x="2071688" y="242888"/>
            <a:ext cx="162242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97159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Master" Target="../slideMasters/slideMaster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5.xml"/><Relationship Id="rId4" Type="http://schemas.openxmlformats.org/officeDocument/2006/relationships/image" Target="../media/image24.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Rectangle 2">
            <a:extLst>
              <a:ext uri="{FF2B5EF4-FFF2-40B4-BE49-F238E27FC236}">
                <a16:creationId xmlns:a16="http://schemas.microsoft.com/office/drawing/2014/main" id="{4F1635D6-F918-E4B0-D8DF-45976B43E5CC}"/>
              </a:ext>
            </a:extLst>
          </p:cNvPr>
          <p:cNvSpPr/>
          <p:nvPr userDrawn="1"/>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6" name="Rectangle 3">
            <a:extLst>
              <a:ext uri="{FF2B5EF4-FFF2-40B4-BE49-F238E27FC236}">
                <a16:creationId xmlns:a16="http://schemas.microsoft.com/office/drawing/2014/main" id="{509FF428-FD03-A3ED-E874-F7399C457B5A}"/>
              </a:ext>
            </a:extLst>
          </p:cNvPr>
          <p:cNvSpPr/>
          <p:nvPr userDrawn="1"/>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7" name="Rectangle 4">
            <a:extLst>
              <a:ext uri="{FF2B5EF4-FFF2-40B4-BE49-F238E27FC236}">
                <a16:creationId xmlns:a16="http://schemas.microsoft.com/office/drawing/2014/main" id="{A493EE98-E537-385E-2051-74DF0B3608DF}"/>
              </a:ext>
            </a:extLst>
          </p:cNvPr>
          <p:cNvSpPr/>
          <p:nvPr userDrawn="1"/>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8" name="Rectangle 5">
            <a:extLst>
              <a:ext uri="{FF2B5EF4-FFF2-40B4-BE49-F238E27FC236}">
                <a16:creationId xmlns:a16="http://schemas.microsoft.com/office/drawing/2014/main" id="{DE4627D7-A115-550F-D7B3-42FC43297FF1}"/>
              </a:ext>
            </a:extLst>
          </p:cNvPr>
          <p:cNvSpPr/>
          <p:nvPr userDrawn="1"/>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9" name="Picture 10" descr="Picture 10">
            <a:extLst>
              <a:ext uri="{FF2B5EF4-FFF2-40B4-BE49-F238E27FC236}">
                <a16:creationId xmlns:a16="http://schemas.microsoft.com/office/drawing/2014/main" id="{D695F453-58E4-7D66-AB7F-98878BD64651}"/>
              </a:ext>
            </a:extLst>
          </p:cNvPr>
          <p:cNvPicPr>
            <a:picLocks noChangeAspect="1"/>
          </p:cNvPicPr>
          <p:nvPr userDrawn="1"/>
        </p:nvPicPr>
        <p:blipFill>
          <a:blip r:embed="rId2"/>
          <a:srcRect t="2" b="28592"/>
          <a:stretch>
            <a:fillRect/>
          </a:stretch>
        </p:blipFill>
        <p:spPr>
          <a:xfrm>
            <a:off x="76200" y="3352800"/>
            <a:ext cx="2057400" cy="1979614"/>
          </a:xfrm>
          <a:prstGeom prst="rect">
            <a:avLst/>
          </a:prstGeom>
          <a:ln w="12700">
            <a:miter lim="400000"/>
          </a:ln>
        </p:spPr>
      </p:pic>
      <p:sp>
        <p:nvSpPr>
          <p:cNvPr id="10" name="TextBox 8">
            <a:extLst>
              <a:ext uri="{FF2B5EF4-FFF2-40B4-BE49-F238E27FC236}">
                <a16:creationId xmlns:a16="http://schemas.microsoft.com/office/drawing/2014/main" id="{93711A98-B303-E78D-34AC-04374950E07A}"/>
              </a:ext>
            </a:extLst>
          </p:cNvPr>
          <p:cNvSpPr txBox="1"/>
          <p:nvPr userDrawn="1"/>
        </p:nvSpPr>
        <p:spPr>
          <a:xfrm>
            <a:off x="-30481" y="5257800"/>
            <a:ext cx="2118362" cy="49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18" name="Title Text"/>
          <p:cNvSpPr txBox="1">
            <a:spLocks noGrp="1"/>
          </p:cNvSpPr>
          <p:nvPr>
            <p:ph type="title"/>
          </p:nvPr>
        </p:nvSpPr>
        <p:spPr>
          <a:xfrm>
            <a:off x="2667000" y="3898061"/>
            <a:ext cx="6019800" cy="1524000"/>
          </a:xfrm>
          <a:prstGeom prst="rect">
            <a:avLst/>
          </a:prstGeom>
        </p:spPr>
        <p:txBody>
          <a:bodyPr/>
          <a:lstStyle/>
          <a:p>
            <a:r>
              <a:t>Title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531476E3-6618-41E5-B93A-14E2B090D389}"/>
              </a:ext>
            </a:extLst>
          </p:cNvPr>
          <p:cNvGrpSpPr/>
          <p:nvPr userDrawn="1"/>
        </p:nvGrpSpPr>
        <p:grpSpPr>
          <a:xfrm>
            <a:off x="-211367" y="-654317"/>
            <a:ext cx="9517143" cy="8232476"/>
            <a:chOff x="-211367" y="-654317"/>
            <a:chExt cx="9517143" cy="8232476"/>
          </a:xfrm>
        </p:grpSpPr>
        <p:pic>
          <p:nvPicPr>
            <p:cNvPr id="27" name="Graphic 26">
              <a:extLst>
                <a:ext uri="{FF2B5EF4-FFF2-40B4-BE49-F238E27FC236}">
                  <a16:creationId xmlns:a16="http://schemas.microsoft.com/office/drawing/2014/main" id="{707C4D97-FA4C-43AD-A3A6-046BAF1E633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211367" y="4076943"/>
              <a:ext cx="3329835" cy="3329835"/>
            </a:xfrm>
            <a:prstGeom prst="rect">
              <a:avLst/>
            </a:prstGeom>
          </p:spPr>
        </p:pic>
        <p:pic>
          <p:nvPicPr>
            <p:cNvPr id="28" name="Graphic 27">
              <a:extLst>
                <a:ext uri="{FF2B5EF4-FFF2-40B4-BE49-F238E27FC236}">
                  <a16:creationId xmlns:a16="http://schemas.microsoft.com/office/drawing/2014/main" id="{AD996AF8-0F52-466B-A88F-982434CFCF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83072" y="4248324"/>
              <a:ext cx="3329835" cy="3329835"/>
            </a:xfrm>
            <a:prstGeom prst="rect">
              <a:avLst/>
            </a:prstGeom>
          </p:spPr>
        </p:pic>
        <p:pic>
          <p:nvPicPr>
            <p:cNvPr id="29" name="Graphic 28">
              <a:extLst>
                <a:ext uri="{FF2B5EF4-FFF2-40B4-BE49-F238E27FC236}">
                  <a16:creationId xmlns:a16="http://schemas.microsoft.com/office/drawing/2014/main" id="{03CD6F12-6B8E-4077-B8E6-C61198251E9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654317"/>
              <a:ext cx="3329835" cy="3329835"/>
            </a:xfrm>
            <a:prstGeom prst="rect">
              <a:avLst/>
            </a:prstGeom>
          </p:spPr>
        </p:pic>
        <p:pic>
          <p:nvPicPr>
            <p:cNvPr id="30" name="Graphic 29">
              <a:extLst>
                <a:ext uri="{FF2B5EF4-FFF2-40B4-BE49-F238E27FC236}">
                  <a16:creationId xmlns:a16="http://schemas.microsoft.com/office/drawing/2014/main" id="{F4AE2367-EBE8-4A93-A7F3-F593EAE170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5975941" y="-392139"/>
              <a:ext cx="3329835" cy="3329835"/>
            </a:xfrm>
            <a:prstGeom prst="rect">
              <a:avLst/>
            </a:prstGeom>
          </p:spPr>
        </p:pic>
        <p:grpSp>
          <p:nvGrpSpPr>
            <p:cNvPr id="31" name="Group 30">
              <a:extLst>
                <a:ext uri="{FF2B5EF4-FFF2-40B4-BE49-F238E27FC236}">
                  <a16:creationId xmlns:a16="http://schemas.microsoft.com/office/drawing/2014/main" id="{3D885BBF-39F7-4A8A-91AC-D9C30BBE711A}"/>
                </a:ext>
              </a:extLst>
            </p:cNvPr>
            <p:cNvGrpSpPr/>
            <p:nvPr userDrawn="1"/>
          </p:nvGrpSpPr>
          <p:grpSpPr>
            <a:xfrm>
              <a:off x="0" y="0"/>
              <a:ext cx="9144001" cy="6857673"/>
              <a:chOff x="0" y="0"/>
              <a:chExt cx="9144001" cy="6857673"/>
            </a:xfrm>
          </p:grpSpPr>
          <p:grpSp>
            <p:nvGrpSpPr>
              <p:cNvPr id="34" name="Group 6">
                <a:extLst>
                  <a:ext uri="{FF2B5EF4-FFF2-40B4-BE49-F238E27FC236}">
                    <a16:creationId xmlns:a16="http://schemas.microsoft.com/office/drawing/2014/main" id="{97581F17-86DF-42A7-8344-4EC886C8D83A}"/>
                  </a:ext>
                </a:extLst>
              </p:cNvPr>
              <p:cNvGrpSpPr/>
              <p:nvPr userDrawn="1"/>
            </p:nvGrpSpPr>
            <p:grpSpPr>
              <a:xfrm>
                <a:off x="0" y="1295400"/>
                <a:ext cx="7010401" cy="46038"/>
                <a:chOff x="0" y="0"/>
                <a:chExt cx="7010400" cy="46037"/>
              </a:xfrm>
            </p:grpSpPr>
            <p:sp>
              <p:nvSpPr>
                <p:cNvPr id="41" name="Rectangle 6">
                  <a:extLst>
                    <a:ext uri="{FF2B5EF4-FFF2-40B4-BE49-F238E27FC236}">
                      <a16:creationId xmlns:a16="http://schemas.microsoft.com/office/drawing/2014/main" id="{C6886CEE-6FD5-435F-98D0-B44543D9F3C5}"/>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2" name="Rectangle 7">
                  <a:extLst>
                    <a:ext uri="{FF2B5EF4-FFF2-40B4-BE49-F238E27FC236}">
                      <a16:creationId xmlns:a16="http://schemas.microsoft.com/office/drawing/2014/main" id="{AB3E477A-7C7C-437E-B681-3531561594D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3" name="Rectangle 8">
                  <a:extLst>
                    <a:ext uri="{FF2B5EF4-FFF2-40B4-BE49-F238E27FC236}">
                      <a16:creationId xmlns:a16="http://schemas.microsoft.com/office/drawing/2014/main" id="{47582FD4-4030-4167-B603-89C8D765589D}"/>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5" name="Group 10">
                <a:extLst>
                  <a:ext uri="{FF2B5EF4-FFF2-40B4-BE49-F238E27FC236}">
                    <a16:creationId xmlns:a16="http://schemas.microsoft.com/office/drawing/2014/main" id="{ADDF278C-3593-4F13-8912-2B76096A63CF}"/>
                  </a:ext>
                </a:extLst>
              </p:cNvPr>
              <p:cNvGrpSpPr/>
              <p:nvPr userDrawn="1"/>
            </p:nvGrpSpPr>
            <p:grpSpPr>
              <a:xfrm>
                <a:off x="2133600" y="6553200"/>
                <a:ext cx="7010401" cy="46038"/>
                <a:chOff x="0" y="0"/>
                <a:chExt cx="7010400" cy="46037"/>
              </a:xfrm>
            </p:grpSpPr>
            <p:sp>
              <p:nvSpPr>
                <p:cNvPr id="38" name="Rectangle 10">
                  <a:extLst>
                    <a:ext uri="{FF2B5EF4-FFF2-40B4-BE49-F238E27FC236}">
                      <a16:creationId xmlns:a16="http://schemas.microsoft.com/office/drawing/2014/main" id="{726A9603-FF52-4FBB-933E-87E6A59B99CF}"/>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9" name="Rectangle 11">
                  <a:extLst>
                    <a:ext uri="{FF2B5EF4-FFF2-40B4-BE49-F238E27FC236}">
                      <a16:creationId xmlns:a16="http://schemas.microsoft.com/office/drawing/2014/main" id="{1AA2D04C-E4D1-4CE8-BD5E-D08ECCBB35F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0" name="Rectangle 12">
                  <a:extLst>
                    <a:ext uri="{FF2B5EF4-FFF2-40B4-BE49-F238E27FC236}">
                      <a16:creationId xmlns:a16="http://schemas.microsoft.com/office/drawing/2014/main" id="{9FB1FA82-6256-488A-843A-BFF387820264}"/>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6" name="Picture 14" descr="Picture 14">
                <a:extLst>
                  <a:ext uri="{FF2B5EF4-FFF2-40B4-BE49-F238E27FC236}">
                    <a16:creationId xmlns:a16="http://schemas.microsoft.com/office/drawing/2014/main" id="{25AFD529-C38A-4635-8FE2-6B95D66D7DED}"/>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7" name="TextBox 14">
                <a:extLst>
                  <a:ext uri="{FF2B5EF4-FFF2-40B4-BE49-F238E27FC236}">
                    <a16:creationId xmlns:a16="http://schemas.microsoft.com/office/drawing/2014/main" id="{E1BEF9CC-4DC1-43D6-9CD8-7512360C035E}"/>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2" name="Graphic 31">
              <a:extLst>
                <a:ext uri="{FF2B5EF4-FFF2-40B4-BE49-F238E27FC236}">
                  <a16:creationId xmlns:a16="http://schemas.microsoft.com/office/drawing/2014/main" id="{0306CAEB-A221-400F-9C9D-C3389EE376E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6657" y="2807158"/>
              <a:ext cx="1410686" cy="1410686"/>
            </a:xfrm>
            <a:prstGeom prst="rect">
              <a:avLst/>
            </a:prstGeom>
          </p:spPr>
        </p:pic>
        <p:pic>
          <p:nvPicPr>
            <p:cNvPr id="33" name="Graphic 32">
              <a:extLst>
                <a:ext uri="{FF2B5EF4-FFF2-40B4-BE49-F238E27FC236}">
                  <a16:creationId xmlns:a16="http://schemas.microsoft.com/office/drawing/2014/main" id="{0639220D-D8C1-4468-BF2D-EB0F493FFD8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80952" y="2061094"/>
              <a:ext cx="5246055" cy="5246055"/>
            </a:xfrm>
            <a:prstGeom prst="rect">
              <a:avLst/>
            </a:prstGeom>
          </p:spPr>
        </p:pic>
      </p:grpSp>
      <p:sp>
        <p:nvSpPr>
          <p:cNvPr id="147" name="Body Level One…"/>
          <p:cNvSpPr txBox="1">
            <a:spLocks noGrp="1"/>
          </p:cNvSpPr>
          <p:nvPr>
            <p:ph type="body" sz="half" idx="1"/>
          </p:nvPr>
        </p:nvSpPr>
        <p:spPr>
          <a:xfrm>
            <a:off x="4953000" y="1600200"/>
            <a:ext cx="4038600" cy="4525963"/>
          </a:xfrm>
          <a:prstGeom prst="rect">
            <a:avLst/>
          </a:prstGeom>
        </p:spPr>
        <p:txBody>
          <a:bodyPr>
            <a:normAutofit/>
          </a:bodyPr>
          <a:lstStyle>
            <a:lvl1pPr>
              <a:spcBef>
                <a:spcPts val="600"/>
              </a:spcBef>
              <a:buSzTx/>
              <a:buFontTx/>
              <a:buNone/>
              <a:defRPr sz="2800"/>
            </a:lvl1pPr>
            <a:lvl2pPr marL="957262" indent="-500062">
              <a:spcBef>
                <a:spcPts val="600"/>
              </a:spcBef>
              <a:buFontTx/>
              <a:defRPr sz="2800"/>
            </a:lvl2pPr>
            <a:lvl3pPr marL="1234439" indent="-320039">
              <a:spcBef>
                <a:spcPts val="600"/>
              </a:spcBef>
              <a:buFontTx/>
              <a:defRPr sz="2800"/>
            </a:lvl3pPr>
            <a:lvl4pPr marL="1727200" indent="-355600">
              <a:spcBef>
                <a:spcPts val="600"/>
              </a:spcBef>
              <a:buFontTx/>
              <a:defRPr sz="2800"/>
            </a:lvl4pPr>
            <a:lvl5pPr marL="2184400" indent="-355600">
              <a:spcBef>
                <a:spcPts val="600"/>
              </a:spcBef>
              <a:buFontTx/>
              <a:defRPr sz="2800"/>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mparison">
    <p:bg>
      <p:bgPr>
        <a:solidFill>
          <a:srgbClr val="FFFFFF"/>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89DD12E4-2B35-48F4-955D-28A64DABC54D}"/>
              </a:ext>
            </a:extLst>
          </p:cNvPr>
          <p:cNvGrpSpPr/>
          <p:nvPr userDrawn="1"/>
        </p:nvGrpSpPr>
        <p:grpSpPr>
          <a:xfrm>
            <a:off x="-211367" y="-654317"/>
            <a:ext cx="9517143" cy="8232476"/>
            <a:chOff x="-211367" y="-654317"/>
            <a:chExt cx="9517143" cy="8232476"/>
          </a:xfrm>
        </p:grpSpPr>
        <p:pic>
          <p:nvPicPr>
            <p:cNvPr id="28" name="Graphic 27">
              <a:extLst>
                <a:ext uri="{FF2B5EF4-FFF2-40B4-BE49-F238E27FC236}">
                  <a16:creationId xmlns:a16="http://schemas.microsoft.com/office/drawing/2014/main" id="{0E29ED1F-7B36-44E9-92F7-B457DABAD36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211367" y="4076943"/>
              <a:ext cx="3329835" cy="3329835"/>
            </a:xfrm>
            <a:prstGeom prst="rect">
              <a:avLst/>
            </a:prstGeom>
          </p:spPr>
        </p:pic>
        <p:pic>
          <p:nvPicPr>
            <p:cNvPr id="29" name="Graphic 28">
              <a:extLst>
                <a:ext uri="{FF2B5EF4-FFF2-40B4-BE49-F238E27FC236}">
                  <a16:creationId xmlns:a16="http://schemas.microsoft.com/office/drawing/2014/main" id="{281C375C-B5C0-45D0-B33F-E3BF81BDA5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83072" y="4248324"/>
              <a:ext cx="3329835" cy="3329835"/>
            </a:xfrm>
            <a:prstGeom prst="rect">
              <a:avLst/>
            </a:prstGeom>
          </p:spPr>
        </p:pic>
        <p:pic>
          <p:nvPicPr>
            <p:cNvPr id="30" name="Graphic 29">
              <a:extLst>
                <a:ext uri="{FF2B5EF4-FFF2-40B4-BE49-F238E27FC236}">
                  <a16:creationId xmlns:a16="http://schemas.microsoft.com/office/drawing/2014/main" id="{06E78BA7-6274-4681-94B3-2DC601B43A5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654317"/>
              <a:ext cx="3329835" cy="3329835"/>
            </a:xfrm>
            <a:prstGeom prst="rect">
              <a:avLst/>
            </a:prstGeom>
          </p:spPr>
        </p:pic>
        <p:pic>
          <p:nvPicPr>
            <p:cNvPr id="31" name="Graphic 30">
              <a:extLst>
                <a:ext uri="{FF2B5EF4-FFF2-40B4-BE49-F238E27FC236}">
                  <a16:creationId xmlns:a16="http://schemas.microsoft.com/office/drawing/2014/main" id="{0437CA33-E5AD-4BCB-8B11-B47B147C0C0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5975941" y="-392139"/>
              <a:ext cx="3329835" cy="3329835"/>
            </a:xfrm>
            <a:prstGeom prst="rect">
              <a:avLst/>
            </a:prstGeom>
          </p:spPr>
        </p:pic>
        <p:grpSp>
          <p:nvGrpSpPr>
            <p:cNvPr id="32" name="Group 31">
              <a:extLst>
                <a:ext uri="{FF2B5EF4-FFF2-40B4-BE49-F238E27FC236}">
                  <a16:creationId xmlns:a16="http://schemas.microsoft.com/office/drawing/2014/main" id="{10F5677A-8F29-4D0D-B380-91037DB87352}"/>
                </a:ext>
              </a:extLst>
            </p:cNvPr>
            <p:cNvGrpSpPr/>
            <p:nvPr userDrawn="1"/>
          </p:nvGrpSpPr>
          <p:grpSpPr>
            <a:xfrm>
              <a:off x="0" y="0"/>
              <a:ext cx="9144001" cy="6857673"/>
              <a:chOff x="0" y="0"/>
              <a:chExt cx="9144001" cy="6857673"/>
            </a:xfrm>
          </p:grpSpPr>
          <p:grpSp>
            <p:nvGrpSpPr>
              <p:cNvPr id="35" name="Group 6">
                <a:extLst>
                  <a:ext uri="{FF2B5EF4-FFF2-40B4-BE49-F238E27FC236}">
                    <a16:creationId xmlns:a16="http://schemas.microsoft.com/office/drawing/2014/main" id="{62EAEC06-AFD4-446D-B251-AFE5C3CE0C48}"/>
                  </a:ext>
                </a:extLst>
              </p:cNvPr>
              <p:cNvGrpSpPr/>
              <p:nvPr userDrawn="1"/>
            </p:nvGrpSpPr>
            <p:grpSpPr>
              <a:xfrm>
                <a:off x="0" y="1295400"/>
                <a:ext cx="7010401" cy="46038"/>
                <a:chOff x="0" y="0"/>
                <a:chExt cx="7010400" cy="46037"/>
              </a:xfrm>
            </p:grpSpPr>
            <p:sp>
              <p:nvSpPr>
                <p:cNvPr id="42" name="Rectangle 6">
                  <a:extLst>
                    <a:ext uri="{FF2B5EF4-FFF2-40B4-BE49-F238E27FC236}">
                      <a16:creationId xmlns:a16="http://schemas.microsoft.com/office/drawing/2014/main" id="{D0425501-A502-4ED6-9F4A-96FFB8F43759}"/>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3" name="Rectangle 7">
                  <a:extLst>
                    <a:ext uri="{FF2B5EF4-FFF2-40B4-BE49-F238E27FC236}">
                      <a16:creationId xmlns:a16="http://schemas.microsoft.com/office/drawing/2014/main" id="{B4376F61-06E8-4210-84AB-01C9E753249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4" name="Rectangle 8">
                  <a:extLst>
                    <a:ext uri="{FF2B5EF4-FFF2-40B4-BE49-F238E27FC236}">
                      <a16:creationId xmlns:a16="http://schemas.microsoft.com/office/drawing/2014/main" id="{C0D27610-F24A-4687-AE59-C74702169ECF}"/>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6" name="Group 10">
                <a:extLst>
                  <a:ext uri="{FF2B5EF4-FFF2-40B4-BE49-F238E27FC236}">
                    <a16:creationId xmlns:a16="http://schemas.microsoft.com/office/drawing/2014/main" id="{454079E6-F8F6-445B-97A9-73BA8B191521}"/>
                  </a:ext>
                </a:extLst>
              </p:cNvPr>
              <p:cNvGrpSpPr/>
              <p:nvPr userDrawn="1"/>
            </p:nvGrpSpPr>
            <p:grpSpPr>
              <a:xfrm>
                <a:off x="2133600" y="6553200"/>
                <a:ext cx="7010401" cy="46038"/>
                <a:chOff x="0" y="0"/>
                <a:chExt cx="7010400" cy="46037"/>
              </a:xfrm>
            </p:grpSpPr>
            <p:sp>
              <p:nvSpPr>
                <p:cNvPr id="39" name="Rectangle 10">
                  <a:extLst>
                    <a:ext uri="{FF2B5EF4-FFF2-40B4-BE49-F238E27FC236}">
                      <a16:creationId xmlns:a16="http://schemas.microsoft.com/office/drawing/2014/main" id="{15DBB343-9258-4A1F-9BC1-F131A810DF31}"/>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0" name="Rectangle 11">
                  <a:extLst>
                    <a:ext uri="{FF2B5EF4-FFF2-40B4-BE49-F238E27FC236}">
                      <a16:creationId xmlns:a16="http://schemas.microsoft.com/office/drawing/2014/main" id="{AEE6667A-2C4A-4AD6-8105-D8FB5A41C98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1" name="Rectangle 12">
                  <a:extLst>
                    <a:ext uri="{FF2B5EF4-FFF2-40B4-BE49-F238E27FC236}">
                      <a16:creationId xmlns:a16="http://schemas.microsoft.com/office/drawing/2014/main" id="{578E794C-ABBF-499A-91B1-5061295376CD}"/>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7" name="Picture 14" descr="Picture 14">
                <a:extLst>
                  <a:ext uri="{FF2B5EF4-FFF2-40B4-BE49-F238E27FC236}">
                    <a16:creationId xmlns:a16="http://schemas.microsoft.com/office/drawing/2014/main" id="{DF27BAFC-8456-41EF-82D5-DF13AEF6371A}"/>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8" name="TextBox 14">
                <a:extLst>
                  <a:ext uri="{FF2B5EF4-FFF2-40B4-BE49-F238E27FC236}">
                    <a16:creationId xmlns:a16="http://schemas.microsoft.com/office/drawing/2014/main" id="{716A3443-11EE-44A7-8FA8-8FAD0B68BA88}"/>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3" name="Graphic 32">
              <a:extLst>
                <a:ext uri="{FF2B5EF4-FFF2-40B4-BE49-F238E27FC236}">
                  <a16:creationId xmlns:a16="http://schemas.microsoft.com/office/drawing/2014/main" id="{AA136973-CD36-4EB1-8B35-991AF40727E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6657" y="2807158"/>
              <a:ext cx="1410686" cy="1410686"/>
            </a:xfrm>
            <a:prstGeom prst="rect">
              <a:avLst/>
            </a:prstGeom>
          </p:spPr>
        </p:pic>
        <p:pic>
          <p:nvPicPr>
            <p:cNvPr id="34" name="Graphic 33">
              <a:extLst>
                <a:ext uri="{FF2B5EF4-FFF2-40B4-BE49-F238E27FC236}">
                  <a16:creationId xmlns:a16="http://schemas.microsoft.com/office/drawing/2014/main" id="{F503401F-D2DD-4474-BF62-56321768120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80952" y="2061094"/>
              <a:ext cx="5246055" cy="5246055"/>
            </a:xfrm>
            <a:prstGeom prst="rect">
              <a:avLst/>
            </a:prstGeom>
          </p:spPr>
        </p:pic>
      </p:grpSp>
      <p:sp>
        <p:nvSpPr>
          <p:cNvPr id="194" name="Body Level One…"/>
          <p:cNvSpPr txBox="1">
            <a:spLocks noGrp="1"/>
          </p:cNvSpPr>
          <p:nvPr>
            <p:ph type="body" sz="quarter" idx="1"/>
          </p:nvPr>
        </p:nvSpPr>
        <p:spPr>
          <a:xfrm>
            <a:off x="457200" y="1535112"/>
            <a:ext cx="4040188" cy="827088"/>
          </a:xfrm>
          <a:prstGeom prst="rect">
            <a:avLst/>
          </a:prstGeom>
        </p:spPr>
        <p:txBody>
          <a:bodyPr anchor="b">
            <a:normAutofit/>
          </a:bodyPr>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195" name="Text Placeholder 4"/>
          <p:cNvSpPr>
            <a:spLocks noGrp="1"/>
          </p:cNvSpPr>
          <p:nvPr>
            <p:ph type="body" sz="quarter" idx="21"/>
          </p:nvPr>
        </p:nvSpPr>
        <p:spPr>
          <a:xfrm>
            <a:off x="4645025" y="1535112"/>
            <a:ext cx="4041775" cy="827088"/>
          </a:xfrm>
          <a:prstGeom prst="rect">
            <a:avLst/>
          </a:prstGeom>
        </p:spPr>
        <p:txBody>
          <a:bodyPr anchor="b">
            <a:normAutofit/>
          </a:bodyPr>
          <a:lstStyle/>
          <a:p>
            <a:pPr marL="0" indent="0">
              <a:spcBef>
                <a:spcPts val="500"/>
              </a:spcBef>
              <a:buSzTx/>
              <a:buFontTx/>
              <a:buNone/>
              <a:defRPr sz="2400" b="1"/>
            </a:pPr>
            <a:endParaRPr/>
          </a:p>
        </p:txBody>
      </p:sp>
      <p:sp>
        <p:nvSpPr>
          <p:cNvPr id="1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FFFFFF"/>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350C3CAB-9174-4F01-B27C-E112DB3519E4}"/>
              </a:ext>
            </a:extLst>
          </p:cNvPr>
          <p:cNvGrpSpPr/>
          <p:nvPr userDrawn="1"/>
        </p:nvGrpSpPr>
        <p:grpSpPr>
          <a:xfrm>
            <a:off x="-211367" y="-654317"/>
            <a:ext cx="9517143" cy="8232476"/>
            <a:chOff x="-211367" y="-654317"/>
            <a:chExt cx="9517143" cy="8232476"/>
          </a:xfrm>
        </p:grpSpPr>
        <p:pic>
          <p:nvPicPr>
            <p:cNvPr id="29" name="Graphic 28">
              <a:extLst>
                <a:ext uri="{FF2B5EF4-FFF2-40B4-BE49-F238E27FC236}">
                  <a16:creationId xmlns:a16="http://schemas.microsoft.com/office/drawing/2014/main" id="{227BB530-9C97-4605-8FD5-5A17703AD9A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211367" y="4076943"/>
              <a:ext cx="3329835" cy="3329835"/>
            </a:xfrm>
            <a:prstGeom prst="rect">
              <a:avLst/>
            </a:prstGeom>
          </p:spPr>
        </p:pic>
        <p:pic>
          <p:nvPicPr>
            <p:cNvPr id="30" name="Graphic 29">
              <a:extLst>
                <a:ext uri="{FF2B5EF4-FFF2-40B4-BE49-F238E27FC236}">
                  <a16:creationId xmlns:a16="http://schemas.microsoft.com/office/drawing/2014/main" id="{71A33D6D-BA71-4646-903B-B286815BB6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83072" y="4248324"/>
              <a:ext cx="3329835" cy="3329835"/>
            </a:xfrm>
            <a:prstGeom prst="rect">
              <a:avLst/>
            </a:prstGeom>
          </p:spPr>
        </p:pic>
        <p:pic>
          <p:nvPicPr>
            <p:cNvPr id="31" name="Graphic 30">
              <a:extLst>
                <a:ext uri="{FF2B5EF4-FFF2-40B4-BE49-F238E27FC236}">
                  <a16:creationId xmlns:a16="http://schemas.microsoft.com/office/drawing/2014/main" id="{78E137CB-8197-4898-A0DF-757CAB253A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654317"/>
              <a:ext cx="3329835" cy="3329835"/>
            </a:xfrm>
            <a:prstGeom prst="rect">
              <a:avLst/>
            </a:prstGeom>
          </p:spPr>
        </p:pic>
        <p:pic>
          <p:nvPicPr>
            <p:cNvPr id="32" name="Graphic 31">
              <a:extLst>
                <a:ext uri="{FF2B5EF4-FFF2-40B4-BE49-F238E27FC236}">
                  <a16:creationId xmlns:a16="http://schemas.microsoft.com/office/drawing/2014/main" id="{579AC676-1ED7-49C2-B4CD-A1A43DD8B8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5975941" y="-392139"/>
              <a:ext cx="3329835" cy="3329835"/>
            </a:xfrm>
            <a:prstGeom prst="rect">
              <a:avLst/>
            </a:prstGeom>
          </p:spPr>
        </p:pic>
        <p:grpSp>
          <p:nvGrpSpPr>
            <p:cNvPr id="33" name="Group 32">
              <a:extLst>
                <a:ext uri="{FF2B5EF4-FFF2-40B4-BE49-F238E27FC236}">
                  <a16:creationId xmlns:a16="http://schemas.microsoft.com/office/drawing/2014/main" id="{6CD01343-0723-445D-B34F-4090F302B93A}"/>
                </a:ext>
              </a:extLst>
            </p:cNvPr>
            <p:cNvGrpSpPr/>
            <p:nvPr userDrawn="1"/>
          </p:nvGrpSpPr>
          <p:grpSpPr>
            <a:xfrm>
              <a:off x="0" y="0"/>
              <a:ext cx="9144001" cy="6857673"/>
              <a:chOff x="0" y="0"/>
              <a:chExt cx="9144001" cy="6857673"/>
            </a:xfrm>
          </p:grpSpPr>
          <p:grpSp>
            <p:nvGrpSpPr>
              <p:cNvPr id="36" name="Group 6">
                <a:extLst>
                  <a:ext uri="{FF2B5EF4-FFF2-40B4-BE49-F238E27FC236}">
                    <a16:creationId xmlns:a16="http://schemas.microsoft.com/office/drawing/2014/main" id="{D10290F3-E87B-4959-987A-FEB2BA42BE8A}"/>
                  </a:ext>
                </a:extLst>
              </p:cNvPr>
              <p:cNvGrpSpPr/>
              <p:nvPr userDrawn="1"/>
            </p:nvGrpSpPr>
            <p:grpSpPr>
              <a:xfrm>
                <a:off x="0" y="1295400"/>
                <a:ext cx="7010401" cy="46038"/>
                <a:chOff x="0" y="0"/>
                <a:chExt cx="7010400" cy="46037"/>
              </a:xfrm>
            </p:grpSpPr>
            <p:sp>
              <p:nvSpPr>
                <p:cNvPr id="43" name="Rectangle 6">
                  <a:extLst>
                    <a:ext uri="{FF2B5EF4-FFF2-40B4-BE49-F238E27FC236}">
                      <a16:creationId xmlns:a16="http://schemas.microsoft.com/office/drawing/2014/main" id="{C50B156A-F1F3-4D52-95DA-52931FAA8C49}"/>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4" name="Rectangle 7">
                  <a:extLst>
                    <a:ext uri="{FF2B5EF4-FFF2-40B4-BE49-F238E27FC236}">
                      <a16:creationId xmlns:a16="http://schemas.microsoft.com/office/drawing/2014/main" id="{A28F8E31-541D-4B40-9703-5461D8910532}"/>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5" name="Rectangle 8">
                  <a:extLst>
                    <a:ext uri="{FF2B5EF4-FFF2-40B4-BE49-F238E27FC236}">
                      <a16:creationId xmlns:a16="http://schemas.microsoft.com/office/drawing/2014/main" id="{71075D01-A656-45FD-8610-7A1F10DE8B06}"/>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7" name="Group 10">
                <a:extLst>
                  <a:ext uri="{FF2B5EF4-FFF2-40B4-BE49-F238E27FC236}">
                    <a16:creationId xmlns:a16="http://schemas.microsoft.com/office/drawing/2014/main" id="{BE16A811-CCFA-4EA5-9C10-369C8D578E7D}"/>
                  </a:ext>
                </a:extLst>
              </p:cNvPr>
              <p:cNvGrpSpPr/>
              <p:nvPr userDrawn="1"/>
            </p:nvGrpSpPr>
            <p:grpSpPr>
              <a:xfrm>
                <a:off x="2133600" y="6553200"/>
                <a:ext cx="7010401" cy="46038"/>
                <a:chOff x="0" y="0"/>
                <a:chExt cx="7010400" cy="46037"/>
              </a:xfrm>
            </p:grpSpPr>
            <p:sp>
              <p:nvSpPr>
                <p:cNvPr id="40" name="Rectangle 10">
                  <a:extLst>
                    <a:ext uri="{FF2B5EF4-FFF2-40B4-BE49-F238E27FC236}">
                      <a16:creationId xmlns:a16="http://schemas.microsoft.com/office/drawing/2014/main" id="{2D84DAB1-A053-421D-B486-D43B2EBB2E4F}"/>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1" name="Rectangle 11">
                  <a:extLst>
                    <a:ext uri="{FF2B5EF4-FFF2-40B4-BE49-F238E27FC236}">
                      <a16:creationId xmlns:a16="http://schemas.microsoft.com/office/drawing/2014/main" id="{05DAC5A6-24E5-47AE-83BF-F0459FB02883}"/>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2" name="Rectangle 12">
                  <a:extLst>
                    <a:ext uri="{FF2B5EF4-FFF2-40B4-BE49-F238E27FC236}">
                      <a16:creationId xmlns:a16="http://schemas.microsoft.com/office/drawing/2014/main" id="{321A1610-FB39-469A-9D8B-CF107A259D8C}"/>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8" name="Picture 14" descr="Picture 14">
                <a:extLst>
                  <a:ext uri="{FF2B5EF4-FFF2-40B4-BE49-F238E27FC236}">
                    <a16:creationId xmlns:a16="http://schemas.microsoft.com/office/drawing/2014/main" id="{9E29D63C-B053-461C-8490-642D9D2E088C}"/>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9" name="TextBox 14">
                <a:extLst>
                  <a:ext uri="{FF2B5EF4-FFF2-40B4-BE49-F238E27FC236}">
                    <a16:creationId xmlns:a16="http://schemas.microsoft.com/office/drawing/2014/main" id="{8804AEC7-BDD4-459D-A22D-2226BB538972}"/>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4" name="Graphic 33">
              <a:extLst>
                <a:ext uri="{FF2B5EF4-FFF2-40B4-BE49-F238E27FC236}">
                  <a16:creationId xmlns:a16="http://schemas.microsoft.com/office/drawing/2014/main" id="{316A8D8F-3F02-480E-85E1-806322A133D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6657" y="2807158"/>
              <a:ext cx="1410686" cy="1410686"/>
            </a:xfrm>
            <a:prstGeom prst="rect">
              <a:avLst/>
            </a:prstGeom>
          </p:spPr>
        </p:pic>
        <p:pic>
          <p:nvPicPr>
            <p:cNvPr id="35" name="Graphic 34">
              <a:extLst>
                <a:ext uri="{FF2B5EF4-FFF2-40B4-BE49-F238E27FC236}">
                  <a16:creationId xmlns:a16="http://schemas.microsoft.com/office/drawing/2014/main" id="{F08D8C1A-70B1-4A49-AC40-01F8878148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80952" y="2061094"/>
              <a:ext cx="5246055" cy="5246055"/>
            </a:xfrm>
            <a:prstGeom prst="rect">
              <a:avLst/>
            </a:prstGeom>
          </p:spPr>
        </p:pic>
      </p:grpSp>
      <p:sp>
        <p:nvSpPr>
          <p:cNvPr id="337" name="Title Text"/>
          <p:cNvSpPr txBox="1">
            <a:spLocks noGrp="1"/>
          </p:cNvSpPr>
          <p:nvPr>
            <p:ph type="title"/>
          </p:nvPr>
        </p:nvSpPr>
        <p:spPr>
          <a:xfrm>
            <a:off x="1792288" y="5407025"/>
            <a:ext cx="5486401" cy="304800"/>
          </a:xfrm>
          <a:prstGeom prst="rect">
            <a:avLst/>
          </a:prstGeom>
        </p:spPr>
        <p:txBody>
          <a:bodyPr anchor="b"/>
          <a:lstStyle>
            <a:lvl1pPr>
              <a:lnSpc>
                <a:spcPct val="100000"/>
              </a:lnSpc>
              <a:defRPr sz="1800" spc="0">
                <a:solidFill>
                  <a:srgbClr val="000000"/>
                </a:solidFill>
              </a:defRPr>
            </a:lvl1pPr>
          </a:lstStyle>
          <a:p>
            <a:r>
              <a:t>Title Text</a:t>
            </a:r>
          </a:p>
        </p:txBody>
      </p:sp>
      <p:sp>
        <p:nvSpPr>
          <p:cNvPr id="338" name="Body Level One…"/>
          <p:cNvSpPr txBox="1">
            <a:spLocks noGrp="1"/>
          </p:cNvSpPr>
          <p:nvPr>
            <p:ph type="body" sz="quarter" idx="1"/>
          </p:nvPr>
        </p:nvSpPr>
        <p:spPr>
          <a:xfrm>
            <a:off x="1792288" y="5711825"/>
            <a:ext cx="5486401" cy="304800"/>
          </a:xfrm>
          <a:prstGeom prst="rect">
            <a:avLst/>
          </a:prstGeom>
        </p:spPr>
        <p:txBody>
          <a:bodyPr>
            <a:normAutofit/>
          </a:bodyPr>
          <a:lstStyle>
            <a:lvl1pPr marL="0" indent="0">
              <a:spcBef>
                <a:spcPts val="300"/>
              </a:spcBef>
              <a:buSzTx/>
              <a:buFontTx/>
              <a:buNone/>
              <a:defRPr sz="1600"/>
            </a:lvl1pPr>
            <a:lvl2pPr marL="0" indent="457200">
              <a:spcBef>
                <a:spcPts val="300"/>
              </a:spcBef>
              <a:buSzTx/>
              <a:buFontTx/>
              <a:buNone/>
              <a:defRPr sz="1600"/>
            </a:lvl2pPr>
            <a:lvl3pPr marL="0" indent="914400">
              <a:spcBef>
                <a:spcPts val="300"/>
              </a:spcBef>
              <a:buSzTx/>
              <a:buFontTx/>
              <a:buNone/>
              <a:defRPr sz="1600"/>
            </a:lvl3pPr>
            <a:lvl4pPr marL="0" indent="1371600">
              <a:spcBef>
                <a:spcPts val="300"/>
              </a:spcBef>
              <a:buSzTx/>
              <a:buFontTx/>
              <a:buNone/>
              <a:defRPr sz="1600"/>
            </a:lvl4pPr>
            <a:lvl5pPr marL="0" indent="1828800">
              <a:spcBef>
                <a:spcPts val="300"/>
              </a:spcBef>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39" name="Picture Placeholder 2"/>
          <p:cNvSpPr>
            <a:spLocks noGrp="1"/>
          </p:cNvSpPr>
          <p:nvPr>
            <p:ph type="pic" sz="half" idx="21"/>
          </p:nvPr>
        </p:nvSpPr>
        <p:spPr>
          <a:xfrm>
            <a:off x="1792288" y="1828800"/>
            <a:ext cx="5486401" cy="3429000"/>
          </a:xfrm>
          <a:prstGeom prst="rect">
            <a:avLst/>
          </a:prstGeom>
          <a:ln w="57150">
            <a:solidFill>
              <a:srgbClr val="DCE6F2"/>
            </a:solidFill>
            <a:round/>
          </a:ln>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FFFF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E4C52FF-101A-462E-800F-022BB52CE63F}"/>
              </a:ext>
            </a:extLst>
          </p:cNvPr>
          <p:cNvGrpSpPr/>
          <p:nvPr userDrawn="1"/>
        </p:nvGrpSpPr>
        <p:grpSpPr>
          <a:xfrm>
            <a:off x="-211367" y="-654317"/>
            <a:ext cx="9517143" cy="8232476"/>
            <a:chOff x="-211367" y="-654317"/>
            <a:chExt cx="9517143" cy="8232476"/>
          </a:xfrm>
        </p:grpSpPr>
        <p:pic>
          <p:nvPicPr>
            <p:cNvPr id="18" name="Graphic 17">
              <a:extLst>
                <a:ext uri="{FF2B5EF4-FFF2-40B4-BE49-F238E27FC236}">
                  <a16:creationId xmlns:a16="http://schemas.microsoft.com/office/drawing/2014/main" id="{68CEEAD4-131A-420F-BC4F-B8D910811F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211367" y="4076943"/>
              <a:ext cx="3329835" cy="3329835"/>
            </a:xfrm>
            <a:prstGeom prst="rect">
              <a:avLst/>
            </a:prstGeom>
          </p:spPr>
        </p:pic>
        <p:pic>
          <p:nvPicPr>
            <p:cNvPr id="15" name="Graphic 14">
              <a:extLst>
                <a:ext uri="{FF2B5EF4-FFF2-40B4-BE49-F238E27FC236}">
                  <a16:creationId xmlns:a16="http://schemas.microsoft.com/office/drawing/2014/main" id="{83942759-5305-46F1-9EA5-AB1F17BAFA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83072" y="4248324"/>
              <a:ext cx="3329835" cy="3329835"/>
            </a:xfrm>
            <a:prstGeom prst="rect">
              <a:avLst/>
            </a:prstGeom>
          </p:spPr>
        </p:pic>
        <p:pic>
          <p:nvPicPr>
            <p:cNvPr id="16" name="Graphic 15">
              <a:extLst>
                <a:ext uri="{FF2B5EF4-FFF2-40B4-BE49-F238E27FC236}">
                  <a16:creationId xmlns:a16="http://schemas.microsoft.com/office/drawing/2014/main" id="{1B104A8E-51B2-42E7-B651-568B9D1D36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654317"/>
              <a:ext cx="3329835" cy="3329835"/>
            </a:xfrm>
            <a:prstGeom prst="rect">
              <a:avLst/>
            </a:prstGeom>
          </p:spPr>
        </p:pic>
        <p:pic>
          <p:nvPicPr>
            <p:cNvPr id="17" name="Graphic 16">
              <a:extLst>
                <a:ext uri="{FF2B5EF4-FFF2-40B4-BE49-F238E27FC236}">
                  <a16:creationId xmlns:a16="http://schemas.microsoft.com/office/drawing/2014/main" id="{62F3D4CE-0862-4E00-B299-11A67A5904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4121095">
              <a:off x="5975941" y="-392139"/>
              <a:ext cx="3329835" cy="3329835"/>
            </a:xfrm>
            <a:prstGeom prst="rect">
              <a:avLst/>
            </a:prstGeom>
          </p:spPr>
        </p:pic>
        <p:grpSp>
          <p:nvGrpSpPr>
            <p:cNvPr id="7" name="Group 6">
              <a:extLst>
                <a:ext uri="{FF2B5EF4-FFF2-40B4-BE49-F238E27FC236}">
                  <a16:creationId xmlns:a16="http://schemas.microsoft.com/office/drawing/2014/main" id="{1C5A1F24-1ABA-4385-8DF2-98C8D03B2CCD}"/>
                </a:ext>
              </a:extLst>
            </p:cNvPr>
            <p:cNvGrpSpPr/>
            <p:nvPr userDrawn="1"/>
          </p:nvGrpSpPr>
          <p:grpSpPr>
            <a:xfrm>
              <a:off x="0" y="0"/>
              <a:ext cx="9144001" cy="6857673"/>
              <a:chOff x="0" y="0"/>
              <a:chExt cx="9144001" cy="6857673"/>
            </a:xfrm>
          </p:grpSpPr>
          <p:grpSp>
            <p:nvGrpSpPr>
              <p:cNvPr id="330" name="Group 6"/>
              <p:cNvGrpSpPr/>
              <p:nvPr userDrawn="1"/>
            </p:nvGrpSpPr>
            <p:grpSpPr>
              <a:xfrm>
                <a:off x="0" y="1295400"/>
                <a:ext cx="7010401" cy="46038"/>
                <a:chOff x="0" y="0"/>
                <a:chExt cx="7010400" cy="46037"/>
              </a:xfrm>
            </p:grpSpPr>
            <p:sp>
              <p:nvSpPr>
                <p:cNvPr id="327" name="Rectangle 6"/>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8" name="Rectangle 7"/>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9" name="Rectangle 8"/>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34" name="Group 10"/>
              <p:cNvGrpSpPr/>
              <p:nvPr userDrawn="1"/>
            </p:nvGrpSpPr>
            <p:grpSpPr>
              <a:xfrm>
                <a:off x="2133600" y="6553200"/>
                <a:ext cx="7010401" cy="46038"/>
                <a:chOff x="0" y="0"/>
                <a:chExt cx="7010400" cy="46037"/>
              </a:xfrm>
            </p:grpSpPr>
            <p:sp>
              <p:nvSpPr>
                <p:cNvPr id="331" name="Rectangle 10"/>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2" name="Rectangle 11"/>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3" name="Rectangle 12"/>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35" name="Picture 14" descr="Picture 14"/>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36" name="TextBox 14"/>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 name="Graphic 2">
              <a:extLst>
                <a:ext uri="{FF2B5EF4-FFF2-40B4-BE49-F238E27FC236}">
                  <a16:creationId xmlns:a16="http://schemas.microsoft.com/office/drawing/2014/main" id="{B778ADC1-BEF0-4061-926A-4839BEC48F1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6657" y="2807158"/>
              <a:ext cx="1410686" cy="1410686"/>
            </a:xfrm>
            <a:prstGeom prst="rect">
              <a:avLst/>
            </a:prstGeom>
          </p:spPr>
        </p:pic>
        <p:pic>
          <p:nvPicPr>
            <p:cNvPr id="5" name="Graphic 4">
              <a:extLst>
                <a:ext uri="{FF2B5EF4-FFF2-40B4-BE49-F238E27FC236}">
                  <a16:creationId xmlns:a16="http://schemas.microsoft.com/office/drawing/2014/main" id="{68C4D830-E082-446B-B643-5F87F72600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80952" y="2061094"/>
              <a:ext cx="5246055" cy="5246055"/>
            </a:xfrm>
            <a:prstGeom prst="rect">
              <a:avLst/>
            </a:prstGeom>
          </p:spPr>
        </p:pic>
      </p:grpSp>
    </p:spTree>
    <p:extLst>
      <p:ext uri="{BB962C8B-B14F-4D97-AF65-F5344CB8AC3E}">
        <p14:creationId xmlns:p14="http://schemas.microsoft.com/office/powerpoint/2010/main" val="203690160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l"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8" name="TextBox 7"/>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9" name="TextBox 8"/>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524618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7" name="TextBox 16"/>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8" name="TextBox 17"/>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728703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6629401"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TextBox 8"/>
          <p:cNvSpPr txBox="1"/>
          <p:nvPr/>
        </p:nvSpPr>
        <p:spPr>
          <a:xfrm>
            <a:off x="6858000" y="7620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0" name="TextBox 9"/>
          <p:cNvSpPr txBox="1"/>
          <p:nvPr/>
        </p:nvSpPr>
        <p:spPr>
          <a:xfrm>
            <a:off x="7086600" y="11715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45010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5244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14" name="TextBox 1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Content Placeholder 2"/>
          <p:cNvSpPr>
            <a:spLocks noGrp="1"/>
          </p:cNvSpPr>
          <p:nvPr>
            <p:ph sz="half" idx="1"/>
          </p:nvPr>
        </p:nvSpPr>
        <p:spPr>
          <a:xfrm>
            <a:off x="4572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63518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7" name="TextBox 16"/>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362201"/>
            <a:ext cx="4040188"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2"/>
            <a:ext cx="4041775"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362201"/>
            <a:ext cx="4041775"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03042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901314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Content Placeholder 2"/>
          <p:cNvSpPr>
            <a:spLocks noGrp="1"/>
          </p:cNvSpPr>
          <p:nvPr>
            <p:ph idx="1"/>
          </p:nvPr>
        </p:nvSpPr>
        <p:spPr>
          <a:xfrm>
            <a:off x="3575050" y="1600202"/>
            <a:ext cx="5111750" cy="452596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0202"/>
            <a:ext cx="3008313" cy="45259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577683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35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94119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6172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3"/>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7" y="381002"/>
            <a:ext cx="692151" cy="2193925"/>
          </a:xfrm>
          <a:prstGeom prst="rect">
            <a:avLst/>
          </a:prstGeom>
          <a:noFill/>
          <a:ln w="9525">
            <a:noFill/>
            <a:miter lim="800000"/>
            <a:headEnd/>
            <a:tailEnd/>
          </a:ln>
        </p:spPr>
      </p:pic>
      <p:sp>
        <p:nvSpPr>
          <p:cNvPr id="10" name="TextBox 9"/>
          <p:cNvSpPr txBox="1"/>
          <p:nvPr/>
        </p:nvSpPr>
        <p:spPr>
          <a:xfrm rot="5400000">
            <a:off x="-2794793" y="3826196"/>
            <a:ext cx="5867400" cy="196208"/>
          </a:xfrm>
          <a:prstGeom prst="rect">
            <a:avLst/>
          </a:prstGeom>
          <a:noFill/>
        </p:spPr>
        <p:txBody>
          <a:bodyPr>
            <a:spAutoFit/>
          </a:bodyPr>
          <a:lstStyle/>
          <a:p>
            <a:pPr algn="r" rtl="0" fontAlgn="base">
              <a:spcBef>
                <a:spcPct val="0"/>
              </a:spcBef>
              <a:spcAft>
                <a:spcPct val="0"/>
              </a:spcAft>
              <a:defRPr/>
            </a:pPr>
            <a:r>
              <a:rPr lang="en-US" sz="675" b="1" kern="1200" dirty="0">
                <a:solidFill>
                  <a:srgbClr val="101141"/>
                </a:solidFill>
                <a:latin typeface="Arial"/>
                <a:ea typeface="+mn-ea"/>
                <a:cs typeface="Arial"/>
              </a:rPr>
              <a:t>BITS </a:t>
            </a:r>
            <a:r>
              <a:rPr lang="en-US" sz="675" kern="1200" dirty="0">
                <a:solidFill>
                  <a:srgbClr val="101141"/>
                </a:solidFill>
                <a:latin typeface="Arial"/>
                <a:ea typeface="+mn-ea"/>
                <a:cs typeface="Arial"/>
              </a:rPr>
              <a:t>Pilani, Pilani Campus</a:t>
            </a:r>
          </a:p>
        </p:txBody>
      </p:sp>
      <p:sp>
        <p:nvSpPr>
          <p:cNvPr id="3" name="Vertical Text Placeholder 2"/>
          <p:cNvSpPr>
            <a:spLocks noGrp="1"/>
          </p:cNvSpPr>
          <p:nvPr>
            <p:ph type="body" orient="vert" idx="1"/>
          </p:nvPr>
        </p:nvSpPr>
        <p:spPr>
          <a:xfrm>
            <a:off x="1219200" y="38100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46735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0749073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p>
            <a:pPr>
              <a:defRPr/>
            </a:pPr>
            <a:fld id="{460CB459-1A4D-47F4-A8EE-5438035C956C}" type="datetime1">
              <a:rPr lang="en-US">
                <a:solidFill>
                  <a:prstClr val="black">
                    <a:tint val="75000"/>
                  </a:prstClr>
                </a:solidFill>
              </a:rPr>
              <a:pPr>
                <a:defRPr/>
              </a:pPr>
              <a:t>7/12/2026</a:t>
            </a:fld>
            <a:endParaRPr lang="en-US">
              <a:solidFill>
                <a:prstClr val="black">
                  <a:tint val="75000"/>
                </a:prstClr>
              </a:solidFill>
            </a:endParaRPr>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368390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0" y="0"/>
            <a:ext cx="8160907"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42837566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156490" y="397663"/>
            <a:ext cx="6831018" cy="543226"/>
          </a:xfrm>
        </p:spPr>
        <p:txBody>
          <a:bodyPr lIns="0" tIns="0" rIns="0" bIns="0"/>
          <a:lstStyle>
            <a:lvl1pPr>
              <a:defRPr sz="3530" b="1" i="0">
                <a:solidFill>
                  <a:srgbClr val="0000CC"/>
                </a:solidFill>
                <a:latin typeface="Trebuchet MS"/>
                <a:cs typeface="Trebuchet MS"/>
              </a:defRPr>
            </a:lvl1pPr>
          </a:lstStyle>
          <a:p>
            <a:endParaRPr/>
          </a:p>
        </p:txBody>
      </p:sp>
      <p:sp>
        <p:nvSpPr>
          <p:cNvPr id="3" name="Holder 3"/>
          <p:cNvSpPr>
            <a:spLocks noGrp="1"/>
          </p:cNvSpPr>
          <p:nvPr>
            <p:ph type="body" idx="1"/>
          </p:nvPr>
        </p:nvSpPr>
        <p:spPr>
          <a:xfrm>
            <a:off x="1100050" y="2476947"/>
            <a:ext cx="7326745" cy="434606"/>
          </a:xfrm>
        </p:spPr>
        <p:txBody>
          <a:bodyPr lIns="0" tIns="0" rIns="0" bIns="0"/>
          <a:lstStyle>
            <a:lvl1pPr>
              <a:defRPr sz="2824" b="0" i="0">
                <a:solidFill>
                  <a:schemeClr val="tx1"/>
                </a:solidFill>
                <a:latin typeface="Comic Sans MS"/>
                <a:cs typeface="Comic Sans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7/12/2026</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059" b="0" i="0">
                <a:solidFill>
                  <a:srgbClr val="898989"/>
                </a:solidFill>
                <a:latin typeface="Arial"/>
                <a:cs typeface="Arial"/>
              </a:defRPr>
            </a:lvl1pPr>
          </a:lstStyle>
          <a:p>
            <a:pPr marL="11206">
              <a:lnSpc>
                <a:spcPts val="1094"/>
              </a:lnSpc>
            </a:pPr>
            <a:r>
              <a:rPr lang="en-IN" spc="-53"/>
              <a:t>1</a:t>
            </a:r>
            <a:fld id="{81D60167-4931-47E6-BA6A-407CBD079E47}" type="slidenum">
              <a:rPr spc="-53" smtClean="0"/>
              <a:pPr marL="11206">
                <a:lnSpc>
                  <a:spcPts val="1094"/>
                </a:lnSpc>
              </a:pPr>
              <a:t>‹#›</a:t>
            </a:fld>
            <a:endParaRPr spc="-53" dirty="0"/>
          </a:p>
        </p:txBody>
      </p:sp>
    </p:spTree>
    <p:extLst>
      <p:ext uri="{BB962C8B-B14F-4D97-AF65-F5344CB8AC3E}">
        <p14:creationId xmlns:p14="http://schemas.microsoft.com/office/powerpoint/2010/main" val="11875224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1658938" y="1600202"/>
            <a:ext cx="6837363" cy="3200399"/>
            <a:chOff x="1045" y="1008"/>
            <a:chExt cx="4307" cy="2016"/>
          </a:xfrm>
        </p:grpSpPr>
        <p:sp>
          <p:nvSpPr>
            <p:cNvPr id="5" name="Oval 3"/>
            <p:cNvSpPr>
              <a:spLocks noChangeArrowheads="1"/>
            </p:cNvSpPr>
            <p:nvPr/>
          </p:nvSpPr>
          <p:spPr bwMode="hidden">
            <a:xfrm flipH="1">
              <a:off x="4392" y="1008"/>
              <a:ext cx="960" cy="96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6" name="Oval 4"/>
            <p:cNvSpPr>
              <a:spLocks noChangeArrowheads="1"/>
            </p:cNvSpPr>
            <p:nvPr/>
          </p:nvSpPr>
          <p:spPr bwMode="hidden">
            <a:xfrm flipH="1">
              <a:off x="3264" y="1008"/>
              <a:ext cx="960" cy="96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7" name="Oval 5"/>
            <p:cNvSpPr>
              <a:spLocks noChangeArrowheads="1"/>
            </p:cNvSpPr>
            <p:nvPr/>
          </p:nvSpPr>
          <p:spPr bwMode="hidden">
            <a:xfrm flipH="1">
              <a:off x="2136" y="1008"/>
              <a:ext cx="960" cy="960"/>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8" name="Oval 6"/>
            <p:cNvSpPr>
              <a:spLocks noChangeArrowheads="1"/>
            </p:cNvSpPr>
            <p:nvPr/>
          </p:nvSpPr>
          <p:spPr bwMode="hidden">
            <a:xfrm flipH="1">
              <a:off x="2136" y="2064"/>
              <a:ext cx="960" cy="960"/>
            </a:xfrm>
            <a:prstGeom prst="ellipse">
              <a:avLst/>
            </a:prstGeom>
            <a:solidFill>
              <a:schemeClr val="accent2"/>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9" name="Oval 7"/>
            <p:cNvSpPr>
              <a:spLocks noChangeArrowheads="1"/>
            </p:cNvSpPr>
            <p:nvPr/>
          </p:nvSpPr>
          <p:spPr bwMode="hidden">
            <a:xfrm flipH="1">
              <a:off x="1045" y="2064"/>
              <a:ext cx="960" cy="96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10" name="Oval 8"/>
            <p:cNvSpPr>
              <a:spLocks noChangeArrowheads="1"/>
            </p:cNvSpPr>
            <p:nvPr/>
          </p:nvSpPr>
          <p:spPr bwMode="hidden">
            <a:xfrm flipH="1">
              <a:off x="4392" y="2064"/>
              <a:ext cx="960" cy="960"/>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grpSp>
      <p:sp>
        <p:nvSpPr>
          <p:cNvPr id="12300" name="Rectangle 12"/>
          <p:cNvSpPr>
            <a:spLocks noGrp="1" noChangeArrowheads="1"/>
          </p:cNvSpPr>
          <p:nvPr>
            <p:ph type="ctrTitle"/>
          </p:nvPr>
        </p:nvSpPr>
        <p:spPr>
          <a:xfrm>
            <a:off x="685800" y="1219203"/>
            <a:ext cx="7772400" cy="1933574"/>
          </a:xfrm>
        </p:spPr>
        <p:txBody>
          <a:bodyPr anchor="b"/>
          <a:lstStyle>
            <a:lvl1pPr algn="r">
              <a:defRPr sz="3302"/>
            </a:lvl1pPr>
          </a:lstStyle>
          <a:p>
            <a:r>
              <a:rPr lang="en-US"/>
              <a:t>Click to edit Master title style</a:t>
            </a:r>
          </a:p>
        </p:txBody>
      </p:sp>
      <p:sp>
        <p:nvSpPr>
          <p:cNvPr id="12301" name="Rectangle 13"/>
          <p:cNvSpPr>
            <a:spLocks noGrp="1" noChangeArrowheads="1"/>
          </p:cNvSpPr>
          <p:nvPr>
            <p:ph type="subTitle" idx="1"/>
          </p:nvPr>
        </p:nvSpPr>
        <p:spPr>
          <a:xfrm>
            <a:off x="2057400" y="3505201"/>
            <a:ext cx="6400800" cy="1752599"/>
          </a:xfrm>
        </p:spPr>
        <p:txBody>
          <a:bodyPr/>
          <a:lstStyle>
            <a:lvl1pPr marL="0" indent="0" algn="r">
              <a:buFont typeface="Wingdings" pitchFamily="2" charset="2"/>
              <a:buNone/>
              <a:defRPr/>
            </a:lvl1pPr>
          </a:lstStyle>
          <a:p>
            <a:r>
              <a:rPr lang="en-US"/>
              <a:t>Click to edit Master subtitle style</a:t>
            </a:r>
          </a:p>
        </p:txBody>
      </p:sp>
      <p:sp>
        <p:nvSpPr>
          <p:cNvPr id="11" name="Rectangle 9"/>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12" name="Rectangle 10"/>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13" name="Rectangle 11"/>
          <p:cNvSpPr>
            <a:spLocks noGrp="1" noChangeArrowheads="1"/>
          </p:cNvSpPr>
          <p:nvPr>
            <p:ph type="sldNum" sz="quarter" idx="12"/>
          </p:nvPr>
        </p:nvSpPr>
        <p:spPr/>
        <p:txBody>
          <a:bodyPr/>
          <a:lstStyle>
            <a:lvl1pPr>
              <a:defRPr/>
            </a:lvl1pPr>
          </a:lstStyle>
          <a:p>
            <a:fld id="{6A01BCCE-377D-4E9C-94D3-7D024109DE55}"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1786067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11"/>
          <p:cNvSpPr>
            <a:spLocks noGrp="1" noChangeArrowheads="1"/>
          </p:cNvSpPr>
          <p:nvPr>
            <p:ph type="sldNum" sz="quarter" idx="12"/>
          </p:nvPr>
        </p:nvSpPr>
        <p:spPr>
          <a:ln/>
        </p:spPr>
        <p:txBody>
          <a:bodyPr/>
          <a:lstStyle>
            <a:lvl1pPr>
              <a:defRPr/>
            </a:lvl1pPr>
          </a:lstStyle>
          <a:p>
            <a:fld id="{C684496E-3EC5-4389-B35A-6DA22AD2ED7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426644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2" y="4406902"/>
            <a:ext cx="7772400" cy="1362074"/>
          </a:xfrm>
        </p:spPr>
        <p:txBody>
          <a:bodyPr anchor="t"/>
          <a:lstStyle>
            <a:lvl1pPr algn="l">
              <a:defRPr sz="3001" b="1" cap="all"/>
            </a:lvl1pPr>
          </a:lstStyle>
          <a:p>
            <a:r>
              <a:rPr lang="en-US"/>
              <a:t>Click to edit Master title style</a:t>
            </a:r>
          </a:p>
        </p:txBody>
      </p:sp>
      <p:sp>
        <p:nvSpPr>
          <p:cNvPr id="3" name="Text Placeholder 2"/>
          <p:cNvSpPr>
            <a:spLocks noGrp="1"/>
          </p:cNvSpPr>
          <p:nvPr>
            <p:ph type="body" idx="1"/>
          </p:nvPr>
        </p:nvSpPr>
        <p:spPr>
          <a:xfrm>
            <a:off x="722312" y="2906714"/>
            <a:ext cx="7772400" cy="1500188"/>
          </a:xfrm>
        </p:spPr>
        <p:txBody>
          <a:bodyPr anchor="b"/>
          <a:lstStyle>
            <a:lvl1pPr marL="0" indent="0">
              <a:buNone/>
              <a:defRPr sz="1500"/>
            </a:lvl1pPr>
            <a:lvl2pPr marL="343032" indent="0">
              <a:buNone/>
              <a:defRPr sz="1351"/>
            </a:lvl2pPr>
            <a:lvl3pPr marL="686065" indent="0">
              <a:buNone/>
              <a:defRPr sz="1201"/>
            </a:lvl3pPr>
            <a:lvl4pPr marL="1029097" indent="0">
              <a:buNone/>
              <a:defRPr sz="1050"/>
            </a:lvl4pPr>
            <a:lvl5pPr marL="1372129" indent="0">
              <a:buNone/>
              <a:defRPr sz="1050"/>
            </a:lvl5pPr>
            <a:lvl6pPr marL="1715162" indent="0">
              <a:buNone/>
              <a:defRPr sz="1050"/>
            </a:lvl6pPr>
            <a:lvl7pPr marL="2058194" indent="0">
              <a:buNone/>
              <a:defRPr sz="1050"/>
            </a:lvl7pPr>
            <a:lvl8pPr marL="2401225" indent="0">
              <a:buNone/>
              <a:defRPr sz="1050"/>
            </a:lvl8pPr>
            <a:lvl9pPr marL="2744259" indent="0">
              <a:buNone/>
              <a:defRPr sz="1050"/>
            </a:lvl9pPr>
          </a:lstStyle>
          <a:p>
            <a:pPr lvl="0"/>
            <a:r>
              <a:rPr lang="en-US"/>
              <a:t>Click to edit Master text styles</a:t>
            </a:r>
          </a:p>
        </p:txBody>
      </p:sp>
      <p:sp>
        <p:nvSpPr>
          <p:cNvPr id="4"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11"/>
          <p:cNvSpPr>
            <a:spLocks noGrp="1" noChangeArrowheads="1"/>
          </p:cNvSpPr>
          <p:nvPr>
            <p:ph type="sldNum" sz="quarter" idx="12"/>
          </p:nvPr>
        </p:nvSpPr>
        <p:spPr>
          <a:ln/>
        </p:spPr>
        <p:txBody>
          <a:bodyPr/>
          <a:lstStyle>
            <a:lvl1pPr>
              <a:defRPr/>
            </a:lvl1pPr>
          </a:lstStyle>
          <a:p>
            <a:fld id="{B02BF747-CDA0-49BF-B790-E9601617A72A}"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6367047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1" cy="4530725"/>
          </a:xfrm>
        </p:spPr>
        <p:txBody>
          <a:bodyPr/>
          <a:lstStyle>
            <a:lvl1pPr>
              <a:defRPr sz="2101"/>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199" y="1600201"/>
            <a:ext cx="4038601" cy="4530725"/>
          </a:xfrm>
        </p:spPr>
        <p:txBody>
          <a:bodyPr/>
          <a:lstStyle>
            <a:lvl1pPr>
              <a:defRPr sz="2101"/>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11"/>
          <p:cNvSpPr>
            <a:spLocks noGrp="1" noChangeArrowheads="1"/>
          </p:cNvSpPr>
          <p:nvPr>
            <p:ph type="sldNum" sz="quarter" idx="12"/>
          </p:nvPr>
        </p:nvSpPr>
        <p:spPr>
          <a:ln/>
        </p:spPr>
        <p:txBody>
          <a:bodyPr/>
          <a:lstStyle>
            <a:lvl1pPr>
              <a:defRPr/>
            </a:lvl1pPr>
          </a:lstStyle>
          <a:p>
            <a:fld id="{9CFA2C0D-D475-4A55-BFB0-96691E44CE7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8705781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1800" b="1"/>
            </a:lvl1pPr>
            <a:lvl2pPr marL="343032" indent="0">
              <a:buNone/>
              <a:defRPr sz="1500" b="1"/>
            </a:lvl2pPr>
            <a:lvl3pPr marL="686065" indent="0">
              <a:buNone/>
              <a:defRPr sz="1351" b="1"/>
            </a:lvl3pPr>
            <a:lvl4pPr marL="1029097" indent="0">
              <a:buNone/>
              <a:defRPr sz="1201" b="1"/>
            </a:lvl4pPr>
            <a:lvl5pPr marL="1372129" indent="0">
              <a:buNone/>
              <a:defRPr sz="1201" b="1"/>
            </a:lvl5pPr>
            <a:lvl6pPr marL="1715162" indent="0">
              <a:buNone/>
              <a:defRPr sz="1201" b="1"/>
            </a:lvl6pPr>
            <a:lvl7pPr marL="2058194" indent="0">
              <a:buNone/>
              <a:defRPr sz="1201" b="1"/>
            </a:lvl7pPr>
            <a:lvl8pPr marL="2401225" indent="0">
              <a:buNone/>
              <a:defRPr sz="1201" b="1"/>
            </a:lvl8pPr>
            <a:lvl9pPr marL="2744259" indent="0">
              <a:buNone/>
              <a:defRPr sz="1201" b="1"/>
            </a:lvl9pPr>
          </a:lstStyle>
          <a:p>
            <a:pPr lvl="0"/>
            <a:r>
              <a:rPr lang="en-US"/>
              <a:t>Click to edit Master text styles</a:t>
            </a:r>
          </a:p>
        </p:txBody>
      </p:sp>
      <p:sp>
        <p:nvSpPr>
          <p:cNvPr id="4" name="Content Placeholder 3"/>
          <p:cNvSpPr>
            <a:spLocks noGrp="1"/>
          </p:cNvSpPr>
          <p:nvPr>
            <p:ph sz="half" idx="2"/>
          </p:nvPr>
        </p:nvSpPr>
        <p:spPr>
          <a:xfrm>
            <a:off x="457201" y="2174876"/>
            <a:ext cx="4040188" cy="3951289"/>
          </a:xfrm>
        </p:spPr>
        <p:txBody>
          <a:bodyPr/>
          <a:lstStyle>
            <a:lvl1pPr>
              <a:defRPr sz="1800"/>
            </a:lvl1pPr>
            <a:lvl2pPr>
              <a:defRPr sz="1500"/>
            </a:lvl2pPr>
            <a:lvl3pPr>
              <a:defRPr sz="1351"/>
            </a:lvl3pPr>
            <a:lvl4pPr>
              <a:defRPr sz="1201"/>
            </a:lvl4pPr>
            <a:lvl5pPr>
              <a:defRPr sz="1201"/>
            </a:lvl5pPr>
            <a:lvl6pPr>
              <a:defRPr sz="1201"/>
            </a:lvl6pPr>
            <a:lvl7pPr>
              <a:defRPr sz="1201"/>
            </a:lvl7pPr>
            <a:lvl8pPr>
              <a:defRPr sz="1201"/>
            </a:lvl8pPr>
            <a:lvl9pPr>
              <a:defRPr sz="12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4" y="1535113"/>
            <a:ext cx="4041776" cy="639762"/>
          </a:xfrm>
        </p:spPr>
        <p:txBody>
          <a:bodyPr anchor="b"/>
          <a:lstStyle>
            <a:lvl1pPr marL="0" indent="0">
              <a:buNone/>
              <a:defRPr sz="1800" b="1"/>
            </a:lvl1pPr>
            <a:lvl2pPr marL="343032" indent="0">
              <a:buNone/>
              <a:defRPr sz="1500" b="1"/>
            </a:lvl2pPr>
            <a:lvl3pPr marL="686065" indent="0">
              <a:buNone/>
              <a:defRPr sz="1351" b="1"/>
            </a:lvl3pPr>
            <a:lvl4pPr marL="1029097" indent="0">
              <a:buNone/>
              <a:defRPr sz="1201" b="1"/>
            </a:lvl4pPr>
            <a:lvl5pPr marL="1372129" indent="0">
              <a:buNone/>
              <a:defRPr sz="1201" b="1"/>
            </a:lvl5pPr>
            <a:lvl6pPr marL="1715162" indent="0">
              <a:buNone/>
              <a:defRPr sz="1201" b="1"/>
            </a:lvl6pPr>
            <a:lvl7pPr marL="2058194" indent="0">
              <a:buNone/>
              <a:defRPr sz="1201" b="1"/>
            </a:lvl7pPr>
            <a:lvl8pPr marL="2401225" indent="0">
              <a:buNone/>
              <a:defRPr sz="1201" b="1"/>
            </a:lvl8pPr>
            <a:lvl9pPr marL="2744259" indent="0">
              <a:buNone/>
              <a:defRPr sz="1201" b="1"/>
            </a:lvl9pPr>
          </a:lstStyle>
          <a:p>
            <a:pPr lvl="0"/>
            <a:r>
              <a:rPr lang="en-US"/>
              <a:t>Click to edit Master text styles</a:t>
            </a:r>
          </a:p>
        </p:txBody>
      </p:sp>
      <p:sp>
        <p:nvSpPr>
          <p:cNvPr id="6" name="Content Placeholder 5"/>
          <p:cNvSpPr>
            <a:spLocks noGrp="1"/>
          </p:cNvSpPr>
          <p:nvPr>
            <p:ph sz="quarter" idx="4"/>
          </p:nvPr>
        </p:nvSpPr>
        <p:spPr>
          <a:xfrm>
            <a:off x="4645024" y="2174876"/>
            <a:ext cx="4041776" cy="3951289"/>
          </a:xfrm>
        </p:spPr>
        <p:txBody>
          <a:bodyPr/>
          <a:lstStyle>
            <a:lvl1pPr>
              <a:defRPr sz="1800"/>
            </a:lvl1pPr>
            <a:lvl2pPr>
              <a:defRPr sz="1500"/>
            </a:lvl2pPr>
            <a:lvl3pPr>
              <a:defRPr sz="1351"/>
            </a:lvl3pPr>
            <a:lvl4pPr>
              <a:defRPr sz="1201"/>
            </a:lvl4pPr>
            <a:lvl5pPr>
              <a:defRPr sz="1201"/>
            </a:lvl5pPr>
            <a:lvl6pPr>
              <a:defRPr sz="1201"/>
            </a:lvl6pPr>
            <a:lvl7pPr>
              <a:defRPr sz="1201"/>
            </a:lvl7pPr>
            <a:lvl8pPr>
              <a:defRPr sz="1201"/>
            </a:lvl8pPr>
            <a:lvl9pPr>
              <a:defRPr sz="12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11"/>
          <p:cNvSpPr>
            <a:spLocks noGrp="1" noChangeArrowheads="1"/>
          </p:cNvSpPr>
          <p:nvPr>
            <p:ph type="sldNum" sz="quarter" idx="12"/>
          </p:nvPr>
        </p:nvSpPr>
        <p:spPr>
          <a:ln/>
        </p:spPr>
        <p:txBody>
          <a:bodyPr/>
          <a:lstStyle>
            <a:lvl1pPr>
              <a:defRPr/>
            </a:lvl1pPr>
          </a:lstStyle>
          <a:p>
            <a:fld id="{FD7C5318-4236-4A88-AB37-3C21C47A6BE4}"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097980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11"/>
          <p:cNvSpPr>
            <a:spLocks noGrp="1" noChangeArrowheads="1"/>
          </p:cNvSpPr>
          <p:nvPr>
            <p:ph type="sldNum" sz="quarter" idx="12"/>
          </p:nvPr>
        </p:nvSpPr>
        <p:spPr>
          <a:ln/>
        </p:spPr>
        <p:txBody>
          <a:bodyPr/>
          <a:lstStyle>
            <a:lvl1pPr>
              <a:defRPr/>
            </a:lvl1pPr>
          </a:lstStyle>
          <a:p>
            <a:fld id="{B4CEF0F2-62A5-409E-B6F8-FFEE6D3DD814}"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946613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11"/>
          <p:cNvSpPr>
            <a:spLocks noGrp="1" noChangeArrowheads="1"/>
          </p:cNvSpPr>
          <p:nvPr>
            <p:ph type="sldNum" sz="quarter" idx="12"/>
          </p:nvPr>
        </p:nvSpPr>
        <p:spPr>
          <a:ln/>
        </p:spPr>
        <p:txBody>
          <a:bodyPr/>
          <a:lstStyle>
            <a:lvl1pPr>
              <a:defRPr/>
            </a:lvl1pPr>
          </a:lstStyle>
          <a:p>
            <a:fld id="{6E85B293-9C08-410B-84C8-444FDDCE6B0B}"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2001261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2"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0"/>
            <a:ext cx="5111749" cy="5853114"/>
          </a:xfrm>
        </p:spPr>
        <p:txBody>
          <a:bodyPr/>
          <a:lstStyle>
            <a:lvl1pPr>
              <a:defRPr sz="2401"/>
            </a:lvl1pPr>
            <a:lvl2pPr>
              <a:defRPr sz="2101"/>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0"/>
            <a:ext cx="3008312" cy="4691063"/>
          </a:xfrm>
        </p:spPr>
        <p:txBody>
          <a:bodyPr/>
          <a:lstStyle>
            <a:lvl1pPr marL="0" indent="0">
              <a:buNone/>
              <a:defRPr sz="1050"/>
            </a:lvl1pPr>
            <a:lvl2pPr marL="343032" indent="0">
              <a:buNone/>
              <a:defRPr sz="901"/>
            </a:lvl2pPr>
            <a:lvl3pPr marL="686065" indent="0">
              <a:buNone/>
              <a:defRPr sz="750"/>
            </a:lvl3pPr>
            <a:lvl4pPr marL="1029097" indent="0">
              <a:buNone/>
              <a:defRPr sz="676"/>
            </a:lvl4pPr>
            <a:lvl5pPr marL="1372129" indent="0">
              <a:buNone/>
              <a:defRPr sz="676"/>
            </a:lvl5pPr>
            <a:lvl6pPr marL="1715162" indent="0">
              <a:buNone/>
              <a:defRPr sz="676"/>
            </a:lvl6pPr>
            <a:lvl7pPr marL="2058194" indent="0">
              <a:buNone/>
              <a:defRPr sz="676"/>
            </a:lvl7pPr>
            <a:lvl8pPr marL="2401225" indent="0">
              <a:buNone/>
              <a:defRPr sz="676"/>
            </a:lvl8pPr>
            <a:lvl9pPr marL="2744259" indent="0">
              <a:buNone/>
              <a:defRPr sz="676"/>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11"/>
          <p:cNvSpPr>
            <a:spLocks noGrp="1" noChangeArrowheads="1"/>
          </p:cNvSpPr>
          <p:nvPr>
            <p:ph type="sldNum" sz="quarter" idx="12"/>
          </p:nvPr>
        </p:nvSpPr>
        <p:spPr>
          <a:ln/>
        </p:spPr>
        <p:txBody>
          <a:bodyPr/>
          <a:lstStyle>
            <a:lvl1pPr>
              <a:defRPr/>
            </a:lvl1pPr>
          </a:lstStyle>
          <a:p>
            <a:fld id="{EDCCC6B8-8EB3-4F39-85BF-FDD91CFBC6CF}"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572320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4"/>
            <a:ext cx="5486400" cy="4114800"/>
          </a:xfrm>
        </p:spPr>
        <p:txBody>
          <a:bodyPr/>
          <a:lstStyle>
            <a:lvl1pPr marL="0" indent="0">
              <a:buNone/>
              <a:defRPr sz="2401"/>
            </a:lvl1pPr>
            <a:lvl2pPr marL="343032" indent="0">
              <a:buNone/>
              <a:defRPr sz="2101"/>
            </a:lvl2pPr>
            <a:lvl3pPr marL="686065" indent="0">
              <a:buNone/>
              <a:defRPr sz="1800"/>
            </a:lvl3pPr>
            <a:lvl4pPr marL="1029097" indent="0">
              <a:buNone/>
              <a:defRPr sz="1500"/>
            </a:lvl4pPr>
            <a:lvl5pPr marL="1372129" indent="0">
              <a:buNone/>
              <a:defRPr sz="1500"/>
            </a:lvl5pPr>
            <a:lvl6pPr marL="1715162" indent="0">
              <a:buNone/>
              <a:defRPr sz="1500"/>
            </a:lvl6pPr>
            <a:lvl7pPr marL="2058194" indent="0">
              <a:buNone/>
              <a:defRPr sz="1500"/>
            </a:lvl7pPr>
            <a:lvl8pPr marL="2401225" indent="0">
              <a:buNone/>
              <a:defRPr sz="1500"/>
            </a:lvl8pPr>
            <a:lvl9pPr marL="2744259" indent="0">
              <a:buNone/>
              <a:defRPr sz="15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0"/>
            </a:lvl1pPr>
            <a:lvl2pPr marL="343032" indent="0">
              <a:buNone/>
              <a:defRPr sz="901"/>
            </a:lvl2pPr>
            <a:lvl3pPr marL="686065" indent="0">
              <a:buNone/>
              <a:defRPr sz="750"/>
            </a:lvl3pPr>
            <a:lvl4pPr marL="1029097" indent="0">
              <a:buNone/>
              <a:defRPr sz="676"/>
            </a:lvl4pPr>
            <a:lvl5pPr marL="1372129" indent="0">
              <a:buNone/>
              <a:defRPr sz="676"/>
            </a:lvl5pPr>
            <a:lvl6pPr marL="1715162" indent="0">
              <a:buNone/>
              <a:defRPr sz="676"/>
            </a:lvl6pPr>
            <a:lvl7pPr marL="2058194" indent="0">
              <a:buNone/>
              <a:defRPr sz="676"/>
            </a:lvl7pPr>
            <a:lvl8pPr marL="2401225" indent="0">
              <a:buNone/>
              <a:defRPr sz="676"/>
            </a:lvl8pPr>
            <a:lvl9pPr marL="2744259" indent="0">
              <a:buNone/>
              <a:defRPr sz="676"/>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11"/>
          <p:cNvSpPr>
            <a:spLocks noGrp="1" noChangeArrowheads="1"/>
          </p:cNvSpPr>
          <p:nvPr>
            <p:ph type="sldNum" sz="quarter" idx="12"/>
          </p:nvPr>
        </p:nvSpPr>
        <p:spPr>
          <a:ln/>
        </p:spPr>
        <p:txBody>
          <a:bodyPr/>
          <a:lstStyle>
            <a:lvl1pPr>
              <a:defRPr/>
            </a:lvl1pPr>
          </a:lstStyle>
          <a:p>
            <a:fld id="{3D06E870-29B9-46D6-A1E6-E365DFF2477A}"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8939126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11"/>
          <p:cNvSpPr>
            <a:spLocks noGrp="1" noChangeArrowheads="1"/>
          </p:cNvSpPr>
          <p:nvPr>
            <p:ph type="sldNum" sz="quarter" idx="12"/>
          </p:nvPr>
        </p:nvSpPr>
        <p:spPr>
          <a:ln/>
        </p:spPr>
        <p:txBody>
          <a:bodyPr/>
          <a:lstStyle>
            <a:lvl1pPr>
              <a:defRPr/>
            </a:lvl1pPr>
          </a:lstStyle>
          <a:p>
            <a:fld id="{7F34015E-5987-479E-AC78-82C96EB9D89D}"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2331847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274640"/>
            <a:ext cx="2057400" cy="585628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799" cy="58562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11"/>
          <p:cNvSpPr>
            <a:spLocks noGrp="1" noChangeArrowheads="1"/>
          </p:cNvSpPr>
          <p:nvPr>
            <p:ph type="sldNum" sz="quarter" idx="12"/>
          </p:nvPr>
        </p:nvSpPr>
        <p:spPr>
          <a:ln/>
        </p:spPr>
        <p:txBody>
          <a:bodyPr/>
          <a:lstStyle>
            <a:lvl1pPr>
              <a:defRPr/>
            </a:lvl1pPr>
          </a:lstStyle>
          <a:p>
            <a:fld id="{4C716B65-78CC-4B74-B964-6BE70F8A4450}"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556196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134"/>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Arial"/>
              <a:ea typeface="Arial"/>
              <a:cs typeface="Arial"/>
              <a:sym typeface="Arial"/>
            </a:endParaRPr>
          </a:p>
        </p:txBody>
      </p:sp>
      <p:sp>
        <p:nvSpPr>
          <p:cNvPr id="51" name="Google Shape;51;p134"/>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52" name="Google Shape;52;p134"/>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53" name="Google Shape;53;p134"/>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pic>
        <p:nvPicPr>
          <p:cNvPr id="54" name="Google Shape;54;p134"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55" name="Google Shape;55;p134"/>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56" name="Google Shape;56;p134"/>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Pilani Campus</a:t>
            </a:r>
            <a:endParaRPr sz="1400" b="0" i="0" u="none" strike="noStrike" cap="none">
              <a:solidFill>
                <a:srgbClr val="000000"/>
              </a:solidFill>
              <a:latin typeface="Arial"/>
              <a:ea typeface="Arial"/>
              <a:cs typeface="Arial"/>
              <a:sym typeface="Arial"/>
            </a:endParaRPr>
          </a:p>
        </p:txBody>
      </p:sp>
      <p:sp>
        <p:nvSpPr>
          <p:cNvPr id="57" name="Google Shape;57;p134"/>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4619055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8"/>
        <p:cNvGrpSpPr/>
        <p:nvPr/>
      </p:nvGrpSpPr>
      <p:grpSpPr>
        <a:xfrm>
          <a:off x="0" y="0"/>
          <a:ext cx="0" cy="0"/>
          <a:chOff x="0" y="0"/>
          <a:chExt cx="0" cy="0"/>
        </a:xfrm>
      </p:grpSpPr>
      <p:pic>
        <p:nvPicPr>
          <p:cNvPr id="59" name="Google Shape;59;p135" descr="\\Server\D\jyoti\FI023_BITS_v1\styleguide img\IMG_5627_b.jpg"/>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60" name="Google Shape;60;p135"/>
          <p:cNvSpPr/>
          <p:nvPr/>
        </p:nvSpPr>
        <p:spPr>
          <a:xfrm>
            <a:off x="0" y="4281488"/>
            <a:ext cx="9144000" cy="2576512"/>
          </a:xfrm>
          <a:prstGeom prst="rect">
            <a:avLst/>
          </a:prstGeom>
          <a:solidFill>
            <a:schemeClr val="lt1"/>
          </a:solidFill>
          <a:ln w="9525" cap="flat" cmpd="sng">
            <a:solidFill>
              <a:srgbClr val="4A7DBA"/>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pic>
        <p:nvPicPr>
          <p:cNvPr id="61" name="Google Shape;61;p135" descr="Picture 7.png"/>
          <p:cNvPicPr preferRelativeResize="0"/>
          <p:nvPr/>
        </p:nvPicPr>
        <p:blipFill rotWithShape="1">
          <a:blip r:embed="rId3">
            <a:alphaModFix/>
          </a:blip>
          <a:srcRect l="1923" b="5334"/>
          <a:stretch/>
        </p:blipFill>
        <p:spPr>
          <a:xfrm>
            <a:off x="6629400" y="0"/>
            <a:ext cx="2193925" cy="692150"/>
          </a:xfrm>
          <a:prstGeom prst="rect">
            <a:avLst/>
          </a:prstGeom>
          <a:noFill/>
          <a:ln>
            <a:noFill/>
          </a:ln>
        </p:spPr>
      </p:pic>
      <p:sp>
        <p:nvSpPr>
          <p:cNvPr id="62" name="Google Shape;62;p135"/>
          <p:cNvSpPr/>
          <p:nvPr/>
        </p:nvSpPr>
        <p:spPr>
          <a:xfrm>
            <a:off x="2882900" y="677545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63" name="Google Shape;63;p135"/>
          <p:cNvSpPr/>
          <p:nvPr/>
        </p:nvSpPr>
        <p:spPr>
          <a:xfrm>
            <a:off x="-12700" y="677545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64" name="Google Shape;64;p135"/>
          <p:cNvSpPr/>
          <p:nvPr/>
        </p:nvSpPr>
        <p:spPr>
          <a:xfrm>
            <a:off x="5778500" y="677545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65" name="Google Shape;65;p135"/>
          <p:cNvSpPr txBox="1"/>
          <p:nvPr/>
        </p:nvSpPr>
        <p:spPr>
          <a:xfrm>
            <a:off x="6858000" y="762000"/>
            <a:ext cx="2209800" cy="5540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66" name="Google Shape;66;p135"/>
          <p:cNvSpPr txBox="1"/>
          <p:nvPr/>
        </p:nvSpPr>
        <p:spPr>
          <a:xfrm>
            <a:off x="7086600" y="1171575"/>
            <a:ext cx="190500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Pilani Campus</a:t>
            </a:r>
            <a:endParaRPr sz="1400" b="0" i="0" u="none" strike="noStrike" cap="none">
              <a:solidFill>
                <a:srgbClr val="000000"/>
              </a:solidFill>
              <a:latin typeface="Arial"/>
              <a:ea typeface="Arial"/>
              <a:cs typeface="Arial"/>
              <a:sym typeface="Arial"/>
            </a:endParaRPr>
          </a:p>
        </p:txBody>
      </p:sp>
      <p:sp>
        <p:nvSpPr>
          <p:cNvPr id="67" name="Google Shape;67;p135"/>
          <p:cNvSpPr txBox="1">
            <a:spLocks noGrp="1"/>
          </p:cNvSpPr>
          <p:nvPr>
            <p:ph type="body" idx="1"/>
          </p:nvPr>
        </p:nvSpPr>
        <p:spPr>
          <a:xfrm>
            <a:off x="304800" y="4648200"/>
            <a:ext cx="8458200" cy="1600200"/>
          </a:xfrm>
          <a:prstGeom prst="rect">
            <a:avLst/>
          </a:prstGeom>
          <a:noFill/>
          <a:ln>
            <a:noFill/>
          </a:ln>
        </p:spPr>
        <p:txBody>
          <a:bodyPr spcFirstLastPara="1" wrap="square" lIns="91425" tIns="45700" rIns="91425" bIns="45700" anchor="t" anchorCtr="0">
            <a:noAutofit/>
          </a:bodyPr>
          <a:lstStyle>
            <a:lvl1pPr marL="457200" lvl="0" indent="-228600" algn="l">
              <a:lnSpc>
                <a:spcPct val="104999"/>
              </a:lnSpc>
              <a:spcBef>
                <a:spcPts val="0"/>
              </a:spcBef>
              <a:spcAft>
                <a:spcPts val="0"/>
              </a:spcAft>
              <a:buClr>
                <a:schemeClr val="dk1"/>
              </a:buClr>
              <a:buSzPts val="4000"/>
              <a:buNone/>
              <a:defRPr sz="40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8759839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68"/>
        <p:cNvGrpSpPr/>
        <p:nvPr/>
      </p:nvGrpSpPr>
      <p:grpSpPr>
        <a:xfrm>
          <a:off x="0" y="0"/>
          <a:ext cx="0" cy="0"/>
          <a:chOff x="0" y="0"/>
          <a:chExt cx="0" cy="0"/>
        </a:xfrm>
      </p:grpSpPr>
      <p:pic>
        <p:nvPicPr>
          <p:cNvPr id="69" name="Google Shape;69;p136"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70" name="Google Shape;70;p136"/>
          <p:cNvGrpSpPr/>
          <p:nvPr/>
        </p:nvGrpSpPr>
        <p:grpSpPr>
          <a:xfrm>
            <a:off x="0" y="1295400"/>
            <a:ext cx="7010400" cy="46038"/>
            <a:chOff x="1905000" y="6553200"/>
            <a:chExt cx="7010400" cy="45719"/>
          </a:xfrm>
        </p:grpSpPr>
        <p:sp>
          <p:nvSpPr>
            <p:cNvPr id="71" name="Google Shape;71;p13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72" name="Google Shape;72;p13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73" name="Google Shape;73;p13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74" name="Google Shape;74;p136"/>
          <p:cNvGrpSpPr/>
          <p:nvPr/>
        </p:nvGrpSpPr>
        <p:grpSpPr>
          <a:xfrm>
            <a:off x="2133600" y="6553200"/>
            <a:ext cx="7010400" cy="46038"/>
            <a:chOff x="1905000" y="6553200"/>
            <a:chExt cx="7010400" cy="45719"/>
          </a:xfrm>
        </p:grpSpPr>
        <p:sp>
          <p:nvSpPr>
            <p:cNvPr id="75" name="Google Shape;75;p13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76" name="Google Shape;76;p13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77" name="Google Shape;77;p13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sp>
        <p:nvSpPr>
          <p:cNvPr id="78" name="Google Shape;78;p136"/>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79" name="Google Shape;79;p13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80" name="Google Shape;80;p136"/>
          <p:cNvSpPr txBox="1">
            <a:spLocks noGrp="1"/>
          </p:cNvSpPr>
          <p:nvPr>
            <p:ph type="body" idx="2"/>
          </p:nvPr>
        </p:nvSpPr>
        <p:spPr>
          <a:xfrm>
            <a:off x="49530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81" name="Google Shape;81;p136"/>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196318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82"/>
        <p:cNvGrpSpPr/>
        <p:nvPr/>
      </p:nvGrpSpPr>
      <p:grpSpPr>
        <a:xfrm>
          <a:off x="0" y="0"/>
          <a:ext cx="0" cy="0"/>
          <a:chOff x="0" y="0"/>
          <a:chExt cx="0" cy="0"/>
        </a:xfrm>
      </p:grpSpPr>
      <p:grpSp>
        <p:nvGrpSpPr>
          <p:cNvPr id="83" name="Google Shape;83;p137"/>
          <p:cNvGrpSpPr/>
          <p:nvPr/>
        </p:nvGrpSpPr>
        <p:grpSpPr>
          <a:xfrm>
            <a:off x="0" y="1295400"/>
            <a:ext cx="7010400" cy="46038"/>
            <a:chOff x="1905000" y="6553200"/>
            <a:chExt cx="7010400" cy="45719"/>
          </a:xfrm>
        </p:grpSpPr>
        <p:sp>
          <p:nvSpPr>
            <p:cNvPr id="84" name="Google Shape;84;p13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85" name="Google Shape;85;p13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86" name="Google Shape;86;p13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87" name="Google Shape;87;p137"/>
          <p:cNvGrpSpPr/>
          <p:nvPr/>
        </p:nvGrpSpPr>
        <p:grpSpPr>
          <a:xfrm>
            <a:off x="2133600" y="6553200"/>
            <a:ext cx="7010400" cy="46038"/>
            <a:chOff x="1905000" y="6553200"/>
            <a:chExt cx="7010400" cy="45719"/>
          </a:xfrm>
        </p:grpSpPr>
        <p:sp>
          <p:nvSpPr>
            <p:cNvPr id="88" name="Google Shape;88;p13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89" name="Google Shape;89;p13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90" name="Google Shape;90;p13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91" name="Google Shape;91;p137"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sp>
        <p:nvSpPr>
          <p:cNvPr id="92" name="Google Shape;92;p137"/>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sz="1400" b="0" i="0" u="none" strike="noStrike" cap="none">
              <a:solidFill>
                <a:srgbClr val="000000"/>
              </a:solidFill>
              <a:latin typeface="Arial"/>
              <a:ea typeface="Arial"/>
              <a:cs typeface="Arial"/>
              <a:sym typeface="Arial"/>
            </a:endParaRPr>
          </a:p>
        </p:txBody>
      </p:sp>
      <p:sp>
        <p:nvSpPr>
          <p:cNvPr id="93" name="Google Shape;93;p137"/>
          <p:cNvSpPr txBox="1">
            <a:spLocks noGrp="1"/>
          </p:cNvSpPr>
          <p:nvPr>
            <p:ph type="body" idx="1"/>
          </p:nvPr>
        </p:nvSpPr>
        <p:spPr>
          <a:xfrm>
            <a:off x="457200" y="1535112"/>
            <a:ext cx="4040188" cy="8270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94" name="Google Shape;94;p137"/>
          <p:cNvSpPr txBox="1">
            <a:spLocks noGrp="1"/>
          </p:cNvSpPr>
          <p:nvPr>
            <p:ph type="body" idx="2"/>
          </p:nvPr>
        </p:nvSpPr>
        <p:spPr>
          <a:xfrm>
            <a:off x="457200" y="2362199"/>
            <a:ext cx="4040188" cy="3763963"/>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95" name="Google Shape;95;p137"/>
          <p:cNvSpPr txBox="1">
            <a:spLocks noGrp="1"/>
          </p:cNvSpPr>
          <p:nvPr>
            <p:ph type="body" idx="3"/>
          </p:nvPr>
        </p:nvSpPr>
        <p:spPr>
          <a:xfrm>
            <a:off x="4645025" y="1535112"/>
            <a:ext cx="4041775" cy="8270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96" name="Google Shape;96;p137"/>
          <p:cNvSpPr txBox="1">
            <a:spLocks noGrp="1"/>
          </p:cNvSpPr>
          <p:nvPr>
            <p:ph type="body" idx="4"/>
          </p:nvPr>
        </p:nvSpPr>
        <p:spPr>
          <a:xfrm>
            <a:off x="4645025" y="2362199"/>
            <a:ext cx="4041775" cy="3763963"/>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97" name="Google Shape;97;p137"/>
          <p:cNvSpPr txBox="1">
            <a:spLocks noGrp="1"/>
          </p:cNvSpPr>
          <p:nvPr>
            <p:ph type="body" idx="5"/>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559757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8"/>
        <p:cNvGrpSpPr/>
        <p:nvPr/>
      </p:nvGrpSpPr>
      <p:grpSpPr>
        <a:xfrm>
          <a:off x="0" y="0"/>
          <a:ext cx="0" cy="0"/>
          <a:chOff x="0" y="0"/>
          <a:chExt cx="0" cy="0"/>
        </a:xfrm>
      </p:grpSpPr>
      <p:grpSp>
        <p:nvGrpSpPr>
          <p:cNvPr id="99" name="Google Shape;99;p138"/>
          <p:cNvGrpSpPr/>
          <p:nvPr/>
        </p:nvGrpSpPr>
        <p:grpSpPr>
          <a:xfrm>
            <a:off x="0" y="1295400"/>
            <a:ext cx="7010400" cy="46038"/>
            <a:chOff x="1905000" y="6553200"/>
            <a:chExt cx="7010400" cy="45719"/>
          </a:xfrm>
        </p:grpSpPr>
        <p:sp>
          <p:nvSpPr>
            <p:cNvPr id="100" name="Google Shape;100;p13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01" name="Google Shape;101;p13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02" name="Google Shape;102;p13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103" name="Google Shape;103;p138"/>
          <p:cNvGrpSpPr/>
          <p:nvPr/>
        </p:nvGrpSpPr>
        <p:grpSpPr>
          <a:xfrm>
            <a:off x="2133600" y="6553200"/>
            <a:ext cx="7010400" cy="46038"/>
            <a:chOff x="1905000" y="6553200"/>
            <a:chExt cx="7010400" cy="45719"/>
          </a:xfrm>
        </p:grpSpPr>
        <p:sp>
          <p:nvSpPr>
            <p:cNvPr id="104" name="Google Shape;104;p13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05" name="Google Shape;105;p13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06" name="Google Shape;106;p13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107" name="Google Shape;107;p138"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sp>
        <p:nvSpPr>
          <p:cNvPr id="108" name="Google Shape;108;p13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sz="1400" b="0" i="0" u="none" strike="noStrike" cap="none">
              <a:solidFill>
                <a:srgbClr val="000000"/>
              </a:solidFill>
              <a:latin typeface="Arial"/>
              <a:ea typeface="Arial"/>
              <a:cs typeface="Arial"/>
              <a:sym typeface="Arial"/>
            </a:endParaRPr>
          </a:p>
        </p:txBody>
      </p:sp>
      <p:sp>
        <p:nvSpPr>
          <p:cNvPr id="109" name="Google Shape;109;p138"/>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424604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10"/>
        <p:cNvGrpSpPr/>
        <p:nvPr/>
      </p:nvGrpSpPr>
      <p:grpSpPr>
        <a:xfrm>
          <a:off x="0" y="0"/>
          <a:ext cx="0" cy="0"/>
          <a:chOff x="0" y="0"/>
          <a:chExt cx="0" cy="0"/>
        </a:xfrm>
      </p:grpSpPr>
      <p:grpSp>
        <p:nvGrpSpPr>
          <p:cNvPr id="111" name="Google Shape;111;p139"/>
          <p:cNvGrpSpPr/>
          <p:nvPr/>
        </p:nvGrpSpPr>
        <p:grpSpPr>
          <a:xfrm>
            <a:off x="0" y="1295400"/>
            <a:ext cx="7010400" cy="46038"/>
            <a:chOff x="1905000" y="6553200"/>
            <a:chExt cx="7010400" cy="45719"/>
          </a:xfrm>
        </p:grpSpPr>
        <p:sp>
          <p:nvSpPr>
            <p:cNvPr id="112" name="Google Shape;112;p13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13" name="Google Shape;113;p13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14" name="Google Shape;114;p13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115" name="Google Shape;115;p139"/>
          <p:cNvGrpSpPr/>
          <p:nvPr/>
        </p:nvGrpSpPr>
        <p:grpSpPr>
          <a:xfrm>
            <a:off x="2133600" y="6553200"/>
            <a:ext cx="7010400" cy="46038"/>
            <a:chOff x="1905000" y="6553200"/>
            <a:chExt cx="7010400" cy="45719"/>
          </a:xfrm>
        </p:grpSpPr>
        <p:sp>
          <p:nvSpPr>
            <p:cNvPr id="116" name="Google Shape;116;p13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17" name="Google Shape;117;p13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18" name="Google Shape;118;p13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119" name="Google Shape;119;p139"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sp>
        <p:nvSpPr>
          <p:cNvPr id="120" name="Google Shape;120;p139"/>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121" name="Google Shape;121;p139"/>
          <p:cNvSpPr txBox="1">
            <a:spLocks noGrp="1"/>
          </p:cNvSpPr>
          <p:nvPr>
            <p:ph type="body" idx="1"/>
          </p:nvPr>
        </p:nvSpPr>
        <p:spPr>
          <a:xfrm>
            <a:off x="3575050" y="1600200"/>
            <a:ext cx="5111750" cy="452596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22" name="Google Shape;122;p139"/>
          <p:cNvSpPr txBox="1">
            <a:spLocks noGrp="1"/>
          </p:cNvSpPr>
          <p:nvPr>
            <p:ph type="body" idx="2"/>
          </p:nvPr>
        </p:nvSpPr>
        <p:spPr>
          <a:xfrm>
            <a:off x="457200" y="1600200"/>
            <a:ext cx="3008313" cy="45259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23" name="Google Shape;123;p139"/>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2496012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24"/>
        <p:cNvGrpSpPr/>
        <p:nvPr/>
      </p:nvGrpSpPr>
      <p:grpSpPr>
        <a:xfrm>
          <a:off x="0" y="0"/>
          <a:ext cx="0" cy="0"/>
          <a:chOff x="0" y="0"/>
          <a:chExt cx="0" cy="0"/>
        </a:xfrm>
      </p:grpSpPr>
      <p:grpSp>
        <p:nvGrpSpPr>
          <p:cNvPr id="125" name="Google Shape;125;p140"/>
          <p:cNvGrpSpPr/>
          <p:nvPr/>
        </p:nvGrpSpPr>
        <p:grpSpPr>
          <a:xfrm>
            <a:off x="0" y="1295400"/>
            <a:ext cx="7010400" cy="46038"/>
            <a:chOff x="1905000" y="6553200"/>
            <a:chExt cx="7010400" cy="45719"/>
          </a:xfrm>
        </p:grpSpPr>
        <p:sp>
          <p:nvSpPr>
            <p:cNvPr id="126" name="Google Shape;126;p14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27" name="Google Shape;127;p14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28" name="Google Shape;128;p14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129" name="Google Shape;129;p140"/>
          <p:cNvGrpSpPr/>
          <p:nvPr/>
        </p:nvGrpSpPr>
        <p:grpSpPr>
          <a:xfrm>
            <a:off x="2133600" y="6553200"/>
            <a:ext cx="7010400" cy="46038"/>
            <a:chOff x="1905000" y="6553200"/>
            <a:chExt cx="7010400" cy="45719"/>
          </a:xfrm>
        </p:grpSpPr>
        <p:sp>
          <p:nvSpPr>
            <p:cNvPr id="130" name="Google Shape;130;p14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31" name="Google Shape;131;p14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32" name="Google Shape;132;p14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133" name="Google Shape;133;p140"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sp>
        <p:nvSpPr>
          <p:cNvPr id="134" name="Google Shape;134;p140"/>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135" name="Google Shape;135;p140"/>
          <p:cNvSpPr txBox="1">
            <a:spLocks noGrp="1"/>
          </p:cNvSpPr>
          <p:nvPr>
            <p:ph type="title"/>
          </p:nvPr>
        </p:nvSpPr>
        <p:spPr>
          <a:xfrm>
            <a:off x="1792288" y="5407025"/>
            <a:ext cx="5486400" cy="304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SzPts val="1400"/>
              <a:buNone/>
              <a:defRPr sz="18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140"/>
          <p:cNvSpPr>
            <a:spLocks noGrp="1"/>
          </p:cNvSpPr>
          <p:nvPr>
            <p:ph type="pic" idx="2"/>
          </p:nvPr>
        </p:nvSpPr>
        <p:spPr>
          <a:xfrm>
            <a:off x="1792288" y="1828800"/>
            <a:ext cx="5486400" cy="3429000"/>
          </a:xfrm>
          <a:prstGeom prst="rect">
            <a:avLst/>
          </a:prstGeom>
          <a:solidFill>
            <a:schemeClr val="lt1"/>
          </a:solidFill>
          <a:ln w="57150" cap="flat" cmpd="sng">
            <a:solidFill>
              <a:srgbClr val="DAE5F1"/>
            </a:solidFill>
            <a:prstDash val="solid"/>
            <a:round/>
            <a:headEnd type="none" w="sm" len="sm"/>
            <a:tailEnd type="none" w="sm" len="sm"/>
          </a:ln>
        </p:spPr>
      </p:sp>
      <p:sp>
        <p:nvSpPr>
          <p:cNvPr id="137" name="Google Shape;137;p140"/>
          <p:cNvSpPr txBox="1">
            <a:spLocks noGrp="1"/>
          </p:cNvSpPr>
          <p:nvPr>
            <p:ph type="body" idx="1"/>
          </p:nvPr>
        </p:nvSpPr>
        <p:spPr>
          <a:xfrm>
            <a:off x="1792288" y="5711825"/>
            <a:ext cx="5486400" cy="304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38" name="Google Shape;138;p140"/>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25921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39"/>
        <p:cNvGrpSpPr/>
        <p:nvPr/>
      </p:nvGrpSpPr>
      <p:grpSpPr>
        <a:xfrm>
          <a:off x="0" y="0"/>
          <a:ext cx="0" cy="0"/>
          <a:chOff x="0" y="0"/>
          <a:chExt cx="0" cy="0"/>
        </a:xfrm>
      </p:grpSpPr>
      <p:grpSp>
        <p:nvGrpSpPr>
          <p:cNvPr id="140" name="Google Shape;140;p141"/>
          <p:cNvGrpSpPr/>
          <p:nvPr/>
        </p:nvGrpSpPr>
        <p:grpSpPr>
          <a:xfrm>
            <a:off x="0" y="1295400"/>
            <a:ext cx="7010400" cy="46038"/>
            <a:chOff x="1905000" y="6553200"/>
            <a:chExt cx="7010400" cy="45719"/>
          </a:xfrm>
        </p:grpSpPr>
        <p:sp>
          <p:nvSpPr>
            <p:cNvPr id="141" name="Google Shape;141;p14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42" name="Google Shape;142;p14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43" name="Google Shape;143;p14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grpSp>
        <p:nvGrpSpPr>
          <p:cNvPr id="144" name="Google Shape;144;p141"/>
          <p:cNvGrpSpPr/>
          <p:nvPr/>
        </p:nvGrpSpPr>
        <p:grpSpPr>
          <a:xfrm>
            <a:off x="2133600" y="6553200"/>
            <a:ext cx="7010400" cy="46038"/>
            <a:chOff x="1905000" y="6553200"/>
            <a:chExt cx="7010400" cy="45719"/>
          </a:xfrm>
        </p:grpSpPr>
        <p:sp>
          <p:nvSpPr>
            <p:cNvPr id="145" name="Google Shape;145;p14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46" name="Google Shape;146;p14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47" name="Google Shape;147;p14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148" name="Google Shape;148;p141"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sp>
        <p:nvSpPr>
          <p:cNvPr id="149" name="Google Shape;149;p141"/>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150" name="Google Shape;150;p14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1" name="Google Shape;151;p14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4276961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52"/>
        <p:cNvGrpSpPr/>
        <p:nvPr/>
      </p:nvGrpSpPr>
      <p:grpSpPr>
        <a:xfrm>
          <a:off x="0" y="0"/>
          <a:ext cx="0" cy="0"/>
          <a:chOff x="0" y="0"/>
          <a:chExt cx="0" cy="0"/>
        </a:xfrm>
      </p:grpSpPr>
      <p:grpSp>
        <p:nvGrpSpPr>
          <p:cNvPr id="153" name="Google Shape;153;p142"/>
          <p:cNvGrpSpPr/>
          <p:nvPr/>
        </p:nvGrpSpPr>
        <p:grpSpPr>
          <a:xfrm rot="5400000">
            <a:off x="5006182" y="2567781"/>
            <a:ext cx="5181600" cy="46037"/>
            <a:chOff x="1905000" y="6553200"/>
            <a:chExt cx="7010400" cy="45719"/>
          </a:xfrm>
        </p:grpSpPr>
        <p:sp>
          <p:nvSpPr>
            <p:cNvPr id="154" name="Google Shape;154;p142"/>
            <p:cNvSpPr/>
            <p:nvPr/>
          </p:nvSpPr>
          <p:spPr>
            <a:xfrm>
              <a:off x="4267574" y="6553200"/>
              <a:ext cx="2328209"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55" name="Google Shape;155;p142"/>
            <p:cNvSpPr/>
            <p:nvPr/>
          </p:nvSpPr>
          <p:spPr>
            <a:xfrm>
              <a:off x="1905000" y="6553200"/>
              <a:ext cx="2362574"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56" name="Google Shape;156;p142"/>
            <p:cNvSpPr/>
            <p:nvPr/>
          </p:nvSpPr>
          <p:spPr>
            <a:xfrm>
              <a:off x="6587191" y="6553200"/>
              <a:ext cx="2328209"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grpSp>
      <p:pic>
        <p:nvPicPr>
          <p:cNvPr id="157" name="Google Shape;157;p142" descr="Picture 7.png"/>
          <p:cNvPicPr preferRelativeResize="0"/>
          <p:nvPr/>
        </p:nvPicPr>
        <p:blipFill rotWithShape="1">
          <a:blip r:embed="rId2">
            <a:alphaModFix/>
          </a:blip>
          <a:srcRect l="5336" t="1923"/>
          <a:stretch/>
        </p:blipFill>
        <p:spPr>
          <a:xfrm>
            <a:off x="-7938" y="381000"/>
            <a:ext cx="692151" cy="2193925"/>
          </a:xfrm>
          <a:prstGeom prst="rect">
            <a:avLst/>
          </a:prstGeom>
          <a:noFill/>
          <a:ln>
            <a:noFill/>
          </a:ln>
        </p:spPr>
      </p:pic>
      <p:sp>
        <p:nvSpPr>
          <p:cNvPr id="158" name="Google Shape;158;p142"/>
          <p:cNvSpPr txBox="1"/>
          <p:nvPr/>
        </p:nvSpPr>
        <p:spPr>
          <a:xfrm rot="5400000">
            <a:off x="-2794793" y="3809206"/>
            <a:ext cx="5867400" cy="2301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1" i="0" u="none" strike="noStrike" cap="none">
                <a:solidFill>
                  <a:srgbClr val="101141"/>
                </a:solidFill>
                <a:latin typeface="Arial"/>
                <a:ea typeface="Arial"/>
                <a:cs typeface="Arial"/>
                <a:sym typeface="Arial"/>
              </a:rPr>
              <a:t>BITS </a:t>
            </a:r>
            <a:r>
              <a:rPr lang="en-US" sz="9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159" name="Google Shape;159;p142"/>
          <p:cNvSpPr txBox="1">
            <a:spLocks noGrp="1"/>
          </p:cNvSpPr>
          <p:nvPr>
            <p:ph type="body" idx="1"/>
          </p:nvPr>
        </p:nvSpPr>
        <p:spPr>
          <a:xfrm rot="5400000">
            <a:off x="1303338" y="296862"/>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60" name="Google Shape;160;p142"/>
          <p:cNvSpPr txBox="1">
            <a:spLocks noGrp="1"/>
          </p:cNvSpPr>
          <p:nvPr>
            <p:ph type="body" idx="2"/>
          </p:nvPr>
        </p:nvSpPr>
        <p:spPr>
          <a:xfrm rot="5400000">
            <a:off x="5410200" y="2743200"/>
            <a:ext cx="58674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2487962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_Custom Layout">
  <p:cSld name="1_Custom Layout">
    <p:bg>
      <p:bgPr>
        <a:blipFill>
          <a:blip r:embed="rId2">
            <a:alphaModFix/>
          </a:blip>
          <a:stretch>
            <a:fillRect/>
          </a:stretch>
        </a:blipFill>
        <a:effectLst/>
      </p:bgPr>
    </p:bg>
    <p:spTree>
      <p:nvGrpSpPr>
        <p:cNvPr id="1" name="Shape 161"/>
        <p:cNvGrpSpPr/>
        <p:nvPr/>
      </p:nvGrpSpPr>
      <p:grpSpPr>
        <a:xfrm>
          <a:off x="0" y="0"/>
          <a:ext cx="0" cy="0"/>
          <a:chOff x="0" y="0"/>
          <a:chExt cx="0" cy="0"/>
        </a:xfrm>
      </p:grpSpPr>
      <p:sp>
        <p:nvSpPr>
          <p:cNvPr id="162" name="Google Shape;162;p143"/>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Arial"/>
              <a:ea typeface="Arial"/>
              <a:cs typeface="Arial"/>
              <a:sym typeface="Arial"/>
            </a:endParaRPr>
          </a:p>
        </p:txBody>
      </p:sp>
      <p:sp>
        <p:nvSpPr>
          <p:cNvPr id="163" name="Google Shape;163;p143"/>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64" name="Google Shape;164;p143"/>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sp>
        <p:nvSpPr>
          <p:cNvPr id="165" name="Google Shape;165;p143"/>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Tahoma"/>
              <a:ea typeface="Tahoma"/>
              <a:cs typeface="Tahoma"/>
              <a:sym typeface="Tahoma"/>
            </a:endParaRPr>
          </a:p>
        </p:txBody>
      </p:sp>
      <p:pic>
        <p:nvPicPr>
          <p:cNvPr id="166" name="Google Shape;166;p143"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167" name="Google Shape;167;p143"/>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168" name="Google Shape;168;p143"/>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Pilani Campus</a:t>
            </a:r>
            <a:endParaRPr sz="1400" b="0" i="0" u="none" strike="noStrike" cap="none">
              <a:solidFill>
                <a:srgbClr val="000000"/>
              </a:solidFill>
              <a:latin typeface="Arial"/>
              <a:ea typeface="Arial"/>
              <a:cs typeface="Arial"/>
              <a:sym typeface="Arial"/>
            </a:endParaRPr>
          </a:p>
        </p:txBody>
      </p:sp>
      <p:sp>
        <p:nvSpPr>
          <p:cNvPr id="169" name="Google Shape;169;p143"/>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70" name="Google Shape;170;p143"/>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4856595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3"/>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805815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6" y="4800600"/>
            <a:ext cx="3843338"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2" y="2549772"/>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4431323" y="4452633"/>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endParaRPr/>
          </a:p>
        </p:txBody>
      </p:sp>
      <p:sp>
        <p:nvSpPr>
          <p:cNvPr id="17" name="Google Shape;17;p6"/>
          <p:cNvSpPr txBox="1">
            <a:spLocks noGrp="1"/>
          </p:cNvSpPr>
          <p:nvPr>
            <p:ph type="body" idx="2"/>
          </p:nvPr>
        </p:nvSpPr>
        <p:spPr>
          <a:xfrm>
            <a:off x="3892060" y="4826980"/>
            <a:ext cx="5035064" cy="1108563"/>
          </a:xfrm>
          <a:prstGeom prst="rect">
            <a:avLst/>
          </a:prstGeom>
          <a:noFill/>
          <a:ln>
            <a:noFill/>
          </a:ln>
        </p:spPr>
        <p:txBody>
          <a:bodyPr spcFirstLastPara="1" lIns="91425" tIns="45700" rIns="91425" bIns="45700">
            <a:normAutofit/>
          </a:bodyPr>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178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1"/>
            <a:ext cx="9144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07504" y="2482117"/>
            <a:ext cx="6636349" cy="2130567"/>
          </a:xfrm>
          <a:prstGeom prst="rect">
            <a:avLst/>
          </a:prstGeom>
        </p:spPr>
      </p:pic>
      <p:sp>
        <p:nvSpPr>
          <p:cNvPr id="7" name="Title 1"/>
          <p:cNvSpPr txBox="1">
            <a:spLocks/>
          </p:cNvSpPr>
          <p:nvPr userDrawn="1"/>
        </p:nvSpPr>
        <p:spPr>
          <a:xfrm>
            <a:off x="1373633" y="2575123"/>
            <a:ext cx="6500241" cy="1936879"/>
          </a:xfrm>
          <a:prstGeom prst="rect">
            <a:avLst/>
          </a:prstGeom>
        </p:spPr>
        <p:txBody>
          <a:bodyPr vert="horz" lIns="51435" tIns="25718" rIns="51435" bIns="25718"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385763" rtl="0" eaLnBrk="1" fontAlgn="auto" latinLnBrk="0" hangingPunct="1">
              <a:lnSpc>
                <a:spcPct val="90000"/>
              </a:lnSpc>
              <a:spcBef>
                <a:spcPct val="0"/>
              </a:spcBef>
              <a:spcAft>
                <a:spcPts val="0"/>
              </a:spcAft>
              <a:buClrTx/>
              <a:buSzTx/>
              <a:buFontTx/>
              <a:buNone/>
              <a:tabLst/>
              <a:defRPr/>
            </a:pPr>
            <a:r>
              <a:rPr kumimoji="0" lang="en-US" sz="2025"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sym typeface="Arial"/>
              </a:rPr>
              <a:t>Click to edit Session title</a:t>
            </a:r>
          </a:p>
        </p:txBody>
      </p:sp>
    </p:spTree>
    <p:extLst>
      <p:ext uri="{BB962C8B-B14F-4D97-AF65-F5344CB8AC3E}">
        <p14:creationId xmlns:p14="http://schemas.microsoft.com/office/powerpoint/2010/main" val="231303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sp>
        <p:nvSpPr>
          <p:cNvPr id="2" name="Title 1"/>
          <p:cNvSpPr>
            <a:spLocks noGrp="1"/>
          </p:cNvSpPr>
          <p:nvPr>
            <p:ph type="title"/>
          </p:nvPr>
        </p:nvSpPr>
        <p:spPr>
          <a:xfrm>
            <a:off x="623888" y="1709741"/>
            <a:ext cx="7886700" cy="2852737"/>
          </a:xfrm>
        </p:spPr>
        <p:txBody>
          <a:bodyPr anchor="b">
            <a:normAutofit/>
          </a:bodyPr>
          <a:lstStyle>
            <a:lvl1pPr algn="r">
              <a:defRPr sz="3038"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5"/>
            <a:ext cx="7886700" cy="1500187"/>
          </a:xfrm>
        </p:spPr>
        <p:txBody>
          <a:bodyPr/>
          <a:lstStyle>
            <a:lvl1pPr marL="0" indent="0" algn="r">
              <a:buNone/>
              <a:defRPr sz="1350" b="0" i="0">
                <a:solidFill>
                  <a:schemeClr val="tx1">
                    <a:tint val="75000"/>
                  </a:schemeClr>
                </a:solidFill>
                <a:latin typeface="Helvetica Light"/>
                <a:cs typeface="Helvetica Light"/>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1"/>
            <a:ext cx="9144000" cy="40580"/>
          </a:xfrm>
          <a:prstGeom prst="rect">
            <a:avLst/>
          </a:prstGeom>
        </p:spPr>
      </p:pic>
    </p:spTree>
    <p:extLst>
      <p:ext uri="{BB962C8B-B14F-4D97-AF65-F5344CB8AC3E}">
        <p14:creationId xmlns:p14="http://schemas.microsoft.com/office/powerpoint/2010/main" val="17859304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4"/>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6"/>
            <a:ext cx="8058150" cy="805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6" y="4800601"/>
            <a:ext cx="3843338" cy="2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4" y="2549772"/>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35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4431323" y="4452634"/>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422"/>
              </a:spcBef>
              <a:spcAft>
                <a:spcPts val="0"/>
              </a:spcAft>
              <a:buClr>
                <a:srgbClr val="1C1573"/>
              </a:buClr>
              <a:buSzPts val="1700"/>
              <a:buNone/>
              <a:defRPr sz="717" b="1">
                <a:solidFill>
                  <a:srgbClr val="1C1573"/>
                </a:solidFill>
                <a:latin typeface="Helvetica Neue"/>
                <a:ea typeface="Helvetica Neue"/>
                <a:cs typeface="Helvetica Neue"/>
                <a:sym typeface="Helvetica Neue"/>
              </a:defRPr>
            </a:lvl1pPr>
            <a:lvl2pPr lvl="1" algn="ctr">
              <a:lnSpc>
                <a:spcPct val="90000"/>
              </a:lnSpc>
              <a:spcBef>
                <a:spcPts val="211"/>
              </a:spcBef>
              <a:spcAft>
                <a:spcPts val="0"/>
              </a:spcAft>
              <a:buClr>
                <a:schemeClr val="dk1"/>
              </a:buClr>
              <a:buSzPts val="1500"/>
              <a:buNone/>
              <a:defRPr sz="633"/>
            </a:lvl2pPr>
            <a:lvl3pPr lvl="2" algn="ctr">
              <a:lnSpc>
                <a:spcPct val="90000"/>
              </a:lnSpc>
              <a:spcBef>
                <a:spcPts val="211"/>
              </a:spcBef>
              <a:spcAft>
                <a:spcPts val="0"/>
              </a:spcAft>
              <a:buClr>
                <a:schemeClr val="dk1"/>
              </a:buClr>
              <a:buSzPts val="1350"/>
              <a:buNone/>
              <a:defRPr sz="570"/>
            </a:lvl3pPr>
            <a:lvl4pPr lvl="3" algn="ctr">
              <a:lnSpc>
                <a:spcPct val="90000"/>
              </a:lnSpc>
              <a:spcBef>
                <a:spcPts val="211"/>
              </a:spcBef>
              <a:spcAft>
                <a:spcPts val="0"/>
              </a:spcAft>
              <a:buClr>
                <a:schemeClr val="dk1"/>
              </a:buClr>
              <a:buSzPts val="1200"/>
              <a:buNone/>
              <a:defRPr sz="506"/>
            </a:lvl4pPr>
            <a:lvl5pPr lvl="4" algn="ctr">
              <a:lnSpc>
                <a:spcPct val="90000"/>
              </a:lnSpc>
              <a:spcBef>
                <a:spcPts val="211"/>
              </a:spcBef>
              <a:spcAft>
                <a:spcPts val="0"/>
              </a:spcAft>
              <a:buClr>
                <a:schemeClr val="dk1"/>
              </a:buClr>
              <a:buSzPts val="1200"/>
              <a:buNone/>
              <a:defRPr sz="506"/>
            </a:lvl5pPr>
            <a:lvl6pPr lvl="5" algn="ctr">
              <a:lnSpc>
                <a:spcPct val="90000"/>
              </a:lnSpc>
              <a:spcBef>
                <a:spcPts val="211"/>
              </a:spcBef>
              <a:spcAft>
                <a:spcPts val="0"/>
              </a:spcAft>
              <a:buClr>
                <a:schemeClr val="dk1"/>
              </a:buClr>
              <a:buSzPts val="1200"/>
              <a:buNone/>
              <a:defRPr sz="506"/>
            </a:lvl6pPr>
            <a:lvl7pPr lvl="6" algn="ctr">
              <a:lnSpc>
                <a:spcPct val="90000"/>
              </a:lnSpc>
              <a:spcBef>
                <a:spcPts val="211"/>
              </a:spcBef>
              <a:spcAft>
                <a:spcPts val="0"/>
              </a:spcAft>
              <a:buClr>
                <a:schemeClr val="dk1"/>
              </a:buClr>
              <a:buSzPts val="1200"/>
              <a:buNone/>
              <a:defRPr sz="506"/>
            </a:lvl7pPr>
            <a:lvl8pPr lvl="7" algn="ctr">
              <a:lnSpc>
                <a:spcPct val="90000"/>
              </a:lnSpc>
              <a:spcBef>
                <a:spcPts val="211"/>
              </a:spcBef>
              <a:spcAft>
                <a:spcPts val="0"/>
              </a:spcAft>
              <a:buClr>
                <a:schemeClr val="dk1"/>
              </a:buClr>
              <a:buSzPts val="1200"/>
              <a:buNone/>
              <a:defRPr sz="506"/>
            </a:lvl8pPr>
            <a:lvl9pPr lvl="8" algn="ctr">
              <a:lnSpc>
                <a:spcPct val="90000"/>
              </a:lnSpc>
              <a:spcBef>
                <a:spcPts val="211"/>
              </a:spcBef>
              <a:spcAft>
                <a:spcPts val="0"/>
              </a:spcAft>
              <a:buClr>
                <a:schemeClr val="dk1"/>
              </a:buClr>
              <a:buSzPts val="1200"/>
              <a:buNone/>
              <a:defRPr sz="506"/>
            </a:lvl9pPr>
          </a:lstStyle>
          <a:p>
            <a:endParaRPr/>
          </a:p>
        </p:txBody>
      </p:sp>
      <p:sp>
        <p:nvSpPr>
          <p:cNvPr id="17" name="Google Shape;17;p6"/>
          <p:cNvSpPr txBox="1">
            <a:spLocks noGrp="1"/>
          </p:cNvSpPr>
          <p:nvPr>
            <p:ph type="body" idx="2"/>
          </p:nvPr>
        </p:nvSpPr>
        <p:spPr>
          <a:xfrm>
            <a:off x="3892060" y="4826981"/>
            <a:ext cx="5035064" cy="1108563"/>
          </a:xfrm>
          <a:prstGeom prst="rect">
            <a:avLst/>
          </a:prstGeom>
          <a:noFill/>
          <a:ln>
            <a:noFill/>
          </a:ln>
        </p:spPr>
        <p:txBody>
          <a:bodyPr spcFirstLastPara="1" lIns="91425" tIns="45700" rIns="91425" bIns="45700">
            <a:normAutofit/>
          </a:bodyPr>
          <a:lstStyle>
            <a:lvl1pPr marL="192881" lvl="0" indent="-96441" algn="r">
              <a:lnSpc>
                <a:spcPct val="90000"/>
              </a:lnSpc>
              <a:spcBef>
                <a:spcPts val="0"/>
              </a:spcBef>
              <a:spcAft>
                <a:spcPts val="0"/>
              </a:spcAft>
              <a:buClr>
                <a:srgbClr val="1C1573"/>
              </a:buClr>
              <a:buSzPts val="1700"/>
              <a:buNone/>
              <a:defRPr sz="717">
                <a:solidFill>
                  <a:srgbClr val="1C1573"/>
                </a:solidFill>
                <a:latin typeface="Helvetica Neue"/>
                <a:ea typeface="Helvetica Neue"/>
                <a:cs typeface="Helvetica Neue"/>
                <a:sym typeface="Helvetica Neue"/>
              </a:defRPr>
            </a:lvl1pPr>
            <a:lvl2pPr marL="385763" lvl="1" indent="-144661" algn="l">
              <a:lnSpc>
                <a:spcPct val="90000"/>
              </a:lnSpc>
              <a:spcBef>
                <a:spcPts val="211"/>
              </a:spcBef>
              <a:spcAft>
                <a:spcPts val="0"/>
              </a:spcAft>
              <a:buClr>
                <a:schemeClr val="dk1"/>
              </a:buClr>
              <a:buSzPts val="1800"/>
              <a:buChar char="•"/>
              <a:defRPr/>
            </a:lvl2pPr>
            <a:lvl3pPr marL="578644" lvl="2" indent="-144661" algn="l">
              <a:lnSpc>
                <a:spcPct val="90000"/>
              </a:lnSpc>
              <a:spcBef>
                <a:spcPts val="211"/>
              </a:spcBef>
              <a:spcAft>
                <a:spcPts val="0"/>
              </a:spcAft>
              <a:buClr>
                <a:schemeClr val="dk1"/>
              </a:buClr>
              <a:buSzPts val="1800"/>
              <a:buChar char="•"/>
              <a:defRPr/>
            </a:lvl3pPr>
            <a:lvl4pPr marL="771525" lvl="3" indent="-144661" algn="l">
              <a:lnSpc>
                <a:spcPct val="90000"/>
              </a:lnSpc>
              <a:spcBef>
                <a:spcPts val="211"/>
              </a:spcBef>
              <a:spcAft>
                <a:spcPts val="0"/>
              </a:spcAft>
              <a:buClr>
                <a:schemeClr val="dk1"/>
              </a:buClr>
              <a:buSzPts val="1800"/>
              <a:buChar char="•"/>
              <a:defRPr/>
            </a:lvl4pPr>
            <a:lvl5pPr marL="964406" lvl="4" indent="-144661" algn="l">
              <a:lnSpc>
                <a:spcPct val="90000"/>
              </a:lnSpc>
              <a:spcBef>
                <a:spcPts val="211"/>
              </a:spcBef>
              <a:spcAft>
                <a:spcPts val="0"/>
              </a:spcAft>
              <a:buClr>
                <a:schemeClr val="dk1"/>
              </a:buClr>
              <a:buSzPts val="1800"/>
              <a:buChar char="•"/>
              <a:defRPr/>
            </a:lvl5pPr>
            <a:lvl6pPr marL="1157288" lvl="5" indent="-144661" algn="l">
              <a:lnSpc>
                <a:spcPct val="90000"/>
              </a:lnSpc>
              <a:spcBef>
                <a:spcPts val="211"/>
              </a:spcBef>
              <a:spcAft>
                <a:spcPts val="0"/>
              </a:spcAft>
              <a:buClr>
                <a:schemeClr val="dk1"/>
              </a:buClr>
              <a:buSzPts val="1800"/>
              <a:buChar char="•"/>
              <a:defRPr/>
            </a:lvl6pPr>
            <a:lvl7pPr marL="1350169" lvl="6" indent="-144661" algn="l">
              <a:lnSpc>
                <a:spcPct val="90000"/>
              </a:lnSpc>
              <a:spcBef>
                <a:spcPts val="211"/>
              </a:spcBef>
              <a:spcAft>
                <a:spcPts val="0"/>
              </a:spcAft>
              <a:buClr>
                <a:schemeClr val="dk1"/>
              </a:buClr>
              <a:buSzPts val="1800"/>
              <a:buChar char="•"/>
              <a:defRPr/>
            </a:lvl7pPr>
            <a:lvl8pPr marL="1543050" lvl="7" indent="-144661" algn="l">
              <a:lnSpc>
                <a:spcPct val="90000"/>
              </a:lnSpc>
              <a:spcBef>
                <a:spcPts val="211"/>
              </a:spcBef>
              <a:spcAft>
                <a:spcPts val="0"/>
              </a:spcAft>
              <a:buClr>
                <a:schemeClr val="dk1"/>
              </a:buClr>
              <a:buSzPts val="1800"/>
              <a:buChar char="•"/>
              <a:defRPr/>
            </a:lvl8pPr>
            <a:lvl9pPr marL="1735931" lvl="8" indent="-144661" algn="l">
              <a:lnSpc>
                <a:spcPct val="90000"/>
              </a:lnSpc>
              <a:spcBef>
                <a:spcPts val="211"/>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59140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56"/>
        <p:cNvGrpSpPr/>
        <p:nvPr/>
      </p:nvGrpSpPr>
      <p:grpSpPr>
        <a:xfrm>
          <a:off x="0" y="0"/>
          <a:ext cx="0" cy="0"/>
          <a:chOff x="0" y="0"/>
          <a:chExt cx="0" cy="0"/>
        </a:xfrm>
      </p:grpSpPr>
      <p:sp>
        <p:nvSpPr>
          <p:cNvPr id="57" name="Google Shape;57;p110"/>
          <p:cNvSpPr txBox="1"/>
          <p:nvPr/>
        </p:nvSpPr>
        <p:spPr>
          <a:xfrm>
            <a:off x="8153400" y="6550026"/>
            <a:ext cx="990600" cy="147197"/>
          </a:xfrm>
          <a:prstGeom prst="rect">
            <a:avLst/>
          </a:prstGeom>
          <a:noFill/>
          <a:ln>
            <a:noFill/>
          </a:ln>
        </p:spPr>
        <p:txBody>
          <a:bodyPr spcFirstLastPara="1" wrap="square" lIns="51427" tIns="25706" rIns="51427" bIns="25706" anchor="t" anchorCtr="0">
            <a:spAutoFit/>
          </a:bodyPr>
          <a:lstStyle/>
          <a:p>
            <a:pPr marL="0" marR="0" lvl="0" indent="0" algn="r" defTabSz="514350" rtl="0" eaLnBrk="1" fontAlgn="auto" latinLnBrk="0" hangingPunct="1">
              <a:lnSpc>
                <a:spcPct val="100000"/>
              </a:lnSpc>
              <a:spcBef>
                <a:spcPts val="0"/>
              </a:spcBef>
              <a:spcAft>
                <a:spcPts val="0"/>
              </a:spcAft>
              <a:buClrTx/>
              <a:buSzTx/>
              <a:buFontTx/>
              <a:buNone/>
              <a:tabLst/>
              <a:defRPr/>
            </a:pPr>
            <a:r>
              <a:rPr kumimoji="0" lang="en-US" sz="619"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619"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619"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58" name="Google Shape;58;p110"/>
          <p:cNvGrpSpPr/>
          <p:nvPr/>
        </p:nvGrpSpPr>
        <p:grpSpPr>
          <a:xfrm>
            <a:off x="2084388" y="6550028"/>
            <a:ext cx="7059612"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6629403" y="1"/>
            <a:ext cx="2193925" cy="692151"/>
          </a:xfrm>
          <a:prstGeom prst="rect">
            <a:avLst/>
          </a:prstGeom>
          <a:noFill/>
          <a:ln>
            <a:noFill/>
          </a:ln>
        </p:spPr>
      </p:pic>
      <p:grpSp>
        <p:nvGrpSpPr>
          <p:cNvPr id="63" name="Google Shape;63;p110"/>
          <p:cNvGrpSpPr/>
          <p:nvPr/>
        </p:nvGrpSpPr>
        <p:grpSpPr>
          <a:xfrm>
            <a:off x="2133600" y="6553201"/>
            <a:ext cx="7010400" cy="46039"/>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grpSp>
        <p:nvGrpSpPr>
          <p:cNvPr id="67" name="Google Shape;67;p110"/>
          <p:cNvGrpSpPr/>
          <p:nvPr/>
        </p:nvGrpSpPr>
        <p:grpSpPr>
          <a:xfrm>
            <a:off x="0" y="1295401"/>
            <a:ext cx="7010400" cy="46039"/>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20817970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4" name="TextBox 3"/>
          <p:cNvSpPr txBox="1"/>
          <p:nvPr/>
        </p:nvSpPr>
        <p:spPr>
          <a:xfrm>
            <a:off x="3276600" y="6596066"/>
            <a:ext cx="5867400" cy="187615"/>
          </a:xfrm>
          <a:prstGeom prst="rect">
            <a:avLst/>
          </a:prstGeom>
          <a:noFill/>
        </p:spPr>
        <p:txBody>
          <a:bodyPr>
            <a:spAutoFit/>
          </a:bodyPr>
          <a:lstStyle/>
          <a:p>
            <a:pPr marL="0" marR="0" lvl="0" indent="0" algn="r" defTabSz="514350" rtl="0" eaLnBrk="1" fontAlgn="auto" latinLnBrk="0" hangingPunct="1">
              <a:lnSpc>
                <a:spcPct val="100000"/>
              </a:lnSpc>
              <a:spcBef>
                <a:spcPts val="0"/>
              </a:spcBef>
              <a:spcAft>
                <a:spcPts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sym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sym typeface="Arial"/>
              </a:rPr>
              <a:t>Pilani, Pilani Campus</a:t>
            </a:r>
          </a:p>
        </p:txBody>
      </p:sp>
      <p:grpSp>
        <p:nvGrpSpPr>
          <p:cNvPr id="5" name="Group 11"/>
          <p:cNvGrpSpPr>
            <a:grpSpLocks/>
          </p:cNvGrpSpPr>
          <p:nvPr/>
        </p:nvGrpSpPr>
        <p:grpSpPr bwMode="auto">
          <a:xfrm>
            <a:off x="2084388" y="6550028"/>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3" y="1"/>
            <a:ext cx="2193925" cy="692151"/>
          </a:xfrm>
          <a:prstGeom prst="rect">
            <a:avLst/>
          </a:prstGeom>
          <a:noFill/>
          <a:ln w="9525">
            <a:noFill/>
            <a:miter lim="800000"/>
            <a:headEnd/>
            <a:tailEnd/>
          </a:ln>
        </p:spPr>
      </p:pic>
      <p:grpSp>
        <p:nvGrpSpPr>
          <p:cNvPr id="10" name="Group 18"/>
          <p:cNvGrpSpPr>
            <a:grpSpLocks/>
          </p:cNvGrpSpPr>
          <p:nvPr/>
        </p:nvGrpSpPr>
        <p:grpSpPr bwMode="auto">
          <a:xfrm>
            <a:off x="2133600" y="6553201"/>
            <a:ext cx="7010400" cy="4603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grpSp>
      <p:grpSp>
        <p:nvGrpSpPr>
          <p:cNvPr id="14" name="Group 22"/>
          <p:cNvGrpSpPr>
            <a:grpSpLocks/>
          </p:cNvGrpSpPr>
          <p:nvPr/>
        </p:nvGrpSpPr>
        <p:grpSpPr bwMode="auto">
          <a:xfrm>
            <a:off x="0" y="1295401"/>
            <a:ext cx="7010400" cy="4603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sym typeface="Arial"/>
              </a:endParaRPr>
            </a:p>
          </p:txBody>
        </p:sp>
      </p:grpSp>
      <p:sp>
        <p:nvSpPr>
          <p:cNvPr id="3" name="Content Placeholder 2"/>
          <p:cNvSpPr>
            <a:spLocks noGrp="1"/>
          </p:cNvSpPr>
          <p:nvPr>
            <p:ph idx="1"/>
          </p:nvPr>
        </p:nvSpPr>
        <p:spPr>
          <a:xfrm>
            <a:off x="304800" y="1493840"/>
            <a:ext cx="82296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025"/>
              </a:lnSpc>
              <a:spcBef>
                <a:spcPts val="0"/>
              </a:spcBef>
              <a:buNone/>
              <a:defRPr sz="2025" b="1" spc="-85"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0817112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3" y="3"/>
            <a:ext cx="7059613"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6629403" y="1"/>
            <a:ext cx="2193925" cy="692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1"/>
            <a:ext cx="7010400" cy="46039"/>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1"/>
            <a:ext cx="7010400" cy="46039"/>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x-none" altLang="x-none" sz="9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253672858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ection header" type="secHead">
  <p:cSld name="2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867800"/>
            <a:ext cx="85206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2700"/>
            </a:lvl1pPr>
            <a:lvl2pPr lvl="1" algn="ctr">
              <a:spcBef>
                <a:spcPts val="0"/>
              </a:spcBef>
              <a:spcAft>
                <a:spcPts val="0"/>
              </a:spcAft>
              <a:buSzPts val="3600"/>
              <a:buNone/>
              <a:defRPr sz="2700"/>
            </a:lvl2pPr>
            <a:lvl3pPr lvl="2" algn="ctr">
              <a:spcBef>
                <a:spcPts val="0"/>
              </a:spcBef>
              <a:spcAft>
                <a:spcPts val="0"/>
              </a:spcAft>
              <a:buSzPts val="3600"/>
              <a:buNone/>
              <a:defRPr sz="2700"/>
            </a:lvl3pPr>
            <a:lvl4pPr lvl="3" algn="ctr">
              <a:spcBef>
                <a:spcPts val="0"/>
              </a:spcBef>
              <a:spcAft>
                <a:spcPts val="0"/>
              </a:spcAft>
              <a:buSzPts val="3600"/>
              <a:buNone/>
              <a:defRPr sz="2700"/>
            </a:lvl4pPr>
            <a:lvl5pPr lvl="4" algn="ctr">
              <a:spcBef>
                <a:spcPts val="0"/>
              </a:spcBef>
              <a:spcAft>
                <a:spcPts val="0"/>
              </a:spcAft>
              <a:buSzPts val="3600"/>
              <a:buNone/>
              <a:defRPr sz="2700"/>
            </a:lvl5pPr>
            <a:lvl6pPr lvl="5" algn="ctr">
              <a:spcBef>
                <a:spcPts val="0"/>
              </a:spcBef>
              <a:spcAft>
                <a:spcPts val="0"/>
              </a:spcAft>
              <a:buSzPts val="3600"/>
              <a:buNone/>
              <a:defRPr sz="2700"/>
            </a:lvl6pPr>
            <a:lvl7pPr lvl="6" algn="ctr">
              <a:spcBef>
                <a:spcPts val="0"/>
              </a:spcBef>
              <a:spcAft>
                <a:spcPts val="0"/>
              </a:spcAft>
              <a:buSzPts val="3600"/>
              <a:buNone/>
              <a:defRPr sz="2700"/>
            </a:lvl7pPr>
            <a:lvl8pPr lvl="7" algn="ctr">
              <a:spcBef>
                <a:spcPts val="0"/>
              </a:spcBef>
              <a:spcAft>
                <a:spcPts val="0"/>
              </a:spcAft>
              <a:buSzPts val="3600"/>
              <a:buNone/>
              <a:defRPr sz="2700"/>
            </a:lvl8pPr>
            <a:lvl9pPr lvl="8" algn="ctr">
              <a:spcBef>
                <a:spcPts val="0"/>
              </a:spcBef>
              <a:spcAft>
                <a:spcPts val="0"/>
              </a:spcAft>
              <a:buSzPts val="3600"/>
              <a:buNone/>
              <a:defRPr sz="2700"/>
            </a:lvl9pPr>
          </a:lstStyle>
          <a:p>
            <a:endParaRPr/>
          </a:p>
        </p:txBody>
      </p:sp>
      <p:sp>
        <p:nvSpPr>
          <p:cNvPr id="15" name="Google Shape;15;p3"/>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defTabSz="514350">
              <a:buClrTx/>
              <a:defRPr/>
            </a:pPr>
            <a:fld id="{00000000-1234-1234-1234-123412341234}" type="slidenum">
              <a:rPr lang="en" sz="1013" kern="1200" smtClean="0">
                <a:solidFill>
                  <a:prstClr val="black"/>
                </a:solidFill>
                <a:latin typeface="Calibri"/>
                <a:ea typeface="+mn-ea"/>
              </a:rPr>
              <a:pPr algn="r" defTabSz="514350">
                <a:buClrTx/>
                <a:defRPr/>
              </a:pPr>
              <a:t>‹#›</a:t>
            </a:fld>
            <a:endParaRPr lang="en" sz="1013" kern="1200">
              <a:solidFill>
                <a:prstClr val="black"/>
              </a:solidFill>
              <a:latin typeface="Calibri"/>
              <a:ea typeface="+mn-ea"/>
            </a:endParaRPr>
          </a:p>
        </p:txBody>
      </p:sp>
    </p:spTree>
    <p:extLst>
      <p:ext uri="{BB962C8B-B14F-4D97-AF65-F5344CB8AC3E}">
        <p14:creationId xmlns:p14="http://schemas.microsoft.com/office/powerpoint/2010/main" val="16871636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2"/>
        <p:cNvGrpSpPr/>
        <p:nvPr/>
      </p:nvGrpSpPr>
      <p:grpSpPr>
        <a:xfrm>
          <a:off x="0" y="0"/>
          <a:ext cx="0" cy="0"/>
          <a:chOff x="0" y="0"/>
          <a:chExt cx="0" cy="0"/>
        </a:xfrm>
      </p:grpSpPr>
      <p:sp>
        <p:nvSpPr>
          <p:cNvPr id="13" name="Google Shape;13;p98"/>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98"/>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98"/>
          <p:cNvSpPr txBox="1">
            <a:spLocks noGrp="1"/>
          </p:cNvSpPr>
          <p:nvPr>
            <p:ph type="sldNum" idx="12"/>
          </p:nvPr>
        </p:nvSpPr>
        <p:spPr>
          <a:xfrm>
            <a:off x="6583680" y="6377940"/>
            <a:ext cx="2103120" cy="43935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80321419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99"/>
          <p:cNvSpPr txBox="1">
            <a:spLocks noGrp="1"/>
          </p:cNvSpPr>
          <p:nvPr>
            <p:ph type="title"/>
          </p:nvPr>
        </p:nvSpPr>
        <p:spPr>
          <a:xfrm>
            <a:off x="151136" y="193461"/>
            <a:ext cx="8841724" cy="41485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696" b="0" i="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99"/>
          <p:cNvSpPr txBox="1">
            <a:spLocks noGrp="1"/>
          </p:cNvSpPr>
          <p:nvPr>
            <p:ph type="body" idx="1"/>
          </p:nvPr>
        </p:nvSpPr>
        <p:spPr>
          <a:xfrm>
            <a:off x="982033" y="2304329"/>
            <a:ext cx="7555885" cy="256224"/>
          </a:xfrm>
          <a:prstGeom prst="rect">
            <a:avLst/>
          </a:prstGeom>
          <a:noFill/>
          <a:ln>
            <a:noFill/>
          </a:ln>
        </p:spPr>
        <p:txBody>
          <a:bodyPr spcFirstLastPara="1" wrap="square" lIns="0" tIns="0" rIns="0" bIns="0" anchor="t" anchorCtr="0">
            <a:spAutoFit/>
          </a:bodyPr>
          <a:lstStyle>
            <a:lvl1pPr marL="725073" lvl="0" indent="-362537" algn="l">
              <a:lnSpc>
                <a:spcPct val="100000"/>
              </a:lnSpc>
              <a:spcBef>
                <a:spcPts val="0"/>
              </a:spcBef>
              <a:spcAft>
                <a:spcPts val="0"/>
              </a:spcAft>
              <a:buSzPts val="1400"/>
              <a:buNone/>
              <a:defRPr sz="1665" b="0" i="0">
                <a:solidFill>
                  <a:schemeClr val="dk1"/>
                </a:solidFill>
                <a:latin typeface="Helvetica Neue"/>
                <a:ea typeface="Helvetica Neue"/>
                <a:cs typeface="Helvetica Neue"/>
                <a:sym typeface="Helvetica Neue"/>
              </a:defRPr>
            </a:lvl1pPr>
            <a:lvl2pPr marL="1450147" lvl="1" indent="-362537" algn="l">
              <a:lnSpc>
                <a:spcPct val="100000"/>
              </a:lnSpc>
              <a:spcBef>
                <a:spcPts val="0"/>
              </a:spcBef>
              <a:spcAft>
                <a:spcPts val="0"/>
              </a:spcAft>
              <a:buSzPts val="1400"/>
              <a:buNone/>
              <a:defRPr/>
            </a:lvl2pPr>
            <a:lvl3pPr marL="2175220" lvl="2" indent="-362537" algn="l">
              <a:lnSpc>
                <a:spcPct val="100000"/>
              </a:lnSpc>
              <a:spcBef>
                <a:spcPts val="0"/>
              </a:spcBef>
              <a:spcAft>
                <a:spcPts val="0"/>
              </a:spcAft>
              <a:buSzPts val="1400"/>
              <a:buNone/>
              <a:defRPr/>
            </a:lvl3pPr>
            <a:lvl4pPr marL="2900294" lvl="3" indent="-362537" algn="l">
              <a:lnSpc>
                <a:spcPct val="100000"/>
              </a:lnSpc>
              <a:spcBef>
                <a:spcPts val="0"/>
              </a:spcBef>
              <a:spcAft>
                <a:spcPts val="0"/>
              </a:spcAft>
              <a:buSzPts val="1400"/>
              <a:buNone/>
              <a:defRPr/>
            </a:lvl4pPr>
            <a:lvl5pPr marL="3625367" lvl="4" indent="-362537" algn="l">
              <a:lnSpc>
                <a:spcPct val="100000"/>
              </a:lnSpc>
              <a:spcBef>
                <a:spcPts val="0"/>
              </a:spcBef>
              <a:spcAft>
                <a:spcPts val="0"/>
              </a:spcAft>
              <a:buSzPts val="1400"/>
              <a:buNone/>
              <a:defRPr/>
            </a:lvl5pPr>
            <a:lvl6pPr marL="4350441" lvl="5" indent="-362537" algn="l">
              <a:lnSpc>
                <a:spcPct val="100000"/>
              </a:lnSpc>
              <a:spcBef>
                <a:spcPts val="0"/>
              </a:spcBef>
              <a:spcAft>
                <a:spcPts val="0"/>
              </a:spcAft>
              <a:buSzPts val="1400"/>
              <a:buNone/>
              <a:defRPr/>
            </a:lvl6pPr>
            <a:lvl7pPr marL="5075514" lvl="6" indent="-362537" algn="l">
              <a:lnSpc>
                <a:spcPct val="100000"/>
              </a:lnSpc>
              <a:spcBef>
                <a:spcPts val="0"/>
              </a:spcBef>
              <a:spcAft>
                <a:spcPts val="0"/>
              </a:spcAft>
              <a:buSzPts val="1400"/>
              <a:buNone/>
              <a:defRPr/>
            </a:lvl7pPr>
            <a:lvl8pPr marL="5800588" lvl="7" indent="-362537" algn="l">
              <a:lnSpc>
                <a:spcPct val="100000"/>
              </a:lnSpc>
              <a:spcBef>
                <a:spcPts val="0"/>
              </a:spcBef>
              <a:spcAft>
                <a:spcPts val="0"/>
              </a:spcAft>
              <a:buSzPts val="1400"/>
              <a:buNone/>
              <a:defRPr/>
            </a:lvl8pPr>
            <a:lvl9pPr marL="6525661" lvl="8" indent="-362537" algn="l">
              <a:lnSpc>
                <a:spcPct val="100000"/>
              </a:lnSpc>
              <a:spcBef>
                <a:spcPts val="0"/>
              </a:spcBef>
              <a:spcAft>
                <a:spcPts val="0"/>
              </a:spcAft>
              <a:buSzPts val="1400"/>
              <a:buNone/>
              <a:defRPr/>
            </a:lvl9pPr>
          </a:lstStyle>
          <a:p>
            <a:endParaRPr/>
          </a:p>
        </p:txBody>
      </p:sp>
      <p:sp>
        <p:nvSpPr>
          <p:cNvPr id="19" name="Google Shape;19;p99"/>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99"/>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9"/>
          <p:cNvSpPr txBox="1">
            <a:spLocks noGrp="1"/>
          </p:cNvSpPr>
          <p:nvPr>
            <p:ph type="sldNum" idx="12"/>
          </p:nvPr>
        </p:nvSpPr>
        <p:spPr>
          <a:xfrm>
            <a:off x="6583680" y="6377940"/>
            <a:ext cx="2103120" cy="43935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4269647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3"/>
        <p:cNvGrpSpPr/>
        <p:nvPr/>
      </p:nvGrpSpPr>
      <p:grpSpPr>
        <a:xfrm>
          <a:off x="0" y="0"/>
          <a:ext cx="0" cy="0"/>
          <a:chOff x="0" y="0"/>
          <a:chExt cx="0" cy="0"/>
        </a:xfrm>
      </p:grpSpPr>
      <p:sp>
        <p:nvSpPr>
          <p:cNvPr id="34" name="Google Shape;34;p102"/>
          <p:cNvSpPr txBox="1">
            <a:spLocks noGrp="1"/>
          </p:cNvSpPr>
          <p:nvPr>
            <p:ph type="title"/>
          </p:nvPr>
        </p:nvSpPr>
        <p:spPr>
          <a:xfrm>
            <a:off x="151136" y="193461"/>
            <a:ext cx="8841724" cy="41485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696" b="0" i="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2"/>
          <p:cNvSpPr txBox="1">
            <a:spLocks noGrp="1"/>
          </p:cNvSpPr>
          <p:nvPr>
            <p:ph type="body" idx="1"/>
          </p:nvPr>
        </p:nvSpPr>
        <p:spPr>
          <a:xfrm>
            <a:off x="457201" y="1577340"/>
            <a:ext cx="3977640" cy="161583"/>
          </a:xfrm>
          <a:prstGeom prst="rect">
            <a:avLst/>
          </a:prstGeom>
          <a:noFill/>
          <a:ln>
            <a:noFill/>
          </a:ln>
        </p:spPr>
        <p:txBody>
          <a:bodyPr spcFirstLastPara="1" wrap="square" lIns="0" tIns="0" rIns="0" bIns="0" anchor="t" anchorCtr="0">
            <a:spAutoFit/>
          </a:bodyPr>
          <a:lstStyle>
            <a:lvl1pPr marL="725073" lvl="0" indent="-362537" algn="l">
              <a:lnSpc>
                <a:spcPct val="100000"/>
              </a:lnSpc>
              <a:spcBef>
                <a:spcPts val="0"/>
              </a:spcBef>
              <a:spcAft>
                <a:spcPts val="0"/>
              </a:spcAft>
              <a:buSzPts val="1400"/>
              <a:buNone/>
              <a:defRPr/>
            </a:lvl1pPr>
            <a:lvl2pPr marL="1450147" lvl="1" indent="-362537" algn="l">
              <a:lnSpc>
                <a:spcPct val="100000"/>
              </a:lnSpc>
              <a:spcBef>
                <a:spcPts val="0"/>
              </a:spcBef>
              <a:spcAft>
                <a:spcPts val="0"/>
              </a:spcAft>
              <a:buSzPts val="1400"/>
              <a:buNone/>
              <a:defRPr/>
            </a:lvl2pPr>
            <a:lvl3pPr marL="2175220" lvl="2" indent="-362537" algn="l">
              <a:lnSpc>
                <a:spcPct val="100000"/>
              </a:lnSpc>
              <a:spcBef>
                <a:spcPts val="0"/>
              </a:spcBef>
              <a:spcAft>
                <a:spcPts val="0"/>
              </a:spcAft>
              <a:buSzPts val="1400"/>
              <a:buNone/>
              <a:defRPr/>
            </a:lvl3pPr>
            <a:lvl4pPr marL="2900294" lvl="3" indent="-362537" algn="l">
              <a:lnSpc>
                <a:spcPct val="100000"/>
              </a:lnSpc>
              <a:spcBef>
                <a:spcPts val="0"/>
              </a:spcBef>
              <a:spcAft>
                <a:spcPts val="0"/>
              </a:spcAft>
              <a:buSzPts val="1400"/>
              <a:buNone/>
              <a:defRPr/>
            </a:lvl4pPr>
            <a:lvl5pPr marL="3625367" lvl="4" indent="-362537" algn="l">
              <a:lnSpc>
                <a:spcPct val="100000"/>
              </a:lnSpc>
              <a:spcBef>
                <a:spcPts val="0"/>
              </a:spcBef>
              <a:spcAft>
                <a:spcPts val="0"/>
              </a:spcAft>
              <a:buSzPts val="1400"/>
              <a:buNone/>
              <a:defRPr/>
            </a:lvl5pPr>
            <a:lvl6pPr marL="4350441" lvl="5" indent="-362537" algn="l">
              <a:lnSpc>
                <a:spcPct val="100000"/>
              </a:lnSpc>
              <a:spcBef>
                <a:spcPts val="0"/>
              </a:spcBef>
              <a:spcAft>
                <a:spcPts val="0"/>
              </a:spcAft>
              <a:buSzPts val="1400"/>
              <a:buNone/>
              <a:defRPr/>
            </a:lvl6pPr>
            <a:lvl7pPr marL="5075514" lvl="6" indent="-362537" algn="l">
              <a:lnSpc>
                <a:spcPct val="100000"/>
              </a:lnSpc>
              <a:spcBef>
                <a:spcPts val="0"/>
              </a:spcBef>
              <a:spcAft>
                <a:spcPts val="0"/>
              </a:spcAft>
              <a:buSzPts val="1400"/>
              <a:buNone/>
              <a:defRPr/>
            </a:lvl7pPr>
            <a:lvl8pPr marL="5800588" lvl="7" indent="-362537" algn="l">
              <a:lnSpc>
                <a:spcPct val="100000"/>
              </a:lnSpc>
              <a:spcBef>
                <a:spcPts val="0"/>
              </a:spcBef>
              <a:spcAft>
                <a:spcPts val="0"/>
              </a:spcAft>
              <a:buSzPts val="1400"/>
              <a:buNone/>
              <a:defRPr/>
            </a:lvl8pPr>
            <a:lvl9pPr marL="6525661" lvl="8" indent="-362537" algn="l">
              <a:lnSpc>
                <a:spcPct val="100000"/>
              </a:lnSpc>
              <a:spcBef>
                <a:spcPts val="0"/>
              </a:spcBef>
              <a:spcAft>
                <a:spcPts val="0"/>
              </a:spcAft>
              <a:buSzPts val="1400"/>
              <a:buNone/>
              <a:defRPr/>
            </a:lvl9pPr>
          </a:lstStyle>
          <a:p>
            <a:endParaRPr/>
          </a:p>
        </p:txBody>
      </p:sp>
      <p:sp>
        <p:nvSpPr>
          <p:cNvPr id="36" name="Google Shape;36;p102"/>
          <p:cNvSpPr txBox="1">
            <a:spLocks noGrp="1"/>
          </p:cNvSpPr>
          <p:nvPr>
            <p:ph type="body" idx="2"/>
          </p:nvPr>
        </p:nvSpPr>
        <p:spPr>
          <a:xfrm>
            <a:off x="4709161" y="1577340"/>
            <a:ext cx="3977640" cy="161583"/>
          </a:xfrm>
          <a:prstGeom prst="rect">
            <a:avLst/>
          </a:prstGeom>
          <a:noFill/>
          <a:ln>
            <a:noFill/>
          </a:ln>
        </p:spPr>
        <p:txBody>
          <a:bodyPr spcFirstLastPara="1" wrap="square" lIns="0" tIns="0" rIns="0" bIns="0" anchor="t" anchorCtr="0">
            <a:spAutoFit/>
          </a:bodyPr>
          <a:lstStyle>
            <a:lvl1pPr marL="725073" lvl="0" indent="-362537" algn="l">
              <a:lnSpc>
                <a:spcPct val="100000"/>
              </a:lnSpc>
              <a:spcBef>
                <a:spcPts val="0"/>
              </a:spcBef>
              <a:spcAft>
                <a:spcPts val="0"/>
              </a:spcAft>
              <a:buSzPts val="1400"/>
              <a:buNone/>
              <a:defRPr/>
            </a:lvl1pPr>
            <a:lvl2pPr marL="1450147" lvl="1" indent="-362537" algn="l">
              <a:lnSpc>
                <a:spcPct val="100000"/>
              </a:lnSpc>
              <a:spcBef>
                <a:spcPts val="0"/>
              </a:spcBef>
              <a:spcAft>
                <a:spcPts val="0"/>
              </a:spcAft>
              <a:buSzPts val="1400"/>
              <a:buNone/>
              <a:defRPr/>
            </a:lvl2pPr>
            <a:lvl3pPr marL="2175220" lvl="2" indent="-362537" algn="l">
              <a:lnSpc>
                <a:spcPct val="100000"/>
              </a:lnSpc>
              <a:spcBef>
                <a:spcPts val="0"/>
              </a:spcBef>
              <a:spcAft>
                <a:spcPts val="0"/>
              </a:spcAft>
              <a:buSzPts val="1400"/>
              <a:buNone/>
              <a:defRPr/>
            </a:lvl3pPr>
            <a:lvl4pPr marL="2900294" lvl="3" indent="-362537" algn="l">
              <a:lnSpc>
                <a:spcPct val="100000"/>
              </a:lnSpc>
              <a:spcBef>
                <a:spcPts val="0"/>
              </a:spcBef>
              <a:spcAft>
                <a:spcPts val="0"/>
              </a:spcAft>
              <a:buSzPts val="1400"/>
              <a:buNone/>
              <a:defRPr/>
            </a:lvl4pPr>
            <a:lvl5pPr marL="3625367" lvl="4" indent="-362537" algn="l">
              <a:lnSpc>
                <a:spcPct val="100000"/>
              </a:lnSpc>
              <a:spcBef>
                <a:spcPts val="0"/>
              </a:spcBef>
              <a:spcAft>
                <a:spcPts val="0"/>
              </a:spcAft>
              <a:buSzPts val="1400"/>
              <a:buNone/>
              <a:defRPr/>
            </a:lvl5pPr>
            <a:lvl6pPr marL="4350441" lvl="5" indent="-362537" algn="l">
              <a:lnSpc>
                <a:spcPct val="100000"/>
              </a:lnSpc>
              <a:spcBef>
                <a:spcPts val="0"/>
              </a:spcBef>
              <a:spcAft>
                <a:spcPts val="0"/>
              </a:spcAft>
              <a:buSzPts val="1400"/>
              <a:buNone/>
              <a:defRPr/>
            </a:lvl6pPr>
            <a:lvl7pPr marL="5075514" lvl="6" indent="-362537" algn="l">
              <a:lnSpc>
                <a:spcPct val="100000"/>
              </a:lnSpc>
              <a:spcBef>
                <a:spcPts val="0"/>
              </a:spcBef>
              <a:spcAft>
                <a:spcPts val="0"/>
              </a:spcAft>
              <a:buSzPts val="1400"/>
              <a:buNone/>
              <a:defRPr/>
            </a:lvl7pPr>
            <a:lvl8pPr marL="5800588" lvl="7" indent="-362537" algn="l">
              <a:lnSpc>
                <a:spcPct val="100000"/>
              </a:lnSpc>
              <a:spcBef>
                <a:spcPts val="0"/>
              </a:spcBef>
              <a:spcAft>
                <a:spcPts val="0"/>
              </a:spcAft>
              <a:buSzPts val="1400"/>
              <a:buNone/>
              <a:defRPr/>
            </a:lvl8pPr>
            <a:lvl9pPr marL="6525661" lvl="8" indent="-362537" algn="l">
              <a:lnSpc>
                <a:spcPct val="100000"/>
              </a:lnSpc>
              <a:spcBef>
                <a:spcPts val="0"/>
              </a:spcBef>
              <a:spcAft>
                <a:spcPts val="0"/>
              </a:spcAft>
              <a:buSzPts val="1400"/>
              <a:buNone/>
              <a:defRPr/>
            </a:lvl9pPr>
          </a:lstStyle>
          <a:p>
            <a:endParaRPr/>
          </a:p>
        </p:txBody>
      </p:sp>
      <p:sp>
        <p:nvSpPr>
          <p:cNvPr id="37" name="Google Shape;37;p102"/>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2"/>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2"/>
          <p:cNvSpPr txBox="1">
            <a:spLocks noGrp="1"/>
          </p:cNvSpPr>
          <p:nvPr>
            <p:ph type="sldNum" idx="12"/>
          </p:nvPr>
        </p:nvSpPr>
        <p:spPr>
          <a:xfrm>
            <a:off x="6583680" y="6377940"/>
            <a:ext cx="2103120" cy="43935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220884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8179872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4203904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40688494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94424939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267546304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262963182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5"/>
              <a:t> </a:t>
            </a:r>
            <a:r>
              <a:rPr lang="en-IN"/>
              <a:t>Pilani</a:t>
            </a:r>
            <a:r>
              <a:rPr lang="en-IN" spc="-24"/>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786"/>
            <a:ext cx="8160907" cy="415627"/>
          </a:xfrm>
          <a:prstGeom prst="rect">
            <a:avLst/>
          </a:prstGeom>
        </p:spPr>
        <p:txBody>
          <a:bodyPr anchor="ctr"/>
          <a:lstStyle>
            <a:lvl1pPr algn="l">
              <a:defRPr sz="2701"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5406560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48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5"/>
              <a:t> </a:t>
            </a:r>
            <a:r>
              <a:rPr lang="en-IN"/>
              <a:t>Pilani</a:t>
            </a:r>
            <a:r>
              <a:rPr lang="en-IN" spc="-24"/>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786"/>
            <a:ext cx="8160907" cy="415627"/>
          </a:xfrm>
          <a:prstGeom prst="rect">
            <a:avLst/>
          </a:prstGeom>
        </p:spPr>
        <p:txBody>
          <a:bodyPr anchor="ctr"/>
          <a:lstStyle>
            <a:lvl1pPr algn="l">
              <a:defRPr sz="2701"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49210194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9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5"/>
              <a:t> </a:t>
            </a:r>
            <a:r>
              <a:rPr lang="en-IN"/>
              <a:t>Pilani</a:t>
            </a:r>
            <a:r>
              <a:rPr lang="en-IN" spc="-24"/>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786"/>
            <a:ext cx="8160907" cy="415627"/>
          </a:xfrm>
          <a:prstGeom prst="rect">
            <a:avLst/>
          </a:prstGeom>
        </p:spPr>
        <p:txBody>
          <a:bodyPr anchor="ctr"/>
          <a:lstStyle>
            <a:lvl1pPr algn="l">
              <a:defRPr sz="2701"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31748693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50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5"/>
              <a:t> </a:t>
            </a:r>
            <a:r>
              <a:rPr lang="en-IN"/>
              <a:t>Pilani</a:t>
            </a:r>
            <a:r>
              <a:rPr lang="en-IN" spc="-24"/>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786"/>
            <a:ext cx="8160907" cy="415627"/>
          </a:xfrm>
          <a:prstGeom prst="rect">
            <a:avLst/>
          </a:prstGeom>
        </p:spPr>
        <p:txBody>
          <a:bodyPr anchor="ctr"/>
          <a:lstStyle>
            <a:lvl1pPr algn="l">
              <a:defRPr sz="2701"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13548953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51136" y="193461"/>
            <a:ext cx="8841724" cy="414857"/>
          </a:xfrm>
        </p:spPr>
        <p:txBody>
          <a:bodyPr lIns="0" tIns="0" rIns="0" bIns="0"/>
          <a:lstStyle>
            <a:lvl1pPr>
              <a:defRPr sz="2696" b="0" i="0">
                <a:solidFill>
                  <a:schemeClr val="bg1"/>
                </a:solidFill>
                <a:latin typeface="Calibri"/>
                <a:cs typeface="Calibri"/>
              </a:defRPr>
            </a:lvl1pPr>
          </a:lstStyle>
          <a:p>
            <a:endParaRPr/>
          </a:p>
        </p:txBody>
      </p:sp>
      <p:sp>
        <p:nvSpPr>
          <p:cNvPr id="3" name="Holder 3"/>
          <p:cNvSpPr>
            <a:spLocks noGrp="1"/>
          </p:cNvSpPr>
          <p:nvPr>
            <p:ph type="body" idx="1"/>
          </p:nvPr>
        </p:nvSpPr>
        <p:spPr>
          <a:xfrm>
            <a:off x="982033" y="2304329"/>
            <a:ext cx="7555885" cy="256224"/>
          </a:xfrm>
        </p:spPr>
        <p:txBody>
          <a:bodyPr lIns="0" tIns="0" rIns="0" bIns="0"/>
          <a:lstStyle>
            <a:lvl1pPr>
              <a:defRPr sz="1665" b="0" i="0">
                <a:solidFill>
                  <a:schemeClr val="tx1"/>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976002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156"/>
          <p:cNvSpPr txBox="1">
            <a:spLocks noGrp="1"/>
          </p:cNvSpPr>
          <p:nvPr>
            <p:ph type="title"/>
          </p:nvPr>
        </p:nvSpPr>
        <p:spPr>
          <a:xfrm>
            <a:off x="151137" y="231524"/>
            <a:ext cx="8354474" cy="41485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696"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6"/>
          <p:cNvSpPr txBox="1">
            <a:spLocks noGrp="1"/>
          </p:cNvSpPr>
          <p:nvPr>
            <p:ph type="body" idx="1"/>
          </p:nvPr>
        </p:nvSpPr>
        <p:spPr>
          <a:xfrm>
            <a:off x="550775" y="1373073"/>
            <a:ext cx="7967767" cy="256224"/>
          </a:xfrm>
          <a:prstGeom prst="rect">
            <a:avLst/>
          </a:prstGeom>
          <a:noFill/>
          <a:ln>
            <a:noFill/>
          </a:ln>
        </p:spPr>
        <p:txBody>
          <a:bodyPr spcFirstLastPara="1" wrap="square" lIns="0" tIns="0" rIns="0" bIns="0" anchor="t" anchorCtr="0">
            <a:spAutoFit/>
          </a:bodyPr>
          <a:lstStyle>
            <a:lvl1pPr marL="725073" lvl="0" indent="-362537" algn="l">
              <a:spcBef>
                <a:spcPts val="0"/>
              </a:spcBef>
              <a:spcAft>
                <a:spcPts val="0"/>
              </a:spcAft>
              <a:buSzPts val="1400"/>
              <a:buNone/>
              <a:defRPr sz="1665" b="0" i="0">
                <a:solidFill>
                  <a:srgbClr val="1B1472"/>
                </a:solidFill>
                <a:latin typeface="Arial"/>
                <a:ea typeface="Arial"/>
                <a:cs typeface="Arial"/>
                <a:sym typeface="Arial"/>
              </a:defRPr>
            </a:lvl1pPr>
            <a:lvl2pPr marL="1450147" lvl="1" indent="-362537" algn="l">
              <a:spcBef>
                <a:spcPts val="0"/>
              </a:spcBef>
              <a:spcAft>
                <a:spcPts val="0"/>
              </a:spcAft>
              <a:buSzPts val="1400"/>
              <a:buNone/>
              <a:defRPr/>
            </a:lvl2pPr>
            <a:lvl3pPr marL="2175220" lvl="2" indent="-362537" algn="l">
              <a:spcBef>
                <a:spcPts val="0"/>
              </a:spcBef>
              <a:spcAft>
                <a:spcPts val="0"/>
              </a:spcAft>
              <a:buSzPts val="1400"/>
              <a:buNone/>
              <a:defRPr/>
            </a:lvl3pPr>
            <a:lvl4pPr marL="2900294" lvl="3" indent="-362537" algn="l">
              <a:spcBef>
                <a:spcPts val="0"/>
              </a:spcBef>
              <a:spcAft>
                <a:spcPts val="0"/>
              </a:spcAft>
              <a:buSzPts val="1400"/>
              <a:buNone/>
              <a:defRPr/>
            </a:lvl4pPr>
            <a:lvl5pPr marL="3625367" lvl="4" indent="-362537" algn="l">
              <a:spcBef>
                <a:spcPts val="0"/>
              </a:spcBef>
              <a:spcAft>
                <a:spcPts val="0"/>
              </a:spcAft>
              <a:buSzPts val="1400"/>
              <a:buNone/>
              <a:defRPr/>
            </a:lvl5pPr>
            <a:lvl6pPr marL="4350441" lvl="5" indent="-362537" algn="l">
              <a:spcBef>
                <a:spcPts val="0"/>
              </a:spcBef>
              <a:spcAft>
                <a:spcPts val="0"/>
              </a:spcAft>
              <a:buSzPts val="1400"/>
              <a:buNone/>
              <a:defRPr/>
            </a:lvl6pPr>
            <a:lvl7pPr marL="5075514" lvl="6" indent="-362537" algn="l">
              <a:spcBef>
                <a:spcPts val="0"/>
              </a:spcBef>
              <a:spcAft>
                <a:spcPts val="0"/>
              </a:spcAft>
              <a:buSzPts val="1400"/>
              <a:buNone/>
              <a:defRPr/>
            </a:lvl7pPr>
            <a:lvl8pPr marL="5800588" lvl="7" indent="-362537" algn="l">
              <a:spcBef>
                <a:spcPts val="0"/>
              </a:spcBef>
              <a:spcAft>
                <a:spcPts val="0"/>
              </a:spcAft>
              <a:buSzPts val="1400"/>
              <a:buNone/>
              <a:defRPr/>
            </a:lvl8pPr>
            <a:lvl9pPr marL="6525661" lvl="8" indent="-362537" algn="l">
              <a:spcBef>
                <a:spcPts val="0"/>
              </a:spcBef>
              <a:spcAft>
                <a:spcPts val="0"/>
              </a:spcAft>
              <a:buSzPts val="1400"/>
              <a:buNone/>
              <a:defRPr/>
            </a:lvl9pPr>
          </a:lstStyle>
          <a:p>
            <a:endParaRPr/>
          </a:p>
        </p:txBody>
      </p:sp>
      <p:sp>
        <p:nvSpPr>
          <p:cNvPr id="19" name="Google Shape;19;p156"/>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56"/>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56"/>
          <p:cNvSpPr txBox="1">
            <a:spLocks noGrp="1"/>
          </p:cNvSpPr>
          <p:nvPr>
            <p:ph type="sldNum" idx="12"/>
          </p:nvPr>
        </p:nvSpPr>
        <p:spPr>
          <a:xfrm>
            <a:off x="7306387" y="6631480"/>
            <a:ext cx="637460" cy="164084"/>
          </a:xfrm>
          <a:prstGeom prst="rect">
            <a:avLst/>
          </a:prstGeom>
          <a:noFill/>
          <a:ln>
            <a:noFill/>
          </a:ln>
        </p:spPr>
        <p:txBody>
          <a:bodyPr spcFirstLastPara="1" wrap="square" lIns="0" tIns="0" rIns="0" bIns="0" anchor="t" anchorCtr="0">
            <a:spAutoFit/>
          </a:bodyPr>
          <a:lstStyle>
            <a:lvl1pPr marL="125881" lvl="0" indent="0">
              <a:lnSpc>
                <a:spcPct val="111666"/>
              </a:lnSpc>
              <a:spcBef>
                <a:spcPts val="0"/>
              </a:spcBef>
              <a:buNone/>
              <a:defRPr sz="952" b="0" i="0">
                <a:solidFill>
                  <a:schemeClr val="dk1"/>
                </a:solidFill>
                <a:latin typeface="Calibri"/>
                <a:ea typeface="Calibri"/>
                <a:cs typeface="Calibri"/>
                <a:sym typeface="Calibri"/>
              </a:defRPr>
            </a:lvl1pPr>
            <a:lvl2pPr marL="125881" lvl="1" indent="0">
              <a:lnSpc>
                <a:spcPct val="111666"/>
              </a:lnSpc>
              <a:spcBef>
                <a:spcPts val="0"/>
              </a:spcBef>
              <a:buNone/>
              <a:defRPr sz="952" b="0" i="0">
                <a:solidFill>
                  <a:schemeClr val="dk1"/>
                </a:solidFill>
                <a:latin typeface="Calibri"/>
                <a:ea typeface="Calibri"/>
                <a:cs typeface="Calibri"/>
                <a:sym typeface="Calibri"/>
              </a:defRPr>
            </a:lvl2pPr>
            <a:lvl3pPr marL="125881" lvl="2" indent="0">
              <a:lnSpc>
                <a:spcPct val="111666"/>
              </a:lnSpc>
              <a:spcBef>
                <a:spcPts val="0"/>
              </a:spcBef>
              <a:buNone/>
              <a:defRPr sz="952" b="0" i="0">
                <a:solidFill>
                  <a:schemeClr val="dk1"/>
                </a:solidFill>
                <a:latin typeface="Calibri"/>
                <a:ea typeface="Calibri"/>
                <a:cs typeface="Calibri"/>
                <a:sym typeface="Calibri"/>
              </a:defRPr>
            </a:lvl3pPr>
            <a:lvl4pPr marL="125881" lvl="3" indent="0">
              <a:lnSpc>
                <a:spcPct val="111666"/>
              </a:lnSpc>
              <a:spcBef>
                <a:spcPts val="0"/>
              </a:spcBef>
              <a:buNone/>
              <a:defRPr sz="952" b="0" i="0">
                <a:solidFill>
                  <a:schemeClr val="dk1"/>
                </a:solidFill>
                <a:latin typeface="Calibri"/>
                <a:ea typeface="Calibri"/>
                <a:cs typeface="Calibri"/>
                <a:sym typeface="Calibri"/>
              </a:defRPr>
            </a:lvl4pPr>
            <a:lvl5pPr marL="125881" lvl="4" indent="0">
              <a:lnSpc>
                <a:spcPct val="111666"/>
              </a:lnSpc>
              <a:spcBef>
                <a:spcPts val="0"/>
              </a:spcBef>
              <a:buNone/>
              <a:defRPr sz="952" b="0" i="0">
                <a:solidFill>
                  <a:schemeClr val="dk1"/>
                </a:solidFill>
                <a:latin typeface="Calibri"/>
                <a:ea typeface="Calibri"/>
                <a:cs typeface="Calibri"/>
                <a:sym typeface="Calibri"/>
              </a:defRPr>
            </a:lvl5pPr>
            <a:lvl6pPr marL="125881" lvl="5" indent="0">
              <a:lnSpc>
                <a:spcPct val="111666"/>
              </a:lnSpc>
              <a:spcBef>
                <a:spcPts val="0"/>
              </a:spcBef>
              <a:buNone/>
              <a:defRPr sz="952" b="0" i="0">
                <a:solidFill>
                  <a:schemeClr val="dk1"/>
                </a:solidFill>
                <a:latin typeface="Calibri"/>
                <a:ea typeface="Calibri"/>
                <a:cs typeface="Calibri"/>
                <a:sym typeface="Calibri"/>
              </a:defRPr>
            </a:lvl6pPr>
            <a:lvl7pPr marL="125881" lvl="6" indent="0">
              <a:lnSpc>
                <a:spcPct val="111666"/>
              </a:lnSpc>
              <a:spcBef>
                <a:spcPts val="0"/>
              </a:spcBef>
              <a:buNone/>
              <a:defRPr sz="952" b="0" i="0">
                <a:solidFill>
                  <a:schemeClr val="dk1"/>
                </a:solidFill>
                <a:latin typeface="Calibri"/>
                <a:ea typeface="Calibri"/>
                <a:cs typeface="Calibri"/>
                <a:sym typeface="Calibri"/>
              </a:defRPr>
            </a:lvl7pPr>
            <a:lvl8pPr marL="125881" lvl="7" indent="0">
              <a:lnSpc>
                <a:spcPct val="111666"/>
              </a:lnSpc>
              <a:spcBef>
                <a:spcPts val="0"/>
              </a:spcBef>
              <a:buNone/>
              <a:defRPr sz="952" b="0" i="0">
                <a:solidFill>
                  <a:schemeClr val="dk1"/>
                </a:solidFill>
                <a:latin typeface="Calibri"/>
                <a:ea typeface="Calibri"/>
                <a:cs typeface="Calibri"/>
                <a:sym typeface="Calibri"/>
              </a:defRPr>
            </a:lvl8pPr>
            <a:lvl9pPr marL="125881" lvl="8" indent="0">
              <a:lnSpc>
                <a:spcPct val="111666"/>
              </a:lnSpc>
              <a:spcBef>
                <a:spcPts val="0"/>
              </a:spcBef>
              <a:buNone/>
              <a:defRPr sz="952" b="0" i="0">
                <a:solidFill>
                  <a:schemeClr val="dk1"/>
                </a:solidFill>
                <a:latin typeface="Calibri"/>
                <a:ea typeface="Calibri"/>
                <a:cs typeface="Calibri"/>
                <a:sym typeface="Calibri"/>
              </a:defRPr>
            </a:lvl9pPr>
          </a:lstStyle>
          <a:p>
            <a:fld id="{00000000-1234-1234-1234-123412341234}" type="slidenum">
              <a:rPr lang="en-US" smtClean="0"/>
              <a:pPr/>
              <a:t>‹#›</a:t>
            </a:fld>
            <a:r>
              <a:rPr lang="en-US"/>
              <a:t> / 153</a:t>
            </a:r>
          </a:p>
        </p:txBody>
      </p:sp>
    </p:spTree>
    <p:extLst>
      <p:ext uri="{BB962C8B-B14F-4D97-AF65-F5344CB8AC3E}">
        <p14:creationId xmlns:p14="http://schemas.microsoft.com/office/powerpoint/2010/main" val="335096165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157"/>
          <p:cNvSpPr txBox="1">
            <a:spLocks noGrp="1"/>
          </p:cNvSpPr>
          <p:nvPr>
            <p:ph type="ctrTitle"/>
          </p:nvPr>
        </p:nvSpPr>
        <p:spPr>
          <a:xfrm>
            <a:off x="151137" y="231524"/>
            <a:ext cx="6133932" cy="41485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696"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57"/>
          <p:cNvSpPr txBox="1">
            <a:spLocks noGrp="1"/>
          </p:cNvSpPr>
          <p:nvPr>
            <p:ph type="subTitle" idx="1"/>
          </p:nvPr>
        </p:nvSpPr>
        <p:spPr>
          <a:xfrm>
            <a:off x="1022315" y="5202307"/>
            <a:ext cx="6283982" cy="25622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665" b="0" i="0">
                <a:solidFill>
                  <a:srgbClr val="1B147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7"/>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57"/>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57"/>
          <p:cNvSpPr txBox="1">
            <a:spLocks noGrp="1"/>
          </p:cNvSpPr>
          <p:nvPr>
            <p:ph type="sldNum" idx="12"/>
          </p:nvPr>
        </p:nvSpPr>
        <p:spPr>
          <a:xfrm>
            <a:off x="7306387" y="6631480"/>
            <a:ext cx="637460" cy="164084"/>
          </a:xfrm>
          <a:prstGeom prst="rect">
            <a:avLst/>
          </a:prstGeom>
          <a:noFill/>
          <a:ln>
            <a:noFill/>
          </a:ln>
        </p:spPr>
        <p:txBody>
          <a:bodyPr spcFirstLastPara="1" wrap="square" lIns="0" tIns="0" rIns="0" bIns="0" anchor="t" anchorCtr="0">
            <a:spAutoFit/>
          </a:bodyPr>
          <a:lstStyle>
            <a:lvl1pPr marL="125881" lvl="0" indent="0">
              <a:lnSpc>
                <a:spcPct val="111666"/>
              </a:lnSpc>
              <a:spcBef>
                <a:spcPts val="0"/>
              </a:spcBef>
              <a:buNone/>
              <a:defRPr sz="952" b="0" i="0">
                <a:solidFill>
                  <a:schemeClr val="dk1"/>
                </a:solidFill>
                <a:latin typeface="Calibri"/>
                <a:ea typeface="Calibri"/>
                <a:cs typeface="Calibri"/>
                <a:sym typeface="Calibri"/>
              </a:defRPr>
            </a:lvl1pPr>
            <a:lvl2pPr marL="125881" lvl="1" indent="0">
              <a:lnSpc>
                <a:spcPct val="111666"/>
              </a:lnSpc>
              <a:spcBef>
                <a:spcPts val="0"/>
              </a:spcBef>
              <a:buNone/>
              <a:defRPr sz="952" b="0" i="0">
                <a:solidFill>
                  <a:schemeClr val="dk1"/>
                </a:solidFill>
                <a:latin typeface="Calibri"/>
                <a:ea typeface="Calibri"/>
                <a:cs typeface="Calibri"/>
                <a:sym typeface="Calibri"/>
              </a:defRPr>
            </a:lvl2pPr>
            <a:lvl3pPr marL="125881" lvl="2" indent="0">
              <a:lnSpc>
                <a:spcPct val="111666"/>
              </a:lnSpc>
              <a:spcBef>
                <a:spcPts val="0"/>
              </a:spcBef>
              <a:buNone/>
              <a:defRPr sz="952" b="0" i="0">
                <a:solidFill>
                  <a:schemeClr val="dk1"/>
                </a:solidFill>
                <a:latin typeface="Calibri"/>
                <a:ea typeface="Calibri"/>
                <a:cs typeface="Calibri"/>
                <a:sym typeface="Calibri"/>
              </a:defRPr>
            </a:lvl3pPr>
            <a:lvl4pPr marL="125881" lvl="3" indent="0">
              <a:lnSpc>
                <a:spcPct val="111666"/>
              </a:lnSpc>
              <a:spcBef>
                <a:spcPts val="0"/>
              </a:spcBef>
              <a:buNone/>
              <a:defRPr sz="952" b="0" i="0">
                <a:solidFill>
                  <a:schemeClr val="dk1"/>
                </a:solidFill>
                <a:latin typeface="Calibri"/>
                <a:ea typeface="Calibri"/>
                <a:cs typeface="Calibri"/>
                <a:sym typeface="Calibri"/>
              </a:defRPr>
            </a:lvl4pPr>
            <a:lvl5pPr marL="125881" lvl="4" indent="0">
              <a:lnSpc>
                <a:spcPct val="111666"/>
              </a:lnSpc>
              <a:spcBef>
                <a:spcPts val="0"/>
              </a:spcBef>
              <a:buNone/>
              <a:defRPr sz="952" b="0" i="0">
                <a:solidFill>
                  <a:schemeClr val="dk1"/>
                </a:solidFill>
                <a:latin typeface="Calibri"/>
                <a:ea typeface="Calibri"/>
                <a:cs typeface="Calibri"/>
                <a:sym typeface="Calibri"/>
              </a:defRPr>
            </a:lvl5pPr>
            <a:lvl6pPr marL="125881" lvl="5" indent="0">
              <a:lnSpc>
                <a:spcPct val="111666"/>
              </a:lnSpc>
              <a:spcBef>
                <a:spcPts val="0"/>
              </a:spcBef>
              <a:buNone/>
              <a:defRPr sz="952" b="0" i="0">
                <a:solidFill>
                  <a:schemeClr val="dk1"/>
                </a:solidFill>
                <a:latin typeface="Calibri"/>
                <a:ea typeface="Calibri"/>
                <a:cs typeface="Calibri"/>
                <a:sym typeface="Calibri"/>
              </a:defRPr>
            </a:lvl6pPr>
            <a:lvl7pPr marL="125881" lvl="6" indent="0">
              <a:lnSpc>
                <a:spcPct val="111666"/>
              </a:lnSpc>
              <a:spcBef>
                <a:spcPts val="0"/>
              </a:spcBef>
              <a:buNone/>
              <a:defRPr sz="952" b="0" i="0">
                <a:solidFill>
                  <a:schemeClr val="dk1"/>
                </a:solidFill>
                <a:latin typeface="Calibri"/>
                <a:ea typeface="Calibri"/>
                <a:cs typeface="Calibri"/>
                <a:sym typeface="Calibri"/>
              </a:defRPr>
            </a:lvl7pPr>
            <a:lvl8pPr marL="125881" lvl="7" indent="0">
              <a:lnSpc>
                <a:spcPct val="111666"/>
              </a:lnSpc>
              <a:spcBef>
                <a:spcPts val="0"/>
              </a:spcBef>
              <a:buNone/>
              <a:defRPr sz="952" b="0" i="0">
                <a:solidFill>
                  <a:schemeClr val="dk1"/>
                </a:solidFill>
                <a:latin typeface="Calibri"/>
                <a:ea typeface="Calibri"/>
                <a:cs typeface="Calibri"/>
                <a:sym typeface="Calibri"/>
              </a:defRPr>
            </a:lvl8pPr>
            <a:lvl9pPr marL="125881" lvl="8" indent="0">
              <a:lnSpc>
                <a:spcPct val="111666"/>
              </a:lnSpc>
              <a:spcBef>
                <a:spcPts val="0"/>
              </a:spcBef>
              <a:buNone/>
              <a:defRPr sz="952" b="0" i="0">
                <a:solidFill>
                  <a:schemeClr val="dk1"/>
                </a:solidFill>
                <a:latin typeface="Calibri"/>
                <a:ea typeface="Calibri"/>
                <a:cs typeface="Calibri"/>
                <a:sym typeface="Calibri"/>
              </a:defRPr>
            </a:lvl9pPr>
          </a:lstStyle>
          <a:p>
            <a:fld id="{00000000-1234-1234-1234-123412341234}" type="slidenum">
              <a:rPr lang="en-US" smtClean="0"/>
              <a:pPr/>
              <a:t>‹#›</a:t>
            </a:fld>
            <a:r>
              <a:rPr lang="en-US"/>
              <a:t> / 153</a:t>
            </a:r>
          </a:p>
        </p:txBody>
      </p:sp>
    </p:spTree>
    <p:extLst>
      <p:ext uri="{BB962C8B-B14F-4D97-AF65-F5344CB8AC3E}">
        <p14:creationId xmlns:p14="http://schemas.microsoft.com/office/powerpoint/2010/main" val="302789003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158"/>
          <p:cNvSpPr txBox="1">
            <a:spLocks noGrp="1"/>
          </p:cNvSpPr>
          <p:nvPr>
            <p:ph type="title"/>
          </p:nvPr>
        </p:nvSpPr>
        <p:spPr>
          <a:xfrm>
            <a:off x="151137" y="231524"/>
            <a:ext cx="8354474" cy="41485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696"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58"/>
          <p:cNvSpPr txBox="1">
            <a:spLocks noGrp="1"/>
          </p:cNvSpPr>
          <p:nvPr>
            <p:ph type="body" idx="1"/>
          </p:nvPr>
        </p:nvSpPr>
        <p:spPr>
          <a:xfrm>
            <a:off x="457201" y="1577340"/>
            <a:ext cx="3977640" cy="161583"/>
          </a:xfrm>
          <a:prstGeom prst="rect">
            <a:avLst/>
          </a:prstGeom>
          <a:noFill/>
          <a:ln>
            <a:noFill/>
          </a:ln>
        </p:spPr>
        <p:txBody>
          <a:bodyPr spcFirstLastPara="1" wrap="square" lIns="0" tIns="0" rIns="0" bIns="0" anchor="t" anchorCtr="0">
            <a:spAutoFit/>
          </a:bodyPr>
          <a:lstStyle>
            <a:lvl1pPr marL="725073" lvl="0" indent="-362537" algn="l">
              <a:spcBef>
                <a:spcPts val="0"/>
              </a:spcBef>
              <a:spcAft>
                <a:spcPts val="0"/>
              </a:spcAft>
              <a:buSzPts val="1400"/>
              <a:buNone/>
              <a:defRPr/>
            </a:lvl1pPr>
            <a:lvl2pPr marL="1450147" lvl="1" indent="-362537" algn="l">
              <a:spcBef>
                <a:spcPts val="0"/>
              </a:spcBef>
              <a:spcAft>
                <a:spcPts val="0"/>
              </a:spcAft>
              <a:buSzPts val="1400"/>
              <a:buNone/>
              <a:defRPr/>
            </a:lvl2pPr>
            <a:lvl3pPr marL="2175220" lvl="2" indent="-362537" algn="l">
              <a:spcBef>
                <a:spcPts val="0"/>
              </a:spcBef>
              <a:spcAft>
                <a:spcPts val="0"/>
              </a:spcAft>
              <a:buSzPts val="1400"/>
              <a:buNone/>
              <a:defRPr/>
            </a:lvl3pPr>
            <a:lvl4pPr marL="2900294" lvl="3" indent="-362537" algn="l">
              <a:spcBef>
                <a:spcPts val="0"/>
              </a:spcBef>
              <a:spcAft>
                <a:spcPts val="0"/>
              </a:spcAft>
              <a:buSzPts val="1400"/>
              <a:buNone/>
              <a:defRPr/>
            </a:lvl4pPr>
            <a:lvl5pPr marL="3625367" lvl="4" indent="-362537" algn="l">
              <a:spcBef>
                <a:spcPts val="0"/>
              </a:spcBef>
              <a:spcAft>
                <a:spcPts val="0"/>
              </a:spcAft>
              <a:buSzPts val="1400"/>
              <a:buNone/>
              <a:defRPr/>
            </a:lvl5pPr>
            <a:lvl6pPr marL="4350441" lvl="5" indent="-362537" algn="l">
              <a:spcBef>
                <a:spcPts val="0"/>
              </a:spcBef>
              <a:spcAft>
                <a:spcPts val="0"/>
              </a:spcAft>
              <a:buSzPts val="1400"/>
              <a:buNone/>
              <a:defRPr/>
            </a:lvl6pPr>
            <a:lvl7pPr marL="5075514" lvl="6" indent="-362537" algn="l">
              <a:spcBef>
                <a:spcPts val="0"/>
              </a:spcBef>
              <a:spcAft>
                <a:spcPts val="0"/>
              </a:spcAft>
              <a:buSzPts val="1400"/>
              <a:buNone/>
              <a:defRPr/>
            </a:lvl7pPr>
            <a:lvl8pPr marL="5800588" lvl="7" indent="-362537" algn="l">
              <a:spcBef>
                <a:spcPts val="0"/>
              </a:spcBef>
              <a:spcAft>
                <a:spcPts val="0"/>
              </a:spcAft>
              <a:buSzPts val="1400"/>
              <a:buNone/>
              <a:defRPr/>
            </a:lvl8pPr>
            <a:lvl9pPr marL="6525661" lvl="8" indent="-362537" algn="l">
              <a:spcBef>
                <a:spcPts val="0"/>
              </a:spcBef>
              <a:spcAft>
                <a:spcPts val="0"/>
              </a:spcAft>
              <a:buSzPts val="1400"/>
              <a:buNone/>
              <a:defRPr/>
            </a:lvl9pPr>
          </a:lstStyle>
          <a:p>
            <a:endParaRPr/>
          </a:p>
        </p:txBody>
      </p:sp>
      <p:sp>
        <p:nvSpPr>
          <p:cNvPr id="31" name="Google Shape;31;p158"/>
          <p:cNvSpPr txBox="1">
            <a:spLocks noGrp="1"/>
          </p:cNvSpPr>
          <p:nvPr>
            <p:ph type="body" idx="2"/>
          </p:nvPr>
        </p:nvSpPr>
        <p:spPr>
          <a:xfrm>
            <a:off x="4709161" y="1577340"/>
            <a:ext cx="3977640" cy="161583"/>
          </a:xfrm>
          <a:prstGeom prst="rect">
            <a:avLst/>
          </a:prstGeom>
          <a:noFill/>
          <a:ln>
            <a:noFill/>
          </a:ln>
        </p:spPr>
        <p:txBody>
          <a:bodyPr spcFirstLastPara="1" wrap="square" lIns="0" tIns="0" rIns="0" bIns="0" anchor="t" anchorCtr="0">
            <a:spAutoFit/>
          </a:bodyPr>
          <a:lstStyle>
            <a:lvl1pPr marL="725073" lvl="0" indent="-362537" algn="l">
              <a:spcBef>
                <a:spcPts val="0"/>
              </a:spcBef>
              <a:spcAft>
                <a:spcPts val="0"/>
              </a:spcAft>
              <a:buSzPts val="1400"/>
              <a:buNone/>
              <a:defRPr/>
            </a:lvl1pPr>
            <a:lvl2pPr marL="1450147" lvl="1" indent="-362537" algn="l">
              <a:spcBef>
                <a:spcPts val="0"/>
              </a:spcBef>
              <a:spcAft>
                <a:spcPts val="0"/>
              </a:spcAft>
              <a:buSzPts val="1400"/>
              <a:buNone/>
              <a:defRPr/>
            </a:lvl2pPr>
            <a:lvl3pPr marL="2175220" lvl="2" indent="-362537" algn="l">
              <a:spcBef>
                <a:spcPts val="0"/>
              </a:spcBef>
              <a:spcAft>
                <a:spcPts val="0"/>
              </a:spcAft>
              <a:buSzPts val="1400"/>
              <a:buNone/>
              <a:defRPr/>
            </a:lvl3pPr>
            <a:lvl4pPr marL="2900294" lvl="3" indent="-362537" algn="l">
              <a:spcBef>
                <a:spcPts val="0"/>
              </a:spcBef>
              <a:spcAft>
                <a:spcPts val="0"/>
              </a:spcAft>
              <a:buSzPts val="1400"/>
              <a:buNone/>
              <a:defRPr/>
            </a:lvl4pPr>
            <a:lvl5pPr marL="3625367" lvl="4" indent="-362537" algn="l">
              <a:spcBef>
                <a:spcPts val="0"/>
              </a:spcBef>
              <a:spcAft>
                <a:spcPts val="0"/>
              </a:spcAft>
              <a:buSzPts val="1400"/>
              <a:buNone/>
              <a:defRPr/>
            </a:lvl5pPr>
            <a:lvl6pPr marL="4350441" lvl="5" indent="-362537" algn="l">
              <a:spcBef>
                <a:spcPts val="0"/>
              </a:spcBef>
              <a:spcAft>
                <a:spcPts val="0"/>
              </a:spcAft>
              <a:buSzPts val="1400"/>
              <a:buNone/>
              <a:defRPr/>
            </a:lvl6pPr>
            <a:lvl7pPr marL="5075514" lvl="6" indent="-362537" algn="l">
              <a:spcBef>
                <a:spcPts val="0"/>
              </a:spcBef>
              <a:spcAft>
                <a:spcPts val="0"/>
              </a:spcAft>
              <a:buSzPts val="1400"/>
              <a:buNone/>
              <a:defRPr/>
            </a:lvl7pPr>
            <a:lvl8pPr marL="5800588" lvl="7" indent="-362537" algn="l">
              <a:spcBef>
                <a:spcPts val="0"/>
              </a:spcBef>
              <a:spcAft>
                <a:spcPts val="0"/>
              </a:spcAft>
              <a:buSzPts val="1400"/>
              <a:buNone/>
              <a:defRPr/>
            </a:lvl8pPr>
            <a:lvl9pPr marL="6525661" lvl="8" indent="-362537" algn="l">
              <a:spcBef>
                <a:spcPts val="0"/>
              </a:spcBef>
              <a:spcAft>
                <a:spcPts val="0"/>
              </a:spcAft>
              <a:buSzPts val="1400"/>
              <a:buNone/>
              <a:defRPr/>
            </a:lvl9pPr>
          </a:lstStyle>
          <a:p>
            <a:endParaRPr/>
          </a:p>
        </p:txBody>
      </p:sp>
      <p:sp>
        <p:nvSpPr>
          <p:cNvPr id="32" name="Google Shape;32;p158"/>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58"/>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58"/>
          <p:cNvSpPr txBox="1">
            <a:spLocks noGrp="1"/>
          </p:cNvSpPr>
          <p:nvPr>
            <p:ph type="sldNum" idx="12"/>
          </p:nvPr>
        </p:nvSpPr>
        <p:spPr>
          <a:xfrm>
            <a:off x="7306387" y="6631480"/>
            <a:ext cx="637460" cy="164084"/>
          </a:xfrm>
          <a:prstGeom prst="rect">
            <a:avLst/>
          </a:prstGeom>
          <a:noFill/>
          <a:ln>
            <a:noFill/>
          </a:ln>
        </p:spPr>
        <p:txBody>
          <a:bodyPr spcFirstLastPara="1" wrap="square" lIns="0" tIns="0" rIns="0" bIns="0" anchor="t" anchorCtr="0">
            <a:spAutoFit/>
          </a:bodyPr>
          <a:lstStyle>
            <a:lvl1pPr marL="125881" lvl="0" indent="0">
              <a:lnSpc>
                <a:spcPct val="111666"/>
              </a:lnSpc>
              <a:spcBef>
                <a:spcPts val="0"/>
              </a:spcBef>
              <a:buNone/>
              <a:defRPr sz="952" b="0" i="0">
                <a:solidFill>
                  <a:schemeClr val="dk1"/>
                </a:solidFill>
                <a:latin typeface="Calibri"/>
                <a:ea typeface="Calibri"/>
                <a:cs typeface="Calibri"/>
                <a:sym typeface="Calibri"/>
              </a:defRPr>
            </a:lvl1pPr>
            <a:lvl2pPr marL="125881" lvl="1" indent="0">
              <a:lnSpc>
                <a:spcPct val="111666"/>
              </a:lnSpc>
              <a:spcBef>
                <a:spcPts val="0"/>
              </a:spcBef>
              <a:buNone/>
              <a:defRPr sz="952" b="0" i="0">
                <a:solidFill>
                  <a:schemeClr val="dk1"/>
                </a:solidFill>
                <a:latin typeface="Calibri"/>
                <a:ea typeface="Calibri"/>
                <a:cs typeface="Calibri"/>
                <a:sym typeface="Calibri"/>
              </a:defRPr>
            </a:lvl2pPr>
            <a:lvl3pPr marL="125881" lvl="2" indent="0">
              <a:lnSpc>
                <a:spcPct val="111666"/>
              </a:lnSpc>
              <a:spcBef>
                <a:spcPts val="0"/>
              </a:spcBef>
              <a:buNone/>
              <a:defRPr sz="952" b="0" i="0">
                <a:solidFill>
                  <a:schemeClr val="dk1"/>
                </a:solidFill>
                <a:latin typeface="Calibri"/>
                <a:ea typeface="Calibri"/>
                <a:cs typeface="Calibri"/>
                <a:sym typeface="Calibri"/>
              </a:defRPr>
            </a:lvl3pPr>
            <a:lvl4pPr marL="125881" lvl="3" indent="0">
              <a:lnSpc>
                <a:spcPct val="111666"/>
              </a:lnSpc>
              <a:spcBef>
                <a:spcPts val="0"/>
              </a:spcBef>
              <a:buNone/>
              <a:defRPr sz="952" b="0" i="0">
                <a:solidFill>
                  <a:schemeClr val="dk1"/>
                </a:solidFill>
                <a:latin typeface="Calibri"/>
                <a:ea typeface="Calibri"/>
                <a:cs typeface="Calibri"/>
                <a:sym typeface="Calibri"/>
              </a:defRPr>
            </a:lvl4pPr>
            <a:lvl5pPr marL="125881" lvl="4" indent="0">
              <a:lnSpc>
                <a:spcPct val="111666"/>
              </a:lnSpc>
              <a:spcBef>
                <a:spcPts val="0"/>
              </a:spcBef>
              <a:buNone/>
              <a:defRPr sz="952" b="0" i="0">
                <a:solidFill>
                  <a:schemeClr val="dk1"/>
                </a:solidFill>
                <a:latin typeface="Calibri"/>
                <a:ea typeface="Calibri"/>
                <a:cs typeface="Calibri"/>
                <a:sym typeface="Calibri"/>
              </a:defRPr>
            </a:lvl5pPr>
            <a:lvl6pPr marL="125881" lvl="5" indent="0">
              <a:lnSpc>
                <a:spcPct val="111666"/>
              </a:lnSpc>
              <a:spcBef>
                <a:spcPts val="0"/>
              </a:spcBef>
              <a:buNone/>
              <a:defRPr sz="952" b="0" i="0">
                <a:solidFill>
                  <a:schemeClr val="dk1"/>
                </a:solidFill>
                <a:latin typeface="Calibri"/>
                <a:ea typeface="Calibri"/>
                <a:cs typeface="Calibri"/>
                <a:sym typeface="Calibri"/>
              </a:defRPr>
            </a:lvl6pPr>
            <a:lvl7pPr marL="125881" lvl="6" indent="0">
              <a:lnSpc>
                <a:spcPct val="111666"/>
              </a:lnSpc>
              <a:spcBef>
                <a:spcPts val="0"/>
              </a:spcBef>
              <a:buNone/>
              <a:defRPr sz="952" b="0" i="0">
                <a:solidFill>
                  <a:schemeClr val="dk1"/>
                </a:solidFill>
                <a:latin typeface="Calibri"/>
                <a:ea typeface="Calibri"/>
                <a:cs typeface="Calibri"/>
                <a:sym typeface="Calibri"/>
              </a:defRPr>
            </a:lvl7pPr>
            <a:lvl8pPr marL="125881" lvl="7" indent="0">
              <a:lnSpc>
                <a:spcPct val="111666"/>
              </a:lnSpc>
              <a:spcBef>
                <a:spcPts val="0"/>
              </a:spcBef>
              <a:buNone/>
              <a:defRPr sz="952" b="0" i="0">
                <a:solidFill>
                  <a:schemeClr val="dk1"/>
                </a:solidFill>
                <a:latin typeface="Calibri"/>
                <a:ea typeface="Calibri"/>
                <a:cs typeface="Calibri"/>
                <a:sym typeface="Calibri"/>
              </a:defRPr>
            </a:lvl8pPr>
            <a:lvl9pPr marL="125881" lvl="8" indent="0">
              <a:lnSpc>
                <a:spcPct val="111666"/>
              </a:lnSpc>
              <a:spcBef>
                <a:spcPts val="0"/>
              </a:spcBef>
              <a:buNone/>
              <a:defRPr sz="952" b="0" i="0">
                <a:solidFill>
                  <a:schemeClr val="dk1"/>
                </a:solidFill>
                <a:latin typeface="Calibri"/>
                <a:ea typeface="Calibri"/>
                <a:cs typeface="Calibri"/>
                <a:sym typeface="Calibri"/>
              </a:defRPr>
            </a:lvl9pPr>
          </a:lstStyle>
          <a:p>
            <a:fld id="{00000000-1234-1234-1234-123412341234}" type="slidenum">
              <a:rPr lang="en-US" smtClean="0"/>
              <a:pPr/>
              <a:t>‹#›</a:t>
            </a:fld>
            <a:r>
              <a:rPr lang="en-US"/>
              <a:t> / 153</a:t>
            </a:r>
          </a:p>
        </p:txBody>
      </p:sp>
    </p:spTree>
    <p:extLst>
      <p:ext uri="{BB962C8B-B14F-4D97-AF65-F5344CB8AC3E}">
        <p14:creationId xmlns:p14="http://schemas.microsoft.com/office/powerpoint/2010/main" val="177257108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159"/>
          <p:cNvSpPr txBox="1">
            <a:spLocks noGrp="1"/>
          </p:cNvSpPr>
          <p:nvPr>
            <p:ph type="title"/>
          </p:nvPr>
        </p:nvSpPr>
        <p:spPr>
          <a:xfrm>
            <a:off x="151137" y="231524"/>
            <a:ext cx="8354474" cy="41485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696"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59"/>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59"/>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59"/>
          <p:cNvSpPr txBox="1">
            <a:spLocks noGrp="1"/>
          </p:cNvSpPr>
          <p:nvPr>
            <p:ph type="sldNum" idx="12"/>
          </p:nvPr>
        </p:nvSpPr>
        <p:spPr>
          <a:xfrm>
            <a:off x="7306387" y="6631480"/>
            <a:ext cx="637460" cy="164084"/>
          </a:xfrm>
          <a:prstGeom prst="rect">
            <a:avLst/>
          </a:prstGeom>
          <a:noFill/>
          <a:ln>
            <a:noFill/>
          </a:ln>
        </p:spPr>
        <p:txBody>
          <a:bodyPr spcFirstLastPara="1" wrap="square" lIns="0" tIns="0" rIns="0" bIns="0" anchor="t" anchorCtr="0">
            <a:spAutoFit/>
          </a:bodyPr>
          <a:lstStyle>
            <a:lvl1pPr marL="125881" lvl="0" indent="0">
              <a:lnSpc>
                <a:spcPct val="111666"/>
              </a:lnSpc>
              <a:spcBef>
                <a:spcPts val="0"/>
              </a:spcBef>
              <a:buNone/>
              <a:defRPr sz="952" b="0" i="0">
                <a:solidFill>
                  <a:schemeClr val="dk1"/>
                </a:solidFill>
                <a:latin typeface="Calibri"/>
                <a:ea typeface="Calibri"/>
                <a:cs typeface="Calibri"/>
                <a:sym typeface="Calibri"/>
              </a:defRPr>
            </a:lvl1pPr>
            <a:lvl2pPr marL="125881" lvl="1" indent="0">
              <a:lnSpc>
                <a:spcPct val="111666"/>
              </a:lnSpc>
              <a:spcBef>
                <a:spcPts val="0"/>
              </a:spcBef>
              <a:buNone/>
              <a:defRPr sz="952" b="0" i="0">
                <a:solidFill>
                  <a:schemeClr val="dk1"/>
                </a:solidFill>
                <a:latin typeface="Calibri"/>
                <a:ea typeface="Calibri"/>
                <a:cs typeface="Calibri"/>
                <a:sym typeface="Calibri"/>
              </a:defRPr>
            </a:lvl2pPr>
            <a:lvl3pPr marL="125881" lvl="2" indent="0">
              <a:lnSpc>
                <a:spcPct val="111666"/>
              </a:lnSpc>
              <a:spcBef>
                <a:spcPts val="0"/>
              </a:spcBef>
              <a:buNone/>
              <a:defRPr sz="952" b="0" i="0">
                <a:solidFill>
                  <a:schemeClr val="dk1"/>
                </a:solidFill>
                <a:latin typeface="Calibri"/>
                <a:ea typeface="Calibri"/>
                <a:cs typeface="Calibri"/>
                <a:sym typeface="Calibri"/>
              </a:defRPr>
            </a:lvl3pPr>
            <a:lvl4pPr marL="125881" lvl="3" indent="0">
              <a:lnSpc>
                <a:spcPct val="111666"/>
              </a:lnSpc>
              <a:spcBef>
                <a:spcPts val="0"/>
              </a:spcBef>
              <a:buNone/>
              <a:defRPr sz="952" b="0" i="0">
                <a:solidFill>
                  <a:schemeClr val="dk1"/>
                </a:solidFill>
                <a:latin typeface="Calibri"/>
                <a:ea typeface="Calibri"/>
                <a:cs typeface="Calibri"/>
                <a:sym typeface="Calibri"/>
              </a:defRPr>
            </a:lvl4pPr>
            <a:lvl5pPr marL="125881" lvl="4" indent="0">
              <a:lnSpc>
                <a:spcPct val="111666"/>
              </a:lnSpc>
              <a:spcBef>
                <a:spcPts val="0"/>
              </a:spcBef>
              <a:buNone/>
              <a:defRPr sz="952" b="0" i="0">
                <a:solidFill>
                  <a:schemeClr val="dk1"/>
                </a:solidFill>
                <a:latin typeface="Calibri"/>
                <a:ea typeface="Calibri"/>
                <a:cs typeface="Calibri"/>
                <a:sym typeface="Calibri"/>
              </a:defRPr>
            </a:lvl5pPr>
            <a:lvl6pPr marL="125881" lvl="5" indent="0">
              <a:lnSpc>
                <a:spcPct val="111666"/>
              </a:lnSpc>
              <a:spcBef>
                <a:spcPts val="0"/>
              </a:spcBef>
              <a:buNone/>
              <a:defRPr sz="952" b="0" i="0">
                <a:solidFill>
                  <a:schemeClr val="dk1"/>
                </a:solidFill>
                <a:latin typeface="Calibri"/>
                <a:ea typeface="Calibri"/>
                <a:cs typeface="Calibri"/>
                <a:sym typeface="Calibri"/>
              </a:defRPr>
            </a:lvl6pPr>
            <a:lvl7pPr marL="125881" lvl="6" indent="0">
              <a:lnSpc>
                <a:spcPct val="111666"/>
              </a:lnSpc>
              <a:spcBef>
                <a:spcPts val="0"/>
              </a:spcBef>
              <a:buNone/>
              <a:defRPr sz="952" b="0" i="0">
                <a:solidFill>
                  <a:schemeClr val="dk1"/>
                </a:solidFill>
                <a:latin typeface="Calibri"/>
                <a:ea typeface="Calibri"/>
                <a:cs typeface="Calibri"/>
                <a:sym typeface="Calibri"/>
              </a:defRPr>
            </a:lvl7pPr>
            <a:lvl8pPr marL="125881" lvl="7" indent="0">
              <a:lnSpc>
                <a:spcPct val="111666"/>
              </a:lnSpc>
              <a:spcBef>
                <a:spcPts val="0"/>
              </a:spcBef>
              <a:buNone/>
              <a:defRPr sz="952" b="0" i="0">
                <a:solidFill>
                  <a:schemeClr val="dk1"/>
                </a:solidFill>
                <a:latin typeface="Calibri"/>
                <a:ea typeface="Calibri"/>
                <a:cs typeface="Calibri"/>
                <a:sym typeface="Calibri"/>
              </a:defRPr>
            </a:lvl8pPr>
            <a:lvl9pPr marL="125881" lvl="8" indent="0">
              <a:lnSpc>
                <a:spcPct val="111666"/>
              </a:lnSpc>
              <a:spcBef>
                <a:spcPts val="0"/>
              </a:spcBef>
              <a:buNone/>
              <a:defRPr sz="952" b="0" i="0">
                <a:solidFill>
                  <a:schemeClr val="dk1"/>
                </a:solidFill>
                <a:latin typeface="Calibri"/>
                <a:ea typeface="Calibri"/>
                <a:cs typeface="Calibri"/>
                <a:sym typeface="Calibri"/>
              </a:defRPr>
            </a:lvl9pPr>
          </a:lstStyle>
          <a:p>
            <a:fld id="{00000000-1234-1234-1234-123412341234}" type="slidenum">
              <a:rPr lang="en-US" smtClean="0"/>
              <a:pPr/>
              <a:t>‹#›</a:t>
            </a:fld>
            <a:r>
              <a:rPr lang="en-US"/>
              <a:t> / 153</a:t>
            </a:r>
          </a:p>
        </p:txBody>
      </p:sp>
    </p:spTree>
    <p:extLst>
      <p:ext uri="{BB962C8B-B14F-4D97-AF65-F5344CB8AC3E}">
        <p14:creationId xmlns:p14="http://schemas.microsoft.com/office/powerpoint/2010/main" val="238565098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874617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51137" y="231524"/>
            <a:ext cx="8354474" cy="414857"/>
          </a:xfrm>
        </p:spPr>
        <p:txBody>
          <a:bodyPr lIns="0" tIns="0" rIns="0" bIns="0"/>
          <a:lstStyle>
            <a:lvl1pPr>
              <a:defRPr sz="2696" b="0" i="0">
                <a:solidFill>
                  <a:schemeClr val="bg1"/>
                </a:solidFill>
                <a:latin typeface="Calibri"/>
                <a:cs typeface="Calibri"/>
              </a:defRPr>
            </a:lvl1pPr>
          </a:lstStyle>
          <a:p>
            <a:endParaRPr/>
          </a:p>
        </p:txBody>
      </p:sp>
      <p:sp>
        <p:nvSpPr>
          <p:cNvPr id="3" name="Holder 3"/>
          <p:cNvSpPr>
            <a:spLocks noGrp="1"/>
          </p:cNvSpPr>
          <p:nvPr>
            <p:ph type="body" idx="1"/>
          </p:nvPr>
        </p:nvSpPr>
        <p:spPr>
          <a:xfrm>
            <a:off x="550775" y="1373073"/>
            <a:ext cx="7967767" cy="256224"/>
          </a:xfrm>
        </p:spPr>
        <p:txBody>
          <a:bodyPr lIns="0" tIns="0" rIns="0" bIns="0"/>
          <a:lstStyle>
            <a:lvl1pPr>
              <a:defRPr sz="1665" b="0" i="0">
                <a:solidFill>
                  <a:schemeClr val="tx1"/>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9030559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01083991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7717356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9129856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5" y="6639737"/>
            <a:ext cx="1706245" cy="126958"/>
          </a:xfrm>
          <a:prstGeom prst="rect">
            <a:avLst/>
          </a:prstGeom>
        </p:spPr>
        <p:txBody>
          <a:bodyPr lIns="0" tIns="0" rIns="0" bIns="0"/>
          <a:lstStyle>
            <a:lvl1pPr>
              <a:defRPr sz="825" b="0" i="0">
                <a:solidFill>
                  <a:srgbClr val="0F1141"/>
                </a:solidFill>
                <a:latin typeface="Arial MT"/>
                <a:cs typeface="Arial MT"/>
              </a:defRPr>
            </a:lvl1pPr>
          </a:lstStyle>
          <a:p>
            <a:pPr marL="9525"/>
            <a:r>
              <a:rPr lang="en-IN" b="1">
                <a:latin typeface="Arial"/>
                <a:cs typeface="Arial"/>
              </a:rPr>
              <a:t>BITS</a:t>
            </a:r>
            <a:r>
              <a:rPr lang="en-IN" b="1" spc="-41">
                <a:latin typeface="Arial"/>
                <a:cs typeface="Arial"/>
              </a:rPr>
              <a:t> </a:t>
            </a:r>
            <a:r>
              <a:rPr lang="en-IN"/>
              <a:t>Pilani,</a:t>
            </a:r>
            <a:r>
              <a:rPr lang="en-IN" spc="-27"/>
              <a:t> </a:t>
            </a:r>
            <a:r>
              <a:rPr lang="en-IN"/>
              <a:t>Pilani</a:t>
            </a:r>
            <a:r>
              <a:rPr lang="en-IN" spc="-22"/>
              <a:t> </a:t>
            </a:r>
            <a:r>
              <a:rPr lang="en-IN" spc="-8"/>
              <a:t>Campus</a:t>
            </a:r>
            <a:endParaRPr lang="en-IN" spc="-8" dirty="0"/>
          </a:p>
        </p:txBody>
      </p:sp>
      <p:sp>
        <p:nvSpPr>
          <p:cNvPr id="8" name="Content Placeholder 2"/>
          <p:cNvSpPr>
            <a:spLocks noGrp="1"/>
          </p:cNvSpPr>
          <p:nvPr>
            <p:ph idx="10"/>
          </p:nvPr>
        </p:nvSpPr>
        <p:spPr>
          <a:xfrm>
            <a:off x="228600" y="1545225"/>
            <a:ext cx="8610601"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2" y="401915"/>
            <a:ext cx="8160907" cy="415370"/>
          </a:xfrm>
          <a:prstGeom prst="rect">
            <a:avLst/>
          </a:prstGeom>
        </p:spPr>
        <p:txBody>
          <a:bodyPr anchor="ctr"/>
          <a:lstStyle>
            <a:lvl1pPr algn="l">
              <a:defRPr sz="2699"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269260725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cSld name="2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1136" y="193461"/>
            <a:ext cx="8841724" cy="26161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61583"/>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7/12/2026</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5663473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6" Type="http://schemas.openxmlformats.org/officeDocument/2006/relationships/theme" Target="../theme/theme2.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image" Target="../media/image25.jpg"/><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image" Target="../media/image26.jpg"/><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7.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7"/>
          <a:srcRect/>
          <a:stretch>
            <a:fillRect/>
          </a:stretch>
        </a:blipFill>
        <a:effectLst/>
      </p:bgPr>
    </p:bg>
    <p:spTree>
      <p:nvGrpSpPr>
        <p:cNvPr id="1" name=""/>
        <p:cNvGrpSpPr/>
        <p:nvPr/>
      </p:nvGrpSpPr>
      <p:grpSpPr>
        <a:xfrm>
          <a:off x="0" y="0"/>
          <a:ext cx="0" cy="0"/>
          <a:chOff x="0" y="0"/>
          <a:chExt cx="0" cy="0"/>
        </a:xfrm>
      </p:grpSpPr>
      <p:sp>
        <p:nvSpPr>
          <p:cNvPr id="10"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1" name="Slide Number"/>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solidFill>
                  <a:srgbClr val="898989"/>
                </a:solidFill>
                <a:latin typeface="+mj-lt"/>
                <a:ea typeface="+mj-ea"/>
                <a:cs typeface="+mj-cs"/>
                <a:sym typeface="Arial"/>
              </a:defRPr>
            </a:lvl1pPr>
          </a:lstStyle>
          <a:p>
            <a:fld id="{86CB4B4D-7CA3-9044-876B-883B54F8677D}" type="slidenum">
              <a:t>‹#›</a:t>
            </a:fld>
            <a:endParaRPr/>
          </a:p>
        </p:txBody>
      </p:sp>
      <p:sp>
        <p:nvSpPr>
          <p:cNvPr id="12" name="Title Placeholder 11">
            <a:extLst>
              <a:ext uri="{FF2B5EF4-FFF2-40B4-BE49-F238E27FC236}">
                <a16:creationId xmlns:a16="http://schemas.microsoft.com/office/drawing/2014/main" id="{BC5692C0-A143-3571-7EE1-32346BE87C3A}"/>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3" r:id="rId2"/>
    <p:sldLayoutId id="2147483654" r:id="rId3"/>
    <p:sldLayoutId id="2147483657" r:id="rId4"/>
    <p:sldLayoutId id="2147483660" r:id="rId5"/>
  </p:sldLayoutIdLst>
  <p:transition spd="med"/>
  <p:txStyles>
    <p:titleStyle>
      <a:lvl1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1pPr>
      <a:lvl2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2pPr>
      <a:lvl3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3pPr>
      <a:lvl4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4pPr>
      <a:lvl5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5pPr>
      <a:lvl6pPr marL="0" marR="0" indent="4572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6pPr>
      <a:lvl7pPr marL="0" marR="0" indent="9144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7pPr>
      <a:lvl8pPr marL="0" marR="0" indent="13716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8pPr>
      <a:lvl9pPr marL="0" marR="0" indent="18288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2"/>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fld id="{DAE0A98B-91D6-4D0A-A390-AF26B360F87A}" type="datetime1">
              <a:rPr lang="en-US" kern="1200">
                <a:solidFill>
                  <a:prstClr val="black">
                    <a:tint val="75000"/>
                  </a:prstClr>
                </a:solidFill>
                <a:ea typeface="+mn-ea"/>
              </a:rPr>
              <a:pPr rtl="0" fontAlgn="base">
                <a:spcBef>
                  <a:spcPct val="0"/>
                </a:spcBef>
                <a:spcAft>
                  <a:spcPct val="0"/>
                </a:spcAft>
                <a:defRPr/>
              </a:pPr>
              <a:t>7/12/2026</a:t>
            </a:fld>
            <a:endParaRPr lang="en-US" kern="1200">
              <a:solidFill>
                <a:prstClr val="black">
                  <a:tint val="75000"/>
                </a:prstClr>
              </a:solidFill>
              <a:ea typeface="+mn-ea"/>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endParaRPr lang="en-US" kern="1200">
              <a:solidFill>
                <a:prstClr val="black">
                  <a:tint val="75000"/>
                </a:prstClr>
              </a:solidFill>
              <a:ea typeface="+mn-ea"/>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fld id="{60DB935C-A2BB-404C-A6C5-67E9068028EC}" type="slidenum">
              <a:rPr lang="en-US" kern="1200">
                <a:solidFill>
                  <a:prstClr val="black">
                    <a:tint val="75000"/>
                  </a:prstClr>
                </a:solidFill>
                <a:ea typeface="+mn-ea"/>
              </a:rPr>
              <a:pPr rtl="0" fontAlgn="base">
                <a:spcBef>
                  <a:spcPct val="0"/>
                </a:spcBef>
                <a:spcAft>
                  <a:spcPct val="0"/>
                </a:spcAft>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617165541"/>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7" r:id="rId15"/>
  </p:sldLayoutIdLst>
  <p:hf sldNum="0" hdr="0" ftr="0" dt="0"/>
  <p:txStyles>
    <p:titleStyle>
      <a:lvl1pPr algn="l" rtl="0" fontAlgn="base">
        <a:spcBef>
          <a:spcPct val="0"/>
        </a:spcBef>
        <a:spcAft>
          <a:spcPct val="0"/>
        </a:spcAft>
        <a:defRPr sz="3000" b="1" kern="1200" spc="-113">
          <a:solidFill>
            <a:schemeClr val="tx1"/>
          </a:solidFill>
          <a:latin typeface="Arial" pitchFamily="34" charset="0"/>
          <a:ea typeface="+mj-ea"/>
          <a:cs typeface="Arial" pitchFamily="34" charset="0"/>
        </a:defRPr>
      </a:lvl1pPr>
      <a:lvl2pPr algn="l" rtl="0" fontAlgn="base">
        <a:spcBef>
          <a:spcPct val="0"/>
        </a:spcBef>
        <a:spcAft>
          <a:spcPct val="0"/>
        </a:spcAft>
        <a:defRPr sz="3000" b="1">
          <a:solidFill>
            <a:schemeClr val="tx1"/>
          </a:solidFill>
          <a:latin typeface="Arial" charset="0"/>
          <a:cs typeface="Arial" charset="0"/>
        </a:defRPr>
      </a:lvl2pPr>
      <a:lvl3pPr algn="l" rtl="0" fontAlgn="base">
        <a:spcBef>
          <a:spcPct val="0"/>
        </a:spcBef>
        <a:spcAft>
          <a:spcPct val="0"/>
        </a:spcAft>
        <a:defRPr sz="3000" b="1">
          <a:solidFill>
            <a:schemeClr val="tx1"/>
          </a:solidFill>
          <a:latin typeface="Arial" charset="0"/>
          <a:cs typeface="Arial" charset="0"/>
        </a:defRPr>
      </a:lvl3pPr>
      <a:lvl4pPr algn="l" rtl="0" fontAlgn="base">
        <a:spcBef>
          <a:spcPct val="0"/>
        </a:spcBef>
        <a:spcAft>
          <a:spcPct val="0"/>
        </a:spcAft>
        <a:defRPr sz="3000" b="1">
          <a:solidFill>
            <a:schemeClr val="tx1"/>
          </a:solidFill>
          <a:latin typeface="Arial" charset="0"/>
          <a:cs typeface="Arial" charset="0"/>
        </a:defRPr>
      </a:lvl4pPr>
      <a:lvl5pPr algn="l" rtl="0" fontAlgn="base">
        <a:spcBef>
          <a:spcPct val="0"/>
        </a:spcBef>
        <a:spcAft>
          <a:spcPct val="0"/>
        </a:spcAft>
        <a:defRPr sz="3000" b="1">
          <a:solidFill>
            <a:schemeClr val="tx1"/>
          </a:solidFill>
          <a:latin typeface="Arial" charset="0"/>
          <a:cs typeface="Arial" charset="0"/>
        </a:defRPr>
      </a:lvl5pPr>
      <a:lvl6pPr marL="342900" algn="l" rtl="0" fontAlgn="base">
        <a:spcBef>
          <a:spcPct val="0"/>
        </a:spcBef>
        <a:spcAft>
          <a:spcPct val="0"/>
        </a:spcAft>
        <a:defRPr sz="3000" b="1">
          <a:solidFill>
            <a:schemeClr val="tx1"/>
          </a:solidFill>
          <a:latin typeface="Arial" charset="0"/>
          <a:cs typeface="Arial" charset="0"/>
        </a:defRPr>
      </a:lvl6pPr>
      <a:lvl7pPr marL="685800" algn="l" rtl="0" fontAlgn="base">
        <a:spcBef>
          <a:spcPct val="0"/>
        </a:spcBef>
        <a:spcAft>
          <a:spcPct val="0"/>
        </a:spcAft>
        <a:defRPr sz="3000" b="1">
          <a:solidFill>
            <a:schemeClr val="tx1"/>
          </a:solidFill>
          <a:latin typeface="Arial" charset="0"/>
          <a:cs typeface="Arial" charset="0"/>
        </a:defRPr>
      </a:lvl7pPr>
      <a:lvl8pPr marL="1028700" algn="l" rtl="0" fontAlgn="base">
        <a:spcBef>
          <a:spcPct val="0"/>
        </a:spcBef>
        <a:spcAft>
          <a:spcPct val="0"/>
        </a:spcAft>
        <a:defRPr sz="3000" b="1">
          <a:solidFill>
            <a:schemeClr val="tx1"/>
          </a:solidFill>
          <a:latin typeface="Arial" charset="0"/>
          <a:cs typeface="Arial" charset="0"/>
        </a:defRPr>
      </a:lvl8pPr>
      <a:lvl9pPr marL="1371600" algn="l" rtl="0" fontAlgn="base">
        <a:spcBef>
          <a:spcPct val="0"/>
        </a:spcBef>
        <a:spcAft>
          <a:spcPct val="0"/>
        </a:spcAft>
        <a:defRPr sz="3000" b="1">
          <a:solidFill>
            <a:schemeClr val="tx1"/>
          </a:solidFill>
          <a:latin typeface="Arial" charset="0"/>
          <a:cs typeface="Arial" charset="0"/>
        </a:defRPr>
      </a:lvl9pPr>
    </p:titleStyle>
    <p:bodyStyle>
      <a:lvl1pPr marL="257175" indent="-257175"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1071563" y="304800"/>
            <a:ext cx="7615237" cy="1106489"/>
            <a:chOff x="675" y="192"/>
            <a:chExt cx="4797" cy="697"/>
          </a:xfrm>
        </p:grpSpPr>
        <p:sp>
          <p:nvSpPr>
            <p:cNvPr id="1032" name="Oval 3"/>
            <p:cNvSpPr>
              <a:spLocks noChangeArrowheads="1"/>
            </p:cNvSpPr>
            <p:nvPr/>
          </p:nvSpPr>
          <p:spPr bwMode="hidden">
            <a:xfrm flipH="1">
              <a:off x="3067" y="192"/>
              <a:ext cx="696" cy="696"/>
            </a:xfrm>
            <a:prstGeom prst="ellipse">
              <a:avLst/>
            </a:prstGeom>
            <a:solidFill>
              <a:schemeClr val="accent2"/>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1033" name="Oval 4"/>
            <p:cNvSpPr>
              <a:spLocks noChangeArrowheads="1"/>
            </p:cNvSpPr>
            <p:nvPr/>
          </p:nvSpPr>
          <p:spPr bwMode="hidden">
            <a:xfrm flipH="1">
              <a:off x="4777" y="192"/>
              <a:ext cx="695" cy="696"/>
            </a:xfrm>
            <a:prstGeom prst="ellipse">
              <a:avLst/>
            </a:prstGeom>
            <a:solidFill>
              <a:schemeClr val="accent2"/>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1034" name="Oval 5"/>
            <p:cNvSpPr>
              <a:spLocks noChangeArrowheads="1"/>
            </p:cNvSpPr>
            <p:nvPr/>
          </p:nvSpPr>
          <p:spPr bwMode="hidden">
            <a:xfrm flipH="1">
              <a:off x="675" y="193"/>
              <a:ext cx="695" cy="696"/>
            </a:xfrm>
            <a:prstGeom prst="ellipse">
              <a:avLst/>
            </a:prstGeom>
            <a:solidFill>
              <a:schemeClr val="accent2"/>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1035" name="Oval 6"/>
            <p:cNvSpPr>
              <a:spLocks noChangeArrowheads="1"/>
            </p:cNvSpPr>
            <p:nvPr/>
          </p:nvSpPr>
          <p:spPr bwMode="hidden">
            <a:xfrm flipH="1">
              <a:off x="3984" y="192"/>
              <a:ext cx="695" cy="696"/>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sp>
          <p:nvSpPr>
            <p:cNvPr id="1036" name="Oval 7"/>
            <p:cNvSpPr>
              <a:spLocks noChangeArrowheads="1"/>
            </p:cNvSpPr>
            <p:nvPr/>
          </p:nvSpPr>
          <p:spPr bwMode="hidden">
            <a:xfrm flipH="1">
              <a:off x="1486" y="192"/>
              <a:ext cx="695" cy="696"/>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base" hangingPunct="1">
                <a:spcBef>
                  <a:spcPct val="0"/>
                </a:spcBef>
                <a:spcAft>
                  <a:spcPct val="0"/>
                </a:spcAft>
                <a:buClrTx/>
                <a:buFontTx/>
                <a:buNone/>
              </a:pPr>
              <a:endParaRPr lang="en-US" altLang="en-US" sz="1800" kern="1200">
                <a:solidFill>
                  <a:srgbClr val="000000"/>
                </a:solidFill>
                <a:latin typeface="Times New Roman" panose="02020603050405020304" pitchFamily="18" charset="0"/>
              </a:endParaRPr>
            </a:p>
          </p:txBody>
        </p:sp>
      </p:grpSp>
      <p:sp>
        <p:nvSpPr>
          <p:cNvPr id="1027" name="Rectangle 8"/>
          <p:cNvSpPr>
            <a:spLocks noGrp="1" noChangeArrowheads="1"/>
          </p:cNvSpPr>
          <p:nvPr>
            <p:ph type="body" idx="1"/>
          </p:nvPr>
        </p:nvSpPr>
        <p:spPr bwMode="auto">
          <a:xfrm>
            <a:off x="457200" y="1600201"/>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273" name="Rectangle 9"/>
          <p:cNvSpPr>
            <a:spLocks noGrp="1" noChangeArrowheads="1"/>
          </p:cNvSpPr>
          <p:nvPr>
            <p:ph type="dt" sz="half" idx="2"/>
          </p:nvPr>
        </p:nvSpPr>
        <p:spPr bwMode="auto">
          <a:xfrm>
            <a:off x="457201" y="6248401"/>
            <a:ext cx="2133599" cy="4571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750">
                <a:latin typeface="Arial" charset="0"/>
                <a:ea typeface="ＭＳ Ｐゴシック" charset="0"/>
                <a:cs typeface="Arial" charset="0"/>
              </a:defRPr>
            </a:lvl1pPr>
          </a:lstStyle>
          <a:p>
            <a:pPr fontAlgn="base">
              <a:spcBef>
                <a:spcPct val="0"/>
              </a:spcBef>
              <a:spcAft>
                <a:spcPct val="0"/>
              </a:spcAft>
              <a:buClrTx/>
              <a:buFontTx/>
              <a:buNone/>
              <a:defRPr/>
            </a:pPr>
            <a:endParaRPr lang="en-US" kern="1200"/>
          </a:p>
        </p:txBody>
      </p:sp>
      <p:sp>
        <p:nvSpPr>
          <p:cNvPr id="11274" name="Rectangle 10"/>
          <p:cNvSpPr>
            <a:spLocks noGrp="1" noChangeArrowheads="1"/>
          </p:cNvSpPr>
          <p:nvPr>
            <p:ph type="ftr" sz="quarter" idx="3"/>
          </p:nvPr>
        </p:nvSpPr>
        <p:spPr bwMode="auto">
          <a:xfrm>
            <a:off x="3124201" y="6248401"/>
            <a:ext cx="2895601" cy="4571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Arial" charset="0"/>
                <a:ea typeface="ＭＳ Ｐゴシック" charset="0"/>
                <a:cs typeface="Arial" charset="0"/>
              </a:defRPr>
            </a:lvl1pPr>
          </a:lstStyle>
          <a:p>
            <a:pPr fontAlgn="base">
              <a:spcBef>
                <a:spcPct val="0"/>
              </a:spcBef>
              <a:spcAft>
                <a:spcPct val="0"/>
              </a:spcAft>
              <a:buClrTx/>
              <a:buFontTx/>
              <a:buNone/>
              <a:defRPr/>
            </a:pPr>
            <a:endParaRPr lang="en-US" kern="1200"/>
          </a:p>
        </p:txBody>
      </p:sp>
      <p:sp>
        <p:nvSpPr>
          <p:cNvPr id="11275" name="Rectangle 11"/>
          <p:cNvSpPr>
            <a:spLocks noGrp="1" noChangeArrowheads="1"/>
          </p:cNvSpPr>
          <p:nvPr>
            <p:ph type="sldNum" sz="quarter" idx="4"/>
          </p:nvPr>
        </p:nvSpPr>
        <p:spPr bwMode="auto">
          <a:xfrm>
            <a:off x="6553202" y="6248401"/>
            <a:ext cx="2133599" cy="4571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750"/>
            </a:lvl1pPr>
          </a:lstStyle>
          <a:p>
            <a:pPr fontAlgn="base">
              <a:spcBef>
                <a:spcPct val="0"/>
              </a:spcBef>
              <a:spcAft>
                <a:spcPct val="0"/>
              </a:spcAft>
              <a:buClrTx/>
              <a:buFontTx/>
              <a:buNone/>
            </a:pPr>
            <a:fld id="{AC08BFFC-D70C-4338-AC90-DFA44AA14AD4}" type="slidenum">
              <a:rPr lang="en-US" altLang="en-US" kern="1200" smtClean="0">
                <a:ea typeface="ＭＳ Ｐゴシック" panose="020B0600070205080204" pitchFamily="34" charset="-128"/>
              </a:rPr>
              <a:pPr fontAlgn="base">
                <a:spcBef>
                  <a:spcPct val="0"/>
                </a:spcBef>
                <a:spcAft>
                  <a:spcPct val="0"/>
                </a:spcAft>
                <a:buClrTx/>
                <a:buFontTx/>
                <a:buNone/>
              </a:pPr>
              <a:t>‹#›</a:t>
            </a:fld>
            <a:endParaRPr lang="en-US" altLang="en-US" kern="1200">
              <a:ea typeface="ＭＳ Ｐゴシック" panose="020B0600070205080204" pitchFamily="34" charset="-128"/>
            </a:endParaRPr>
          </a:p>
        </p:txBody>
      </p:sp>
      <p:sp>
        <p:nvSpPr>
          <p:cNvPr id="1031" name="Rectangle 12"/>
          <p:cNvSpPr>
            <a:spLocks noGrp="1" noChangeArrowheads="1"/>
          </p:cNvSpPr>
          <p:nvPr>
            <p:ph type="title"/>
          </p:nvPr>
        </p:nvSpPr>
        <p:spPr bwMode="auto">
          <a:xfrm>
            <a:off x="457200" y="274639"/>
            <a:ext cx="8229600" cy="114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Tree>
    <p:extLst>
      <p:ext uri="{BB962C8B-B14F-4D97-AF65-F5344CB8AC3E}">
        <p14:creationId xmlns:p14="http://schemas.microsoft.com/office/powerpoint/2010/main" val="782857666"/>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Lst>
  <p:txStyles>
    <p:titleStyle>
      <a:lvl1pPr algn="l" rtl="0" eaLnBrk="0" fontAlgn="base" hangingPunct="0">
        <a:spcBef>
          <a:spcPct val="0"/>
        </a:spcBef>
        <a:spcAft>
          <a:spcPct val="0"/>
        </a:spcAft>
        <a:defRPr sz="2851">
          <a:solidFill>
            <a:schemeClr val="tx2"/>
          </a:solidFill>
          <a:latin typeface="+mj-lt"/>
          <a:ea typeface="ＭＳ Ｐゴシック" charset="0"/>
          <a:cs typeface="+mj-cs"/>
        </a:defRPr>
      </a:lvl1pPr>
      <a:lvl2pPr algn="l" rtl="0" eaLnBrk="0" fontAlgn="base" hangingPunct="0">
        <a:spcBef>
          <a:spcPct val="0"/>
        </a:spcBef>
        <a:spcAft>
          <a:spcPct val="0"/>
        </a:spcAft>
        <a:defRPr sz="2851">
          <a:solidFill>
            <a:schemeClr val="tx2"/>
          </a:solidFill>
          <a:latin typeface="Arial" charset="0"/>
          <a:ea typeface="ＭＳ Ｐゴシック" charset="0"/>
          <a:cs typeface="Arial" charset="0"/>
        </a:defRPr>
      </a:lvl2pPr>
      <a:lvl3pPr algn="l" rtl="0" eaLnBrk="0" fontAlgn="base" hangingPunct="0">
        <a:spcBef>
          <a:spcPct val="0"/>
        </a:spcBef>
        <a:spcAft>
          <a:spcPct val="0"/>
        </a:spcAft>
        <a:defRPr sz="2851">
          <a:solidFill>
            <a:schemeClr val="tx2"/>
          </a:solidFill>
          <a:latin typeface="Arial" charset="0"/>
          <a:ea typeface="ＭＳ Ｐゴシック" charset="0"/>
          <a:cs typeface="Arial" charset="0"/>
        </a:defRPr>
      </a:lvl3pPr>
      <a:lvl4pPr algn="l" rtl="0" eaLnBrk="0" fontAlgn="base" hangingPunct="0">
        <a:spcBef>
          <a:spcPct val="0"/>
        </a:spcBef>
        <a:spcAft>
          <a:spcPct val="0"/>
        </a:spcAft>
        <a:defRPr sz="2851">
          <a:solidFill>
            <a:schemeClr val="tx2"/>
          </a:solidFill>
          <a:latin typeface="Arial" charset="0"/>
          <a:ea typeface="ＭＳ Ｐゴシック" charset="0"/>
          <a:cs typeface="Arial" charset="0"/>
        </a:defRPr>
      </a:lvl4pPr>
      <a:lvl5pPr algn="l" rtl="0" eaLnBrk="0" fontAlgn="base" hangingPunct="0">
        <a:spcBef>
          <a:spcPct val="0"/>
        </a:spcBef>
        <a:spcAft>
          <a:spcPct val="0"/>
        </a:spcAft>
        <a:defRPr sz="2851">
          <a:solidFill>
            <a:schemeClr val="tx2"/>
          </a:solidFill>
          <a:latin typeface="Arial" charset="0"/>
          <a:ea typeface="ＭＳ Ｐゴシック" charset="0"/>
          <a:cs typeface="Arial" charset="0"/>
        </a:defRPr>
      </a:lvl5pPr>
      <a:lvl6pPr marL="343032" algn="l" rtl="0" fontAlgn="base">
        <a:spcBef>
          <a:spcPct val="0"/>
        </a:spcBef>
        <a:spcAft>
          <a:spcPct val="0"/>
        </a:spcAft>
        <a:defRPr sz="2851">
          <a:solidFill>
            <a:schemeClr val="tx2"/>
          </a:solidFill>
          <a:latin typeface="Arial" charset="0"/>
          <a:cs typeface="Arial" charset="0"/>
        </a:defRPr>
      </a:lvl6pPr>
      <a:lvl7pPr marL="686065" algn="l" rtl="0" fontAlgn="base">
        <a:spcBef>
          <a:spcPct val="0"/>
        </a:spcBef>
        <a:spcAft>
          <a:spcPct val="0"/>
        </a:spcAft>
        <a:defRPr sz="2851">
          <a:solidFill>
            <a:schemeClr val="tx2"/>
          </a:solidFill>
          <a:latin typeface="Arial" charset="0"/>
          <a:cs typeface="Arial" charset="0"/>
        </a:defRPr>
      </a:lvl7pPr>
      <a:lvl8pPr marL="1029097" algn="l" rtl="0" fontAlgn="base">
        <a:spcBef>
          <a:spcPct val="0"/>
        </a:spcBef>
        <a:spcAft>
          <a:spcPct val="0"/>
        </a:spcAft>
        <a:defRPr sz="2851">
          <a:solidFill>
            <a:schemeClr val="tx2"/>
          </a:solidFill>
          <a:latin typeface="Arial" charset="0"/>
          <a:cs typeface="Arial" charset="0"/>
        </a:defRPr>
      </a:lvl8pPr>
      <a:lvl9pPr marL="1372129" algn="l" rtl="0" fontAlgn="base">
        <a:spcBef>
          <a:spcPct val="0"/>
        </a:spcBef>
        <a:spcAft>
          <a:spcPct val="0"/>
        </a:spcAft>
        <a:defRPr sz="2851">
          <a:solidFill>
            <a:schemeClr val="tx2"/>
          </a:solidFill>
          <a:latin typeface="Arial" charset="0"/>
          <a:cs typeface="Arial" charset="0"/>
        </a:defRPr>
      </a:lvl9pPr>
    </p:titleStyle>
    <p:bodyStyle>
      <a:lvl1pPr marL="257274" indent="-257274" algn="l" rtl="0" eaLnBrk="0" fontAlgn="base" hangingPunct="0">
        <a:spcBef>
          <a:spcPct val="20000"/>
        </a:spcBef>
        <a:spcAft>
          <a:spcPct val="0"/>
        </a:spcAft>
        <a:buClr>
          <a:schemeClr val="accent1"/>
        </a:buClr>
        <a:buFont typeface="Wingdings" panose="05000000000000000000" pitchFamily="2" charset="2"/>
        <a:buChar char="l"/>
        <a:defRPr sz="2401">
          <a:solidFill>
            <a:schemeClr val="tx1"/>
          </a:solidFill>
          <a:latin typeface="+mn-lt"/>
          <a:ea typeface="ＭＳ Ｐゴシック" charset="0"/>
          <a:cs typeface="+mn-cs"/>
        </a:defRPr>
      </a:lvl1pPr>
      <a:lvl2pPr marL="557428" indent="-214395" algn="l" rtl="0" eaLnBrk="0" fontAlgn="base" hangingPunct="0">
        <a:spcBef>
          <a:spcPct val="20000"/>
        </a:spcBef>
        <a:spcAft>
          <a:spcPct val="0"/>
        </a:spcAft>
        <a:buClr>
          <a:schemeClr val="accent1"/>
        </a:buClr>
        <a:buFont typeface="Wingdings" panose="05000000000000000000" pitchFamily="2" charset="2"/>
        <a:buChar char="¡"/>
        <a:defRPr sz="2025">
          <a:solidFill>
            <a:schemeClr val="tx1"/>
          </a:solidFill>
          <a:latin typeface="+mn-lt"/>
          <a:ea typeface="Arial" charset="0"/>
          <a:cs typeface="+mn-cs"/>
        </a:defRPr>
      </a:lvl2pPr>
      <a:lvl3pPr marL="857580" indent="-171517" algn="l" rtl="0" eaLnBrk="0" fontAlgn="base" hangingPunct="0">
        <a:spcBef>
          <a:spcPct val="20000"/>
        </a:spcBef>
        <a:spcAft>
          <a:spcPct val="0"/>
        </a:spcAft>
        <a:buClr>
          <a:schemeClr val="accent1"/>
        </a:buClr>
        <a:buFont typeface="Wingdings" panose="05000000000000000000" pitchFamily="2" charset="2"/>
        <a:buChar char="l"/>
        <a:defRPr sz="1725">
          <a:solidFill>
            <a:schemeClr val="tx1"/>
          </a:solidFill>
          <a:latin typeface="+mn-lt"/>
          <a:ea typeface="Arial" charset="0"/>
          <a:cs typeface="+mn-cs"/>
        </a:defRPr>
      </a:lvl3pPr>
      <a:lvl4pPr marL="1200614" indent="-171517" algn="l" rtl="0" eaLnBrk="0" fontAlgn="base" hangingPunct="0">
        <a:spcBef>
          <a:spcPct val="20000"/>
        </a:spcBef>
        <a:spcAft>
          <a:spcPct val="0"/>
        </a:spcAft>
        <a:buClr>
          <a:schemeClr val="accent1"/>
        </a:buClr>
        <a:buChar char="•"/>
        <a:defRPr sz="1500">
          <a:solidFill>
            <a:schemeClr val="tx1"/>
          </a:solidFill>
          <a:latin typeface="+mn-lt"/>
          <a:ea typeface="Arial" charset="0"/>
          <a:cs typeface="+mn-cs"/>
        </a:defRPr>
      </a:lvl4pPr>
      <a:lvl5pPr marL="1543645" indent="-171517" algn="l" rtl="0" eaLnBrk="0" fontAlgn="base" hangingPunct="0">
        <a:spcBef>
          <a:spcPct val="20000"/>
        </a:spcBef>
        <a:spcAft>
          <a:spcPct val="0"/>
        </a:spcAft>
        <a:buClr>
          <a:schemeClr val="accent1"/>
        </a:buClr>
        <a:buFont typeface="Wingdings" panose="05000000000000000000" pitchFamily="2" charset="2"/>
        <a:buChar char=""/>
        <a:defRPr sz="1500">
          <a:solidFill>
            <a:schemeClr val="tx1"/>
          </a:solidFill>
          <a:latin typeface="+mn-lt"/>
          <a:ea typeface="Arial" charset="0"/>
          <a:cs typeface="+mn-cs"/>
        </a:defRPr>
      </a:lvl5pPr>
      <a:lvl6pPr marL="1886677" indent="-171517" algn="l" rtl="0" fontAlgn="base">
        <a:spcBef>
          <a:spcPct val="20000"/>
        </a:spcBef>
        <a:spcAft>
          <a:spcPct val="0"/>
        </a:spcAft>
        <a:buClr>
          <a:schemeClr val="accent1"/>
        </a:buClr>
        <a:buFont typeface="Wingdings" pitchFamily="2" charset="2"/>
        <a:buChar char=""/>
        <a:defRPr sz="1500">
          <a:solidFill>
            <a:schemeClr val="tx1"/>
          </a:solidFill>
          <a:latin typeface="+mn-lt"/>
          <a:cs typeface="+mn-cs"/>
        </a:defRPr>
      </a:lvl6pPr>
      <a:lvl7pPr marL="2229710" indent="-171517" algn="l" rtl="0" fontAlgn="base">
        <a:spcBef>
          <a:spcPct val="20000"/>
        </a:spcBef>
        <a:spcAft>
          <a:spcPct val="0"/>
        </a:spcAft>
        <a:buClr>
          <a:schemeClr val="accent1"/>
        </a:buClr>
        <a:buFont typeface="Wingdings" pitchFamily="2" charset="2"/>
        <a:buChar char=""/>
        <a:defRPr sz="1500">
          <a:solidFill>
            <a:schemeClr val="tx1"/>
          </a:solidFill>
          <a:latin typeface="+mn-lt"/>
          <a:cs typeface="+mn-cs"/>
        </a:defRPr>
      </a:lvl7pPr>
      <a:lvl8pPr marL="2572742" indent="-171517" algn="l" rtl="0" fontAlgn="base">
        <a:spcBef>
          <a:spcPct val="20000"/>
        </a:spcBef>
        <a:spcAft>
          <a:spcPct val="0"/>
        </a:spcAft>
        <a:buClr>
          <a:schemeClr val="accent1"/>
        </a:buClr>
        <a:buFont typeface="Wingdings" pitchFamily="2" charset="2"/>
        <a:buChar char=""/>
        <a:defRPr sz="1500">
          <a:solidFill>
            <a:schemeClr val="tx1"/>
          </a:solidFill>
          <a:latin typeface="+mn-lt"/>
          <a:cs typeface="+mn-cs"/>
        </a:defRPr>
      </a:lvl8pPr>
      <a:lvl9pPr marL="2915774" indent="-171517" algn="l" rtl="0" fontAlgn="base">
        <a:spcBef>
          <a:spcPct val="20000"/>
        </a:spcBef>
        <a:spcAft>
          <a:spcPct val="0"/>
        </a:spcAft>
        <a:buClr>
          <a:schemeClr val="accent1"/>
        </a:buClr>
        <a:buFont typeface="Wingdings" pitchFamily="2" charset="2"/>
        <a:buChar char=""/>
        <a:defRPr sz="1500">
          <a:solidFill>
            <a:schemeClr val="tx1"/>
          </a:solidFill>
          <a:latin typeface="+mn-lt"/>
          <a:cs typeface="+mn-cs"/>
        </a:defRPr>
      </a:lvl9pPr>
    </p:bodyStyle>
    <p:otherStyle>
      <a:defPPr>
        <a:defRPr lang="en-US"/>
      </a:defPPr>
      <a:lvl1pPr marL="0" algn="l" defTabSz="686065" rtl="0" eaLnBrk="1" latinLnBrk="0" hangingPunct="1">
        <a:defRPr sz="1351" kern="1200">
          <a:solidFill>
            <a:schemeClr val="tx1"/>
          </a:solidFill>
          <a:latin typeface="+mn-lt"/>
          <a:ea typeface="+mn-ea"/>
          <a:cs typeface="+mn-cs"/>
        </a:defRPr>
      </a:lvl1pPr>
      <a:lvl2pPr marL="343032" algn="l" defTabSz="686065" rtl="0" eaLnBrk="1" latinLnBrk="0" hangingPunct="1">
        <a:defRPr sz="1351" kern="1200">
          <a:solidFill>
            <a:schemeClr val="tx1"/>
          </a:solidFill>
          <a:latin typeface="+mn-lt"/>
          <a:ea typeface="+mn-ea"/>
          <a:cs typeface="+mn-cs"/>
        </a:defRPr>
      </a:lvl2pPr>
      <a:lvl3pPr marL="686065" algn="l" defTabSz="686065" rtl="0" eaLnBrk="1" latinLnBrk="0" hangingPunct="1">
        <a:defRPr sz="1351" kern="1200">
          <a:solidFill>
            <a:schemeClr val="tx1"/>
          </a:solidFill>
          <a:latin typeface="+mn-lt"/>
          <a:ea typeface="+mn-ea"/>
          <a:cs typeface="+mn-cs"/>
        </a:defRPr>
      </a:lvl3pPr>
      <a:lvl4pPr marL="1029097" algn="l" defTabSz="686065" rtl="0" eaLnBrk="1" latinLnBrk="0" hangingPunct="1">
        <a:defRPr sz="1351" kern="1200">
          <a:solidFill>
            <a:schemeClr val="tx1"/>
          </a:solidFill>
          <a:latin typeface="+mn-lt"/>
          <a:ea typeface="+mn-ea"/>
          <a:cs typeface="+mn-cs"/>
        </a:defRPr>
      </a:lvl4pPr>
      <a:lvl5pPr marL="1372129" algn="l" defTabSz="686065" rtl="0" eaLnBrk="1" latinLnBrk="0" hangingPunct="1">
        <a:defRPr sz="1351" kern="1200">
          <a:solidFill>
            <a:schemeClr val="tx1"/>
          </a:solidFill>
          <a:latin typeface="+mn-lt"/>
          <a:ea typeface="+mn-ea"/>
          <a:cs typeface="+mn-cs"/>
        </a:defRPr>
      </a:lvl5pPr>
      <a:lvl6pPr marL="1715162" algn="l" defTabSz="686065" rtl="0" eaLnBrk="1" latinLnBrk="0" hangingPunct="1">
        <a:defRPr sz="1351" kern="1200">
          <a:solidFill>
            <a:schemeClr val="tx1"/>
          </a:solidFill>
          <a:latin typeface="+mn-lt"/>
          <a:ea typeface="+mn-ea"/>
          <a:cs typeface="+mn-cs"/>
        </a:defRPr>
      </a:lvl6pPr>
      <a:lvl7pPr marL="2058194" algn="l" defTabSz="686065" rtl="0" eaLnBrk="1" latinLnBrk="0" hangingPunct="1">
        <a:defRPr sz="1351" kern="1200">
          <a:solidFill>
            <a:schemeClr val="tx1"/>
          </a:solidFill>
          <a:latin typeface="+mn-lt"/>
          <a:ea typeface="+mn-ea"/>
          <a:cs typeface="+mn-cs"/>
        </a:defRPr>
      </a:lvl7pPr>
      <a:lvl8pPr marL="2401225" algn="l" defTabSz="686065" rtl="0" eaLnBrk="1" latinLnBrk="0" hangingPunct="1">
        <a:defRPr sz="1351" kern="1200">
          <a:solidFill>
            <a:schemeClr val="tx1"/>
          </a:solidFill>
          <a:latin typeface="+mn-lt"/>
          <a:ea typeface="+mn-ea"/>
          <a:cs typeface="+mn-cs"/>
        </a:defRPr>
      </a:lvl8pPr>
      <a:lvl9pPr marL="2744259" algn="l" defTabSz="686065" rtl="0" eaLnBrk="1" latinLnBrk="0" hangingPunct="1">
        <a:defRPr sz="1351"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1" name="Google Shape;11;p9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9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9pPr>
          </a:lstStyle>
          <a:p>
            <a:endParaRPr/>
          </a:p>
        </p:txBody>
      </p:sp>
      <p:sp>
        <p:nvSpPr>
          <p:cNvPr id="13" name="Google Shape;13;p9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Clr>
                <a:schemeClr val="dk1"/>
              </a:buClr>
              <a:buSzPts val="1400"/>
              <a:buFont typeface="Tahoma"/>
              <a:buNone/>
              <a:defRPr sz="1600" b="0" i="0" u="none" strike="noStrike" cap="none">
                <a:solidFill>
                  <a:schemeClr val="dk1"/>
                </a:solidFill>
                <a:latin typeface="Tahoma"/>
                <a:ea typeface="Tahoma"/>
                <a:cs typeface="Tahoma"/>
                <a:sym typeface="Tahoma"/>
              </a:defRPr>
            </a:lvl9pPr>
          </a:lstStyle>
          <a:p>
            <a:endParaRPr/>
          </a:p>
        </p:txBody>
      </p:sp>
      <p:sp>
        <p:nvSpPr>
          <p:cNvPr id="14" name="Google Shape;14;p9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56217184"/>
      </p:ext>
    </p:extLst>
  </p:cSld>
  <p:clrMap bg1="lt1" tx1="dk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8591329"/>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Lst>
  <p:hf hdr="0" ftr="0" dt="0"/>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97"/>
          <p:cNvPicPr preferRelativeResize="0"/>
          <p:nvPr/>
        </p:nvPicPr>
        <p:blipFill rotWithShape="1">
          <a:blip r:embed="rId16">
            <a:alphaModFix/>
          </a:blip>
          <a:srcRect/>
          <a:stretch/>
        </p:blipFill>
        <p:spPr>
          <a:xfrm>
            <a:off x="0" y="169608"/>
            <a:ext cx="9098843" cy="6678137"/>
          </a:xfrm>
          <a:prstGeom prst="rect">
            <a:avLst/>
          </a:prstGeom>
          <a:noFill/>
          <a:ln>
            <a:noFill/>
          </a:ln>
        </p:spPr>
      </p:pic>
      <p:sp>
        <p:nvSpPr>
          <p:cNvPr id="7" name="Google Shape;7;p97"/>
          <p:cNvSpPr txBox="1">
            <a:spLocks noGrp="1"/>
          </p:cNvSpPr>
          <p:nvPr>
            <p:ph type="title"/>
          </p:nvPr>
        </p:nvSpPr>
        <p:spPr>
          <a:xfrm>
            <a:off x="151136" y="193461"/>
            <a:ext cx="8841724" cy="26161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7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97"/>
          <p:cNvSpPr txBox="1">
            <a:spLocks noGrp="1"/>
          </p:cNvSpPr>
          <p:nvPr>
            <p:ph type="body" idx="1"/>
          </p:nvPr>
        </p:nvSpPr>
        <p:spPr>
          <a:xfrm>
            <a:off x="982033" y="2304329"/>
            <a:ext cx="7555885" cy="161583"/>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05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9" name="Google Shape;9;p97"/>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2855"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9pPr>
          </a:lstStyle>
          <a:p>
            <a:endParaRPr/>
          </a:p>
        </p:txBody>
      </p:sp>
      <p:sp>
        <p:nvSpPr>
          <p:cNvPr id="10" name="Google Shape;10;p97"/>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855"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55" b="0" i="0" u="none" strike="noStrike" cap="none">
                <a:solidFill>
                  <a:srgbClr val="000000"/>
                </a:solidFill>
                <a:latin typeface="Arial"/>
                <a:ea typeface="Arial"/>
                <a:cs typeface="Arial"/>
                <a:sym typeface="Arial"/>
              </a:defRPr>
            </a:lvl9pPr>
          </a:lstStyle>
          <a:p>
            <a:endParaRPr/>
          </a:p>
        </p:txBody>
      </p:sp>
      <p:sp>
        <p:nvSpPr>
          <p:cNvPr id="11" name="Google Shape;11;p97"/>
          <p:cNvSpPr txBox="1">
            <a:spLocks noGrp="1"/>
          </p:cNvSpPr>
          <p:nvPr>
            <p:ph type="sldNum" idx="12"/>
          </p:nvPr>
        </p:nvSpPr>
        <p:spPr>
          <a:xfrm>
            <a:off x="6583680" y="6377940"/>
            <a:ext cx="2103120" cy="439351"/>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2855"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sz="2220">
              <a:solidFill>
                <a:srgbClr val="000000"/>
              </a:solidFill>
            </a:endParaRPr>
          </a:p>
        </p:txBody>
      </p:sp>
    </p:spTree>
    <p:extLst>
      <p:ext uri="{BB962C8B-B14F-4D97-AF65-F5344CB8AC3E}">
        <p14:creationId xmlns:p14="http://schemas.microsoft.com/office/powerpoint/2010/main" val="2912799193"/>
      </p:ext>
    </p:extLst>
  </p:cSld>
  <p:clrMap bg1="lt1" tx1="dk1" bg2="dk2" tx2="lt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54"/>
          <p:cNvPicPr preferRelativeResize="0"/>
          <p:nvPr/>
        </p:nvPicPr>
        <p:blipFill rotWithShape="1">
          <a:blip r:embed="rId13">
            <a:alphaModFix/>
          </a:blip>
          <a:srcRect/>
          <a:stretch/>
        </p:blipFill>
        <p:spPr>
          <a:xfrm>
            <a:off x="200" y="169608"/>
            <a:ext cx="9134589" cy="6678137"/>
          </a:xfrm>
          <a:prstGeom prst="rect">
            <a:avLst/>
          </a:prstGeom>
          <a:noFill/>
          <a:ln>
            <a:noFill/>
          </a:ln>
        </p:spPr>
      </p:pic>
      <p:sp>
        <p:nvSpPr>
          <p:cNvPr id="7" name="Google Shape;7;p154"/>
          <p:cNvSpPr txBox="1">
            <a:spLocks noGrp="1"/>
          </p:cNvSpPr>
          <p:nvPr>
            <p:ph type="title"/>
          </p:nvPr>
        </p:nvSpPr>
        <p:spPr>
          <a:xfrm>
            <a:off x="151137" y="231524"/>
            <a:ext cx="8354474" cy="26161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700" b="0" i="0" u="none" strike="noStrike" cap="none">
                <a:solidFill>
                  <a:srgbClr val="1B147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54"/>
          <p:cNvSpPr txBox="1">
            <a:spLocks noGrp="1"/>
          </p:cNvSpPr>
          <p:nvPr>
            <p:ph type="body" idx="1"/>
          </p:nvPr>
        </p:nvSpPr>
        <p:spPr>
          <a:xfrm>
            <a:off x="550775" y="1373073"/>
            <a:ext cx="7967767" cy="161583"/>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050" b="0" i="0" u="none" strike="noStrike" cap="none">
                <a:solidFill>
                  <a:srgbClr val="1B1472"/>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154"/>
          <p:cNvSpPr txBox="1">
            <a:spLocks noGrp="1"/>
          </p:cNvSpPr>
          <p:nvPr>
            <p:ph type="ftr" idx="11"/>
          </p:nvPr>
        </p:nvSpPr>
        <p:spPr>
          <a:xfrm>
            <a:off x="3108960" y="6377939"/>
            <a:ext cx="2926080" cy="439351"/>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2855">
                <a:solidFill>
                  <a:srgbClr val="888888"/>
                </a:solidFill>
              </a:defRPr>
            </a:lvl1pPr>
            <a:lvl2pPr lvl="1">
              <a:spcBef>
                <a:spcPts val="0"/>
              </a:spcBef>
              <a:spcAft>
                <a:spcPts val="0"/>
              </a:spcAft>
              <a:buSzPts val="1400"/>
              <a:buNone/>
              <a:defRPr sz="2855"/>
            </a:lvl2pPr>
            <a:lvl3pPr lvl="2">
              <a:spcBef>
                <a:spcPts val="0"/>
              </a:spcBef>
              <a:spcAft>
                <a:spcPts val="0"/>
              </a:spcAft>
              <a:buSzPts val="1400"/>
              <a:buNone/>
              <a:defRPr sz="2855"/>
            </a:lvl3pPr>
            <a:lvl4pPr lvl="3">
              <a:spcBef>
                <a:spcPts val="0"/>
              </a:spcBef>
              <a:spcAft>
                <a:spcPts val="0"/>
              </a:spcAft>
              <a:buSzPts val="1400"/>
              <a:buNone/>
              <a:defRPr sz="2855"/>
            </a:lvl4pPr>
            <a:lvl5pPr lvl="4">
              <a:spcBef>
                <a:spcPts val="0"/>
              </a:spcBef>
              <a:spcAft>
                <a:spcPts val="0"/>
              </a:spcAft>
              <a:buSzPts val="1400"/>
              <a:buNone/>
              <a:defRPr sz="2855"/>
            </a:lvl5pPr>
            <a:lvl6pPr lvl="5">
              <a:spcBef>
                <a:spcPts val="0"/>
              </a:spcBef>
              <a:spcAft>
                <a:spcPts val="0"/>
              </a:spcAft>
              <a:buSzPts val="1400"/>
              <a:buNone/>
              <a:defRPr sz="2855"/>
            </a:lvl6pPr>
            <a:lvl7pPr lvl="6">
              <a:spcBef>
                <a:spcPts val="0"/>
              </a:spcBef>
              <a:spcAft>
                <a:spcPts val="0"/>
              </a:spcAft>
              <a:buSzPts val="1400"/>
              <a:buNone/>
              <a:defRPr sz="2855"/>
            </a:lvl7pPr>
            <a:lvl8pPr lvl="7">
              <a:spcBef>
                <a:spcPts val="0"/>
              </a:spcBef>
              <a:spcAft>
                <a:spcPts val="0"/>
              </a:spcAft>
              <a:buSzPts val="1400"/>
              <a:buNone/>
              <a:defRPr sz="2855"/>
            </a:lvl8pPr>
            <a:lvl9pPr lvl="8">
              <a:spcBef>
                <a:spcPts val="0"/>
              </a:spcBef>
              <a:spcAft>
                <a:spcPts val="0"/>
              </a:spcAft>
              <a:buSzPts val="1400"/>
              <a:buNone/>
              <a:defRPr sz="2855"/>
            </a:lvl9pPr>
          </a:lstStyle>
          <a:p>
            <a:endParaRPr/>
          </a:p>
        </p:txBody>
      </p:sp>
      <p:sp>
        <p:nvSpPr>
          <p:cNvPr id="10" name="Google Shape;10;p154"/>
          <p:cNvSpPr txBox="1">
            <a:spLocks noGrp="1"/>
          </p:cNvSpPr>
          <p:nvPr>
            <p:ph type="dt" idx="10"/>
          </p:nvPr>
        </p:nvSpPr>
        <p:spPr>
          <a:xfrm>
            <a:off x="457200" y="6377939"/>
            <a:ext cx="2103120" cy="43935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55">
                <a:solidFill>
                  <a:srgbClr val="888888"/>
                </a:solidFill>
              </a:defRPr>
            </a:lvl1pPr>
            <a:lvl2pPr lvl="1">
              <a:spcBef>
                <a:spcPts val="0"/>
              </a:spcBef>
              <a:spcAft>
                <a:spcPts val="0"/>
              </a:spcAft>
              <a:buSzPts val="1400"/>
              <a:buNone/>
              <a:defRPr sz="2855"/>
            </a:lvl2pPr>
            <a:lvl3pPr lvl="2">
              <a:spcBef>
                <a:spcPts val="0"/>
              </a:spcBef>
              <a:spcAft>
                <a:spcPts val="0"/>
              </a:spcAft>
              <a:buSzPts val="1400"/>
              <a:buNone/>
              <a:defRPr sz="2855"/>
            </a:lvl3pPr>
            <a:lvl4pPr lvl="3">
              <a:spcBef>
                <a:spcPts val="0"/>
              </a:spcBef>
              <a:spcAft>
                <a:spcPts val="0"/>
              </a:spcAft>
              <a:buSzPts val="1400"/>
              <a:buNone/>
              <a:defRPr sz="2855"/>
            </a:lvl4pPr>
            <a:lvl5pPr lvl="4">
              <a:spcBef>
                <a:spcPts val="0"/>
              </a:spcBef>
              <a:spcAft>
                <a:spcPts val="0"/>
              </a:spcAft>
              <a:buSzPts val="1400"/>
              <a:buNone/>
              <a:defRPr sz="2855"/>
            </a:lvl5pPr>
            <a:lvl6pPr lvl="5">
              <a:spcBef>
                <a:spcPts val="0"/>
              </a:spcBef>
              <a:spcAft>
                <a:spcPts val="0"/>
              </a:spcAft>
              <a:buSzPts val="1400"/>
              <a:buNone/>
              <a:defRPr sz="2855"/>
            </a:lvl6pPr>
            <a:lvl7pPr lvl="6">
              <a:spcBef>
                <a:spcPts val="0"/>
              </a:spcBef>
              <a:spcAft>
                <a:spcPts val="0"/>
              </a:spcAft>
              <a:buSzPts val="1400"/>
              <a:buNone/>
              <a:defRPr sz="2855"/>
            </a:lvl7pPr>
            <a:lvl8pPr lvl="7">
              <a:spcBef>
                <a:spcPts val="0"/>
              </a:spcBef>
              <a:spcAft>
                <a:spcPts val="0"/>
              </a:spcAft>
              <a:buSzPts val="1400"/>
              <a:buNone/>
              <a:defRPr sz="2855"/>
            </a:lvl8pPr>
            <a:lvl9pPr lvl="8">
              <a:spcBef>
                <a:spcPts val="0"/>
              </a:spcBef>
              <a:spcAft>
                <a:spcPts val="0"/>
              </a:spcAft>
              <a:buSzPts val="1400"/>
              <a:buNone/>
              <a:defRPr sz="2855"/>
            </a:lvl9pPr>
          </a:lstStyle>
          <a:p>
            <a:endParaRPr/>
          </a:p>
        </p:txBody>
      </p:sp>
      <p:sp>
        <p:nvSpPr>
          <p:cNvPr id="11" name="Google Shape;11;p154"/>
          <p:cNvSpPr txBox="1">
            <a:spLocks noGrp="1"/>
          </p:cNvSpPr>
          <p:nvPr>
            <p:ph type="sldNum" idx="12"/>
          </p:nvPr>
        </p:nvSpPr>
        <p:spPr>
          <a:xfrm>
            <a:off x="7306387" y="6631480"/>
            <a:ext cx="637460" cy="164084"/>
          </a:xfrm>
          <a:prstGeom prst="rect">
            <a:avLst/>
          </a:prstGeom>
          <a:noFill/>
          <a:ln>
            <a:noFill/>
          </a:ln>
        </p:spPr>
        <p:txBody>
          <a:bodyPr spcFirstLastPara="1" wrap="square" lIns="0" tIns="0" rIns="0" bIns="0" anchor="t" anchorCtr="0">
            <a:spAutoFit/>
          </a:bodyPr>
          <a:lstStyle>
            <a:lvl1pPr marL="125881" lvl="0" indent="0">
              <a:lnSpc>
                <a:spcPct val="111666"/>
              </a:lnSpc>
              <a:spcBef>
                <a:spcPts val="0"/>
              </a:spcBef>
              <a:buNone/>
              <a:defRPr sz="952" b="0" i="0">
                <a:solidFill>
                  <a:schemeClr val="dk1"/>
                </a:solidFill>
                <a:latin typeface="Calibri"/>
                <a:ea typeface="Calibri"/>
                <a:cs typeface="Calibri"/>
                <a:sym typeface="Calibri"/>
              </a:defRPr>
            </a:lvl1pPr>
            <a:lvl2pPr marL="125881" lvl="1" indent="0">
              <a:lnSpc>
                <a:spcPct val="111666"/>
              </a:lnSpc>
              <a:spcBef>
                <a:spcPts val="0"/>
              </a:spcBef>
              <a:buNone/>
              <a:defRPr sz="952" b="0" i="0">
                <a:solidFill>
                  <a:schemeClr val="dk1"/>
                </a:solidFill>
                <a:latin typeface="Calibri"/>
                <a:ea typeface="Calibri"/>
                <a:cs typeface="Calibri"/>
                <a:sym typeface="Calibri"/>
              </a:defRPr>
            </a:lvl2pPr>
            <a:lvl3pPr marL="125881" lvl="2" indent="0">
              <a:lnSpc>
                <a:spcPct val="111666"/>
              </a:lnSpc>
              <a:spcBef>
                <a:spcPts val="0"/>
              </a:spcBef>
              <a:buNone/>
              <a:defRPr sz="952" b="0" i="0">
                <a:solidFill>
                  <a:schemeClr val="dk1"/>
                </a:solidFill>
                <a:latin typeface="Calibri"/>
                <a:ea typeface="Calibri"/>
                <a:cs typeface="Calibri"/>
                <a:sym typeface="Calibri"/>
              </a:defRPr>
            </a:lvl3pPr>
            <a:lvl4pPr marL="125881" lvl="3" indent="0">
              <a:lnSpc>
                <a:spcPct val="111666"/>
              </a:lnSpc>
              <a:spcBef>
                <a:spcPts val="0"/>
              </a:spcBef>
              <a:buNone/>
              <a:defRPr sz="952" b="0" i="0">
                <a:solidFill>
                  <a:schemeClr val="dk1"/>
                </a:solidFill>
                <a:latin typeface="Calibri"/>
                <a:ea typeface="Calibri"/>
                <a:cs typeface="Calibri"/>
                <a:sym typeface="Calibri"/>
              </a:defRPr>
            </a:lvl4pPr>
            <a:lvl5pPr marL="125881" lvl="4" indent="0">
              <a:lnSpc>
                <a:spcPct val="111666"/>
              </a:lnSpc>
              <a:spcBef>
                <a:spcPts val="0"/>
              </a:spcBef>
              <a:buNone/>
              <a:defRPr sz="952" b="0" i="0">
                <a:solidFill>
                  <a:schemeClr val="dk1"/>
                </a:solidFill>
                <a:latin typeface="Calibri"/>
                <a:ea typeface="Calibri"/>
                <a:cs typeface="Calibri"/>
                <a:sym typeface="Calibri"/>
              </a:defRPr>
            </a:lvl5pPr>
            <a:lvl6pPr marL="125881" lvl="5" indent="0">
              <a:lnSpc>
                <a:spcPct val="111666"/>
              </a:lnSpc>
              <a:spcBef>
                <a:spcPts val="0"/>
              </a:spcBef>
              <a:buNone/>
              <a:defRPr sz="952" b="0" i="0">
                <a:solidFill>
                  <a:schemeClr val="dk1"/>
                </a:solidFill>
                <a:latin typeface="Calibri"/>
                <a:ea typeface="Calibri"/>
                <a:cs typeface="Calibri"/>
                <a:sym typeface="Calibri"/>
              </a:defRPr>
            </a:lvl6pPr>
            <a:lvl7pPr marL="125881" lvl="6" indent="0">
              <a:lnSpc>
                <a:spcPct val="111666"/>
              </a:lnSpc>
              <a:spcBef>
                <a:spcPts val="0"/>
              </a:spcBef>
              <a:buNone/>
              <a:defRPr sz="952" b="0" i="0">
                <a:solidFill>
                  <a:schemeClr val="dk1"/>
                </a:solidFill>
                <a:latin typeface="Calibri"/>
                <a:ea typeface="Calibri"/>
                <a:cs typeface="Calibri"/>
                <a:sym typeface="Calibri"/>
              </a:defRPr>
            </a:lvl7pPr>
            <a:lvl8pPr marL="125881" lvl="7" indent="0">
              <a:lnSpc>
                <a:spcPct val="111666"/>
              </a:lnSpc>
              <a:spcBef>
                <a:spcPts val="0"/>
              </a:spcBef>
              <a:buNone/>
              <a:defRPr sz="952" b="0" i="0">
                <a:solidFill>
                  <a:schemeClr val="dk1"/>
                </a:solidFill>
                <a:latin typeface="Calibri"/>
                <a:ea typeface="Calibri"/>
                <a:cs typeface="Calibri"/>
                <a:sym typeface="Calibri"/>
              </a:defRPr>
            </a:lvl8pPr>
            <a:lvl9pPr marL="125881" lvl="8" indent="0">
              <a:lnSpc>
                <a:spcPct val="111666"/>
              </a:lnSpc>
              <a:spcBef>
                <a:spcPts val="0"/>
              </a:spcBef>
              <a:buNone/>
              <a:defRPr sz="952" b="0" i="0">
                <a:solidFill>
                  <a:schemeClr val="dk1"/>
                </a:solidFill>
                <a:latin typeface="Calibri"/>
                <a:ea typeface="Calibri"/>
                <a:cs typeface="Calibri"/>
                <a:sym typeface="Calibri"/>
              </a:defRPr>
            </a:lvl9pPr>
          </a:lstStyle>
          <a:p>
            <a:fld id="{00000000-1234-1234-1234-123412341234}" type="slidenum">
              <a:rPr lang="en-US" smtClean="0"/>
              <a:pPr/>
              <a:t>‹#›</a:t>
            </a:fld>
            <a:r>
              <a:rPr lang="en-US"/>
              <a:t> / 153</a:t>
            </a:r>
            <a:endParaRPr lang="en-US" sz="2220">
              <a:solidFill>
                <a:srgbClr val="000000"/>
              </a:solidFill>
              <a:latin typeface="Arial"/>
              <a:ea typeface="Arial"/>
              <a:cs typeface="Arial"/>
              <a:sym typeface="Arial"/>
            </a:endParaRPr>
          </a:p>
        </p:txBody>
      </p:sp>
    </p:spTree>
    <p:extLst>
      <p:ext uri="{BB962C8B-B14F-4D97-AF65-F5344CB8AC3E}">
        <p14:creationId xmlns:p14="http://schemas.microsoft.com/office/powerpoint/2010/main" val="671249398"/>
      </p:ext>
    </p:extLst>
  </p:cSld>
  <p:clrMap bg1="lt1" tx1="dk1" bg2="dk2" tx2="lt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1.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2.xml"/><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3.xml"/><Relationship Id="rId1" Type="http://schemas.openxmlformats.org/officeDocument/2006/relationships/slideLayout" Target="../slideLayouts/slideLayout68.xml"/><Relationship Id="rId5" Type="http://schemas.openxmlformats.org/officeDocument/2006/relationships/image" Target="../media/image30.png"/><Relationship Id="rId4" Type="http://schemas.openxmlformats.org/officeDocument/2006/relationships/customXml" Target="../ink/ink4.xm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5.xml"/><Relationship Id="rId1" Type="http://schemas.openxmlformats.org/officeDocument/2006/relationships/slideLayout" Target="../slideLayouts/slideLayout69.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6.xml"/><Relationship Id="rId1" Type="http://schemas.openxmlformats.org/officeDocument/2006/relationships/slideLayout" Target="../slideLayouts/slideLayout69.xml"/></Relationships>
</file>

<file path=ppt/slides/_rels/slide7.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33.jpg"/><Relationship Id="rId1" Type="http://schemas.openxmlformats.org/officeDocument/2006/relationships/slideLayout" Target="../slideLayouts/slideLayout68.xml"/><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35.jpg"/><Relationship Id="rId1" Type="http://schemas.openxmlformats.org/officeDocument/2006/relationships/slideLayout" Target="../slideLayouts/slideLayout68.xml"/><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9.xml"/><Relationship Id="rId1" Type="http://schemas.openxmlformats.org/officeDocument/2006/relationships/slideLayout" Target="../slideLayouts/slideLayout69.xml"/></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3.xml"/><Relationship Id="rId6" Type="http://schemas.openxmlformats.org/officeDocument/2006/relationships/image" Target="../media/image41.png"/><Relationship Id="rId5" Type="http://schemas.openxmlformats.org/officeDocument/2006/relationships/customXml" Target="../ink/ink10.xml"/><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customXml" Target="../ink/ink11.xml"/><Relationship Id="rId1" Type="http://schemas.openxmlformats.org/officeDocument/2006/relationships/slideLayout" Target="../slideLayouts/slideLayout53.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customXml" Target="../ink/ink12.xml"/><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50.xml"/><Relationship Id="rId5" Type="http://schemas.openxmlformats.org/officeDocument/2006/relationships/image" Target="../media/image45.png"/><Relationship Id="rId4" Type="http://schemas.openxmlformats.org/officeDocument/2006/relationships/customXml" Target="../ink/ink13.xml"/></Relationships>
</file>

<file path=ppt/slides/_rels/slide14.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3.xml"/><Relationship Id="rId1" Type="http://schemas.openxmlformats.org/officeDocument/2006/relationships/slideLayout" Target="../slideLayouts/slideLayout50.xml"/><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4.xml"/><Relationship Id="rId1" Type="http://schemas.openxmlformats.org/officeDocument/2006/relationships/slideLayout" Target="../slideLayouts/slideLayout50.xml"/><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5.xml"/><Relationship Id="rId1" Type="http://schemas.openxmlformats.org/officeDocument/2006/relationships/slideLayout" Target="../slideLayouts/slideLayout50.xml"/><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0.png"/><Relationship Id="rId7" Type="http://schemas.openxmlformats.org/officeDocument/2006/relationships/customXml" Target="../ink/ink17.xml"/><Relationship Id="rId2" Type="http://schemas.openxmlformats.org/officeDocument/2006/relationships/notesSlide" Target="../notesSlides/notesSlide10.xml"/><Relationship Id="rId1" Type="http://schemas.openxmlformats.org/officeDocument/2006/relationships/slideLayout" Target="../slideLayouts/slideLayout50.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notesSlide" Target="../notesSlides/notesSlide11.xml"/><Relationship Id="rId1" Type="http://schemas.openxmlformats.org/officeDocument/2006/relationships/slideLayout" Target="../slideLayouts/slideLayout50.xml"/><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2.xml"/><Relationship Id="rId1" Type="http://schemas.openxmlformats.org/officeDocument/2006/relationships/slideLayout" Target="../slideLayouts/slideLayout50.xml"/><Relationship Id="rId5" Type="http://schemas.openxmlformats.org/officeDocument/2006/relationships/image" Target="../media/image57.png"/><Relationship Id="rId4" Type="http://schemas.openxmlformats.org/officeDocument/2006/relationships/customXml" Target="../ink/ink19.xml"/></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0.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50.xml"/></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50.xml"/><Relationship Id="rId5" Type="http://schemas.openxmlformats.org/officeDocument/2006/relationships/image" Target="../media/image61.png"/><Relationship Id="rId4" Type="http://schemas.openxmlformats.org/officeDocument/2006/relationships/customXml" Target="../ink/ink20.xml"/></Relationships>
</file>

<file path=ppt/slides/_rels/slide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50.xml"/><Relationship Id="rId5" Type="http://schemas.openxmlformats.org/officeDocument/2006/relationships/image" Target="../media/image63.png"/><Relationship Id="rId4" Type="http://schemas.openxmlformats.org/officeDocument/2006/relationships/customXml" Target="../ink/ink21.xml"/></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50.xml"/><Relationship Id="rId5" Type="http://schemas.openxmlformats.org/officeDocument/2006/relationships/image" Target="../media/image65.png"/><Relationship Id="rId4" Type="http://schemas.openxmlformats.org/officeDocument/2006/relationships/customXml" Target="../ink/ink22.xml"/></Relationships>
</file>

<file path=ppt/slides/_rels/slide31.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notesSlide" Target="../notesSlides/notesSlide20.xml"/><Relationship Id="rId1" Type="http://schemas.openxmlformats.org/officeDocument/2006/relationships/slideLayout" Target="../slideLayouts/slideLayout50.xml"/><Relationship Id="rId4" Type="http://schemas.openxmlformats.org/officeDocument/2006/relationships/image" Target="../media/image66.png"/></Relationships>
</file>

<file path=ppt/slides/_rels/slide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50.xml"/><Relationship Id="rId5" Type="http://schemas.openxmlformats.org/officeDocument/2006/relationships/image" Target="../media/image68.png"/><Relationship Id="rId4" Type="http://schemas.openxmlformats.org/officeDocument/2006/relationships/customXml" Target="../ink/ink24.xml"/></Relationships>
</file>

<file path=ppt/slides/_rels/slide33.xml.rels><?xml version="1.0" encoding="UTF-8" standalone="yes"?>
<Relationships xmlns="http://schemas.openxmlformats.org/package/2006/relationships"><Relationship Id="rId3" Type="http://schemas.openxmlformats.org/officeDocument/2006/relationships/customXml" Target="../ink/ink25.xml"/><Relationship Id="rId2" Type="http://schemas.openxmlformats.org/officeDocument/2006/relationships/notesSlide" Target="../notesSlides/notesSlide22.xml"/><Relationship Id="rId1" Type="http://schemas.openxmlformats.org/officeDocument/2006/relationships/slideLayout" Target="../slideLayouts/slideLayout50.xml"/><Relationship Id="rId4" Type="http://schemas.openxmlformats.org/officeDocument/2006/relationships/image" Target="../media/image69.png"/></Relationships>
</file>

<file path=ppt/slides/_rels/slide3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50.xml"/><Relationship Id="rId5" Type="http://schemas.openxmlformats.org/officeDocument/2006/relationships/image" Target="../media/image71.png"/><Relationship Id="rId4" Type="http://schemas.openxmlformats.org/officeDocument/2006/relationships/customXml" Target="../ink/ink26.xml"/></Relationships>
</file>

<file path=ppt/slides/_rels/slide3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4.xml"/><Relationship Id="rId1" Type="http://schemas.openxmlformats.org/officeDocument/2006/relationships/slideLayout" Target="../slideLayouts/slideLayout50.xml"/></Relationships>
</file>

<file path=ppt/slides/_rels/slide3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6.xml"/><Relationship Id="rId1" Type="http://schemas.openxmlformats.org/officeDocument/2006/relationships/slideLayout" Target="../slideLayouts/slideLayout50.xml"/></Relationships>
</file>

<file path=ppt/slides/_rels/slide3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7.xml"/><Relationship Id="rId1" Type="http://schemas.openxmlformats.org/officeDocument/2006/relationships/slideLayout" Target="../slideLayouts/slideLayout50.xml"/></Relationships>
</file>

<file path=ppt/slides/_rels/slide3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8.xml"/><Relationship Id="rId1" Type="http://schemas.openxmlformats.org/officeDocument/2006/relationships/slideLayout" Target="../slideLayouts/slideLayout50.xml"/></Relationships>
</file>

<file path=ppt/slides/_rels/slide4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9.xml"/><Relationship Id="rId1" Type="http://schemas.openxmlformats.org/officeDocument/2006/relationships/slideLayout" Target="../slideLayouts/slideLayout50.xml"/></Relationships>
</file>

<file path=ppt/slides/_rels/slide4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0.xml"/><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0.xml"/></Relationships>
</file>

<file path=ppt/slides/_rels/slide43.xml.rels><?xml version="1.0" encoding="UTF-8" standalone="yes"?>
<Relationships xmlns="http://schemas.openxmlformats.org/package/2006/relationships"><Relationship Id="rId3" Type="http://schemas.openxmlformats.org/officeDocument/2006/relationships/customXml" Target="../ink/ink27.xml"/><Relationship Id="rId2" Type="http://schemas.openxmlformats.org/officeDocument/2006/relationships/notesSlide" Target="../notesSlides/notesSlide32.xml"/><Relationship Id="rId1" Type="http://schemas.openxmlformats.org/officeDocument/2006/relationships/slideLayout" Target="../slideLayouts/slideLayout50.xml"/><Relationship Id="rId4" Type="http://schemas.openxmlformats.org/officeDocument/2006/relationships/image" Target="../media/image79.png"/></Relationships>
</file>

<file path=ppt/slides/_rels/slide4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3.xml"/><Relationship Id="rId1" Type="http://schemas.openxmlformats.org/officeDocument/2006/relationships/slideLayout" Target="../slideLayouts/slideLayout50.xml"/><Relationship Id="rId5" Type="http://schemas.openxmlformats.org/officeDocument/2006/relationships/image" Target="../media/image81.png"/><Relationship Id="rId4" Type="http://schemas.openxmlformats.org/officeDocument/2006/relationships/customXml" Target="../ink/ink28.xml"/></Relationships>
</file>

<file path=ppt/slides/_rels/slide4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4.xml"/><Relationship Id="rId1" Type="http://schemas.openxmlformats.org/officeDocument/2006/relationships/slideLayout" Target="../slideLayouts/slideLayout5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0.xml"/></Relationships>
</file>

<file path=ppt/slides/_rels/slide4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5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8.xml"/><Relationship Id="rId1" Type="http://schemas.openxmlformats.org/officeDocument/2006/relationships/slideLayout" Target="../slideLayouts/slideLayout50.xml"/></Relationships>
</file>

<file path=ppt/slides/_rels/slide5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9.xml"/><Relationship Id="rId1" Type="http://schemas.openxmlformats.org/officeDocument/2006/relationships/slideLayout" Target="../slideLayouts/slideLayout50.xml"/></Relationships>
</file>

<file path=ppt/slides/_rels/slide55.xml.rels><?xml version="1.0" encoding="UTF-8" standalone="yes"?>
<Relationships xmlns="http://schemas.openxmlformats.org/package/2006/relationships"><Relationship Id="rId8" Type="http://schemas.openxmlformats.org/officeDocument/2006/relationships/image" Target="../media/image300.png"/><Relationship Id="rId3" Type="http://schemas.openxmlformats.org/officeDocument/2006/relationships/image" Target="../media/image87.png"/><Relationship Id="rId7" Type="http://schemas.openxmlformats.org/officeDocument/2006/relationships/customXml" Target="../ink/ink29.xml"/><Relationship Id="rId2" Type="http://schemas.openxmlformats.org/officeDocument/2006/relationships/image" Target="../media/image86.png"/><Relationship Id="rId1" Type="http://schemas.openxmlformats.org/officeDocument/2006/relationships/slideLayout" Target="../slideLayouts/slideLayout5.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5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0.xml"/><Relationship Id="rId1" Type="http://schemas.openxmlformats.org/officeDocument/2006/relationships/slideLayout" Target="../slideLayouts/slideLayout22.xml"/><Relationship Id="rId6" Type="http://schemas.openxmlformats.org/officeDocument/2006/relationships/image" Target="../media/image208.png"/><Relationship Id="rId5" Type="http://schemas.openxmlformats.org/officeDocument/2006/relationships/customXml" Target="../ink/ink30.xml"/><Relationship Id="rId4" Type="http://schemas.openxmlformats.org/officeDocument/2006/relationships/image" Target="../media/image89.png"/></Relationships>
</file>

<file path=ppt/slides/_rels/slide5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7.png"/><Relationship Id="rId1" Type="http://schemas.openxmlformats.org/officeDocument/2006/relationships/slideLayout" Target="../slideLayouts/slideLayout22.xml"/><Relationship Id="rId5" Type="http://schemas.openxmlformats.org/officeDocument/2006/relationships/image" Target="../media/image208.png"/><Relationship Id="rId4" Type="http://schemas.openxmlformats.org/officeDocument/2006/relationships/customXml" Target="../ink/ink31.xml"/></Relationships>
</file>

<file path=ppt/slides/_rels/slide5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2.xml"/><Relationship Id="rId6" Type="http://schemas.openxmlformats.org/officeDocument/2006/relationships/image" Target="../media/image208.png"/><Relationship Id="rId5" Type="http://schemas.openxmlformats.org/officeDocument/2006/relationships/customXml" Target="../ink/ink32.xml"/><Relationship Id="rId4" Type="http://schemas.openxmlformats.org/officeDocument/2006/relationships/image" Target="../media/image90.png"/></Relationships>
</file>

<file path=ppt/slides/_rels/slide5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1.xml"/><Relationship Id="rId1" Type="http://schemas.openxmlformats.org/officeDocument/2006/relationships/slideLayout" Target="../slideLayouts/slideLayout50.xml"/></Relationships>
</file>

<file path=ppt/slides/_rels/slide6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92.png"/><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50.xml"/></Relationships>
</file>

<file path=ppt/slides/_rels/slide6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50.xml"/></Relationships>
</file>

<file path=ppt/slides/_rels/slide6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50.xml"/></Relationships>
</file>

<file path=ppt/slides/_rels/slide6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2.xml"/><Relationship Id="rId1" Type="http://schemas.openxmlformats.org/officeDocument/2006/relationships/slideLayout" Target="../slideLayouts/slideLayout50.xml"/></Relationships>
</file>

<file path=ppt/slides/_rels/slide6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3.xml"/><Relationship Id="rId1" Type="http://schemas.openxmlformats.org/officeDocument/2006/relationships/slideLayout" Target="../slideLayouts/slideLayout50.xml"/></Relationships>
</file>

<file path=ppt/slides/_rels/slide6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4.xml"/><Relationship Id="rId1" Type="http://schemas.openxmlformats.org/officeDocument/2006/relationships/slideLayout" Target="../slideLayouts/slideLayout50.xml"/></Relationships>
</file>

<file path=ppt/slides/_rels/slide6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5.xml"/><Relationship Id="rId1" Type="http://schemas.openxmlformats.org/officeDocument/2006/relationships/slideLayout" Target="../slideLayouts/slideLayout50.xml"/></Relationships>
</file>

<file path=ppt/slides/_rels/slide6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6.xml"/><Relationship Id="rId1" Type="http://schemas.openxmlformats.org/officeDocument/2006/relationships/slideLayout" Target="../slideLayouts/slideLayout50.xml"/><Relationship Id="rId4" Type="http://schemas.openxmlformats.org/officeDocument/2006/relationships/image" Target="../media/image104.png"/></Relationships>
</file>

<file path=ppt/slides/_rels/slide69.xml.rels><?xml version="1.0" encoding="UTF-8" standalone="yes"?>
<Relationships xmlns="http://schemas.openxmlformats.org/package/2006/relationships"><Relationship Id="rId3" Type="http://schemas.openxmlformats.org/officeDocument/2006/relationships/image" Target="../media/image1230.png"/><Relationship Id="rId2" Type="http://schemas.openxmlformats.org/officeDocument/2006/relationships/customXml" Target="../ink/ink33.xml"/><Relationship Id="rId1" Type="http://schemas.openxmlformats.org/officeDocument/2006/relationships/slideLayout" Target="../slideLayouts/slideLayout50.xml"/></Relationships>
</file>

<file path=ppt/slides/_rels/slide70.xml.rels><?xml version="1.0" encoding="UTF-8" standalone="yes"?>
<Relationships xmlns="http://schemas.openxmlformats.org/package/2006/relationships"><Relationship Id="rId8" Type="http://schemas.openxmlformats.org/officeDocument/2006/relationships/customXml" Target="../ink/ink37.xml"/><Relationship Id="rId13" Type="http://schemas.openxmlformats.org/officeDocument/2006/relationships/image" Target="../media/image1290.png"/><Relationship Id="rId18" Type="http://schemas.openxmlformats.org/officeDocument/2006/relationships/customXml" Target="../ink/ink42.xml"/><Relationship Id="rId3" Type="http://schemas.openxmlformats.org/officeDocument/2006/relationships/image" Target="../media/image1240.png"/><Relationship Id="rId21" Type="http://schemas.openxmlformats.org/officeDocument/2006/relationships/image" Target="../media/image1330.png"/><Relationship Id="rId7" Type="http://schemas.openxmlformats.org/officeDocument/2006/relationships/image" Target="../media/image1260.png"/><Relationship Id="rId12" Type="http://schemas.openxmlformats.org/officeDocument/2006/relationships/customXml" Target="../ink/ink39.xml"/><Relationship Id="rId17" Type="http://schemas.openxmlformats.org/officeDocument/2006/relationships/image" Target="../media/image1310.png"/><Relationship Id="rId2" Type="http://schemas.openxmlformats.org/officeDocument/2006/relationships/customXml" Target="../ink/ink34.xml"/><Relationship Id="rId16" Type="http://schemas.openxmlformats.org/officeDocument/2006/relationships/customXml" Target="../ink/ink41.xml"/><Relationship Id="rId20" Type="http://schemas.openxmlformats.org/officeDocument/2006/relationships/customXml" Target="../ink/ink43.xml"/><Relationship Id="rId1" Type="http://schemas.openxmlformats.org/officeDocument/2006/relationships/slideLayout" Target="../slideLayouts/slideLayout50.xml"/><Relationship Id="rId6" Type="http://schemas.openxmlformats.org/officeDocument/2006/relationships/customXml" Target="../ink/ink36.xml"/><Relationship Id="rId11" Type="http://schemas.openxmlformats.org/officeDocument/2006/relationships/image" Target="../media/image1280.png"/><Relationship Id="rId24" Type="http://schemas.openxmlformats.org/officeDocument/2006/relationships/image" Target="../media/image105.png"/><Relationship Id="rId5" Type="http://schemas.openxmlformats.org/officeDocument/2006/relationships/image" Target="../media/image1250.png"/><Relationship Id="rId15" Type="http://schemas.openxmlformats.org/officeDocument/2006/relationships/image" Target="../media/image1300.png"/><Relationship Id="rId23" Type="http://schemas.openxmlformats.org/officeDocument/2006/relationships/image" Target="../media/image1340.png"/><Relationship Id="rId10" Type="http://schemas.openxmlformats.org/officeDocument/2006/relationships/customXml" Target="../ink/ink38.xml"/><Relationship Id="rId19" Type="http://schemas.openxmlformats.org/officeDocument/2006/relationships/image" Target="../media/image1320.png"/><Relationship Id="rId4" Type="http://schemas.openxmlformats.org/officeDocument/2006/relationships/customXml" Target="../ink/ink35.xml"/><Relationship Id="rId9" Type="http://schemas.openxmlformats.org/officeDocument/2006/relationships/image" Target="../media/image1270.png"/><Relationship Id="rId14" Type="http://schemas.openxmlformats.org/officeDocument/2006/relationships/customXml" Target="../ink/ink40.xml"/><Relationship Id="rId22" Type="http://schemas.openxmlformats.org/officeDocument/2006/relationships/customXml" Target="../ink/ink4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3.x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slideLayout" Target="../slideLayouts/slideLayout50.xml"/></Relationships>
</file>

<file path=ppt/slides/_rels/slide74.xml.rels><?xml version="1.0" encoding="UTF-8" standalone="yes"?>
<Relationships xmlns="http://schemas.openxmlformats.org/package/2006/relationships"><Relationship Id="rId3" Type="http://schemas.openxmlformats.org/officeDocument/2006/relationships/image" Target="../media/image107.emf"/><Relationship Id="rId2" Type="http://schemas.openxmlformats.org/officeDocument/2006/relationships/image" Target="../media/image106.emf"/><Relationship Id="rId1" Type="http://schemas.openxmlformats.org/officeDocument/2006/relationships/slideLayout" Target="../slideLayouts/slideLayout5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7.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47.xml"/><Relationship Id="rId1" Type="http://schemas.openxmlformats.org/officeDocument/2006/relationships/slideLayout" Target="../slideLayouts/slideLayout51.xml"/><Relationship Id="rId5" Type="http://schemas.openxmlformats.org/officeDocument/2006/relationships/image" Target="../media/image109.png"/><Relationship Id="rId4" Type="http://schemas.openxmlformats.org/officeDocument/2006/relationships/customXml" Target="../ink/ink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a:extLst>
              <a:ext uri="{FF2B5EF4-FFF2-40B4-BE49-F238E27FC236}">
                <a16:creationId xmlns:a16="http://schemas.microsoft.com/office/drawing/2014/main" id="{99520C1E-7FDD-487A-8FAD-FD1BBC4D63F1}"/>
              </a:ext>
            </a:extLst>
          </p:cNvPr>
          <p:cNvSpPr>
            <a:spLocks noGrp="1"/>
          </p:cNvSpPr>
          <p:nvPr>
            <p:ph type="ctrTitle"/>
          </p:nvPr>
        </p:nvSpPr>
        <p:spPr>
          <a:xfrm>
            <a:off x="3600451" y="2934891"/>
            <a:ext cx="5429249" cy="1008459"/>
          </a:xfrm>
        </p:spPr>
        <p:txBody>
          <a:bodyPr spcFirstLastPara="1" vert="horz" wrap="square" lIns="51427" tIns="25706" rIns="51427" bIns="25706" rtlCol="0" anchor="ctr" anchorCtr="0">
            <a:normAutofit/>
          </a:bodyPr>
          <a:lstStyle/>
          <a:p>
            <a:pPr algn="ctr">
              <a:lnSpc>
                <a:spcPct val="100000"/>
              </a:lnSpc>
            </a:pPr>
            <a:r>
              <a:rPr lang="en-US" altLang="x-none" sz="3000" dirty="0">
                <a:solidFill>
                  <a:srgbClr val="FFFFFF"/>
                </a:solidFill>
              </a:rPr>
              <a:t>Deep Neural Networks</a:t>
            </a:r>
            <a:br>
              <a:rPr lang="en-US" altLang="x-none" sz="3000" dirty="0">
                <a:solidFill>
                  <a:srgbClr val="FFFFFF"/>
                </a:solidFill>
              </a:rPr>
            </a:br>
            <a:r>
              <a:rPr lang="en-US" altLang="x-none" sz="2400" dirty="0">
                <a:solidFill>
                  <a:srgbClr val="FFFFFF"/>
                </a:solidFill>
              </a:rPr>
              <a:t>(AIML ZG511)</a:t>
            </a:r>
            <a:endParaRPr lang="x-none" altLang="x-none" sz="2400" dirty="0">
              <a:solidFill>
                <a:srgbClr val="FF0000"/>
              </a:solidFill>
              <a:latin typeface="+mn-lt"/>
            </a:endParaRPr>
          </a:p>
        </p:txBody>
      </p:sp>
      <p:sp>
        <p:nvSpPr>
          <p:cNvPr id="3" name="Google Shape;39;p1">
            <a:extLst>
              <a:ext uri="{FF2B5EF4-FFF2-40B4-BE49-F238E27FC236}">
                <a16:creationId xmlns:a16="http://schemas.microsoft.com/office/drawing/2014/main" id="{99520C1E-7FDD-487A-8FAD-FD1BBC4D63F1}"/>
              </a:ext>
            </a:extLst>
          </p:cNvPr>
          <p:cNvSpPr txBox="1">
            <a:spLocks/>
          </p:cNvSpPr>
          <p:nvPr/>
        </p:nvSpPr>
        <p:spPr>
          <a:xfrm>
            <a:off x="3644206" y="5169584"/>
            <a:ext cx="5429249" cy="1008459"/>
          </a:xfrm>
          <a:prstGeom prst="rect">
            <a:avLst/>
          </a:prstGeom>
          <a:noFill/>
          <a:ln>
            <a:noFill/>
          </a:ln>
        </p:spPr>
        <p:txBody>
          <a:bodyPr spcFirstLastPara="1" vert="horz" wrap="square" lIns="51427" tIns="25706" rIns="51427" bIns="25706" rtlCol="0" anchor="ctr" anchorCtr="0">
            <a:norm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chemeClr val="lt1"/>
              </a:buClr>
              <a:buSzPts val="3200"/>
              <a:buFont typeface="Helvetica Neue"/>
              <a:buNone/>
              <a:defRPr sz="1800" b="1" i="0" u="none" strike="noStrike" cap="none">
                <a:solidFill>
                  <a:schemeClr val="lt1"/>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FFFFFF"/>
              </a:buClr>
              <a:buSzPts val="3200"/>
              <a:buFont typeface="Helvetica Neue"/>
              <a:buNone/>
              <a:tabLst/>
              <a:defRPr/>
            </a:pPr>
            <a:endParaRPr kumimoji="0" lang="x-none" altLang="x-none" sz="1600"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Tree>
    <p:extLst>
      <p:ext uri="{BB962C8B-B14F-4D97-AF65-F5344CB8AC3E}">
        <p14:creationId xmlns:p14="http://schemas.microsoft.com/office/powerpoint/2010/main" val="3475954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623888" y="4240306"/>
            <a:ext cx="7886700" cy="1570006"/>
          </a:xfrm>
        </p:spPr>
        <p:txBody>
          <a:bodyPr>
            <a:normAutofit/>
          </a:bodyPr>
          <a:lstStyle/>
          <a:p>
            <a:pPr algn="ctr">
              <a:spcBef>
                <a:spcPct val="0"/>
              </a:spcBef>
              <a:defRPr/>
            </a:pPr>
            <a:r>
              <a:rPr lang="en-US" sz="4000" b="1" dirty="0">
                <a:solidFill>
                  <a:schemeClr val="tx1"/>
                </a:solidFill>
                <a:latin typeface="Arial" charset="0"/>
                <a:cs typeface="Arial" charset="0"/>
              </a:rPr>
              <a:t>Session 10</a:t>
            </a:r>
          </a:p>
          <a:p>
            <a:pPr algn="ctr">
              <a:spcBef>
                <a:spcPct val="0"/>
              </a:spcBef>
              <a:defRPr/>
            </a:pPr>
            <a:r>
              <a:rPr lang="en-US" sz="2700" b="1" dirty="0">
                <a:solidFill>
                  <a:schemeClr val="tx1"/>
                </a:solidFill>
                <a:latin typeface="Arial" charset="0"/>
                <a:cs typeface="Arial" charset="0"/>
              </a:rPr>
              <a:t>(12</a:t>
            </a:r>
            <a:r>
              <a:rPr lang="en-US" sz="2700" b="1" baseline="30000" dirty="0">
                <a:solidFill>
                  <a:schemeClr val="tx1"/>
                </a:solidFill>
                <a:latin typeface="Arial" charset="0"/>
                <a:cs typeface="Arial" charset="0"/>
              </a:rPr>
              <a:t>th</a:t>
            </a:r>
            <a:r>
              <a:rPr lang="en-US" sz="2700" b="1" dirty="0">
                <a:solidFill>
                  <a:schemeClr val="tx1"/>
                </a:solidFill>
                <a:latin typeface="Arial" charset="0"/>
                <a:cs typeface="Arial" charset="0"/>
              </a:rPr>
              <a:t> July 2026)</a:t>
            </a:r>
          </a:p>
          <a:p>
            <a:endParaRPr lang="en-IN" dirty="0"/>
          </a:p>
        </p:txBody>
      </p:sp>
      <p:sp>
        <p:nvSpPr>
          <p:cNvPr id="4" name="Rectangle 3">
            <a:extLst>
              <a:ext uri="{FF2B5EF4-FFF2-40B4-BE49-F238E27FC236}">
                <a16:creationId xmlns:a16="http://schemas.microsoft.com/office/drawing/2014/main" id="{9B481FD9-A47E-4F67-8422-00D365EBB8B6}"/>
              </a:ext>
            </a:extLst>
          </p:cNvPr>
          <p:cNvSpPr/>
          <p:nvPr/>
        </p:nvSpPr>
        <p:spPr>
          <a:xfrm>
            <a:off x="953311" y="3173546"/>
            <a:ext cx="7655668" cy="824841"/>
          </a:xfrm>
          <a:prstGeom prst="rect">
            <a:avLst/>
          </a:prstGeom>
        </p:spPr>
        <p:txBody>
          <a:bodyPr wrap="square">
            <a:spAutoFit/>
          </a:bodyPr>
          <a:lstStyle/>
          <a:p>
            <a:pPr marL="202565" marR="194945" lvl="0" indent="-635" algn="ctr">
              <a:lnSpc>
                <a:spcPct val="84500"/>
              </a:lnSpc>
            </a:pPr>
            <a:r>
              <a:rPr lang="en-US" sz="2800" dirty="0">
                <a:latin typeface="Cambria"/>
                <a:ea typeface="Cambria"/>
                <a:cs typeface="Cambria"/>
                <a:sym typeface="Cambria"/>
              </a:rPr>
              <a:t>MODULE # 7 :</a:t>
            </a:r>
          </a:p>
          <a:p>
            <a:pPr marL="202565" marR="194945" lvl="0" indent="-635" algn="ctr">
              <a:lnSpc>
                <a:spcPct val="84500"/>
              </a:lnSpc>
            </a:pPr>
            <a:r>
              <a:rPr lang="en-US" sz="2800" dirty="0">
                <a:latin typeface="Cambria"/>
                <a:ea typeface="Cambria"/>
                <a:cs typeface="Cambria"/>
                <a:sym typeface="Cambria"/>
              </a:rPr>
              <a:t> RNN </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01E3C4E-36FF-4124-A407-E7DC01A2593E}"/>
                  </a:ext>
                </a:extLst>
              </p14:cNvPr>
              <p14:cNvContentPartPr/>
              <p14:nvPr/>
            </p14:nvContentPartPr>
            <p14:xfrm>
              <a:off x="173160" y="311760"/>
              <a:ext cx="8908200" cy="6352560"/>
            </p14:xfrm>
          </p:contentPart>
        </mc:Choice>
        <mc:Fallback>
          <p:pic>
            <p:nvPicPr>
              <p:cNvPr id="2" name="Ink 1">
                <a:extLst>
                  <a:ext uri="{FF2B5EF4-FFF2-40B4-BE49-F238E27FC236}">
                    <a16:creationId xmlns:a16="http://schemas.microsoft.com/office/drawing/2014/main" id="{301E3C4E-36FF-4124-A407-E7DC01A2593E}"/>
                  </a:ext>
                </a:extLst>
              </p:cNvPr>
              <p:cNvPicPr/>
              <p:nvPr/>
            </p:nvPicPr>
            <p:blipFill>
              <a:blip r:embed="rId3"/>
              <a:stretch>
                <a:fillRect/>
              </a:stretch>
            </p:blipFill>
            <p:spPr>
              <a:xfrm>
                <a:off x="163800" y="302400"/>
                <a:ext cx="8926920" cy="6371280"/>
              </a:xfrm>
              <a:prstGeom prst="rect">
                <a:avLst/>
              </a:prstGeom>
            </p:spPr>
          </p:pic>
        </mc:Fallback>
      </mc:AlternateContent>
    </p:spTree>
    <p:extLst>
      <p:ext uri="{BB962C8B-B14F-4D97-AF65-F5344CB8AC3E}">
        <p14:creationId xmlns:p14="http://schemas.microsoft.com/office/powerpoint/2010/main" val="2079854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584089" y="1780380"/>
            <a:ext cx="3953046" cy="3465936"/>
          </a:xfrm>
          <a:prstGeom prst="rect">
            <a:avLst/>
          </a:prstGeom>
        </p:spPr>
        <p:txBody>
          <a:bodyPr vert="horz" wrap="square" lIns="0" tIns="115811" rIns="0" bIns="0" rtlCol="0">
            <a:spAutoFit/>
          </a:bodyPr>
          <a:lstStyle/>
          <a:p>
            <a:pPr marL="20141" marR="0" lvl="0" indent="0" algn="just" defTabSz="1450147" rtl="0" eaLnBrk="1" fontAlgn="auto" latinLnBrk="0" hangingPunct="1">
              <a:lnSpc>
                <a:spcPct val="100000"/>
              </a:lnSpc>
              <a:spcBef>
                <a:spcPts val="912"/>
              </a:spcBef>
              <a:spcAft>
                <a:spcPts val="0"/>
              </a:spcAft>
              <a:buClrTx/>
              <a:buSzTx/>
              <a:buFont typeface="Arial"/>
              <a:buNone/>
              <a:tabLst/>
              <a:defRPr/>
            </a:pP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This</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is</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not</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true</a:t>
            </a:r>
            <a:r>
              <a:rPr kumimoji="0" sz="1744"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in</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many</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applications.</a:t>
            </a:r>
            <a:endParaRPr kumimoji="0" sz="1744" b="0" i="0" u="none" strike="noStrike" kern="1200" cap="none" spc="0" normalizeH="0" baseline="0" noProof="0" dirty="0">
              <a:ln>
                <a:noFill/>
              </a:ln>
              <a:solidFill>
                <a:prstClr val="black"/>
              </a:solidFill>
              <a:effectLst/>
              <a:uLnTx/>
              <a:uFillTx/>
              <a:latin typeface="Calibri"/>
              <a:ea typeface="+mn-ea"/>
              <a:cs typeface="Microsoft Sans Serif"/>
              <a:sym typeface="Arial"/>
            </a:endParaRPr>
          </a:p>
          <a:p>
            <a:pPr marL="763341" marR="511580" lvl="0" indent="-271903" algn="just" defTabSz="1450147" rtl="0" eaLnBrk="1" fontAlgn="auto" latinLnBrk="0" hangingPunct="1">
              <a:lnSpc>
                <a:spcPct val="114700"/>
              </a:lnSpc>
              <a:spcBef>
                <a:spcPts val="476"/>
              </a:spcBef>
              <a:spcAft>
                <a:spcPts val="0"/>
              </a:spcAft>
              <a:buClrTx/>
              <a:buSzTx/>
              <a:buFont typeface="Wingdings" panose="05000000000000000000" pitchFamily="2" charset="2"/>
              <a:buChar char="Ø"/>
              <a:tabLst/>
              <a:defRPr/>
            </a:pPr>
            <a:r>
              <a:rPr kumimoji="0" sz="1744" b="0" i="0" u="none" strike="noStrike" kern="1200" cap="none" spc="16" normalizeH="0" baseline="0" noProof="0" dirty="0">
                <a:ln>
                  <a:noFill/>
                </a:ln>
                <a:solidFill>
                  <a:srgbClr val="FF0000"/>
                </a:solidFill>
                <a:effectLst/>
                <a:uLnTx/>
                <a:uFillTx/>
                <a:latin typeface="Calibri"/>
                <a:ea typeface="+mn-ea"/>
                <a:cs typeface="Microsoft Sans Serif"/>
                <a:sym typeface="Arial"/>
              </a:rPr>
              <a:t>T</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he</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0" normalizeH="0" baseline="0" noProof="0" dirty="0">
                <a:ln>
                  <a:noFill/>
                </a:ln>
                <a:solidFill>
                  <a:prstClr val="black"/>
                </a:solidFill>
                <a:effectLst/>
                <a:uLnTx/>
                <a:uFillTx/>
                <a:latin typeface="Calibri"/>
                <a:ea typeface="+mn-ea"/>
                <a:cs typeface="Microsoft Sans Serif"/>
                <a:sym typeface="Arial"/>
              </a:rPr>
              <a:t>size</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of</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the</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input</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is</a:t>
            </a:r>
            <a:r>
              <a:rPr kumimoji="0" sz="1744"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not </a:t>
            </a:r>
            <a:r>
              <a:rPr kumimoji="0" sz="1744"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0" normalizeH="0" baseline="0" noProof="0" dirty="0">
                <a:ln>
                  <a:noFill/>
                </a:ln>
                <a:solidFill>
                  <a:prstClr val="black"/>
                </a:solidFill>
                <a:effectLst/>
                <a:uLnTx/>
                <a:uFillTx/>
                <a:latin typeface="Calibri"/>
                <a:ea typeface="+mn-ea"/>
                <a:cs typeface="Microsoft Sans Serif"/>
                <a:sym typeface="Arial"/>
              </a:rPr>
              <a:t>always</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0" normalizeH="0" baseline="0" noProof="0" dirty="0">
                <a:ln>
                  <a:noFill/>
                </a:ln>
                <a:solidFill>
                  <a:prstClr val="black"/>
                </a:solidFill>
                <a:effectLst/>
                <a:uLnTx/>
                <a:uFillTx/>
                <a:latin typeface="Calibri"/>
                <a:ea typeface="+mn-ea"/>
                <a:cs typeface="Microsoft Sans Serif"/>
                <a:sym typeface="Arial"/>
              </a:rPr>
              <a:t>fixed.</a:t>
            </a:r>
          </a:p>
          <a:p>
            <a:pPr marL="763341" marR="183282" lvl="0" indent="-271903" algn="just" defTabSz="1450147" rtl="0" eaLnBrk="1" fontAlgn="auto" latinLnBrk="0" hangingPunct="1">
              <a:lnSpc>
                <a:spcPct val="114700"/>
              </a:lnSpc>
              <a:spcBef>
                <a:spcPts val="476"/>
              </a:spcBef>
              <a:spcAft>
                <a:spcPts val="0"/>
              </a:spcAft>
              <a:buClrTx/>
              <a:buSzTx/>
              <a:buFont typeface="Wingdings" panose="05000000000000000000" pitchFamily="2" charset="2"/>
              <a:buChar char="Ø"/>
              <a:tabLst/>
              <a:defRPr/>
            </a:pPr>
            <a:r>
              <a:rPr kumimoji="0" sz="1744" b="0" i="0" u="none" strike="noStrike" kern="1200" cap="none" spc="8" normalizeH="0" baseline="0" noProof="0" dirty="0">
                <a:ln>
                  <a:noFill/>
                </a:ln>
                <a:solidFill>
                  <a:srgbClr val="FF0000"/>
                </a:solidFill>
                <a:effectLst/>
                <a:uLnTx/>
                <a:uFillTx/>
                <a:latin typeface="Calibri"/>
                <a:ea typeface="+mn-ea"/>
                <a:cs typeface="Microsoft Sans Serif"/>
                <a:sym typeface="Arial"/>
              </a:rPr>
              <a:t>S</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uccessive</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 inputs</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0" normalizeH="0" baseline="0" noProof="0" dirty="0">
                <a:ln>
                  <a:noFill/>
                </a:ln>
                <a:solidFill>
                  <a:prstClr val="black"/>
                </a:solidFill>
                <a:effectLst/>
                <a:uLnTx/>
                <a:uFillTx/>
                <a:latin typeface="Calibri"/>
                <a:ea typeface="+mn-ea"/>
                <a:cs typeface="Microsoft Sans Serif"/>
                <a:sym typeface="Arial"/>
              </a:rPr>
              <a:t>may</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not</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be </a:t>
            </a:r>
            <a:r>
              <a:rPr kumimoji="0" sz="1744"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independent of</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each</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0" normalizeH="0" baseline="0" noProof="0" dirty="0">
                <a:ln>
                  <a:noFill/>
                </a:ln>
                <a:solidFill>
                  <a:prstClr val="black"/>
                </a:solidFill>
                <a:effectLst/>
                <a:uLnTx/>
                <a:uFillTx/>
                <a:latin typeface="Calibri"/>
                <a:ea typeface="+mn-ea"/>
                <a:cs typeface="Microsoft Sans Serif"/>
                <a:sym typeface="Arial"/>
              </a:rPr>
              <a:t>other.</a:t>
            </a:r>
          </a:p>
          <a:p>
            <a:pPr marL="763341" marR="188318" lvl="0" indent="-271903" algn="just" defTabSz="1450147" rtl="0" eaLnBrk="1" fontAlgn="auto" latinLnBrk="0" hangingPunct="1">
              <a:lnSpc>
                <a:spcPct val="114599"/>
              </a:lnSpc>
              <a:spcBef>
                <a:spcPts val="476"/>
              </a:spcBef>
              <a:spcAft>
                <a:spcPts val="0"/>
              </a:spcAft>
              <a:buClrTx/>
              <a:buSzTx/>
              <a:buFont typeface="Wingdings" panose="05000000000000000000" pitchFamily="2" charset="2"/>
              <a:buChar char="Ø"/>
              <a:tabLst/>
              <a:defRPr/>
            </a:pPr>
            <a:r>
              <a:rPr kumimoji="0" sz="1744" b="0" i="0" u="none" strike="noStrike" kern="1200" cap="none" spc="16" normalizeH="0" baseline="0" noProof="0" dirty="0">
                <a:ln>
                  <a:noFill/>
                </a:ln>
                <a:solidFill>
                  <a:srgbClr val="FF0000"/>
                </a:solidFill>
                <a:effectLst/>
                <a:uLnTx/>
                <a:uFillTx/>
                <a:latin typeface="Calibri"/>
                <a:ea typeface="+mn-ea"/>
                <a:cs typeface="Microsoft Sans Serif"/>
                <a:sym typeface="Arial"/>
              </a:rPr>
              <a:t>E</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ach network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a:t>
            </a:r>
            <a:r>
              <a:rPr kumimoji="0" sz="1744" b="0" i="0" u="none" strike="noStrike" kern="1200" cap="none" spc="8" normalizeH="0" baseline="0" noProof="0" dirty="0">
                <a:ln>
                  <a:noFill/>
                </a:ln>
                <a:solidFill>
                  <a:srgbClr val="0000FF"/>
                </a:solidFill>
                <a:effectLst/>
                <a:uLnTx/>
                <a:uFillTx/>
                <a:latin typeface="Calibri"/>
                <a:ea typeface="+mn-ea"/>
                <a:cs typeface="Microsoft Sans Serif"/>
                <a:sym typeface="Arial"/>
              </a:rPr>
              <a:t>blue</a:t>
            </a:r>
            <a:r>
              <a:rPr kumimoji="0" sz="1744" b="0" i="0" u="none" strike="noStrike" kern="1200" cap="none" spc="16" normalizeH="0" baseline="0" noProof="0" dirty="0">
                <a:ln>
                  <a:noFill/>
                </a:ln>
                <a:solidFill>
                  <a:srgbClr val="0000FF"/>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srgbClr val="FF7F00"/>
                </a:solidFill>
                <a:effectLst/>
                <a:uLnTx/>
                <a:uFillTx/>
                <a:latin typeface="Calibri"/>
                <a:ea typeface="+mn-ea"/>
                <a:cs typeface="Microsoft Sans Serif"/>
                <a:sym typeface="Arial"/>
              </a:rPr>
              <a:t>orange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srgbClr val="00FF00"/>
                </a:solidFill>
                <a:effectLst/>
                <a:uLnTx/>
                <a:uFillTx/>
                <a:latin typeface="Calibri"/>
                <a:ea typeface="+mn-ea"/>
                <a:cs typeface="Microsoft Sans Serif"/>
                <a:sym typeface="Arial"/>
              </a:rPr>
              <a:t>green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structure)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is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performing </a:t>
            </a:r>
            <a:r>
              <a:rPr kumimoji="0" sz="1744"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the </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same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task </a:t>
            </a:r>
            <a:r>
              <a:rPr kumimoji="0" sz="1744" b="0" i="0" u="none" strike="noStrike" kern="1200" cap="none" spc="460" normalizeH="0" baseline="0" noProof="0" dirty="0">
                <a:ln>
                  <a:noFill/>
                </a:ln>
                <a:solidFill>
                  <a:prstClr val="black"/>
                </a:solidFill>
                <a:effectLst/>
                <a:uLnTx/>
                <a:uFillTx/>
                <a:latin typeface="Calibri"/>
                <a:ea typeface="+mn-ea"/>
                <a:cs typeface="Microsoft Sans Serif"/>
                <a:sym typeface="Arial"/>
              </a:rPr>
              <a:t>– </a:t>
            </a:r>
            <a:endParaRPr kumimoji="0" lang="en-US" sz="1744" b="0" i="0" u="none" strike="noStrike" kern="1200" cap="none" spc="460" normalizeH="0" baseline="0" noProof="0" dirty="0">
              <a:ln>
                <a:noFill/>
              </a:ln>
              <a:solidFill>
                <a:prstClr val="black"/>
              </a:solidFill>
              <a:effectLst/>
              <a:uLnTx/>
              <a:uFillTx/>
              <a:latin typeface="Calibri"/>
              <a:ea typeface="+mn-ea"/>
              <a:cs typeface="Microsoft Sans Serif"/>
              <a:sym typeface="Arial"/>
            </a:endParaRPr>
          </a:p>
          <a:p>
            <a:pPr marL="763341" marR="188318" lvl="0" indent="-271903" algn="just" defTabSz="1450147" rtl="0" eaLnBrk="1" fontAlgn="auto" latinLnBrk="0" hangingPunct="1">
              <a:lnSpc>
                <a:spcPct val="114599"/>
              </a:lnSpc>
              <a:spcBef>
                <a:spcPts val="476"/>
              </a:spcBef>
              <a:spcAft>
                <a:spcPts val="0"/>
              </a:spcAft>
              <a:buClrTx/>
              <a:buSzTx/>
              <a:buFont typeface="Courier New" panose="02070309020205020404" pitchFamily="49" charset="0"/>
              <a:buChar char="o"/>
              <a:tabLst/>
              <a:defRPr/>
            </a:pP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input :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 character </a:t>
            </a:r>
            <a:endParaRPr kumimoji="0" lang="en-US" sz="1744" b="0" i="0" u="none" strike="noStrike" kern="1200" cap="none" spc="16" normalizeH="0" baseline="0" noProof="0" dirty="0">
              <a:ln>
                <a:noFill/>
              </a:ln>
              <a:solidFill>
                <a:prstClr val="black"/>
              </a:solidFill>
              <a:effectLst/>
              <a:uLnTx/>
              <a:uFillTx/>
              <a:latin typeface="Calibri"/>
              <a:ea typeface="+mn-ea"/>
              <a:cs typeface="Microsoft Sans Serif"/>
              <a:sym typeface="Arial"/>
            </a:endParaRPr>
          </a:p>
          <a:p>
            <a:pPr marL="763341" marR="188318" lvl="0" indent="-271903" algn="just" defTabSz="1450147" rtl="0" eaLnBrk="1" fontAlgn="auto" latinLnBrk="0" hangingPunct="1">
              <a:lnSpc>
                <a:spcPct val="114599"/>
              </a:lnSpc>
              <a:spcBef>
                <a:spcPts val="476"/>
              </a:spcBef>
              <a:spcAft>
                <a:spcPts val="0"/>
              </a:spcAft>
              <a:buClrTx/>
              <a:buSzTx/>
              <a:buFont typeface="Courier New" panose="02070309020205020404" pitchFamily="49" charset="0"/>
              <a:buChar char="o"/>
              <a:tabLst/>
              <a:defRPr/>
            </a:pP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output</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a:t>
            </a:r>
            <a:r>
              <a:rPr kumimoji="0" sz="1744" b="0" i="0" u="none" strike="noStrike" kern="1200" cap="none" spc="127"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0" normalizeH="0" baseline="0" noProof="0" dirty="0">
                <a:ln>
                  <a:noFill/>
                </a:ln>
                <a:solidFill>
                  <a:prstClr val="black"/>
                </a:solidFill>
                <a:effectLst/>
                <a:uLnTx/>
                <a:uFillTx/>
                <a:latin typeface="Calibri"/>
                <a:ea typeface="+mn-ea"/>
                <a:cs typeface="Microsoft Sans Serif"/>
                <a:sym typeface="Arial"/>
              </a:rPr>
              <a:t>character.</a:t>
            </a:r>
          </a:p>
        </p:txBody>
      </p:sp>
      <p:sp>
        <p:nvSpPr>
          <p:cNvPr id="7" name="object 7"/>
          <p:cNvSpPr txBox="1"/>
          <p:nvPr/>
        </p:nvSpPr>
        <p:spPr>
          <a:xfrm>
            <a:off x="4946923" y="1719885"/>
            <a:ext cx="2638467" cy="281646"/>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defRPr/>
            </a:pPr>
            <a:r>
              <a:rPr kumimoji="0" sz="1665" b="0" i="0" u="none" strike="noStrike" kern="1200" cap="none" spc="16" normalizeH="0" baseline="0" noProof="0" dirty="0">
                <a:ln>
                  <a:noFill/>
                </a:ln>
                <a:solidFill>
                  <a:prstClr val="black"/>
                </a:solidFill>
                <a:effectLst/>
                <a:uLnTx/>
                <a:uFillTx/>
                <a:latin typeface="Microsoft Sans Serif"/>
                <a:ea typeface="+mn-ea"/>
                <a:cs typeface="Microsoft Sans Serif"/>
                <a:sym typeface="Arial"/>
              </a:rPr>
              <a:t>Example:</a:t>
            </a:r>
            <a:r>
              <a:rPr kumimoji="0" sz="1665" b="0" i="0" u="none" strike="noStrike" kern="1200" cap="none" spc="127" normalizeH="0" baseline="0" noProof="0" dirty="0">
                <a:ln>
                  <a:noFill/>
                </a:ln>
                <a:solidFill>
                  <a:prstClr val="black"/>
                </a:solidFill>
                <a:effectLst/>
                <a:uLnTx/>
                <a:uFillTx/>
                <a:latin typeface="Microsoft Sans Serif"/>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Microsoft Sans Serif"/>
                <a:ea typeface="+mn-ea"/>
                <a:cs typeface="Microsoft Sans Serif"/>
                <a:sym typeface="Arial"/>
              </a:rPr>
              <a:t>Auto-completion.</a:t>
            </a:r>
            <a:endParaRPr kumimoji="0" sz="1665" b="0" i="0" u="none" strike="noStrike" kern="1200" cap="none" spc="0" normalizeH="0" baseline="0" noProof="0" dirty="0">
              <a:ln>
                <a:noFill/>
              </a:ln>
              <a:solidFill>
                <a:prstClr val="black"/>
              </a:solidFill>
              <a:effectLst/>
              <a:uLnTx/>
              <a:uFillTx/>
              <a:latin typeface="Microsoft Sans Serif"/>
              <a:ea typeface="+mn-ea"/>
              <a:cs typeface="Microsoft Sans Serif"/>
              <a:sym typeface="Arial"/>
            </a:endParaRPr>
          </a:p>
        </p:txBody>
      </p:sp>
      <p:sp>
        <p:nvSpPr>
          <p:cNvPr id="8" name="object 8"/>
          <p:cNvSpPr txBox="1"/>
          <p:nvPr/>
        </p:nvSpPr>
        <p:spPr>
          <a:xfrm>
            <a:off x="5746217" y="5070416"/>
            <a:ext cx="161128" cy="281646"/>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defRPr/>
            </a:pPr>
            <a:r>
              <a:rPr kumimoji="0" sz="1665" b="0" i="0" u="none" strike="noStrike" kern="1200" cap="none" spc="16" normalizeH="0" baseline="0" noProof="0" dirty="0">
                <a:ln>
                  <a:noFill/>
                </a:ln>
                <a:solidFill>
                  <a:prstClr val="black"/>
                </a:solidFill>
                <a:effectLst/>
                <a:uLnTx/>
                <a:uFillTx/>
                <a:latin typeface="Microsoft Sans Serif"/>
                <a:ea typeface="+mn-ea"/>
                <a:cs typeface="Microsoft Sans Serif"/>
                <a:sym typeface="Arial"/>
              </a:rPr>
              <a:t>d</a:t>
            </a:r>
            <a:endParaRPr kumimoji="0" sz="1665" b="0" i="0" u="none" strike="noStrike" kern="1200" cap="none" spc="0" normalizeH="0" baseline="0" noProof="0">
              <a:ln>
                <a:noFill/>
              </a:ln>
              <a:solidFill>
                <a:prstClr val="black"/>
              </a:solidFill>
              <a:effectLst/>
              <a:uLnTx/>
              <a:uFillTx/>
              <a:latin typeface="Microsoft Sans Serif"/>
              <a:ea typeface="+mn-ea"/>
              <a:cs typeface="Microsoft Sans Serif"/>
              <a:sym typeface="Arial"/>
            </a:endParaRPr>
          </a:p>
        </p:txBody>
      </p:sp>
      <p:grpSp>
        <p:nvGrpSpPr>
          <p:cNvPr id="9" name="object 9"/>
          <p:cNvGrpSpPr/>
          <p:nvPr/>
        </p:nvGrpSpPr>
        <p:grpSpPr>
          <a:xfrm>
            <a:off x="5832821" y="2514814"/>
            <a:ext cx="724068" cy="2578044"/>
            <a:chOff x="3677917" y="1045980"/>
            <a:chExt cx="456565" cy="1625600"/>
          </a:xfrm>
        </p:grpSpPr>
        <p:sp>
          <p:nvSpPr>
            <p:cNvPr id="10" name="object 10"/>
            <p:cNvSpPr/>
            <p:nvPr/>
          </p:nvSpPr>
          <p:spPr>
            <a:xfrm>
              <a:off x="3680457" y="2308536"/>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1" name="object 11"/>
            <p:cNvSpPr/>
            <p:nvPr/>
          </p:nvSpPr>
          <p:spPr>
            <a:xfrm>
              <a:off x="3680457" y="2308536"/>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2" name="object 12"/>
            <p:cNvSpPr/>
            <p:nvPr/>
          </p:nvSpPr>
          <p:spPr>
            <a:xfrm>
              <a:off x="3680457" y="1678528"/>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3" name="object 13"/>
            <p:cNvSpPr/>
            <p:nvPr/>
          </p:nvSpPr>
          <p:spPr>
            <a:xfrm>
              <a:off x="3680457" y="1678528"/>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4" name="object 14"/>
            <p:cNvSpPr/>
            <p:nvPr/>
          </p:nvSpPr>
          <p:spPr>
            <a:xfrm>
              <a:off x="3680457" y="1048520"/>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00F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5" name="object 15"/>
            <p:cNvSpPr/>
            <p:nvPr/>
          </p:nvSpPr>
          <p:spPr>
            <a:xfrm>
              <a:off x="3680457" y="1048520"/>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6" name="object 16"/>
            <p:cNvSpPr/>
            <p:nvPr/>
          </p:nvSpPr>
          <p:spPr>
            <a:xfrm>
              <a:off x="3726002" y="207142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7" name="object 17"/>
            <p:cNvSpPr/>
            <p:nvPr/>
          </p:nvSpPr>
          <p:spPr>
            <a:xfrm>
              <a:off x="3707023" y="2041063"/>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8" name="object 18"/>
            <p:cNvSpPr/>
            <p:nvPr/>
          </p:nvSpPr>
          <p:spPr>
            <a:xfrm>
              <a:off x="3726002" y="1441421"/>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9" name="object 19"/>
            <p:cNvSpPr/>
            <p:nvPr/>
          </p:nvSpPr>
          <p:spPr>
            <a:xfrm>
              <a:off x="3707023" y="1411055"/>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0" name="object 20"/>
            <p:cNvSpPr/>
            <p:nvPr/>
          </p:nvSpPr>
          <p:spPr>
            <a:xfrm>
              <a:off x="4040461" y="2308536"/>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1" name="object 21"/>
            <p:cNvSpPr/>
            <p:nvPr/>
          </p:nvSpPr>
          <p:spPr>
            <a:xfrm>
              <a:off x="4040461" y="2308536"/>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2" name="object 22"/>
            <p:cNvSpPr/>
            <p:nvPr/>
          </p:nvSpPr>
          <p:spPr>
            <a:xfrm>
              <a:off x="4040461" y="1678528"/>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3" name="object 23"/>
            <p:cNvSpPr/>
            <p:nvPr/>
          </p:nvSpPr>
          <p:spPr>
            <a:xfrm>
              <a:off x="4040461" y="1678528"/>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4" name="object 24"/>
            <p:cNvSpPr/>
            <p:nvPr/>
          </p:nvSpPr>
          <p:spPr>
            <a:xfrm>
              <a:off x="4040461" y="1048520"/>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00F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5" name="object 25"/>
            <p:cNvSpPr/>
            <p:nvPr/>
          </p:nvSpPr>
          <p:spPr>
            <a:xfrm>
              <a:off x="4040461" y="1048520"/>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26" name="object 26"/>
          <p:cNvSpPr txBox="1"/>
          <p:nvPr/>
        </p:nvSpPr>
        <p:spPr>
          <a:xfrm>
            <a:off x="5746218" y="2196179"/>
            <a:ext cx="732124" cy="281646"/>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tab pos="590129" algn="l"/>
              </a:tabLst>
              <a:defRPr/>
            </a:pPr>
            <a:r>
              <a:rPr kumimoji="0" sz="1665" b="0" i="0" u="none" strike="noStrike" kern="1200" cap="none" spc="16" normalizeH="0" baseline="0" noProof="0" dirty="0">
                <a:ln>
                  <a:noFill/>
                </a:ln>
                <a:solidFill>
                  <a:prstClr val="black"/>
                </a:solidFill>
                <a:effectLst/>
                <a:uLnTx/>
                <a:uFillTx/>
                <a:latin typeface="Microsoft Sans Serif"/>
                <a:ea typeface="+mn-ea"/>
                <a:cs typeface="Microsoft Sans Serif"/>
                <a:sym typeface="Arial"/>
              </a:rPr>
              <a:t>e	e</a:t>
            </a:r>
            <a:endParaRPr kumimoji="0" sz="1665" b="0" i="0" u="none" strike="noStrike" kern="1200" cap="none" spc="0" normalizeH="0" baseline="0" noProof="0">
              <a:ln>
                <a:noFill/>
              </a:ln>
              <a:solidFill>
                <a:prstClr val="black"/>
              </a:solidFill>
              <a:effectLst/>
              <a:uLnTx/>
              <a:uFillTx/>
              <a:latin typeface="Microsoft Sans Serif"/>
              <a:ea typeface="+mn-ea"/>
              <a:cs typeface="Microsoft Sans Serif"/>
              <a:sym typeface="Arial"/>
            </a:endParaRPr>
          </a:p>
        </p:txBody>
      </p:sp>
      <p:grpSp>
        <p:nvGrpSpPr>
          <p:cNvPr id="27" name="object 27"/>
          <p:cNvGrpSpPr/>
          <p:nvPr/>
        </p:nvGrpSpPr>
        <p:grpSpPr>
          <a:xfrm>
            <a:off x="6449912" y="3093787"/>
            <a:ext cx="60423" cy="1423967"/>
            <a:chOff x="4067028" y="1411055"/>
            <a:chExt cx="38100" cy="897890"/>
          </a:xfrm>
        </p:grpSpPr>
        <p:sp>
          <p:nvSpPr>
            <p:cNvPr id="28" name="object 28"/>
            <p:cNvSpPr/>
            <p:nvPr/>
          </p:nvSpPr>
          <p:spPr>
            <a:xfrm>
              <a:off x="4086006" y="2071429"/>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9" name="object 29"/>
            <p:cNvSpPr/>
            <p:nvPr/>
          </p:nvSpPr>
          <p:spPr>
            <a:xfrm>
              <a:off x="4067028" y="2041063"/>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0" name="object 30"/>
            <p:cNvSpPr/>
            <p:nvPr/>
          </p:nvSpPr>
          <p:spPr>
            <a:xfrm>
              <a:off x="4086006" y="1441421"/>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1" name="object 31"/>
            <p:cNvSpPr/>
            <p:nvPr/>
          </p:nvSpPr>
          <p:spPr>
            <a:xfrm>
              <a:off x="4067028" y="1411055"/>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32" name="object 32"/>
          <p:cNvSpPr txBox="1"/>
          <p:nvPr/>
        </p:nvSpPr>
        <p:spPr>
          <a:xfrm>
            <a:off x="6317135" y="5050799"/>
            <a:ext cx="732124" cy="281646"/>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tab pos="590129" algn="l"/>
              </a:tabLst>
              <a:defRPr/>
            </a:pPr>
            <a:r>
              <a:rPr kumimoji="0" sz="1665" b="0" i="0" u="none" strike="noStrike" kern="1200" cap="none" spc="16" normalizeH="0" baseline="0" noProof="0" dirty="0">
                <a:ln>
                  <a:noFill/>
                </a:ln>
                <a:solidFill>
                  <a:prstClr val="black"/>
                </a:solidFill>
                <a:effectLst/>
                <a:uLnTx/>
                <a:uFillTx/>
                <a:latin typeface="Microsoft Sans Serif"/>
                <a:ea typeface="+mn-ea"/>
                <a:cs typeface="Microsoft Sans Serif"/>
                <a:sym typeface="Arial"/>
              </a:rPr>
              <a:t>e	e</a:t>
            </a:r>
            <a:endParaRPr kumimoji="0" sz="1665" b="0" i="0" u="none" strike="noStrike" kern="1200" cap="none" spc="0" normalizeH="0" baseline="0" noProof="0">
              <a:ln>
                <a:noFill/>
              </a:ln>
              <a:solidFill>
                <a:prstClr val="black"/>
              </a:solidFill>
              <a:effectLst/>
              <a:uLnTx/>
              <a:uFillTx/>
              <a:latin typeface="Microsoft Sans Serif"/>
              <a:ea typeface="+mn-ea"/>
              <a:cs typeface="Microsoft Sans Serif"/>
              <a:sym typeface="Arial"/>
            </a:endParaRPr>
          </a:p>
        </p:txBody>
      </p:sp>
      <p:grpSp>
        <p:nvGrpSpPr>
          <p:cNvPr id="33" name="object 33"/>
          <p:cNvGrpSpPr/>
          <p:nvPr/>
        </p:nvGrpSpPr>
        <p:grpSpPr>
          <a:xfrm>
            <a:off x="6974685" y="2514814"/>
            <a:ext cx="153071" cy="2578044"/>
            <a:chOff x="4397926" y="1045980"/>
            <a:chExt cx="96520" cy="1625600"/>
          </a:xfrm>
        </p:grpSpPr>
        <p:sp>
          <p:nvSpPr>
            <p:cNvPr id="34" name="object 34"/>
            <p:cNvSpPr/>
            <p:nvPr/>
          </p:nvSpPr>
          <p:spPr>
            <a:xfrm>
              <a:off x="4400466" y="2308536"/>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5" name="object 35"/>
            <p:cNvSpPr/>
            <p:nvPr/>
          </p:nvSpPr>
          <p:spPr>
            <a:xfrm>
              <a:off x="4400466" y="2308536"/>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6" name="object 36"/>
            <p:cNvSpPr/>
            <p:nvPr/>
          </p:nvSpPr>
          <p:spPr>
            <a:xfrm>
              <a:off x="4400466" y="1678528"/>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7" name="object 37"/>
            <p:cNvSpPr/>
            <p:nvPr/>
          </p:nvSpPr>
          <p:spPr>
            <a:xfrm>
              <a:off x="4400466" y="1678528"/>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8" name="object 38"/>
            <p:cNvSpPr/>
            <p:nvPr/>
          </p:nvSpPr>
          <p:spPr>
            <a:xfrm>
              <a:off x="4400466" y="1048520"/>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00F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9" name="object 39"/>
            <p:cNvSpPr/>
            <p:nvPr/>
          </p:nvSpPr>
          <p:spPr>
            <a:xfrm>
              <a:off x="4400466" y="1048520"/>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40" name="object 40"/>
          <p:cNvSpPr txBox="1"/>
          <p:nvPr/>
        </p:nvSpPr>
        <p:spPr>
          <a:xfrm>
            <a:off x="6888070" y="2175372"/>
            <a:ext cx="161128" cy="281646"/>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defRPr/>
            </a:pPr>
            <a:r>
              <a:rPr kumimoji="0" sz="1665" b="0" i="0" u="none" strike="noStrike" kern="1200" cap="none" spc="16" normalizeH="0" baseline="0" noProof="0" dirty="0">
                <a:ln>
                  <a:noFill/>
                </a:ln>
                <a:solidFill>
                  <a:prstClr val="black"/>
                </a:solidFill>
                <a:effectLst/>
                <a:uLnTx/>
                <a:uFillTx/>
                <a:latin typeface="Microsoft Sans Serif"/>
                <a:ea typeface="+mn-ea"/>
                <a:cs typeface="Microsoft Sans Serif"/>
                <a:sym typeface="Arial"/>
              </a:rPr>
              <a:t>p</a:t>
            </a:r>
            <a:endParaRPr kumimoji="0" sz="1665" b="0" i="0" u="none" strike="noStrike" kern="1200" cap="none" spc="0" normalizeH="0" baseline="0" noProof="0">
              <a:ln>
                <a:noFill/>
              </a:ln>
              <a:solidFill>
                <a:prstClr val="black"/>
              </a:solidFill>
              <a:effectLst/>
              <a:uLnTx/>
              <a:uFillTx/>
              <a:latin typeface="Microsoft Sans Serif"/>
              <a:ea typeface="+mn-ea"/>
              <a:cs typeface="Microsoft Sans Serif"/>
              <a:sym typeface="Arial"/>
            </a:endParaRPr>
          </a:p>
        </p:txBody>
      </p:sp>
      <p:grpSp>
        <p:nvGrpSpPr>
          <p:cNvPr id="41" name="object 41"/>
          <p:cNvGrpSpPr/>
          <p:nvPr/>
        </p:nvGrpSpPr>
        <p:grpSpPr>
          <a:xfrm>
            <a:off x="7020844" y="3093787"/>
            <a:ext cx="60423" cy="1423967"/>
            <a:chOff x="4427032" y="1411055"/>
            <a:chExt cx="38100" cy="897890"/>
          </a:xfrm>
        </p:grpSpPr>
        <p:sp>
          <p:nvSpPr>
            <p:cNvPr id="42" name="object 42"/>
            <p:cNvSpPr/>
            <p:nvPr/>
          </p:nvSpPr>
          <p:spPr>
            <a:xfrm>
              <a:off x="4446011" y="2071429"/>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3" name="object 43"/>
            <p:cNvSpPr/>
            <p:nvPr/>
          </p:nvSpPr>
          <p:spPr>
            <a:xfrm>
              <a:off x="4427032" y="2041063"/>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4" name="object 44"/>
            <p:cNvSpPr/>
            <p:nvPr/>
          </p:nvSpPr>
          <p:spPr>
            <a:xfrm>
              <a:off x="4446011" y="1441421"/>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5" name="object 45"/>
            <p:cNvSpPr/>
            <p:nvPr/>
          </p:nvSpPr>
          <p:spPr>
            <a:xfrm>
              <a:off x="4427032" y="1411055"/>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46" name="object 46"/>
          <p:cNvSpPr txBox="1"/>
          <p:nvPr/>
        </p:nvSpPr>
        <p:spPr>
          <a:xfrm>
            <a:off x="7458986" y="5029993"/>
            <a:ext cx="161128" cy="281646"/>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defRPr/>
            </a:pPr>
            <a:r>
              <a:rPr kumimoji="0" sz="1665" b="0" i="0" u="none" strike="noStrike" kern="1200" cap="none" spc="16" normalizeH="0" baseline="0" noProof="0" dirty="0">
                <a:ln>
                  <a:noFill/>
                </a:ln>
                <a:solidFill>
                  <a:prstClr val="black"/>
                </a:solidFill>
                <a:effectLst/>
                <a:uLnTx/>
                <a:uFillTx/>
                <a:latin typeface="Microsoft Sans Serif"/>
                <a:ea typeface="+mn-ea"/>
                <a:cs typeface="Microsoft Sans Serif"/>
                <a:sym typeface="Arial"/>
              </a:rPr>
              <a:t>p</a:t>
            </a:r>
            <a:endParaRPr kumimoji="0" sz="1665" b="0" i="0" u="none" strike="noStrike" kern="1200" cap="none" spc="0" normalizeH="0" baseline="0" noProof="0">
              <a:ln>
                <a:noFill/>
              </a:ln>
              <a:solidFill>
                <a:prstClr val="black"/>
              </a:solidFill>
              <a:effectLst/>
              <a:uLnTx/>
              <a:uFillTx/>
              <a:latin typeface="Microsoft Sans Serif"/>
              <a:ea typeface="+mn-ea"/>
              <a:cs typeface="Microsoft Sans Serif"/>
              <a:sym typeface="Arial"/>
            </a:endParaRPr>
          </a:p>
        </p:txBody>
      </p:sp>
      <p:grpSp>
        <p:nvGrpSpPr>
          <p:cNvPr id="47" name="object 47"/>
          <p:cNvGrpSpPr/>
          <p:nvPr/>
        </p:nvGrpSpPr>
        <p:grpSpPr>
          <a:xfrm>
            <a:off x="7545616" y="2514814"/>
            <a:ext cx="153071" cy="2578044"/>
            <a:chOff x="4757930" y="1045980"/>
            <a:chExt cx="96520" cy="1625600"/>
          </a:xfrm>
        </p:grpSpPr>
        <p:sp>
          <p:nvSpPr>
            <p:cNvPr id="48" name="object 48"/>
            <p:cNvSpPr/>
            <p:nvPr/>
          </p:nvSpPr>
          <p:spPr>
            <a:xfrm>
              <a:off x="4760470" y="2308536"/>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9" name="object 49"/>
            <p:cNvSpPr/>
            <p:nvPr/>
          </p:nvSpPr>
          <p:spPr>
            <a:xfrm>
              <a:off x="4760470" y="2308536"/>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0" name="object 50"/>
            <p:cNvSpPr/>
            <p:nvPr/>
          </p:nvSpPr>
          <p:spPr>
            <a:xfrm>
              <a:off x="4760470" y="1678528"/>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1" name="object 51"/>
            <p:cNvSpPr/>
            <p:nvPr/>
          </p:nvSpPr>
          <p:spPr>
            <a:xfrm>
              <a:off x="4760470" y="1678528"/>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2" name="object 52"/>
            <p:cNvSpPr/>
            <p:nvPr/>
          </p:nvSpPr>
          <p:spPr>
            <a:xfrm>
              <a:off x="4760470" y="1048520"/>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00F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3" name="object 53"/>
            <p:cNvSpPr/>
            <p:nvPr/>
          </p:nvSpPr>
          <p:spPr>
            <a:xfrm>
              <a:off x="4760470" y="1048520"/>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54" name="object 54"/>
          <p:cNvSpPr txBox="1"/>
          <p:nvPr/>
        </p:nvSpPr>
        <p:spPr>
          <a:xfrm>
            <a:off x="7458987" y="2210167"/>
            <a:ext cx="400804" cy="258362"/>
          </a:xfrm>
          <a:prstGeom prst="rect">
            <a:avLst/>
          </a:prstGeom>
        </p:spPr>
        <p:txBody>
          <a:bodyPr vert="horz" wrap="square" lIns="0" tIns="26183" rIns="0" bIns="0" rtlCol="0">
            <a:spAutoFit/>
          </a:bodyPr>
          <a:lstStyle/>
          <a:p>
            <a:pPr marL="20141" marR="0" lvl="0" indent="0" algn="l" defTabSz="1450147" rtl="0" eaLnBrk="1" fontAlgn="auto" latinLnBrk="0" hangingPunct="1">
              <a:lnSpc>
                <a:spcPct val="100000"/>
              </a:lnSpc>
              <a:spcBef>
                <a:spcPts val="206"/>
              </a:spcBef>
              <a:spcAft>
                <a:spcPts val="0"/>
              </a:spcAft>
              <a:buClrTx/>
              <a:buSzTx/>
              <a:buFont typeface="Arial"/>
              <a:buNone/>
              <a:tabLst/>
              <a:defRPr/>
            </a:pPr>
            <a:r>
              <a:rPr kumimoji="0" sz="1507" b="0" i="0" u="none" strike="noStrike" kern="1200" cap="none" spc="24" normalizeH="0" baseline="0" noProof="0" dirty="0">
                <a:ln>
                  <a:noFill/>
                </a:ln>
                <a:solidFill>
                  <a:prstClr val="black"/>
                </a:solidFill>
                <a:effectLst/>
                <a:uLnTx/>
                <a:uFillTx/>
                <a:latin typeface="Microsoft Sans Serif"/>
                <a:ea typeface="+mn-ea"/>
                <a:cs typeface="Microsoft Sans Serif"/>
                <a:sym typeface="Arial"/>
              </a:rPr>
              <a:t>e</a:t>
            </a:r>
            <a:r>
              <a:rPr kumimoji="0" sz="1507" b="0" i="0" u="none" strike="noStrike" kern="1200" cap="none" spc="0" normalizeH="0" baseline="0" noProof="0" dirty="0">
                <a:ln>
                  <a:noFill/>
                </a:ln>
                <a:solidFill>
                  <a:prstClr val="black"/>
                </a:solidFill>
                <a:effectLst/>
                <a:uLnTx/>
                <a:uFillTx/>
                <a:latin typeface="Microsoft Sans Serif"/>
                <a:ea typeface="+mn-ea"/>
                <a:cs typeface="Microsoft Sans Serif"/>
                <a:sym typeface="Arial"/>
              </a:rPr>
              <a:t>o</a:t>
            </a:r>
            <a:r>
              <a:rPr kumimoji="0" sz="1507" b="0" i="0" u="none" strike="noStrike" kern="1200" cap="none" spc="32" normalizeH="0" baseline="0" noProof="0" dirty="0">
                <a:ln>
                  <a:noFill/>
                </a:ln>
                <a:solidFill>
                  <a:prstClr val="black"/>
                </a:solidFill>
                <a:effectLst/>
                <a:uLnTx/>
                <a:uFillTx/>
                <a:latin typeface="Microsoft Sans Serif"/>
                <a:ea typeface="+mn-ea"/>
                <a:cs typeface="Microsoft Sans Serif"/>
                <a:sym typeface="Arial"/>
              </a:rPr>
              <a:t>w</a:t>
            </a:r>
            <a:endParaRPr kumimoji="0" sz="1507" b="0" i="0" u="none" strike="noStrike" kern="1200" cap="none" spc="0" normalizeH="0" baseline="0" noProof="0">
              <a:ln>
                <a:noFill/>
              </a:ln>
              <a:solidFill>
                <a:prstClr val="black"/>
              </a:solidFill>
              <a:effectLst/>
              <a:uLnTx/>
              <a:uFillTx/>
              <a:latin typeface="Microsoft Sans Serif"/>
              <a:ea typeface="+mn-ea"/>
              <a:cs typeface="Microsoft Sans Serif"/>
              <a:sym typeface="Arial"/>
            </a:endParaRPr>
          </a:p>
        </p:txBody>
      </p:sp>
      <p:grpSp>
        <p:nvGrpSpPr>
          <p:cNvPr id="55" name="object 55"/>
          <p:cNvGrpSpPr/>
          <p:nvPr/>
        </p:nvGrpSpPr>
        <p:grpSpPr>
          <a:xfrm>
            <a:off x="7591775" y="3093788"/>
            <a:ext cx="60423" cy="1419938"/>
            <a:chOff x="4787036" y="1411055"/>
            <a:chExt cx="38100" cy="895350"/>
          </a:xfrm>
        </p:grpSpPr>
        <p:sp>
          <p:nvSpPr>
            <p:cNvPr id="56" name="object 56"/>
            <p:cNvSpPr/>
            <p:nvPr/>
          </p:nvSpPr>
          <p:spPr>
            <a:xfrm>
              <a:off x="4806015" y="2071429"/>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7" name="object 57"/>
            <p:cNvSpPr/>
            <p:nvPr/>
          </p:nvSpPr>
          <p:spPr>
            <a:xfrm>
              <a:off x="4787036" y="2041063"/>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8" name="object 58"/>
            <p:cNvSpPr/>
            <p:nvPr/>
          </p:nvSpPr>
          <p:spPr>
            <a:xfrm>
              <a:off x="4806015" y="1441421"/>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9" name="object 59"/>
            <p:cNvSpPr/>
            <p:nvPr/>
          </p:nvSpPr>
          <p:spPr>
            <a:xfrm>
              <a:off x="4787036" y="1411055"/>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60" name="TextBox 59">
            <a:extLst>
              <a:ext uri="{FF2B5EF4-FFF2-40B4-BE49-F238E27FC236}">
                <a16:creationId xmlns:a16="http://schemas.microsoft.com/office/drawing/2014/main" id="{ADFBE985-4A52-4C91-B2AF-38D21A2F71DA}"/>
              </a:ext>
            </a:extLst>
          </p:cNvPr>
          <p:cNvSpPr txBox="1"/>
          <p:nvPr/>
        </p:nvSpPr>
        <p:spPr>
          <a:xfrm>
            <a:off x="65917" y="408342"/>
            <a:ext cx="4572482" cy="4339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220" b="1" i="0" u="none" strike="noStrike" kern="1200" cap="none" spc="16" normalizeH="0" baseline="0" noProof="0" dirty="0">
                <a:ln>
                  <a:noFill/>
                </a:ln>
                <a:solidFill>
                  <a:srgbClr val="FFFFFF"/>
                </a:solidFill>
                <a:effectLst/>
                <a:uLnTx/>
                <a:uFillTx/>
                <a:latin typeface="Arial"/>
                <a:ea typeface="+mn-ea"/>
                <a:cs typeface="Microsoft Sans Serif"/>
                <a:sym typeface="Arial"/>
              </a:rPr>
              <a:t>Example:</a:t>
            </a:r>
            <a:r>
              <a:rPr kumimoji="0" lang="en-IN" sz="2220" b="1" i="0" u="none" strike="noStrike" kern="1200" cap="none" spc="127" normalizeH="0" baseline="0" noProof="0" dirty="0">
                <a:ln>
                  <a:noFill/>
                </a:ln>
                <a:solidFill>
                  <a:srgbClr val="FFFFFF"/>
                </a:solidFill>
                <a:effectLst/>
                <a:uLnTx/>
                <a:uFillTx/>
                <a:latin typeface="Arial"/>
                <a:ea typeface="+mn-ea"/>
                <a:cs typeface="Microsoft Sans Serif"/>
                <a:sym typeface="Arial"/>
              </a:rPr>
              <a:t> </a:t>
            </a:r>
            <a:r>
              <a:rPr kumimoji="0" lang="en-IN" sz="2220" b="1" i="0" u="none" strike="noStrike" kern="1200" cap="none" spc="8" normalizeH="0" baseline="0" noProof="0" dirty="0">
                <a:ln>
                  <a:noFill/>
                </a:ln>
                <a:solidFill>
                  <a:srgbClr val="FFFFFF"/>
                </a:solidFill>
                <a:effectLst/>
                <a:uLnTx/>
                <a:uFillTx/>
                <a:latin typeface="Arial"/>
                <a:ea typeface="+mn-ea"/>
                <a:cs typeface="Microsoft Sans Serif"/>
                <a:sym typeface="Arial"/>
              </a:rPr>
              <a:t>Auto-completion</a:t>
            </a:r>
            <a:endParaRPr kumimoji="0" lang="en-IN" sz="2220" b="1" i="0" u="none" strike="noStrike" kern="0" cap="none" spc="0" normalizeH="0" baseline="0" noProof="0" dirty="0">
              <a:ln>
                <a:noFill/>
              </a:ln>
              <a:solidFill>
                <a:srgbClr val="FFFFFF"/>
              </a:solidFill>
              <a:effectLst/>
              <a:uLnTx/>
              <a:uFillTx/>
              <a:latin typeface="Arial"/>
              <a:cs typeface="Arial"/>
              <a:sym typeface="Aria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D3EBFDE-67E4-4FC6-9363-5E33D53A6EA1}"/>
                  </a:ext>
                </a:extLst>
              </p14:cNvPr>
              <p14:cNvContentPartPr/>
              <p14:nvPr/>
            </p14:nvContentPartPr>
            <p14:xfrm>
              <a:off x="253440" y="2080800"/>
              <a:ext cx="8767440" cy="4282920"/>
            </p14:xfrm>
          </p:contentPart>
        </mc:Choice>
        <mc:Fallback>
          <p:pic>
            <p:nvPicPr>
              <p:cNvPr id="2" name="Ink 1">
                <a:extLst>
                  <a:ext uri="{FF2B5EF4-FFF2-40B4-BE49-F238E27FC236}">
                    <a16:creationId xmlns:a16="http://schemas.microsoft.com/office/drawing/2014/main" id="{DD3EBFDE-67E4-4FC6-9363-5E33D53A6EA1}"/>
                  </a:ext>
                </a:extLst>
              </p:cNvPr>
              <p:cNvPicPr/>
              <p:nvPr/>
            </p:nvPicPr>
            <p:blipFill>
              <a:blip r:embed="rId3"/>
              <a:stretch>
                <a:fillRect/>
              </a:stretch>
            </p:blipFill>
            <p:spPr>
              <a:xfrm>
                <a:off x="244080" y="2071440"/>
                <a:ext cx="8786160" cy="4301640"/>
              </a:xfrm>
              <a:prstGeom prst="rect">
                <a:avLst/>
              </a:prstGeom>
            </p:spPr>
          </p:pic>
        </mc:Fallback>
      </mc:AlternateContent>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59">
            <a:extLst>
              <a:ext uri="{FF2B5EF4-FFF2-40B4-BE49-F238E27FC236}">
                <a16:creationId xmlns:a16="http://schemas.microsoft.com/office/drawing/2014/main" id="{ADFBE985-4A52-4C91-B2AF-38D21A2F71DA}"/>
              </a:ext>
            </a:extLst>
          </p:cNvPr>
          <p:cNvSpPr txBox="1"/>
          <p:nvPr/>
        </p:nvSpPr>
        <p:spPr>
          <a:xfrm>
            <a:off x="65917" y="408342"/>
            <a:ext cx="4572482" cy="4339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220" b="1" i="0" u="none" strike="noStrike" kern="1200" cap="none" spc="16" normalizeH="0" baseline="0" noProof="0" dirty="0">
                <a:ln>
                  <a:noFill/>
                </a:ln>
                <a:solidFill>
                  <a:srgbClr val="FFFFFF"/>
                </a:solidFill>
                <a:effectLst/>
                <a:uLnTx/>
                <a:uFillTx/>
                <a:latin typeface="Arial"/>
                <a:ea typeface="+mn-ea"/>
                <a:cs typeface="Microsoft Sans Serif"/>
                <a:sym typeface="Arial"/>
              </a:rPr>
              <a:t>Example:</a:t>
            </a:r>
            <a:r>
              <a:rPr kumimoji="0" lang="en-IN" sz="2220" b="1" i="0" u="none" strike="noStrike" kern="1200" cap="none" spc="127" normalizeH="0" baseline="0" noProof="0" dirty="0">
                <a:ln>
                  <a:noFill/>
                </a:ln>
                <a:solidFill>
                  <a:srgbClr val="FFFFFF"/>
                </a:solidFill>
                <a:effectLst/>
                <a:uLnTx/>
                <a:uFillTx/>
                <a:latin typeface="Arial"/>
                <a:ea typeface="+mn-ea"/>
                <a:cs typeface="Microsoft Sans Serif"/>
                <a:sym typeface="Arial"/>
              </a:rPr>
              <a:t> </a:t>
            </a:r>
            <a:r>
              <a:rPr kumimoji="0" lang="en-IN" sz="2220" b="1" i="0" u="none" strike="noStrike" kern="1200" cap="none" spc="8" normalizeH="0" baseline="0" noProof="0" dirty="0">
                <a:ln>
                  <a:noFill/>
                </a:ln>
                <a:solidFill>
                  <a:srgbClr val="FFFFFF"/>
                </a:solidFill>
                <a:effectLst/>
                <a:uLnTx/>
                <a:uFillTx/>
                <a:latin typeface="Arial"/>
                <a:ea typeface="+mn-ea"/>
                <a:cs typeface="Microsoft Sans Serif"/>
                <a:sym typeface="Arial"/>
              </a:rPr>
              <a:t>Auto-completion</a:t>
            </a:r>
            <a:endParaRPr kumimoji="0" lang="en-IN" sz="2220" b="1" i="0" u="none" strike="noStrike" kern="0" cap="none" spc="0" normalizeH="0" baseline="0" noProof="0" dirty="0">
              <a:ln>
                <a:noFill/>
              </a:ln>
              <a:solidFill>
                <a:srgbClr val="FFFFFF"/>
              </a:solidFill>
              <a:effectLst/>
              <a:uLnTx/>
              <a:uFillTx/>
              <a:latin typeface="Arial"/>
              <a:cs typeface="Arial"/>
              <a:sym typeface="Aria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D3EBFDE-67E4-4FC6-9363-5E33D53A6EA1}"/>
                  </a:ext>
                </a:extLst>
              </p14:cNvPr>
              <p14:cNvContentPartPr/>
              <p14:nvPr/>
            </p14:nvContentPartPr>
            <p14:xfrm>
              <a:off x="253440" y="2026024"/>
              <a:ext cx="8767440" cy="4337696"/>
            </p14:xfrm>
          </p:contentPart>
        </mc:Choice>
        <mc:Fallback>
          <p:pic>
            <p:nvPicPr>
              <p:cNvPr id="2" name="Ink 1">
                <a:extLst>
                  <a:ext uri="{FF2B5EF4-FFF2-40B4-BE49-F238E27FC236}">
                    <a16:creationId xmlns:a16="http://schemas.microsoft.com/office/drawing/2014/main" id="{DD3EBFDE-67E4-4FC6-9363-5E33D53A6EA1}"/>
                  </a:ext>
                </a:extLst>
              </p:cNvPr>
              <p:cNvPicPr/>
              <p:nvPr/>
            </p:nvPicPr>
            <p:blipFill>
              <a:blip r:embed="rId3"/>
              <a:stretch>
                <a:fillRect/>
              </a:stretch>
            </p:blipFill>
            <p:spPr>
              <a:xfrm>
                <a:off x="244080" y="2016664"/>
                <a:ext cx="8786160" cy="4356416"/>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98365131-015A-435A-95F1-7327F4C93C9A}"/>
                  </a:ext>
                </a:extLst>
              </p14:cNvPr>
              <p14:cNvContentPartPr/>
              <p14:nvPr/>
            </p14:nvContentPartPr>
            <p14:xfrm>
              <a:off x="119160" y="838080"/>
              <a:ext cx="7804440" cy="5787360"/>
            </p14:xfrm>
          </p:contentPart>
        </mc:Choice>
        <mc:Fallback>
          <p:pic>
            <p:nvPicPr>
              <p:cNvPr id="3" name="Ink 2">
                <a:extLst>
                  <a:ext uri="{FF2B5EF4-FFF2-40B4-BE49-F238E27FC236}">
                    <a16:creationId xmlns:a16="http://schemas.microsoft.com/office/drawing/2014/main" id="{98365131-015A-435A-95F1-7327F4C93C9A}"/>
                  </a:ext>
                </a:extLst>
              </p:cNvPr>
              <p:cNvPicPr/>
              <p:nvPr/>
            </p:nvPicPr>
            <p:blipFill>
              <a:blip r:embed="rId5"/>
              <a:stretch>
                <a:fillRect/>
              </a:stretch>
            </p:blipFill>
            <p:spPr>
              <a:xfrm>
                <a:off x="109800" y="828720"/>
                <a:ext cx="7823160" cy="5806080"/>
              </a:xfrm>
              <a:prstGeom prst="rect">
                <a:avLst/>
              </a:prstGeom>
            </p:spPr>
          </p:pic>
        </mc:Fallback>
      </mc:AlternateContent>
    </p:spTree>
    <p:extLst>
      <p:ext uri="{BB962C8B-B14F-4D97-AF65-F5344CB8AC3E}">
        <p14:creationId xmlns:p14="http://schemas.microsoft.com/office/powerpoint/2010/main" val="962765984"/>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1137" y="251351"/>
            <a:ext cx="4310167" cy="464910"/>
          </a:xfrm>
          <a:prstGeom prst="rect">
            <a:avLst/>
          </a:prstGeom>
        </p:spPr>
        <p:txBody>
          <a:bodyPr spcFirstLastPara="1" vert="horz" wrap="square" lIns="0" tIns="24169" rIns="0" bIns="0" rtlCol="0" anchor="t" anchorCtr="0">
            <a:spAutoFit/>
          </a:bodyPr>
          <a:lstStyle/>
          <a:p>
            <a:pPr marL="20141">
              <a:spcBef>
                <a:spcPts val="190"/>
              </a:spcBef>
            </a:pPr>
            <a:r>
              <a:rPr b="1" spc="381" dirty="0"/>
              <a:t>P</a:t>
            </a:r>
            <a:r>
              <a:rPr b="1" cap="small" spc="428" dirty="0"/>
              <a:t>a</a:t>
            </a:r>
            <a:r>
              <a:rPr b="1" cap="small" spc="293" dirty="0"/>
              <a:t>r</a:t>
            </a:r>
            <a:r>
              <a:rPr b="1" cap="small" spc="563" dirty="0"/>
              <a:t>t</a:t>
            </a:r>
            <a:r>
              <a:rPr b="1" dirty="0"/>
              <a:t> </a:t>
            </a:r>
            <a:r>
              <a:rPr b="1" spc="-190" dirty="0"/>
              <a:t> </a:t>
            </a:r>
            <a:r>
              <a:rPr b="1" cap="small" spc="396" dirty="0"/>
              <a:t>of</a:t>
            </a:r>
            <a:r>
              <a:rPr b="1" dirty="0"/>
              <a:t> </a:t>
            </a:r>
            <a:r>
              <a:rPr b="1" spc="-190" dirty="0"/>
              <a:t> </a:t>
            </a:r>
            <a:r>
              <a:rPr b="1" spc="428" dirty="0"/>
              <a:t>S</a:t>
            </a:r>
            <a:r>
              <a:rPr b="1" cap="small" spc="428" dirty="0"/>
              <a:t>peech</a:t>
            </a:r>
            <a:r>
              <a:rPr b="1" dirty="0"/>
              <a:t> </a:t>
            </a:r>
            <a:r>
              <a:rPr b="1" spc="-190" dirty="0"/>
              <a:t> </a:t>
            </a:r>
            <a:r>
              <a:rPr b="1" spc="587" dirty="0"/>
              <a:t>T</a:t>
            </a:r>
            <a:r>
              <a:rPr b="1" cap="small" spc="363" dirty="0"/>
              <a:t>a</a:t>
            </a:r>
            <a:r>
              <a:rPr b="1" cap="small" spc="349" dirty="0"/>
              <a:t>gging</a:t>
            </a:r>
          </a:p>
        </p:txBody>
      </p:sp>
      <p:grpSp>
        <p:nvGrpSpPr>
          <p:cNvPr id="3" name="object 3"/>
          <p:cNvGrpSpPr/>
          <p:nvPr/>
        </p:nvGrpSpPr>
        <p:grpSpPr>
          <a:xfrm>
            <a:off x="5676989" y="2788489"/>
            <a:ext cx="145015" cy="2569260"/>
            <a:chOff x="3579657" y="1218547"/>
            <a:chExt cx="91440" cy="1620061"/>
          </a:xfrm>
        </p:grpSpPr>
        <p:sp>
          <p:nvSpPr>
            <p:cNvPr id="10" name="object 10"/>
            <p:cNvSpPr/>
            <p:nvPr/>
          </p:nvSpPr>
          <p:spPr>
            <a:xfrm>
              <a:off x="3579657" y="2478563"/>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1" name="object 11"/>
            <p:cNvSpPr/>
            <p:nvPr/>
          </p:nvSpPr>
          <p:spPr>
            <a:xfrm>
              <a:off x="3579657" y="2478563"/>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2" name="object 12"/>
            <p:cNvSpPr/>
            <p:nvPr/>
          </p:nvSpPr>
          <p:spPr>
            <a:xfrm>
              <a:off x="3579657" y="1848555"/>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3" name="object 13"/>
            <p:cNvSpPr/>
            <p:nvPr/>
          </p:nvSpPr>
          <p:spPr>
            <a:xfrm>
              <a:off x="3579657" y="1848555"/>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4" name="object 14"/>
            <p:cNvSpPr/>
            <p:nvPr/>
          </p:nvSpPr>
          <p:spPr>
            <a:xfrm>
              <a:off x="3579657" y="1218547"/>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00F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5" name="object 15"/>
            <p:cNvSpPr/>
            <p:nvPr/>
          </p:nvSpPr>
          <p:spPr>
            <a:xfrm>
              <a:off x="3579657" y="1218547"/>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16" name="object 16"/>
          <p:cNvSpPr txBox="1"/>
          <p:nvPr/>
        </p:nvSpPr>
        <p:spPr>
          <a:xfrm>
            <a:off x="342396" y="1569682"/>
            <a:ext cx="4948958" cy="4207327"/>
          </a:xfrm>
          <a:prstGeom prst="rect">
            <a:avLst/>
          </a:prstGeom>
        </p:spPr>
        <p:txBody>
          <a:bodyPr vert="horz" wrap="square" lIns="0" tIns="19134" rIns="0" bIns="0" rtlCol="0">
            <a:spAutoFit/>
          </a:bodyPr>
          <a:lstStyle/>
          <a:p>
            <a:pPr marL="292043" marR="25176" lvl="0" indent="-271903" algn="just" defTabSz="1450147"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Task</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is</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predicting</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the</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part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of</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speech</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tag </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(noun,</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rPr>
              <a:t>adverb,</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rPr>
              <a:t>adjective,</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verb)</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of</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each</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word </a:t>
            </a:r>
            <a:r>
              <a:rPr kumimoji="0" sz="1665"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in</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a</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sentence.</a:t>
            </a:r>
            <a:endPar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endParaRPr>
          </a:p>
          <a:p>
            <a:pPr marL="292043" marR="294058" lvl="0" indent="-271903" algn="just" defTabSz="1450147"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When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we</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see</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an</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adjective</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we</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are</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almost </a:t>
            </a:r>
            <a:r>
              <a:rPr kumimoji="0" sz="1665"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sure,</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the</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rPr>
              <a:t>next</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word</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should</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be</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a</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noun.</a:t>
            </a:r>
            <a:endPar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endParaRPr>
          </a:p>
          <a:p>
            <a:pPr marL="292043" marR="163142" lvl="0" indent="-271903" algn="just" defTabSz="1450147"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The</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current</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output</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depends</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on</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the</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current </a:t>
            </a:r>
            <a:r>
              <a:rPr kumimoji="0" sz="1665"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input</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as</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rPr>
              <a:t>well</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as</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the</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previous</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input.</a:t>
            </a:r>
            <a:endPar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endParaRPr>
          </a:p>
          <a:p>
            <a:pPr marL="292043" marR="26183" lvl="0" indent="-271903" algn="just" defTabSz="1450147"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The</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rPr>
              <a:t>size</a:t>
            </a:r>
            <a:r>
              <a:rPr kumimoji="0" sz="1665" b="0" i="0" u="none" strike="noStrike" kern="1200" cap="none" spc="40"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of</a:t>
            </a:r>
            <a:r>
              <a:rPr kumimoji="0" sz="1665" b="0" i="0" u="none" strike="noStrike" kern="1200" cap="none" spc="40"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the</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input</a:t>
            </a:r>
            <a:r>
              <a:rPr kumimoji="0" sz="1665" b="0" i="0" u="none" strike="noStrike" kern="1200" cap="none" spc="40"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is</a:t>
            </a:r>
            <a:r>
              <a:rPr kumimoji="0" sz="1665" b="0" i="0" u="none" strike="noStrike" kern="1200" cap="none" spc="40"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not</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rPr>
              <a:t>fixed.</a:t>
            </a:r>
            <a:r>
              <a:rPr kumimoji="0" sz="1665" b="0" i="0" u="none" strike="noStrike" kern="1200" cap="none" spc="151"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Sentences </a:t>
            </a:r>
            <a:r>
              <a:rPr kumimoji="0" sz="1665"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rPr>
              <a:t>have</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any</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number</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of</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words.</a:t>
            </a:r>
            <a:endPar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endParaRPr>
          </a:p>
          <a:p>
            <a:pPr marL="292043" marR="211480" lvl="0" indent="-271903" algn="just" defTabSz="1450147"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An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output</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is</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produced</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at</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end</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of</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each</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time </a:t>
            </a:r>
            <a:r>
              <a:rPr kumimoji="0" sz="1665" b="0" i="0" u="none" strike="noStrike" kern="1200" cap="none" spc="-428"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rPr>
              <a:t>step.</a:t>
            </a:r>
          </a:p>
          <a:p>
            <a:pPr marL="292043" marR="8056" lvl="0" indent="-271903" algn="just" defTabSz="1450147"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Each</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network</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is</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performing</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the</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same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task</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460"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input</a:t>
            </a:r>
            <a:r>
              <a:rPr kumimoji="0" sz="1665"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a:t>
            </a:r>
            <a:r>
              <a:rPr kumimoji="0" sz="1665" b="0" i="0" u="none" strike="noStrike" kern="1200" cap="none" spc="143"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word,</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output</a:t>
            </a:r>
            <a:r>
              <a:rPr kumimoji="0" sz="1665"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8" normalizeH="0" baseline="0" noProof="0" dirty="0">
                <a:ln>
                  <a:noFill/>
                </a:ln>
                <a:solidFill>
                  <a:prstClr val="black"/>
                </a:solidFill>
                <a:effectLst/>
                <a:uLnTx/>
                <a:uFillTx/>
                <a:latin typeface="Calibri"/>
                <a:ea typeface="+mn-ea"/>
                <a:cs typeface="Microsoft Sans Serif"/>
                <a:sym typeface="Arial"/>
              </a:rPr>
              <a:t>:</a:t>
            </a:r>
            <a:r>
              <a:rPr kumimoji="0" sz="1665" b="0" i="0" u="none" strike="noStrike" kern="1200" cap="none" spc="143" normalizeH="0" baseline="0" noProof="0" dirty="0">
                <a:ln>
                  <a:noFill/>
                </a:ln>
                <a:solidFill>
                  <a:prstClr val="black"/>
                </a:solidFill>
                <a:effectLst/>
                <a:uLnTx/>
                <a:uFillTx/>
                <a:latin typeface="Calibri"/>
                <a:ea typeface="+mn-ea"/>
                <a:cs typeface="Microsoft Sans Serif"/>
                <a:sym typeface="Arial"/>
              </a:rPr>
              <a:t> </a:t>
            </a:r>
            <a:r>
              <a:rPr kumimoji="0" sz="1665" b="0" i="0" u="none" strike="noStrike" kern="1200" cap="none" spc="16" normalizeH="0" baseline="0" noProof="0" dirty="0">
                <a:ln>
                  <a:noFill/>
                </a:ln>
                <a:solidFill>
                  <a:prstClr val="black"/>
                </a:solidFill>
                <a:effectLst/>
                <a:uLnTx/>
                <a:uFillTx/>
                <a:latin typeface="Calibri"/>
                <a:ea typeface="+mn-ea"/>
                <a:cs typeface="Microsoft Sans Serif"/>
                <a:sym typeface="Arial"/>
              </a:rPr>
              <a:t>tag.</a:t>
            </a:r>
            <a:endParaRPr kumimoji="0" sz="1665" b="0" i="0" u="none" strike="noStrike" kern="1200" cap="none" spc="0" normalizeH="0" baseline="0" noProof="0" dirty="0">
              <a:ln>
                <a:noFill/>
              </a:ln>
              <a:solidFill>
                <a:prstClr val="black"/>
              </a:solidFill>
              <a:effectLst/>
              <a:uLnTx/>
              <a:uFillTx/>
              <a:latin typeface="Calibri"/>
              <a:ea typeface="+mn-ea"/>
              <a:cs typeface="Microsoft Sans Serif"/>
              <a:sym typeface="Arial"/>
            </a:endParaRPr>
          </a:p>
        </p:txBody>
      </p:sp>
      <p:sp>
        <p:nvSpPr>
          <p:cNvPr id="17" name="object 17"/>
          <p:cNvSpPr txBox="1"/>
          <p:nvPr/>
        </p:nvSpPr>
        <p:spPr>
          <a:xfrm>
            <a:off x="5586340" y="2465825"/>
            <a:ext cx="522658" cy="281646"/>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defRPr/>
            </a:pPr>
            <a:r>
              <a:rPr kumimoji="0" sz="1665" b="1" i="0" u="none" strike="noStrike" kern="1200" cap="none" spc="16" normalizeH="0" baseline="0" noProof="0" dirty="0">
                <a:ln>
                  <a:noFill/>
                </a:ln>
                <a:solidFill>
                  <a:prstClr val="black"/>
                </a:solidFill>
                <a:effectLst/>
                <a:uLnTx/>
                <a:uFillTx/>
                <a:latin typeface="Calibri"/>
                <a:ea typeface="+mn-ea"/>
                <a:cs typeface="Microsoft Sans Serif"/>
                <a:sym typeface="Arial"/>
              </a:rPr>
              <a:t>noun</a:t>
            </a:r>
            <a:endParaRPr kumimoji="0" sz="1665" b="1" i="0" u="none" strike="noStrike" kern="1200" cap="none" spc="0" normalizeH="0" baseline="0" noProof="0" dirty="0">
              <a:ln>
                <a:noFill/>
              </a:ln>
              <a:solidFill>
                <a:prstClr val="black"/>
              </a:solidFill>
              <a:effectLst/>
              <a:uLnTx/>
              <a:uFillTx/>
              <a:latin typeface="Calibri"/>
              <a:ea typeface="+mn-ea"/>
              <a:cs typeface="Microsoft Sans Serif"/>
              <a:sym typeface="Arial"/>
            </a:endParaRPr>
          </a:p>
        </p:txBody>
      </p:sp>
      <p:grpSp>
        <p:nvGrpSpPr>
          <p:cNvPr id="18" name="object 18"/>
          <p:cNvGrpSpPr/>
          <p:nvPr/>
        </p:nvGrpSpPr>
        <p:grpSpPr>
          <a:xfrm>
            <a:off x="5719121" y="2784460"/>
            <a:ext cx="791539" cy="2578044"/>
            <a:chOff x="3606223" y="1216007"/>
            <a:chExt cx="499109" cy="1625600"/>
          </a:xfrm>
        </p:grpSpPr>
        <p:sp>
          <p:nvSpPr>
            <p:cNvPr id="19" name="object 19"/>
            <p:cNvSpPr/>
            <p:nvPr/>
          </p:nvSpPr>
          <p:spPr>
            <a:xfrm>
              <a:off x="3625202" y="2241456"/>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0" name="object 20"/>
            <p:cNvSpPr/>
            <p:nvPr/>
          </p:nvSpPr>
          <p:spPr>
            <a:xfrm>
              <a:off x="3606223" y="2211090"/>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1" name="object 21"/>
            <p:cNvSpPr/>
            <p:nvPr/>
          </p:nvSpPr>
          <p:spPr>
            <a:xfrm>
              <a:off x="3625202" y="161144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2" name="object 22"/>
            <p:cNvSpPr/>
            <p:nvPr/>
          </p:nvSpPr>
          <p:spPr>
            <a:xfrm>
              <a:off x="3606223" y="1581082"/>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3" name="object 23"/>
            <p:cNvSpPr/>
            <p:nvPr/>
          </p:nvSpPr>
          <p:spPr>
            <a:xfrm>
              <a:off x="4011662" y="2478563"/>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4" name="object 24"/>
            <p:cNvSpPr/>
            <p:nvPr/>
          </p:nvSpPr>
          <p:spPr>
            <a:xfrm>
              <a:off x="4011662" y="2478563"/>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5" name="object 25"/>
            <p:cNvSpPr/>
            <p:nvPr/>
          </p:nvSpPr>
          <p:spPr>
            <a:xfrm>
              <a:off x="4011662" y="1848555"/>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6" name="object 26"/>
            <p:cNvSpPr/>
            <p:nvPr/>
          </p:nvSpPr>
          <p:spPr>
            <a:xfrm>
              <a:off x="4011662" y="1848555"/>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7" name="object 27"/>
            <p:cNvSpPr/>
            <p:nvPr/>
          </p:nvSpPr>
          <p:spPr>
            <a:xfrm>
              <a:off x="4011662" y="1218547"/>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00F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8" name="object 28"/>
            <p:cNvSpPr/>
            <p:nvPr/>
          </p:nvSpPr>
          <p:spPr>
            <a:xfrm>
              <a:off x="4011662" y="1218547"/>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29" name="object 29"/>
          <p:cNvSpPr txBox="1"/>
          <p:nvPr/>
        </p:nvSpPr>
        <p:spPr>
          <a:xfrm>
            <a:off x="6271454" y="2485443"/>
            <a:ext cx="457200" cy="281646"/>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defRPr/>
            </a:pPr>
            <a:r>
              <a:rPr kumimoji="0" sz="1665" b="1" i="0" u="none" strike="noStrike" kern="1200" cap="none" spc="-32" normalizeH="0" baseline="0" noProof="0" dirty="0">
                <a:ln>
                  <a:noFill/>
                </a:ln>
                <a:solidFill>
                  <a:prstClr val="black"/>
                </a:solidFill>
                <a:effectLst/>
                <a:uLnTx/>
                <a:uFillTx/>
                <a:latin typeface="Calibri"/>
                <a:ea typeface="+mn-ea"/>
                <a:cs typeface="Microsoft Sans Serif"/>
                <a:sym typeface="Arial"/>
              </a:rPr>
              <a:t>v</a:t>
            </a:r>
            <a:r>
              <a:rPr kumimoji="0" sz="1665" b="1" i="0" u="none" strike="noStrike" kern="1200" cap="none" spc="16" normalizeH="0" baseline="0" noProof="0" dirty="0">
                <a:ln>
                  <a:noFill/>
                </a:ln>
                <a:solidFill>
                  <a:prstClr val="black"/>
                </a:solidFill>
                <a:effectLst/>
                <a:uLnTx/>
                <a:uFillTx/>
                <a:latin typeface="Calibri"/>
                <a:ea typeface="+mn-ea"/>
                <a:cs typeface="Microsoft Sans Serif"/>
                <a:sym typeface="Arial"/>
              </a:rPr>
              <a:t>erb</a:t>
            </a:r>
            <a:endParaRPr kumimoji="0" sz="1665" b="1" i="0" u="none" strike="noStrike" kern="1200" cap="none" spc="0" normalizeH="0" baseline="0" noProof="0" dirty="0">
              <a:ln>
                <a:noFill/>
              </a:ln>
              <a:solidFill>
                <a:prstClr val="black"/>
              </a:solidFill>
              <a:effectLst/>
              <a:uLnTx/>
              <a:uFillTx/>
              <a:latin typeface="Calibri"/>
              <a:ea typeface="+mn-ea"/>
              <a:cs typeface="Microsoft Sans Serif"/>
              <a:sym typeface="Arial"/>
            </a:endParaRPr>
          </a:p>
        </p:txBody>
      </p:sp>
      <p:grpSp>
        <p:nvGrpSpPr>
          <p:cNvPr id="30" name="object 30"/>
          <p:cNvGrpSpPr/>
          <p:nvPr/>
        </p:nvGrpSpPr>
        <p:grpSpPr>
          <a:xfrm>
            <a:off x="6404238" y="3363434"/>
            <a:ext cx="60423" cy="1423967"/>
            <a:chOff x="4038228" y="1581082"/>
            <a:chExt cx="38100" cy="897890"/>
          </a:xfrm>
        </p:grpSpPr>
        <p:sp>
          <p:nvSpPr>
            <p:cNvPr id="31" name="object 31"/>
            <p:cNvSpPr/>
            <p:nvPr/>
          </p:nvSpPr>
          <p:spPr>
            <a:xfrm>
              <a:off x="4057206" y="2241456"/>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2" name="object 32"/>
            <p:cNvSpPr/>
            <p:nvPr/>
          </p:nvSpPr>
          <p:spPr>
            <a:xfrm>
              <a:off x="4038228" y="2211090"/>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3" name="object 33"/>
            <p:cNvSpPr/>
            <p:nvPr/>
          </p:nvSpPr>
          <p:spPr>
            <a:xfrm>
              <a:off x="4057206" y="161144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4" name="object 34"/>
            <p:cNvSpPr/>
            <p:nvPr/>
          </p:nvSpPr>
          <p:spPr>
            <a:xfrm>
              <a:off x="4038228" y="1581082"/>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35" name="object 35"/>
          <p:cNvSpPr txBox="1"/>
          <p:nvPr/>
        </p:nvSpPr>
        <p:spPr>
          <a:xfrm>
            <a:off x="5586339" y="5319257"/>
            <a:ext cx="1515229" cy="281710"/>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tab pos="1275928" algn="l"/>
              </a:tabLst>
              <a:defRPr/>
            </a:pPr>
            <a:r>
              <a:rPr kumimoji="0" sz="1665" b="1" i="0" u="none" strike="noStrike" kern="1200" cap="none" spc="16" normalizeH="0" baseline="0" noProof="0" dirty="0">
                <a:ln>
                  <a:noFill/>
                </a:ln>
                <a:solidFill>
                  <a:prstClr val="black"/>
                </a:solidFill>
                <a:effectLst/>
                <a:uLnTx/>
                <a:uFillTx/>
                <a:latin typeface="Calibri"/>
                <a:ea typeface="+mn-ea"/>
                <a:cs typeface="Microsoft Sans Serif"/>
                <a:sym typeface="Arial"/>
              </a:rPr>
              <a:t>Apple </a:t>
            </a:r>
            <a:r>
              <a:rPr kumimoji="0" lang="en-US" sz="1665" b="1" i="0" u="none" strike="noStrike" kern="1200" cap="none" spc="16" normalizeH="0" baseline="0" noProof="0" dirty="0">
                <a:ln>
                  <a:noFill/>
                </a:ln>
                <a:solidFill>
                  <a:prstClr val="black"/>
                </a:solidFill>
                <a:effectLst/>
                <a:uLnTx/>
                <a:uFillTx/>
                <a:latin typeface="Calibri"/>
                <a:ea typeface="+mn-ea"/>
                <a:cs typeface="Microsoft Sans Serif"/>
                <a:sym typeface="Arial"/>
              </a:rPr>
              <a:t>   </a:t>
            </a:r>
            <a:r>
              <a:rPr kumimoji="0" sz="1665" b="1" i="0" u="none" strike="noStrike" kern="1200" cap="none" spc="143" normalizeH="0" baseline="0" noProof="0" dirty="0">
                <a:ln>
                  <a:noFill/>
                </a:ln>
                <a:solidFill>
                  <a:prstClr val="black"/>
                </a:solidFill>
                <a:effectLst/>
                <a:uLnTx/>
                <a:uFillTx/>
                <a:latin typeface="Calibri"/>
                <a:ea typeface="+mn-ea"/>
                <a:cs typeface="Microsoft Sans Serif"/>
                <a:sym typeface="Arial"/>
              </a:rPr>
              <a:t> </a:t>
            </a:r>
            <a:r>
              <a:rPr kumimoji="0" sz="2498" b="1" i="0" u="none" strike="noStrike" kern="1200" cap="none" spc="11" normalizeH="0" baseline="-5291" noProof="0" dirty="0">
                <a:ln>
                  <a:noFill/>
                </a:ln>
                <a:solidFill>
                  <a:prstClr val="black"/>
                </a:solidFill>
                <a:effectLst/>
                <a:uLnTx/>
                <a:uFillTx/>
                <a:latin typeface="Calibri"/>
                <a:ea typeface="+mn-ea"/>
                <a:cs typeface="Microsoft Sans Serif"/>
                <a:sym typeface="Arial"/>
              </a:rPr>
              <a:t>is</a:t>
            </a:r>
            <a:r>
              <a:rPr kumimoji="0" sz="2498" b="1" i="0" u="none" strike="noStrike" kern="1200" cap="none" spc="0" normalizeH="0" baseline="-5291" noProof="0" dirty="0">
                <a:ln>
                  <a:noFill/>
                </a:ln>
                <a:solidFill>
                  <a:prstClr val="black"/>
                </a:solidFill>
                <a:effectLst/>
                <a:uLnTx/>
                <a:uFillTx/>
                <a:latin typeface="Calibri"/>
                <a:ea typeface="+mn-ea"/>
                <a:cs typeface="Microsoft Sans Serif"/>
                <a:sym typeface="Arial"/>
              </a:rPr>
              <a:t>	</a:t>
            </a:r>
            <a:r>
              <a:rPr kumimoji="0" sz="1665" b="1" i="0" u="none" strike="noStrike" kern="1200" cap="none" spc="16" normalizeH="0" baseline="0" noProof="0" dirty="0">
                <a:ln>
                  <a:noFill/>
                </a:ln>
                <a:solidFill>
                  <a:prstClr val="black"/>
                </a:solidFill>
                <a:effectLst/>
                <a:uLnTx/>
                <a:uFillTx/>
                <a:latin typeface="Calibri"/>
                <a:ea typeface="+mn-ea"/>
                <a:cs typeface="Microsoft Sans Serif"/>
                <a:sym typeface="Arial"/>
              </a:rPr>
              <a:t>a</a:t>
            </a:r>
            <a:endParaRPr kumimoji="0" sz="1665" b="1" i="0" u="none" strike="noStrike" kern="1200" cap="none" spc="0" normalizeH="0" baseline="0" noProof="0" dirty="0">
              <a:ln>
                <a:noFill/>
              </a:ln>
              <a:solidFill>
                <a:prstClr val="black"/>
              </a:solidFill>
              <a:effectLst/>
              <a:uLnTx/>
              <a:uFillTx/>
              <a:latin typeface="Calibri"/>
              <a:ea typeface="+mn-ea"/>
              <a:cs typeface="Microsoft Sans Serif"/>
              <a:sym typeface="Arial"/>
            </a:endParaRPr>
          </a:p>
        </p:txBody>
      </p:sp>
      <p:grpSp>
        <p:nvGrpSpPr>
          <p:cNvPr id="36" name="object 36"/>
          <p:cNvGrpSpPr/>
          <p:nvPr/>
        </p:nvGrpSpPr>
        <p:grpSpPr>
          <a:xfrm>
            <a:off x="6929011" y="2784460"/>
            <a:ext cx="837864" cy="2578044"/>
            <a:chOff x="4369126" y="1216007"/>
            <a:chExt cx="528320" cy="1625600"/>
          </a:xfrm>
        </p:grpSpPr>
        <p:sp>
          <p:nvSpPr>
            <p:cNvPr id="37" name="object 37"/>
            <p:cNvSpPr/>
            <p:nvPr/>
          </p:nvSpPr>
          <p:spPr>
            <a:xfrm>
              <a:off x="4371666" y="2478563"/>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8" name="object 38"/>
            <p:cNvSpPr/>
            <p:nvPr/>
          </p:nvSpPr>
          <p:spPr>
            <a:xfrm>
              <a:off x="4371666" y="2478563"/>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9" name="object 39"/>
            <p:cNvSpPr/>
            <p:nvPr/>
          </p:nvSpPr>
          <p:spPr>
            <a:xfrm>
              <a:off x="4371666" y="1848555"/>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0" name="object 40"/>
            <p:cNvSpPr/>
            <p:nvPr/>
          </p:nvSpPr>
          <p:spPr>
            <a:xfrm>
              <a:off x="4371666" y="1848555"/>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1" name="object 41"/>
            <p:cNvSpPr/>
            <p:nvPr/>
          </p:nvSpPr>
          <p:spPr>
            <a:xfrm>
              <a:off x="4371666" y="1218547"/>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00F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2" name="object 42"/>
            <p:cNvSpPr/>
            <p:nvPr/>
          </p:nvSpPr>
          <p:spPr>
            <a:xfrm>
              <a:off x="4371666" y="1218547"/>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3" name="object 43"/>
            <p:cNvSpPr/>
            <p:nvPr/>
          </p:nvSpPr>
          <p:spPr>
            <a:xfrm>
              <a:off x="4417211" y="2241456"/>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4" name="object 44"/>
            <p:cNvSpPr/>
            <p:nvPr/>
          </p:nvSpPr>
          <p:spPr>
            <a:xfrm>
              <a:off x="4398232" y="2211090"/>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5" name="object 45"/>
            <p:cNvSpPr/>
            <p:nvPr/>
          </p:nvSpPr>
          <p:spPr>
            <a:xfrm>
              <a:off x="4417211" y="161144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6" name="object 46"/>
            <p:cNvSpPr/>
            <p:nvPr/>
          </p:nvSpPr>
          <p:spPr>
            <a:xfrm>
              <a:off x="4398232" y="1581082"/>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7" name="object 47"/>
            <p:cNvSpPr/>
            <p:nvPr/>
          </p:nvSpPr>
          <p:spPr>
            <a:xfrm>
              <a:off x="4803671" y="2478563"/>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8" name="object 48"/>
            <p:cNvSpPr/>
            <p:nvPr/>
          </p:nvSpPr>
          <p:spPr>
            <a:xfrm>
              <a:off x="4803671" y="2478563"/>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9" name="object 49"/>
            <p:cNvSpPr/>
            <p:nvPr/>
          </p:nvSpPr>
          <p:spPr>
            <a:xfrm>
              <a:off x="4803671" y="1848555"/>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0" name="object 50"/>
            <p:cNvSpPr/>
            <p:nvPr/>
          </p:nvSpPr>
          <p:spPr>
            <a:xfrm>
              <a:off x="4803671" y="1848555"/>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1" name="object 51"/>
            <p:cNvSpPr/>
            <p:nvPr/>
          </p:nvSpPr>
          <p:spPr>
            <a:xfrm>
              <a:off x="4803671" y="1218547"/>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00F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2" name="object 52"/>
            <p:cNvSpPr/>
            <p:nvPr/>
          </p:nvSpPr>
          <p:spPr>
            <a:xfrm>
              <a:off x="4803671" y="1218547"/>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53" name="object 53"/>
          <p:cNvSpPr txBox="1"/>
          <p:nvPr/>
        </p:nvSpPr>
        <p:spPr>
          <a:xfrm>
            <a:off x="6802109" y="2485443"/>
            <a:ext cx="1070493" cy="281646"/>
          </a:xfrm>
          <a:prstGeom prst="rect">
            <a:avLst/>
          </a:prstGeom>
        </p:spPr>
        <p:txBody>
          <a:bodyPr vert="horz" wrap="square" lIns="0" tIns="25176" rIns="0" bIns="0" rtlCol="0">
            <a:spAutoFit/>
          </a:bodyPr>
          <a:lstStyle/>
          <a:p>
            <a:pPr marL="60423" marR="0" lvl="0" indent="0" algn="l" defTabSz="1450147" rtl="0" eaLnBrk="1" fontAlgn="auto" latinLnBrk="0" hangingPunct="1">
              <a:lnSpc>
                <a:spcPct val="100000"/>
              </a:lnSpc>
              <a:spcBef>
                <a:spcPts val="198"/>
              </a:spcBef>
              <a:spcAft>
                <a:spcPts val="0"/>
              </a:spcAft>
              <a:buClrTx/>
              <a:buSzTx/>
              <a:buFont typeface="Arial"/>
              <a:buNone/>
              <a:tabLst/>
              <a:defRPr/>
            </a:pPr>
            <a:r>
              <a:rPr kumimoji="0" sz="1665" b="1" i="0" u="none" strike="noStrike" kern="1200" cap="none" spc="16" normalizeH="0" baseline="0" noProof="0" dirty="0">
                <a:ln>
                  <a:noFill/>
                </a:ln>
                <a:solidFill>
                  <a:prstClr val="black"/>
                </a:solidFill>
                <a:effectLst/>
                <a:uLnTx/>
                <a:uFillTx/>
                <a:latin typeface="Calibri"/>
                <a:ea typeface="+mn-ea"/>
                <a:cs typeface="Microsoft Sans Serif"/>
                <a:sym typeface="Arial"/>
              </a:rPr>
              <a:t>article</a:t>
            </a:r>
            <a:r>
              <a:rPr kumimoji="0" sz="1665" b="1" i="0" u="none" strike="noStrike" kern="1200" cap="none" spc="262" normalizeH="0" baseline="0" noProof="0" dirty="0">
                <a:ln>
                  <a:noFill/>
                </a:ln>
                <a:solidFill>
                  <a:prstClr val="black"/>
                </a:solidFill>
                <a:effectLst/>
                <a:uLnTx/>
                <a:uFillTx/>
                <a:latin typeface="Calibri"/>
                <a:ea typeface="+mn-ea"/>
                <a:cs typeface="Microsoft Sans Serif"/>
                <a:sym typeface="Arial"/>
              </a:rPr>
              <a:t> </a:t>
            </a:r>
            <a:r>
              <a:rPr kumimoji="0" sz="2260" b="1" i="0" u="none" strike="noStrike" kern="1200" cap="none" spc="24" normalizeH="0" baseline="8771" noProof="0" dirty="0">
                <a:ln>
                  <a:noFill/>
                </a:ln>
                <a:solidFill>
                  <a:prstClr val="black"/>
                </a:solidFill>
                <a:effectLst/>
                <a:uLnTx/>
                <a:uFillTx/>
                <a:latin typeface="Calibri"/>
                <a:ea typeface="+mn-ea"/>
                <a:cs typeface="Microsoft Sans Serif"/>
                <a:sym typeface="Arial"/>
              </a:rPr>
              <a:t>adj</a:t>
            </a:r>
            <a:endParaRPr kumimoji="0" sz="2260" b="1" i="0" u="none" strike="noStrike" kern="1200" cap="none" spc="0" normalizeH="0" baseline="8771" noProof="0" dirty="0">
              <a:ln>
                <a:noFill/>
              </a:ln>
              <a:solidFill>
                <a:prstClr val="black"/>
              </a:solidFill>
              <a:effectLst/>
              <a:uLnTx/>
              <a:uFillTx/>
              <a:latin typeface="Calibri"/>
              <a:ea typeface="+mn-ea"/>
              <a:cs typeface="Microsoft Sans Serif"/>
              <a:sym typeface="Arial"/>
            </a:endParaRPr>
          </a:p>
        </p:txBody>
      </p:sp>
      <p:grpSp>
        <p:nvGrpSpPr>
          <p:cNvPr id="54" name="object 54"/>
          <p:cNvGrpSpPr/>
          <p:nvPr/>
        </p:nvGrpSpPr>
        <p:grpSpPr>
          <a:xfrm>
            <a:off x="7660286" y="3363434"/>
            <a:ext cx="60423" cy="1423967"/>
            <a:chOff x="4830236" y="1581082"/>
            <a:chExt cx="38100" cy="897890"/>
          </a:xfrm>
        </p:grpSpPr>
        <p:sp>
          <p:nvSpPr>
            <p:cNvPr id="55" name="object 55"/>
            <p:cNvSpPr/>
            <p:nvPr/>
          </p:nvSpPr>
          <p:spPr>
            <a:xfrm>
              <a:off x="4849215" y="2241456"/>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6" name="object 56"/>
            <p:cNvSpPr/>
            <p:nvPr/>
          </p:nvSpPr>
          <p:spPr>
            <a:xfrm>
              <a:off x="4830236" y="2211090"/>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7" name="object 57"/>
            <p:cNvSpPr/>
            <p:nvPr/>
          </p:nvSpPr>
          <p:spPr>
            <a:xfrm>
              <a:off x="4849215" y="161144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8" name="object 58"/>
            <p:cNvSpPr/>
            <p:nvPr/>
          </p:nvSpPr>
          <p:spPr>
            <a:xfrm>
              <a:off x="4830236" y="1581082"/>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59" name="object 59"/>
          <p:cNvSpPr txBox="1"/>
          <p:nvPr/>
        </p:nvSpPr>
        <p:spPr>
          <a:xfrm>
            <a:off x="7527484" y="5340928"/>
            <a:ext cx="1051298" cy="281646"/>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tab pos="590129" algn="l"/>
              </a:tabLst>
              <a:defRPr/>
            </a:pPr>
            <a:r>
              <a:rPr kumimoji="0" sz="1665" b="1" i="0" u="none" strike="noStrike" kern="1200" cap="none" spc="16" normalizeH="0" baseline="0" noProof="0" dirty="0">
                <a:ln>
                  <a:noFill/>
                </a:ln>
                <a:solidFill>
                  <a:prstClr val="black"/>
                </a:solidFill>
                <a:effectLst/>
                <a:uLnTx/>
                <a:uFillTx/>
                <a:latin typeface="Calibri"/>
                <a:ea typeface="+mn-ea"/>
                <a:cs typeface="Microsoft Sans Serif"/>
                <a:sym typeface="Arial"/>
              </a:rPr>
              <a:t>red	</a:t>
            </a:r>
            <a:r>
              <a:rPr kumimoji="0" sz="1665" b="1" i="0" u="none" strike="noStrike" kern="1200" cap="none" spc="8" normalizeH="0" baseline="0" noProof="0" dirty="0">
                <a:ln>
                  <a:noFill/>
                </a:ln>
                <a:solidFill>
                  <a:prstClr val="black"/>
                </a:solidFill>
                <a:effectLst/>
                <a:uLnTx/>
                <a:uFillTx/>
                <a:latin typeface="Calibri"/>
                <a:ea typeface="+mn-ea"/>
                <a:cs typeface="Microsoft Sans Serif"/>
                <a:sym typeface="Arial"/>
              </a:rPr>
              <a:t>f</a:t>
            </a:r>
            <a:r>
              <a:rPr kumimoji="0" sz="1665" b="1" i="0" u="none" strike="noStrike" kern="1200" cap="none" spc="32" normalizeH="0" baseline="0" noProof="0" dirty="0">
                <a:ln>
                  <a:noFill/>
                </a:ln>
                <a:solidFill>
                  <a:prstClr val="black"/>
                </a:solidFill>
                <a:effectLst/>
                <a:uLnTx/>
                <a:uFillTx/>
                <a:latin typeface="Calibri"/>
                <a:ea typeface="+mn-ea"/>
                <a:cs typeface="Microsoft Sans Serif"/>
                <a:sym typeface="Arial"/>
              </a:rPr>
              <a:t>r</a:t>
            </a:r>
            <a:r>
              <a:rPr kumimoji="0" sz="1665" b="1" i="0" u="none" strike="noStrike" kern="1200" cap="none" spc="8" normalizeH="0" baseline="0" noProof="0" dirty="0">
                <a:ln>
                  <a:noFill/>
                </a:ln>
                <a:solidFill>
                  <a:prstClr val="black"/>
                </a:solidFill>
                <a:effectLst/>
                <a:uLnTx/>
                <a:uFillTx/>
                <a:latin typeface="Calibri"/>
                <a:ea typeface="+mn-ea"/>
                <a:cs typeface="Microsoft Sans Serif"/>
                <a:sym typeface="Arial"/>
              </a:rPr>
              <a:t>uit</a:t>
            </a:r>
            <a:endParaRPr kumimoji="0" sz="1665" b="1" i="0" u="none" strike="noStrike" kern="1200" cap="none" spc="0" normalizeH="0" baseline="0" noProof="0" dirty="0">
              <a:ln>
                <a:noFill/>
              </a:ln>
              <a:solidFill>
                <a:prstClr val="black"/>
              </a:solidFill>
              <a:effectLst/>
              <a:uLnTx/>
              <a:uFillTx/>
              <a:latin typeface="Calibri"/>
              <a:ea typeface="+mn-ea"/>
              <a:cs typeface="Microsoft Sans Serif"/>
              <a:sym typeface="Arial"/>
            </a:endParaRPr>
          </a:p>
        </p:txBody>
      </p:sp>
      <p:grpSp>
        <p:nvGrpSpPr>
          <p:cNvPr id="60" name="object 60"/>
          <p:cNvGrpSpPr/>
          <p:nvPr/>
        </p:nvGrpSpPr>
        <p:grpSpPr>
          <a:xfrm>
            <a:off x="8185060" y="2784460"/>
            <a:ext cx="153071" cy="2578044"/>
            <a:chOff x="5161135" y="1216007"/>
            <a:chExt cx="96520" cy="1625600"/>
          </a:xfrm>
        </p:grpSpPr>
        <p:sp>
          <p:nvSpPr>
            <p:cNvPr id="61" name="object 61"/>
            <p:cNvSpPr/>
            <p:nvPr/>
          </p:nvSpPr>
          <p:spPr>
            <a:xfrm>
              <a:off x="5163675" y="2478563"/>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2" name="object 62"/>
            <p:cNvSpPr/>
            <p:nvPr/>
          </p:nvSpPr>
          <p:spPr>
            <a:xfrm>
              <a:off x="5163675" y="2478563"/>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3" name="object 63"/>
            <p:cNvSpPr/>
            <p:nvPr/>
          </p:nvSpPr>
          <p:spPr>
            <a:xfrm>
              <a:off x="5163675" y="1848555"/>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4" name="object 64"/>
            <p:cNvSpPr/>
            <p:nvPr/>
          </p:nvSpPr>
          <p:spPr>
            <a:xfrm>
              <a:off x="5163675" y="1848555"/>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5" name="object 65"/>
            <p:cNvSpPr/>
            <p:nvPr/>
          </p:nvSpPr>
          <p:spPr>
            <a:xfrm>
              <a:off x="5163675" y="1218547"/>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00F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6" name="object 66"/>
            <p:cNvSpPr/>
            <p:nvPr/>
          </p:nvSpPr>
          <p:spPr>
            <a:xfrm>
              <a:off x="5163675" y="1218547"/>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67" name="object 67"/>
          <p:cNvSpPr txBox="1"/>
          <p:nvPr/>
        </p:nvSpPr>
        <p:spPr>
          <a:xfrm>
            <a:off x="8098421" y="2479813"/>
            <a:ext cx="480362" cy="258362"/>
          </a:xfrm>
          <a:prstGeom prst="rect">
            <a:avLst/>
          </a:prstGeom>
        </p:spPr>
        <p:txBody>
          <a:bodyPr vert="horz" wrap="square" lIns="0" tIns="26183" rIns="0" bIns="0" rtlCol="0">
            <a:spAutoFit/>
          </a:bodyPr>
          <a:lstStyle/>
          <a:p>
            <a:pPr marL="20141" marR="0" lvl="0" indent="0" algn="l" defTabSz="1450147" rtl="0" eaLnBrk="1" fontAlgn="auto" latinLnBrk="0" hangingPunct="1">
              <a:lnSpc>
                <a:spcPct val="100000"/>
              </a:lnSpc>
              <a:spcBef>
                <a:spcPts val="206"/>
              </a:spcBef>
              <a:spcAft>
                <a:spcPts val="0"/>
              </a:spcAft>
              <a:buClrTx/>
              <a:buSzTx/>
              <a:buFont typeface="Arial"/>
              <a:buNone/>
              <a:tabLst/>
              <a:defRPr/>
            </a:pPr>
            <a:r>
              <a:rPr kumimoji="0" sz="1507" b="1" i="0" u="none" strike="noStrike" kern="1200" cap="none" spc="24" normalizeH="0" baseline="0" noProof="0" dirty="0">
                <a:ln>
                  <a:noFill/>
                </a:ln>
                <a:solidFill>
                  <a:prstClr val="black"/>
                </a:solidFill>
                <a:effectLst/>
                <a:uLnTx/>
                <a:uFillTx/>
                <a:latin typeface="Calibri"/>
                <a:ea typeface="+mn-ea"/>
                <a:cs typeface="Microsoft Sans Serif"/>
                <a:sym typeface="Arial"/>
              </a:rPr>
              <a:t>noun</a:t>
            </a:r>
            <a:endParaRPr kumimoji="0" sz="1507" b="1" i="0" u="none" strike="noStrike" kern="1200" cap="none" spc="0" normalizeH="0" baseline="0" noProof="0" dirty="0">
              <a:ln>
                <a:noFill/>
              </a:ln>
              <a:solidFill>
                <a:prstClr val="black"/>
              </a:solidFill>
              <a:effectLst/>
              <a:uLnTx/>
              <a:uFillTx/>
              <a:latin typeface="Calibri"/>
              <a:ea typeface="+mn-ea"/>
              <a:cs typeface="Microsoft Sans Serif"/>
              <a:sym typeface="Arial"/>
            </a:endParaRPr>
          </a:p>
        </p:txBody>
      </p:sp>
      <p:grpSp>
        <p:nvGrpSpPr>
          <p:cNvPr id="68" name="object 68"/>
          <p:cNvGrpSpPr/>
          <p:nvPr/>
        </p:nvGrpSpPr>
        <p:grpSpPr>
          <a:xfrm>
            <a:off x="8231219" y="3363434"/>
            <a:ext cx="60423" cy="1419938"/>
            <a:chOff x="5190241" y="1581082"/>
            <a:chExt cx="38100" cy="895350"/>
          </a:xfrm>
        </p:grpSpPr>
        <p:sp>
          <p:nvSpPr>
            <p:cNvPr id="69" name="object 69"/>
            <p:cNvSpPr/>
            <p:nvPr/>
          </p:nvSpPr>
          <p:spPr>
            <a:xfrm>
              <a:off x="5209219" y="2241456"/>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0" name="object 70"/>
            <p:cNvSpPr/>
            <p:nvPr/>
          </p:nvSpPr>
          <p:spPr>
            <a:xfrm>
              <a:off x="5190241" y="2211090"/>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1" name="object 71"/>
            <p:cNvSpPr/>
            <p:nvPr/>
          </p:nvSpPr>
          <p:spPr>
            <a:xfrm>
              <a:off x="5209219" y="161144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2" name="object 72"/>
            <p:cNvSpPr/>
            <p:nvPr/>
          </p:nvSpPr>
          <p:spPr>
            <a:xfrm>
              <a:off x="5190241" y="1581082"/>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7CAA200-3385-4489-A8BF-BE7A32B085D5}"/>
                  </a:ext>
                </a:extLst>
              </p14:cNvPr>
              <p14:cNvContentPartPr/>
              <p14:nvPr/>
            </p14:nvContentPartPr>
            <p14:xfrm>
              <a:off x="5597640" y="5612760"/>
              <a:ext cx="3049200" cy="106560"/>
            </p14:xfrm>
          </p:contentPart>
        </mc:Choice>
        <mc:Fallback>
          <p:pic>
            <p:nvPicPr>
              <p:cNvPr id="4" name="Ink 3">
                <a:extLst>
                  <a:ext uri="{FF2B5EF4-FFF2-40B4-BE49-F238E27FC236}">
                    <a16:creationId xmlns:a16="http://schemas.microsoft.com/office/drawing/2014/main" id="{A7CAA200-3385-4489-A8BF-BE7A32B085D5}"/>
                  </a:ext>
                </a:extLst>
              </p:cNvPr>
              <p:cNvPicPr/>
              <p:nvPr/>
            </p:nvPicPr>
            <p:blipFill>
              <a:blip r:embed="rId3"/>
              <a:stretch>
                <a:fillRect/>
              </a:stretch>
            </p:blipFill>
            <p:spPr>
              <a:xfrm>
                <a:off x="5588280" y="5603400"/>
                <a:ext cx="3067920" cy="125280"/>
              </a:xfrm>
              <a:prstGeom prst="rect">
                <a:avLst/>
              </a:prstGeom>
            </p:spPr>
          </p:pic>
        </mc:Fallback>
      </mc:AlternateContent>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1136" y="196487"/>
            <a:ext cx="5600440" cy="464910"/>
          </a:xfrm>
          <a:prstGeom prst="rect">
            <a:avLst/>
          </a:prstGeom>
        </p:spPr>
        <p:txBody>
          <a:bodyPr spcFirstLastPara="1" vert="horz" wrap="square" lIns="0" tIns="24169" rIns="0" bIns="0" rtlCol="0" anchor="t" anchorCtr="0">
            <a:spAutoFit/>
          </a:bodyPr>
          <a:lstStyle/>
          <a:p>
            <a:pPr marL="20141">
              <a:spcBef>
                <a:spcPts val="190"/>
              </a:spcBef>
            </a:pPr>
            <a:r>
              <a:rPr b="1" spc="428" dirty="0">
                <a:latin typeface="+mn-lt"/>
              </a:rPr>
              <a:t>S</a:t>
            </a:r>
            <a:r>
              <a:rPr b="1" cap="small" spc="389" dirty="0">
                <a:latin typeface="+mn-lt"/>
              </a:rPr>
              <a:t>entiment</a:t>
            </a:r>
            <a:r>
              <a:rPr b="1" spc="389" dirty="0">
                <a:latin typeface="+mn-lt"/>
              </a:rPr>
              <a:t> </a:t>
            </a:r>
            <a:r>
              <a:rPr b="1" spc="-190" dirty="0">
                <a:latin typeface="+mn-lt"/>
              </a:rPr>
              <a:t> </a:t>
            </a:r>
            <a:r>
              <a:rPr b="1" spc="658" dirty="0">
                <a:latin typeface="+mn-lt"/>
              </a:rPr>
              <a:t>A</a:t>
            </a:r>
            <a:r>
              <a:rPr b="1" cap="small" spc="357" dirty="0">
                <a:latin typeface="+mn-lt"/>
              </a:rPr>
              <a:t>na</a:t>
            </a:r>
            <a:r>
              <a:rPr b="1" cap="small" spc="317" dirty="0">
                <a:latin typeface="+mn-lt"/>
              </a:rPr>
              <a:t>l</a:t>
            </a:r>
            <a:r>
              <a:rPr b="1" cap="small" spc="357" dirty="0">
                <a:latin typeface="+mn-lt"/>
              </a:rPr>
              <a:t>ysis</a:t>
            </a:r>
          </a:p>
        </p:txBody>
      </p:sp>
      <p:grpSp>
        <p:nvGrpSpPr>
          <p:cNvPr id="3" name="object 3"/>
          <p:cNvGrpSpPr/>
          <p:nvPr/>
        </p:nvGrpSpPr>
        <p:grpSpPr>
          <a:xfrm>
            <a:off x="4934755" y="2770082"/>
            <a:ext cx="715946" cy="2569260"/>
            <a:chOff x="3111637" y="1206940"/>
            <a:chExt cx="451444" cy="1620061"/>
          </a:xfrm>
        </p:grpSpPr>
        <p:sp>
          <p:nvSpPr>
            <p:cNvPr id="8" name="object 8"/>
            <p:cNvSpPr/>
            <p:nvPr/>
          </p:nvSpPr>
          <p:spPr>
            <a:xfrm>
              <a:off x="3111637" y="2466956"/>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9" name="object 9"/>
            <p:cNvSpPr/>
            <p:nvPr/>
          </p:nvSpPr>
          <p:spPr>
            <a:xfrm>
              <a:off x="3111637" y="2466956"/>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0" name="object 10"/>
            <p:cNvSpPr/>
            <p:nvPr/>
          </p:nvSpPr>
          <p:spPr>
            <a:xfrm>
              <a:off x="3111637" y="1836948"/>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1" name="object 11"/>
            <p:cNvSpPr/>
            <p:nvPr/>
          </p:nvSpPr>
          <p:spPr>
            <a:xfrm>
              <a:off x="3111637" y="1836948"/>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2" name="object 12"/>
            <p:cNvSpPr/>
            <p:nvPr/>
          </p:nvSpPr>
          <p:spPr>
            <a:xfrm>
              <a:off x="3111637" y="1206940"/>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E5FFE5"/>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3" name="object 13"/>
            <p:cNvSpPr/>
            <p:nvPr/>
          </p:nvSpPr>
          <p:spPr>
            <a:xfrm>
              <a:off x="3111637" y="1206940"/>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prstDash val="dash"/>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4" name="object 14"/>
            <p:cNvSpPr/>
            <p:nvPr/>
          </p:nvSpPr>
          <p:spPr>
            <a:xfrm>
              <a:off x="3157181" y="222984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5" name="object 15"/>
            <p:cNvSpPr/>
            <p:nvPr/>
          </p:nvSpPr>
          <p:spPr>
            <a:xfrm>
              <a:off x="3138203" y="2199482"/>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6" name="object 16"/>
            <p:cNvSpPr/>
            <p:nvPr/>
          </p:nvSpPr>
          <p:spPr>
            <a:xfrm>
              <a:off x="3157181" y="1599840"/>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7" name="object 17"/>
            <p:cNvSpPr/>
            <p:nvPr/>
          </p:nvSpPr>
          <p:spPr>
            <a:xfrm>
              <a:off x="3138203" y="1569474"/>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8" name="object 18"/>
            <p:cNvSpPr/>
            <p:nvPr/>
          </p:nvSpPr>
          <p:spPr>
            <a:xfrm>
              <a:off x="3471641" y="2466956"/>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9" name="object 19"/>
            <p:cNvSpPr/>
            <p:nvPr/>
          </p:nvSpPr>
          <p:spPr>
            <a:xfrm>
              <a:off x="3471641" y="2466956"/>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0" name="object 20"/>
            <p:cNvSpPr/>
            <p:nvPr/>
          </p:nvSpPr>
          <p:spPr>
            <a:xfrm>
              <a:off x="3471641" y="1836948"/>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1" name="object 21"/>
            <p:cNvSpPr/>
            <p:nvPr/>
          </p:nvSpPr>
          <p:spPr>
            <a:xfrm>
              <a:off x="3471641" y="1836948"/>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2" name="object 22"/>
            <p:cNvSpPr/>
            <p:nvPr/>
          </p:nvSpPr>
          <p:spPr>
            <a:xfrm>
              <a:off x="3471641" y="1206940"/>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E5FFE5"/>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3" name="object 23"/>
            <p:cNvSpPr/>
            <p:nvPr/>
          </p:nvSpPr>
          <p:spPr>
            <a:xfrm>
              <a:off x="3471641" y="1206940"/>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prstDash val="dash"/>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4" name="object 24"/>
            <p:cNvSpPr/>
            <p:nvPr/>
          </p:nvSpPr>
          <p:spPr>
            <a:xfrm>
              <a:off x="3517186" y="222984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5" name="object 25"/>
            <p:cNvSpPr/>
            <p:nvPr/>
          </p:nvSpPr>
          <p:spPr>
            <a:xfrm>
              <a:off x="3498207" y="2199482"/>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6" name="object 26"/>
            <p:cNvSpPr/>
            <p:nvPr/>
          </p:nvSpPr>
          <p:spPr>
            <a:xfrm>
              <a:off x="3517186" y="1599840"/>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27" name="object 27"/>
            <p:cNvSpPr/>
            <p:nvPr/>
          </p:nvSpPr>
          <p:spPr>
            <a:xfrm>
              <a:off x="3498207" y="1569474"/>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28" name="object 28"/>
          <p:cNvSpPr txBox="1"/>
          <p:nvPr/>
        </p:nvSpPr>
        <p:spPr>
          <a:xfrm>
            <a:off x="342396" y="1858004"/>
            <a:ext cx="4297390" cy="3386718"/>
          </a:xfrm>
          <a:prstGeom prst="rect">
            <a:avLst/>
          </a:prstGeom>
        </p:spPr>
        <p:txBody>
          <a:bodyPr vert="horz" wrap="square" lIns="0" tIns="19134" rIns="0" bIns="0" rtlCol="0">
            <a:spAutoFit/>
          </a:bodyPr>
          <a:lstStyle/>
          <a:p>
            <a:pPr marL="292043" marR="8056" lvl="0" indent="-271903" algn="just" defTabSz="1450147" rtl="0" eaLnBrk="1" fontAlgn="auto" latinLnBrk="0" hangingPunct="1">
              <a:lnSpc>
                <a:spcPct val="114700"/>
              </a:lnSpc>
              <a:spcBef>
                <a:spcPts val="151"/>
              </a:spcBef>
              <a:spcAft>
                <a:spcPts val="0"/>
              </a:spcAft>
              <a:buClrTx/>
              <a:buSzTx/>
              <a:buFont typeface="Wingdings" panose="05000000000000000000" pitchFamily="2" charset="2"/>
              <a:buChar char="Ø"/>
              <a:tabLst/>
              <a:defRPr/>
            </a:pPr>
            <a:r>
              <a:rPr kumimoji="0" sz="1744" b="0" i="0" u="none" strike="noStrike" kern="1200" cap="none" spc="-32" normalizeH="0" baseline="0" noProof="0" dirty="0">
                <a:ln>
                  <a:noFill/>
                </a:ln>
                <a:solidFill>
                  <a:prstClr val="black"/>
                </a:solidFill>
                <a:effectLst/>
                <a:uLnTx/>
                <a:uFillTx/>
                <a:latin typeface="Calibri"/>
                <a:ea typeface="+mn-ea"/>
                <a:cs typeface="Microsoft Sans Serif"/>
                <a:sym typeface="Arial"/>
              </a:rPr>
              <a:t>Task</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is</a:t>
            </a:r>
            <a:r>
              <a:rPr kumimoji="0" sz="1744"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predicting</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the</a:t>
            </a:r>
            <a:r>
              <a:rPr kumimoji="0" sz="1744"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sentiment</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of</a:t>
            </a:r>
            <a:r>
              <a:rPr kumimoji="0" sz="1744"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a </a:t>
            </a:r>
            <a:r>
              <a:rPr kumimoji="0" sz="1744" b="0" i="0" u="none" strike="noStrike" kern="1200" cap="none" spc="-428"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whole</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sentence.</a:t>
            </a:r>
            <a:endParaRPr kumimoji="0" sz="1744" b="0" i="0" u="none" strike="noStrike" kern="1200" cap="none" spc="0" normalizeH="0" baseline="0" noProof="0" dirty="0">
              <a:ln>
                <a:noFill/>
              </a:ln>
              <a:solidFill>
                <a:prstClr val="black"/>
              </a:solidFill>
              <a:effectLst/>
              <a:uLnTx/>
              <a:uFillTx/>
              <a:latin typeface="Calibri"/>
              <a:ea typeface="+mn-ea"/>
              <a:cs typeface="Microsoft Sans Serif"/>
              <a:sym typeface="Arial"/>
            </a:endParaRPr>
          </a:p>
          <a:p>
            <a:pPr marL="292043" marR="546826" lvl="0" indent="-271903" algn="just" defTabSz="1450147" rtl="0" eaLnBrk="1" fontAlgn="auto" latinLnBrk="0" hangingPunct="1">
              <a:lnSpc>
                <a:spcPct val="114700"/>
              </a:lnSpc>
              <a:spcBef>
                <a:spcPts val="468"/>
              </a:spcBef>
              <a:spcAft>
                <a:spcPts val="0"/>
              </a:spcAft>
              <a:buClrTx/>
              <a:buSzTx/>
              <a:buFont typeface="Wingdings" panose="05000000000000000000" pitchFamily="2" charset="2"/>
              <a:buChar char="Ø"/>
              <a:tabLst/>
              <a:defRPr/>
            </a:pP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Input</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is</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the</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entire</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sequence</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of </a:t>
            </a:r>
            <a:r>
              <a:rPr kumimoji="0" sz="1744"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inputs.</a:t>
            </a:r>
            <a:endParaRPr kumimoji="0" sz="1744" b="0" i="0" u="none" strike="noStrike" kern="1200" cap="none" spc="0" normalizeH="0" baseline="0" noProof="0" dirty="0">
              <a:ln>
                <a:noFill/>
              </a:ln>
              <a:solidFill>
                <a:prstClr val="black"/>
              </a:solidFill>
              <a:effectLst/>
              <a:uLnTx/>
              <a:uFillTx/>
              <a:latin typeface="Calibri"/>
              <a:ea typeface="+mn-ea"/>
              <a:cs typeface="Microsoft Sans Serif"/>
              <a:sym typeface="Arial"/>
            </a:endParaRPr>
          </a:p>
          <a:p>
            <a:pPr marL="292043" marR="41287" lvl="0" indent="-271903" algn="just" defTabSz="1450147" rtl="0" eaLnBrk="1" fontAlgn="auto" latinLnBrk="0" hangingPunct="1">
              <a:lnSpc>
                <a:spcPct val="114700"/>
              </a:lnSpc>
              <a:spcBef>
                <a:spcPts val="476"/>
              </a:spcBef>
              <a:spcAft>
                <a:spcPts val="0"/>
              </a:spcAft>
              <a:buClrTx/>
              <a:buSzTx/>
              <a:buFont typeface="Wingdings" panose="05000000000000000000" pitchFamily="2" charset="2"/>
              <a:buChar char="Ø"/>
              <a:tabLst/>
              <a:defRPr/>
            </a:pP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An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output</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is</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1" i="0" u="none" strike="noStrike" kern="1200" cap="none" spc="16" normalizeH="0" baseline="0" noProof="0" dirty="0">
                <a:ln>
                  <a:noFill/>
                </a:ln>
                <a:solidFill>
                  <a:prstClr val="black"/>
                </a:solidFill>
                <a:effectLst/>
                <a:uLnTx/>
                <a:uFillTx/>
                <a:latin typeface="Calibri"/>
                <a:ea typeface="+mn-ea"/>
                <a:cs typeface="Arial"/>
                <a:sym typeface="Arial"/>
              </a:rPr>
              <a:t>not</a:t>
            </a:r>
            <a:r>
              <a:rPr kumimoji="0" sz="1744" b="1" i="0" u="none" strike="noStrike" kern="1200" cap="none" spc="0" normalizeH="0" baseline="0" noProof="0" dirty="0">
                <a:ln>
                  <a:noFill/>
                </a:ln>
                <a:solidFill>
                  <a:prstClr val="black"/>
                </a:solidFill>
                <a:effectLst/>
                <a:uLnTx/>
                <a:uFillTx/>
                <a:latin typeface="Calibri"/>
                <a:ea typeface="+mn-ea"/>
                <a:cs typeface="Arial"/>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produced</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at</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end</a:t>
            </a:r>
            <a:r>
              <a:rPr kumimoji="0" sz="1744"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of </a:t>
            </a:r>
            <a:r>
              <a:rPr kumimoji="0" sz="1744"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each</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time</a:t>
            </a:r>
            <a:r>
              <a:rPr kumimoji="0" sz="1744"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0" normalizeH="0" baseline="0" noProof="0" dirty="0">
                <a:ln>
                  <a:noFill/>
                </a:ln>
                <a:solidFill>
                  <a:prstClr val="black"/>
                </a:solidFill>
                <a:effectLst/>
                <a:uLnTx/>
                <a:uFillTx/>
                <a:latin typeface="Calibri"/>
                <a:ea typeface="+mn-ea"/>
                <a:cs typeface="Microsoft Sans Serif"/>
                <a:sym typeface="Arial"/>
              </a:rPr>
              <a:t>step.</a:t>
            </a:r>
          </a:p>
          <a:p>
            <a:pPr marL="292043" marR="245719" lvl="0" indent="-271903" algn="just" defTabSz="1450147" rtl="0" eaLnBrk="1" fontAlgn="auto" latinLnBrk="0" hangingPunct="1">
              <a:lnSpc>
                <a:spcPct val="108700"/>
              </a:lnSpc>
              <a:spcBef>
                <a:spcPts val="595"/>
              </a:spcBef>
              <a:spcAft>
                <a:spcPts val="0"/>
              </a:spcAft>
              <a:buClrTx/>
              <a:buSzTx/>
              <a:buFont typeface="Wingdings" panose="05000000000000000000" pitchFamily="2" charset="2"/>
              <a:buChar char="Ø"/>
              <a:tabLst/>
              <a:defRPr/>
            </a:pP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Each network</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is</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performing</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the </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same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task</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460" normalizeH="0" baseline="0" noProof="0" dirty="0">
                <a:ln>
                  <a:noFill/>
                </a:ln>
                <a:solidFill>
                  <a:prstClr val="black"/>
                </a:solidFill>
                <a:effectLst/>
                <a:uLnTx/>
                <a:uFillTx/>
                <a:latin typeface="Calibri"/>
                <a:ea typeface="+mn-ea"/>
                <a:cs typeface="Microsoft Sans Serif"/>
                <a:sym typeface="Arial"/>
              </a:rPr>
              <a:t>–</a:t>
            </a:r>
            <a:r>
              <a:rPr kumimoji="0" sz="1744" b="0" i="0" u="none" strike="noStrike" kern="1200" cap="none" spc="32" normalizeH="0" baseline="0" noProof="0" dirty="0">
                <a:ln>
                  <a:noFill/>
                </a:ln>
                <a:solidFill>
                  <a:prstClr val="black"/>
                </a:solidFill>
                <a:effectLst/>
                <a:uLnTx/>
                <a:uFillTx/>
                <a:latin typeface="Calibri"/>
                <a:ea typeface="+mn-ea"/>
                <a:cs typeface="Microsoft Sans Serif"/>
                <a:sym typeface="Arial"/>
              </a:rPr>
              <a:t> </a:t>
            </a:r>
            <a:endParaRPr kumimoji="0" lang="en-US" sz="1744" b="0" i="0" u="none" strike="noStrike" kern="1200" cap="none" spc="32" normalizeH="0" baseline="0" noProof="0" dirty="0">
              <a:ln>
                <a:noFill/>
              </a:ln>
              <a:solidFill>
                <a:prstClr val="black"/>
              </a:solidFill>
              <a:effectLst/>
              <a:uLnTx/>
              <a:uFillTx/>
              <a:latin typeface="Calibri"/>
              <a:ea typeface="+mn-ea"/>
              <a:cs typeface="Microsoft Sans Serif"/>
              <a:sym typeface="Arial"/>
            </a:endParaRPr>
          </a:p>
          <a:p>
            <a:pPr marL="292043" marR="245719" lvl="0" indent="-271903" algn="just" defTabSz="1450147" rtl="0" eaLnBrk="1" fontAlgn="auto" latinLnBrk="0" hangingPunct="1">
              <a:lnSpc>
                <a:spcPct val="108700"/>
              </a:lnSpc>
              <a:spcBef>
                <a:spcPts val="595"/>
              </a:spcBef>
              <a:spcAft>
                <a:spcPts val="0"/>
              </a:spcAft>
              <a:buClrTx/>
              <a:buSzTx/>
              <a:buFont typeface="Courier New" panose="02070309020205020404" pitchFamily="49" charset="0"/>
              <a:buChar char="o"/>
              <a:tabLst/>
              <a:defRPr/>
            </a:pP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input</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a:t>
            </a:r>
            <a:r>
              <a:rPr kumimoji="0" sz="1744" b="0" i="0" u="none" strike="noStrike" kern="1200" cap="none" spc="135"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word,</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endParaRPr kumimoji="0" lang="en-US" sz="1744" b="0" i="0" u="none" strike="noStrike" kern="1200" cap="none" spc="24" normalizeH="0" baseline="0" noProof="0" dirty="0">
              <a:ln>
                <a:noFill/>
              </a:ln>
              <a:solidFill>
                <a:prstClr val="black"/>
              </a:solidFill>
              <a:effectLst/>
              <a:uLnTx/>
              <a:uFillTx/>
              <a:latin typeface="Calibri"/>
              <a:ea typeface="+mn-ea"/>
              <a:cs typeface="Microsoft Sans Serif"/>
              <a:sym typeface="Arial"/>
            </a:endParaRPr>
          </a:p>
          <a:p>
            <a:pPr marL="292043" marR="245719" lvl="0" indent="-271903" algn="just" defTabSz="1450147" rtl="0" eaLnBrk="1" fontAlgn="auto" latinLnBrk="0" hangingPunct="1">
              <a:lnSpc>
                <a:spcPct val="108700"/>
              </a:lnSpc>
              <a:spcBef>
                <a:spcPts val="595"/>
              </a:spcBef>
              <a:spcAft>
                <a:spcPts val="0"/>
              </a:spcAft>
              <a:buClrTx/>
              <a:buSzTx/>
              <a:buFont typeface="Courier New" panose="02070309020205020404" pitchFamily="49" charset="0"/>
              <a:buChar char="o"/>
              <a:tabLst/>
              <a:defRPr/>
            </a:pP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output</a:t>
            </a:r>
            <a:r>
              <a:rPr kumimoji="0" sz="1744"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8"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16" normalizeH="0" baseline="0" noProof="0" dirty="0">
                <a:ln>
                  <a:noFill/>
                </a:ln>
                <a:solidFill>
                  <a:prstClr val="black"/>
                </a:solidFill>
                <a:effectLst/>
                <a:uLnTx/>
                <a:uFillTx/>
                <a:latin typeface="Calibri"/>
                <a:ea typeface="+mn-ea"/>
                <a:cs typeface="Microsoft Sans Serif"/>
                <a:sym typeface="Arial"/>
              </a:rPr>
              <a:t>polarity</a:t>
            </a:r>
            <a:r>
              <a:rPr kumimoji="0" sz="1744"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744" b="0" i="0" u="none" strike="noStrike" kern="1200" cap="none" spc="79" normalizeH="0" baseline="0" noProof="0" dirty="0">
                <a:ln>
                  <a:noFill/>
                </a:ln>
                <a:solidFill>
                  <a:prstClr val="black"/>
                </a:solidFill>
                <a:effectLst/>
                <a:uLnTx/>
                <a:uFillTx/>
                <a:latin typeface="Calibri"/>
                <a:ea typeface="+mn-ea"/>
                <a:cs typeface="Tahoma"/>
                <a:sym typeface="Arial"/>
              </a:rPr>
              <a:t>+</a:t>
            </a:r>
            <a:r>
              <a:rPr kumimoji="0" sz="1744" b="0" i="1" u="none" strike="noStrike" kern="1200" cap="none" spc="79" normalizeH="0" baseline="0" noProof="0" dirty="0">
                <a:ln>
                  <a:noFill/>
                </a:ln>
                <a:solidFill>
                  <a:prstClr val="black"/>
                </a:solidFill>
                <a:effectLst/>
                <a:uLnTx/>
                <a:uFillTx/>
                <a:latin typeface="Calibri"/>
                <a:ea typeface="+mn-ea"/>
                <a:cs typeface="Verdana"/>
                <a:sym typeface="Arial"/>
              </a:rPr>
              <a:t>/</a:t>
            </a:r>
            <a:r>
              <a:rPr kumimoji="0" sz="1744" b="0" i="0" u="none" strike="noStrike" kern="1200" cap="none" spc="79" normalizeH="0" baseline="0" noProof="0" dirty="0">
                <a:ln>
                  <a:noFill/>
                </a:ln>
                <a:solidFill>
                  <a:prstClr val="black"/>
                </a:solidFill>
                <a:effectLst/>
                <a:uLnTx/>
                <a:uFillTx/>
                <a:latin typeface="Calibri"/>
                <a:ea typeface="+mn-ea"/>
                <a:cs typeface="MS UI Gothic"/>
                <a:sym typeface="Arial"/>
              </a:rPr>
              <a:t>−</a:t>
            </a:r>
            <a:r>
              <a:rPr kumimoji="0" sz="1744" b="0" i="0" u="none" strike="noStrike" kern="1200" cap="none" spc="79" normalizeH="0" baseline="0" noProof="0" dirty="0">
                <a:ln>
                  <a:noFill/>
                </a:ln>
                <a:solidFill>
                  <a:prstClr val="black"/>
                </a:solidFill>
                <a:effectLst/>
                <a:uLnTx/>
                <a:uFillTx/>
                <a:latin typeface="Calibri"/>
                <a:ea typeface="+mn-ea"/>
                <a:cs typeface="Microsoft Sans Serif"/>
                <a:sym typeface="Arial"/>
              </a:rPr>
              <a:t>.</a:t>
            </a:r>
            <a:endParaRPr kumimoji="0" sz="1744" b="0" i="0" u="none" strike="noStrike" kern="1200" cap="none" spc="0" normalizeH="0" baseline="0" noProof="0" dirty="0">
              <a:ln>
                <a:noFill/>
              </a:ln>
              <a:solidFill>
                <a:prstClr val="black"/>
              </a:solidFill>
              <a:effectLst/>
              <a:uLnTx/>
              <a:uFillTx/>
              <a:latin typeface="Calibri"/>
              <a:ea typeface="+mn-ea"/>
              <a:cs typeface="Microsoft Sans Serif"/>
              <a:sym typeface="Arial"/>
            </a:endParaRPr>
          </a:p>
        </p:txBody>
      </p:sp>
      <p:sp>
        <p:nvSpPr>
          <p:cNvPr id="29" name="object 29"/>
          <p:cNvSpPr txBox="1"/>
          <p:nvPr/>
        </p:nvSpPr>
        <p:spPr>
          <a:xfrm>
            <a:off x="4844124" y="5321675"/>
            <a:ext cx="1678750" cy="281710"/>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defRPr/>
            </a:pPr>
            <a:r>
              <a:rPr kumimoji="0" sz="1665" b="1" i="0" u="none" strike="noStrike" kern="1200" cap="none" spc="16" normalizeH="0" baseline="0" noProof="0" dirty="0">
                <a:ln>
                  <a:noFill/>
                </a:ln>
                <a:solidFill>
                  <a:prstClr val="black"/>
                </a:solidFill>
                <a:effectLst/>
                <a:uLnTx/>
                <a:uFillTx/>
                <a:latin typeface="Calibri"/>
                <a:ea typeface="+mn-ea"/>
                <a:cs typeface="Microsoft Sans Serif"/>
                <a:sym typeface="Arial"/>
              </a:rPr>
              <a:t>The  </a:t>
            </a:r>
            <a:r>
              <a:rPr kumimoji="0" sz="1665" b="1" i="0" u="none" strike="noStrike" kern="1200" cap="none" spc="135" normalizeH="0" baseline="0" noProof="0" dirty="0">
                <a:ln>
                  <a:noFill/>
                </a:ln>
                <a:solidFill>
                  <a:prstClr val="black"/>
                </a:solidFill>
                <a:effectLst/>
                <a:uLnTx/>
                <a:uFillTx/>
                <a:latin typeface="Calibri"/>
                <a:ea typeface="+mn-ea"/>
                <a:cs typeface="Microsoft Sans Serif"/>
                <a:sym typeface="Arial"/>
              </a:rPr>
              <a:t> </a:t>
            </a:r>
            <a:r>
              <a:rPr kumimoji="0" sz="1665" b="1" i="0" u="none" strike="noStrike" kern="1200" cap="none" spc="8" normalizeH="0" baseline="0" noProof="0" dirty="0">
                <a:ln>
                  <a:noFill/>
                </a:ln>
                <a:solidFill>
                  <a:prstClr val="black"/>
                </a:solidFill>
                <a:effectLst/>
                <a:uLnTx/>
                <a:uFillTx/>
                <a:latin typeface="Calibri"/>
                <a:ea typeface="+mn-ea"/>
                <a:cs typeface="Microsoft Sans Serif"/>
                <a:sym typeface="Arial"/>
              </a:rPr>
              <a:t>movie</a:t>
            </a:r>
            <a:r>
              <a:rPr kumimoji="0" sz="1665" b="1" i="0" u="none" strike="noStrike" kern="1200" cap="none" spc="396" normalizeH="0" baseline="0" noProof="0" dirty="0">
                <a:ln>
                  <a:noFill/>
                </a:ln>
                <a:solidFill>
                  <a:prstClr val="black"/>
                </a:solidFill>
                <a:effectLst/>
                <a:uLnTx/>
                <a:uFillTx/>
                <a:latin typeface="Calibri"/>
                <a:ea typeface="+mn-ea"/>
                <a:cs typeface="Microsoft Sans Serif"/>
                <a:sym typeface="Arial"/>
              </a:rPr>
              <a:t> </a:t>
            </a:r>
            <a:r>
              <a:rPr kumimoji="0" sz="2498" b="1" i="0" u="none" strike="noStrike" kern="1200" cap="none" spc="11" normalizeH="0" baseline="5291" noProof="0" dirty="0">
                <a:ln>
                  <a:noFill/>
                </a:ln>
                <a:solidFill>
                  <a:prstClr val="black"/>
                </a:solidFill>
                <a:effectLst/>
                <a:uLnTx/>
                <a:uFillTx/>
                <a:latin typeface="Calibri"/>
                <a:ea typeface="+mn-ea"/>
                <a:cs typeface="Microsoft Sans Serif"/>
                <a:sym typeface="Arial"/>
              </a:rPr>
              <a:t>was</a:t>
            </a:r>
            <a:endParaRPr kumimoji="0" sz="2498" b="1" i="0" u="none" strike="noStrike" kern="1200" cap="none" spc="0" normalizeH="0" baseline="5291" noProof="0" dirty="0">
              <a:ln>
                <a:noFill/>
              </a:ln>
              <a:solidFill>
                <a:prstClr val="black"/>
              </a:solidFill>
              <a:effectLst/>
              <a:uLnTx/>
              <a:uFillTx/>
              <a:latin typeface="Calibri"/>
              <a:ea typeface="+mn-ea"/>
              <a:cs typeface="Microsoft Sans Serif"/>
              <a:sym typeface="Arial"/>
            </a:endParaRPr>
          </a:p>
        </p:txBody>
      </p:sp>
      <p:grpSp>
        <p:nvGrpSpPr>
          <p:cNvPr id="30" name="object 30"/>
          <p:cNvGrpSpPr/>
          <p:nvPr/>
        </p:nvGrpSpPr>
        <p:grpSpPr>
          <a:xfrm>
            <a:off x="6186777" y="2766053"/>
            <a:ext cx="724068" cy="2578044"/>
            <a:chOff x="3901106" y="1204400"/>
            <a:chExt cx="456565" cy="1625600"/>
          </a:xfrm>
        </p:grpSpPr>
        <p:sp>
          <p:nvSpPr>
            <p:cNvPr id="31" name="object 31"/>
            <p:cNvSpPr/>
            <p:nvPr/>
          </p:nvSpPr>
          <p:spPr>
            <a:xfrm>
              <a:off x="3903646" y="2466956"/>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2" name="object 32"/>
            <p:cNvSpPr/>
            <p:nvPr/>
          </p:nvSpPr>
          <p:spPr>
            <a:xfrm>
              <a:off x="3903646" y="2466956"/>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3" name="object 33"/>
            <p:cNvSpPr/>
            <p:nvPr/>
          </p:nvSpPr>
          <p:spPr>
            <a:xfrm>
              <a:off x="3903646" y="1836948"/>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4" name="object 34"/>
            <p:cNvSpPr/>
            <p:nvPr/>
          </p:nvSpPr>
          <p:spPr>
            <a:xfrm>
              <a:off x="3903646" y="1836948"/>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5" name="object 35"/>
            <p:cNvSpPr/>
            <p:nvPr/>
          </p:nvSpPr>
          <p:spPr>
            <a:xfrm>
              <a:off x="3903646" y="1206940"/>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E5FFE5"/>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6" name="object 36"/>
            <p:cNvSpPr/>
            <p:nvPr/>
          </p:nvSpPr>
          <p:spPr>
            <a:xfrm>
              <a:off x="3903646" y="1206940"/>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prstDash val="dash"/>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7" name="object 37"/>
            <p:cNvSpPr/>
            <p:nvPr/>
          </p:nvSpPr>
          <p:spPr>
            <a:xfrm>
              <a:off x="3949190" y="222984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8" name="object 38"/>
            <p:cNvSpPr/>
            <p:nvPr/>
          </p:nvSpPr>
          <p:spPr>
            <a:xfrm>
              <a:off x="3930211" y="2199482"/>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39" name="object 39"/>
            <p:cNvSpPr/>
            <p:nvPr/>
          </p:nvSpPr>
          <p:spPr>
            <a:xfrm>
              <a:off x="3949190" y="1599840"/>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0" name="object 40"/>
            <p:cNvSpPr/>
            <p:nvPr/>
          </p:nvSpPr>
          <p:spPr>
            <a:xfrm>
              <a:off x="3930211" y="1569474"/>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1" name="object 41"/>
            <p:cNvSpPr/>
            <p:nvPr/>
          </p:nvSpPr>
          <p:spPr>
            <a:xfrm>
              <a:off x="4263650" y="2466956"/>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2" name="object 42"/>
            <p:cNvSpPr/>
            <p:nvPr/>
          </p:nvSpPr>
          <p:spPr>
            <a:xfrm>
              <a:off x="4263650" y="2466956"/>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3" name="object 43"/>
            <p:cNvSpPr/>
            <p:nvPr/>
          </p:nvSpPr>
          <p:spPr>
            <a:xfrm>
              <a:off x="4263650" y="1836948"/>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4" name="object 44"/>
            <p:cNvSpPr/>
            <p:nvPr/>
          </p:nvSpPr>
          <p:spPr>
            <a:xfrm>
              <a:off x="4263650" y="1836948"/>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5" name="object 45"/>
            <p:cNvSpPr/>
            <p:nvPr/>
          </p:nvSpPr>
          <p:spPr>
            <a:xfrm>
              <a:off x="4263650" y="1206940"/>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E5FFE5"/>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6" name="object 46"/>
            <p:cNvSpPr/>
            <p:nvPr/>
          </p:nvSpPr>
          <p:spPr>
            <a:xfrm>
              <a:off x="4263650" y="1206940"/>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prstDash val="dash"/>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7" name="object 47"/>
            <p:cNvSpPr/>
            <p:nvPr/>
          </p:nvSpPr>
          <p:spPr>
            <a:xfrm>
              <a:off x="4309195" y="222984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8" name="object 48"/>
            <p:cNvSpPr/>
            <p:nvPr/>
          </p:nvSpPr>
          <p:spPr>
            <a:xfrm>
              <a:off x="4290216" y="2199482"/>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9" name="object 49"/>
            <p:cNvSpPr/>
            <p:nvPr/>
          </p:nvSpPr>
          <p:spPr>
            <a:xfrm>
              <a:off x="4309195" y="1599840"/>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0" name="object 50"/>
            <p:cNvSpPr/>
            <p:nvPr/>
          </p:nvSpPr>
          <p:spPr>
            <a:xfrm>
              <a:off x="4290216" y="1569474"/>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51" name="object 51"/>
          <p:cNvSpPr txBox="1"/>
          <p:nvPr/>
        </p:nvSpPr>
        <p:spPr>
          <a:xfrm>
            <a:off x="6630789" y="5299339"/>
            <a:ext cx="1168176" cy="281710"/>
          </a:xfrm>
          <a:prstGeom prst="rect">
            <a:avLst/>
          </a:prstGeom>
        </p:spPr>
        <p:txBody>
          <a:bodyPr vert="horz" wrap="square" lIns="0" tIns="25176" rIns="0" bIns="0" rtlCol="0">
            <a:spAutoFit/>
          </a:bodyPr>
          <a:lstStyle/>
          <a:p>
            <a:pPr marL="60423" marR="0" lvl="0" indent="0" algn="l" defTabSz="1450147" rtl="0" eaLnBrk="1" fontAlgn="auto" latinLnBrk="0" hangingPunct="1">
              <a:lnSpc>
                <a:spcPct val="100000"/>
              </a:lnSpc>
              <a:spcBef>
                <a:spcPts val="198"/>
              </a:spcBef>
              <a:spcAft>
                <a:spcPts val="0"/>
              </a:spcAft>
              <a:buClrTx/>
              <a:buSzTx/>
              <a:buFont typeface="Arial"/>
              <a:buNone/>
              <a:tabLst/>
              <a:defRPr/>
            </a:pPr>
            <a:r>
              <a:rPr kumimoji="0" sz="1665" b="1" i="0" u="none" strike="noStrike" kern="1200" cap="none" spc="16" normalizeH="0" baseline="0" noProof="0" dirty="0">
                <a:ln>
                  <a:noFill/>
                </a:ln>
                <a:solidFill>
                  <a:prstClr val="black"/>
                </a:solidFill>
                <a:effectLst/>
                <a:uLnTx/>
                <a:uFillTx/>
                <a:latin typeface="Calibri"/>
                <a:ea typeface="+mn-ea"/>
                <a:cs typeface="Microsoft Sans Serif"/>
                <a:sym typeface="Arial"/>
              </a:rPr>
              <a:t>boring</a:t>
            </a:r>
            <a:r>
              <a:rPr kumimoji="0" sz="1665" b="1" i="0" u="none" strike="noStrike" kern="1200" cap="none" spc="119" normalizeH="0" baseline="0" noProof="0" dirty="0">
                <a:ln>
                  <a:noFill/>
                </a:ln>
                <a:solidFill>
                  <a:prstClr val="black"/>
                </a:solidFill>
                <a:effectLst/>
                <a:uLnTx/>
                <a:uFillTx/>
                <a:latin typeface="Calibri"/>
                <a:ea typeface="+mn-ea"/>
                <a:cs typeface="Microsoft Sans Serif"/>
                <a:sym typeface="Arial"/>
              </a:rPr>
              <a:t> </a:t>
            </a:r>
            <a:r>
              <a:rPr kumimoji="0" sz="2498" b="1" i="0" u="none" strike="noStrike" kern="1200" cap="none" spc="24" normalizeH="0" baseline="-5291" noProof="0" dirty="0">
                <a:ln>
                  <a:noFill/>
                </a:ln>
                <a:solidFill>
                  <a:prstClr val="black"/>
                </a:solidFill>
                <a:effectLst/>
                <a:uLnTx/>
                <a:uFillTx/>
                <a:latin typeface="Calibri"/>
                <a:ea typeface="+mn-ea"/>
                <a:cs typeface="Microsoft Sans Serif"/>
                <a:sym typeface="Arial"/>
              </a:rPr>
              <a:t>and</a:t>
            </a:r>
            <a:endParaRPr kumimoji="0" sz="2498" b="1" i="0" u="none" strike="noStrike" kern="1200" cap="none" spc="0" normalizeH="0" baseline="-5291" noProof="0" dirty="0">
              <a:ln>
                <a:noFill/>
              </a:ln>
              <a:solidFill>
                <a:prstClr val="black"/>
              </a:solidFill>
              <a:effectLst/>
              <a:uLnTx/>
              <a:uFillTx/>
              <a:latin typeface="Calibri"/>
              <a:ea typeface="+mn-ea"/>
              <a:cs typeface="Microsoft Sans Serif"/>
              <a:sym typeface="Arial"/>
            </a:endParaRPr>
          </a:p>
        </p:txBody>
      </p:sp>
      <p:grpSp>
        <p:nvGrpSpPr>
          <p:cNvPr id="52" name="object 52"/>
          <p:cNvGrpSpPr/>
          <p:nvPr/>
        </p:nvGrpSpPr>
        <p:grpSpPr>
          <a:xfrm>
            <a:off x="7442826" y="2766053"/>
            <a:ext cx="153071" cy="2578044"/>
            <a:chOff x="4693115" y="1204400"/>
            <a:chExt cx="96520" cy="1625600"/>
          </a:xfrm>
        </p:grpSpPr>
        <p:sp>
          <p:nvSpPr>
            <p:cNvPr id="53" name="object 53"/>
            <p:cNvSpPr/>
            <p:nvPr/>
          </p:nvSpPr>
          <p:spPr>
            <a:xfrm>
              <a:off x="4695655" y="2466956"/>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4" name="object 54"/>
            <p:cNvSpPr/>
            <p:nvPr/>
          </p:nvSpPr>
          <p:spPr>
            <a:xfrm>
              <a:off x="4695655" y="2466956"/>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5" name="object 55"/>
            <p:cNvSpPr/>
            <p:nvPr/>
          </p:nvSpPr>
          <p:spPr>
            <a:xfrm>
              <a:off x="4695655" y="1836948"/>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6" name="object 56"/>
            <p:cNvSpPr/>
            <p:nvPr/>
          </p:nvSpPr>
          <p:spPr>
            <a:xfrm>
              <a:off x="4695655" y="1836948"/>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7" name="object 57"/>
            <p:cNvSpPr/>
            <p:nvPr/>
          </p:nvSpPr>
          <p:spPr>
            <a:xfrm>
              <a:off x="4695655" y="1206940"/>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E5FFE5"/>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8" name="object 58"/>
            <p:cNvSpPr/>
            <p:nvPr/>
          </p:nvSpPr>
          <p:spPr>
            <a:xfrm>
              <a:off x="4695655" y="1206940"/>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prstDash val="dash"/>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9" name="object 59"/>
            <p:cNvSpPr/>
            <p:nvPr/>
          </p:nvSpPr>
          <p:spPr>
            <a:xfrm>
              <a:off x="4741199" y="222984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0" name="object 60"/>
            <p:cNvSpPr/>
            <p:nvPr/>
          </p:nvSpPr>
          <p:spPr>
            <a:xfrm>
              <a:off x="4722220" y="2199482"/>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1" name="object 61"/>
            <p:cNvSpPr/>
            <p:nvPr/>
          </p:nvSpPr>
          <p:spPr>
            <a:xfrm>
              <a:off x="4741199" y="1599840"/>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2" name="object 62"/>
            <p:cNvSpPr/>
            <p:nvPr/>
          </p:nvSpPr>
          <p:spPr>
            <a:xfrm>
              <a:off x="4722220" y="1569474"/>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63" name="object 63"/>
          <p:cNvSpPr txBox="1"/>
          <p:nvPr/>
        </p:nvSpPr>
        <p:spPr>
          <a:xfrm>
            <a:off x="8041302" y="5299338"/>
            <a:ext cx="450151" cy="281646"/>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defRPr/>
            </a:pPr>
            <a:r>
              <a:rPr kumimoji="0" sz="1665" b="1" i="0" u="none" strike="noStrike" kern="1200" cap="none" spc="16" normalizeH="0" baseline="0" noProof="0" dirty="0">
                <a:ln>
                  <a:noFill/>
                </a:ln>
                <a:solidFill>
                  <a:prstClr val="black"/>
                </a:solidFill>
                <a:effectLst/>
                <a:uLnTx/>
                <a:uFillTx/>
                <a:latin typeface="Calibri"/>
                <a:ea typeface="+mn-ea"/>
                <a:cs typeface="Microsoft Sans Serif"/>
                <a:sym typeface="Arial"/>
              </a:rPr>
              <a:t>long</a:t>
            </a:r>
            <a:endParaRPr kumimoji="0" sz="1665" b="1" i="0" u="none" strike="noStrike" kern="1200" cap="none" spc="0" normalizeH="0" baseline="0" noProof="0" dirty="0">
              <a:ln>
                <a:noFill/>
              </a:ln>
              <a:solidFill>
                <a:prstClr val="black"/>
              </a:solidFill>
              <a:effectLst/>
              <a:uLnTx/>
              <a:uFillTx/>
              <a:latin typeface="Calibri"/>
              <a:ea typeface="+mn-ea"/>
              <a:cs typeface="Microsoft Sans Serif"/>
              <a:sym typeface="Arial"/>
            </a:endParaRPr>
          </a:p>
        </p:txBody>
      </p:sp>
      <p:grpSp>
        <p:nvGrpSpPr>
          <p:cNvPr id="64" name="object 64"/>
          <p:cNvGrpSpPr/>
          <p:nvPr/>
        </p:nvGrpSpPr>
        <p:grpSpPr>
          <a:xfrm>
            <a:off x="8127942" y="2766053"/>
            <a:ext cx="153071" cy="2578044"/>
            <a:chOff x="5125119" y="1204400"/>
            <a:chExt cx="96520" cy="1625600"/>
          </a:xfrm>
        </p:grpSpPr>
        <p:sp>
          <p:nvSpPr>
            <p:cNvPr id="65" name="object 65"/>
            <p:cNvSpPr/>
            <p:nvPr/>
          </p:nvSpPr>
          <p:spPr>
            <a:xfrm>
              <a:off x="5127659" y="2466956"/>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7F7FFF"/>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6" name="object 66"/>
            <p:cNvSpPr/>
            <p:nvPr/>
          </p:nvSpPr>
          <p:spPr>
            <a:xfrm>
              <a:off x="5127659" y="2466956"/>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7" name="object 67"/>
            <p:cNvSpPr/>
            <p:nvPr/>
          </p:nvSpPr>
          <p:spPr>
            <a:xfrm>
              <a:off x="5127659" y="1836948"/>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FF7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8" name="object 68"/>
            <p:cNvSpPr/>
            <p:nvPr/>
          </p:nvSpPr>
          <p:spPr>
            <a:xfrm>
              <a:off x="5127659" y="1836948"/>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9" name="object 69"/>
            <p:cNvSpPr/>
            <p:nvPr/>
          </p:nvSpPr>
          <p:spPr>
            <a:xfrm>
              <a:off x="5127659" y="1206940"/>
              <a:ext cx="91440" cy="360045"/>
            </a:xfrm>
            <a:custGeom>
              <a:avLst/>
              <a:gdLst/>
              <a:ahLst/>
              <a:cxnLst/>
              <a:rect l="l" t="t" r="r" b="b"/>
              <a:pathLst>
                <a:path w="91439" h="360044">
                  <a:moveTo>
                    <a:pt x="91088" y="0"/>
                  </a:moveTo>
                  <a:lnTo>
                    <a:pt x="0" y="0"/>
                  </a:lnTo>
                  <a:lnTo>
                    <a:pt x="0" y="360004"/>
                  </a:lnTo>
                  <a:lnTo>
                    <a:pt x="91088" y="360004"/>
                  </a:lnTo>
                  <a:lnTo>
                    <a:pt x="91088" y="0"/>
                  </a:lnTo>
                  <a:close/>
                </a:path>
              </a:pathLst>
            </a:custGeom>
            <a:solidFill>
              <a:srgbClr val="00FF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0" name="object 70"/>
            <p:cNvSpPr/>
            <p:nvPr/>
          </p:nvSpPr>
          <p:spPr>
            <a:xfrm>
              <a:off x="5127659" y="1206940"/>
              <a:ext cx="91440" cy="360045"/>
            </a:xfrm>
            <a:custGeom>
              <a:avLst/>
              <a:gdLst/>
              <a:ahLst/>
              <a:cxnLst/>
              <a:rect l="l" t="t" r="r" b="b"/>
              <a:pathLst>
                <a:path w="91439" h="360044">
                  <a:moveTo>
                    <a:pt x="0" y="360004"/>
                  </a:moveTo>
                  <a:lnTo>
                    <a:pt x="91088" y="360004"/>
                  </a:lnTo>
                  <a:lnTo>
                    <a:pt x="91088" y="0"/>
                  </a:lnTo>
                  <a:lnTo>
                    <a:pt x="0" y="0"/>
                  </a:lnTo>
                  <a:lnTo>
                    <a:pt x="0" y="360004"/>
                  </a:lnTo>
                  <a:close/>
                </a:path>
              </a:pathLst>
            </a:custGeom>
            <a:ln w="5060">
              <a:solidFill>
                <a:srgbClr val="7F7F7F"/>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71" name="object 71"/>
          <p:cNvSpPr txBox="1"/>
          <p:nvPr/>
        </p:nvSpPr>
        <p:spPr>
          <a:xfrm>
            <a:off x="8041302" y="2447095"/>
            <a:ext cx="256797" cy="281646"/>
          </a:xfrm>
          <a:prstGeom prst="rect">
            <a:avLst/>
          </a:prstGeom>
        </p:spPr>
        <p:txBody>
          <a:bodyPr vert="horz" wrap="square" lIns="0" tIns="25176" rIns="0" bIns="0" rtlCol="0">
            <a:spAutoFit/>
          </a:bodyPr>
          <a:lstStyle/>
          <a:p>
            <a:pPr marL="20141" marR="0" lvl="0" indent="0" algn="l" defTabSz="1450147" rtl="0" eaLnBrk="1" fontAlgn="auto" latinLnBrk="0" hangingPunct="1">
              <a:lnSpc>
                <a:spcPct val="100000"/>
              </a:lnSpc>
              <a:spcBef>
                <a:spcPts val="198"/>
              </a:spcBef>
              <a:spcAft>
                <a:spcPts val="0"/>
              </a:spcAft>
              <a:buClrTx/>
              <a:buSzTx/>
              <a:buFont typeface="Arial"/>
              <a:buNone/>
              <a:tabLst/>
              <a:defRPr/>
            </a:pPr>
            <a:r>
              <a:rPr kumimoji="0" sz="1665" b="0" i="0" u="none" strike="noStrike" kern="1200" cap="none" spc="8" normalizeH="0" baseline="0" noProof="0" dirty="0">
                <a:ln>
                  <a:noFill/>
                </a:ln>
                <a:solidFill>
                  <a:prstClr val="black"/>
                </a:solidFill>
                <a:effectLst/>
                <a:uLnTx/>
                <a:uFillTx/>
                <a:latin typeface="Microsoft Sans Serif"/>
                <a:ea typeface="+mn-ea"/>
                <a:cs typeface="Microsoft Sans Serif"/>
                <a:sym typeface="Arial"/>
              </a:rPr>
              <a:t>(-)</a:t>
            </a:r>
            <a:endParaRPr kumimoji="0" sz="1665" b="0" i="0" u="none" strike="noStrike" kern="1200" cap="none" spc="0" normalizeH="0" baseline="0" noProof="0">
              <a:ln>
                <a:noFill/>
              </a:ln>
              <a:solidFill>
                <a:prstClr val="black"/>
              </a:solidFill>
              <a:effectLst/>
              <a:uLnTx/>
              <a:uFillTx/>
              <a:latin typeface="Microsoft Sans Serif"/>
              <a:ea typeface="+mn-ea"/>
              <a:cs typeface="Microsoft Sans Serif"/>
              <a:sym typeface="Arial"/>
            </a:endParaRPr>
          </a:p>
        </p:txBody>
      </p:sp>
      <p:grpSp>
        <p:nvGrpSpPr>
          <p:cNvPr id="72" name="object 72"/>
          <p:cNvGrpSpPr/>
          <p:nvPr/>
        </p:nvGrpSpPr>
        <p:grpSpPr>
          <a:xfrm>
            <a:off x="8174101" y="3345025"/>
            <a:ext cx="60423" cy="1419938"/>
            <a:chOff x="5154225" y="1569474"/>
            <a:chExt cx="38100" cy="895350"/>
          </a:xfrm>
        </p:grpSpPr>
        <p:sp>
          <p:nvSpPr>
            <p:cNvPr id="73" name="object 73"/>
            <p:cNvSpPr/>
            <p:nvPr/>
          </p:nvSpPr>
          <p:spPr>
            <a:xfrm>
              <a:off x="5173204" y="2229848"/>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4" name="object 74"/>
            <p:cNvSpPr/>
            <p:nvPr/>
          </p:nvSpPr>
          <p:spPr>
            <a:xfrm>
              <a:off x="5154225" y="2199482"/>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5" name="object 75"/>
            <p:cNvSpPr/>
            <p:nvPr/>
          </p:nvSpPr>
          <p:spPr>
            <a:xfrm>
              <a:off x="5173204" y="1599840"/>
              <a:ext cx="0" cy="234950"/>
            </a:xfrm>
            <a:custGeom>
              <a:avLst/>
              <a:gdLst/>
              <a:ahLst/>
              <a:cxnLst/>
              <a:rect l="l" t="t" r="r" b="b"/>
              <a:pathLst>
                <a:path h="234950">
                  <a:moveTo>
                    <a:pt x="0" y="234576"/>
                  </a:moveTo>
                  <a:lnTo>
                    <a:pt x="0" y="0"/>
                  </a:lnTo>
                </a:path>
              </a:pathLst>
            </a:custGeom>
            <a:ln w="5060">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6" name="object 76"/>
            <p:cNvSpPr/>
            <p:nvPr/>
          </p:nvSpPr>
          <p:spPr>
            <a:xfrm>
              <a:off x="5154225" y="1569474"/>
              <a:ext cx="38100" cy="50800"/>
            </a:xfrm>
            <a:custGeom>
              <a:avLst/>
              <a:gdLst/>
              <a:ahLst/>
              <a:cxnLst/>
              <a:rect l="l" t="t" r="r" b="b"/>
              <a:pathLst>
                <a:path w="38100" h="50800">
                  <a:moveTo>
                    <a:pt x="0" y="50609"/>
                  </a:moveTo>
                  <a:lnTo>
                    <a:pt x="9845" y="43492"/>
                  </a:lnTo>
                  <a:lnTo>
                    <a:pt x="18978" y="41120"/>
                  </a:lnTo>
                  <a:lnTo>
                    <a:pt x="28112" y="43492"/>
                  </a:lnTo>
                  <a:lnTo>
                    <a:pt x="37957" y="50609"/>
                  </a:lnTo>
                  <a:lnTo>
                    <a:pt x="30543" y="38076"/>
                  </a:lnTo>
                  <a:lnTo>
                    <a:pt x="25146" y="24356"/>
                  </a:lnTo>
                  <a:lnTo>
                    <a:pt x="21410" y="11110"/>
                  </a:lnTo>
                  <a:lnTo>
                    <a:pt x="18978" y="0"/>
                  </a:lnTo>
                  <a:lnTo>
                    <a:pt x="16546" y="11110"/>
                  </a:lnTo>
                  <a:lnTo>
                    <a:pt x="12810" y="24356"/>
                  </a:lnTo>
                  <a:lnTo>
                    <a:pt x="7413" y="38076"/>
                  </a:lnTo>
                  <a:lnTo>
                    <a:pt x="0" y="50609"/>
                  </a:lnTo>
                  <a:close/>
                </a:path>
              </a:pathLst>
            </a:custGeom>
            <a:solidFill>
              <a:srgbClr val="000000"/>
            </a:solidFill>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674F21C-C420-42A6-878D-DFEBBCD19CBF}"/>
                  </a:ext>
                </a:extLst>
              </p14:cNvPr>
              <p14:cNvContentPartPr/>
              <p14:nvPr/>
            </p14:nvContentPartPr>
            <p14:xfrm>
              <a:off x="510840" y="5424480"/>
              <a:ext cx="7901280" cy="1243440"/>
            </p14:xfrm>
          </p:contentPart>
        </mc:Choice>
        <mc:Fallback>
          <p:pic>
            <p:nvPicPr>
              <p:cNvPr id="4" name="Ink 3">
                <a:extLst>
                  <a:ext uri="{FF2B5EF4-FFF2-40B4-BE49-F238E27FC236}">
                    <a16:creationId xmlns:a16="http://schemas.microsoft.com/office/drawing/2014/main" id="{3674F21C-C420-42A6-878D-DFEBBCD19CBF}"/>
                  </a:ext>
                </a:extLst>
              </p:cNvPr>
              <p:cNvPicPr/>
              <p:nvPr/>
            </p:nvPicPr>
            <p:blipFill>
              <a:blip r:embed="rId3"/>
              <a:stretch>
                <a:fillRect/>
              </a:stretch>
            </p:blipFill>
            <p:spPr>
              <a:xfrm>
                <a:off x="501480" y="5415120"/>
                <a:ext cx="7920000" cy="1262160"/>
              </a:xfrm>
              <a:prstGeom prst="rect">
                <a:avLst/>
              </a:prstGeom>
            </p:spPr>
          </p:pic>
        </mc:Fallback>
      </mc:AlternateContent>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1136" y="287927"/>
            <a:ext cx="2970714" cy="439262"/>
          </a:xfrm>
          <a:prstGeom prst="rect">
            <a:avLst/>
          </a:prstGeom>
        </p:spPr>
        <p:txBody>
          <a:bodyPr vert="horz" wrap="square" lIns="0" tIns="24169" rIns="0" bIns="0" rtlCol="0">
            <a:spAutoFit/>
          </a:bodyPr>
          <a:lstStyle/>
          <a:p>
            <a:pPr marL="20141" marR="0" lvl="0" indent="0" algn="l" defTabSz="1450147" rtl="0" eaLnBrk="1" fontAlgn="auto" latinLnBrk="0" hangingPunct="1">
              <a:lnSpc>
                <a:spcPct val="100000"/>
              </a:lnSpc>
              <a:spcBef>
                <a:spcPts val="190"/>
              </a:spcBef>
              <a:spcAft>
                <a:spcPts val="0"/>
              </a:spcAft>
              <a:buClrTx/>
              <a:buSzTx/>
              <a:buFont typeface="Arial"/>
              <a:buNone/>
              <a:tabLst/>
              <a:defRPr/>
            </a:pPr>
            <a:r>
              <a:rPr kumimoji="0" sz="2696" b="1" i="0" u="none" strike="noStrike" kern="1200" cap="none" spc="825" normalizeH="0" baseline="0" noProof="0" dirty="0">
                <a:ln>
                  <a:noFill/>
                </a:ln>
                <a:solidFill>
                  <a:srgbClr val="FFFFFF"/>
                </a:solidFill>
                <a:effectLst/>
                <a:uLnTx/>
                <a:uFillTx/>
                <a:latin typeface="Calibri"/>
                <a:ea typeface="+mn-ea"/>
                <a:cs typeface="Calibri"/>
                <a:sym typeface="Arial"/>
              </a:rPr>
              <a:t>T</a:t>
            </a:r>
            <a:r>
              <a:rPr kumimoji="0" sz="2696" b="1" i="0" u="none" strike="noStrike" kern="1200" cap="small" spc="444" normalizeH="0" baseline="0" noProof="0" dirty="0">
                <a:ln>
                  <a:noFill/>
                </a:ln>
                <a:solidFill>
                  <a:srgbClr val="FFFFFF"/>
                </a:solidFill>
                <a:effectLst/>
                <a:uLnTx/>
                <a:uFillTx/>
                <a:latin typeface="Calibri"/>
                <a:ea typeface="+mn-ea"/>
                <a:cs typeface="Calibri"/>
                <a:sym typeface="Arial"/>
              </a:rPr>
              <a:t>ypes</a:t>
            </a:r>
            <a:r>
              <a:rPr kumimoji="0" sz="2696" b="1" i="0" u="none" strike="noStrike" kern="1200" cap="none" spc="444" normalizeH="0" baseline="0" noProof="0" dirty="0">
                <a:ln>
                  <a:noFill/>
                </a:ln>
                <a:solidFill>
                  <a:srgbClr val="FFFFFF"/>
                </a:solidFill>
                <a:effectLst/>
                <a:uLnTx/>
                <a:uFillTx/>
                <a:latin typeface="Calibri"/>
                <a:ea typeface="+mn-ea"/>
                <a:cs typeface="Calibri"/>
                <a:sym typeface="Arial"/>
              </a:rPr>
              <a:t> </a:t>
            </a:r>
            <a:r>
              <a:rPr kumimoji="0" sz="2696" b="1" i="0" u="none" strike="noStrike" kern="1200" cap="none" spc="-190" normalizeH="0" baseline="0" noProof="0" dirty="0">
                <a:ln>
                  <a:noFill/>
                </a:ln>
                <a:solidFill>
                  <a:srgbClr val="FFFFFF"/>
                </a:solidFill>
                <a:effectLst/>
                <a:uLnTx/>
                <a:uFillTx/>
                <a:latin typeface="Calibri"/>
                <a:ea typeface="+mn-ea"/>
                <a:cs typeface="Calibri"/>
                <a:sym typeface="Arial"/>
              </a:rPr>
              <a:t> </a:t>
            </a:r>
            <a:r>
              <a:rPr kumimoji="0" sz="2696" b="1" i="0" u="none" strike="noStrike" kern="1200" cap="small" spc="396" normalizeH="0" baseline="0" noProof="0" dirty="0">
                <a:ln>
                  <a:noFill/>
                </a:ln>
                <a:solidFill>
                  <a:srgbClr val="FFFFFF"/>
                </a:solidFill>
                <a:effectLst/>
                <a:uLnTx/>
                <a:uFillTx/>
                <a:latin typeface="Calibri"/>
                <a:ea typeface="+mn-ea"/>
                <a:cs typeface="Calibri"/>
                <a:sym typeface="Arial"/>
              </a:rPr>
              <a:t>of</a:t>
            </a:r>
            <a:r>
              <a:rPr kumimoji="0" sz="2696" b="1" i="0" u="none" strike="noStrike" kern="1200" cap="none" spc="0" normalizeH="0" baseline="0" noProof="0" dirty="0">
                <a:ln>
                  <a:noFill/>
                </a:ln>
                <a:solidFill>
                  <a:srgbClr val="FFFFFF"/>
                </a:solidFill>
                <a:effectLst/>
                <a:uLnTx/>
                <a:uFillTx/>
                <a:latin typeface="Calibri"/>
                <a:ea typeface="+mn-ea"/>
                <a:cs typeface="Calibri"/>
                <a:sym typeface="Arial"/>
              </a:rPr>
              <a:t> </a:t>
            </a:r>
            <a:r>
              <a:rPr kumimoji="0" sz="2696" b="1" i="0" u="none" strike="noStrike" kern="1200" cap="none" spc="-190" normalizeH="0" baseline="0" noProof="0" dirty="0">
                <a:ln>
                  <a:noFill/>
                </a:ln>
                <a:solidFill>
                  <a:srgbClr val="FFFFFF"/>
                </a:solidFill>
                <a:effectLst/>
                <a:uLnTx/>
                <a:uFillTx/>
                <a:latin typeface="Calibri"/>
                <a:ea typeface="+mn-ea"/>
                <a:cs typeface="Calibri"/>
                <a:sym typeface="Arial"/>
              </a:rPr>
              <a:t> </a:t>
            </a:r>
            <a:r>
              <a:rPr kumimoji="0" sz="2696" b="1" i="0" u="none" strike="noStrike" kern="1200" cap="none" spc="555" normalizeH="0" baseline="0" noProof="0" dirty="0">
                <a:ln>
                  <a:noFill/>
                </a:ln>
                <a:solidFill>
                  <a:srgbClr val="FFFFFF"/>
                </a:solidFill>
                <a:effectLst/>
                <a:uLnTx/>
                <a:uFillTx/>
                <a:latin typeface="Calibri"/>
                <a:ea typeface="+mn-ea"/>
                <a:cs typeface="Calibri"/>
                <a:sym typeface="Arial"/>
              </a:rPr>
              <a:t>RNN</a:t>
            </a:r>
            <a:endParaRPr kumimoji="0" sz="2696" b="1" i="0" u="none" strike="noStrike" kern="1200" cap="none" spc="0" normalizeH="0" baseline="0" noProof="0" dirty="0">
              <a:ln>
                <a:noFill/>
              </a:ln>
              <a:solidFill>
                <a:prstClr val="black"/>
              </a:solidFill>
              <a:effectLst/>
              <a:uLnTx/>
              <a:uFillTx/>
              <a:latin typeface="Calibri"/>
              <a:ea typeface="+mn-ea"/>
              <a:cs typeface="Calibri"/>
              <a:sym typeface="Arial"/>
            </a:endParaRPr>
          </a:p>
        </p:txBody>
      </p:sp>
      <p:grpSp>
        <p:nvGrpSpPr>
          <p:cNvPr id="3" name="object 3"/>
          <p:cNvGrpSpPr/>
          <p:nvPr/>
        </p:nvGrpSpPr>
        <p:grpSpPr>
          <a:xfrm>
            <a:off x="570916" y="1779867"/>
            <a:ext cx="7868150" cy="3933455"/>
            <a:chOff x="359994" y="582555"/>
            <a:chExt cx="4275455" cy="2468245"/>
          </a:xfrm>
        </p:grpSpPr>
        <p:pic>
          <p:nvPicPr>
            <p:cNvPr id="4" name="object 4"/>
            <p:cNvPicPr/>
            <p:nvPr/>
          </p:nvPicPr>
          <p:blipFill>
            <a:blip r:embed="rId2" cstate="print"/>
            <a:stretch>
              <a:fillRect/>
            </a:stretch>
          </p:blipFill>
          <p:spPr>
            <a:xfrm>
              <a:off x="1125016" y="582555"/>
              <a:ext cx="3509962" cy="2153126"/>
            </a:xfrm>
            <a:prstGeom prst="rect">
              <a:avLst/>
            </a:prstGeom>
          </p:spPr>
        </p:pic>
        <p:sp>
          <p:nvSpPr>
            <p:cNvPr id="5" name="object 5"/>
            <p:cNvSpPr/>
            <p:nvPr/>
          </p:nvSpPr>
          <p:spPr>
            <a:xfrm>
              <a:off x="359994" y="3047682"/>
              <a:ext cx="1828800"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6" name="object 6"/>
          <p:cNvSpPr txBox="1"/>
          <p:nvPr/>
        </p:nvSpPr>
        <p:spPr>
          <a:xfrm>
            <a:off x="875850" y="5713322"/>
            <a:ext cx="2177239" cy="238933"/>
          </a:xfrm>
          <a:prstGeom prst="rect">
            <a:avLst/>
          </a:prstGeom>
        </p:spPr>
        <p:txBody>
          <a:bodyPr vert="horz" wrap="square" lIns="0" tIns="19134" rIns="0" bIns="0" rtlCol="0">
            <a:spAutoFit/>
          </a:bodyPr>
          <a:lstStyle/>
          <a:p>
            <a:pPr marL="20141" marR="0" lvl="0" indent="0" algn="l" defTabSz="1450147" rtl="0" eaLnBrk="1" fontAlgn="auto" latinLnBrk="0" hangingPunct="1">
              <a:lnSpc>
                <a:spcPct val="100000"/>
              </a:lnSpc>
              <a:spcBef>
                <a:spcPts val="151"/>
              </a:spcBef>
              <a:spcAft>
                <a:spcPts val="0"/>
              </a:spcAft>
              <a:buClrTx/>
              <a:buSzTx/>
              <a:buFont typeface="Arial"/>
              <a:buNone/>
              <a:tabLst/>
              <a:defRPr/>
            </a:pPr>
            <a:r>
              <a:rPr kumimoji="0" sz="1427" b="0" i="0" u="none" strike="noStrike" kern="1200" cap="none" spc="0" normalizeH="0" baseline="0" noProof="0" dirty="0">
                <a:ln>
                  <a:noFill/>
                </a:ln>
                <a:solidFill>
                  <a:prstClr val="black"/>
                </a:solidFill>
                <a:effectLst/>
                <a:uLnTx/>
                <a:uFillTx/>
                <a:latin typeface="Microsoft Sans Serif"/>
                <a:ea typeface="+mn-ea"/>
                <a:cs typeface="Microsoft Sans Serif"/>
                <a:sym typeface="Arial"/>
              </a:rPr>
              <a:t>Courtesy:</a:t>
            </a:r>
            <a:r>
              <a:rPr kumimoji="0" sz="1427" b="0" i="0" u="none" strike="noStrike" kern="1200" cap="none" spc="63" normalizeH="0" baseline="0" noProof="0" dirty="0">
                <a:ln>
                  <a:noFill/>
                </a:ln>
                <a:solidFill>
                  <a:prstClr val="black"/>
                </a:solidFill>
                <a:effectLst/>
                <a:uLnTx/>
                <a:uFillTx/>
                <a:latin typeface="Microsoft Sans Serif"/>
                <a:ea typeface="+mn-ea"/>
                <a:cs typeface="Microsoft Sans Serif"/>
                <a:sym typeface="Arial"/>
              </a:rPr>
              <a:t> </a:t>
            </a:r>
            <a:r>
              <a:rPr kumimoji="0" sz="1427" b="0" i="0" u="none" strike="noStrike" kern="1200" cap="none" spc="-8" normalizeH="0" baseline="0" noProof="0" dirty="0">
                <a:ln>
                  <a:noFill/>
                </a:ln>
                <a:solidFill>
                  <a:prstClr val="black"/>
                </a:solidFill>
                <a:effectLst/>
                <a:uLnTx/>
                <a:uFillTx/>
                <a:latin typeface="Microsoft Sans Serif"/>
                <a:ea typeface="+mn-ea"/>
                <a:cs typeface="Microsoft Sans Serif"/>
                <a:sym typeface="Arial"/>
              </a:rPr>
              <a:t>Andrej Karpathy</a:t>
            </a:r>
            <a:endParaRPr kumimoji="0" sz="1427" b="0" i="0" u="none" strike="noStrike" kern="1200" cap="none" spc="0" normalizeH="0" baseline="0" noProof="0" dirty="0">
              <a:ln>
                <a:noFill/>
              </a:ln>
              <a:solidFill>
                <a:prstClr val="black"/>
              </a:solidFill>
              <a:effectLst/>
              <a:uLnTx/>
              <a:uFillTx/>
              <a:latin typeface="Microsoft Sans Serif"/>
              <a:ea typeface="+mn-ea"/>
              <a:cs typeface="Microsoft Sans Serif"/>
              <a:sym typeface="Arial"/>
            </a:endParaRPr>
          </a:p>
        </p:txBody>
      </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74EFA5C2-AA69-4A19-B8CE-3033B7E50162}"/>
                  </a:ext>
                </a:extLst>
              </p14:cNvPr>
              <p14:cNvContentPartPr/>
              <p14:nvPr/>
            </p14:nvContentPartPr>
            <p14:xfrm>
              <a:off x="4261320" y="2059200"/>
              <a:ext cx="4550760" cy="3909240"/>
            </p14:xfrm>
          </p:contentPart>
        </mc:Choice>
        <mc:Fallback>
          <p:pic>
            <p:nvPicPr>
              <p:cNvPr id="7" name="Ink 6">
                <a:extLst>
                  <a:ext uri="{FF2B5EF4-FFF2-40B4-BE49-F238E27FC236}">
                    <a16:creationId xmlns:a16="http://schemas.microsoft.com/office/drawing/2014/main" id="{74EFA5C2-AA69-4A19-B8CE-3033B7E50162}"/>
                  </a:ext>
                </a:extLst>
              </p:cNvPr>
              <p:cNvPicPr/>
              <p:nvPr/>
            </p:nvPicPr>
            <p:blipFill>
              <a:blip r:embed="rId4"/>
              <a:stretch>
                <a:fillRect/>
              </a:stretch>
            </p:blipFill>
            <p:spPr>
              <a:xfrm>
                <a:off x="4251960" y="2049840"/>
                <a:ext cx="4569480" cy="3927960"/>
              </a:xfrm>
              <a:prstGeom prst="rect">
                <a:avLst/>
              </a:prstGeom>
            </p:spPr>
          </p:pic>
        </mc:Fallback>
      </mc:AlternateContent>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1137" y="287927"/>
            <a:ext cx="3091559" cy="439262"/>
          </a:xfrm>
          <a:prstGeom prst="rect">
            <a:avLst/>
          </a:prstGeom>
        </p:spPr>
        <p:txBody>
          <a:bodyPr vert="horz" wrap="square" lIns="0" tIns="24169" rIns="0" bIns="0" rtlCol="0">
            <a:spAutoFit/>
          </a:bodyPr>
          <a:lstStyle/>
          <a:p>
            <a:pPr marL="20141" marR="0" lvl="0" indent="0" algn="l" defTabSz="1450147" rtl="0" eaLnBrk="1" fontAlgn="auto" latinLnBrk="0" hangingPunct="1">
              <a:lnSpc>
                <a:spcPct val="100000"/>
              </a:lnSpc>
              <a:spcBef>
                <a:spcPts val="190"/>
              </a:spcBef>
              <a:spcAft>
                <a:spcPts val="0"/>
              </a:spcAft>
              <a:buClrTx/>
              <a:buSzTx/>
              <a:buFont typeface="Arial"/>
              <a:buNone/>
              <a:tabLst/>
              <a:defRPr/>
            </a:pPr>
            <a:r>
              <a:rPr kumimoji="0" sz="2696" b="1" i="0" u="none" strike="noStrike" kern="1200" cap="none" spc="825" normalizeH="0" baseline="0" noProof="0" dirty="0">
                <a:ln>
                  <a:noFill/>
                </a:ln>
                <a:solidFill>
                  <a:srgbClr val="FFFFFF"/>
                </a:solidFill>
                <a:effectLst/>
                <a:uLnTx/>
                <a:uFillTx/>
                <a:latin typeface="Calibri"/>
                <a:ea typeface="+mn-ea"/>
                <a:cs typeface="Calibri"/>
                <a:sym typeface="Arial"/>
              </a:rPr>
              <a:t>T</a:t>
            </a:r>
            <a:r>
              <a:rPr kumimoji="0" sz="2696" b="1" i="0" u="none" strike="noStrike" kern="1200" cap="small" spc="444" normalizeH="0" baseline="0" noProof="0" dirty="0">
                <a:ln>
                  <a:noFill/>
                </a:ln>
                <a:solidFill>
                  <a:srgbClr val="FFFFFF"/>
                </a:solidFill>
                <a:effectLst/>
                <a:uLnTx/>
                <a:uFillTx/>
                <a:latin typeface="Calibri"/>
                <a:ea typeface="+mn-ea"/>
                <a:cs typeface="Calibri"/>
                <a:sym typeface="Arial"/>
              </a:rPr>
              <a:t>ypes</a:t>
            </a:r>
            <a:r>
              <a:rPr kumimoji="0" sz="2696" b="1" i="0" u="none" strike="noStrike" kern="1200" cap="none" spc="444" normalizeH="0" baseline="0" noProof="0" dirty="0">
                <a:ln>
                  <a:noFill/>
                </a:ln>
                <a:solidFill>
                  <a:srgbClr val="FFFFFF"/>
                </a:solidFill>
                <a:effectLst/>
                <a:uLnTx/>
                <a:uFillTx/>
                <a:latin typeface="Calibri"/>
                <a:ea typeface="+mn-ea"/>
                <a:cs typeface="Calibri"/>
                <a:sym typeface="Arial"/>
              </a:rPr>
              <a:t> </a:t>
            </a:r>
            <a:r>
              <a:rPr kumimoji="0" sz="2696" b="1" i="0" u="none" strike="noStrike" kern="1200" cap="none" spc="-190" normalizeH="0" baseline="0" noProof="0" dirty="0">
                <a:ln>
                  <a:noFill/>
                </a:ln>
                <a:solidFill>
                  <a:srgbClr val="FFFFFF"/>
                </a:solidFill>
                <a:effectLst/>
                <a:uLnTx/>
                <a:uFillTx/>
                <a:latin typeface="Calibri"/>
                <a:ea typeface="+mn-ea"/>
                <a:cs typeface="Calibri"/>
                <a:sym typeface="Arial"/>
              </a:rPr>
              <a:t> </a:t>
            </a:r>
            <a:r>
              <a:rPr kumimoji="0" sz="2696" b="1" i="0" u="none" strike="noStrike" kern="1200" cap="small" spc="396" normalizeH="0" baseline="0" noProof="0" dirty="0">
                <a:ln>
                  <a:noFill/>
                </a:ln>
                <a:solidFill>
                  <a:srgbClr val="FFFFFF"/>
                </a:solidFill>
                <a:effectLst/>
                <a:uLnTx/>
                <a:uFillTx/>
                <a:latin typeface="Calibri"/>
                <a:ea typeface="+mn-ea"/>
                <a:cs typeface="Calibri"/>
                <a:sym typeface="Arial"/>
              </a:rPr>
              <a:t>of</a:t>
            </a:r>
            <a:r>
              <a:rPr kumimoji="0" sz="2696" b="1" i="0" u="none" strike="noStrike" kern="1200" cap="none" spc="0" normalizeH="0" baseline="0" noProof="0" dirty="0">
                <a:ln>
                  <a:noFill/>
                </a:ln>
                <a:solidFill>
                  <a:srgbClr val="FFFFFF"/>
                </a:solidFill>
                <a:effectLst/>
                <a:uLnTx/>
                <a:uFillTx/>
                <a:latin typeface="Calibri"/>
                <a:ea typeface="+mn-ea"/>
                <a:cs typeface="Calibri"/>
                <a:sym typeface="Arial"/>
              </a:rPr>
              <a:t> </a:t>
            </a:r>
            <a:r>
              <a:rPr kumimoji="0" sz="2696" b="1" i="0" u="none" strike="noStrike" kern="1200" cap="none" spc="-190" normalizeH="0" baseline="0" noProof="0" dirty="0">
                <a:ln>
                  <a:noFill/>
                </a:ln>
                <a:solidFill>
                  <a:srgbClr val="FFFFFF"/>
                </a:solidFill>
                <a:effectLst/>
                <a:uLnTx/>
                <a:uFillTx/>
                <a:latin typeface="Calibri"/>
                <a:ea typeface="+mn-ea"/>
                <a:cs typeface="Calibri"/>
                <a:sym typeface="Arial"/>
              </a:rPr>
              <a:t> </a:t>
            </a:r>
            <a:r>
              <a:rPr kumimoji="0" sz="2696" b="1" i="0" u="none" strike="noStrike" kern="1200" cap="none" spc="555" normalizeH="0" baseline="0" noProof="0" dirty="0">
                <a:ln>
                  <a:noFill/>
                </a:ln>
                <a:solidFill>
                  <a:srgbClr val="FFFFFF"/>
                </a:solidFill>
                <a:effectLst/>
                <a:uLnTx/>
                <a:uFillTx/>
                <a:latin typeface="Calibri"/>
                <a:ea typeface="+mn-ea"/>
                <a:cs typeface="Calibri"/>
                <a:sym typeface="Arial"/>
              </a:rPr>
              <a:t>RNN</a:t>
            </a:r>
            <a:endParaRPr kumimoji="0" sz="2696" b="1" i="0" u="none" strike="noStrike" kern="1200" cap="none" spc="0" normalizeH="0" baseline="0" noProof="0" dirty="0">
              <a:ln>
                <a:noFill/>
              </a:ln>
              <a:solidFill>
                <a:prstClr val="black"/>
              </a:solidFill>
              <a:effectLst/>
              <a:uLnTx/>
              <a:uFillTx/>
              <a:latin typeface="Calibri"/>
              <a:ea typeface="+mn-ea"/>
              <a:cs typeface="Calibri"/>
              <a:sym typeface="Arial"/>
            </a:endParaRPr>
          </a:p>
        </p:txBody>
      </p:sp>
      <p:grpSp>
        <p:nvGrpSpPr>
          <p:cNvPr id="3" name="object 3"/>
          <p:cNvGrpSpPr/>
          <p:nvPr/>
        </p:nvGrpSpPr>
        <p:grpSpPr>
          <a:xfrm>
            <a:off x="570916" y="1786513"/>
            <a:ext cx="7988996" cy="3907348"/>
            <a:chOff x="359994" y="586746"/>
            <a:chExt cx="4112895" cy="2463800"/>
          </a:xfrm>
        </p:grpSpPr>
        <p:pic>
          <p:nvPicPr>
            <p:cNvPr id="4" name="object 4"/>
            <p:cNvPicPr/>
            <p:nvPr/>
          </p:nvPicPr>
          <p:blipFill>
            <a:blip r:embed="rId2" cstate="print"/>
            <a:stretch>
              <a:fillRect/>
            </a:stretch>
          </p:blipFill>
          <p:spPr>
            <a:xfrm>
              <a:off x="1287411" y="586746"/>
              <a:ext cx="3185160" cy="2142648"/>
            </a:xfrm>
            <a:prstGeom prst="rect">
              <a:avLst/>
            </a:prstGeom>
          </p:spPr>
        </p:pic>
        <p:sp>
          <p:nvSpPr>
            <p:cNvPr id="5" name="object 5"/>
            <p:cNvSpPr/>
            <p:nvPr/>
          </p:nvSpPr>
          <p:spPr>
            <a:xfrm>
              <a:off x="359994" y="3047682"/>
              <a:ext cx="1828800"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pPr marL="0" marR="0" lvl="0" indent="0" algn="l" defTabSz="1450147" rtl="0" eaLnBrk="1" fontAlgn="auto" latinLnBrk="0" hangingPunct="1">
                <a:lnSpc>
                  <a:spcPct val="100000"/>
                </a:lnSpc>
                <a:spcBef>
                  <a:spcPts val="0"/>
                </a:spcBef>
                <a:spcAft>
                  <a:spcPts val="0"/>
                </a:spcAft>
                <a:buClrTx/>
                <a:buSzTx/>
                <a:buFont typeface="Arial"/>
                <a:buNone/>
                <a:tabLst/>
                <a:defRPr/>
              </a:pPr>
              <a:endParaRPr kumimoji="0" sz="2855" b="0" i="0" u="none" strike="noStrike" kern="1200" cap="none" spc="0" normalizeH="0" baseline="0" noProof="0">
                <a:ln>
                  <a:noFill/>
                </a:ln>
                <a:solidFill>
                  <a:prstClr val="black"/>
                </a:solidFill>
                <a:effectLst/>
                <a:uLnTx/>
                <a:uFillTx/>
                <a:latin typeface="Calibri"/>
                <a:ea typeface="+mn-ea"/>
                <a:cs typeface="Arial"/>
                <a:sym typeface="Arial"/>
              </a:endParaRPr>
            </a:p>
          </p:txBody>
        </p:sp>
      </p:grpSp>
      <p:sp>
        <p:nvSpPr>
          <p:cNvPr id="6" name="object 6"/>
          <p:cNvSpPr txBox="1"/>
          <p:nvPr/>
        </p:nvSpPr>
        <p:spPr>
          <a:xfrm>
            <a:off x="875850" y="5713322"/>
            <a:ext cx="2177239" cy="238933"/>
          </a:xfrm>
          <a:prstGeom prst="rect">
            <a:avLst/>
          </a:prstGeom>
        </p:spPr>
        <p:txBody>
          <a:bodyPr vert="horz" wrap="square" lIns="0" tIns="19134" rIns="0" bIns="0" rtlCol="0">
            <a:spAutoFit/>
          </a:bodyPr>
          <a:lstStyle/>
          <a:p>
            <a:pPr marL="20141" marR="0" lvl="0" indent="0" algn="l" defTabSz="1450147" rtl="0" eaLnBrk="1" fontAlgn="auto" latinLnBrk="0" hangingPunct="1">
              <a:lnSpc>
                <a:spcPct val="100000"/>
              </a:lnSpc>
              <a:spcBef>
                <a:spcPts val="151"/>
              </a:spcBef>
              <a:spcAft>
                <a:spcPts val="0"/>
              </a:spcAft>
              <a:buClrTx/>
              <a:buSzTx/>
              <a:buFont typeface="Arial"/>
              <a:buNone/>
              <a:tabLst/>
              <a:defRPr/>
            </a:pPr>
            <a:r>
              <a:rPr kumimoji="0" sz="1427" b="0" i="0" u="none" strike="noStrike" kern="1200" cap="none" spc="0" normalizeH="0" baseline="0" noProof="0" dirty="0">
                <a:ln>
                  <a:noFill/>
                </a:ln>
                <a:solidFill>
                  <a:prstClr val="black"/>
                </a:solidFill>
                <a:effectLst/>
                <a:uLnTx/>
                <a:uFillTx/>
                <a:latin typeface="Microsoft Sans Serif"/>
                <a:ea typeface="+mn-ea"/>
                <a:cs typeface="Microsoft Sans Serif"/>
                <a:sym typeface="Arial"/>
              </a:rPr>
              <a:t>Courtesy:</a:t>
            </a:r>
            <a:r>
              <a:rPr kumimoji="0" sz="1427" b="0" i="0" u="none" strike="noStrike" kern="1200" cap="none" spc="63" normalizeH="0" baseline="0" noProof="0" dirty="0">
                <a:ln>
                  <a:noFill/>
                </a:ln>
                <a:solidFill>
                  <a:prstClr val="black"/>
                </a:solidFill>
                <a:effectLst/>
                <a:uLnTx/>
                <a:uFillTx/>
                <a:latin typeface="Microsoft Sans Serif"/>
                <a:ea typeface="+mn-ea"/>
                <a:cs typeface="Microsoft Sans Serif"/>
                <a:sym typeface="Arial"/>
              </a:rPr>
              <a:t> </a:t>
            </a:r>
            <a:r>
              <a:rPr kumimoji="0" sz="1427" b="0" i="0" u="none" strike="noStrike" kern="1200" cap="none" spc="-8" normalizeH="0" baseline="0" noProof="0" dirty="0">
                <a:ln>
                  <a:noFill/>
                </a:ln>
                <a:solidFill>
                  <a:prstClr val="black"/>
                </a:solidFill>
                <a:effectLst/>
                <a:uLnTx/>
                <a:uFillTx/>
                <a:latin typeface="Microsoft Sans Serif"/>
                <a:ea typeface="+mn-ea"/>
                <a:cs typeface="Microsoft Sans Serif"/>
                <a:sym typeface="Arial"/>
              </a:rPr>
              <a:t>Andrej Karpathy</a:t>
            </a:r>
            <a:endParaRPr kumimoji="0" sz="1427" b="0" i="0" u="none" strike="noStrike" kern="1200" cap="none" spc="0" normalizeH="0" baseline="0" noProof="0">
              <a:ln>
                <a:noFill/>
              </a:ln>
              <a:solidFill>
                <a:prstClr val="black"/>
              </a:solidFill>
              <a:effectLst/>
              <a:uLnTx/>
              <a:uFillTx/>
              <a:latin typeface="Microsoft Sans Serif"/>
              <a:ea typeface="+mn-ea"/>
              <a:cs typeface="Microsoft Sans Serif"/>
              <a:sym typeface="Arial"/>
            </a:endParaRPr>
          </a:p>
        </p:txBody>
      </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80976034-E272-4C89-9F57-35035626AF06}"/>
                  </a:ext>
                </a:extLst>
              </p14:cNvPr>
              <p14:cNvContentPartPr/>
              <p14:nvPr/>
            </p14:nvContentPartPr>
            <p14:xfrm>
              <a:off x="2225160" y="1418040"/>
              <a:ext cx="5428800" cy="4185360"/>
            </p14:xfrm>
          </p:contentPart>
        </mc:Choice>
        <mc:Fallback>
          <p:pic>
            <p:nvPicPr>
              <p:cNvPr id="7" name="Ink 6">
                <a:extLst>
                  <a:ext uri="{FF2B5EF4-FFF2-40B4-BE49-F238E27FC236}">
                    <a16:creationId xmlns:a16="http://schemas.microsoft.com/office/drawing/2014/main" id="{80976034-E272-4C89-9F57-35035626AF06}"/>
                  </a:ext>
                </a:extLst>
              </p:cNvPr>
              <p:cNvPicPr/>
              <p:nvPr/>
            </p:nvPicPr>
            <p:blipFill>
              <a:blip r:embed="rId4"/>
              <a:stretch>
                <a:fillRect/>
              </a:stretch>
            </p:blipFill>
            <p:spPr>
              <a:xfrm>
                <a:off x="2215800" y="1408680"/>
                <a:ext cx="5447520" cy="4204080"/>
              </a:xfrm>
              <a:prstGeom prst="rect">
                <a:avLst/>
              </a:prstGeom>
            </p:spPr>
          </p:pic>
        </mc:Fallback>
      </mc:AlternateContent>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1136" y="397655"/>
            <a:ext cx="5732120" cy="464910"/>
          </a:xfrm>
          <a:prstGeom prst="rect">
            <a:avLst/>
          </a:prstGeom>
        </p:spPr>
        <p:txBody>
          <a:bodyPr spcFirstLastPara="1" vert="horz" wrap="square" lIns="0" tIns="24169" rIns="0" bIns="0" rtlCol="0" anchor="t" anchorCtr="0">
            <a:spAutoFit/>
          </a:bodyPr>
          <a:lstStyle/>
          <a:p>
            <a:pPr marL="20141">
              <a:spcBef>
                <a:spcPts val="190"/>
              </a:spcBef>
            </a:pPr>
            <a:r>
              <a:rPr b="1" spc="825" dirty="0"/>
              <a:t>T</a:t>
            </a:r>
            <a:r>
              <a:rPr b="1" cap="small" spc="444" dirty="0"/>
              <a:t>ypes</a:t>
            </a:r>
            <a:r>
              <a:rPr b="1" spc="444" dirty="0"/>
              <a:t> </a:t>
            </a:r>
            <a:r>
              <a:rPr b="1" spc="-190" dirty="0"/>
              <a:t> </a:t>
            </a:r>
            <a:r>
              <a:rPr b="1" cap="small" spc="396" dirty="0"/>
              <a:t>of</a:t>
            </a:r>
            <a:r>
              <a:rPr b="1" dirty="0"/>
              <a:t> </a:t>
            </a:r>
            <a:r>
              <a:rPr b="1" spc="-190" dirty="0"/>
              <a:t> </a:t>
            </a:r>
            <a:r>
              <a:rPr b="1" spc="555" dirty="0"/>
              <a:t>RNN</a:t>
            </a:r>
            <a:r>
              <a:rPr b="1" dirty="0"/>
              <a:t> </a:t>
            </a:r>
            <a:r>
              <a:rPr b="1" spc="-190" dirty="0"/>
              <a:t> </a:t>
            </a:r>
            <a:r>
              <a:rPr b="1" cap="small" spc="363" dirty="0"/>
              <a:t>and</a:t>
            </a:r>
            <a:r>
              <a:rPr b="1" dirty="0"/>
              <a:t> </a:t>
            </a:r>
            <a:r>
              <a:rPr b="1" spc="-190" dirty="0"/>
              <a:t> </a:t>
            </a:r>
            <a:r>
              <a:rPr b="1" spc="658" dirty="0"/>
              <a:t>A</a:t>
            </a:r>
            <a:r>
              <a:rPr b="1" cap="small" spc="412" dirty="0"/>
              <a:t>pplic</a:t>
            </a:r>
            <a:r>
              <a:rPr b="1" cap="small" spc="246" dirty="0"/>
              <a:t>a</a:t>
            </a:r>
            <a:r>
              <a:rPr b="1" cap="small" spc="341" dirty="0"/>
              <a:t>t</a:t>
            </a:r>
            <a:r>
              <a:rPr cap="small" spc="341" dirty="0"/>
              <a:t>ions</a:t>
            </a:r>
          </a:p>
        </p:txBody>
      </p:sp>
      <p:sp>
        <p:nvSpPr>
          <p:cNvPr id="9" name="object 9"/>
          <p:cNvSpPr txBox="1"/>
          <p:nvPr/>
        </p:nvSpPr>
        <p:spPr>
          <a:xfrm>
            <a:off x="704934" y="1978850"/>
            <a:ext cx="7613286" cy="2170423"/>
          </a:xfrm>
          <a:prstGeom prst="rect">
            <a:avLst/>
          </a:prstGeom>
        </p:spPr>
        <p:txBody>
          <a:bodyPr vert="horz" wrap="square" lIns="0" tIns="19134" rIns="0" bIns="0" rtlCol="0">
            <a:spAutoFit/>
          </a:bodyPr>
          <a:lstStyle/>
          <a:p>
            <a:pPr marL="292043" marR="8056" lvl="0" indent="-271903" algn="l" defTabSz="1450147"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sz="1903" b="1" i="0" u="none" strike="noStrike" kern="1200" cap="none" spc="24" normalizeH="0" baseline="0" noProof="0" dirty="0">
                <a:ln>
                  <a:noFill/>
                </a:ln>
                <a:solidFill>
                  <a:prstClr val="black"/>
                </a:solidFill>
                <a:effectLst/>
                <a:uLnTx/>
                <a:uFillTx/>
                <a:latin typeface="Calibri"/>
                <a:ea typeface="+mn-ea"/>
                <a:cs typeface="Microsoft Sans Serif"/>
                <a:sym typeface="Arial"/>
              </a:rPr>
              <a:t>One</a:t>
            </a:r>
            <a:r>
              <a:rPr kumimoji="0" sz="1903" b="1" i="0" u="none" strike="noStrike" kern="1200" cap="none" spc="40" normalizeH="0" baseline="0" noProof="0" dirty="0">
                <a:ln>
                  <a:noFill/>
                </a:ln>
                <a:solidFill>
                  <a:prstClr val="black"/>
                </a:solidFill>
                <a:effectLst/>
                <a:uLnTx/>
                <a:uFillTx/>
                <a:latin typeface="Calibri"/>
                <a:ea typeface="+mn-ea"/>
                <a:cs typeface="Microsoft Sans Serif"/>
                <a:sym typeface="Arial"/>
              </a:rPr>
              <a:t> </a:t>
            </a: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to</a:t>
            </a:r>
            <a:r>
              <a:rPr kumimoji="0" sz="1903" b="1" i="0" u="none" strike="noStrike" kern="1200" cap="none" spc="40" normalizeH="0" baseline="0" noProof="0" dirty="0">
                <a:ln>
                  <a:noFill/>
                </a:ln>
                <a:solidFill>
                  <a:prstClr val="black"/>
                </a:solidFill>
                <a:effectLst/>
                <a:uLnTx/>
                <a:uFillTx/>
                <a:latin typeface="Calibri"/>
                <a:ea typeface="+mn-ea"/>
                <a:cs typeface="Microsoft Sans Serif"/>
                <a:sym typeface="Arial"/>
              </a:rPr>
              <a:t> </a:t>
            </a: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one</a:t>
            </a:r>
            <a:r>
              <a:rPr kumimoji="0" sz="1903" b="1" i="0" u="none" strike="noStrike" kern="1200" cap="none" spc="48"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460" normalizeH="0" baseline="0" noProof="0" dirty="0">
                <a:ln>
                  <a:noFill/>
                </a:ln>
                <a:solidFill>
                  <a:prstClr val="black"/>
                </a:solidFill>
                <a:effectLst/>
                <a:uLnTx/>
                <a:uFillTx/>
                <a:latin typeface="Calibri"/>
                <a:ea typeface="+mn-ea"/>
                <a:cs typeface="Microsoft Sans Serif"/>
                <a:sym typeface="Arial"/>
              </a:rPr>
              <a:t>–</a:t>
            </a:r>
            <a:r>
              <a:rPr kumimoji="0" sz="1903" b="0" i="0" u="none" strike="noStrike" kern="1200" cap="none" spc="40"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Generic</a:t>
            </a:r>
            <a:r>
              <a:rPr kumimoji="0" sz="1903" b="0" i="0" u="none" strike="noStrike" kern="1200" cap="none" spc="48"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8" normalizeH="0" baseline="0" noProof="0" dirty="0">
                <a:ln>
                  <a:noFill/>
                </a:ln>
                <a:solidFill>
                  <a:prstClr val="black"/>
                </a:solidFill>
                <a:effectLst/>
                <a:uLnTx/>
                <a:uFillTx/>
                <a:latin typeface="Calibri"/>
                <a:ea typeface="+mn-ea"/>
                <a:cs typeface="Microsoft Sans Serif"/>
                <a:sym typeface="Arial"/>
              </a:rPr>
              <a:t>neural</a:t>
            </a:r>
            <a:r>
              <a:rPr kumimoji="0" sz="1903" b="0" i="0" u="none" strike="noStrike" kern="1200" cap="none" spc="40"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network,</a:t>
            </a:r>
            <a:r>
              <a:rPr kumimoji="0" sz="1903" b="0" i="0" u="none" strike="noStrike" kern="1200" cap="none" spc="48"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Image</a:t>
            </a:r>
            <a:r>
              <a:rPr kumimoji="0" lang="en-IN" sz="1903" b="0" i="0" u="none" strike="noStrike" kern="1200" cap="none" spc="16"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8" normalizeH="0" baseline="0" noProof="0" dirty="0">
                <a:ln>
                  <a:noFill/>
                </a:ln>
                <a:solidFill>
                  <a:prstClr val="black"/>
                </a:solidFill>
                <a:effectLst/>
                <a:uLnTx/>
                <a:uFillTx/>
                <a:latin typeface="Calibri"/>
                <a:ea typeface="+mn-ea"/>
                <a:cs typeface="Microsoft Sans Serif"/>
                <a:sym typeface="Arial"/>
              </a:rPr>
              <a:t>classification </a:t>
            </a:r>
            <a:r>
              <a:rPr kumimoji="0" sz="1903" b="0" i="0" u="none" strike="noStrike" kern="1200" cap="none" spc="-412" normalizeH="0" baseline="0" noProof="0" dirty="0">
                <a:ln>
                  <a:noFill/>
                </a:ln>
                <a:solidFill>
                  <a:prstClr val="black"/>
                </a:solidFill>
                <a:effectLst/>
                <a:uLnTx/>
                <a:uFillTx/>
                <a:latin typeface="Calibri"/>
                <a:ea typeface="+mn-ea"/>
                <a:cs typeface="Microsoft Sans Serif"/>
                <a:sym typeface="Arial"/>
              </a:rPr>
              <a:t> </a:t>
            </a:r>
            <a:endParaRPr kumimoji="0" lang="en-IN" sz="1903" b="0" i="0" u="none" strike="noStrike" kern="1200" cap="none" spc="-412" normalizeH="0" baseline="0" noProof="0" dirty="0">
              <a:ln>
                <a:noFill/>
              </a:ln>
              <a:solidFill>
                <a:prstClr val="black"/>
              </a:solidFill>
              <a:effectLst/>
              <a:uLnTx/>
              <a:uFillTx/>
              <a:latin typeface="Calibri"/>
              <a:ea typeface="+mn-ea"/>
              <a:cs typeface="Microsoft Sans Serif"/>
              <a:sym typeface="Arial"/>
            </a:endParaRPr>
          </a:p>
          <a:p>
            <a:pPr marL="292043" marR="8056" lvl="0" indent="-271903" algn="l" defTabSz="1450147"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sz="1903" b="1" i="0" u="none" strike="noStrike" kern="1200" cap="none" spc="24" normalizeH="0" baseline="0" noProof="0" dirty="0">
                <a:ln>
                  <a:noFill/>
                </a:ln>
                <a:solidFill>
                  <a:prstClr val="black"/>
                </a:solidFill>
                <a:effectLst/>
                <a:uLnTx/>
                <a:uFillTx/>
                <a:latin typeface="Calibri"/>
                <a:ea typeface="+mn-ea"/>
                <a:cs typeface="Microsoft Sans Serif"/>
                <a:sym typeface="Arial"/>
              </a:rPr>
              <a:t>One</a:t>
            </a:r>
            <a:r>
              <a:rPr kumimoji="0" sz="1903" b="1"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to</a:t>
            </a:r>
            <a:r>
              <a:rPr kumimoji="0" sz="1903" b="1"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many</a:t>
            </a:r>
            <a:r>
              <a:rPr kumimoji="0" sz="1903" b="1"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460" normalizeH="0" baseline="0" noProof="0" dirty="0">
                <a:ln>
                  <a:noFill/>
                </a:ln>
                <a:solidFill>
                  <a:prstClr val="black"/>
                </a:solidFill>
                <a:effectLst/>
                <a:uLnTx/>
                <a:uFillTx/>
                <a:latin typeface="Calibri"/>
                <a:ea typeface="+mn-ea"/>
                <a:cs typeface="Microsoft Sans Serif"/>
                <a:sym typeface="Arial"/>
              </a:rPr>
              <a:t>–</a:t>
            </a:r>
            <a:r>
              <a:rPr kumimoji="0" sz="1903"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Music</a:t>
            </a:r>
            <a:r>
              <a:rPr kumimoji="0" sz="1903"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8" normalizeH="0" baseline="0" noProof="0" dirty="0">
                <a:ln>
                  <a:noFill/>
                </a:ln>
                <a:solidFill>
                  <a:prstClr val="black"/>
                </a:solidFill>
                <a:effectLst/>
                <a:uLnTx/>
                <a:uFillTx/>
                <a:latin typeface="Calibri"/>
                <a:ea typeface="+mn-ea"/>
                <a:cs typeface="Microsoft Sans Serif"/>
                <a:sym typeface="Arial"/>
              </a:rPr>
              <a:t>generation,</a:t>
            </a:r>
            <a:r>
              <a:rPr kumimoji="0" sz="1903"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Image</a:t>
            </a:r>
            <a:r>
              <a:rPr kumimoji="0" sz="1903"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Captioning</a:t>
            </a:r>
            <a:endParaRPr kumimoji="0" sz="1903" b="0" i="0" u="none" strike="noStrike" kern="1200" cap="none" spc="0" normalizeH="0" baseline="0" noProof="0" dirty="0">
              <a:ln>
                <a:noFill/>
              </a:ln>
              <a:solidFill>
                <a:prstClr val="black"/>
              </a:solidFill>
              <a:effectLst/>
              <a:uLnTx/>
              <a:uFillTx/>
              <a:latin typeface="Calibri"/>
              <a:ea typeface="+mn-ea"/>
              <a:cs typeface="Microsoft Sans Serif"/>
              <a:sym typeface="Arial"/>
            </a:endParaRPr>
          </a:p>
          <a:p>
            <a:pPr marL="292043" marR="738165" lvl="0" indent="-271903" algn="l" defTabSz="1450147"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Many</a:t>
            </a:r>
            <a:r>
              <a:rPr kumimoji="0" sz="1903" b="1"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to</a:t>
            </a:r>
            <a:r>
              <a:rPr kumimoji="0" sz="1903" b="1"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one</a:t>
            </a:r>
            <a:r>
              <a:rPr kumimoji="0" sz="1903" b="1"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460" normalizeH="0" baseline="0" noProof="0" dirty="0">
                <a:ln>
                  <a:noFill/>
                </a:ln>
                <a:solidFill>
                  <a:prstClr val="black"/>
                </a:solidFill>
                <a:effectLst/>
                <a:uLnTx/>
                <a:uFillTx/>
                <a:latin typeface="Calibri"/>
                <a:ea typeface="+mn-ea"/>
                <a:cs typeface="Microsoft Sans Serif"/>
                <a:sym typeface="Arial"/>
              </a:rPr>
              <a:t>–</a:t>
            </a:r>
            <a:r>
              <a:rPr kumimoji="0" sz="1903"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8" normalizeH="0" baseline="0" noProof="0" dirty="0">
                <a:ln>
                  <a:noFill/>
                </a:ln>
                <a:solidFill>
                  <a:prstClr val="black"/>
                </a:solidFill>
                <a:effectLst/>
                <a:uLnTx/>
                <a:uFillTx/>
                <a:latin typeface="Calibri"/>
                <a:ea typeface="+mn-ea"/>
                <a:cs typeface="Microsoft Sans Serif"/>
                <a:sym typeface="Arial"/>
              </a:rPr>
              <a:t>Movie</a:t>
            </a:r>
            <a:r>
              <a:rPr kumimoji="0" sz="1903"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0" normalizeH="0" baseline="0" noProof="0" dirty="0">
                <a:ln>
                  <a:noFill/>
                </a:ln>
                <a:solidFill>
                  <a:prstClr val="black"/>
                </a:solidFill>
                <a:effectLst/>
                <a:uLnTx/>
                <a:uFillTx/>
                <a:latin typeface="Calibri"/>
                <a:ea typeface="+mn-ea"/>
                <a:cs typeface="Microsoft Sans Serif"/>
                <a:sym typeface="Arial"/>
              </a:rPr>
              <a:t>review</a:t>
            </a:r>
            <a:r>
              <a:rPr kumimoji="0" sz="1903"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or</a:t>
            </a:r>
            <a:r>
              <a:rPr kumimoji="0" sz="1903"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Sentiment</a:t>
            </a:r>
            <a:r>
              <a:rPr kumimoji="0" sz="1903"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Analysis </a:t>
            </a:r>
            <a:r>
              <a:rPr kumimoji="0" sz="1903" b="0" i="0" u="none" strike="noStrike" kern="1200" cap="none" spc="-420" normalizeH="0" baseline="0" noProof="0" dirty="0">
                <a:ln>
                  <a:noFill/>
                </a:ln>
                <a:solidFill>
                  <a:prstClr val="black"/>
                </a:solidFill>
                <a:effectLst/>
                <a:uLnTx/>
                <a:uFillTx/>
                <a:latin typeface="Calibri"/>
                <a:ea typeface="+mn-ea"/>
                <a:cs typeface="Microsoft Sans Serif"/>
                <a:sym typeface="Arial"/>
              </a:rPr>
              <a:t> </a:t>
            </a:r>
            <a:endParaRPr kumimoji="0" lang="en-IN" sz="1903" b="0" i="0" u="none" strike="noStrike" kern="1200" cap="none" spc="-420" normalizeH="0" baseline="0" noProof="0" dirty="0">
              <a:ln>
                <a:noFill/>
              </a:ln>
              <a:solidFill>
                <a:prstClr val="black"/>
              </a:solidFill>
              <a:effectLst/>
              <a:uLnTx/>
              <a:uFillTx/>
              <a:latin typeface="Calibri"/>
              <a:ea typeface="+mn-ea"/>
              <a:cs typeface="Microsoft Sans Serif"/>
              <a:sym typeface="Arial"/>
            </a:endParaRPr>
          </a:p>
          <a:p>
            <a:pPr marL="292043" marR="738165" lvl="0" indent="-271903" algn="l" defTabSz="1450147"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Many</a:t>
            </a:r>
            <a:r>
              <a:rPr kumimoji="0" sz="1903" b="1"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to</a:t>
            </a:r>
            <a:r>
              <a:rPr kumimoji="0" sz="1903" b="1"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many</a:t>
            </a:r>
            <a:r>
              <a:rPr kumimoji="0" sz="1903" b="1"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460" normalizeH="0" baseline="0" noProof="0" dirty="0">
                <a:ln>
                  <a:noFill/>
                </a:ln>
                <a:solidFill>
                  <a:prstClr val="black"/>
                </a:solidFill>
                <a:effectLst/>
                <a:uLnTx/>
                <a:uFillTx/>
                <a:latin typeface="Calibri"/>
                <a:ea typeface="+mn-ea"/>
                <a:cs typeface="Microsoft Sans Serif"/>
                <a:sym typeface="Arial"/>
              </a:rPr>
              <a:t>–</a:t>
            </a:r>
            <a:r>
              <a:rPr kumimoji="0" sz="1903"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Machine</a:t>
            </a:r>
            <a:r>
              <a:rPr kumimoji="0" sz="1903" b="0" i="0" u="none" strike="noStrike" kern="1200" cap="none" spc="24"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8" normalizeH="0" baseline="0" noProof="0" dirty="0">
                <a:ln>
                  <a:noFill/>
                </a:ln>
                <a:solidFill>
                  <a:prstClr val="black"/>
                </a:solidFill>
                <a:effectLst/>
                <a:uLnTx/>
                <a:uFillTx/>
                <a:latin typeface="Calibri"/>
                <a:ea typeface="+mn-ea"/>
                <a:cs typeface="Microsoft Sans Serif"/>
                <a:sym typeface="Arial"/>
              </a:rPr>
              <a:t>translation</a:t>
            </a:r>
            <a:r>
              <a:rPr kumimoji="0" lang="en-IN" sz="1903" b="0" i="0" u="none" strike="noStrike" kern="1200" cap="none" spc="8"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Synced</a:t>
            </a:r>
            <a:r>
              <a:rPr kumimoji="0" sz="1903" b="0" i="0" u="none" strike="noStrike" kern="1200" cap="none" spc="24" normalizeH="0" baseline="0" noProof="0" dirty="0">
                <a:ln>
                  <a:noFill/>
                </a:ln>
                <a:solidFill>
                  <a:prstClr val="black"/>
                </a:solidFill>
                <a:effectLst/>
                <a:uLnTx/>
                <a:uFillTx/>
                <a:latin typeface="Calibri"/>
                <a:ea typeface="+mn-ea"/>
                <a:cs typeface="Microsoft Sans Serif"/>
                <a:sym typeface="Arial"/>
              </a:rPr>
              <a:t> </a:t>
            </a:r>
            <a:endParaRPr kumimoji="0" lang="en-IN" sz="1903" b="0" i="0" u="none" strike="noStrike" kern="1200" cap="none" spc="24" normalizeH="0" baseline="0" noProof="0" dirty="0">
              <a:ln>
                <a:noFill/>
              </a:ln>
              <a:solidFill>
                <a:prstClr val="black"/>
              </a:solidFill>
              <a:effectLst/>
              <a:uLnTx/>
              <a:uFillTx/>
              <a:latin typeface="Calibri"/>
              <a:ea typeface="+mn-ea"/>
              <a:cs typeface="Microsoft Sans Serif"/>
              <a:sym typeface="Arial"/>
            </a:endParaRPr>
          </a:p>
          <a:p>
            <a:pPr marL="292043" marR="0" lvl="0" indent="-271903" algn="l" defTabSz="1450147"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Many</a:t>
            </a:r>
            <a:r>
              <a:rPr kumimoji="0" sz="1903" b="1"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to</a:t>
            </a:r>
            <a:r>
              <a:rPr kumimoji="0" sz="1903" b="1"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1" i="0" u="none" strike="noStrike" kern="1200" cap="none" spc="16" normalizeH="0" baseline="0" noProof="0" dirty="0">
                <a:ln>
                  <a:noFill/>
                </a:ln>
                <a:solidFill>
                  <a:prstClr val="black"/>
                </a:solidFill>
                <a:effectLst/>
                <a:uLnTx/>
                <a:uFillTx/>
                <a:latin typeface="Calibri"/>
                <a:ea typeface="+mn-ea"/>
                <a:cs typeface="Microsoft Sans Serif"/>
                <a:sym typeface="Arial"/>
              </a:rPr>
              <a:t>many</a:t>
            </a:r>
            <a:r>
              <a:rPr kumimoji="0" sz="1903" b="1"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460" normalizeH="0" baseline="0" noProof="0" dirty="0">
                <a:ln>
                  <a:noFill/>
                </a:ln>
                <a:solidFill>
                  <a:prstClr val="black"/>
                </a:solidFill>
                <a:effectLst/>
                <a:uLnTx/>
                <a:uFillTx/>
                <a:latin typeface="Calibri"/>
                <a:ea typeface="+mn-ea"/>
                <a:cs typeface="Microsoft Sans Serif"/>
                <a:sym typeface="Arial"/>
              </a:rPr>
              <a:t>–</a:t>
            </a:r>
            <a:r>
              <a:rPr kumimoji="0" sz="1903"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16" normalizeH="0" baseline="0" noProof="0" dirty="0">
                <a:ln>
                  <a:noFill/>
                </a:ln>
                <a:solidFill>
                  <a:prstClr val="black"/>
                </a:solidFill>
                <a:effectLst/>
                <a:uLnTx/>
                <a:uFillTx/>
                <a:latin typeface="Calibri"/>
                <a:ea typeface="+mn-ea"/>
                <a:cs typeface="Microsoft Sans Serif"/>
                <a:sym typeface="Arial"/>
              </a:rPr>
              <a:t>Video</a:t>
            </a:r>
            <a:r>
              <a:rPr kumimoji="0" sz="1903" b="0" i="0" u="none" strike="noStrike" kern="1200" cap="none" spc="32" normalizeH="0" baseline="0" noProof="0" dirty="0">
                <a:ln>
                  <a:noFill/>
                </a:ln>
                <a:solidFill>
                  <a:prstClr val="black"/>
                </a:solidFill>
                <a:effectLst/>
                <a:uLnTx/>
                <a:uFillTx/>
                <a:latin typeface="Calibri"/>
                <a:ea typeface="+mn-ea"/>
                <a:cs typeface="Microsoft Sans Serif"/>
                <a:sym typeface="Arial"/>
              </a:rPr>
              <a:t> </a:t>
            </a:r>
            <a:r>
              <a:rPr kumimoji="0" sz="1903" b="0" i="0" u="none" strike="noStrike" kern="1200" cap="none" spc="8" normalizeH="0" baseline="0" noProof="0" dirty="0">
                <a:ln>
                  <a:noFill/>
                </a:ln>
                <a:solidFill>
                  <a:prstClr val="black"/>
                </a:solidFill>
                <a:effectLst/>
                <a:uLnTx/>
                <a:uFillTx/>
                <a:latin typeface="Calibri"/>
                <a:ea typeface="+mn-ea"/>
                <a:cs typeface="Microsoft Sans Serif"/>
                <a:sym typeface="Arial"/>
              </a:rPr>
              <a:t>classification</a:t>
            </a:r>
            <a:endParaRPr kumimoji="0" sz="1903" b="0" i="0" u="none" strike="noStrike" kern="1200" cap="none" spc="0" normalizeH="0" baseline="0" noProof="0" dirty="0">
              <a:ln>
                <a:noFill/>
              </a:ln>
              <a:solidFill>
                <a:prstClr val="black"/>
              </a:solidFill>
              <a:effectLst/>
              <a:uLnTx/>
              <a:uFillTx/>
              <a:latin typeface="Calibri"/>
              <a:ea typeface="+mn-ea"/>
              <a:cs typeface="Microsoft Sans Serif"/>
              <a:sym typeface="Arial"/>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9EF7ED32-43F1-4780-8D8D-A8FAB8DE9756}"/>
                  </a:ext>
                </a:extLst>
              </p14:cNvPr>
              <p14:cNvContentPartPr/>
              <p14:nvPr/>
            </p14:nvContentPartPr>
            <p14:xfrm>
              <a:off x="1066680" y="2158920"/>
              <a:ext cx="6072480" cy="1873800"/>
            </p14:xfrm>
          </p:contentPart>
        </mc:Choice>
        <mc:Fallback>
          <p:pic>
            <p:nvPicPr>
              <p:cNvPr id="3" name="Ink 2">
                <a:extLst>
                  <a:ext uri="{FF2B5EF4-FFF2-40B4-BE49-F238E27FC236}">
                    <a16:creationId xmlns:a16="http://schemas.microsoft.com/office/drawing/2014/main" id="{9EF7ED32-43F1-4780-8D8D-A8FAB8DE9756}"/>
                  </a:ext>
                </a:extLst>
              </p:cNvPr>
              <p:cNvPicPr/>
              <p:nvPr/>
            </p:nvPicPr>
            <p:blipFill>
              <a:blip r:embed="rId3"/>
              <a:stretch>
                <a:fillRect/>
              </a:stretch>
            </p:blipFill>
            <p:spPr>
              <a:xfrm>
                <a:off x="1057320" y="2149560"/>
                <a:ext cx="6091200" cy="1892520"/>
              </a:xfrm>
              <a:prstGeom prst="rect">
                <a:avLst/>
              </a:prstGeom>
            </p:spPr>
          </p:pic>
        </mc:Fallback>
      </mc:AlternateContent>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2" y="424934"/>
            <a:ext cx="8160907" cy="369332"/>
          </a:xfrm>
        </p:spPr>
        <p:txBody>
          <a:bodyPr/>
          <a:lstStyle/>
          <a:p>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M</a:t>
            </a:r>
            <a:r>
              <a:rPr lang="en-US" sz="2400" b="1" cap="small" dirty="0">
                <a:solidFill>
                  <a:schemeClr val="bg1"/>
                </a:solidFill>
                <a:latin typeface="Calibri" panose="020F0502020204030204" pitchFamily="34" charset="0"/>
                <a:ea typeface="Calibri" panose="020F0502020204030204" pitchFamily="34" charset="0"/>
                <a:cs typeface="Calibri" panose="020F0502020204030204" pitchFamily="34" charset="0"/>
              </a:rPr>
              <a:t>otivation</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W</a:t>
            </a:r>
            <a:r>
              <a:rPr lang="en-US" sz="2400" b="1" cap="small" dirty="0">
                <a:solidFill>
                  <a:schemeClr val="bg1"/>
                </a:solidFill>
                <a:latin typeface="Calibri" panose="020F0502020204030204" pitchFamily="34" charset="0"/>
                <a:ea typeface="Calibri" panose="020F0502020204030204" pitchFamily="34" charset="0"/>
                <a:cs typeface="Calibri" panose="020F0502020204030204" pitchFamily="34" charset="0"/>
              </a:rPr>
              <a:t>hy</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S</a:t>
            </a:r>
            <a:r>
              <a:rPr lang="en-US" sz="2400" b="1" cap="small" dirty="0">
                <a:solidFill>
                  <a:schemeClr val="bg1"/>
                </a:solidFill>
                <a:latin typeface="Calibri" panose="020F0502020204030204" pitchFamily="34" charset="0"/>
                <a:ea typeface="Calibri" panose="020F0502020204030204" pitchFamily="34" charset="0"/>
                <a:cs typeface="Calibri" panose="020F0502020204030204" pitchFamily="34" charset="0"/>
              </a:rPr>
              <a:t>equence</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 M</a:t>
            </a:r>
            <a:r>
              <a:rPr lang="en-US" sz="2400" b="1" cap="small" dirty="0">
                <a:solidFill>
                  <a:schemeClr val="bg1"/>
                </a:solidFill>
                <a:latin typeface="Calibri" panose="020F0502020204030204" pitchFamily="34" charset="0"/>
                <a:ea typeface="Calibri" panose="020F0502020204030204" pitchFamily="34" charset="0"/>
                <a:cs typeface="Calibri" panose="020F0502020204030204" pitchFamily="34" charset="0"/>
              </a:rPr>
              <a:t>odels</a:t>
            </a: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en-IN"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Google Shape;94;p4">
            <a:extLst>
              <a:ext uri="{FF2B5EF4-FFF2-40B4-BE49-F238E27FC236}">
                <a16:creationId xmlns:a16="http://schemas.microsoft.com/office/drawing/2014/main" id="{00FBC2BF-7824-4783-8391-39D13C6E3466}"/>
              </a:ext>
            </a:extLst>
          </p:cNvPr>
          <p:cNvSpPr txBox="1"/>
          <p:nvPr/>
        </p:nvSpPr>
        <p:spPr>
          <a:xfrm>
            <a:off x="901271" y="1559314"/>
            <a:ext cx="7601706" cy="2562773"/>
          </a:xfrm>
          <a:prstGeom prst="rect">
            <a:avLst/>
          </a:prstGeom>
          <a:noFill/>
          <a:ln>
            <a:noFill/>
          </a:ln>
        </p:spPr>
        <p:txBody>
          <a:bodyPr spcFirstLastPara="1" wrap="square" lIns="0" tIns="59392" rIns="0" bIns="0" anchor="t" anchorCtr="0">
            <a:spAutoFit/>
          </a:bodyPr>
          <a:lstStyle/>
          <a:p>
            <a:pPr marL="326032" indent="-285750" defTabSz="1450147" hangingPunct="1">
              <a:buClr>
                <a:srgbClr val="000000"/>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sym typeface="Tahoma"/>
              </a:rPr>
              <a:t>Many real-world problems involve sequential data:</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86001" defTabSz="1450147" hangingPunct="1">
              <a:spcBef>
                <a:spcPts val="309"/>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Natural Language</a:t>
            </a:r>
            <a:r>
              <a:rPr lang="en-US" dirty="0">
                <a:latin typeface="Calibri" panose="020F0502020204030204" pitchFamily="34" charset="0"/>
                <a:ea typeface="Calibri" panose="020F0502020204030204" pitchFamily="34" charset="0"/>
                <a:cs typeface="Calibri" panose="020F0502020204030204" pitchFamily="34" charset="0"/>
                <a:sym typeface="Tahoma"/>
              </a:rPr>
              <a:t>: ”The cat sat on the </a:t>
            </a:r>
            <a:r>
              <a:rPr lang="en-US" u="sng" dirty="0">
                <a:latin typeface="Calibri" panose="020F0502020204030204" pitchFamily="34" charset="0"/>
                <a:ea typeface="Calibri" panose="020F0502020204030204" pitchFamily="34" charset="0"/>
                <a:cs typeface="Calibri" panose="020F0502020204030204" pitchFamily="34" charset="0"/>
                <a:sym typeface="Times New Roman"/>
              </a:rPr>
              <a:t>  </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86001" defTabSz="1450147" hangingPunct="1">
              <a:spcBef>
                <a:spcPts val="341"/>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Time Series Forecasting</a:t>
            </a:r>
            <a:r>
              <a:rPr lang="en-US" dirty="0">
                <a:latin typeface="Calibri" panose="020F0502020204030204" pitchFamily="34" charset="0"/>
                <a:ea typeface="Calibri" panose="020F0502020204030204" pitchFamily="34" charset="0"/>
                <a:cs typeface="Calibri" panose="020F0502020204030204" pitchFamily="34" charset="0"/>
                <a:sym typeface="Tahoma"/>
              </a:rPr>
              <a:t>: Stock prices, temperature prediction, sensor data</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86001" defTabSz="1450147" hangingPunct="1">
              <a:spcBef>
                <a:spcPts val="341"/>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Speech</a:t>
            </a:r>
            <a:r>
              <a:rPr lang="en-US" dirty="0">
                <a:latin typeface="Calibri" panose="020F0502020204030204" pitchFamily="34" charset="0"/>
                <a:ea typeface="Calibri" panose="020F0502020204030204" pitchFamily="34" charset="0"/>
                <a:cs typeface="Calibri" panose="020F0502020204030204" pitchFamily="34" charset="0"/>
                <a:sym typeface="Tahoma"/>
              </a:rPr>
              <a:t>: Audio signals over time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86001" defTabSz="1450147" hangingPunct="1">
              <a:spcBef>
                <a:spcPts val="341"/>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Video</a:t>
            </a:r>
            <a:r>
              <a:rPr lang="en-US" dirty="0">
                <a:latin typeface="Calibri" panose="020F0502020204030204" pitchFamily="34" charset="0"/>
                <a:ea typeface="Calibri" panose="020F0502020204030204" pitchFamily="34" charset="0"/>
                <a:cs typeface="Calibri" panose="020F0502020204030204" pitchFamily="34" charset="0"/>
                <a:sym typeface="Tahoma"/>
              </a:rPr>
              <a:t>: Frame sequences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40282" marR="3434029" indent="245719" defTabSz="1450147" hangingPunct="1">
              <a:lnSpc>
                <a:spcPct val="116300"/>
              </a:lnSpc>
              <a:spcBef>
                <a:spcPts val="48"/>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Genomics</a:t>
            </a:r>
            <a:r>
              <a:rPr lang="en-US" dirty="0">
                <a:latin typeface="Calibri" panose="020F0502020204030204" pitchFamily="34" charset="0"/>
                <a:ea typeface="Calibri" panose="020F0502020204030204" pitchFamily="34" charset="0"/>
                <a:cs typeface="Calibri" panose="020F0502020204030204" pitchFamily="34" charset="0"/>
                <a:sym typeface="Tahoma"/>
              </a:rPr>
              <a:t>: DNA/protein sequences Key</a:t>
            </a:r>
          </a:p>
          <a:p>
            <a:pPr marL="326032" marR="3434029" indent="-285750" defTabSz="1450147" hangingPunct="1">
              <a:lnSpc>
                <a:spcPct val="116300"/>
              </a:lnSpc>
              <a:spcBef>
                <a:spcPts val="48"/>
              </a:spcBef>
              <a:buClr>
                <a:srgbClr val="000000"/>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sym typeface="Tahoma"/>
              </a:rPr>
              <a:t>characteristics: </a:t>
            </a: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Order matters </a:t>
            </a:r>
          </a:p>
          <a:p>
            <a:pPr marL="326032" marR="3434029" indent="-285750" defTabSz="1450147" hangingPunct="1">
              <a:lnSpc>
                <a:spcPct val="116300"/>
              </a:lnSpc>
              <a:spcBef>
                <a:spcPts val="48"/>
              </a:spcBef>
              <a:buClr>
                <a:srgbClr val="000000"/>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sym typeface="Tahoma"/>
              </a:rPr>
              <a:t>Dependencies exist across time steps</a:t>
            </a:r>
          </a:p>
        </p:txBody>
      </p:sp>
      <p:sp>
        <p:nvSpPr>
          <p:cNvPr id="14" name="Google Shape;95;p4">
            <a:extLst>
              <a:ext uri="{FF2B5EF4-FFF2-40B4-BE49-F238E27FC236}">
                <a16:creationId xmlns:a16="http://schemas.microsoft.com/office/drawing/2014/main" id="{25099541-36F9-4D37-B199-70D5A7B39219}"/>
              </a:ext>
            </a:extLst>
          </p:cNvPr>
          <p:cNvSpPr txBox="1"/>
          <p:nvPr/>
        </p:nvSpPr>
        <p:spPr>
          <a:xfrm>
            <a:off x="2427048" y="4876458"/>
            <a:ext cx="413897" cy="281646"/>
          </a:xfrm>
          <a:prstGeom prst="rect">
            <a:avLst/>
          </a:prstGeom>
          <a:noFill/>
          <a:ln>
            <a:noFill/>
          </a:ln>
        </p:spPr>
        <p:txBody>
          <a:bodyPr spcFirstLastPara="1" wrap="square" lIns="0" tIns="25176" rIns="0" bIns="0" anchor="t" anchorCtr="0">
            <a:spAutoFit/>
          </a:bodyPr>
          <a:lstStyle/>
          <a:p>
            <a:pPr marL="20141" defTabSz="1450147" hangingPunct="1">
              <a:buClr>
                <a:srgbClr val="000000"/>
              </a:buClr>
            </a:pPr>
            <a:r>
              <a:rPr lang="en-US" sz="1665">
                <a:latin typeface="Tahoma"/>
                <a:ea typeface="Tahoma"/>
                <a:cs typeface="Tahoma"/>
                <a:sym typeface="Tahoma"/>
              </a:rPr>
              <a:t>The</a:t>
            </a:r>
            <a:endParaRPr sz="1665">
              <a:latin typeface="Tahoma"/>
              <a:ea typeface="Tahoma"/>
              <a:cs typeface="Tahoma"/>
              <a:sym typeface="Tahoma"/>
            </a:endParaRPr>
          </a:p>
        </p:txBody>
      </p:sp>
      <p:grpSp>
        <p:nvGrpSpPr>
          <p:cNvPr id="15" name="Google Shape;96;p4">
            <a:extLst>
              <a:ext uri="{FF2B5EF4-FFF2-40B4-BE49-F238E27FC236}">
                <a16:creationId xmlns:a16="http://schemas.microsoft.com/office/drawing/2014/main" id="{99DB26F8-8A36-4165-9904-03F459A75E62}"/>
              </a:ext>
            </a:extLst>
          </p:cNvPr>
          <p:cNvGrpSpPr/>
          <p:nvPr/>
        </p:nvGrpSpPr>
        <p:grpSpPr>
          <a:xfrm>
            <a:off x="3102240" y="4890309"/>
            <a:ext cx="1783748" cy="293051"/>
            <a:chOff x="1956135" y="2543861"/>
            <a:chExt cx="1124752" cy="184785"/>
          </a:xfrm>
        </p:grpSpPr>
        <p:sp>
          <p:nvSpPr>
            <p:cNvPr id="16" name="Google Shape;97;p4">
              <a:extLst>
                <a:ext uri="{FF2B5EF4-FFF2-40B4-BE49-F238E27FC236}">
                  <a16:creationId xmlns:a16="http://schemas.microsoft.com/office/drawing/2014/main" id="{CCF9BA0D-98B9-4BD9-9E00-1DABC491A735}"/>
                </a:ext>
              </a:extLst>
            </p:cNvPr>
            <p:cNvSpPr/>
            <p:nvPr/>
          </p:nvSpPr>
          <p:spPr>
            <a:xfrm>
              <a:off x="1956135" y="2543861"/>
              <a:ext cx="273685" cy="184785"/>
            </a:xfrm>
            <a:custGeom>
              <a:avLst/>
              <a:gdLst/>
              <a:ahLst/>
              <a:cxnLst/>
              <a:rect l="l" t="t" r="r" b="b"/>
              <a:pathLst>
                <a:path w="273685" h="184785" extrusionOk="0">
                  <a:moveTo>
                    <a:pt x="222764" y="0"/>
                  </a:moveTo>
                  <a:lnTo>
                    <a:pt x="50610" y="0"/>
                  </a:lnTo>
                  <a:lnTo>
                    <a:pt x="30910" y="3977"/>
                  </a:lnTo>
                  <a:lnTo>
                    <a:pt x="14823" y="14823"/>
                  </a:lnTo>
                  <a:lnTo>
                    <a:pt x="3977" y="30910"/>
                  </a:lnTo>
                  <a:lnTo>
                    <a:pt x="0" y="50610"/>
                  </a:lnTo>
                  <a:lnTo>
                    <a:pt x="0" y="134147"/>
                  </a:lnTo>
                  <a:lnTo>
                    <a:pt x="3977" y="153848"/>
                  </a:lnTo>
                  <a:lnTo>
                    <a:pt x="14823" y="169935"/>
                  </a:lnTo>
                  <a:lnTo>
                    <a:pt x="30910" y="180781"/>
                  </a:lnTo>
                  <a:lnTo>
                    <a:pt x="50610" y="184758"/>
                  </a:lnTo>
                  <a:lnTo>
                    <a:pt x="222764" y="184758"/>
                  </a:lnTo>
                  <a:lnTo>
                    <a:pt x="242465" y="180781"/>
                  </a:lnTo>
                  <a:lnTo>
                    <a:pt x="258552" y="169935"/>
                  </a:lnTo>
                  <a:lnTo>
                    <a:pt x="269398" y="153848"/>
                  </a:lnTo>
                  <a:lnTo>
                    <a:pt x="273375" y="134147"/>
                  </a:lnTo>
                  <a:lnTo>
                    <a:pt x="273375" y="50610"/>
                  </a:lnTo>
                  <a:lnTo>
                    <a:pt x="269398" y="30910"/>
                  </a:lnTo>
                  <a:lnTo>
                    <a:pt x="258552" y="14823"/>
                  </a:lnTo>
                  <a:lnTo>
                    <a:pt x="242465" y="3977"/>
                  </a:lnTo>
                  <a:lnTo>
                    <a:pt x="222764" y="0"/>
                  </a:lnTo>
                  <a:close/>
                </a:path>
              </a:pathLst>
            </a:custGeom>
            <a:solidFill>
              <a:srgbClr val="D2E7D2"/>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17" name="Google Shape;98;p4">
              <a:extLst>
                <a:ext uri="{FF2B5EF4-FFF2-40B4-BE49-F238E27FC236}">
                  <a16:creationId xmlns:a16="http://schemas.microsoft.com/office/drawing/2014/main" id="{26790524-48BE-4363-9BB8-45BBD399032B}"/>
                </a:ext>
              </a:extLst>
            </p:cNvPr>
            <p:cNvSpPr/>
            <p:nvPr/>
          </p:nvSpPr>
          <p:spPr>
            <a:xfrm>
              <a:off x="1956135" y="2543861"/>
              <a:ext cx="273685" cy="184785"/>
            </a:xfrm>
            <a:custGeom>
              <a:avLst/>
              <a:gdLst/>
              <a:ahLst/>
              <a:cxnLst/>
              <a:rect l="l" t="t" r="r" b="b"/>
              <a:pathLst>
                <a:path w="273685" h="184785" extrusionOk="0">
                  <a:moveTo>
                    <a:pt x="222764" y="0"/>
                  </a:moveTo>
                  <a:lnTo>
                    <a:pt x="50610" y="0"/>
                  </a:lnTo>
                  <a:lnTo>
                    <a:pt x="30910" y="3977"/>
                  </a:lnTo>
                  <a:lnTo>
                    <a:pt x="14823" y="14823"/>
                  </a:lnTo>
                  <a:lnTo>
                    <a:pt x="3977" y="30910"/>
                  </a:lnTo>
                  <a:lnTo>
                    <a:pt x="0" y="50610"/>
                  </a:lnTo>
                  <a:lnTo>
                    <a:pt x="0" y="134147"/>
                  </a:lnTo>
                  <a:lnTo>
                    <a:pt x="3977" y="153848"/>
                  </a:lnTo>
                  <a:lnTo>
                    <a:pt x="14823" y="169935"/>
                  </a:lnTo>
                  <a:lnTo>
                    <a:pt x="30910" y="180781"/>
                  </a:lnTo>
                  <a:lnTo>
                    <a:pt x="50610" y="184758"/>
                  </a:lnTo>
                  <a:lnTo>
                    <a:pt x="222764" y="184758"/>
                  </a:lnTo>
                  <a:lnTo>
                    <a:pt x="242465" y="180781"/>
                  </a:lnTo>
                  <a:lnTo>
                    <a:pt x="258552" y="169935"/>
                  </a:lnTo>
                  <a:lnTo>
                    <a:pt x="269398" y="153848"/>
                  </a:lnTo>
                  <a:lnTo>
                    <a:pt x="273375" y="134147"/>
                  </a:lnTo>
                  <a:lnTo>
                    <a:pt x="273375" y="50610"/>
                  </a:lnTo>
                  <a:lnTo>
                    <a:pt x="269398" y="30910"/>
                  </a:lnTo>
                  <a:lnTo>
                    <a:pt x="258552" y="14823"/>
                  </a:lnTo>
                  <a:lnTo>
                    <a:pt x="242465" y="3977"/>
                  </a:lnTo>
                  <a:lnTo>
                    <a:pt x="222764"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18" name="Google Shape;99;p4">
              <a:extLst>
                <a:ext uri="{FF2B5EF4-FFF2-40B4-BE49-F238E27FC236}">
                  <a16:creationId xmlns:a16="http://schemas.microsoft.com/office/drawing/2014/main" id="{2E4FC9D9-9CA5-4352-A74B-D6658031F09D}"/>
                </a:ext>
              </a:extLst>
            </p:cNvPr>
            <p:cNvSpPr/>
            <p:nvPr/>
          </p:nvSpPr>
          <p:spPr>
            <a:xfrm>
              <a:off x="2388142" y="2543861"/>
              <a:ext cx="273685" cy="184785"/>
            </a:xfrm>
            <a:custGeom>
              <a:avLst/>
              <a:gdLst/>
              <a:ahLst/>
              <a:cxnLst/>
              <a:rect l="l" t="t" r="r" b="b"/>
              <a:pathLst>
                <a:path w="273685" h="184785" extrusionOk="0">
                  <a:moveTo>
                    <a:pt x="222764" y="0"/>
                  </a:moveTo>
                  <a:lnTo>
                    <a:pt x="50610" y="0"/>
                  </a:lnTo>
                  <a:lnTo>
                    <a:pt x="30910" y="3977"/>
                  </a:lnTo>
                  <a:lnTo>
                    <a:pt x="14823" y="14823"/>
                  </a:lnTo>
                  <a:lnTo>
                    <a:pt x="3977" y="30910"/>
                  </a:lnTo>
                  <a:lnTo>
                    <a:pt x="0" y="50610"/>
                  </a:lnTo>
                  <a:lnTo>
                    <a:pt x="0" y="134147"/>
                  </a:lnTo>
                  <a:lnTo>
                    <a:pt x="3977" y="153848"/>
                  </a:lnTo>
                  <a:lnTo>
                    <a:pt x="14823" y="169935"/>
                  </a:lnTo>
                  <a:lnTo>
                    <a:pt x="30910" y="180781"/>
                  </a:lnTo>
                  <a:lnTo>
                    <a:pt x="50610" y="184758"/>
                  </a:lnTo>
                  <a:lnTo>
                    <a:pt x="222764" y="184758"/>
                  </a:lnTo>
                  <a:lnTo>
                    <a:pt x="242465" y="180781"/>
                  </a:lnTo>
                  <a:lnTo>
                    <a:pt x="258552" y="169935"/>
                  </a:lnTo>
                  <a:lnTo>
                    <a:pt x="269398" y="153848"/>
                  </a:lnTo>
                  <a:lnTo>
                    <a:pt x="273375" y="134147"/>
                  </a:lnTo>
                  <a:lnTo>
                    <a:pt x="273375" y="50610"/>
                  </a:lnTo>
                  <a:lnTo>
                    <a:pt x="269398" y="30910"/>
                  </a:lnTo>
                  <a:lnTo>
                    <a:pt x="258552" y="14823"/>
                  </a:lnTo>
                  <a:lnTo>
                    <a:pt x="242465" y="3977"/>
                  </a:lnTo>
                  <a:lnTo>
                    <a:pt x="222764" y="0"/>
                  </a:lnTo>
                  <a:close/>
                </a:path>
              </a:pathLst>
            </a:custGeom>
            <a:solidFill>
              <a:srgbClr val="D2E7D2"/>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19" name="Google Shape;100;p4">
              <a:extLst>
                <a:ext uri="{FF2B5EF4-FFF2-40B4-BE49-F238E27FC236}">
                  <a16:creationId xmlns:a16="http://schemas.microsoft.com/office/drawing/2014/main" id="{D2F95C42-29B9-483D-8DB6-80055C693DAE}"/>
                </a:ext>
              </a:extLst>
            </p:cNvPr>
            <p:cNvSpPr/>
            <p:nvPr/>
          </p:nvSpPr>
          <p:spPr>
            <a:xfrm>
              <a:off x="2388142" y="2543861"/>
              <a:ext cx="273685" cy="184785"/>
            </a:xfrm>
            <a:custGeom>
              <a:avLst/>
              <a:gdLst/>
              <a:ahLst/>
              <a:cxnLst/>
              <a:rect l="l" t="t" r="r" b="b"/>
              <a:pathLst>
                <a:path w="273685" h="184785" extrusionOk="0">
                  <a:moveTo>
                    <a:pt x="222764" y="0"/>
                  </a:moveTo>
                  <a:lnTo>
                    <a:pt x="50610" y="0"/>
                  </a:lnTo>
                  <a:lnTo>
                    <a:pt x="30910" y="3977"/>
                  </a:lnTo>
                  <a:lnTo>
                    <a:pt x="14823" y="14823"/>
                  </a:lnTo>
                  <a:lnTo>
                    <a:pt x="3977" y="30910"/>
                  </a:lnTo>
                  <a:lnTo>
                    <a:pt x="0" y="50610"/>
                  </a:lnTo>
                  <a:lnTo>
                    <a:pt x="0" y="134147"/>
                  </a:lnTo>
                  <a:lnTo>
                    <a:pt x="3977" y="153848"/>
                  </a:lnTo>
                  <a:lnTo>
                    <a:pt x="14823" y="169935"/>
                  </a:lnTo>
                  <a:lnTo>
                    <a:pt x="30910" y="180781"/>
                  </a:lnTo>
                  <a:lnTo>
                    <a:pt x="50610" y="184758"/>
                  </a:lnTo>
                  <a:lnTo>
                    <a:pt x="222764" y="184758"/>
                  </a:lnTo>
                  <a:lnTo>
                    <a:pt x="242465" y="180781"/>
                  </a:lnTo>
                  <a:lnTo>
                    <a:pt x="258552" y="169935"/>
                  </a:lnTo>
                  <a:lnTo>
                    <a:pt x="269398" y="153848"/>
                  </a:lnTo>
                  <a:lnTo>
                    <a:pt x="273375" y="134147"/>
                  </a:lnTo>
                  <a:lnTo>
                    <a:pt x="273375" y="50610"/>
                  </a:lnTo>
                  <a:lnTo>
                    <a:pt x="269398" y="30910"/>
                  </a:lnTo>
                  <a:lnTo>
                    <a:pt x="258552" y="14823"/>
                  </a:lnTo>
                  <a:lnTo>
                    <a:pt x="242465" y="3977"/>
                  </a:lnTo>
                  <a:lnTo>
                    <a:pt x="222764"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pic>
          <p:nvPicPr>
            <p:cNvPr id="20" name="Google Shape;101;p4">
              <a:extLst>
                <a:ext uri="{FF2B5EF4-FFF2-40B4-BE49-F238E27FC236}">
                  <a16:creationId xmlns:a16="http://schemas.microsoft.com/office/drawing/2014/main" id="{D69235BD-830A-4731-9AE4-FCD369F370B9}"/>
                </a:ext>
              </a:extLst>
            </p:cNvPr>
            <p:cNvPicPr preferRelativeResize="0"/>
            <p:nvPr/>
          </p:nvPicPr>
          <p:blipFill rotWithShape="1">
            <a:blip r:embed="rId2">
              <a:alphaModFix/>
            </a:blip>
            <a:srcRect/>
            <a:stretch/>
          </p:blipFill>
          <p:spPr>
            <a:xfrm>
              <a:off x="2832787" y="2550042"/>
              <a:ext cx="248100" cy="172396"/>
            </a:xfrm>
            <a:prstGeom prst="rect">
              <a:avLst/>
            </a:prstGeom>
            <a:noFill/>
            <a:ln>
              <a:noFill/>
            </a:ln>
          </p:spPr>
        </p:pic>
      </p:grpSp>
      <p:sp>
        <p:nvSpPr>
          <p:cNvPr id="21" name="Google Shape;102;p4">
            <a:extLst>
              <a:ext uri="{FF2B5EF4-FFF2-40B4-BE49-F238E27FC236}">
                <a16:creationId xmlns:a16="http://schemas.microsoft.com/office/drawing/2014/main" id="{7C91AEF2-4FF8-410D-8F10-1C46BACA91A3}"/>
              </a:ext>
            </a:extLst>
          </p:cNvPr>
          <p:cNvSpPr txBox="1"/>
          <p:nvPr/>
        </p:nvSpPr>
        <p:spPr>
          <a:xfrm>
            <a:off x="3154322" y="4867544"/>
            <a:ext cx="1768281" cy="281710"/>
          </a:xfrm>
          <a:prstGeom prst="rect">
            <a:avLst/>
          </a:prstGeom>
          <a:noFill/>
          <a:ln>
            <a:noFill/>
          </a:ln>
        </p:spPr>
        <p:txBody>
          <a:bodyPr spcFirstLastPara="1" wrap="square" lIns="0" tIns="25176" rIns="0" bIns="0" anchor="t" anchorCtr="0">
            <a:spAutoFit/>
          </a:bodyPr>
          <a:lstStyle/>
          <a:p>
            <a:pPr marL="20141" defTabSz="1450147" hangingPunct="1">
              <a:buClr>
                <a:srgbClr val="000000"/>
              </a:buClr>
            </a:pPr>
            <a:r>
              <a:rPr lang="en-US" sz="1665" dirty="0">
                <a:latin typeface="Tahoma"/>
                <a:ea typeface="Tahoma"/>
                <a:cs typeface="Tahoma"/>
                <a:sym typeface="Tahoma"/>
              </a:rPr>
              <a:t>Cat      sat      </a:t>
            </a:r>
            <a:r>
              <a:rPr lang="en-US" sz="2498" baseline="30000" dirty="0">
                <a:latin typeface="Tahoma"/>
                <a:ea typeface="Tahoma"/>
                <a:cs typeface="Tahoma"/>
                <a:sym typeface="Tahoma"/>
              </a:rPr>
              <a:t>on</a:t>
            </a:r>
            <a:endParaRPr sz="2498" baseline="30000" dirty="0">
              <a:latin typeface="Tahoma"/>
              <a:ea typeface="Tahoma"/>
              <a:cs typeface="Tahoma"/>
              <a:sym typeface="Tahoma"/>
            </a:endParaRPr>
          </a:p>
        </p:txBody>
      </p:sp>
      <p:grpSp>
        <p:nvGrpSpPr>
          <p:cNvPr id="22" name="Google Shape;103;p4">
            <a:extLst>
              <a:ext uri="{FF2B5EF4-FFF2-40B4-BE49-F238E27FC236}">
                <a16:creationId xmlns:a16="http://schemas.microsoft.com/office/drawing/2014/main" id="{BA122493-9C3E-46F1-BD18-D663FE332B0F}"/>
              </a:ext>
            </a:extLst>
          </p:cNvPr>
          <p:cNvGrpSpPr/>
          <p:nvPr/>
        </p:nvGrpSpPr>
        <p:grpSpPr>
          <a:xfrm>
            <a:off x="5151539" y="4884512"/>
            <a:ext cx="446122" cy="305136"/>
            <a:chOff x="3248331" y="2540206"/>
            <a:chExt cx="281305" cy="192405"/>
          </a:xfrm>
        </p:grpSpPr>
        <p:sp>
          <p:nvSpPr>
            <p:cNvPr id="23" name="Google Shape;104;p4">
              <a:extLst>
                <a:ext uri="{FF2B5EF4-FFF2-40B4-BE49-F238E27FC236}">
                  <a16:creationId xmlns:a16="http://schemas.microsoft.com/office/drawing/2014/main" id="{1F85E161-3EE0-4AEA-B26E-08EF5C280055}"/>
                </a:ext>
              </a:extLst>
            </p:cNvPr>
            <p:cNvSpPr/>
            <p:nvPr/>
          </p:nvSpPr>
          <p:spPr>
            <a:xfrm>
              <a:off x="3248331" y="2540206"/>
              <a:ext cx="281305" cy="192405"/>
            </a:xfrm>
            <a:custGeom>
              <a:avLst/>
              <a:gdLst/>
              <a:ahLst/>
              <a:cxnLst/>
              <a:rect l="l" t="t" r="r" b="b"/>
              <a:pathLst>
                <a:path w="281304" h="192405" extrusionOk="0">
                  <a:moveTo>
                    <a:pt x="230415" y="0"/>
                  </a:moveTo>
                  <a:lnTo>
                    <a:pt x="50610" y="0"/>
                  </a:lnTo>
                  <a:lnTo>
                    <a:pt x="30910" y="3977"/>
                  </a:lnTo>
                  <a:lnTo>
                    <a:pt x="14823" y="14823"/>
                  </a:lnTo>
                  <a:lnTo>
                    <a:pt x="3977" y="30910"/>
                  </a:lnTo>
                  <a:lnTo>
                    <a:pt x="0" y="50610"/>
                  </a:lnTo>
                  <a:lnTo>
                    <a:pt x="0" y="141458"/>
                  </a:lnTo>
                  <a:lnTo>
                    <a:pt x="3977" y="161158"/>
                  </a:lnTo>
                  <a:lnTo>
                    <a:pt x="14823" y="177245"/>
                  </a:lnTo>
                  <a:lnTo>
                    <a:pt x="30910" y="188091"/>
                  </a:lnTo>
                  <a:lnTo>
                    <a:pt x="50610" y="192069"/>
                  </a:lnTo>
                  <a:lnTo>
                    <a:pt x="230415" y="192069"/>
                  </a:lnTo>
                  <a:lnTo>
                    <a:pt x="250116" y="188091"/>
                  </a:lnTo>
                  <a:lnTo>
                    <a:pt x="266203" y="177245"/>
                  </a:lnTo>
                  <a:lnTo>
                    <a:pt x="277049" y="161158"/>
                  </a:lnTo>
                  <a:lnTo>
                    <a:pt x="281026" y="141458"/>
                  </a:lnTo>
                  <a:lnTo>
                    <a:pt x="281026" y="50610"/>
                  </a:lnTo>
                  <a:lnTo>
                    <a:pt x="277049" y="30910"/>
                  </a:lnTo>
                  <a:lnTo>
                    <a:pt x="266203" y="14823"/>
                  </a:lnTo>
                  <a:lnTo>
                    <a:pt x="250116" y="3977"/>
                  </a:lnTo>
                  <a:lnTo>
                    <a:pt x="230415" y="0"/>
                  </a:lnTo>
                  <a:close/>
                </a:path>
              </a:pathLst>
            </a:custGeom>
            <a:solidFill>
              <a:srgbClr val="D2E7D2"/>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24" name="Google Shape;105;p4">
              <a:extLst>
                <a:ext uri="{FF2B5EF4-FFF2-40B4-BE49-F238E27FC236}">
                  <a16:creationId xmlns:a16="http://schemas.microsoft.com/office/drawing/2014/main" id="{F9B1EB77-0763-4657-A162-4DA4485676FA}"/>
                </a:ext>
              </a:extLst>
            </p:cNvPr>
            <p:cNvSpPr/>
            <p:nvPr/>
          </p:nvSpPr>
          <p:spPr>
            <a:xfrm>
              <a:off x="3248331" y="2540206"/>
              <a:ext cx="281305" cy="192405"/>
            </a:xfrm>
            <a:custGeom>
              <a:avLst/>
              <a:gdLst/>
              <a:ahLst/>
              <a:cxnLst/>
              <a:rect l="l" t="t" r="r" b="b"/>
              <a:pathLst>
                <a:path w="281304" h="192405" extrusionOk="0">
                  <a:moveTo>
                    <a:pt x="230415" y="0"/>
                  </a:moveTo>
                  <a:lnTo>
                    <a:pt x="50610" y="0"/>
                  </a:lnTo>
                  <a:lnTo>
                    <a:pt x="30910" y="3977"/>
                  </a:lnTo>
                  <a:lnTo>
                    <a:pt x="14823" y="14823"/>
                  </a:lnTo>
                  <a:lnTo>
                    <a:pt x="3977" y="30910"/>
                  </a:lnTo>
                  <a:lnTo>
                    <a:pt x="0" y="50610"/>
                  </a:lnTo>
                  <a:lnTo>
                    <a:pt x="0" y="141458"/>
                  </a:lnTo>
                  <a:lnTo>
                    <a:pt x="3977" y="161158"/>
                  </a:lnTo>
                  <a:lnTo>
                    <a:pt x="14823" y="177245"/>
                  </a:lnTo>
                  <a:lnTo>
                    <a:pt x="30910" y="188091"/>
                  </a:lnTo>
                  <a:lnTo>
                    <a:pt x="50610" y="192069"/>
                  </a:lnTo>
                  <a:lnTo>
                    <a:pt x="230415" y="192069"/>
                  </a:lnTo>
                  <a:lnTo>
                    <a:pt x="250116" y="188091"/>
                  </a:lnTo>
                  <a:lnTo>
                    <a:pt x="266203" y="177245"/>
                  </a:lnTo>
                  <a:lnTo>
                    <a:pt x="277049" y="161158"/>
                  </a:lnTo>
                  <a:lnTo>
                    <a:pt x="281026" y="141458"/>
                  </a:lnTo>
                  <a:lnTo>
                    <a:pt x="281026" y="50610"/>
                  </a:lnTo>
                  <a:lnTo>
                    <a:pt x="277049" y="30910"/>
                  </a:lnTo>
                  <a:lnTo>
                    <a:pt x="266203" y="14823"/>
                  </a:lnTo>
                  <a:lnTo>
                    <a:pt x="250116" y="3977"/>
                  </a:lnTo>
                  <a:lnTo>
                    <a:pt x="230415"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25" name="Google Shape;106;p4">
            <a:extLst>
              <a:ext uri="{FF2B5EF4-FFF2-40B4-BE49-F238E27FC236}">
                <a16:creationId xmlns:a16="http://schemas.microsoft.com/office/drawing/2014/main" id="{925E104A-3CF8-40A6-A4AA-AE4BCA31B939}"/>
              </a:ext>
            </a:extLst>
          </p:cNvPr>
          <p:cNvSpPr txBox="1"/>
          <p:nvPr/>
        </p:nvSpPr>
        <p:spPr>
          <a:xfrm>
            <a:off x="5203580" y="4876458"/>
            <a:ext cx="342396" cy="281646"/>
          </a:xfrm>
          <a:prstGeom prst="rect">
            <a:avLst/>
          </a:prstGeom>
          <a:noFill/>
          <a:ln>
            <a:noFill/>
          </a:ln>
        </p:spPr>
        <p:txBody>
          <a:bodyPr spcFirstLastPara="1" wrap="square" lIns="0" tIns="25176" rIns="0" bIns="0" anchor="t" anchorCtr="0">
            <a:spAutoFit/>
          </a:bodyPr>
          <a:lstStyle/>
          <a:p>
            <a:pPr marL="20141" defTabSz="1450147" hangingPunct="1">
              <a:buClr>
                <a:srgbClr val="000000"/>
              </a:buClr>
            </a:pPr>
            <a:r>
              <a:rPr lang="en-US" sz="1665">
                <a:latin typeface="Tahoma"/>
                <a:ea typeface="Tahoma"/>
                <a:cs typeface="Tahoma"/>
                <a:sym typeface="Tahoma"/>
              </a:rPr>
              <a:t>the</a:t>
            </a:r>
            <a:endParaRPr sz="1665">
              <a:latin typeface="Tahoma"/>
              <a:ea typeface="Tahoma"/>
              <a:cs typeface="Tahoma"/>
              <a:sym typeface="Tahoma"/>
            </a:endParaRPr>
          </a:p>
        </p:txBody>
      </p:sp>
      <p:pic>
        <p:nvPicPr>
          <p:cNvPr id="26" name="Google Shape;107;p4">
            <a:extLst>
              <a:ext uri="{FF2B5EF4-FFF2-40B4-BE49-F238E27FC236}">
                <a16:creationId xmlns:a16="http://schemas.microsoft.com/office/drawing/2014/main" id="{509FA206-AAF4-4B09-BA19-C2CBDE21CFF0}"/>
              </a:ext>
            </a:extLst>
          </p:cNvPr>
          <p:cNvPicPr preferRelativeResize="0"/>
          <p:nvPr/>
        </p:nvPicPr>
        <p:blipFill rotWithShape="1">
          <a:blip r:embed="rId3">
            <a:alphaModFix/>
          </a:blip>
          <a:srcRect/>
          <a:stretch/>
        </p:blipFill>
        <p:spPr>
          <a:xfrm>
            <a:off x="5923014" y="4882285"/>
            <a:ext cx="272974" cy="309054"/>
          </a:xfrm>
          <a:prstGeom prst="rect">
            <a:avLst/>
          </a:prstGeom>
          <a:noFill/>
          <a:ln>
            <a:noFill/>
          </a:ln>
        </p:spPr>
      </p:pic>
      <p:sp>
        <p:nvSpPr>
          <p:cNvPr id="27" name="Google Shape;108;p4">
            <a:extLst>
              <a:ext uri="{FF2B5EF4-FFF2-40B4-BE49-F238E27FC236}">
                <a16:creationId xmlns:a16="http://schemas.microsoft.com/office/drawing/2014/main" id="{56C8686D-6347-496A-87D4-787DA38A31D2}"/>
              </a:ext>
            </a:extLst>
          </p:cNvPr>
          <p:cNvSpPr txBox="1"/>
          <p:nvPr/>
        </p:nvSpPr>
        <p:spPr>
          <a:xfrm>
            <a:off x="5979067" y="4878251"/>
            <a:ext cx="161128" cy="281646"/>
          </a:xfrm>
          <a:prstGeom prst="rect">
            <a:avLst/>
          </a:prstGeom>
          <a:noFill/>
          <a:ln>
            <a:noFill/>
          </a:ln>
        </p:spPr>
        <p:txBody>
          <a:bodyPr spcFirstLastPara="1" wrap="square" lIns="0" tIns="25176" rIns="0" bIns="0" anchor="t" anchorCtr="0">
            <a:spAutoFit/>
          </a:bodyPr>
          <a:lstStyle/>
          <a:p>
            <a:pPr marL="20141" defTabSz="1450147" hangingPunct="1">
              <a:buClr>
                <a:srgbClr val="000000"/>
              </a:buClr>
            </a:pPr>
            <a:r>
              <a:rPr lang="en-US" sz="1665">
                <a:latin typeface="Tahoma"/>
                <a:ea typeface="Tahoma"/>
                <a:cs typeface="Tahoma"/>
                <a:sym typeface="Tahoma"/>
              </a:rPr>
              <a:t>?</a:t>
            </a:r>
            <a:endParaRPr sz="1665">
              <a:latin typeface="Tahoma"/>
              <a:ea typeface="Tahoma"/>
              <a:cs typeface="Tahoma"/>
              <a:sym typeface="Tahoma"/>
            </a:endParaRPr>
          </a:p>
        </p:txBody>
      </p:sp>
      <p:grpSp>
        <p:nvGrpSpPr>
          <p:cNvPr id="28" name="Google Shape;109;p4">
            <a:extLst>
              <a:ext uri="{FF2B5EF4-FFF2-40B4-BE49-F238E27FC236}">
                <a16:creationId xmlns:a16="http://schemas.microsoft.com/office/drawing/2014/main" id="{65701DD1-5FA9-4737-B6EF-F01B331E1526}"/>
              </a:ext>
            </a:extLst>
          </p:cNvPr>
          <p:cNvGrpSpPr/>
          <p:nvPr/>
        </p:nvGrpSpPr>
        <p:grpSpPr>
          <a:xfrm>
            <a:off x="2820132" y="4314383"/>
            <a:ext cx="3103901" cy="733391"/>
            <a:chOff x="1778249" y="2180708"/>
            <a:chExt cx="1957182" cy="462444"/>
          </a:xfrm>
        </p:grpSpPr>
        <p:sp>
          <p:nvSpPr>
            <p:cNvPr id="29" name="Google Shape;110;p4">
              <a:extLst>
                <a:ext uri="{FF2B5EF4-FFF2-40B4-BE49-F238E27FC236}">
                  <a16:creationId xmlns:a16="http://schemas.microsoft.com/office/drawing/2014/main" id="{2F259676-7762-4663-9711-F09BE6E6FFD6}"/>
                </a:ext>
              </a:extLst>
            </p:cNvPr>
            <p:cNvSpPr/>
            <p:nvPr/>
          </p:nvSpPr>
          <p:spPr>
            <a:xfrm>
              <a:off x="1778249" y="2180708"/>
              <a:ext cx="1949450" cy="377190"/>
            </a:xfrm>
            <a:custGeom>
              <a:avLst/>
              <a:gdLst/>
              <a:ahLst/>
              <a:cxnLst/>
              <a:rect l="l" t="t" r="r" b="b"/>
              <a:pathLst>
                <a:path w="1949450" h="377189" extrusionOk="0">
                  <a:moveTo>
                    <a:pt x="0" y="356961"/>
                  </a:moveTo>
                  <a:lnTo>
                    <a:pt x="39833" y="325399"/>
                  </a:lnTo>
                  <a:lnTo>
                    <a:pt x="80203" y="295303"/>
                  </a:lnTo>
                  <a:lnTo>
                    <a:pt x="121083" y="266671"/>
                  </a:lnTo>
                  <a:lnTo>
                    <a:pt x="162446" y="239504"/>
                  </a:lnTo>
                  <a:lnTo>
                    <a:pt x="204265" y="213801"/>
                  </a:lnTo>
                  <a:lnTo>
                    <a:pt x="246516" y="189560"/>
                  </a:lnTo>
                  <a:lnTo>
                    <a:pt x="289171" y="166782"/>
                  </a:lnTo>
                  <a:lnTo>
                    <a:pt x="332203" y="145464"/>
                  </a:lnTo>
                  <a:lnTo>
                    <a:pt x="375588" y="125607"/>
                  </a:lnTo>
                  <a:lnTo>
                    <a:pt x="419297" y="107209"/>
                  </a:lnTo>
                  <a:lnTo>
                    <a:pt x="463305" y="90270"/>
                  </a:lnTo>
                  <a:lnTo>
                    <a:pt x="507585" y="74790"/>
                  </a:lnTo>
                  <a:lnTo>
                    <a:pt x="552111" y="60766"/>
                  </a:lnTo>
                  <a:lnTo>
                    <a:pt x="596857" y="48199"/>
                  </a:lnTo>
                  <a:lnTo>
                    <a:pt x="641796" y="37087"/>
                  </a:lnTo>
                  <a:lnTo>
                    <a:pt x="686902" y="27431"/>
                  </a:lnTo>
                  <a:lnTo>
                    <a:pt x="732149" y="19228"/>
                  </a:lnTo>
                  <a:lnTo>
                    <a:pt x="777509" y="12479"/>
                  </a:lnTo>
                  <a:lnTo>
                    <a:pt x="822957" y="7182"/>
                  </a:lnTo>
                  <a:lnTo>
                    <a:pt x="868467" y="3337"/>
                  </a:lnTo>
                  <a:lnTo>
                    <a:pt x="914011" y="943"/>
                  </a:lnTo>
                  <a:lnTo>
                    <a:pt x="959564" y="0"/>
                  </a:lnTo>
                  <a:lnTo>
                    <a:pt x="1005100" y="505"/>
                  </a:lnTo>
                  <a:lnTo>
                    <a:pt x="1050591" y="2459"/>
                  </a:lnTo>
                  <a:lnTo>
                    <a:pt x="1096011" y="5861"/>
                  </a:lnTo>
                  <a:lnTo>
                    <a:pt x="1141335" y="10710"/>
                  </a:lnTo>
                  <a:lnTo>
                    <a:pt x="1186535" y="17004"/>
                  </a:lnTo>
                  <a:lnTo>
                    <a:pt x="1231586" y="24745"/>
                  </a:lnTo>
                  <a:lnTo>
                    <a:pt x="1276460" y="33930"/>
                  </a:lnTo>
                  <a:lnTo>
                    <a:pt x="1321132" y="44559"/>
                  </a:lnTo>
                  <a:lnTo>
                    <a:pt x="1365575" y="56631"/>
                  </a:lnTo>
                  <a:lnTo>
                    <a:pt x="1409763" y="70145"/>
                  </a:lnTo>
                  <a:lnTo>
                    <a:pt x="1453670" y="85101"/>
                  </a:lnTo>
                  <a:lnTo>
                    <a:pt x="1497268" y="101497"/>
                  </a:lnTo>
                  <a:lnTo>
                    <a:pt x="1540533" y="119333"/>
                  </a:lnTo>
                  <a:lnTo>
                    <a:pt x="1583436" y="138609"/>
                  </a:lnTo>
                  <a:lnTo>
                    <a:pt x="1625952" y="159322"/>
                  </a:lnTo>
                  <a:lnTo>
                    <a:pt x="1668055" y="181474"/>
                  </a:lnTo>
                  <a:lnTo>
                    <a:pt x="1709719" y="205062"/>
                  </a:lnTo>
                  <a:lnTo>
                    <a:pt x="1750915" y="230086"/>
                  </a:lnTo>
                  <a:lnTo>
                    <a:pt x="1791620" y="256545"/>
                  </a:lnTo>
                  <a:lnTo>
                    <a:pt x="1831805" y="284438"/>
                  </a:lnTo>
                  <a:lnTo>
                    <a:pt x="1871445" y="313766"/>
                  </a:lnTo>
                  <a:lnTo>
                    <a:pt x="1910513" y="344526"/>
                  </a:lnTo>
                  <a:lnTo>
                    <a:pt x="1948983" y="376718"/>
                  </a:lnTo>
                </a:path>
              </a:pathLst>
            </a:custGeom>
            <a:noFill/>
            <a:ln w="10100" cap="flat" cmpd="sng">
              <a:solidFill>
                <a:srgbClr val="FF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0" name="Google Shape;111;p4">
              <a:extLst>
                <a:ext uri="{FF2B5EF4-FFF2-40B4-BE49-F238E27FC236}">
                  <a16:creationId xmlns:a16="http://schemas.microsoft.com/office/drawing/2014/main" id="{265B1BE6-8159-4F69-8E0B-11E553FF2287}"/>
                </a:ext>
              </a:extLst>
            </p:cNvPr>
            <p:cNvSpPr/>
            <p:nvPr/>
          </p:nvSpPr>
          <p:spPr>
            <a:xfrm>
              <a:off x="3680735" y="2509659"/>
              <a:ext cx="52069" cy="60325"/>
            </a:xfrm>
            <a:custGeom>
              <a:avLst/>
              <a:gdLst/>
              <a:ahLst/>
              <a:cxnLst/>
              <a:rect l="l" t="t" r="r" b="b"/>
              <a:pathLst>
                <a:path w="52070" h="60325" extrusionOk="0">
                  <a:moveTo>
                    <a:pt x="51600" y="0"/>
                  </a:moveTo>
                  <a:lnTo>
                    <a:pt x="45770" y="15473"/>
                  </a:lnTo>
                  <a:lnTo>
                    <a:pt x="44196" y="29154"/>
                  </a:lnTo>
                  <a:lnTo>
                    <a:pt x="46006" y="41027"/>
                  </a:lnTo>
                  <a:lnTo>
                    <a:pt x="50329" y="51072"/>
                  </a:lnTo>
                  <a:lnTo>
                    <a:pt x="39758" y="48273"/>
                  </a:lnTo>
                  <a:lnTo>
                    <a:pt x="27748" y="48228"/>
                  </a:lnTo>
                  <a:lnTo>
                    <a:pt x="14447" y="51797"/>
                  </a:lnTo>
                  <a:lnTo>
                    <a:pt x="0" y="59840"/>
                  </a:lnTo>
                </a:path>
              </a:pathLst>
            </a:custGeom>
            <a:noFill/>
            <a:ln w="10100" cap="flat" cmpd="sng">
              <a:solidFill>
                <a:srgbClr val="FF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1" name="Google Shape;112;p4">
              <a:extLst>
                <a:ext uri="{FF2B5EF4-FFF2-40B4-BE49-F238E27FC236}">
                  <a16:creationId xmlns:a16="http://schemas.microsoft.com/office/drawing/2014/main" id="{FE64A626-4606-4606-99F8-9603D18F5F05}"/>
                </a:ext>
              </a:extLst>
            </p:cNvPr>
            <p:cNvSpPr/>
            <p:nvPr/>
          </p:nvSpPr>
          <p:spPr>
            <a:xfrm>
              <a:off x="2228308" y="2304248"/>
              <a:ext cx="1498600" cy="266065"/>
            </a:xfrm>
            <a:custGeom>
              <a:avLst/>
              <a:gdLst/>
              <a:ahLst/>
              <a:cxnLst/>
              <a:rect l="l" t="t" r="r" b="b"/>
              <a:pathLst>
                <a:path w="1498600" h="266064" extrusionOk="0">
                  <a:moveTo>
                    <a:pt x="0" y="237076"/>
                  </a:moveTo>
                  <a:lnTo>
                    <a:pt x="43432" y="209098"/>
                  </a:lnTo>
                  <a:lnTo>
                    <a:pt x="87103" y="182881"/>
                  </a:lnTo>
                  <a:lnTo>
                    <a:pt x="130995" y="158423"/>
                  </a:lnTo>
                  <a:lnTo>
                    <a:pt x="175089" y="135723"/>
                  </a:lnTo>
                  <a:lnTo>
                    <a:pt x="219367" y="114781"/>
                  </a:lnTo>
                  <a:lnTo>
                    <a:pt x="263808" y="95594"/>
                  </a:lnTo>
                  <a:lnTo>
                    <a:pt x="308395" y="78162"/>
                  </a:lnTo>
                  <a:lnTo>
                    <a:pt x="353108" y="62482"/>
                  </a:lnTo>
                  <a:lnTo>
                    <a:pt x="397930" y="48555"/>
                  </a:lnTo>
                  <a:lnTo>
                    <a:pt x="442840" y="36378"/>
                  </a:lnTo>
                  <a:lnTo>
                    <a:pt x="487820" y="25950"/>
                  </a:lnTo>
                  <a:lnTo>
                    <a:pt x="532852" y="17269"/>
                  </a:lnTo>
                  <a:lnTo>
                    <a:pt x="577916" y="10336"/>
                  </a:lnTo>
                  <a:lnTo>
                    <a:pt x="622994" y="5147"/>
                  </a:lnTo>
                  <a:lnTo>
                    <a:pt x="668066" y="1702"/>
                  </a:lnTo>
                  <a:lnTo>
                    <a:pt x="713115" y="0"/>
                  </a:lnTo>
                  <a:lnTo>
                    <a:pt x="758121" y="38"/>
                  </a:lnTo>
                  <a:lnTo>
                    <a:pt x="803065" y="1817"/>
                  </a:lnTo>
                  <a:lnTo>
                    <a:pt x="847929" y="5334"/>
                  </a:lnTo>
                  <a:lnTo>
                    <a:pt x="892693" y="10588"/>
                  </a:lnTo>
                  <a:lnTo>
                    <a:pt x="937340" y="17578"/>
                  </a:lnTo>
                  <a:lnTo>
                    <a:pt x="981849" y="26303"/>
                  </a:lnTo>
                  <a:lnTo>
                    <a:pt x="1026203" y="36761"/>
                  </a:lnTo>
                  <a:lnTo>
                    <a:pt x="1070383" y="48950"/>
                  </a:lnTo>
                  <a:lnTo>
                    <a:pt x="1114368" y="62871"/>
                  </a:lnTo>
                  <a:lnTo>
                    <a:pt x="1158142" y="78520"/>
                  </a:lnTo>
                  <a:lnTo>
                    <a:pt x="1201685" y="95898"/>
                  </a:lnTo>
                  <a:lnTo>
                    <a:pt x="1244978" y="115002"/>
                  </a:lnTo>
                  <a:lnTo>
                    <a:pt x="1288002" y="135832"/>
                  </a:lnTo>
                  <a:lnTo>
                    <a:pt x="1330738" y="158385"/>
                  </a:lnTo>
                  <a:lnTo>
                    <a:pt x="1373169" y="182661"/>
                  </a:lnTo>
                  <a:lnTo>
                    <a:pt x="1415274" y="208658"/>
                  </a:lnTo>
                  <a:lnTo>
                    <a:pt x="1457035" y="236376"/>
                  </a:lnTo>
                  <a:lnTo>
                    <a:pt x="1498434" y="265812"/>
                  </a:lnTo>
                </a:path>
              </a:pathLst>
            </a:custGeom>
            <a:noFill/>
            <a:ln w="10100" cap="flat" cmpd="sng">
              <a:solidFill>
                <a:srgbClr val="FF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2" name="Google Shape;113;p4">
              <a:extLst>
                <a:ext uri="{FF2B5EF4-FFF2-40B4-BE49-F238E27FC236}">
                  <a16:creationId xmlns:a16="http://schemas.microsoft.com/office/drawing/2014/main" id="{472BB5E1-3F61-42B5-A493-585C0A9EB2FE}"/>
                </a:ext>
              </a:extLst>
            </p:cNvPr>
            <p:cNvSpPr/>
            <p:nvPr/>
          </p:nvSpPr>
          <p:spPr>
            <a:xfrm>
              <a:off x="3681324" y="2522042"/>
              <a:ext cx="49530" cy="64135"/>
            </a:xfrm>
            <a:custGeom>
              <a:avLst/>
              <a:gdLst/>
              <a:ahLst/>
              <a:cxnLst/>
              <a:rect l="l" t="t" r="r" b="b"/>
              <a:pathLst>
                <a:path w="49529" h="64135" extrusionOk="0">
                  <a:moveTo>
                    <a:pt x="46800" y="0"/>
                  </a:moveTo>
                  <a:lnTo>
                    <a:pt x="42188" y="15878"/>
                  </a:lnTo>
                  <a:lnTo>
                    <a:pt x="41680" y="29640"/>
                  </a:lnTo>
                  <a:lnTo>
                    <a:pt x="44407" y="41336"/>
                  </a:lnTo>
                  <a:lnTo>
                    <a:pt x="49496" y="51015"/>
                  </a:lnTo>
                  <a:lnTo>
                    <a:pt x="38740" y="49046"/>
                  </a:lnTo>
                  <a:lnTo>
                    <a:pt x="26763" y="49933"/>
                  </a:lnTo>
                  <a:lnTo>
                    <a:pt x="13779" y="54523"/>
                  </a:lnTo>
                  <a:lnTo>
                    <a:pt x="0" y="63663"/>
                  </a:lnTo>
                </a:path>
              </a:pathLst>
            </a:custGeom>
            <a:noFill/>
            <a:ln w="10100" cap="flat" cmpd="sng">
              <a:solidFill>
                <a:srgbClr val="FF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3" name="Google Shape;114;p4">
              <a:extLst>
                <a:ext uri="{FF2B5EF4-FFF2-40B4-BE49-F238E27FC236}">
                  <a16:creationId xmlns:a16="http://schemas.microsoft.com/office/drawing/2014/main" id="{E78FD488-586D-4EDF-BCD6-F091A1DDFB79}"/>
                </a:ext>
              </a:extLst>
            </p:cNvPr>
            <p:cNvSpPr/>
            <p:nvPr/>
          </p:nvSpPr>
          <p:spPr>
            <a:xfrm>
              <a:off x="2664101" y="2413195"/>
              <a:ext cx="1062355" cy="168275"/>
            </a:xfrm>
            <a:custGeom>
              <a:avLst/>
              <a:gdLst/>
              <a:ahLst/>
              <a:cxnLst/>
              <a:rect l="l" t="t" r="r" b="b"/>
              <a:pathLst>
                <a:path w="1062354" h="168275" extrusionOk="0">
                  <a:moveTo>
                    <a:pt x="0" y="142747"/>
                  </a:moveTo>
                  <a:lnTo>
                    <a:pt x="47981" y="117958"/>
                  </a:lnTo>
                  <a:lnTo>
                    <a:pt x="95705" y="95539"/>
                  </a:lnTo>
                  <a:lnTo>
                    <a:pt x="143185" y="75486"/>
                  </a:lnTo>
                  <a:lnTo>
                    <a:pt x="190435" y="57797"/>
                  </a:lnTo>
                  <a:lnTo>
                    <a:pt x="237468" y="42471"/>
                  </a:lnTo>
                  <a:lnTo>
                    <a:pt x="284297" y="29505"/>
                  </a:lnTo>
                  <a:lnTo>
                    <a:pt x="330937" y="18896"/>
                  </a:lnTo>
                  <a:lnTo>
                    <a:pt x="377399" y="10644"/>
                  </a:lnTo>
                  <a:lnTo>
                    <a:pt x="423697" y="4745"/>
                  </a:lnTo>
                  <a:lnTo>
                    <a:pt x="469846" y="1197"/>
                  </a:lnTo>
                  <a:lnTo>
                    <a:pt x="515857" y="0"/>
                  </a:lnTo>
                  <a:lnTo>
                    <a:pt x="561745" y="1149"/>
                  </a:lnTo>
                  <a:lnTo>
                    <a:pt x="607523" y="4643"/>
                  </a:lnTo>
                  <a:lnTo>
                    <a:pt x="653204" y="10480"/>
                  </a:lnTo>
                  <a:lnTo>
                    <a:pt x="698801" y="18659"/>
                  </a:lnTo>
                  <a:lnTo>
                    <a:pt x="744328" y="29175"/>
                  </a:lnTo>
                  <a:lnTo>
                    <a:pt x="789799" y="42029"/>
                  </a:lnTo>
                  <a:lnTo>
                    <a:pt x="835226" y="57217"/>
                  </a:lnTo>
                  <a:lnTo>
                    <a:pt x="880624" y="74737"/>
                  </a:lnTo>
                  <a:lnTo>
                    <a:pt x="926004" y="94587"/>
                  </a:lnTo>
                  <a:lnTo>
                    <a:pt x="971381" y="116765"/>
                  </a:lnTo>
                  <a:lnTo>
                    <a:pt x="1016768" y="141269"/>
                  </a:lnTo>
                  <a:lnTo>
                    <a:pt x="1062179" y="168097"/>
                  </a:lnTo>
                </a:path>
              </a:pathLst>
            </a:custGeom>
            <a:noFill/>
            <a:ln w="10100" cap="flat" cmpd="sng">
              <a:solidFill>
                <a:srgbClr val="FF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4" name="Google Shape;115;p4">
              <a:extLst>
                <a:ext uri="{FF2B5EF4-FFF2-40B4-BE49-F238E27FC236}">
                  <a16:creationId xmlns:a16="http://schemas.microsoft.com/office/drawing/2014/main" id="{95DACA89-7AFE-41D8-972E-18DFF81AF844}"/>
                </a:ext>
              </a:extLst>
            </p:cNvPr>
            <p:cNvSpPr/>
            <p:nvPr/>
          </p:nvSpPr>
          <p:spPr>
            <a:xfrm>
              <a:off x="3682291" y="2533322"/>
              <a:ext cx="48895" cy="67310"/>
            </a:xfrm>
            <a:custGeom>
              <a:avLst/>
              <a:gdLst/>
              <a:ahLst/>
              <a:cxnLst/>
              <a:rect l="l" t="t" r="r" b="b"/>
              <a:pathLst>
                <a:path w="48895" h="67310" extrusionOk="0">
                  <a:moveTo>
                    <a:pt x="41446" y="0"/>
                  </a:moveTo>
                  <a:lnTo>
                    <a:pt x="38146" y="16201"/>
                  </a:lnTo>
                  <a:lnTo>
                    <a:pt x="38764" y="29959"/>
                  </a:lnTo>
                  <a:lnTo>
                    <a:pt x="42436" y="41393"/>
                  </a:lnTo>
                  <a:lnTo>
                    <a:pt x="48298" y="50624"/>
                  </a:lnTo>
                  <a:lnTo>
                    <a:pt x="37417" y="49539"/>
                  </a:lnTo>
                  <a:lnTo>
                    <a:pt x="25553" y="51401"/>
                  </a:lnTo>
                  <a:lnTo>
                    <a:pt x="12987" y="57036"/>
                  </a:lnTo>
                  <a:lnTo>
                    <a:pt x="0" y="67270"/>
                  </a:lnTo>
                </a:path>
              </a:pathLst>
            </a:custGeom>
            <a:noFill/>
            <a:ln w="10100" cap="flat" cmpd="sng">
              <a:solidFill>
                <a:srgbClr val="FF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5" name="Google Shape;116;p4">
              <a:extLst>
                <a:ext uri="{FF2B5EF4-FFF2-40B4-BE49-F238E27FC236}">
                  <a16:creationId xmlns:a16="http://schemas.microsoft.com/office/drawing/2014/main" id="{4A694EB3-1221-4C3E-89B1-56F3F88D3B2B}"/>
                </a:ext>
              </a:extLst>
            </p:cNvPr>
            <p:cNvSpPr/>
            <p:nvPr/>
          </p:nvSpPr>
          <p:spPr>
            <a:xfrm>
              <a:off x="3080963" y="2505591"/>
              <a:ext cx="645160" cy="86360"/>
            </a:xfrm>
            <a:custGeom>
              <a:avLst/>
              <a:gdLst/>
              <a:ahLst/>
              <a:cxnLst/>
              <a:rect l="l" t="t" r="r" b="b"/>
              <a:pathLst>
                <a:path w="645160" h="86360" extrusionOk="0">
                  <a:moveTo>
                    <a:pt x="0" y="72847"/>
                  </a:moveTo>
                  <a:lnTo>
                    <a:pt x="49667" y="52651"/>
                  </a:lnTo>
                  <a:lnTo>
                    <a:pt x="98126" y="35726"/>
                  </a:lnTo>
                  <a:lnTo>
                    <a:pt x="145541" y="22068"/>
                  </a:lnTo>
                  <a:lnTo>
                    <a:pt x="192076" y="11671"/>
                  </a:lnTo>
                  <a:lnTo>
                    <a:pt x="237892" y="4531"/>
                  </a:lnTo>
                  <a:lnTo>
                    <a:pt x="283155" y="642"/>
                  </a:lnTo>
                  <a:lnTo>
                    <a:pt x="328026" y="0"/>
                  </a:lnTo>
                  <a:lnTo>
                    <a:pt x="372668" y="2599"/>
                  </a:lnTo>
                  <a:lnTo>
                    <a:pt x="417247" y="8434"/>
                  </a:lnTo>
                  <a:lnTo>
                    <a:pt x="461923" y="17502"/>
                  </a:lnTo>
                  <a:lnTo>
                    <a:pt x="506862" y="29796"/>
                  </a:lnTo>
                  <a:lnTo>
                    <a:pt x="552225" y="45311"/>
                  </a:lnTo>
                  <a:lnTo>
                    <a:pt x="598177" y="64043"/>
                  </a:lnTo>
                  <a:lnTo>
                    <a:pt x="644881" y="85987"/>
                  </a:lnTo>
                </a:path>
              </a:pathLst>
            </a:custGeom>
            <a:noFill/>
            <a:ln w="10100" cap="flat" cmpd="sng">
              <a:solidFill>
                <a:srgbClr val="FF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pic>
          <p:nvPicPr>
            <p:cNvPr id="36" name="Google Shape;117;p4">
              <a:extLst>
                <a:ext uri="{FF2B5EF4-FFF2-40B4-BE49-F238E27FC236}">
                  <a16:creationId xmlns:a16="http://schemas.microsoft.com/office/drawing/2014/main" id="{488EF1D3-F0D7-4BC0-AEC9-3790A473BCF9}"/>
                </a:ext>
              </a:extLst>
            </p:cNvPr>
            <p:cNvPicPr preferRelativeResize="0"/>
            <p:nvPr/>
          </p:nvPicPr>
          <p:blipFill rotWithShape="1">
            <a:blip r:embed="rId4">
              <a:alphaModFix/>
            </a:blip>
            <a:srcRect/>
            <a:stretch/>
          </p:blipFill>
          <p:spPr>
            <a:xfrm>
              <a:off x="3526926" y="2538963"/>
              <a:ext cx="208505" cy="104189"/>
            </a:xfrm>
            <a:prstGeom prst="rect">
              <a:avLst/>
            </a:prstGeom>
            <a:noFill/>
            <a:ln>
              <a:noFill/>
            </a:ln>
          </p:spPr>
        </p:pic>
      </p:grpSp>
      <p:sp>
        <p:nvSpPr>
          <p:cNvPr id="37" name="Google Shape;121;p4">
            <a:extLst>
              <a:ext uri="{FF2B5EF4-FFF2-40B4-BE49-F238E27FC236}">
                <a16:creationId xmlns:a16="http://schemas.microsoft.com/office/drawing/2014/main" id="{ED205644-BFD3-48D7-8D94-AF307A18FA01}"/>
              </a:ext>
            </a:extLst>
          </p:cNvPr>
          <p:cNvSpPr txBox="1"/>
          <p:nvPr/>
        </p:nvSpPr>
        <p:spPr>
          <a:xfrm>
            <a:off x="5407508" y="5363859"/>
            <a:ext cx="1305135" cy="258346"/>
          </a:xfrm>
          <a:prstGeom prst="rect">
            <a:avLst/>
          </a:prstGeom>
          <a:noFill/>
          <a:ln>
            <a:noFill/>
          </a:ln>
        </p:spPr>
        <p:txBody>
          <a:bodyPr spcFirstLastPara="1" wrap="square" lIns="0" tIns="26167" rIns="0" bIns="0" anchor="t" anchorCtr="0">
            <a:spAutoFit/>
          </a:bodyPr>
          <a:lstStyle/>
          <a:p>
            <a:pPr marL="20141" defTabSz="1450147" hangingPunct="1">
              <a:buClr>
                <a:srgbClr val="000000"/>
              </a:buClr>
            </a:pPr>
            <a:r>
              <a:rPr lang="en-US" sz="1507">
                <a:latin typeface="Tahoma"/>
                <a:ea typeface="Tahoma"/>
                <a:cs typeface="Tahoma"/>
                <a:sym typeface="Tahoma"/>
              </a:rPr>
              <a:t>Dependencies</a:t>
            </a:r>
            <a:endParaRPr sz="1507">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B22DDF85-817E-48AC-A8D7-5E774B4E98E3}"/>
                  </a:ext>
                </a:extLst>
              </p14:cNvPr>
              <p14:cNvContentPartPr/>
              <p14:nvPr/>
            </p14:nvContentPartPr>
            <p14:xfrm>
              <a:off x="1199520" y="946800"/>
              <a:ext cx="7193880" cy="3206160"/>
            </p14:xfrm>
          </p:contentPart>
        </mc:Choice>
        <mc:Fallback>
          <p:pic>
            <p:nvPicPr>
              <p:cNvPr id="2" name="Ink 1">
                <a:extLst>
                  <a:ext uri="{FF2B5EF4-FFF2-40B4-BE49-F238E27FC236}">
                    <a16:creationId xmlns:a16="http://schemas.microsoft.com/office/drawing/2014/main" id="{B22DDF85-817E-48AC-A8D7-5E774B4E98E3}"/>
                  </a:ext>
                </a:extLst>
              </p:cNvPr>
              <p:cNvPicPr/>
              <p:nvPr/>
            </p:nvPicPr>
            <p:blipFill>
              <a:blip r:embed="rId6"/>
              <a:stretch>
                <a:fillRect/>
              </a:stretch>
            </p:blipFill>
            <p:spPr>
              <a:xfrm>
                <a:off x="1190160" y="937440"/>
                <a:ext cx="7212600" cy="3224880"/>
              </a:xfrm>
              <a:prstGeom prst="rect">
                <a:avLst/>
              </a:prstGeom>
            </p:spPr>
          </p:pic>
        </mc:Fallback>
      </mc:AlternateContent>
    </p:spTree>
    <p:extLst>
      <p:ext uri="{BB962C8B-B14F-4D97-AF65-F5344CB8AC3E}">
        <p14:creationId xmlns:p14="http://schemas.microsoft.com/office/powerpoint/2010/main" val="2547026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875DBC-B909-4561-AC24-9BFE565AB6CF}"/>
              </a:ext>
            </a:extLst>
          </p:cNvPr>
          <p:cNvSpPr>
            <a:spLocks noGrp="1"/>
          </p:cNvSpPr>
          <p:nvPr>
            <p:ph type="title"/>
          </p:nvPr>
        </p:nvSpPr>
        <p:spPr>
          <a:xfrm>
            <a:off x="228602" y="394157"/>
            <a:ext cx="8160907" cy="430887"/>
          </a:xfrm>
        </p:spPr>
        <p:txBody>
          <a:bodyPr/>
          <a:lstStyle/>
          <a:p>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W</a:t>
            </a:r>
            <a:r>
              <a:rPr lang="en-US" sz="2800" cap="small" dirty="0">
                <a:solidFill>
                  <a:schemeClr val="bg1"/>
                </a:solidFill>
                <a:latin typeface="Calibri" panose="020F0502020204030204" pitchFamily="34" charset="0"/>
                <a:ea typeface="Calibri" panose="020F0502020204030204" pitchFamily="34" charset="0"/>
                <a:cs typeface="Calibri" panose="020F0502020204030204" pitchFamily="34" charset="0"/>
              </a:rPr>
              <a:t>hy</a:t>
            </a:r>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 F</a:t>
            </a:r>
            <a:r>
              <a:rPr lang="en-US" sz="2800" cap="small" dirty="0">
                <a:solidFill>
                  <a:schemeClr val="bg1"/>
                </a:solidFill>
                <a:latin typeface="Calibri" panose="020F0502020204030204" pitchFamily="34" charset="0"/>
                <a:ea typeface="Calibri" panose="020F0502020204030204" pitchFamily="34" charset="0"/>
                <a:cs typeface="Calibri" panose="020F0502020204030204" pitchFamily="34" charset="0"/>
              </a:rPr>
              <a:t>eedforward</a:t>
            </a:r>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 N</a:t>
            </a:r>
            <a:r>
              <a:rPr lang="en-US" sz="2800" cap="small" dirty="0">
                <a:solidFill>
                  <a:schemeClr val="bg1"/>
                </a:solidFill>
                <a:latin typeface="Calibri" panose="020F0502020204030204" pitchFamily="34" charset="0"/>
                <a:ea typeface="Calibri" panose="020F0502020204030204" pitchFamily="34" charset="0"/>
                <a:cs typeface="Calibri" panose="020F0502020204030204" pitchFamily="34" charset="0"/>
              </a:rPr>
              <a:t>etworks</a:t>
            </a:r>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 F</a:t>
            </a:r>
            <a:r>
              <a:rPr lang="en-US" sz="2800" cap="small" dirty="0">
                <a:solidFill>
                  <a:schemeClr val="bg1"/>
                </a:solidFill>
                <a:latin typeface="Calibri" panose="020F0502020204030204" pitchFamily="34" charset="0"/>
                <a:ea typeface="Calibri" panose="020F0502020204030204" pitchFamily="34" charset="0"/>
                <a:cs typeface="Calibri" panose="020F0502020204030204" pitchFamily="34" charset="0"/>
              </a:rPr>
              <a:t>ail</a:t>
            </a:r>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Google Shape;133;p5">
            <a:extLst>
              <a:ext uri="{FF2B5EF4-FFF2-40B4-BE49-F238E27FC236}">
                <a16:creationId xmlns:a16="http://schemas.microsoft.com/office/drawing/2014/main" id="{A3A93351-6C94-496E-AA8F-CAD51060B77F}"/>
              </a:ext>
            </a:extLst>
          </p:cNvPr>
          <p:cNvSpPr txBox="1"/>
          <p:nvPr/>
        </p:nvSpPr>
        <p:spPr>
          <a:xfrm>
            <a:off x="1121125" y="1023621"/>
            <a:ext cx="6265794" cy="3374857"/>
          </a:xfrm>
          <a:prstGeom prst="rect">
            <a:avLst/>
          </a:prstGeom>
          <a:noFill/>
          <a:ln>
            <a:noFill/>
          </a:ln>
        </p:spPr>
        <p:txBody>
          <a:bodyPr spcFirstLastPara="1" wrap="square" lIns="0" tIns="103718" rIns="0" bIns="0" anchor="t" anchorCtr="0">
            <a:spAutoFit/>
          </a:bodyPr>
          <a:lstStyle/>
          <a:p>
            <a:pPr marL="60423" defTabSz="1450147" hangingPunct="1">
              <a:buClr>
                <a:srgbClr val="000000"/>
              </a:buClr>
            </a:pPr>
            <a:r>
              <a:rPr lang="en-US" b="1"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Key issues:</a:t>
            </a:r>
            <a:endParaRPr b="1" dirty="0">
              <a:latin typeface="Calibri" panose="020F0502020204030204" pitchFamily="34" charset="0"/>
              <a:ea typeface="Calibri" panose="020F0502020204030204" pitchFamily="34" charset="0"/>
              <a:cs typeface="Calibri" panose="020F0502020204030204" pitchFamily="34" charset="0"/>
              <a:sym typeface="Tahoma"/>
            </a:endParaRPr>
          </a:p>
          <a:p>
            <a:pPr marL="306142" defTabSz="1450147" hangingPunct="1">
              <a:spcBef>
                <a:spcPts val="626"/>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Fixed input size</a:t>
            </a:r>
            <a:r>
              <a:rPr lang="en-US" dirty="0">
                <a:latin typeface="Calibri" panose="020F0502020204030204" pitchFamily="34" charset="0"/>
                <a:ea typeface="Calibri" panose="020F0502020204030204" pitchFamily="34" charset="0"/>
                <a:cs typeface="Calibri" panose="020F0502020204030204" pitchFamily="34" charset="0"/>
                <a:sym typeface="Tahoma"/>
              </a:rPr>
              <a:t>: Cannot handle variable-length sequences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06142" defTabSz="1450147" hangingPunct="1">
              <a:spcBef>
                <a:spcPts val="341"/>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No memory</a:t>
            </a:r>
            <a:r>
              <a:rPr lang="en-US" dirty="0">
                <a:latin typeface="Calibri" panose="020F0502020204030204" pitchFamily="34" charset="0"/>
                <a:ea typeface="Calibri" panose="020F0502020204030204" pitchFamily="34" charset="0"/>
                <a:cs typeface="Calibri" panose="020F0502020204030204" pitchFamily="34" charset="0"/>
                <a:sym typeface="Tahoma"/>
              </a:rPr>
              <a:t>: Each input processed independently</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06142" defTabSz="1450147" hangingPunct="1">
              <a:spcBef>
                <a:spcPts val="341"/>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No parameter sharing</a:t>
            </a:r>
            <a:r>
              <a:rPr lang="en-US" dirty="0">
                <a:latin typeface="Calibri" panose="020F0502020204030204" pitchFamily="34" charset="0"/>
                <a:ea typeface="Calibri" panose="020F0502020204030204" pitchFamily="34" charset="0"/>
                <a:cs typeface="Calibri" panose="020F0502020204030204" pitchFamily="34" charset="0"/>
                <a:sym typeface="Tahoma"/>
              </a:rPr>
              <a:t>: Different weights for each position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R="1012082" algn="ctr" defTabSz="1450147" hangingPunct="1">
              <a:spcBef>
                <a:spcPts val="658"/>
              </a:spcBef>
              <a:buClr>
                <a:srgbClr val="000000"/>
              </a:buClr>
            </a:pPr>
            <a:r>
              <a:rPr lang="en-US" b="1"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Example Problem</a:t>
            </a:r>
            <a:r>
              <a:rPr lang="en-US" dirty="0">
                <a:latin typeface="Calibri" panose="020F0502020204030204" pitchFamily="34" charset="0"/>
                <a:ea typeface="Calibri" panose="020F0502020204030204" pitchFamily="34" charset="0"/>
                <a:cs typeface="Calibri" panose="020F0502020204030204" pitchFamily="34" charset="0"/>
                <a:sym typeface="Tahoma"/>
              </a:rPr>
              <a:t>: Predict next word in a sentence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R="963744" defTabSz="1450147" hangingPunct="1">
              <a:spcBef>
                <a:spcPts val="626"/>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 </a:t>
            </a:r>
            <a:r>
              <a:rPr lang="en-US" dirty="0">
                <a:latin typeface="Calibri" panose="020F0502020204030204" pitchFamily="34" charset="0"/>
                <a:ea typeface="Calibri" panose="020F0502020204030204" pitchFamily="34" charset="0"/>
                <a:cs typeface="Calibri" panose="020F0502020204030204" pitchFamily="34" charset="0"/>
                <a:sym typeface="Tahoma"/>
              </a:rPr>
              <a:t>Input: ”I grew up in France, so I speak fluent </a:t>
            </a:r>
            <a:r>
              <a:rPr lang="en-US" u="sng" dirty="0">
                <a:latin typeface="Calibri" panose="020F0502020204030204" pitchFamily="34" charset="0"/>
                <a:ea typeface="Calibri" panose="020F0502020204030204" pitchFamily="34" charset="0"/>
                <a:cs typeface="Calibri" panose="020F0502020204030204" pitchFamily="34" charset="0"/>
                <a:sym typeface="Times New Roman"/>
              </a:rPr>
              <a:t>  </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06142" defTabSz="1450147" hangingPunct="1">
              <a:spcBef>
                <a:spcPts val="341"/>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Need context from 7 words back (”France”) to predict ”French”</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06142" defTabSz="1450147" hangingPunct="1">
              <a:spcBef>
                <a:spcPts val="341"/>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Feedforward network treats each position independently</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0423" defTabSz="1450147" hangingPunct="1">
              <a:spcBef>
                <a:spcPts val="793"/>
              </a:spcBef>
              <a:buClr>
                <a:srgbClr val="000000"/>
              </a:buClr>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We need</a:t>
            </a:r>
            <a:r>
              <a:rPr lang="en-US" dirty="0">
                <a:latin typeface="Calibri" panose="020F0502020204030204" pitchFamily="34" charset="0"/>
                <a:ea typeface="Calibri" panose="020F0502020204030204" pitchFamily="34" charset="0"/>
                <a:cs typeface="Calibri" panose="020F0502020204030204" pitchFamily="34" charset="0"/>
                <a:sym typeface="Tahoma"/>
              </a:rPr>
              <a:t>: A model that can remember past information</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42DB99B1-2AF7-446B-9CC3-2A05A2C4E078}"/>
                  </a:ext>
                </a:extLst>
              </p14:cNvPr>
              <p14:cNvContentPartPr/>
              <p14:nvPr/>
            </p14:nvContentPartPr>
            <p14:xfrm>
              <a:off x="1323720" y="1351080"/>
              <a:ext cx="5934600" cy="451440"/>
            </p14:xfrm>
          </p:contentPart>
        </mc:Choice>
        <mc:Fallback>
          <p:pic>
            <p:nvPicPr>
              <p:cNvPr id="2" name="Ink 1">
                <a:extLst>
                  <a:ext uri="{FF2B5EF4-FFF2-40B4-BE49-F238E27FC236}">
                    <a16:creationId xmlns:a16="http://schemas.microsoft.com/office/drawing/2014/main" id="{42DB99B1-2AF7-446B-9CC3-2A05A2C4E078}"/>
                  </a:ext>
                </a:extLst>
              </p:cNvPr>
              <p:cNvPicPr/>
              <p:nvPr/>
            </p:nvPicPr>
            <p:blipFill>
              <a:blip r:embed="rId3"/>
              <a:stretch>
                <a:fillRect/>
              </a:stretch>
            </p:blipFill>
            <p:spPr>
              <a:xfrm>
                <a:off x="1314360" y="1341720"/>
                <a:ext cx="5953320" cy="470160"/>
              </a:xfrm>
              <a:prstGeom prst="rect">
                <a:avLst/>
              </a:prstGeom>
            </p:spPr>
          </p:pic>
        </mc:Fallback>
      </mc:AlternateContent>
    </p:spTree>
    <p:extLst>
      <p:ext uri="{BB962C8B-B14F-4D97-AF65-F5344CB8AC3E}">
        <p14:creationId xmlns:p14="http://schemas.microsoft.com/office/powerpoint/2010/main" val="4249973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96835B-6E9A-4A77-8DF4-66FD71F899E2}"/>
              </a:ext>
            </a:extLst>
          </p:cNvPr>
          <p:cNvSpPr>
            <a:spLocks noGrp="1"/>
          </p:cNvSpPr>
          <p:nvPr>
            <p:ph type="title"/>
          </p:nvPr>
        </p:nvSpPr>
        <p:spPr>
          <a:xfrm>
            <a:off x="228602" y="394157"/>
            <a:ext cx="8160907" cy="430887"/>
          </a:xfrm>
        </p:spPr>
        <p:txBody>
          <a:bodyPr/>
          <a:lstStyle/>
          <a:p>
            <a:r>
              <a:rPr lang="en-US" sz="2800" dirty="0">
                <a:solidFill>
                  <a:schemeClr val="bg1"/>
                </a:solidFill>
              </a:rPr>
              <a:t>T</a:t>
            </a:r>
            <a:r>
              <a:rPr lang="en-US" sz="2800" cap="small" dirty="0">
                <a:solidFill>
                  <a:schemeClr val="bg1"/>
                </a:solidFill>
              </a:rPr>
              <a:t>emporal</a:t>
            </a:r>
            <a:r>
              <a:rPr lang="en-US" sz="2800" dirty="0">
                <a:solidFill>
                  <a:schemeClr val="bg1"/>
                </a:solidFill>
              </a:rPr>
              <a:t> D</a:t>
            </a:r>
            <a:r>
              <a:rPr lang="en-US" sz="2800" cap="small" dirty="0">
                <a:solidFill>
                  <a:schemeClr val="bg1"/>
                </a:solidFill>
              </a:rPr>
              <a:t>ependencies</a:t>
            </a:r>
            <a:endParaRPr lang="en-IN" dirty="0">
              <a:solidFill>
                <a:schemeClr val="bg1"/>
              </a:solidFill>
            </a:endParaRPr>
          </a:p>
        </p:txBody>
      </p:sp>
      <p:sp>
        <p:nvSpPr>
          <p:cNvPr id="9" name="Google Shape;150;p6">
            <a:extLst>
              <a:ext uri="{FF2B5EF4-FFF2-40B4-BE49-F238E27FC236}">
                <a16:creationId xmlns:a16="http://schemas.microsoft.com/office/drawing/2014/main" id="{D4F36FCC-8985-46EC-9C49-77AF28A2145E}"/>
              </a:ext>
            </a:extLst>
          </p:cNvPr>
          <p:cNvSpPr txBox="1"/>
          <p:nvPr/>
        </p:nvSpPr>
        <p:spPr>
          <a:xfrm>
            <a:off x="921610" y="1191328"/>
            <a:ext cx="7225533" cy="3146323"/>
          </a:xfrm>
          <a:prstGeom prst="rect">
            <a:avLst/>
          </a:prstGeom>
          <a:noFill/>
          <a:ln>
            <a:noFill/>
          </a:ln>
        </p:spPr>
        <p:txBody>
          <a:bodyPr spcFirstLastPara="1" wrap="square" lIns="0" tIns="74498" rIns="0" bIns="0" anchor="t" anchorCtr="0">
            <a:spAutoFit/>
          </a:bodyPr>
          <a:lstStyle/>
          <a:p>
            <a:pPr marL="406596"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Short-term dependencies</a:t>
            </a:r>
            <a:r>
              <a:rPr lang="en-US" dirty="0">
                <a:latin typeface="Calibri" panose="020F0502020204030204" pitchFamily="34" charset="0"/>
                <a:ea typeface="Calibri" panose="020F0502020204030204" pitchFamily="34" charset="0"/>
                <a:cs typeface="Calibri" panose="020F0502020204030204" pitchFamily="34" charset="0"/>
                <a:sym typeface="Tahoma"/>
              </a:rPr>
              <a:t>: Information needed is recent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66565" defTabSz="1450147" hangingPunct="1">
              <a:spcBef>
                <a:spcPts val="387"/>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”The clouds are in the </a:t>
            </a:r>
            <a:r>
              <a:rPr lang="en-US" u="sng" dirty="0">
                <a:latin typeface="Calibri" panose="020F0502020204030204" pitchFamily="34" charset="0"/>
                <a:ea typeface="Calibri" panose="020F0502020204030204" pitchFamily="34" charset="0"/>
                <a:cs typeface="Calibri" panose="020F0502020204030204" pitchFamily="34" charset="0"/>
                <a:sym typeface="Times New Roman"/>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dirty="0">
                <a:latin typeface="Calibri" panose="020F0502020204030204" pitchFamily="34" charset="0"/>
                <a:ea typeface="Calibri" panose="020F0502020204030204" pitchFamily="34" charset="0"/>
                <a:cs typeface="Calibri" panose="020F0502020204030204" pitchFamily="34" charset="0"/>
                <a:sym typeface="Tahoma"/>
              </a:rPr>
              <a:t>”sky”</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452"/>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406596"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Long-term dependencies</a:t>
            </a:r>
            <a:r>
              <a:rPr lang="en-US" dirty="0">
                <a:latin typeface="Calibri" panose="020F0502020204030204" pitchFamily="34" charset="0"/>
                <a:ea typeface="Calibri" panose="020F0502020204030204" pitchFamily="34" charset="0"/>
                <a:cs typeface="Calibri" panose="020F0502020204030204" pitchFamily="34" charset="0"/>
                <a:sym typeface="Tahoma"/>
              </a:rPr>
              <a:t>: Information needed is far back</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66565" defTabSz="1450147" hangingPunct="1">
              <a:spcBef>
                <a:spcPts val="389"/>
              </a:spcBef>
              <a:buClr>
                <a:srgbClr val="000000"/>
              </a:buClr>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”I grew up in France...   I speak fluent </a:t>
            </a:r>
            <a:r>
              <a:rPr lang="en-US" u="sng" dirty="0">
                <a:latin typeface="Calibri" panose="020F0502020204030204" pitchFamily="34" charset="0"/>
                <a:ea typeface="Calibri" panose="020F0502020204030204" pitchFamily="34" charset="0"/>
                <a:cs typeface="Calibri" panose="020F0502020204030204" pitchFamily="34" charset="0"/>
                <a:sym typeface="Times New Roman"/>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dirty="0">
                <a:latin typeface="Calibri" panose="020F0502020204030204" pitchFamily="34" charset="0"/>
                <a:ea typeface="Calibri" panose="020F0502020204030204" pitchFamily="34" charset="0"/>
                <a:cs typeface="Calibri" panose="020F0502020204030204" pitchFamily="34" charset="0"/>
                <a:sym typeface="Tahoma"/>
              </a:rPr>
              <a:t>”French”</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301"/>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406596" marR="48338" indent="-285750" defTabSz="1450147" hangingPunct="1">
              <a:lnSpc>
                <a:spcPct val="114599"/>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Challenge</a:t>
            </a:r>
            <a:r>
              <a:rPr lang="en-US" dirty="0">
                <a:latin typeface="Calibri" panose="020F0502020204030204" pitchFamily="34" charset="0"/>
                <a:ea typeface="Calibri" panose="020F0502020204030204" pitchFamily="34" charset="0"/>
                <a:cs typeface="Calibri" panose="020F0502020204030204" pitchFamily="34" charset="0"/>
                <a:sym typeface="Tahoma"/>
              </a:rPr>
              <a:t>: Model must learn to remember relevant information and forget irrelevant information.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103"/>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406596" indent="-285750" defTabSz="1450147" hangingPunct="1">
              <a:spcBef>
                <a:spcPts val="8"/>
              </a:spcBef>
              <a:buClr>
                <a:srgbClr val="000000"/>
              </a:buClr>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sym typeface="Tahoma"/>
              </a:rPr>
              <a:t>Different sequence lengths require flexible architectures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46CC74C6-5B4B-444D-BB2C-157FE5106007}"/>
                  </a:ext>
                </a:extLst>
              </p14:cNvPr>
              <p14:cNvContentPartPr/>
              <p14:nvPr/>
            </p14:nvContentPartPr>
            <p14:xfrm>
              <a:off x="1335960" y="843480"/>
              <a:ext cx="5291280" cy="2133360"/>
            </p14:xfrm>
          </p:contentPart>
        </mc:Choice>
        <mc:Fallback>
          <p:pic>
            <p:nvPicPr>
              <p:cNvPr id="2" name="Ink 1">
                <a:extLst>
                  <a:ext uri="{FF2B5EF4-FFF2-40B4-BE49-F238E27FC236}">
                    <a16:creationId xmlns:a16="http://schemas.microsoft.com/office/drawing/2014/main" id="{46CC74C6-5B4B-444D-BB2C-157FE5106007}"/>
                  </a:ext>
                </a:extLst>
              </p:cNvPr>
              <p:cNvPicPr/>
              <p:nvPr/>
            </p:nvPicPr>
            <p:blipFill>
              <a:blip r:embed="rId3"/>
              <a:stretch>
                <a:fillRect/>
              </a:stretch>
            </p:blipFill>
            <p:spPr>
              <a:xfrm>
                <a:off x="1326600" y="834120"/>
                <a:ext cx="5310000" cy="2152080"/>
              </a:xfrm>
              <a:prstGeom prst="rect">
                <a:avLst/>
              </a:prstGeom>
            </p:spPr>
          </p:pic>
        </mc:Fallback>
      </mc:AlternateContent>
    </p:spTree>
    <p:extLst>
      <p:ext uri="{BB962C8B-B14F-4D97-AF65-F5344CB8AC3E}">
        <p14:creationId xmlns:p14="http://schemas.microsoft.com/office/powerpoint/2010/main" val="4005497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8"/>
          <p:cNvSpPr txBox="1">
            <a:spLocks noGrp="1"/>
          </p:cNvSpPr>
          <p:nvPr>
            <p:ph type="title" idx="4294967295"/>
          </p:nvPr>
        </p:nvSpPr>
        <p:spPr>
          <a:xfrm>
            <a:off x="0" y="369419"/>
            <a:ext cx="3890682" cy="455268"/>
          </a:xfrm>
          <a:prstGeom prst="rect">
            <a:avLst/>
          </a:prstGeom>
          <a:noFill/>
          <a:ln>
            <a:noFill/>
          </a:ln>
        </p:spPr>
        <p:txBody>
          <a:bodyPr spcFirstLastPara="1" wrap="square" lIns="0" tIns="24145" rIns="0" bIns="0" anchor="t" anchorCtr="0">
            <a:spAutoFit/>
          </a:bodyPr>
          <a:lstStyle/>
          <a:p>
            <a:pPr marL="20141"/>
            <a:r>
              <a:rPr lang="en-US" sz="2800" dirty="0">
                <a:solidFill>
                  <a:schemeClr val="bg1"/>
                </a:solidFill>
              </a:rPr>
              <a:t>A</a:t>
            </a:r>
            <a:r>
              <a:rPr lang="en-US" sz="2800" cap="small" dirty="0">
                <a:solidFill>
                  <a:schemeClr val="bg1"/>
                </a:solidFill>
              </a:rPr>
              <a:t>utoregressive</a:t>
            </a:r>
            <a:r>
              <a:rPr lang="en-US" sz="2800" dirty="0">
                <a:solidFill>
                  <a:schemeClr val="bg1"/>
                </a:solidFill>
              </a:rPr>
              <a:t> M</a:t>
            </a:r>
            <a:r>
              <a:rPr lang="en-US" sz="2800" cap="small" dirty="0">
                <a:solidFill>
                  <a:schemeClr val="bg1"/>
                </a:solidFill>
              </a:rPr>
              <a:t>odels</a:t>
            </a:r>
            <a:endParaRPr sz="2800" dirty="0">
              <a:solidFill>
                <a:schemeClr val="bg1"/>
              </a:solidFill>
            </a:endParaRPr>
          </a:p>
        </p:txBody>
      </p:sp>
      <p:pic>
        <p:nvPicPr>
          <p:cNvPr id="191" name="Google Shape;191;p8"/>
          <p:cNvPicPr preferRelativeResize="0"/>
          <p:nvPr/>
        </p:nvPicPr>
        <p:blipFill>
          <a:blip r:embed="rId3">
            <a:alphaModFix/>
          </a:blip>
          <a:stretch>
            <a:fillRect/>
          </a:stretch>
        </p:blipFill>
        <p:spPr>
          <a:xfrm>
            <a:off x="224116" y="921787"/>
            <a:ext cx="8534759" cy="3228871"/>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60728291-1022-487A-9B51-85B5F489E49C}"/>
                  </a:ext>
                </a:extLst>
              </p14:cNvPr>
              <p14:cNvContentPartPr/>
              <p14:nvPr/>
            </p14:nvContentPartPr>
            <p14:xfrm>
              <a:off x="3389040" y="465120"/>
              <a:ext cx="3751560" cy="3471120"/>
            </p14:xfrm>
          </p:contentPart>
        </mc:Choice>
        <mc:Fallback>
          <p:pic>
            <p:nvPicPr>
              <p:cNvPr id="2" name="Ink 1">
                <a:extLst>
                  <a:ext uri="{FF2B5EF4-FFF2-40B4-BE49-F238E27FC236}">
                    <a16:creationId xmlns:a16="http://schemas.microsoft.com/office/drawing/2014/main" id="{60728291-1022-487A-9B51-85B5F489E49C}"/>
                  </a:ext>
                </a:extLst>
              </p:cNvPr>
              <p:cNvPicPr/>
              <p:nvPr/>
            </p:nvPicPr>
            <p:blipFill>
              <a:blip r:embed="rId5"/>
              <a:stretch>
                <a:fillRect/>
              </a:stretch>
            </p:blipFill>
            <p:spPr>
              <a:xfrm>
                <a:off x="3379680" y="455760"/>
                <a:ext cx="3770280" cy="3489840"/>
              </a:xfrm>
              <a:prstGeom prst="rect">
                <a:avLst/>
              </a:prstGeom>
            </p:spPr>
          </p:pic>
        </mc:Fallback>
      </mc:AlternateContent>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9"/>
          <p:cNvSpPr txBox="1">
            <a:spLocks noGrp="1"/>
          </p:cNvSpPr>
          <p:nvPr>
            <p:ph type="title" idx="4294967295"/>
          </p:nvPr>
        </p:nvSpPr>
        <p:spPr>
          <a:xfrm>
            <a:off x="0" y="350838"/>
            <a:ext cx="5665694" cy="393713"/>
          </a:xfrm>
          <a:prstGeom prst="rect">
            <a:avLst/>
          </a:prstGeom>
          <a:noFill/>
          <a:ln>
            <a:noFill/>
          </a:ln>
        </p:spPr>
        <p:txBody>
          <a:bodyPr spcFirstLastPara="1" wrap="square" lIns="0" tIns="24145" rIns="0" bIns="0" anchor="t" anchorCtr="0">
            <a:spAutoFit/>
          </a:bodyPr>
          <a:lstStyle/>
          <a:p>
            <a:pPr marL="20141"/>
            <a:r>
              <a:rPr lang="en-US" sz="2400" dirty="0">
                <a:solidFill>
                  <a:schemeClr val="bg1"/>
                </a:solidFill>
              </a:rPr>
              <a:t>A</a:t>
            </a:r>
            <a:r>
              <a:rPr lang="en-US" sz="2400" cap="small" dirty="0">
                <a:solidFill>
                  <a:schemeClr val="bg1"/>
                </a:solidFill>
              </a:rPr>
              <a:t>utoregressive</a:t>
            </a:r>
            <a:r>
              <a:rPr lang="en-US" sz="2400" dirty="0">
                <a:solidFill>
                  <a:schemeClr val="bg1"/>
                </a:solidFill>
              </a:rPr>
              <a:t> M</a:t>
            </a:r>
            <a:r>
              <a:rPr lang="en-US" sz="2400" cap="small" dirty="0">
                <a:solidFill>
                  <a:schemeClr val="bg1"/>
                </a:solidFill>
              </a:rPr>
              <a:t>odels</a:t>
            </a:r>
            <a:r>
              <a:rPr lang="en-US" sz="2400" dirty="0">
                <a:solidFill>
                  <a:schemeClr val="bg1"/>
                </a:solidFill>
              </a:rPr>
              <a:t>:  E</a:t>
            </a:r>
            <a:r>
              <a:rPr lang="en-US" sz="2400" cap="small" dirty="0">
                <a:solidFill>
                  <a:schemeClr val="bg1"/>
                </a:solidFill>
              </a:rPr>
              <a:t>xample</a:t>
            </a:r>
            <a:endParaRPr sz="2400" dirty="0">
              <a:solidFill>
                <a:schemeClr val="bg1"/>
              </a:solidFill>
            </a:endParaRPr>
          </a:p>
        </p:txBody>
      </p:sp>
      <p:sp>
        <p:nvSpPr>
          <p:cNvPr id="204" name="Google Shape;204;p9"/>
          <p:cNvSpPr txBox="1"/>
          <p:nvPr/>
        </p:nvSpPr>
        <p:spPr>
          <a:xfrm>
            <a:off x="1002173" y="1577720"/>
            <a:ext cx="6806085" cy="3874776"/>
          </a:xfrm>
          <a:prstGeom prst="rect">
            <a:avLst/>
          </a:prstGeom>
          <a:noFill/>
          <a:ln>
            <a:noFill/>
          </a:ln>
        </p:spPr>
        <p:txBody>
          <a:bodyPr spcFirstLastPara="1" wrap="square" lIns="0" tIns="19110" rIns="0" bIns="0" anchor="t" anchorCtr="0">
            <a:spAutoFit/>
          </a:bodyPr>
          <a:lstStyle/>
          <a:p>
            <a:pPr marL="326032" marR="3716002" indent="-285750" algn="just" defTabSz="1450147" hangingPunct="1">
              <a:lnSpc>
                <a:spcPct val="123200"/>
              </a:lnSpc>
              <a:buClr>
                <a:srgbClr val="000000"/>
              </a:buClr>
              <a:buFont typeface="Wingdings" panose="05000000000000000000" pitchFamily="2" charset="2"/>
              <a:buChar char="Ø"/>
            </a:pPr>
            <a:r>
              <a:rPr lang="en-US" sz="16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Sequence</a:t>
            </a:r>
            <a:r>
              <a:rPr lang="en-US" sz="1600" dirty="0">
                <a:latin typeface="Calibri" panose="020F0502020204030204" pitchFamily="34" charset="0"/>
                <a:ea typeface="Calibri" panose="020F0502020204030204" pitchFamily="34" charset="0"/>
                <a:cs typeface="Calibri" panose="020F0502020204030204" pitchFamily="34" charset="0"/>
                <a:sym typeface="Tahoma"/>
              </a:rPr>
              <a:t>: ”The cat sat on the”</a:t>
            </a:r>
          </a:p>
          <a:p>
            <a:pPr marL="326032" marR="3716002" indent="-285750" algn="just" defTabSz="1450147" hangingPunct="1">
              <a:lnSpc>
                <a:spcPct val="123200"/>
              </a:lnSpc>
              <a:buClr>
                <a:srgbClr val="000000"/>
              </a:buClr>
              <a:buFont typeface="Wingdings" panose="05000000000000000000" pitchFamily="2" charset="2"/>
              <a:buChar char="Ø"/>
            </a:pPr>
            <a:r>
              <a:rPr lang="en-US" sz="16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Predict</a:t>
            </a:r>
            <a:r>
              <a:rPr lang="en-US" sz="1600" dirty="0">
                <a:latin typeface="Calibri" panose="020F0502020204030204" pitchFamily="34" charset="0"/>
                <a:ea typeface="Calibri" panose="020F0502020204030204" pitchFamily="34" charset="0"/>
                <a:cs typeface="Calibri" panose="020F0502020204030204" pitchFamily="34" charset="0"/>
                <a:sym typeface="Tahoma"/>
              </a:rPr>
              <a:t>: Next word (e.g., ”mat”)</a:t>
            </a:r>
          </a:p>
          <a:p>
            <a:pPr marL="326032" marR="3716002" indent="-285750" algn="just" defTabSz="1450147" hangingPunct="1">
              <a:lnSpc>
                <a:spcPct val="123200"/>
              </a:lnSpc>
              <a:buClr>
                <a:srgbClr val="000000"/>
              </a:buClr>
              <a:buFont typeface="Wingdings" panose="05000000000000000000" pitchFamily="2" charset="2"/>
              <a:buChar char="Ø"/>
            </a:pPr>
            <a:r>
              <a:rPr lang="en-US" sz="16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Autoregressive decomposition</a:t>
            </a:r>
            <a:r>
              <a:rPr lang="en-US" sz="1600" dirty="0">
                <a:latin typeface="Calibri" panose="020F0502020204030204" pitchFamily="34" charset="0"/>
                <a:ea typeface="Calibri" panose="020F0502020204030204" pitchFamily="34" charset="0"/>
                <a:cs typeface="Calibri" panose="020F0502020204030204" pitchFamily="34" charset="0"/>
                <a:sym typeface="Tahoma"/>
              </a:rPr>
              <a:t>:</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marL="884187" defTabSz="1450147" hangingPunct="1">
              <a:spcBef>
                <a:spcPts val="1237"/>
              </a:spcBef>
              <a:buClr>
                <a:srgbClr val="000000"/>
              </a:buClr>
            </a:pPr>
            <a:r>
              <a:rPr lang="en-US" sz="1600" i="1" dirty="0">
                <a:latin typeface="Calibri" panose="020F0502020204030204" pitchFamily="34" charset="0"/>
                <a:ea typeface="Calibri" panose="020F0502020204030204" pitchFamily="34" charset="0"/>
                <a:cs typeface="Calibri" panose="020F0502020204030204" pitchFamily="34" charset="0"/>
                <a:sym typeface="Arial"/>
              </a:rPr>
              <a:t>P </a:t>
            </a:r>
            <a:r>
              <a:rPr lang="en-US" sz="1600" dirty="0">
                <a:latin typeface="Calibri" panose="020F0502020204030204" pitchFamily="34" charset="0"/>
                <a:ea typeface="Calibri" panose="020F0502020204030204" pitchFamily="34" charset="0"/>
                <a:cs typeface="Calibri" panose="020F0502020204030204" pitchFamily="34" charset="0"/>
                <a:sym typeface="Tahoma"/>
              </a:rPr>
              <a:t>(The, cat, sat, on, the, mat) = </a:t>
            </a:r>
            <a:r>
              <a:rPr lang="en-US" sz="1600" i="1" dirty="0">
                <a:latin typeface="Calibri" panose="020F0502020204030204" pitchFamily="34" charset="0"/>
                <a:ea typeface="Calibri" panose="020F0502020204030204" pitchFamily="34" charset="0"/>
                <a:cs typeface="Calibri" panose="020F0502020204030204" pitchFamily="34" charset="0"/>
                <a:sym typeface="Arial"/>
              </a:rPr>
              <a:t>P</a:t>
            </a:r>
            <a:r>
              <a:rPr lang="en-US" sz="1600" dirty="0">
                <a:latin typeface="Calibri" panose="020F0502020204030204" pitchFamily="34" charset="0"/>
                <a:ea typeface="Calibri" panose="020F0502020204030204" pitchFamily="34" charset="0"/>
                <a:cs typeface="Calibri" panose="020F0502020204030204" pitchFamily="34" charset="0"/>
                <a:sym typeface="Tahoma"/>
              </a:rPr>
              <a:t>(The)</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marL="3732114" defTabSz="1450147" hangingPunct="1">
              <a:spcBef>
                <a:spcPts val="484"/>
              </a:spcBef>
              <a:buClr>
                <a:srgbClr val="000000"/>
              </a:buClr>
            </a:pPr>
            <a:r>
              <a:rPr lang="en-US" sz="16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1600" i="1" dirty="0">
                <a:latin typeface="Calibri" panose="020F0502020204030204" pitchFamily="34" charset="0"/>
                <a:ea typeface="Calibri" panose="020F0502020204030204" pitchFamily="34" charset="0"/>
                <a:cs typeface="Calibri" panose="020F0502020204030204" pitchFamily="34" charset="0"/>
                <a:sym typeface="Arial"/>
              </a:rPr>
              <a:t>P</a:t>
            </a:r>
            <a:r>
              <a:rPr lang="en-US" sz="1600" dirty="0">
                <a:latin typeface="Calibri" panose="020F0502020204030204" pitchFamily="34" charset="0"/>
                <a:ea typeface="Calibri" panose="020F0502020204030204" pitchFamily="34" charset="0"/>
                <a:cs typeface="Calibri" panose="020F0502020204030204" pitchFamily="34" charset="0"/>
                <a:sym typeface="Tahoma"/>
              </a:rPr>
              <a:t>(</a:t>
            </a:r>
            <a:r>
              <a:rPr lang="en-US" sz="1600" dirty="0" err="1">
                <a:latin typeface="Calibri" panose="020F0502020204030204" pitchFamily="34" charset="0"/>
                <a:ea typeface="Calibri" panose="020F0502020204030204" pitchFamily="34" charset="0"/>
                <a:cs typeface="Calibri" panose="020F0502020204030204" pitchFamily="34" charset="0"/>
                <a:sym typeface="Tahoma"/>
              </a:rPr>
              <a:t>cat</a:t>
            </a:r>
            <a:r>
              <a:rPr lang="en-US" sz="1600" dirty="0" err="1">
                <a:latin typeface="Calibri" panose="020F0502020204030204" pitchFamily="34" charset="0"/>
                <a:ea typeface="Calibri" panose="020F0502020204030204" pitchFamily="34" charset="0"/>
                <a:cs typeface="Calibri" panose="020F0502020204030204" pitchFamily="34" charset="0"/>
                <a:sym typeface="Lucida Sans"/>
              </a:rPr>
              <a:t>|</a:t>
            </a:r>
            <a:r>
              <a:rPr lang="en-US" sz="1600" dirty="0" err="1">
                <a:latin typeface="Calibri" panose="020F0502020204030204" pitchFamily="34" charset="0"/>
                <a:ea typeface="Calibri" panose="020F0502020204030204" pitchFamily="34" charset="0"/>
                <a:cs typeface="Calibri" panose="020F0502020204030204" pitchFamily="34" charset="0"/>
                <a:sym typeface="Tahoma"/>
              </a:rPr>
              <a:t>The</a:t>
            </a:r>
            <a:r>
              <a:rPr lang="en-US" sz="1600" dirty="0">
                <a:latin typeface="Calibri" panose="020F0502020204030204" pitchFamily="34" charset="0"/>
                <a:ea typeface="Calibri" panose="020F0502020204030204" pitchFamily="34" charset="0"/>
                <a:cs typeface="Calibri" panose="020F0502020204030204" pitchFamily="34" charset="0"/>
                <a:sym typeface="Tahoma"/>
              </a:rPr>
              <a:t>)</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marL="3732114" defTabSz="1450147" hangingPunct="1">
              <a:spcBef>
                <a:spcPts val="484"/>
              </a:spcBef>
              <a:buClr>
                <a:srgbClr val="000000"/>
              </a:buClr>
            </a:pPr>
            <a:r>
              <a:rPr lang="en-US" sz="16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1600" i="1" dirty="0">
                <a:latin typeface="Calibri" panose="020F0502020204030204" pitchFamily="34" charset="0"/>
                <a:ea typeface="Calibri" panose="020F0502020204030204" pitchFamily="34" charset="0"/>
                <a:cs typeface="Calibri" panose="020F0502020204030204" pitchFamily="34" charset="0"/>
                <a:sym typeface="Arial"/>
              </a:rPr>
              <a:t>P</a:t>
            </a:r>
            <a:r>
              <a:rPr lang="en-US" sz="1600" dirty="0">
                <a:latin typeface="Calibri" panose="020F0502020204030204" pitchFamily="34" charset="0"/>
                <a:ea typeface="Calibri" panose="020F0502020204030204" pitchFamily="34" charset="0"/>
                <a:cs typeface="Calibri" panose="020F0502020204030204" pitchFamily="34" charset="0"/>
                <a:sym typeface="Tahoma"/>
              </a:rPr>
              <a:t>(</a:t>
            </a:r>
            <a:r>
              <a:rPr lang="en-US" sz="1600" dirty="0" err="1">
                <a:latin typeface="Calibri" panose="020F0502020204030204" pitchFamily="34" charset="0"/>
                <a:ea typeface="Calibri" panose="020F0502020204030204" pitchFamily="34" charset="0"/>
                <a:cs typeface="Calibri" panose="020F0502020204030204" pitchFamily="34" charset="0"/>
                <a:sym typeface="Tahoma"/>
              </a:rPr>
              <a:t>sat</a:t>
            </a:r>
            <a:r>
              <a:rPr lang="en-US" sz="1600" dirty="0" err="1">
                <a:latin typeface="Calibri" panose="020F0502020204030204" pitchFamily="34" charset="0"/>
                <a:ea typeface="Calibri" panose="020F0502020204030204" pitchFamily="34" charset="0"/>
                <a:cs typeface="Calibri" panose="020F0502020204030204" pitchFamily="34" charset="0"/>
                <a:sym typeface="Lucida Sans"/>
              </a:rPr>
              <a:t>|</a:t>
            </a:r>
            <a:r>
              <a:rPr lang="en-US" sz="1600" dirty="0" err="1">
                <a:latin typeface="Calibri" panose="020F0502020204030204" pitchFamily="34" charset="0"/>
                <a:ea typeface="Calibri" panose="020F0502020204030204" pitchFamily="34" charset="0"/>
                <a:cs typeface="Calibri" panose="020F0502020204030204" pitchFamily="34" charset="0"/>
                <a:sym typeface="Tahoma"/>
              </a:rPr>
              <a:t>The</a:t>
            </a:r>
            <a:r>
              <a:rPr lang="en-US" sz="1600" dirty="0">
                <a:latin typeface="Calibri" panose="020F0502020204030204" pitchFamily="34" charset="0"/>
                <a:ea typeface="Calibri" panose="020F0502020204030204" pitchFamily="34" charset="0"/>
                <a:cs typeface="Calibri" panose="020F0502020204030204" pitchFamily="34" charset="0"/>
                <a:sym typeface="Tahoma"/>
              </a:rPr>
              <a:t>, cat)</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marL="3732114" defTabSz="1450147" hangingPunct="1">
              <a:spcBef>
                <a:spcPts val="476"/>
              </a:spcBef>
              <a:buClr>
                <a:srgbClr val="000000"/>
              </a:buClr>
            </a:pPr>
            <a:r>
              <a:rPr lang="en-US" sz="16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1600" i="1" dirty="0">
                <a:latin typeface="Calibri" panose="020F0502020204030204" pitchFamily="34" charset="0"/>
                <a:ea typeface="Calibri" panose="020F0502020204030204" pitchFamily="34" charset="0"/>
                <a:cs typeface="Calibri" panose="020F0502020204030204" pitchFamily="34" charset="0"/>
                <a:sym typeface="Arial"/>
              </a:rPr>
              <a:t>P</a:t>
            </a:r>
            <a:r>
              <a:rPr lang="en-US" sz="1600" dirty="0">
                <a:latin typeface="Calibri" panose="020F0502020204030204" pitchFamily="34" charset="0"/>
                <a:ea typeface="Calibri" panose="020F0502020204030204" pitchFamily="34" charset="0"/>
                <a:cs typeface="Calibri" panose="020F0502020204030204" pitchFamily="34" charset="0"/>
                <a:sym typeface="Tahoma"/>
              </a:rPr>
              <a:t>(</a:t>
            </a:r>
            <a:r>
              <a:rPr lang="en-US" sz="1600" dirty="0" err="1">
                <a:latin typeface="Calibri" panose="020F0502020204030204" pitchFamily="34" charset="0"/>
                <a:ea typeface="Calibri" panose="020F0502020204030204" pitchFamily="34" charset="0"/>
                <a:cs typeface="Calibri" panose="020F0502020204030204" pitchFamily="34" charset="0"/>
                <a:sym typeface="Tahoma"/>
              </a:rPr>
              <a:t>on</a:t>
            </a:r>
            <a:r>
              <a:rPr lang="en-US" sz="1600" dirty="0" err="1">
                <a:latin typeface="Calibri" panose="020F0502020204030204" pitchFamily="34" charset="0"/>
                <a:ea typeface="Calibri" panose="020F0502020204030204" pitchFamily="34" charset="0"/>
                <a:cs typeface="Calibri" panose="020F0502020204030204" pitchFamily="34" charset="0"/>
                <a:sym typeface="Lucida Sans"/>
              </a:rPr>
              <a:t>|</a:t>
            </a:r>
            <a:r>
              <a:rPr lang="en-US" sz="1600" dirty="0" err="1">
                <a:latin typeface="Calibri" panose="020F0502020204030204" pitchFamily="34" charset="0"/>
                <a:ea typeface="Calibri" panose="020F0502020204030204" pitchFamily="34" charset="0"/>
                <a:cs typeface="Calibri" panose="020F0502020204030204" pitchFamily="34" charset="0"/>
                <a:sym typeface="Tahoma"/>
              </a:rPr>
              <a:t>The</a:t>
            </a:r>
            <a:r>
              <a:rPr lang="en-US" sz="1600" dirty="0">
                <a:latin typeface="Calibri" panose="020F0502020204030204" pitchFamily="34" charset="0"/>
                <a:ea typeface="Calibri" panose="020F0502020204030204" pitchFamily="34" charset="0"/>
                <a:cs typeface="Calibri" panose="020F0502020204030204" pitchFamily="34" charset="0"/>
                <a:sym typeface="Tahoma"/>
              </a:rPr>
              <a:t>, cat, sat)</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marL="3732114" defTabSz="1450147" hangingPunct="1">
              <a:spcBef>
                <a:spcPts val="484"/>
              </a:spcBef>
              <a:buClr>
                <a:srgbClr val="000000"/>
              </a:buClr>
            </a:pPr>
            <a:r>
              <a:rPr lang="en-US" sz="16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1600" i="1" dirty="0">
                <a:latin typeface="Calibri" panose="020F0502020204030204" pitchFamily="34" charset="0"/>
                <a:ea typeface="Calibri" panose="020F0502020204030204" pitchFamily="34" charset="0"/>
                <a:cs typeface="Calibri" panose="020F0502020204030204" pitchFamily="34" charset="0"/>
                <a:sym typeface="Arial"/>
              </a:rPr>
              <a:t>P</a:t>
            </a:r>
            <a:r>
              <a:rPr lang="en-US" sz="1600" dirty="0">
                <a:latin typeface="Calibri" panose="020F0502020204030204" pitchFamily="34" charset="0"/>
                <a:ea typeface="Calibri" panose="020F0502020204030204" pitchFamily="34" charset="0"/>
                <a:cs typeface="Calibri" panose="020F0502020204030204" pitchFamily="34" charset="0"/>
                <a:sym typeface="Tahoma"/>
              </a:rPr>
              <a:t>(</a:t>
            </a:r>
            <a:r>
              <a:rPr lang="en-US" sz="1600" dirty="0" err="1">
                <a:latin typeface="Calibri" panose="020F0502020204030204" pitchFamily="34" charset="0"/>
                <a:ea typeface="Calibri" panose="020F0502020204030204" pitchFamily="34" charset="0"/>
                <a:cs typeface="Calibri" panose="020F0502020204030204" pitchFamily="34" charset="0"/>
                <a:sym typeface="Tahoma"/>
              </a:rPr>
              <a:t>the</a:t>
            </a:r>
            <a:r>
              <a:rPr lang="en-US" sz="1600" dirty="0" err="1">
                <a:latin typeface="Calibri" panose="020F0502020204030204" pitchFamily="34" charset="0"/>
                <a:ea typeface="Calibri" panose="020F0502020204030204" pitchFamily="34" charset="0"/>
                <a:cs typeface="Calibri" panose="020F0502020204030204" pitchFamily="34" charset="0"/>
                <a:sym typeface="Lucida Sans"/>
              </a:rPr>
              <a:t>|</a:t>
            </a:r>
            <a:r>
              <a:rPr lang="en-US" sz="1600" dirty="0" err="1">
                <a:latin typeface="Calibri" panose="020F0502020204030204" pitchFamily="34" charset="0"/>
                <a:ea typeface="Calibri" panose="020F0502020204030204" pitchFamily="34" charset="0"/>
                <a:cs typeface="Calibri" panose="020F0502020204030204" pitchFamily="34" charset="0"/>
                <a:sym typeface="Tahoma"/>
              </a:rPr>
              <a:t>The</a:t>
            </a:r>
            <a:r>
              <a:rPr lang="en-US" sz="1600" dirty="0">
                <a:latin typeface="Calibri" panose="020F0502020204030204" pitchFamily="34" charset="0"/>
                <a:ea typeface="Calibri" panose="020F0502020204030204" pitchFamily="34" charset="0"/>
                <a:cs typeface="Calibri" panose="020F0502020204030204" pitchFamily="34" charset="0"/>
                <a:sym typeface="Tahoma"/>
              </a:rPr>
              <a:t>, cat, sat, on)</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marL="3732114" defTabSz="1450147" hangingPunct="1">
              <a:spcBef>
                <a:spcPts val="484"/>
              </a:spcBef>
              <a:buClr>
                <a:srgbClr val="000000"/>
              </a:buClr>
            </a:pPr>
            <a:r>
              <a:rPr lang="en-US" sz="16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1600" i="1" dirty="0">
                <a:latin typeface="Calibri" panose="020F0502020204030204" pitchFamily="34" charset="0"/>
                <a:ea typeface="Calibri" panose="020F0502020204030204" pitchFamily="34" charset="0"/>
                <a:cs typeface="Calibri" panose="020F0502020204030204" pitchFamily="34" charset="0"/>
                <a:sym typeface="Arial"/>
              </a:rPr>
              <a:t>P</a:t>
            </a:r>
            <a:r>
              <a:rPr lang="en-US" sz="1600" dirty="0">
                <a:latin typeface="Calibri" panose="020F0502020204030204" pitchFamily="34" charset="0"/>
                <a:ea typeface="Calibri" panose="020F0502020204030204" pitchFamily="34" charset="0"/>
                <a:cs typeface="Calibri" panose="020F0502020204030204" pitchFamily="34" charset="0"/>
                <a:sym typeface="Tahoma"/>
              </a:rPr>
              <a:t>(</a:t>
            </a:r>
            <a:r>
              <a:rPr lang="en-US" sz="1600" dirty="0" err="1">
                <a:latin typeface="Calibri" panose="020F0502020204030204" pitchFamily="34" charset="0"/>
                <a:ea typeface="Calibri" panose="020F0502020204030204" pitchFamily="34" charset="0"/>
                <a:cs typeface="Calibri" panose="020F0502020204030204" pitchFamily="34" charset="0"/>
                <a:sym typeface="Tahoma"/>
              </a:rPr>
              <a:t>mat</a:t>
            </a:r>
            <a:r>
              <a:rPr lang="en-US" sz="1600" dirty="0" err="1">
                <a:latin typeface="Calibri" panose="020F0502020204030204" pitchFamily="34" charset="0"/>
                <a:ea typeface="Calibri" panose="020F0502020204030204" pitchFamily="34" charset="0"/>
                <a:cs typeface="Calibri" panose="020F0502020204030204" pitchFamily="34" charset="0"/>
                <a:sym typeface="Lucida Sans"/>
              </a:rPr>
              <a:t>|</a:t>
            </a:r>
            <a:r>
              <a:rPr lang="en-US" sz="1600" dirty="0" err="1">
                <a:latin typeface="Calibri" panose="020F0502020204030204" pitchFamily="34" charset="0"/>
                <a:ea typeface="Calibri" panose="020F0502020204030204" pitchFamily="34" charset="0"/>
                <a:cs typeface="Calibri" panose="020F0502020204030204" pitchFamily="34" charset="0"/>
                <a:sym typeface="Tahoma"/>
              </a:rPr>
              <a:t>The</a:t>
            </a:r>
            <a:r>
              <a:rPr lang="en-US" sz="1600" dirty="0">
                <a:latin typeface="Calibri" panose="020F0502020204030204" pitchFamily="34" charset="0"/>
                <a:ea typeface="Calibri" panose="020F0502020204030204" pitchFamily="34" charset="0"/>
                <a:cs typeface="Calibri" panose="020F0502020204030204" pitchFamily="34" charset="0"/>
                <a:sym typeface="Tahoma"/>
              </a:rPr>
              <a:t>, cat, sat, on, the)</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1697"/>
              </a:spcBef>
              <a:buClr>
                <a:srgbClr val="000000"/>
              </a:buClr>
            </a:pP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buClr>
                <a:srgbClr val="000000"/>
              </a:buClr>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Calibri" panose="020F0502020204030204" pitchFamily="34" charset="0"/>
                <a:sym typeface="Tahoma"/>
              </a:rPr>
              <a:t>Each word depends on ALL previous words</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Calibri" panose="020F0502020204030204" pitchFamily="34" charset="0"/>
                <a:sym typeface="Tahoma"/>
              </a:rPr>
              <a:t>History grows with sequence length</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5DDC8D1-D2E1-454F-8679-5E9D809F56E8}"/>
                  </a:ext>
                </a:extLst>
              </p14:cNvPr>
              <p14:cNvContentPartPr/>
              <p14:nvPr/>
            </p14:nvContentPartPr>
            <p14:xfrm>
              <a:off x="1605240" y="1544040"/>
              <a:ext cx="5754240" cy="3941640"/>
            </p14:xfrm>
          </p:contentPart>
        </mc:Choice>
        <mc:Fallback>
          <p:pic>
            <p:nvPicPr>
              <p:cNvPr id="2" name="Ink 1">
                <a:extLst>
                  <a:ext uri="{FF2B5EF4-FFF2-40B4-BE49-F238E27FC236}">
                    <a16:creationId xmlns:a16="http://schemas.microsoft.com/office/drawing/2014/main" id="{05DDC8D1-D2E1-454F-8679-5E9D809F56E8}"/>
                  </a:ext>
                </a:extLst>
              </p:cNvPr>
              <p:cNvPicPr/>
              <p:nvPr/>
            </p:nvPicPr>
            <p:blipFill>
              <a:blip r:embed="rId4"/>
              <a:stretch>
                <a:fillRect/>
              </a:stretch>
            </p:blipFill>
            <p:spPr>
              <a:xfrm>
                <a:off x="1595880" y="1534680"/>
                <a:ext cx="5772960" cy="3960360"/>
              </a:xfrm>
              <a:prstGeom prst="rect">
                <a:avLst/>
              </a:prstGeom>
            </p:spPr>
          </p:pic>
        </mc:Fallback>
      </mc:AlternateContent>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0"/>
          <p:cNvSpPr txBox="1">
            <a:spLocks noGrp="1"/>
          </p:cNvSpPr>
          <p:nvPr>
            <p:ph type="title" idx="4294967295"/>
          </p:nvPr>
        </p:nvSpPr>
        <p:spPr>
          <a:xfrm>
            <a:off x="0" y="390712"/>
            <a:ext cx="5432612" cy="455268"/>
          </a:xfrm>
          <a:prstGeom prst="rect">
            <a:avLst/>
          </a:prstGeom>
          <a:noFill/>
          <a:ln>
            <a:noFill/>
          </a:ln>
        </p:spPr>
        <p:txBody>
          <a:bodyPr spcFirstLastPara="1" wrap="square" lIns="0" tIns="24145" rIns="0" bIns="0" anchor="t" anchorCtr="0">
            <a:spAutoFit/>
          </a:bodyPr>
          <a:lstStyle/>
          <a:p>
            <a:pPr marL="20141"/>
            <a:r>
              <a:rPr lang="en-US" sz="2800" dirty="0">
                <a:solidFill>
                  <a:schemeClr val="bg1"/>
                </a:solidFill>
              </a:rPr>
              <a:t>M</a:t>
            </a:r>
            <a:r>
              <a:rPr lang="en-US" sz="2800" cap="small" dirty="0">
                <a:solidFill>
                  <a:schemeClr val="bg1"/>
                </a:solidFill>
              </a:rPr>
              <a:t>arkov</a:t>
            </a:r>
            <a:r>
              <a:rPr lang="en-US" sz="2800" dirty="0">
                <a:solidFill>
                  <a:schemeClr val="bg1"/>
                </a:solidFill>
              </a:rPr>
              <a:t> A</a:t>
            </a:r>
            <a:r>
              <a:rPr lang="en-US" sz="2800" cap="small" dirty="0">
                <a:solidFill>
                  <a:schemeClr val="bg1"/>
                </a:solidFill>
              </a:rPr>
              <a:t>ssumption</a:t>
            </a:r>
            <a:endParaRPr sz="2800" dirty="0">
              <a:solidFill>
                <a:schemeClr val="bg1"/>
              </a:solidFill>
            </a:endParaRPr>
          </a:p>
        </p:txBody>
      </p:sp>
      <p:sp>
        <p:nvSpPr>
          <p:cNvPr id="221" name="Google Shape;221;p10"/>
          <p:cNvSpPr txBox="1"/>
          <p:nvPr/>
        </p:nvSpPr>
        <p:spPr>
          <a:xfrm>
            <a:off x="1022313" y="1056234"/>
            <a:ext cx="6122557" cy="773532"/>
          </a:xfrm>
          <a:prstGeom prst="rect">
            <a:avLst/>
          </a:prstGeom>
          <a:noFill/>
          <a:ln>
            <a:noFill/>
          </a:ln>
        </p:spPr>
        <p:txBody>
          <a:bodyPr spcFirstLastPara="1" wrap="square" lIns="0" tIns="115811" rIns="0" bIns="0" anchor="t" anchorCtr="0">
            <a:spAutoFit/>
          </a:bodyPr>
          <a:lstStyle/>
          <a:p>
            <a:pPr marL="305891"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Simplification</a:t>
            </a:r>
            <a:r>
              <a:rPr lang="en-US" dirty="0">
                <a:latin typeface="Calibri" panose="020F0502020204030204" pitchFamily="34" charset="0"/>
                <a:ea typeface="Calibri" panose="020F0502020204030204" pitchFamily="34" charset="0"/>
                <a:cs typeface="Calibri" panose="020F0502020204030204" pitchFamily="34" charset="0"/>
                <a:sym typeface="Tahoma"/>
              </a:rPr>
              <a:t>: Limit the context window</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05891" indent="-285750" defTabSz="1450147" hangingPunct="1">
              <a:spcBef>
                <a:spcPts val="768"/>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First-order Markov</a:t>
            </a:r>
            <a:r>
              <a:rPr lang="en-US" dirty="0">
                <a:latin typeface="Calibri" panose="020F0502020204030204" pitchFamily="34" charset="0"/>
                <a:ea typeface="Calibri" panose="020F0502020204030204" pitchFamily="34" charset="0"/>
                <a:cs typeface="Calibri" panose="020F0502020204030204" pitchFamily="34" charset="0"/>
                <a:sym typeface="Tahoma"/>
              </a:rPr>
              <a:t>: Only immediate past matters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
        <p:nvSpPr>
          <p:cNvPr id="224" name="Google Shape;224;p10"/>
          <p:cNvSpPr txBox="1"/>
          <p:nvPr/>
        </p:nvSpPr>
        <p:spPr>
          <a:xfrm>
            <a:off x="2553498" y="1997159"/>
            <a:ext cx="3185761" cy="312134"/>
          </a:xfrm>
          <a:prstGeom prst="rect">
            <a:avLst/>
          </a:prstGeom>
          <a:noFill/>
          <a:ln>
            <a:noFill/>
          </a:ln>
        </p:spPr>
        <p:txBody>
          <a:bodyPr spcFirstLastPara="1" wrap="square" lIns="0" tIns="19110" rIns="0" bIns="0" anchor="t" anchorCtr="0">
            <a:spAutoFit/>
          </a:bodyPr>
          <a:lstStyle/>
          <a:p>
            <a:pPr marL="60423" defTabSz="1450147" hangingPunct="1">
              <a:buClr>
                <a:srgbClr val="000000"/>
              </a:buClr>
            </a:pPr>
            <a:r>
              <a:rPr lang="en-US" sz="1665" i="1" dirty="0">
                <a:latin typeface="Arial"/>
                <a:ea typeface="Arial"/>
                <a:cs typeface="Arial"/>
                <a:sym typeface="Arial"/>
              </a:rPr>
              <a:t>P</a:t>
            </a:r>
            <a:r>
              <a:rPr lang="en-US" sz="1903" dirty="0">
                <a:latin typeface="Tahoma"/>
                <a:ea typeface="Tahoma"/>
                <a:cs typeface="Tahoma"/>
                <a:sym typeface="Tahoma"/>
              </a:rPr>
              <a:t>(</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dirty="0">
                <a:latin typeface="Lucida Sans"/>
                <a:ea typeface="Lucida Sans"/>
                <a:cs typeface="Lucida Sans"/>
                <a:sym typeface="Lucida Sans"/>
              </a:rPr>
              <a:t>|</a:t>
            </a:r>
            <a:r>
              <a:rPr lang="en-US" sz="1665" i="1" dirty="0">
                <a:latin typeface="Arial"/>
                <a:ea typeface="Arial"/>
                <a:cs typeface="Arial"/>
                <a:sym typeface="Arial"/>
              </a:rPr>
              <a:t>x</a:t>
            </a:r>
            <a:r>
              <a:rPr lang="en-US" sz="1665" baseline="-25000" dirty="0">
                <a:latin typeface="Tahoma"/>
                <a:ea typeface="Tahoma"/>
                <a:cs typeface="Tahoma"/>
                <a:sym typeface="Tahoma"/>
              </a:rPr>
              <a:t>1</a:t>
            </a:r>
            <a:r>
              <a:rPr lang="en-US" sz="1903" i="1" dirty="0"/>
              <a:t>, . . . , </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baseline="-25000" dirty="0">
                <a:latin typeface="Lucida Sans"/>
                <a:ea typeface="Lucida Sans"/>
                <a:cs typeface="Lucida Sans"/>
                <a:sym typeface="Lucida Sans"/>
              </a:rPr>
              <a:t>—</a:t>
            </a:r>
            <a:r>
              <a:rPr lang="en-US" sz="1665" baseline="-25000" dirty="0">
                <a:latin typeface="Tahoma"/>
                <a:ea typeface="Tahoma"/>
                <a:cs typeface="Tahoma"/>
                <a:sym typeface="Tahoma"/>
              </a:rPr>
              <a:t>1</a:t>
            </a:r>
            <a:r>
              <a:rPr lang="en-US" sz="1903" dirty="0">
                <a:latin typeface="Tahoma"/>
                <a:ea typeface="Tahoma"/>
                <a:cs typeface="Tahoma"/>
                <a:sym typeface="Tahoma"/>
              </a:rPr>
              <a:t>) </a:t>
            </a:r>
            <a:r>
              <a:rPr lang="en-US" sz="1903" dirty="0">
                <a:latin typeface="Lucida Sans"/>
                <a:ea typeface="Lucida Sans"/>
                <a:cs typeface="Lucida Sans"/>
                <a:sym typeface="Lucida Sans"/>
              </a:rPr>
              <a:t>≈ </a:t>
            </a:r>
            <a:r>
              <a:rPr lang="en-US" sz="1665" i="1" dirty="0">
                <a:latin typeface="Arial"/>
                <a:ea typeface="Arial"/>
                <a:cs typeface="Arial"/>
                <a:sym typeface="Arial"/>
              </a:rPr>
              <a:t>P</a:t>
            </a:r>
            <a:r>
              <a:rPr lang="en-US" sz="1903" dirty="0">
                <a:latin typeface="Tahoma"/>
                <a:ea typeface="Tahoma"/>
                <a:cs typeface="Tahoma"/>
                <a:sym typeface="Tahoma"/>
              </a:rPr>
              <a:t>(</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dirty="0">
                <a:latin typeface="Lucida Sans"/>
                <a:ea typeface="Lucida Sans"/>
                <a:cs typeface="Lucida Sans"/>
                <a:sym typeface="Lucida Sans"/>
              </a:rPr>
              <a:t>|</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baseline="-25000" dirty="0">
                <a:latin typeface="Lucida Sans"/>
                <a:ea typeface="Lucida Sans"/>
                <a:cs typeface="Lucida Sans"/>
                <a:sym typeface="Lucida Sans"/>
              </a:rPr>
              <a:t>—</a:t>
            </a:r>
            <a:r>
              <a:rPr lang="en-US" sz="1665" baseline="-25000" dirty="0">
                <a:latin typeface="Tahoma"/>
                <a:ea typeface="Tahoma"/>
                <a:cs typeface="Tahoma"/>
                <a:sym typeface="Tahoma"/>
              </a:rPr>
              <a:t>1</a:t>
            </a:r>
            <a:r>
              <a:rPr lang="en-US" sz="1903" dirty="0">
                <a:latin typeface="Tahoma"/>
                <a:ea typeface="Tahoma"/>
                <a:cs typeface="Tahoma"/>
                <a:sym typeface="Tahoma"/>
              </a:rPr>
              <a:t>)</a:t>
            </a:r>
            <a:endParaRPr sz="1903" dirty="0">
              <a:latin typeface="Tahoma"/>
              <a:ea typeface="Tahoma"/>
              <a:cs typeface="Tahoma"/>
              <a:sym typeface="Tahoma"/>
            </a:endParaRPr>
          </a:p>
        </p:txBody>
      </p:sp>
      <p:sp>
        <p:nvSpPr>
          <p:cNvPr id="225" name="Google Shape;225;p10"/>
          <p:cNvSpPr txBox="1"/>
          <p:nvPr/>
        </p:nvSpPr>
        <p:spPr>
          <a:xfrm>
            <a:off x="8216170" y="2030202"/>
            <a:ext cx="305136" cy="281646"/>
          </a:xfrm>
          <a:prstGeom prst="rect">
            <a:avLst/>
          </a:prstGeom>
          <a:noFill/>
          <a:ln>
            <a:noFill/>
          </a:ln>
        </p:spPr>
        <p:txBody>
          <a:bodyPr spcFirstLastPara="1" wrap="square" lIns="0" tIns="25176" rIns="0" bIns="0" anchor="t" anchorCtr="0">
            <a:spAutoFit/>
          </a:bodyPr>
          <a:lstStyle/>
          <a:p>
            <a:pPr marL="20141" defTabSz="1450147" hangingPunct="1">
              <a:buClr>
                <a:srgbClr val="000000"/>
              </a:buClr>
            </a:pPr>
            <a:r>
              <a:rPr lang="en-US" sz="1665" dirty="0">
                <a:latin typeface="Tahoma"/>
                <a:ea typeface="Tahoma"/>
                <a:cs typeface="Tahoma"/>
                <a:sym typeface="Tahoma"/>
              </a:rPr>
              <a:t>(3)</a:t>
            </a:r>
            <a:endParaRPr sz="1665" dirty="0">
              <a:latin typeface="Tahoma"/>
              <a:ea typeface="Tahoma"/>
              <a:cs typeface="Tahoma"/>
              <a:sym typeface="Tahoma"/>
            </a:endParaRPr>
          </a:p>
        </p:txBody>
      </p:sp>
      <p:sp>
        <p:nvSpPr>
          <p:cNvPr id="226" name="Google Shape;226;p10"/>
          <p:cNvSpPr txBox="1"/>
          <p:nvPr/>
        </p:nvSpPr>
        <p:spPr>
          <a:xfrm>
            <a:off x="1049210" y="2445404"/>
            <a:ext cx="4698887" cy="302421"/>
          </a:xfrm>
          <a:prstGeom prst="rect">
            <a:avLst/>
          </a:prstGeom>
          <a:noFill/>
          <a:ln>
            <a:noFill/>
          </a:ln>
        </p:spPr>
        <p:txBody>
          <a:bodyPr spcFirstLastPara="1" wrap="square" lIns="0" tIns="25176" rIns="0" bIns="0" anchor="t" anchorCtr="0">
            <a:spAutoFit/>
          </a:bodyPr>
          <a:lstStyle/>
          <a:p>
            <a:pPr marL="305891" indent="-285750" defTabSz="1450147" hangingPunct="1">
              <a:buClr>
                <a:srgbClr val="000000"/>
              </a:buClr>
              <a:buFont typeface="Wingdings" panose="05000000000000000000" pitchFamily="2" charset="2"/>
              <a:buChar char="Ø"/>
            </a:pPr>
            <a:r>
              <a:rPr lang="en-US" i="1" dirty="0">
                <a:solidFill>
                  <a:srgbClr val="1B1472"/>
                </a:solidFill>
                <a:latin typeface="Calibri" panose="020F0502020204030204" pitchFamily="34" charset="0"/>
                <a:ea typeface="Calibri" panose="020F0502020204030204" pitchFamily="34" charset="0"/>
                <a:cs typeface="Calibri" panose="020F0502020204030204" pitchFamily="34" charset="0"/>
                <a:sym typeface="Arial"/>
              </a:rPr>
              <a:t>k </a:t>
            </a: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a:t>
            </a:r>
            <a:r>
              <a:rPr lang="en-US" dirty="0" err="1">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th</a:t>
            </a: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 order Markov</a:t>
            </a:r>
            <a:r>
              <a:rPr lang="en-US" dirty="0">
                <a:latin typeface="Calibri" panose="020F0502020204030204" pitchFamily="34" charset="0"/>
                <a:ea typeface="Calibri" panose="020F0502020204030204" pitchFamily="34" charset="0"/>
                <a:cs typeface="Calibri" panose="020F0502020204030204" pitchFamily="34" charset="0"/>
                <a:sym typeface="Tahoma"/>
              </a:rPr>
              <a:t>: Last </a:t>
            </a:r>
            <a:r>
              <a:rPr lang="en-US" i="1" dirty="0">
                <a:latin typeface="Calibri" panose="020F0502020204030204" pitchFamily="34" charset="0"/>
                <a:ea typeface="Calibri" panose="020F0502020204030204" pitchFamily="34" charset="0"/>
                <a:cs typeface="Calibri" panose="020F0502020204030204" pitchFamily="34" charset="0"/>
                <a:sym typeface="Arial"/>
              </a:rPr>
              <a:t>k </a:t>
            </a:r>
            <a:r>
              <a:rPr lang="en-US" dirty="0">
                <a:latin typeface="Calibri" panose="020F0502020204030204" pitchFamily="34" charset="0"/>
                <a:ea typeface="Calibri" panose="020F0502020204030204" pitchFamily="34" charset="0"/>
                <a:cs typeface="Calibri" panose="020F0502020204030204" pitchFamily="34" charset="0"/>
                <a:sym typeface="Tahoma"/>
              </a:rPr>
              <a:t>steps matter</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
        <p:nvSpPr>
          <p:cNvPr id="227" name="Google Shape;227;p10"/>
          <p:cNvSpPr txBox="1"/>
          <p:nvPr/>
        </p:nvSpPr>
        <p:spPr>
          <a:xfrm>
            <a:off x="2793251" y="3006849"/>
            <a:ext cx="4156811" cy="312134"/>
          </a:xfrm>
          <a:prstGeom prst="rect">
            <a:avLst/>
          </a:prstGeom>
          <a:noFill/>
          <a:ln>
            <a:noFill/>
          </a:ln>
        </p:spPr>
        <p:txBody>
          <a:bodyPr spcFirstLastPara="1" wrap="square" lIns="0" tIns="19110" rIns="0" bIns="0" anchor="t" anchorCtr="0">
            <a:spAutoFit/>
          </a:bodyPr>
          <a:lstStyle/>
          <a:p>
            <a:pPr marL="60423" defTabSz="1450147" hangingPunct="1">
              <a:buClr>
                <a:srgbClr val="000000"/>
              </a:buClr>
            </a:pPr>
            <a:r>
              <a:rPr lang="en-US" sz="1665" i="1" dirty="0">
                <a:latin typeface="Arial"/>
                <a:ea typeface="Arial"/>
                <a:cs typeface="Arial"/>
                <a:sym typeface="Arial"/>
              </a:rPr>
              <a:t>P</a:t>
            </a:r>
            <a:r>
              <a:rPr lang="en-US" sz="1903" dirty="0">
                <a:latin typeface="Tahoma"/>
                <a:ea typeface="Tahoma"/>
                <a:cs typeface="Tahoma"/>
                <a:sym typeface="Tahoma"/>
              </a:rPr>
              <a:t>(</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dirty="0">
                <a:latin typeface="Lucida Sans"/>
                <a:ea typeface="Lucida Sans"/>
                <a:cs typeface="Lucida Sans"/>
                <a:sym typeface="Lucida Sans"/>
              </a:rPr>
              <a:t>|</a:t>
            </a:r>
            <a:r>
              <a:rPr lang="en-US" sz="1665" i="1" dirty="0">
                <a:latin typeface="Arial"/>
                <a:ea typeface="Arial"/>
                <a:cs typeface="Arial"/>
                <a:sym typeface="Arial"/>
              </a:rPr>
              <a:t>x</a:t>
            </a:r>
            <a:r>
              <a:rPr lang="en-US" sz="1665" baseline="-25000" dirty="0">
                <a:latin typeface="Tahoma"/>
                <a:ea typeface="Tahoma"/>
                <a:cs typeface="Tahoma"/>
                <a:sym typeface="Tahoma"/>
              </a:rPr>
              <a:t>1</a:t>
            </a:r>
            <a:r>
              <a:rPr lang="en-US" sz="1903" i="1" dirty="0"/>
              <a:t>, . . . , </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baseline="-25000" dirty="0">
                <a:latin typeface="Lucida Sans"/>
                <a:ea typeface="Lucida Sans"/>
                <a:cs typeface="Lucida Sans"/>
                <a:sym typeface="Lucida Sans"/>
              </a:rPr>
              <a:t>—</a:t>
            </a:r>
            <a:r>
              <a:rPr lang="en-US" sz="1665" baseline="-25000" dirty="0">
                <a:latin typeface="Tahoma"/>
                <a:ea typeface="Tahoma"/>
                <a:cs typeface="Tahoma"/>
                <a:sym typeface="Tahoma"/>
              </a:rPr>
              <a:t>1</a:t>
            </a:r>
            <a:r>
              <a:rPr lang="en-US" sz="1903" dirty="0">
                <a:latin typeface="Tahoma"/>
                <a:ea typeface="Tahoma"/>
                <a:cs typeface="Tahoma"/>
                <a:sym typeface="Tahoma"/>
              </a:rPr>
              <a:t>) </a:t>
            </a:r>
            <a:r>
              <a:rPr lang="en-US" sz="1903" dirty="0">
                <a:latin typeface="Lucida Sans"/>
                <a:ea typeface="Lucida Sans"/>
                <a:cs typeface="Lucida Sans"/>
                <a:sym typeface="Lucida Sans"/>
              </a:rPr>
              <a:t>≈ </a:t>
            </a:r>
            <a:r>
              <a:rPr lang="en-US" sz="1665" i="1" dirty="0">
                <a:latin typeface="Arial"/>
                <a:ea typeface="Arial"/>
                <a:cs typeface="Arial"/>
                <a:sym typeface="Arial"/>
              </a:rPr>
              <a:t>P</a:t>
            </a:r>
            <a:r>
              <a:rPr lang="en-US" sz="1903" dirty="0">
                <a:latin typeface="Tahoma"/>
                <a:ea typeface="Tahoma"/>
                <a:cs typeface="Tahoma"/>
                <a:sym typeface="Tahoma"/>
              </a:rPr>
              <a:t>(</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dirty="0">
                <a:latin typeface="Lucida Sans"/>
                <a:ea typeface="Lucida Sans"/>
                <a:cs typeface="Lucida Sans"/>
                <a:sym typeface="Lucida Sans"/>
              </a:rPr>
              <a:t>|</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baseline="-25000" dirty="0">
                <a:latin typeface="Lucida Sans"/>
                <a:ea typeface="Lucida Sans"/>
                <a:cs typeface="Lucida Sans"/>
                <a:sym typeface="Lucida Sans"/>
              </a:rPr>
              <a:t>—</a:t>
            </a:r>
            <a:r>
              <a:rPr lang="en-US" sz="1665" i="1" baseline="-25000" dirty="0">
                <a:latin typeface="Arial"/>
                <a:ea typeface="Arial"/>
                <a:cs typeface="Arial"/>
                <a:sym typeface="Arial"/>
              </a:rPr>
              <a:t>k </a:t>
            </a:r>
            <a:r>
              <a:rPr lang="en-US" sz="1903" i="1" dirty="0"/>
              <a:t>, . . . , </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baseline="-25000" dirty="0">
                <a:latin typeface="Lucida Sans"/>
                <a:ea typeface="Lucida Sans"/>
                <a:cs typeface="Lucida Sans"/>
                <a:sym typeface="Lucida Sans"/>
              </a:rPr>
              <a:t>—</a:t>
            </a:r>
            <a:r>
              <a:rPr lang="en-US" sz="1665" baseline="-25000" dirty="0">
                <a:latin typeface="Tahoma"/>
                <a:ea typeface="Tahoma"/>
                <a:cs typeface="Tahoma"/>
                <a:sym typeface="Tahoma"/>
              </a:rPr>
              <a:t>1</a:t>
            </a:r>
            <a:r>
              <a:rPr lang="en-US" sz="1903" dirty="0">
                <a:latin typeface="Tahoma"/>
                <a:ea typeface="Tahoma"/>
                <a:cs typeface="Tahoma"/>
                <a:sym typeface="Tahoma"/>
              </a:rPr>
              <a:t>)</a:t>
            </a:r>
            <a:endParaRPr sz="1903" dirty="0">
              <a:latin typeface="Tahoma"/>
              <a:ea typeface="Tahoma"/>
              <a:cs typeface="Tahoma"/>
              <a:sym typeface="Tahoma"/>
            </a:endParaRPr>
          </a:p>
        </p:txBody>
      </p:sp>
      <p:sp>
        <p:nvSpPr>
          <p:cNvPr id="228" name="Google Shape;228;p10"/>
          <p:cNvSpPr txBox="1"/>
          <p:nvPr/>
        </p:nvSpPr>
        <p:spPr>
          <a:xfrm>
            <a:off x="8278925" y="3084720"/>
            <a:ext cx="305136" cy="281646"/>
          </a:xfrm>
          <a:prstGeom prst="rect">
            <a:avLst/>
          </a:prstGeom>
          <a:noFill/>
          <a:ln>
            <a:noFill/>
          </a:ln>
        </p:spPr>
        <p:txBody>
          <a:bodyPr spcFirstLastPara="1" wrap="square" lIns="0" tIns="25176" rIns="0" bIns="0" anchor="t" anchorCtr="0">
            <a:spAutoFit/>
          </a:bodyPr>
          <a:lstStyle/>
          <a:p>
            <a:pPr marL="20141" defTabSz="1450147" hangingPunct="1">
              <a:buClr>
                <a:srgbClr val="000000"/>
              </a:buClr>
            </a:pPr>
            <a:r>
              <a:rPr lang="en-US" sz="1665" dirty="0">
                <a:latin typeface="Tahoma"/>
                <a:ea typeface="Tahoma"/>
                <a:cs typeface="Tahoma"/>
                <a:sym typeface="Tahoma"/>
              </a:rPr>
              <a:t>(4)</a:t>
            </a:r>
            <a:endParaRPr sz="1665" dirty="0">
              <a:latin typeface="Tahoma"/>
              <a:ea typeface="Tahoma"/>
              <a:cs typeface="Tahoma"/>
              <a:sym typeface="Tahoma"/>
            </a:endParaRPr>
          </a:p>
        </p:txBody>
      </p:sp>
      <p:sp>
        <p:nvSpPr>
          <p:cNvPr id="229" name="Google Shape;229;p10"/>
          <p:cNvSpPr txBox="1"/>
          <p:nvPr/>
        </p:nvSpPr>
        <p:spPr>
          <a:xfrm>
            <a:off x="1022315" y="3579146"/>
            <a:ext cx="7019026" cy="783865"/>
          </a:xfrm>
          <a:prstGeom prst="rect">
            <a:avLst/>
          </a:prstGeom>
          <a:noFill/>
          <a:ln>
            <a:noFill/>
          </a:ln>
        </p:spPr>
        <p:txBody>
          <a:bodyPr spcFirstLastPara="1" wrap="square" lIns="0" tIns="19110" rIns="0" bIns="0" anchor="t" anchorCtr="0">
            <a:spAutoFit/>
          </a:bodyPr>
          <a:lstStyle/>
          <a:p>
            <a:pPr marL="305891" marR="8056" indent="-285750" defTabSz="1450147" hangingPunct="1">
              <a:lnSpc>
                <a:spcPct val="1384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Advantage</a:t>
            </a:r>
            <a:r>
              <a:rPr lang="en-US" dirty="0">
                <a:latin typeface="Calibri" panose="020F0502020204030204" pitchFamily="34" charset="0"/>
                <a:ea typeface="Calibri" panose="020F0502020204030204" pitchFamily="34" charset="0"/>
                <a:cs typeface="Calibri" panose="020F0502020204030204" pitchFamily="34" charset="0"/>
                <a:sym typeface="Tahoma"/>
              </a:rPr>
              <a:t>: Fixed-size context, tractable computation </a:t>
            </a:r>
          </a:p>
          <a:p>
            <a:pPr marL="305891" marR="8056" indent="-285750" defTabSz="1450147" hangingPunct="1">
              <a:lnSpc>
                <a:spcPct val="1384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Disadvantage</a:t>
            </a:r>
            <a:r>
              <a:rPr lang="en-US" dirty="0">
                <a:latin typeface="Calibri" panose="020F0502020204030204" pitchFamily="34" charset="0"/>
                <a:ea typeface="Calibri" panose="020F0502020204030204" pitchFamily="34" charset="0"/>
                <a:cs typeface="Calibri" panose="020F0502020204030204" pitchFamily="34" charset="0"/>
                <a:sym typeface="Tahoma"/>
              </a:rPr>
              <a:t>: May lose important long-term dependencies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8652B75-E633-417D-A04D-790B420F57BB}"/>
                  </a:ext>
                </a:extLst>
              </p14:cNvPr>
              <p14:cNvContentPartPr/>
              <p14:nvPr/>
            </p14:nvContentPartPr>
            <p14:xfrm>
              <a:off x="876960" y="802080"/>
              <a:ext cx="6876360" cy="2076840"/>
            </p14:xfrm>
          </p:contentPart>
        </mc:Choice>
        <mc:Fallback>
          <p:pic>
            <p:nvPicPr>
              <p:cNvPr id="2" name="Ink 1">
                <a:extLst>
                  <a:ext uri="{FF2B5EF4-FFF2-40B4-BE49-F238E27FC236}">
                    <a16:creationId xmlns:a16="http://schemas.microsoft.com/office/drawing/2014/main" id="{98652B75-E633-417D-A04D-790B420F57BB}"/>
                  </a:ext>
                </a:extLst>
              </p:cNvPr>
              <p:cNvPicPr/>
              <p:nvPr/>
            </p:nvPicPr>
            <p:blipFill>
              <a:blip r:embed="rId4"/>
              <a:stretch>
                <a:fillRect/>
              </a:stretch>
            </p:blipFill>
            <p:spPr>
              <a:xfrm>
                <a:off x="867600" y="792720"/>
                <a:ext cx="6895080" cy="2095560"/>
              </a:xfrm>
              <a:prstGeom prst="rect">
                <a:avLst/>
              </a:prstGeom>
            </p:spPr>
          </p:pic>
        </mc:Fallback>
      </mc:AlternateContent>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1"/>
          <p:cNvSpPr txBox="1">
            <a:spLocks noGrp="1"/>
          </p:cNvSpPr>
          <p:nvPr>
            <p:ph type="title" idx="4294967295"/>
          </p:nvPr>
        </p:nvSpPr>
        <p:spPr>
          <a:xfrm>
            <a:off x="0" y="349717"/>
            <a:ext cx="4982064" cy="536575"/>
          </a:xfrm>
          <a:prstGeom prst="rect">
            <a:avLst/>
          </a:prstGeom>
          <a:noFill/>
          <a:ln>
            <a:noFill/>
          </a:ln>
        </p:spPr>
        <p:txBody>
          <a:bodyPr spcFirstLastPara="1" wrap="square" lIns="0" tIns="24145" rIns="0" bIns="0" anchor="t" anchorCtr="0">
            <a:spAutoFit/>
          </a:bodyPr>
          <a:lstStyle/>
          <a:p>
            <a:pPr marL="20141"/>
            <a:r>
              <a:rPr lang="en-US" sz="3200" dirty="0">
                <a:solidFill>
                  <a:schemeClr val="bg1"/>
                </a:solidFill>
              </a:rPr>
              <a:t>M</a:t>
            </a:r>
            <a:r>
              <a:rPr lang="en-US" sz="3200" cap="small" dirty="0">
                <a:solidFill>
                  <a:schemeClr val="bg1"/>
                </a:solidFill>
              </a:rPr>
              <a:t>arkov</a:t>
            </a:r>
            <a:r>
              <a:rPr lang="en-US" sz="3200" dirty="0">
                <a:solidFill>
                  <a:schemeClr val="bg1"/>
                </a:solidFill>
              </a:rPr>
              <a:t> A</a:t>
            </a:r>
            <a:r>
              <a:rPr lang="en-US" sz="3200" cap="small" dirty="0">
                <a:solidFill>
                  <a:schemeClr val="bg1"/>
                </a:solidFill>
              </a:rPr>
              <a:t>ssumption</a:t>
            </a:r>
            <a:r>
              <a:rPr lang="en-US" sz="3200" dirty="0">
                <a:solidFill>
                  <a:schemeClr val="bg1"/>
                </a:solidFill>
              </a:rPr>
              <a:t>: E</a:t>
            </a:r>
            <a:r>
              <a:rPr lang="en-US" sz="3200" cap="small" dirty="0">
                <a:solidFill>
                  <a:schemeClr val="bg1"/>
                </a:solidFill>
              </a:rPr>
              <a:t>xample</a:t>
            </a:r>
            <a:endParaRPr sz="3200" dirty="0">
              <a:solidFill>
                <a:schemeClr val="bg1"/>
              </a:solidFill>
            </a:endParaRPr>
          </a:p>
        </p:txBody>
      </p:sp>
      <p:sp>
        <p:nvSpPr>
          <p:cNvPr id="241" name="Google Shape;241;p11"/>
          <p:cNvSpPr txBox="1"/>
          <p:nvPr/>
        </p:nvSpPr>
        <p:spPr>
          <a:xfrm>
            <a:off x="961892" y="1036023"/>
            <a:ext cx="6747755" cy="4318294"/>
          </a:xfrm>
          <a:prstGeom prst="rect">
            <a:avLst/>
          </a:prstGeom>
          <a:noFill/>
          <a:ln>
            <a:noFill/>
          </a:ln>
        </p:spPr>
        <p:txBody>
          <a:bodyPr spcFirstLastPara="1" wrap="square" lIns="0" tIns="19110" rIns="0" bIns="0" anchor="t" anchorCtr="0">
            <a:spAutoFit/>
          </a:bodyPr>
          <a:lstStyle/>
          <a:p>
            <a:pPr marL="366314" marR="3049335" indent="-285750" algn="just" defTabSz="1450147" hangingPunct="1">
              <a:lnSpc>
                <a:spcPct val="1384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Sequence</a:t>
            </a:r>
            <a:r>
              <a:rPr lang="en-US" dirty="0">
                <a:latin typeface="Calibri" panose="020F0502020204030204" pitchFamily="34" charset="0"/>
                <a:ea typeface="Calibri" panose="020F0502020204030204" pitchFamily="34" charset="0"/>
                <a:cs typeface="Calibri" panose="020F0502020204030204" pitchFamily="34" charset="0"/>
                <a:sym typeface="Tahoma"/>
              </a:rPr>
              <a:t>: ”The cat sat on the”</a:t>
            </a:r>
          </a:p>
          <a:p>
            <a:pPr marL="366314" marR="3049335" indent="-285750" algn="just" defTabSz="1450147" hangingPunct="1">
              <a:lnSpc>
                <a:spcPct val="1384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Predict</a:t>
            </a:r>
            <a:r>
              <a:rPr lang="en-US" dirty="0">
                <a:latin typeface="Calibri" panose="020F0502020204030204" pitchFamily="34" charset="0"/>
                <a:ea typeface="Calibri" panose="020F0502020204030204" pitchFamily="34" charset="0"/>
                <a:cs typeface="Calibri" panose="020F0502020204030204" pitchFamily="34" charset="0"/>
                <a:sym typeface="Tahoma"/>
              </a:rPr>
              <a:t>: Next word (e.g., ”mat”)</a:t>
            </a:r>
          </a:p>
          <a:p>
            <a:pPr marL="366314" marR="3049335" indent="-285750" algn="just" defTabSz="1450147" hangingPunct="1">
              <a:lnSpc>
                <a:spcPct val="1384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First-order Markov </a:t>
            </a:r>
            <a:r>
              <a:rPr lang="en-US" dirty="0">
                <a:latin typeface="Calibri" panose="020F0502020204030204" pitchFamily="34" charset="0"/>
                <a:ea typeface="Calibri" panose="020F0502020204030204" pitchFamily="34" charset="0"/>
                <a:cs typeface="Calibri" panose="020F0502020204030204" pitchFamily="34" charset="0"/>
                <a:sym typeface="Tahoma"/>
              </a:rPr>
              <a:t>(bigram):</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550852" algn="ctr" defTabSz="1450147" hangingPunct="1">
              <a:spcBef>
                <a:spcPts val="1951"/>
              </a:spcBef>
              <a:buClr>
                <a:srgbClr val="000000"/>
              </a:buClr>
            </a:pPr>
            <a:r>
              <a:rPr lang="en-US" i="1" dirty="0">
                <a:latin typeface="Calibri" panose="020F0502020204030204" pitchFamily="34" charset="0"/>
                <a:ea typeface="Calibri" panose="020F0502020204030204" pitchFamily="34" charset="0"/>
                <a:cs typeface="Calibri" panose="020F0502020204030204" pitchFamily="34" charset="0"/>
                <a:sym typeface="Arial"/>
              </a:rPr>
              <a:t>P</a:t>
            </a:r>
            <a:r>
              <a:rPr lang="en-US" dirty="0">
                <a:latin typeface="Calibri" panose="020F0502020204030204" pitchFamily="34" charset="0"/>
                <a:ea typeface="Calibri" panose="020F0502020204030204" pitchFamily="34" charset="0"/>
                <a:cs typeface="Calibri" panose="020F0502020204030204" pitchFamily="34" charset="0"/>
                <a:sym typeface="Tahoma"/>
              </a:rPr>
              <a:t>(</a:t>
            </a:r>
            <a:r>
              <a:rPr lang="en-US" dirty="0" err="1">
                <a:latin typeface="Calibri" panose="020F0502020204030204" pitchFamily="34" charset="0"/>
                <a:ea typeface="Calibri" panose="020F0502020204030204" pitchFamily="34" charset="0"/>
                <a:cs typeface="Calibri" panose="020F0502020204030204" pitchFamily="34" charset="0"/>
                <a:sym typeface="Tahoma"/>
              </a:rPr>
              <a:t>mat</a:t>
            </a:r>
            <a:r>
              <a:rPr lang="en-US" dirty="0" err="1">
                <a:latin typeface="Calibri" panose="020F0502020204030204" pitchFamily="34" charset="0"/>
                <a:ea typeface="Calibri" panose="020F0502020204030204" pitchFamily="34" charset="0"/>
                <a:cs typeface="Calibri" panose="020F0502020204030204" pitchFamily="34" charset="0"/>
                <a:sym typeface="Lucida Sans"/>
              </a:rPr>
              <a:t>|</a:t>
            </a:r>
            <a:r>
              <a:rPr lang="en-US" dirty="0" err="1">
                <a:latin typeface="Calibri" panose="020F0502020204030204" pitchFamily="34" charset="0"/>
                <a:ea typeface="Calibri" panose="020F0502020204030204" pitchFamily="34" charset="0"/>
                <a:cs typeface="Calibri" panose="020F0502020204030204" pitchFamily="34" charset="0"/>
                <a:sym typeface="Tahoma"/>
              </a:rPr>
              <a:t>The</a:t>
            </a:r>
            <a:r>
              <a:rPr lang="en-US" dirty="0">
                <a:latin typeface="Calibri" panose="020F0502020204030204" pitchFamily="34" charset="0"/>
                <a:ea typeface="Calibri" panose="020F0502020204030204" pitchFamily="34" charset="0"/>
                <a:cs typeface="Calibri" panose="020F0502020204030204" pitchFamily="34" charset="0"/>
                <a:sym typeface="Tahoma"/>
              </a:rPr>
              <a:t>, cat, sat, on, the)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P</a:t>
            </a:r>
            <a:r>
              <a:rPr lang="en-US" dirty="0">
                <a:latin typeface="Calibri" panose="020F0502020204030204" pitchFamily="34" charset="0"/>
                <a:ea typeface="Calibri" panose="020F0502020204030204" pitchFamily="34" charset="0"/>
                <a:cs typeface="Calibri" panose="020F0502020204030204" pitchFamily="34" charset="0"/>
                <a:sym typeface="Tahoma"/>
              </a:rPr>
              <a:t>(</a:t>
            </a:r>
            <a:r>
              <a:rPr lang="en-US" dirty="0" err="1">
                <a:latin typeface="Calibri" panose="020F0502020204030204" pitchFamily="34" charset="0"/>
                <a:ea typeface="Calibri" panose="020F0502020204030204" pitchFamily="34" charset="0"/>
                <a:cs typeface="Calibri" panose="020F0502020204030204" pitchFamily="34" charset="0"/>
                <a:sym typeface="Tahoma"/>
              </a:rPr>
              <a:t>mat</a:t>
            </a:r>
            <a:r>
              <a:rPr lang="en-US" dirty="0" err="1">
                <a:latin typeface="Calibri" panose="020F0502020204030204" pitchFamily="34" charset="0"/>
                <a:ea typeface="Calibri" panose="020F0502020204030204" pitchFamily="34" charset="0"/>
                <a:cs typeface="Calibri" panose="020F0502020204030204" pitchFamily="34" charset="0"/>
                <a:sym typeface="Lucida Sans"/>
              </a:rPr>
              <a:t>|</a:t>
            </a:r>
            <a:r>
              <a:rPr lang="en-US" dirty="0" err="1">
                <a:latin typeface="Calibri" panose="020F0502020204030204" pitchFamily="34" charset="0"/>
                <a:ea typeface="Calibri" panose="020F0502020204030204" pitchFamily="34" charset="0"/>
                <a:cs typeface="Calibri" panose="020F0502020204030204" pitchFamily="34" charset="0"/>
                <a:sym typeface="Tahoma"/>
              </a:rPr>
              <a:t>the</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127"/>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66314"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Second-order Markov </a:t>
            </a:r>
            <a:r>
              <a:rPr lang="en-US" dirty="0">
                <a:latin typeface="Calibri" panose="020F0502020204030204" pitchFamily="34" charset="0"/>
                <a:ea typeface="Calibri" panose="020F0502020204030204" pitchFamily="34" charset="0"/>
                <a:cs typeface="Calibri" panose="020F0502020204030204" pitchFamily="34" charset="0"/>
                <a:sym typeface="Tahoma"/>
              </a:rPr>
              <a:t>(trigram):</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550852" algn="ctr" defTabSz="1450147" hangingPunct="1">
              <a:spcBef>
                <a:spcPts val="1951"/>
              </a:spcBef>
              <a:buClr>
                <a:srgbClr val="000000"/>
              </a:buClr>
            </a:pPr>
            <a:r>
              <a:rPr lang="en-US" i="1" dirty="0">
                <a:latin typeface="Calibri" panose="020F0502020204030204" pitchFamily="34" charset="0"/>
                <a:ea typeface="Calibri" panose="020F0502020204030204" pitchFamily="34" charset="0"/>
                <a:cs typeface="Calibri" panose="020F0502020204030204" pitchFamily="34" charset="0"/>
                <a:sym typeface="Arial"/>
              </a:rPr>
              <a:t>P</a:t>
            </a:r>
            <a:r>
              <a:rPr lang="en-US" dirty="0">
                <a:latin typeface="Calibri" panose="020F0502020204030204" pitchFamily="34" charset="0"/>
                <a:ea typeface="Calibri" panose="020F0502020204030204" pitchFamily="34" charset="0"/>
                <a:cs typeface="Calibri" panose="020F0502020204030204" pitchFamily="34" charset="0"/>
                <a:sym typeface="Tahoma"/>
              </a:rPr>
              <a:t>(</a:t>
            </a:r>
            <a:r>
              <a:rPr lang="en-US" dirty="0" err="1">
                <a:latin typeface="Calibri" panose="020F0502020204030204" pitchFamily="34" charset="0"/>
                <a:ea typeface="Calibri" panose="020F0502020204030204" pitchFamily="34" charset="0"/>
                <a:cs typeface="Calibri" panose="020F0502020204030204" pitchFamily="34" charset="0"/>
                <a:sym typeface="Tahoma"/>
              </a:rPr>
              <a:t>mat</a:t>
            </a:r>
            <a:r>
              <a:rPr lang="en-US" dirty="0" err="1">
                <a:latin typeface="Calibri" panose="020F0502020204030204" pitchFamily="34" charset="0"/>
                <a:ea typeface="Calibri" panose="020F0502020204030204" pitchFamily="34" charset="0"/>
                <a:cs typeface="Calibri" panose="020F0502020204030204" pitchFamily="34" charset="0"/>
                <a:sym typeface="Lucida Sans"/>
              </a:rPr>
              <a:t>|</a:t>
            </a:r>
            <a:r>
              <a:rPr lang="en-US" dirty="0" err="1">
                <a:latin typeface="Calibri" panose="020F0502020204030204" pitchFamily="34" charset="0"/>
                <a:ea typeface="Calibri" panose="020F0502020204030204" pitchFamily="34" charset="0"/>
                <a:cs typeface="Calibri" panose="020F0502020204030204" pitchFamily="34" charset="0"/>
                <a:sym typeface="Tahoma"/>
              </a:rPr>
              <a:t>The</a:t>
            </a:r>
            <a:r>
              <a:rPr lang="en-US" dirty="0">
                <a:latin typeface="Calibri" panose="020F0502020204030204" pitchFamily="34" charset="0"/>
                <a:ea typeface="Calibri" panose="020F0502020204030204" pitchFamily="34" charset="0"/>
                <a:cs typeface="Calibri" panose="020F0502020204030204" pitchFamily="34" charset="0"/>
                <a:sym typeface="Tahoma"/>
              </a:rPr>
              <a:t>, cat, sat, on, the)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P</a:t>
            </a:r>
            <a:r>
              <a:rPr lang="en-US" dirty="0">
                <a:latin typeface="Calibri" panose="020F0502020204030204" pitchFamily="34" charset="0"/>
                <a:ea typeface="Calibri" panose="020F0502020204030204" pitchFamily="34" charset="0"/>
                <a:cs typeface="Calibri" panose="020F0502020204030204" pitchFamily="34" charset="0"/>
                <a:sym typeface="Tahoma"/>
              </a:rPr>
              <a:t>(</a:t>
            </a:r>
            <a:r>
              <a:rPr lang="en-US" dirty="0" err="1">
                <a:latin typeface="Calibri" panose="020F0502020204030204" pitchFamily="34" charset="0"/>
                <a:ea typeface="Calibri" panose="020F0502020204030204" pitchFamily="34" charset="0"/>
                <a:cs typeface="Calibri" panose="020F0502020204030204" pitchFamily="34" charset="0"/>
                <a:sym typeface="Tahoma"/>
              </a:rPr>
              <a:t>mat</a:t>
            </a:r>
            <a:r>
              <a:rPr lang="en-US" dirty="0" err="1">
                <a:latin typeface="Calibri" panose="020F0502020204030204" pitchFamily="34" charset="0"/>
                <a:ea typeface="Calibri" panose="020F0502020204030204" pitchFamily="34" charset="0"/>
                <a:cs typeface="Calibri" panose="020F0502020204030204" pitchFamily="34" charset="0"/>
                <a:sym typeface="Lucida Sans"/>
              </a:rPr>
              <a:t>|</a:t>
            </a:r>
            <a:r>
              <a:rPr lang="en-US" dirty="0" err="1">
                <a:latin typeface="Calibri" panose="020F0502020204030204" pitchFamily="34" charset="0"/>
                <a:ea typeface="Calibri" panose="020F0502020204030204" pitchFamily="34" charset="0"/>
                <a:cs typeface="Calibri" panose="020F0502020204030204" pitchFamily="34" charset="0"/>
                <a:sym typeface="Tahoma"/>
              </a:rPr>
              <a:t>on</a:t>
            </a:r>
            <a:r>
              <a:rPr lang="en-US" dirty="0">
                <a:latin typeface="Calibri" panose="020F0502020204030204" pitchFamily="34" charset="0"/>
                <a:ea typeface="Calibri" panose="020F0502020204030204" pitchFamily="34" charset="0"/>
                <a:cs typeface="Calibri" panose="020F0502020204030204" pitchFamily="34" charset="0"/>
                <a:sym typeface="Tahoma"/>
              </a:rPr>
              <a:t>, the)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66314" indent="-285750" defTabSz="1450147" hangingPunct="1">
              <a:spcBef>
                <a:spcPts val="1998"/>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Key insight</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12033" indent="-285750" defTabSz="1450147" hangingPunct="1">
              <a:spcBef>
                <a:spcPts val="626"/>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Fixed context window (1 or 2 words)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12033"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Ignores earlier words like ”cat” and ”sat”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12033"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Computationally efficient but limited expressiveness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BEB208B-3F7B-42DB-B470-5F7601236839}"/>
                  </a:ext>
                </a:extLst>
              </p14:cNvPr>
              <p14:cNvContentPartPr/>
              <p14:nvPr/>
            </p14:nvContentPartPr>
            <p14:xfrm>
              <a:off x="1352520" y="1914120"/>
              <a:ext cx="5445720" cy="3650040"/>
            </p14:xfrm>
          </p:contentPart>
        </mc:Choice>
        <mc:Fallback>
          <p:pic>
            <p:nvPicPr>
              <p:cNvPr id="2" name="Ink 1">
                <a:extLst>
                  <a:ext uri="{FF2B5EF4-FFF2-40B4-BE49-F238E27FC236}">
                    <a16:creationId xmlns:a16="http://schemas.microsoft.com/office/drawing/2014/main" id="{9BEB208B-3F7B-42DB-B470-5F7601236839}"/>
                  </a:ext>
                </a:extLst>
              </p:cNvPr>
              <p:cNvPicPr/>
              <p:nvPr/>
            </p:nvPicPr>
            <p:blipFill>
              <a:blip r:embed="rId4"/>
              <a:stretch>
                <a:fillRect/>
              </a:stretch>
            </p:blipFill>
            <p:spPr>
              <a:xfrm>
                <a:off x="1343160" y="1904760"/>
                <a:ext cx="5464440" cy="3668760"/>
              </a:xfrm>
              <a:prstGeom prst="rect">
                <a:avLst/>
              </a:prstGeom>
            </p:spPr>
          </p:pic>
        </mc:Fallback>
      </mc:AlternateContent>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2"/>
          <p:cNvSpPr txBox="1">
            <a:spLocks noGrp="1"/>
          </p:cNvSpPr>
          <p:nvPr>
            <p:ph type="title" idx="4294967295"/>
          </p:nvPr>
        </p:nvSpPr>
        <p:spPr>
          <a:xfrm>
            <a:off x="109888" y="312830"/>
            <a:ext cx="6232703"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L</a:t>
            </a:r>
            <a:r>
              <a:rPr lang="en-US" sz="2800" b="1" cap="small" dirty="0">
                <a:solidFill>
                  <a:schemeClr val="bg1"/>
                </a:solidFill>
              </a:rPr>
              <a:t>atent</a:t>
            </a:r>
            <a:r>
              <a:rPr lang="en-US" sz="2800" b="1" dirty="0">
                <a:solidFill>
                  <a:schemeClr val="bg1"/>
                </a:solidFill>
              </a:rPr>
              <a:t> V</a:t>
            </a:r>
            <a:r>
              <a:rPr lang="en-US" sz="2800" b="1" cap="small" dirty="0">
                <a:solidFill>
                  <a:schemeClr val="bg1"/>
                </a:solidFill>
              </a:rPr>
              <a:t>ariable</a:t>
            </a:r>
            <a:r>
              <a:rPr lang="en-US" sz="2800" b="1" dirty="0">
                <a:solidFill>
                  <a:schemeClr val="bg1"/>
                </a:solidFill>
              </a:rPr>
              <a:t> M</a:t>
            </a:r>
            <a:r>
              <a:rPr lang="en-US" sz="2800" b="1" cap="small" dirty="0">
                <a:solidFill>
                  <a:schemeClr val="bg1"/>
                </a:solidFill>
              </a:rPr>
              <a:t>odels</a:t>
            </a:r>
            <a:endParaRPr sz="2800" b="1" dirty="0">
              <a:solidFill>
                <a:schemeClr val="bg1"/>
              </a:solidFill>
            </a:endParaRPr>
          </a:p>
        </p:txBody>
      </p:sp>
      <p:sp>
        <p:nvSpPr>
          <p:cNvPr id="257" name="Google Shape;257;p12"/>
          <p:cNvSpPr txBox="1"/>
          <p:nvPr/>
        </p:nvSpPr>
        <p:spPr>
          <a:xfrm>
            <a:off x="1022314" y="1127346"/>
            <a:ext cx="6723191" cy="302421"/>
          </a:xfrm>
          <a:prstGeom prst="rect">
            <a:avLst/>
          </a:prstGeom>
          <a:noFill/>
          <a:ln>
            <a:noFill/>
          </a:ln>
        </p:spPr>
        <p:txBody>
          <a:bodyPr spcFirstLastPara="1" wrap="square" lIns="0" tIns="25176" rIns="0" bIns="0" anchor="t" anchorCtr="0">
            <a:spAutoFit/>
          </a:bodyPr>
          <a:lstStyle/>
          <a:p>
            <a:pPr marL="305891"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Alternative approach</a:t>
            </a:r>
            <a:r>
              <a:rPr lang="en-US" dirty="0">
                <a:latin typeface="Calibri" panose="020F0502020204030204" pitchFamily="34" charset="0"/>
                <a:ea typeface="Calibri" panose="020F0502020204030204" pitchFamily="34" charset="0"/>
                <a:cs typeface="Calibri" panose="020F0502020204030204" pitchFamily="34" charset="0"/>
                <a:sym typeface="Tahoma"/>
              </a:rPr>
              <a:t>: Summarize past with a hidden state</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
        <p:nvSpPr>
          <p:cNvPr id="258" name="Google Shape;258;p12"/>
          <p:cNvSpPr txBox="1"/>
          <p:nvPr/>
        </p:nvSpPr>
        <p:spPr>
          <a:xfrm>
            <a:off x="2573761" y="1567895"/>
            <a:ext cx="3078547" cy="732145"/>
          </a:xfrm>
          <a:prstGeom prst="rect">
            <a:avLst/>
          </a:prstGeom>
          <a:noFill/>
          <a:ln>
            <a:noFill/>
          </a:ln>
        </p:spPr>
        <p:txBody>
          <a:bodyPr spcFirstLastPara="1" wrap="square" lIns="0" tIns="81555" rIns="0" bIns="0" anchor="t" anchorCtr="0">
            <a:spAutoFit/>
          </a:bodyPr>
          <a:lstStyle/>
          <a:p>
            <a:pPr marL="1568978" defTabSz="1450147" hangingPunct="1">
              <a:buClr>
                <a:srgbClr val="000000"/>
              </a:buClr>
            </a:pPr>
            <a:r>
              <a:rPr lang="en-US" sz="1665" i="1" dirty="0" err="1">
                <a:latin typeface="Arial"/>
                <a:ea typeface="Arial"/>
                <a:cs typeface="Arial"/>
                <a:sym typeface="Arial"/>
              </a:rPr>
              <a:t>h</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dirty="0">
                <a:latin typeface="Tahoma"/>
                <a:ea typeface="Tahoma"/>
                <a:cs typeface="Tahoma"/>
                <a:sym typeface="Tahoma"/>
              </a:rPr>
              <a:t>= </a:t>
            </a:r>
            <a:r>
              <a:rPr lang="en-US" sz="1665" i="1" dirty="0">
                <a:latin typeface="Arial"/>
                <a:ea typeface="Arial"/>
                <a:cs typeface="Arial"/>
                <a:sym typeface="Arial"/>
              </a:rPr>
              <a:t>f </a:t>
            </a:r>
            <a:r>
              <a:rPr lang="en-US" sz="1903" dirty="0">
                <a:latin typeface="Tahoma"/>
                <a:ea typeface="Tahoma"/>
                <a:cs typeface="Tahoma"/>
                <a:sym typeface="Tahoma"/>
              </a:rPr>
              <a:t>(</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i="1" dirty="0"/>
              <a:t>, </a:t>
            </a:r>
            <a:r>
              <a:rPr lang="en-US" sz="1665" i="1" dirty="0" err="1">
                <a:latin typeface="Arial"/>
                <a:ea typeface="Arial"/>
                <a:cs typeface="Arial"/>
                <a:sym typeface="Arial"/>
              </a:rPr>
              <a:t>h</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baseline="-25000" dirty="0">
                <a:latin typeface="Lucida Sans"/>
                <a:ea typeface="Lucida Sans"/>
                <a:cs typeface="Lucida Sans"/>
                <a:sym typeface="Lucida Sans"/>
              </a:rPr>
              <a:t>—</a:t>
            </a:r>
            <a:r>
              <a:rPr lang="en-US" sz="1665" baseline="-25000" dirty="0">
                <a:latin typeface="Tahoma"/>
                <a:ea typeface="Tahoma"/>
                <a:cs typeface="Tahoma"/>
                <a:sym typeface="Tahoma"/>
              </a:rPr>
              <a:t>1</a:t>
            </a:r>
            <a:r>
              <a:rPr lang="en-US" sz="1903" dirty="0">
                <a:latin typeface="Tahoma"/>
                <a:ea typeface="Tahoma"/>
                <a:cs typeface="Tahoma"/>
                <a:sym typeface="Tahoma"/>
              </a:rPr>
              <a:t>)</a:t>
            </a:r>
            <a:endParaRPr sz="1903" dirty="0">
              <a:latin typeface="Tahoma"/>
              <a:ea typeface="Tahoma"/>
              <a:cs typeface="Tahoma"/>
              <a:sym typeface="Tahoma"/>
            </a:endParaRPr>
          </a:p>
          <a:p>
            <a:pPr marL="60423" defTabSz="1450147" hangingPunct="1">
              <a:spcBef>
                <a:spcPts val="476"/>
              </a:spcBef>
              <a:buClr>
                <a:srgbClr val="000000"/>
              </a:buClr>
            </a:pPr>
            <a:r>
              <a:rPr lang="en-US" sz="1665" i="1" dirty="0">
                <a:latin typeface="Arial"/>
                <a:ea typeface="Arial"/>
                <a:cs typeface="Arial"/>
                <a:sym typeface="Arial"/>
              </a:rPr>
              <a:t>P</a:t>
            </a:r>
            <a:r>
              <a:rPr lang="en-US" sz="1903" dirty="0">
                <a:latin typeface="Tahoma"/>
                <a:ea typeface="Tahoma"/>
                <a:cs typeface="Tahoma"/>
                <a:sym typeface="Tahoma"/>
              </a:rPr>
              <a:t>(</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dirty="0">
                <a:latin typeface="Lucida Sans"/>
                <a:ea typeface="Lucida Sans"/>
                <a:cs typeface="Lucida Sans"/>
                <a:sym typeface="Lucida Sans"/>
              </a:rPr>
              <a:t>|</a:t>
            </a:r>
            <a:r>
              <a:rPr lang="en-US" sz="1665" i="1" dirty="0">
                <a:latin typeface="Arial"/>
                <a:ea typeface="Arial"/>
                <a:cs typeface="Arial"/>
                <a:sym typeface="Arial"/>
              </a:rPr>
              <a:t>x</a:t>
            </a:r>
            <a:r>
              <a:rPr lang="en-US" sz="1665" baseline="-25000" dirty="0">
                <a:latin typeface="Tahoma"/>
                <a:ea typeface="Tahoma"/>
                <a:cs typeface="Tahoma"/>
                <a:sym typeface="Tahoma"/>
              </a:rPr>
              <a:t>1</a:t>
            </a:r>
            <a:r>
              <a:rPr lang="en-US" sz="1903" i="1" dirty="0"/>
              <a:t>, . . . , </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baseline="-25000" dirty="0">
                <a:latin typeface="Lucida Sans"/>
                <a:ea typeface="Lucida Sans"/>
                <a:cs typeface="Lucida Sans"/>
                <a:sym typeface="Lucida Sans"/>
              </a:rPr>
              <a:t>—</a:t>
            </a:r>
            <a:r>
              <a:rPr lang="en-US" sz="1665" baseline="-25000" dirty="0">
                <a:latin typeface="Tahoma"/>
                <a:ea typeface="Tahoma"/>
                <a:cs typeface="Tahoma"/>
                <a:sym typeface="Tahoma"/>
              </a:rPr>
              <a:t>1</a:t>
            </a:r>
            <a:r>
              <a:rPr lang="en-US" sz="1903" dirty="0">
                <a:latin typeface="Tahoma"/>
                <a:ea typeface="Tahoma"/>
                <a:cs typeface="Tahoma"/>
                <a:sym typeface="Tahoma"/>
              </a:rPr>
              <a:t>) = </a:t>
            </a:r>
            <a:r>
              <a:rPr lang="en-US" sz="1665" i="1" dirty="0">
                <a:latin typeface="Arial"/>
                <a:ea typeface="Arial"/>
                <a:cs typeface="Arial"/>
                <a:sym typeface="Arial"/>
              </a:rPr>
              <a:t>P</a:t>
            </a:r>
            <a:r>
              <a:rPr lang="en-US" sz="1903" dirty="0">
                <a:latin typeface="Tahoma"/>
                <a:ea typeface="Tahoma"/>
                <a:cs typeface="Tahoma"/>
                <a:sym typeface="Tahoma"/>
              </a:rPr>
              <a:t>(</a:t>
            </a:r>
            <a:r>
              <a:rPr lang="en-US" sz="1665" i="1" dirty="0" err="1">
                <a:latin typeface="Arial"/>
                <a:ea typeface="Arial"/>
                <a:cs typeface="Arial"/>
                <a:sym typeface="Arial"/>
              </a:rPr>
              <a:t>x</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dirty="0">
                <a:latin typeface="Lucida Sans"/>
                <a:ea typeface="Lucida Sans"/>
                <a:cs typeface="Lucida Sans"/>
                <a:sym typeface="Lucida Sans"/>
              </a:rPr>
              <a:t>|</a:t>
            </a:r>
            <a:r>
              <a:rPr lang="en-US" sz="1665" i="1" dirty="0" err="1">
                <a:latin typeface="Arial"/>
                <a:ea typeface="Arial"/>
                <a:cs typeface="Arial"/>
                <a:sym typeface="Arial"/>
              </a:rPr>
              <a:t>h</a:t>
            </a:r>
            <a:r>
              <a:rPr lang="en-US" sz="1665" i="1" baseline="-25000" dirty="0" err="1">
                <a:latin typeface="Arial"/>
                <a:ea typeface="Arial"/>
                <a:cs typeface="Arial"/>
                <a:sym typeface="Arial"/>
              </a:rPr>
              <a:t>t</a:t>
            </a:r>
            <a:r>
              <a:rPr lang="en-US" sz="1665" i="1" baseline="-25000" dirty="0">
                <a:latin typeface="Arial"/>
                <a:ea typeface="Arial"/>
                <a:cs typeface="Arial"/>
                <a:sym typeface="Arial"/>
              </a:rPr>
              <a:t> </a:t>
            </a:r>
            <a:r>
              <a:rPr lang="en-US" sz="1903" dirty="0">
                <a:latin typeface="Tahoma"/>
                <a:ea typeface="Tahoma"/>
                <a:cs typeface="Tahoma"/>
                <a:sym typeface="Tahoma"/>
              </a:rPr>
              <a:t>)</a:t>
            </a:r>
            <a:endParaRPr sz="1903" dirty="0">
              <a:latin typeface="Tahoma"/>
              <a:ea typeface="Tahoma"/>
              <a:cs typeface="Tahoma"/>
              <a:sym typeface="Tahoma"/>
            </a:endParaRPr>
          </a:p>
        </p:txBody>
      </p:sp>
      <p:sp>
        <p:nvSpPr>
          <p:cNvPr id="259" name="Google Shape;259;p12"/>
          <p:cNvSpPr txBox="1"/>
          <p:nvPr/>
        </p:nvSpPr>
        <p:spPr>
          <a:xfrm>
            <a:off x="7588641" y="1563078"/>
            <a:ext cx="305136" cy="731982"/>
          </a:xfrm>
          <a:prstGeom prst="rect">
            <a:avLst/>
          </a:prstGeom>
          <a:noFill/>
          <a:ln>
            <a:noFill/>
          </a:ln>
        </p:spPr>
        <p:txBody>
          <a:bodyPr spcFirstLastPara="1" wrap="square" lIns="0" tIns="115811" rIns="0" bIns="0" anchor="t" anchorCtr="0">
            <a:spAutoFit/>
          </a:bodyPr>
          <a:lstStyle/>
          <a:p>
            <a:pPr marL="20141" defTabSz="1450147" hangingPunct="1">
              <a:buClr>
                <a:srgbClr val="000000"/>
              </a:buClr>
            </a:pPr>
            <a:r>
              <a:rPr lang="en-US" sz="1665">
                <a:latin typeface="Tahoma"/>
                <a:ea typeface="Tahoma"/>
                <a:cs typeface="Tahoma"/>
                <a:sym typeface="Tahoma"/>
              </a:rPr>
              <a:t>(5)</a:t>
            </a:r>
            <a:endParaRPr sz="1665">
              <a:latin typeface="Tahoma"/>
              <a:ea typeface="Tahoma"/>
              <a:cs typeface="Tahoma"/>
              <a:sym typeface="Tahoma"/>
            </a:endParaRPr>
          </a:p>
          <a:p>
            <a:pPr marL="20141" defTabSz="1450147" hangingPunct="1">
              <a:spcBef>
                <a:spcPts val="768"/>
              </a:spcBef>
              <a:buClr>
                <a:srgbClr val="000000"/>
              </a:buClr>
            </a:pPr>
            <a:r>
              <a:rPr lang="en-US" sz="1665">
                <a:latin typeface="Tahoma"/>
                <a:ea typeface="Tahoma"/>
                <a:cs typeface="Tahoma"/>
                <a:sym typeface="Tahoma"/>
              </a:rPr>
              <a:t>(6)</a:t>
            </a:r>
            <a:endParaRPr sz="1665">
              <a:latin typeface="Tahoma"/>
              <a:ea typeface="Tahoma"/>
              <a:cs typeface="Tahoma"/>
              <a:sym typeface="Tahoma"/>
            </a:endParaRPr>
          </a:p>
        </p:txBody>
      </p:sp>
      <p:sp>
        <p:nvSpPr>
          <p:cNvPr id="260" name="Google Shape;260;p12"/>
          <p:cNvSpPr txBox="1"/>
          <p:nvPr/>
        </p:nvSpPr>
        <p:spPr>
          <a:xfrm>
            <a:off x="982032" y="2556719"/>
            <a:ext cx="6458673" cy="2061677"/>
          </a:xfrm>
          <a:prstGeom prst="rect">
            <a:avLst/>
          </a:prstGeom>
          <a:noFill/>
          <a:ln>
            <a:noFill/>
          </a:ln>
        </p:spPr>
        <p:txBody>
          <a:bodyPr spcFirstLastPara="1" wrap="square" lIns="0" tIns="103718" rIns="0" bIns="0" anchor="t" anchorCtr="0">
            <a:spAutoFit/>
          </a:bodyPr>
          <a:lstStyle/>
          <a:p>
            <a:pPr marL="346173"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Key insight</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626"/>
              </a:spcBef>
              <a:buClr>
                <a:srgbClr val="000000"/>
              </a:buClr>
              <a:buFont typeface="Courier New" panose="02070309020205020404" pitchFamily="49" charset="0"/>
              <a:buChar char="o"/>
            </a:pPr>
            <a:r>
              <a:rPr lang="en-US" i="1" dirty="0" err="1">
                <a:latin typeface="Calibri" panose="020F0502020204030204" pitchFamily="34" charset="0"/>
                <a:ea typeface="Calibri" panose="020F0502020204030204" pitchFamily="34" charset="0"/>
                <a:cs typeface="Calibri" panose="020F0502020204030204" pitchFamily="34" charset="0"/>
                <a:sym typeface="Arial"/>
              </a:rPr>
              <a:t>h</a:t>
            </a:r>
            <a:r>
              <a:rPr lang="en-US" i="1" baseline="-25000" dirty="0" err="1">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is a </a:t>
            </a:r>
            <a:r>
              <a:rPr lang="en-US" i="1" dirty="0">
                <a:latin typeface="Calibri" panose="020F0502020204030204" pitchFamily="34" charset="0"/>
                <a:ea typeface="Calibri" panose="020F0502020204030204" pitchFamily="34" charset="0"/>
                <a:cs typeface="Calibri" panose="020F0502020204030204" pitchFamily="34" charset="0"/>
                <a:sym typeface="Arial"/>
              </a:rPr>
              <a:t>latent </a:t>
            </a:r>
            <a:r>
              <a:rPr lang="en-US" dirty="0">
                <a:latin typeface="Calibri" panose="020F0502020204030204" pitchFamily="34" charset="0"/>
                <a:ea typeface="Calibri" panose="020F0502020204030204" pitchFamily="34" charset="0"/>
                <a:cs typeface="Calibri" panose="020F0502020204030204" pitchFamily="34" charset="0"/>
                <a:sym typeface="Tahoma"/>
              </a:rPr>
              <a:t>(hidden) variable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Contains compressed summary of history</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Fixed-size representation regardless of sequence length</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Updated recursively at each time step</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46173" indent="-285750" defTabSz="1450147" hangingPunct="1">
              <a:spcBef>
                <a:spcPts val="801"/>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This is the foundation of RNNs!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3"/>
          <p:cNvSpPr txBox="1">
            <a:spLocks noGrp="1"/>
          </p:cNvSpPr>
          <p:nvPr>
            <p:ph type="title" idx="4294967295"/>
          </p:nvPr>
        </p:nvSpPr>
        <p:spPr>
          <a:xfrm>
            <a:off x="26895" y="333559"/>
            <a:ext cx="5280211"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L</a:t>
            </a:r>
            <a:r>
              <a:rPr lang="en-US" sz="2800" b="1" cap="small" dirty="0">
                <a:solidFill>
                  <a:schemeClr val="bg1"/>
                </a:solidFill>
              </a:rPr>
              <a:t>atent</a:t>
            </a:r>
            <a:r>
              <a:rPr lang="en-US" sz="2800" b="1" dirty="0">
                <a:solidFill>
                  <a:schemeClr val="bg1"/>
                </a:solidFill>
              </a:rPr>
              <a:t> V</a:t>
            </a:r>
            <a:r>
              <a:rPr lang="en-US" sz="2800" b="1" cap="small" dirty="0">
                <a:solidFill>
                  <a:schemeClr val="bg1"/>
                </a:solidFill>
              </a:rPr>
              <a:t>ariable</a:t>
            </a:r>
            <a:r>
              <a:rPr lang="en-US" sz="2800" b="1" dirty="0">
                <a:solidFill>
                  <a:schemeClr val="bg1"/>
                </a:solidFill>
              </a:rPr>
              <a:t> M</a:t>
            </a:r>
            <a:r>
              <a:rPr lang="en-US" sz="2800" b="1" cap="small" dirty="0">
                <a:solidFill>
                  <a:schemeClr val="bg1"/>
                </a:solidFill>
              </a:rPr>
              <a:t>odels</a:t>
            </a:r>
            <a:r>
              <a:rPr lang="en-US" sz="2800" b="1" dirty="0">
                <a:solidFill>
                  <a:schemeClr val="bg1"/>
                </a:solidFill>
              </a:rPr>
              <a:t>: E</a:t>
            </a:r>
            <a:r>
              <a:rPr lang="en-US" sz="2800" b="1" cap="small" dirty="0">
                <a:solidFill>
                  <a:schemeClr val="bg1"/>
                </a:solidFill>
              </a:rPr>
              <a:t>xample</a:t>
            </a:r>
            <a:endParaRPr sz="2800" b="1" dirty="0">
              <a:solidFill>
                <a:schemeClr val="bg1"/>
              </a:solidFill>
            </a:endParaRPr>
          </a:p>
        </p:txBody>
      </p:sp>
      <p:pic>
        <p:nvPicPr>
          <p:cNvPr id="278" name="Google Shape;278;p13"/>
          <p:cNvPicPr preferRelativeResize="0"/>
          <p:nvPr/>
        </p:nvPicPr>
        <p:blipFill>
          <a:blip r:embed="rId3">
            <a:alphaModFix/>
          </a:blip>
          <a:stretch>
            <a:fillRect/>
          </a:stretch>
        </p:blipFill>
        <p:spPr>
          <a:xfrm>
            <a:off x="412021" y="1020398"/>
            <a:ext cx="7809282" cy="3861733"/>
          </a:xfrm>
          <a:prstGeom prst="rect">
            <a:avLst/>
          </a:prstGeom>
          <a:noFill/>
          <a:ln>
            <a:noFill/>
          </a:ln>
        </p:spPr>
      </p:pic>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idx="4294967295"/>
          </p:nvPr>
        </p:nvSpPr>
        <p:spPr>
          <a:xfrm>
            <a:off x="0" y="339164"/>
            <a:ext cx="6799587" cy="396756"/>
          </a:xfrm>
          <a:prstGeom prst="rect">
            <a:avLst/>
          </a:prstGeom>
          <a:noFill/>
          <a:ln>
            <a:noFill/>
          </a:ln>
        </p:spPr>
        <p:txBody>
          <a:bodyPr spcFirstLastPara="1" wrap="square" lIns="0" tIns="27159" rIns="0" bIns="0" anchor="t" anchorCtr="0">
            <a:spAutoFit/>
          </a:bodyPr>
          <a:lstStyle/>
          <a:p>
            <a:pPr marL="20141"/>
            <a:r>
              <a:rPr lang="en-US" sz="2400" dirty="0">
                <a:solidFill>
                  <a:schemeClr val="bg1"/>
                </a:solidFill>
              </a:rPr>
              <a:t>N</a:t>
            </a:r>
            <a:r>
              <a:rPr lang="en-US" sz="2400" cap="small" dirty="0">
                <a:solidFill>
                  <a:schemeClr val="bg1"/>
                </a:solidFill>
              </a:rPr>
              <a:t>umerical</a:t>
            </a:r>
            <a:r>
              <a:rPr lang="en-US" sz="2400" dirty="0">
                <a:solidFill>
                  <a:schemeClr val="bg1"/>
                </a:solidFill>
              </a:rPr>
              <a:t> E</a:t>
            </a:r>
            <a:r>
              <a:rPr lang="en-US" sz="2400" cap="small" dirty="0">
                <a:solidFill>
                  <a:schemeClr val="bg1"/>
                </a:solidFill>
              </a:rPr>
              <a:t>xample</a:t>
            </a:r>
            <a:r>
              <a:rPr lang="en-US" sz="2400" dirty="0">
                <a:solidFill>
                  <a:schemeClr val="bg1"/>
                </a:solidFill>
              </a:rPr>
              <a:t>: T</a:t>
            </a:r>
            <a:r>
              <a:rPr lang="en-US" sz="2400" cap="small" dirty="0">
                <a:solidFill>
                  <a:schemeClr val="bg1"/>
                </a:solidFill>
              </a:rPr>
              <a:t>emperature</a:t>
            </a:r>
            <a:r>
              <a:rPr lang="en-US" sz="2400" dirty="0">
                <a:solidFill>
                  <a:schemeClr val="bg1"/>
                </a:solidFill>
              </a:rPr>
              <a:t> F</a:t>
            </a:r>
            <a:r>
              <a:rPr lang="en-US" sz="2400" cap="small" dirty="0">
                <a:solidFill>
                  <a:schemeClr val="bg1"/>
                </a:solidFill>
              </a:rPr>
              <a:t>orecasting</a:t>
            </a:r>
            <a:r>
              <a:rPr lang="en-US" sz="2400" dirty="0">
                <a:solidFill>
                  <a:schemeClr val="bg1"/>
                </a:solidFill>
              </a:rPr>
              <a:t> - S</a:t>
            </a:r>
            <a:r>
              <a:rPr lang="en-US" sz="2400" cap="small" dirty="0">
                <a:solidFill>
                  <a:schemeClr val="bg1"/>
                </a:solidFill>
              </a:rPr>
              <a:t>etup</a:t>
            </a:r>
            <a:endParaRPr sz="2400" dirty="0">
              <a:solidFill>
                <a:schemeClr val="bg1"/>
              </a:solidFill>
            </a:endParaRPr>
          </a:p>
        </p:txBody>
      </p:sp>
      <p:sp>
        <p:nvSpPr>
          <p:cNvPr id="288" name="Google Shape;288;p14"/>
          <p:cNvSpPr txBox="1"/>
          <p:nvPr/>
        </p:nvSpPr>
        <p:spPr>
          <a:xfrm>
            <a:off x="410620" y="987999"/>
            <a:ext cx="5824863" cy="4150251"/>
          </a:xfrm>
          <a:prstGeom prst="rect">
            <a:avLst/>
          </a:prstGeom>
          <a:noFill/>
          <a:ln>
            <a:noFill/>
          </a:ln>
        </p:spPr>
        <p:txBody>
          <a:bodyPr spcFirstLastPara="1" wrap="square" lIns="0" tIns="20141" rIns="0" bIns="0" anchor="t" anchorCtr="0">
            <a:spAutoFit/>
          </a:bodyPr>
          <a:lstStyle/>
          <a:p>
            <a:pPr marL="406596" marR="676734" indent="-285750" defTabSz="1450147" hangingPunct="1">
              <a:lnSpc>
                <a:spcPct val="125899"/>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Task</a:t>
            </a:r>
            <a:r>
              <a:rPr lang="en-US" dirty="0">
                <a:latin typeface="Calibri" panose="020F0502020204030204" pitchFamily="34" charset="0"/>
                <a:ea typeface="Calibri" panose="020F0502020204030204" pitchFamily="34" charset="0"/>
                <a:cs typeface="Calibri" panose="020F0502020204030204" pitchFamily="34" charset="0"/>
                <a:sym typeface="Tahoma"/>
              </a:rPr>
              <a:t>: Predict tomorrow’s temperature (regression)</a:t>
            </a:r>
          </a:p>
          <a:p>
            <a:pPr marL="406596" marR="676734" indent="-285750" defTabSz="1450147" hangingPunct="1">
              <a:lnSpc>
                <a:spcPct val="125899"/>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Observed sequence</a:t>
            </a:r>
            <a:r>
              <a:rPr lang="en-US" dirty="0">
                <a:latin typeface="Calibri" panose="020F0502020204030204" pitchFamily="34" charset="0"/>
                <a:ea typeface="Calibri" panose="020F0502020204030204" pitchFamily="34" charset="0"/>
                <a:cs typeface="Calibri" panose="020F0502020204030204" pitchFamily="34" charset="0"/>
                <a:sym typeface="Tahoma"/>
              </a:rPr>
              <a:t>: 20</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22</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25</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24</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21</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p>
          <a:p>
            <a:pPr marL="406596" marR="676734" indent="-285750" defTabSz="1450147" hangingPunct="1">
              <a:lnSpc>
                <a:spcPct val="125899"/>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Approach 1: Autoregressive (First-order)</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52315" indent="-285750" defTabSz="1450147" hangingPunct="1">
              <a:spcBef>
                <a:spcPts val="619"/>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Linear relationship learned from data:</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24"/>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398785" algn="ctr" defTabSz="1450147" hangingPunct="1">
              <a:buClr>
                <a:srgbClr val="000000"/>
              </a:buClr>
            </a:pP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t </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+1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a:latin typeface="Calibri" panose="020F0502020204030204" pitchFamily="34" charset="0"/>
                <a:ea typeface="Calibri" panose="020F0502020204030204" pitchFamily="34" charset="0"/>
                <a:cs typeface="Calibri" panose="020F0502020204030204" pitchFamily="34" charset="0"/>
                <a:sym typeface="Verdana"/>
              </a:rPr>
              <a:t>α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t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a:latin typeface="Calibri" panose="020F0502020204030204" pitchFamily="34" charset="0"/>
                <a:ea typeface="Calibri" panose="020F0502020204030204" pitchFamily="34" charset="0"/>
                <a:cs typeface="Calibri" panose="020F0502020204030204" pitchFamily="34" charset="0"/>
                <a:sym typeface="Verdana"/>
              </a:rPr>
              <a:t>β</a:t>
            </a:r>
            <a:endParaRPr dirty="0">
              <a:latin typeface="Calibri" panose="020F0502020204030204" pitchFamily="34" charset="0"/>
              <a:ea typeface="Calibri" panose="020F0502020204030204" pitchFamily="34" charset="0"/>
              <a:cs typeface="Calibri" panose="020F0502020204030204" pitchFamily="34" charset="0"/>
              <a:sym typeface="Verdana"/>
            </a:endParaRPr>
          </a:p>
          <a:p>
            <a:pPr marL="652315" indent="-285750" defTabSz="1450147" hangingPunct="1">
              <a:spcBef>
                <a:spcPts val="2030"/>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From historical data, we learned:</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24"/>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409862" algn="ctr" defTabSz="1450147" hangingPunct="1">
              <a:buClr>
                <a:srgbClr val="000000"/>
              </a:buClr>
            </a:pPr>
            <a:r>
              <a:rPr lang="en-US" i="1" dirty="0">
                <a:latin typeface="Calibri" panose="020F0502020204030204" pitchFamily="34" charset="0"/>
                <a:ea typeface="Calibri" panose="020F0502020204030204" pitchFamily="34" charset="0"/>
                <a:cs typeface="Calibri" panose="020F0502020204030204" pitchFamily="34" charset="0"/>
                <a:sym typeface="Verdana"/>
              </a:rPr>
              <a:t>α </a:t>
            </a:r>
            <a:r>
              <a:rPr lang="en-US" dirty="0">
                <a:latin typeface="Calibri" panose="020F0502020204030204" pitchFamily="34" charset="0"/>
                <a:ea typeface="Calibri" panose="020F0502020204030204" pitchFamily="34" charset="0"/>
                <a:cs typeface="Calibri" panose="020F0502020204030204" pitchFamily="34" charset="0"/>
                <a:sym typeface="Tahoma"/>
              </a:rPr>
              <a:t>= 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a:t>
            </a:r>
            <a:r>
              <a:rPr lang="en-US" i="1" dirty="0">
                <a:latin typeface="Calibri" panose="020F0502020204030204" pitchFamily="34" charset="0"/>
                <a:ea typeface="Calibri" panose="020F0502020204030204" pitchFamily="34" charset="0"/>
                <a:cs typeface="Calibri" panose="020F0502020204030204" pitchFamily="34" charset="0"/>
                <a:sym typeface="Verdana"/>
              </a:rPr>
              <a:t>,	β </a:t>
            </a:r>
            <a:r>
              <a:rPr lang="en-US" dirty="0">
                <a:latin typeface="Calibri" panose="020F0502020204030204" pitchFamily="34" charset="0"/>
                <a:ea typeface="Calibri" panose="020F0502020204030204" pitchFamily="34" charset="0"/>
                <a:cs typeface="Calibri" panose="020F0502020204030204" pitchFamily="34" charset="0"/>
                <a:sym typeface="Tahoma"/>
              </a:rPr>
              <a:t>= 4</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0</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52315" indent="-285750" defTabSz="1450147" hangingPunct="1">
              <a:spcBef>
                <a:spcPts val="2030"/>
              </a:spcBef>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Example</a:t>
            </a:r>
            <a:r>
              <a:rPr lang="en-US" dirty="0">
                <a:latin typeface="Calibri" panose="020F0502020204030204" pitchFamily="34" charset="0"/>
                <a:ea typeface="Calibri" panose="020F0502020204030204" pitchFamily="34" charset="0"/>
                <a:cs typeface="Calibri" panose="020F0502020204030204" pitchFamily="34" charset="0"/>
                <a:sym typeface="Tahoma"/>
              </a:rPr>
              <a:t>: If today is 25</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24"/>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397778" algn="ctr" defTabSz="1450147" hangingPunct="1">
              <a:buClr>
                <a:srgbClr val="000000"/>
              </a:buClr>
            </a:pPr>
            <a:r>
              <a:rPr lang="en-US" i="1" dirty="0" err="1">
                <a:latin typeface="Calibri" panose="020F0502020204030204" pitchFamily="34" charset="0"/>
                <a:ea typeface="Calibri" panose="020F0502020204030204" pitchFamily="34" charset="0"/>
                <a:cs typeface="Calibri" panose="020F0502020204030204" pitchFamily="34" charset="0"/>
                <a:sym typeface="Arial"/>
              </a:rPr>
              <a:t>T</a:t>
            </a:r>
            <a:r>
              <a:rPr lang="en-US" baseline="-25000" dirty="0" err="1">
                <a:latin typeface="Calibri" panose="020F0502020204030204" pitchFamily="34" charset="0"/>
                <a:ea typeface="Calibri" panose="020F0502020204030204" pitchFamily="34" charset="0"/>
                <a:cs typeface="Calibri" panose="020F0502020204030204" pitchFamily="34" charset="0"/>
                <a:sym typeface="Tahoma"/>
              </a:rPr>
              <a:t>tomorrow</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25 + 4</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0 = 24</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0</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endParaRPr dirty="0">
              <a:latin typeface="Calibri" panose="020F0502020204030204" pitchFamily="34" charset="0"/>
              <a:ea typeface="Calibri" panose="020F0502020204030204" pitchFamily="34" charset="0"/>
              <a:cs typeface="Calibri" panose="020F0502020204030204" pitchFamily="34" charset="0"/>
              <a:sym typeface="Arial"/>
            </a:endParaRP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5"/>
          <p:cNvSpPr txBox="1">
            <a:spLocks noGrp="1"/>
          </p:cNvSpPr>
          <p:nvPr>
            <p:ph type="title" idx="4294967295"/>
          </p:nvPr>
        </p:nvSpPr>
        <p:spPr>
          <a:xfrm>
            <a:off x="0" y="302745"/>
            <a:ext cx="6685358" cy="368300"/>
          </a:xfrm>
          <a:prstGeom prst="rect">
            <a:avLst/>
          </a:prstGeom>
          <a:noFill/>
          <a:ln>
            <a:noFill/>
          </a:ln>
        </p:spPr>
        <p:txBody>
          <a:bodyPr spcFirstLastPara="1" wrap="square" lIns="0" tIns="27159" rIns="0" bIns="0" anchor="t" anchorCtr="0">
            <a:spAutoFit/>
          </a:bodyPr>
          <a:lstStyle/>
          <a:p>
            <a:pPr marL="20141"/>
            <a:r>
              <a:rPr lang="en-US" sz="2220" b="1" dirty="0">
                <a:solidFill>
                  <a:schemeClr val="bg1"/>
                </a:solidFill>
              </a:rPr>
              <a:t>T</a:t>
            </a:r>
            <a:r>
              <a:rPr lang="en-US" sz="2220" b="1" cap="small" dirty="0">
                <a:solidFill>
                  <a:schemeClr val="bg1"/>
                </a:solidFill>
              </a:rPr>
              <a:t>emperature</a:t>
            </a:r>
            <a:r>
              <a:rPr lang="en-US" sz="2220" b="1" dirty="0">
                <a:solidFill>
                  <a:schemeClr val="bg1"/>
                </a:solidFill>
              </a:rPr>
              <a:t> F</a:t>
            </a:r>
            <a:r>
              <a:rPr lang="en-US" sz="2220" b="1" cap="small" dirty="0">
                <a:solidFill>
                  <a:schemeClr val="bg1"/>
                </a:solidFill>
              </a:rPr>
              <a:t>orecasting</a:t>
            </a:r>
            <a:r>
              <a:rPr lang="en-US" sz="2220" b="1" dirty="0">
                <a:solidFill>
                  <a:schemeClr val="bg1"/>
                </a:solidFill>
              </a:rPr>
              <a:t> - A</a:t>
            </a:r>
            <a:r>
              <a:rPr lang="en-US" sz="2220" b="1" cap="small" dirty="0">
                <a:solidFill>
                  <a:schemeClr val="bg1"/>
                </a:solidFill>
              </a:rPr>
              <a:t>utoregressive</a:t>
            </a:r>
            <a:r>
              <a:rPr lang="en-US" sz="2220" b="1" dirty="0">
                <a:solidFill>
                  <a:schemeClr val="bg1"/>
                </a:solidFill>
              </a:rPr>
              <a:t> P</a:t>
            </a:r>
            <a:r>
              <a:rPr lang="en-US" sz="2220" b="1" cap="small" dirty="0">
                <a:solidFill>
                  <a:schemeClr val="bg1"/>
                </a:solidFill>
              </a:rPr>
              <a:t>rediction</a:t>
            </a:r>
            <a:endParaRPr sz="2220" b="1" dirty="0">
              <a:solidFill>
                <a:schemeClr val="bg1"/>
              </a:solidFill>
            </a:endParaRPr>
          </a:p>
        </p:txBody>
      </p:sp>
      <p:sp>
        <p:nvSpPr>
          <p:cNvPr id="306" name="Google Shape;306;p15"/>
          <p:cNvSpPr txBox="1"/>
          <p:nvPr/>
        </p:nvSpPr>
        <p:spPr>
          <a:xfrm>
            <a:off x="412376" y="989714"/>
            <a:ext cx="6804212" cy="4175321"/>
          </a:xfrm>
          <a:prstGeom prst="rect">
            <a:avLst/>
          </a:prstGeom>
          <a:noFill/>
          <a:ln>
            <a:noFill/>
          </a:ln>
        </p:spPr>
        <p:txBody>
          <a:bodyPr spcFirstLastPara="1" wrap="square" lIns="0" tIns="20141" rIns="0" bIns="0" anchor="t" anchorCtr="0">
            <a:spAutoFit/>
          </a:bodyPr>
          <a:lstStyle/>
          <a:p>
            <a:pPr marL="346173" marR="261832"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Sequence</a:t>
            </a:r>
            <a:r>
              <a:rPr lang="en-US" dirty="0">
                <a:latin typeface="Calibri" panose="020F0502020204030204" pitchFamily="34" charset="0"/>
                <a:ea typeface="Calibri" panose="020F0502020204030204" pitchFamily="34" charset="0"/>
                <a:cs typeface="Calibri" panose="020F0502020204030204" pitchFamily="34" charset="0"/>
                <a:sym typeface="Tahoma"/>
              </a:rPr>
              <a:t>: 20</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22</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25</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24</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21</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p>
          <a:p>
            <a:pPr marL="346173" marR="261832"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Model</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t </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+1 </a:t>
            </a:r>
            <a:r>
              <a:rPr lang="en-US" dirty="0">
                <a:latin typeface="Calibri" panose="020F0502020204030204" pitchFamily="34" charset="0"/>
                <a:ea typeface="Calibri" panose="020F0502020204030204" pitchFamily="34" charset="0"/>
                <a:cs typeface="Calibri" panose="020F0502020204030204" pitchFamily="34" charset="0"/>
                <a:sym typeface="Tahoma"/>
              </a:rPr>
              <a:t>= 0</a:t>
            </a:r>
            <a:r>
              <a:rPr lang="en-US" i="1" dirty="0">
                <a:latin typeface="Calibri" panose="020F0502020204030204" pitchFamily="34" charset="0"/>
                <a:ea typeface="Calibri" panose="020F0502020204030204" pitchFamily="34" charset="0"/>
                <a:cs typeface="Calibri" panose="020F0502020204030204" pitchFamily="34" charset="0"/>
              </a:rPr>
              <a:t>.</a:t>
            </a:r>
            <a:r>
              <a:rPr lang="en-US" dirty="0">
                <a:latin typeface="Calibri" panose="020F0502020204030204" pitchFamily="34" charset="0"/>
                <a:ea typeface="Calibri" panose="020F0502020204030204" pitchFamily="34" charset="0"/>
                <a:cs typeface="Calibri" panose="020F0502020204030204" pitchFamily="34" charset="0"/>
                <a:sym typeface="Tahoma"/>
              </a:rPr>
              <a:t>8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t </a:t>
            </a:r>
            <a:r>
              <a:rPr lang="en-US" dirty="0">
                <a:latin typeface="Calibri" panose="020F0502020204030204" pitchFamily="34" charset="0"/>
                <a:ea typeface="Calibri" panose="020F0502020204030204" pitchFamily="34" charset="0"/>
                <a:cs typeface="Calibri" panose="020F0502020204030204" pitchFamily="34" charset="0"/>
                <a:sym typeface="Tahoma"/>
              </a:rPr>
              <a:t>+ 4</a:t>
            </a:r>
            <a:r>
              <a:rPr lang="en-US" i="1" dirty="0">
                <a:latin typeface="Calibri" panose="020F0502020204030204" pitchFamily="34" charset="0"/>
                <a:ea typeface="Calibri" panose="020F0502020204030204" pitchFamily="34" charset="0"/>
                <a:cs typeface="Calibri" panose="020F0502020204030204" pitchFamily="34" charset="0"/>
              </a:rPr>
              <a:t>.</a:t>
            </a:r>
            <a:r>
              <a:rPr lang="en-US" dirty="0">
                <a:latin typeface="Calibri" panose="020F0502020204030204" pitchFamily="34" charset="0"/>
                <a:ea typeface="Calibri" panose="020F0502020204030204" pitchFamily="34" charset="0"/>
                <a:cs typeface="Calibri" panose="020F0502020204030204" pitchFamily="34" charset="0"/>
                <a:sym typeface="Tahoma"/>
              </a:rPr>
              <a:t>0</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46173"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Predict next day </a:t>
            </a:r>
            <a:r>
              <a:rPr lang="en-US" dirty="0">
                <a:latin typeface="Calibri" panose="020F0502020204030204" pitchFamily="34" charset="0"/>
                <a:ea typeface="Calibri" panose="020F0502020204030204" pitchFamily="34" charset="0"/>
                <a:cs typeface="Calibri" panose="020F0502020204030204" pitchFamily="34" charset="0"/>
                <a:sym typeface="Tahoma"/>
              </a:rPr>
              <a:t>(day 6):</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Last observation: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5 </a:t>
            </a:r>
            <a:r>
              <a:rPr lang="en-US" dirty="0">
                <a:latin typeface="Calibri" panose="020F0502020204030204" pitchFamily="34" charset="0"/>
                <a:ea typeface="Calibri" panose="020F0502020204030204" pitchFamily="34" charset="0"/>
                <a:cs typeface="Calibri" panose="020F0502020204030204" pitchFamily="34" charset="0"/>
                <a:sym typeface="Tahoma"/>
              </a:rPr>
              <a:t>= 21</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endParaRPr dirty="0">
              <a:latin typeface="Calibri" panose="020F0502020204030204" pitchFamily="34" charset="0"/>
              <a:ea typeface="Calibri" panose="020F0502020204030204" pitchFamily="34" charset="0"/>
              <a:cs typeface="Calibri" panose="020F0502020204030204" pitchFamily="34" charset="0"/>
              <a:sym typeface="Arial"/>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Prediction: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6 </a:t>
            </a:r>
            <a:r>
              <a:rPr lang="en-US" dirty="0">
                <a:latin typeface="Calibri" panose="020F0502020204030204" pitchFamily="34" charset="0"/>
                <a:ea typeface="Calibri" panose="020F0502020204030204" pitchFamily="34" charset="0"/>
                <a:cs typeface="Calibri" panose="020F0502020204030204" pitchFamily="34" charset="0"/>
                <a:sym typeface="Tahoma"/>
              </a:rPr>
              <a:t>= 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21 + 4</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0 = 20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endParaRPr dirty="0">
              <a:latin typeface="Calibri" panose="020F0502020204030204" pitchFamily="34" charset="0"/>
              <a:ea typeface="Calibri" panose="020F0502020204030204" pitchFamily="34" charset="0"/>
              <a:cs typeface="Calibri" panose="020F0502020204030204" pitchFamily="34" charset="0"/>
              <a:sym typeface="Arial"/>
            </a:endParaRPr>
          </a:p>
          <a:p>
            <a:pPr marL="346173"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Multi-step ahead </a:t>
            </a:r>
            <a:r>
              <a:rPr lang="en-US" dirty="0">
                <a:latin typeface="Calibri" panose="020F0502020204030204" pitchFamily="34" charset="0"/>
                <a:ea typeface="Calibri" panose="020F0502020204030204" pitchFamily="34" charset="0"/>
                <a:cs typeface="Calibri" panose="020F0502020204030204" pitchFamily="34" charset="0"/>
                <a:sym typeface="Tahoma"/>
              </a:rPr>
              <a:t>(day 7, using predicted </a:t>
            </a: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6</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R="813694" algn="r" defTabSz="1450147" hangingPunct="1">
              <a:lnSpc>
                <a:spcPct val="150000"/>
              </a:lnSpc>
              <a:buClr>
                <a:srgbClr val="000000"/>
              </a:buClr>
            </a:pPr>
            <a:r>
              <a:rPr lang="en-US" i="1" dirty="0">
                <a:latin typeface="Calibri" panose="020F0502020204030204" pitchFamily="34" charset="0"/>
                <a:ea typeface="Calibri" panose="020F0502020204030204" pitchFamily="34" charset="0"/>
                <a:cs typeface="Calibri" panose="020F0502020204030204" pitchFamily="34" charset="0"/>
                <a:sym typeface="Arial"/>
              </a:rPr>
              <a:t>T</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7 </a:t>
            </a:r>
            <a:r>
              <a:rPr lang="en-US" dirty="0">
                <a:latin typeface="Calibri" panose="020F0502020204030204" pitchFamily="34" charset="0"/>
                <a:ea typeface="Calibri" panose="020F0502020204030204" pitchFamily="34" charset="0"/>
                <a:cs typeface="Calibri" panose="020F0502020204030204" pitchFamily="34" charset="0"/>
                <a:sym typeface="Tahoma"/>
              </a:rPr>
              <a:t>= 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dirty="0">
                <a:latin typeface="Calibri" panose="020F0502020204030204" pitchFamily="34" charset="0"/>
                <a:ea typeface="Calibri" panose="020F0502020204030204" pitchFamily="34" charset="0"/>
                <a:cs typeface="Calibri" panose="020F0502020204030204" pitchFamily="34" charset="0"/>
                <a:sym typeface="Tahoma"/>
              </a:rPr>
              <a:t>20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8 + 4</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0 = 20</a:t>
            </a:r>
            <a:r>
              <a:rPr lang="en-US" i="1" dirty="0">
                <a:latin typeface="Calibri" panose="020F0502020204030204" pitchFamily="34" charset="0"/>
                <a:ea typeface="Calibri" panose="020F0502020204030204" pitchFamily="34" charset="0"/>
                <a:cs typeface="Calibri" panose="020F0502020204030204" pitchFamily="34" charset="0"/>
                <a:sym typeface="Verdana"/>
              </a:rPr>
              <a:t>.</a:t>
            </a:r>
            <a:r>
              <a:rPr lang="en-US" dirty="0">
                <a:latin typeface="Calibri" panose="020F0502020204030204" pitchFamily="34" charset="0"/>
                <a:ea typeface="Calibri" panose="020F0502020204030204" pitchFamily="34" charset="0"/>
                <a:cs typeface="Calibri" panose="020F0502020204030204" pitchFamily="34" charset="0"/>
                <a:sym typeface="Tahoma"/>
              </a:rPr>
              <a:t>64</a:t>
            </a:r>
            <a:r>
              <a:rPr lang="en-US" baseline="30000" dirty="0">
                <a:latin typeface="Calibri" panose="020F0502020204030204" pitchFamily="34" charset="0"/>
                <a:ea typeface="Calibri" panose="020F0502020204030204" pitchFamily="34" charset="0"/>
                <a:cs typeface="Calibri" panose="020F0502020204030204" pitchFamily="34" charset="0"/>
                <a:sym typeface="Lucida Sans"/>
              </a:rPr>
              <a:t>◦</a:t>
            </a:r>
            <a:r>
              <a:rPr lang="en-US" i="1" dirty="0">
                <a:latin typeface="Calibri" panose="020F0502020204030204" pitchFamily="34" charset="0"/>
                <a:ea typeface="Calibri" panose="020F0502020204030204" pitchFamily="34" charset="0"/>
                <a:cs typeface="Calibri" panose="020F0502020204030204" pitchFamily="34" charset="0"/>
                <a:sym typeface="Arial"/>
              </a:rPr>
              <a:t>C</a:t>
            </a:r>
          </a:p>
          <a:p>
            <a:pPr marL="285750" marR="813694"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Limitation</a:t>
            </a:r>
            <a:r>
              <a:rPr lang="en-US" dirty="0">
                <a:latin typeface="Calibri" panose="020F0502020204030204" pitchFamily="34" charset="0"/>
                <a:ea typeface="Calibri" panose="020F0502020204030204" pitchFamily="34" charset="0"/>
                <a:cs typeface="Calibri" panose="020F0502020204030204" pitchFamily="34" charset="0"/>
                <a:sym typeface="Tahoma"/>
              </a:rPr>
              <a:t>: Only uses immediate past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Cannot capture weekly/seasonal patterns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Error accumulates in multi-step predictions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8"/>
          <p:cNvSpPr txBox="1">
            <a:spLocks noGrp="1"/>
          </p:cNvSpPr>
          <p:nvPr>
            <p:ph type="title" idx="4294967295"/>
          </p:nvPr>
        </p:nvSpPr>
        <p:spPr>
          <a:xfrm>
            <a:off x="0" y="276971"/>
            <a:ext cx="6133247" cy="455268"/>
          </a:xfrm>
          <a:prstGeom prst="rect">
            <a:avLst/>
          </a:prstGeom>
          <a:noFill/>
          <a:ln>
            <a:noFill/>
          </a:ln>
        </p:spPr>
        <p:txBody>
          <a:bodyPr spcFirstLastPara="1" wrap="square" lIns="0" tIns="24145" rIns="0" bIns="0" anchor="t" anchorCtr="0">
            <a:spAutoFit/>
          </a:bodyPr>
          <a:lstStyle/>
          <a:p>
            <a:pPr marL="20141"/>
            <a:r>
              <a:rPr lang="en-US" sz="2800" dirty="0">
                <a:solidFill>
                  <a:schemeClr val="bg1"/>
                </a:solidFill>
              </a:rPr>
              <a:t>R</a:t>
            </a:r>
            <a:r>
              <a:rPr lang="en-US" sz="2800" cap="small" dirty="0">
                <a:solidFill>
                  <a:schemeClr val="bg1"/>
                </a:solidFill>
              </a:rPr>
              <a:t>ecurrent</a:t>
            </a:r>
            <a:r>
              <a:rPr lang="en-US" sz="2800" dirty="0">
                <a:solidFill>
                  <a:schemeClr val="bg1"/>
                </a:solidFill>
              </a:rPr>
              <a:t> N</a:t>
            </a:r>
            <a:r>
              <a:rPr lang="en-US" sz="2800" cap="small" dirty="0">
                <a:solidFill>
                  <a:schemeClr val="bg1"/>
                </a:solidFill>
              </a:rPr>
              <a:t>eural</a:t>
            </a:r>
            <a:r>
              <a:rPr lang="en-US" sz="2800" dirty="0">
                <a:solidFill>
                  <a:schemeClr val="bg1"/>
                </a:solidFill>
              </a:rPr>
              <a:t> N</a:t>
            </a:r>
            <a:r>
              <a:rPr lang="en-US" sz="2800" cap="small" dirty="0">
                <a:solidFill>
                  <a:schemeClr val="bg1"/>
                </a:solidFill>
              </a:rPr>
              <a:t>etwork</a:t>
            </a:r>
            <a:r>
              <a:rPr lang="en-US" sz="2800" dirty="0">
                <a:solidFill>
                  <a:schemeClr val="bg1"/>
                </a:solidFill>
              </a:rPr>
              <a:t> (RNN)</a:t>
            </a:r>
            <a:endParaRPr sz="2800" dirty="0">
              <a:solidFill>
                <a:schemeClr val="bg1"/>
              </a:solidFill>
            </a:endParaRPr>
          </a:p>
        </p:txBody>
      </p:sp>
      <p:grpSp>
        <p:nvGrpSpPr>
          <p:cNvPr id="353" name="Google Shape;353;p18"/>
          <p:cNvGrpSpPr/>
          <p:nvPr/>
        </p:nvGrpSpPr>
        <p:grpSpPr>
          <a:xfrm>
            <a:off x="490350" y="1830712"/>
            <a:ext cx="8234748" cy="775932"/>
            <a:chOff x="309193" y="614616"/>
            <a:chExt cx="5192466" cy="489268"/>
          </a:xfrm>
        </p:grpSpPr>
        <p:sp>
          <p:nvSpPr>
            <p:cNvPr id="354" name="Google Shape;354;p18"/>
            <p:cNvSpPr/>
            <p:nvPr/>
          </p:nvSpPr>
          <p:spPr>
            <a:xfrm>
              <a:off x="309193" y="614616"/>
              <a:ext cx="5142230" cy="207010"/>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pic>
          <p:nvPicPr>
            <p:cNvPr id="355" name="Google Shape;355;p18"/>
            <p:cNvPicPr preferRelativeResize="0"/>
            <p:nvPr/>
          </p:nvPicPr>
          <p:blipFill rotWithShape="1">
            <a:blip r:embed="rId3">
              <a:alphaModFix/>
            </a:blip>
            <a:srcRect/>
            <a:stretch/>
          </p:blipFill>
          <p:spPr>
            <a:xfrm>
              <a:off x="309193" y="808837"/>
              <a:ext cx="5141666" cy="50609"/>
            </a:xfrm>
            <a:prstGeom prst="rect">
              <a:avLst/>
            </a:prstGeom>
            <a:noFill/>
            <a:ln>
              <a:noFill/>
            </a:ln>
          </p:spPr>
        </p:pic>
        <p:pic>
          <p:nvPicPr>
            <p:cNvPr id="356" name="Google Shape;356;p18"/>
            <p:cNvPicPr preferRelativeResize="0"/>
            <p:nvPr/>
          </p:nvPicPr>
          <p:blipFill rotWithShape="1">
            <a:blip r:embed="rId4">
              <a:alphaModFix/>
            </a:blip>
            <a:srcRect/>
            <a:stretch/>
          </p:blipFill>
          <p:spPr>
            <a:xfrm>
              <a:off x="359994" y="1002283"/>
              <a:ext cx="101600" cy="101600"/>
            </a:xfrm>
            <a:prstGeom prst="rect">
              <a:avLst/>
            </a:prstGeom>
            <a:noFill/>
            <a:ln>
              <a:noFill/>
            </a:ln>
          </p:spPr>
        </p:pic>
        <p:pic>
          <p:nvPicPr>
            <p:cNvPr id="357" name="Google Shape;357;p18"/>
            <p:cNvPicPr preferRelativeResize="0"/>
            <p:nvPr/>
          </p:nvPicPr>
          <p:blipFill rotWithShape="1">
            <a:blip r:embed="rId5">
              <a:alphaModFix/>
            </a:blip>
            <a:srcRect/>
            <a:stretch/>
          </p:blipFill>
          <p:spPr>
            <a:xfrm>
              <a:off x="410794" y="989583"/>
              <a:ext cx="5090865" cy="114301"/>
            </a:xfrm>
            <a:prstGeom prst="rect">
              <a:avLst/>
            </a:prstGeom>
            <a:noFill/>
            <a:ln>
              <a:noFill/>
            </a:ln>
          </p:spPr>
        </p:pic>
        <p:pic>
          <p:nvPicPr>
            <p:cNvPr id="358" name="Google Shape;358;p18"/>
            <p:cNvPicPr preferRelativeResize="0"/>
            <p:nvPr/>
          </p:nvPicPr>
          <p:blipFill rotWithShape="1">
            <a:blip r:embed="rId6">
              <a:alphaModFix/>
            </a:blip>
            <a:srcRect/>
            <a:stretch/>
          </p:blipFill>
          <p:spPr>
            <a:xfrm>
              <a:off x="5450859" y="658850"/>
              <a:ext cx="50800" cy="343433"/>
            </a:xfrm>
            <a:prstGeom prst="rect">
              <a:avLst/>
            </a:prstGeom>
            <a:noFill/>
            <a:ln>
              <a:noFill/>
            </a:ln>
          </p:spPr>
        </p:pic>
        <p:sp>
          <p:nvSpPr>
            <p:cNvPr id="359" name="Google Shape;359;p18"/>
            <p:cNvSpPr/>
            <p:nvPr/>
          </p:nvSpPr>
          <p:spPr>
            <a:xfrm>
              <a:off x="309193" y="853127"/>
              <a:ext cx="5142230" cy="200025"/>
            </a:xfrm>
            <a:custGeom>
              <a:avLst/>
              <a:gdLst/>
              <a:ahLst/>
              <a:cxnLst/>
              <a:rect l="l" t="t" r="r" b="b"/>
              <a:pathLst>
                <a:path w="5142230" h="200025" extrusionOk="0">
                  <a:moveTo>
                    <a:pt x="5141666" y="0"/>
                  </a:moveTo>
                  <a:lnTo>
                    <a:pt x="0" y="0"/>
                  </a:lnTo>
                  <a:lnTo>
                    <a:pt x="0" y="149156"/>
                  </a:lnTo>
                  <a:lnTo>
                    <a:pt x="4008" y="168880"/>
                  </a:lnTo>
                  <a:lnTo>
                    <a:pt x="14922" y="185033"/>
                  </a:lnTo>
                  <a:lnTo>
                    <a:pt x="31075" y="195947"/>
                  </a:lnTo>
                  <a:lnTo>
                    <a:pt x="50800" y="199956"/>
                  </a:lnTo>
                  <a:lnTo>
                    <a:pt x="5090865" y="199956"/>
                  </a:lnTo>
                  <a:lnTo>
                    <a:pt x="5110590" y="195947"/>
                  </a:lnTo>
                  <a:lnTo>
                    <a:pt x="5126743" y="185033"/>
                  </a:lnTo>
                  <a:lnTo>
                    <a:pt x="5137657" y="168880"/>
                  </a:lnTo>
                  <a:lnTo>
                    <a:pt x="5141666" y="149156"/>
                  </a:lnTo>
                  <a:lnTo>
                    <a:pt x="5141666" y="0"/>
                  </a:lnTo>
                  <a:close/>
                </a:path>
              </a:pathLst>
            </a:custGeom>
            <a:solidFill>
              <a:srgbClr val="EAEAF7"/>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60" name="Google Shape;360;p18"/>
            <p:cNvSpPr/>
            <p:nvPr/>
          </p:nvSpPr>
          <p:spPr>
            <a:xfrm>
              <a:off x="5450859" y="696946"/>
              <a:ext cx="0" cy="324485"/>
            </a:xfrm>
            <a:custGeom>
              <a:avLst/>
              <a:gdLst/>
              <a:ahLst/>
              <a:cxnLst/>
              <a:rect l="l" t="t" r="r" b="b"/>
              <a:pathLst>
                <a:path w="120000" h="324484" extrusionOk="0">
                  <a:moveTo>
                    <a:pt x="0" y="324387"/>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61" name="Google Shape;361;p18"/>
            <p:cNvSpPr/>
            <p:nvPr/>
          </p:nvSpPr>
          <p:spPr>
            <a:xfrm>
              <a:off x="5450859" y="684246"/>
              <a:ext cx="0" cy="12700"/>
            </a:xfrm>
            <a:custGeom>
              <a:avLst/>
              <a:gdLst/>
              <a:ahLst/>
              <a:cxnLst/>
              <a:rect l="l" t="t" r="r" b="b"/>
              <a:pathLst>
                <a:path w="120000" h="12700" extrusionOk="0">
                  <a:moveTo>
                    <a:pt x="0" y="12699"/>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62" name="Google Shape;362;p18"/>
            <p:cNvSpPr/>
            <p:nvPr/>
          </p:nvSpPr>
          <p:spPr>
            <a:xfrm>
              <a:off x="5450859" y="671546"/>
              <a:ext cx="0" cy="12700"/>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63" name="Google Shape;363;p18"/>
            <p:cNvSpPr/>
            <p:nvPr/>
          </p:nvSpPr>
          <p:spPr>
            <a:xfrm>
              <a:off x="5450859" y="658846"/>
              <a:ext cx="0" cy="12700"/>
            </a:xfrm>
            <a:custGeom>
              <a:avLst/>
              <a:gdLst/>
              <a:ahLst/>
              <a:cxnLst/>
              <a:rect l="l" t="t" r="r" b="b"/>
              <a:pathLst>
                <a:path w="120000" h="12700" extrusionOk="0">
                  <a:moveTo>
                    <a:pt x="0" y="12699"/>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64" name="Google Shape;364;p18"/>
            <p:cNvSpPr/>
            <p:nvPr/>
          </p:nvSpPr>
          <p:spPr>
            <a:xfrm>
              <a:off x="5450859" y="639796"/>
              <a:ext cx="0" cy="1905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365" name="Google Shape;365;p18"/>
          <p:cNvSpPr txBox="1"/>
          <p:nvPr/>
        </p:nvSpPr>
        <p:spPr>
          <a:xfrm>
            <a:off x="550775" y="1720378"/>
            <a:ext cx="5487407" cy="735587"/>
          </a:xfrm>
          <a:prstGeom prst="rect">
            <a:avLst/>
          </a:prstGeom>
          <a:noFill/>
          <a:ln>
            <a:noFill/>
          </a:ln>
        </p:spPr>
        <p:txBody>
          <a:bodyPr spcFirstLastPara="1" wrap="square" lIns="0" tIns="85599" rIns="0" bIns="0" anchor="t" anchorCtr="0">
            <a:spAutoFit/>
          </a:bodyPr>
          <a:lstStyle/>
          <a:p>
            <a:pPr marL="20141" defTabSz="1450147" hangingPunct="1">
              <a:buClr>
                <a:srgbClr val="000000"/>
              </a:buClr>
            </a:pPr>
            <a:r>
              <a:rPr lang="en-US" sz="2220" dirty="0">
                <a:solidFill>
                  <a:srgbClr val="3333B2"/>
                </a:solidFill>
              </a:rPr>
              <a:t>D</a:t>
            </a:r>
            <a:r>
              <a:rPr lang="en-US" sz="2220" cap="small" dirty="0">
                <a:solidFill>
                  <a:srgbClr val="3333B2"/>
                </a:solidFill>
              </a:rPr>
              <a:t>efinition</a:t>
            </a:r>
            <a:endParaRPr sz="2220" dirty="0"/>
          </a:p>
          <a:p>
            <a:pPr marL="20141" defTabSz="1450147" hangingPunct="1">
              <a:spcBef>
                <a:spcPts val="403"/>
              </a:spcBef>
              <a:buClr>
                <a:srgbClr val="000000"/>
              </a:buClr>
            </a:pPr>
            <a:r>
              <a:rPr lang="en-US" sz="1665" dirty="0">
                <a:latin typeface="Tahoma"/>
                <a:ea typeface="Tahoma"/>
                <a:cs typeface="Tahoma"/>
                <a:sym typeface="Tahoma"/>
              </a:rPr>
              <a:t>Neural network with loops, allowing information to persist</a:t>
            </a:r>
            <a:endParaRPr sz="1665" dirty="0">
              <a:latin typeface="Tahoma"/>
              <a:ea typeface="Tahoma"/>
              <a:cs typeface="Tahoma"/>
              <a:sym typeface="Tahoma"/>
            </a:endParaRPr>
          </a:p>
        </p:txBody>
      </p:sp>
      <p:sp>
        <p:nvSpPr>
          <p:cNvPr id="369" name="Google Shape;369;p18"/>
          <p:cNvSpPr txBox="1"/>
          <p:nvPr/>
        </p:nvSpPr>
        <p:spPr>
          <a:xfrm>
            <a:off x="421341" y="2685133"/>
            <a:ext cx="4545498" cy="3187370"/>
          </a:xfrm>
          <a:prstGeom prst="rect">
            <a:avLst/>
          </a:prstGeom>
          <a:noFill/>
          <a:ln>
            <a:noFill/>
          </a:ln>
        </p:spPr>
        <p:txBody>
          <a:bodyPr spcFirstLastPara="1" wrap="square" lIns="0" tIns="103718" rIns="0" bIns="0" anchor="t" anchorCtr="0">
            <a:spAutoFit/>
          </a:bodyPr>
          <a:lstStyle/>
          <a:p>
            <a:pPr marL="346173"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Key idea</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3" marR="418931" indent="-285750" defTabSz="1450147" hangingPunct="1">
              <a:lnSpc>
                <a:spcPct val="150000"/>
              </a:lnSpc>
              <a:buClr>
                <a:srgbClr val="000000"/>
              </a:buClr>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Calibri" panose="020F0502020204030204" pitchFamily="34" charset="0"/>
                <a:sym typeface="Tahoma"/>
              </a:rPr>
              <a:t>Process sequential data one step at a time</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marL="591893" marR="387713" indent="-285750" defTabSz="1450147" hangingPunct="1">
              <a:lnSpc>
                <a:spcPct val="150000"/>
              </a:lnSpc>
              <a:buClr>
                <a:srgbClr val="000000"/>
              </a:buClr>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Calibri" panose="020F0502020204030204" pitchFamily="34" charset="0"/>
                <a:sym typeface="Tahoma"/>
              </a:rPr>
              <a:t>Maintain hidden state that summarizes past information</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marL="591893" marR="48338" indent="-285750" defTabSz="1450147" hangingPunct="1">
              <a:lnSpc>
                <a:spcPct val="150000"/>
              </a:lnSpc>
              <a:buClr>
                <a:srgbClr val="000000"/>
              </a:buClr>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Calibri" panose="020F0502020204030204" pitchFamily="34" charset="0"/>
                <a:sym typeface="Tahoma"/>
              </a:rPr>
              <a:t>Same parameters shared across all time steps</a:t>
            </a:r>
            <a:endParaRPr sz="1600" dirty="0">
              <a:latin typeface="Calibri" panose="020F0502020204030204" pitchFamily="34" charset="0"/>
              <a:ea typeface="Calibri" panose="020F0502020204030204" pitchFamily="34" charset="0"/>
              <a:cs typeface="Calibri" panose="020F0502020204030204" pitchFamily="34" charset="0"/>
              <a:sym typeface="Tahoma"/>
            </a:endParaRPr>
          </a:p>
          <a:p>
            <a:pPr marL="346173"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The loop</a:t>
            </a:r>
            <a:r>
              <a:rPr lang="en-US" dirty="0">
                <a:latin typeface="Calibri" panose="020F0502020204030204" pitchFamily="34" charset="0"/>
                <a:ea typeface="Calibri" panose="020F0502020204030204" pitchFamily="34" charset="0"/>
                <a:cs typeface="Calibri" panose="020F0502020204030204" pitchFamily="34" charset="0"/>
                <a:sym typeface="Tahoma"/>
              </a:rPr>
              <a:t>: Hidden state </a:t>
            </a:r>
            <a:r>
              <a:rPr lang="en-US" i="1" dirty="0" err="1">
                <a:latin typeface="Calibri" panose="020F0502020204030204" pitchFamily="34" charset="0"/>
                <a:ea typeface="Calibri" panose="020F0502020204030204" pitchFamily="34" charset="0"/>
                <a:cs typeface="Calibri" panose="020F0502020204030204" pitchFamily="34" charset="0"/>
                <a:sym typeface="Arial"/>
              </a:rPr>
              <a:t>h</a:t>
            </a:r>
            <a:r>
              <a:rPr lang="en-US" i="1" baseline="-25000" dirty="0" err="1">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feeds back into itself at next time step</a:t>
            </a:r>
          </a:p>
          <a:p>
            <a:pPr marL="60423" defTabSz="1450147" hangingPunct="1">
              <a:spcBef>
                <a:spcPts val="793"/>
              </a:spcBef>
              <a:buClr>
                <a:srgbClr val="000000"/>
              </a:buClr>
            </a:pPr>
            <a:endParaRPr sz="1665" dirty="0">
              <a:latin typeface="Tahoma"/>
              <a:ea typeface="Tahoma"/>
              <a:cs typeface="Tahoma"/>
              <a:sym typeface="Tahoma"/>
            </a:endParaRPr>
          </a:p>
        </p:txBody>
      </p:sp>
      <p:grpSp>
        <p:nvGrpSpPr>
          <p:cNvPr id="370" name="Google Shape;370;p18"/>
          <p:cNvGrpSpPr/>
          <p:nvPr/>
        </p:nvGrpSpPr>
        <p:grpSpPr>
          <a:xfrm>
            <a:off x="5727465" y="4000055"/>
            <a:ext cx="685798" cy="685798"/>
            <a:chOff x="3611485" y="1982507"/>
            <a:chExt cx="432434" cy="432434"/>
          </a:xfrm>
        </p:grpSpPr>
        <p:sp>
          <p:nvSpPr>
            <p:cNvPr id="371" name="Google Shape;371;p18"/>
            <p:cNvSpPr/>
            <p:nvPr/>
          </p:nvSpPr>
          <p:spPr>
            <a:xfrm>
              <a:off x="3611485" y="1982507"/>
              <a:ext cx="432434" cy="432434"/>
            </a:xfrm>
            <a:custGeom>
              <a:avLst/>
              <a:gdLst/>
              <a:ahLst/>
              <a:cxnLst/>
              <a:rect l="l" t="t" r="r" b="b"/>
              <a:pathLst>
                <a:path w="432435" h="432435" extrusionOk="0">
                  <a:moveTo>
                    <a:pt x="216002" y="0"/>
                  </a:moveTo>
                  <a:lnTo>
                    <a:pt x="166474" y="5704"/>
                  </a:lnTo>
                  <a:lnTo>
                    <a:pt x="121009" y="21954"/>
                  </a:lnTo>
                  <a:lnTo>
                    <a:pt x="80903" y="47452"/>
                  </a:lnTo>
                  <a:lnTo>
                    <a:pt x="47452" y="80903"/>
                  </a:lnTo>
                  <a:lnTo>
                    <a:pt x="21954" y="121009"/>
                  </a:lnTo>
                  <a:lnTo>
                    <a:pt x="5704" y="166474"/>
                  </a:lnTo>
                  <a:lnTo>
                    <a:pt x="0" y="216002"/>
                  </a:lnTo>
                  <a:lnTo>
                    <a:pt x="5704" y="265529"/>
                  </a:lnTo>
                  <a:lnTo>
                    <a:pt x="21954" y="310994"/>
                  </a:lnTo>
                  <a:lnTo>
                    <a:pt x="47452" y="351100"/>
                  </a:lnTo>
                  <a:lnTo>
                    <a:pt x="80903" y="384551"/>
                  </a:lnTo>
                  <a:lnTo>
                    <a:pt x="121009" y="410049"/>
                  </a:lnTo>
                  <a:lnTo>
                    <a:pt x="166474" y="426299"/>
                  </a:lnTo>
                  <a:lnTo>
                    <a:pt x="216002" y="432004"/>
                  </a:lnTo>
                  <a:lnTo>
                    <a:pt x="265529" y="426299"/>
                  </a:lnTo>
                  <a:lnTo>
                    <a:pt x="310994" y="410049"/>
                  </a:lnTo>
                  <a:lnTo>
                    <a:pt x="351100" y="384551"/>
                  </a:lnTo>
                  <a:lnTo>
                    <a:pt x="384551" y="351100"/>
                  </a:lnTo>
                  <a:lnTo>
                    <a:pt x="410049" y="310994"/>
                  </a:lnTo>
                  <a:lnTo>
                    <a:pt x="426299" y="265529"/>
                  </a:lnTo>
                  <a:lnTo>
                    <a:pt x="432004" y="216002"/>
                  </a:lnTo>
                  <a:lnTo>
                    <a:pt x="426299" y="166474"/>
                  </a:lnTo>
                  <a:lnTo>
                    <a:pt x="410049" y="121009"/>
                  </a:lnTo>
                  <a:lnTo>
                    <a:pt x="384551" y="80903"/>
                  </a:lnTo>
                  <a:lnTo>
                    <a:pt x="351100" y="47452"/>
                  </a:lnTo>
                  <a:lnTo>
                    <a:pt x="310994" y="21954"/>
                  </a:lnTo>
                  <a:lnTo>
                    <a:pt x="265529" y="5704"/>
                  </a:lnTo>
                  <a:lnTo>
                    <a:pt x="216002" y="0"/>
                  </a:lnTo>
                  <a:close/>
                </a:path>
              </a:pathLst>
            </a:custGeom>
            <a:solidFill>
              <a:srgbClr val="CCCCFF"/>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72" name="Google Shape;372;p18"/>
            <p:cNvSpPr/>
            <p:nvPr/>
          </p:nvSpPr>
          <p:spPr>
            <a:xfrm>
              <a:off x="3611485" y="1982507"/>
              <a:ext cx="432434" cy="432434"/>
            </a:xfrm>
            <a:custGeom>
              <a:avLst/>
              <a:gdLst/>
              <a:ahLst/>
              <a:cxnLst/>
              <a:rect l="l" t="t" r="r" b="b"/>
              <a:pathLst>
                <a:path w="432435" h="432435" extrusionOk="0">
                  <a:moveTo>
                    <a:pt x="432004" y="216002"/>
                  </a:moveTo>
                  <a:lnTo>
                    <a:pt x="426299" y="166474"/>
                  </a:lnTo>
                  <a:lnTo>
                    <a:pt x="410049" y="121009"/>
                  </a:lnTo>
                  <a:lnTo>
                    <a:pt x="384551" y="80903"/>
                  </a:lnTo>
                  <a:lnTo>
                    <a:pt x="351100" y="47452"/>
                  </a:lnTo>
                  <a:lnTo>
                    <a:pt x="310994" y="21954"/>
                  </a:lnTo>
                  <a:lnTo>
                    <a:pt x="265529" y="5704"/>
                  </a:lnTo>
                  <a:lnTo>
                    <a:pt x="216002" y="0"/>
                  </a:lnTo>
                  <a:lnTo>
                    <a:pt x="166474" y="5704"/>
                  </a:lnTo>
                  <a:lnTo>
                    <a:pt x="121009" y="21954"/>
                  </a:lnTo>
                  <a:lnTo>
                    <a:pt x="80903" y="47452"/>
                  </a:lnTo>
                  <a:lnTo>
                    <a:pt x="47452" y="80903"/>
                  </a:lnTo>
                  <a:lnTo>
                    <a:pt x="21954" y="121009"/>
                  </a:lnTo>
                  <a:lnTo>
                    <a:pt x="5704" y="166474"/>
                  </a:lnTo>
                  <a:lnTo>
                    <a:pt x="0" y="216002"/>
                  </a:lnTo>
                  <a:lnTo>
                    <a:pt x="5704" y="265529"/>
                  </a:lnTo>
                  <a:lnTo>
                    <a:pt x="21954" y="310994"/>
                  </a:lnTo>
                  <a:lnTo>
                    <a:pt x="47452" y="351100"/>
                  </a:lnTo>
                  <a:lnTo>
                    <a:pt x="80903" y="384551"/>
                  </a:lnTo>
                  <a:lnTo>
                    <a:pt x="121009" y="410049"/>
                  </a:lnTo>
                  <a:lnTo>
                    <a:pt x="166474" y="426299"/>
                  </a:lnTo>
                  <a:lnTo>
                    <a:pt x="216002" y="432004"/>
                  </a:lnTo>
                  <a:lnTo>
                    <a:pt x="265529" y="426299"/>
                  </a:lnTo>
                  <a:lnTo>
                    <a:pt x="310994" y="410049"/>
                  </a:lnTo>
                  <a:lnTo>
                    <a:pt x="351100" y="384551"/>
                  </a:lnTo>
                  <a:lnTo>
                    <a:pt x="384551" y="351100"/>
                  </a:lnTo>
                  <a:lnTo>
                    <a:pt x="410049" y="310994"/>
                  </a:lnTo>
                  <a:lnTo>
                    <a:pt x="426299" y="265529"/>
                  </a:lnTo>
                  <a:lnTo>
                    <a:pt x="432004" y="216002"/>
                  </a:lnTo>
                  <a:close/>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373" name="Google Shape;373;p18"/>
          <p:cNvSpPr txBox="1"/>
          <p:nvPr/>
        </p:nvSpPr>
        <p:spPr>
          <a:xfrm>
            <a:off x="5815180" y="4184031"/>
            <a:ext cx="510574" cy="281646"/>
          </a:xfrm>
          <a:prstGeom prst="rect">
            <a:avLst/>
          </a:prstGeom>
          <a:noFill/>
          <a:ln>
            <a:noFill/>
          </a:ln>
        </p:spPr>
        <p:txBody>
          <a:bodyPr spcFirstLastPara="1" wrap="square" lIns="0" tIns="25176" rIns="0" bIns="0" anchor="t" anchorCtr="0">
            <a:spAutoFit/>
          </a:bodyPr>
          <a:lstStyle/>
          <a:p>
            <a:pPr marL="20141" defTabSz="1450147" hangingPunct="1">
              <a:buClr>
                <a:srgbClr val="000000"/>
              </a:buClr>
            </a:pPr>
            <a:r>
              <a:rPr lang="en-US" sz="1665">
                <a:latin typeface="Tahoma"/>
                <a:ea typeface="Tahoma"/>
                <a:cs typeface="Tahoma"/>
                <a:sym typeface="Tahoma"/>
              </a:rPr>
              <a:t>RNN</a:t>
            </a:r>
            <a:endParaRPr sz="1665">
              <a:latin typeface="Tahoma"/>
              <a:ea typeface="Tahoma"/>
              <a:cs typeface="Tahoma"/>
              <a:sym typeface="Tahoma"/>
            </a:endParaRPr>
          </a:p>
        </p:txBody>
      </p:sp>
      <p:grpSp>
        <p:nvGrpSpPr>
          <p:cNvPr id="374" name="Google Shape;374;p18"/>
          <p:cNvGrpSpPr/>
          <p:nvPr/>
        </p:nvGrpSpPr>
        <p:grpSpPr>
          <a:xfrm>
            <a:off x="6007367" y="4701293"/>
            <a:ext cx="125881" cy="563917"/>
            <a:chOff x="3787978" y="2424676"/>
            <a:chExt cx="79375" cy="355581"/>
          </a:xfrm>
        </p:grpSpPr>
        <p:sp>
          <p:nvSpPr>
            <p:cNvPr id="375" name="Google Shape;375;p18"/>
            <p:cNvSpPr/>
            <p:nvPr/>
          </p:nvSpPr>
          <p:spPr>
            <a:xfrm>
              <a:off x="3827488" y="2429737"/>
              <a:ext cx="0" cy="350520"/>
            </a:xfrm>
            <a:custGeom>
              <a:avLst/>
              <a:gdLst/>
              <a:ahLst/>
              <a:cxnLst/>
              <a:rect l="l" t="t" r="r" b="b"/>
              <a:pathLst>
                <a:path w="120000" h="350519" extrusionOk="0">
                  <a:moveTo>
                    <a:pt x="0" y="349994"/>
                  </a:moveTo>
                  <a:lnTo>
                    <a:pt x="0" y="0"/>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76" name="Google Shape;376;p18"/>
            <p:cNvSpPr/>
            <p:nvPr/>
          </p:nvSpPr>
          <p:spPr>
            <a:xfrm>
              <a:off x="3787978" y="2424676"/>
              <a:ext cx="79375" cy="32384"/>
            </a:xfrm>
            <a:custGeom>
              <a:avLst/>
              <a:gdLst/>
              <a:ahLst/>
              <a:cxnLst/>
              <a:rect l="l" t="t" r="r" b="b"/>
              <a:pathLst>
                <a:path w="79375" h="32385"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377" name="Google Shape;377;p18"/>
          <p:cNvSpPr txBox="1"/>
          <p:nvPr/>
        </p:nvSpPr>
        <p:spPr>
          <a:xfrm>
            <a:off x="5917757" y="3070821"/>
            <a:ext cx="281974" cy="281646"/>
          </a:xfrm>
          <a:prstGeom prst="rect">
            <a:avLst/>
          </a:prstGeom>
          <a:noFill/>
          <a:ln>
            <a:noFill/>
          </a:ln>
        </p:spPr>
        <p:txBody>
          <a:bodyPr spcFirstLastPara="1" wrap="square" lIns="0" tIns="25176" rIns="0" bIns="0" anchor="t" anchorCtr="0">
            <a:spAutoFit/>
          </a:bodyPr>
          <a:lstStyle/>
          <a:p>
            <a:pPr marL="60423" defTabSz="1450147" hangingPunct="1">
              <a:buClr>
                <a:srgbClr val="000000"/>
              </a:buClr>
            </a:pPr>
            <a:r>
              <a:rPr lang="en-US" sz="1665" i="1">
                <a:latin typeface="Arial"/>
                <a:ea typeface="Arial"/>
                <a:cs typeface="Arial"/>
                <a:sym typeface="Arial"/>
              </a:rPr>
              <a:t>o</a:t>
            </a:r>
            <a:r>
              <a:rPr lang="en-US" sz="1665" i="1" baseline="-25000">
                <a:latin typeface="Arial"/>
                <a:ea typeface="Arial"/>
                <a:cs typeface="Arial"/>
                <a:sym typeface="Arial"/>
              </a:rPr>
              <a:t>t</a:t>
            </a:r>
            <a:endParaRPr sz="1665" baseline="-25000">
              <a:latin typeface="Arial"/>
              <a:ea typeface="Arial"/>
              <a:cs typeface="Arial"/>
              <a:sym typeface="Arial"/>
            </a:endParaRPr>
          </a:p>
        </p:txBody>
      </p:sp>
      <p:grpSp>
        <p:nvGrpSpPr>
          <p:cNvPr id="378" name="Google Shape;378;p18"/>
          <p:cNvGrpSpPr/>
          <p:nvPr/>
        </p:nvGrpSpPr>
        <p:grpSpPr>
          <a:xfrm>
            <a:off x="5054348" y="3428878"/>
            <a:ext cx="1078899" cy="1220032"/>
            <a:chOff x="3187047" y="1622348"/>
            <a:chExt cx="680306" cy="769298"/>
          </a:xfrm>
        </p:grpSpPr>
        <p:sp>
          <p:nvSpPr>
            <p:cNvPr id="379" name="Google Shape;379;p18"/>
            <p:cNvSpPr/>
            <p:nvPr/>
          </p:nvSpPr>
          <p:spPr>
            <a:xfrm>
              <a:off x="3827487" y="1627409"/>
              <a:ext cx="0" cy="350520"/>
            </a:xfrm>
            <a:custGeom>
              <a:avLst/>
              <a:gdLst/>
              <a:ahLst/>
              <a:cxnLst/>
              <a:rect l="l" t="t" r="r" b="b"/>
              <a:pathLst>
                <a:path w="120000" h="350519" extrusionOk="0">
                  <a:moveTo>
                    <a:pt x="0" y="349994"/>
                  </a:moveTo>
                  <a:lnTo>
                    <a:pt x="0" y="0"/>
                  </a:lnTo>
                </a:path>
              </a:pathLst>
            </a:custGeom>
            <a:noFill/>
            <a:ln w="10100" cap="flat" cmpd="sng">
              <a:solidFill>
                <a:srgbClr val="218B21"/>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80" name="Google Shape;380;p18"/>
            <p:cNvSpPr/>
            <p:nvPr/>
          </p:nvSpPr>
          <p:spPr>
            <a:xfrm>
              <a:off x="3787978" y="1622348"/>
              <a:ext cx="79375" cy="32384"/>
            </a:xfrm>
            <a:custGeom>
              <a:avLst/>
              <a:gdLst/>
              <a:ahLst/>
              <a:cxnLst/>
              <a:rect l="l" t="t" r="r" b="b"/>
              <a:pathLst>
                <a:path w="79375" h="32385"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218B21"/>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81" name="Google Shape;381;p18"/>
            <p:cNvSpPr/>
            <p:nvPr/>
          </p:nvSpPr>
          <p:spPr>
            <a:xfrm>
              <a:off x="3187047" y="2008741"/>
              <a:ext cx="449580" cy="382905"/>
            </a:xfrm>
            <a:custGeom>
              <a:avLst/>
              <a:gdLst/>
              <a:ahLst/>
              <a:cxnLst/>
              <a:rect l="l" t="t" r="r" b="b"/>
              <a:pathLst>
                <a:path w="449579" h="382905" extrusionOk="0">
                  <a:moveTo>
                    <a:pt x="448960" y="79218"/>
                  </a:moveTo>
                  <a:lnTo>
                    <a:pt x="410021" y="58060"/>
                  </a:lnTo>
                  <a:lnTo>
                    <a:pt x="372852" y="40457"/>
                  </a:lnTo>
                  <a:lnTo>
                    <a:pt x="337452" y="26244"/>
                  </a:lnTo>
                  <a:lnTo>
                    <a:pt x="271956" y="7331"/>
                  </a:lnTo>
                  <a:lnTo>
                    <a:pt x="213527" y="0"/>
                  </a:lnTo>
                  <a:lnTo>
                    <a:pt x="186962" y="264"/>
                  </a:lnTo>
                  <a:lnTo>
                    <a:pt x="139127" y="7831"/>
                  </a:lnTo>
                  <a:lnTo>
                    <a:pt x="98349" y="23678"/>
                  </a:lnTo>
                  <a:lnTo>
                    <a:pt x="64623" y="46487"/>
                  </a:lnTo>
                  <a:lnTo>
                    <a:pt x="37944" y="74937"/>
                  </a:lnTo>
                  <a:lnTo>
                    <a:pt x="18308" y="107707"/>
                  </a:lnTo>
                  <a:lnTo>
                    <a:pt x="2049" y="162077"/>
                  </a:lnTo>
                  <a:lnTo>
                    <a:pt x="0" y="199873"/>
                  </a:lnTo>
                  <a:lnTo>
                    <a:pt x="1610" y="218741"/>
                  </a:lnTo>
                  <a:lnTo>
                    <a:pt x="16976" y="273245"/>
                  </a:lnTo>
                  <a:lnTo>
                    <a:pt x="48130" y="321133"/>
                  </a:lnTo>
                  <a:lnTo>
                    <a:pt x="77664" y="347182"/>
                  </a:lnTo>
                  <a:lnTo>
                    <a:pt x="114204" y="366990"/>
                  </a:lnTo>
                  <a:lnTo>
                    <a:pt x="157745" y="379237"/>
                  </a:lnTo>
                  <a:lnTo>
                    <a:pt x="208282" y="382602"/>
                  </a:lnTo>
                  <a:lnTo>
                    <a:pt x="236173" y="380542"/>
                  </a:lnTo>
                  <a:lnTo>
                    <a:pt x="297196" y="368109"/>
                  </a:lnTo>
                  <a:lnTo>
                    <a:pt x="365205" y="343495"/>
                  </a:lnTo>
                  <a:lnTo>
                    <a:pt x="401827" y="326207"/>
                  </a:lnTo>
                  <a:lnTo>
                    <a:pt x="440194" y="305378"/>
                  </a:lnTo>
                </a:path>
              </a:pathLst>
            </a:custGeom>
            <a:noFill/>
            <a:ln w="10100" cap="flat" cmpd="sng">
              <a:solidFill>
                <a:srgbClr val="FF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382" name="Google Shape;382;p18"/>
            <p:cNvSpPr/>
            <p:nvPr/>
          </p:nvSpPr>
          <p:spPr>
            <a:xfrm>
              <a:off x="3583820" y="2293568"/>
              <a:ext cx="48260" cy="68580"/>
            </a:xfrm>
            <a:custGeom>
              <a:avLst/>
              <a:gdLst/>
              <a:ahLst/>
              <a:cxnLst/>
              <a:rect l="l" t="t" r="r" b="b"/>
              <a:pathLst>
                <a:path w="48260" h="68580" extrusionOk="0">
                  <a:moveTo>
                    <a:pt x="0" y="0"/>
                  </a:moveTo>
                  <a:lnTo>
                    <a:pt x="12689" y="10601"/>
                  </a:lnTo>
                  <a:lnTo>
                    <a:pt x="25089" y="16593"/>
                  </a:lnTo>
                  <a:lnTo>
                    <a:pt x="36896" y="18794"/>
                  </a:lnTo>
                  <a:lnTo>
                    <a:pt x="47804" y="18020"/>
                  </a:lnTo>
                  <a:lnTo>
                    <a:pt x="41680" y="27080"/>
                  </a:lnTo>
                  <a:lnTo>
                    <a:pt x="37682" y="38405"/>
                  </a:lnTo>
                  <a:lnTo>
                    <a:pt x="36671" y="52140"/>
                  </a:lnTo>
                  <a:lnTo>
                    <a:pt x="39507" y="68430"/>
                  </a:lnTo>
                </a:path>
              </a:pathLst>
            </a:custGeom>
            <a:noFill/>
            <a:ln w="10100" cap="flat" cmpd="sng">
              <a:solidFill>
                <a:srgbClr val="FF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383" name="Google Shape;383;p18"/>
          <p:cNvSpPr txBox="1"/>
          <p:nvPr/>
        </p:nvSpPr>
        <p:spPr>
          <a:xfrm>
            <a:off x="5113570" y="4165482"/>
            <a:ext cx="281974" cy="281646"/>
          </a:xfrm>
          <a:prstGeom prst="rect">
            <a:avLst/>
          </a:prstGeom>
          <a:noFill/>
          <a:ln>
            <a:noFill/>
          </a:ln>
        </p:spPr>
        <p:txBody>
          <a:bodyPr spcFirstLastPara="1" wrap="square" lIns="0" tIns="25176" rIns="0" bIns="0" anchor="t" anchorCtr="0">
            <a:spAutoFit/>
          </a:bodyPr>
          <a:lstStyle/>
          <a:p>
            <a:pPr marL="60423" defTabSz="1450147" hangingPunct="1">
              <a:buClr>
                <a:srgbClr val="000000"/>
              </a:buClr>
            </a:pPr>
            <a:r>
              <a:rPr lang="en-US" sz="1665" i="1">
                <a:solidFill>
                  <a:srgbClr val="EC2027"/>
                </a:solidFill>
                <a:latin typeface="Arial"/>
                <a:ea typeface="Arial"/>
                <a:cs typeface="Arial"/>
                <a:sym typeface="Arial"/>
              </a:rPr>
              <a:t>h</a:t>
            </a:r>
            <a:r>
              <a:rPr lang="en-US" sz="1665" i="1" baseline="-25000">
                <a:solidFill>
                  <a:srgbClr val="EC2027"/>
                </a:solidFill>
                <a:latin typeface="Arial"/>
                <a:ea typeface="Arial"/>
                <a:cs typeface="Arial"/>
                <a:sym typeface="Arial"/>
              </a:rPr>
              <a:t>t</a:t>
            </a:r>
            <a:endParaRPr sz="1665" baseline="-25000">
              <a:latin typeface="Arial"/>
              <a:ea typeface="Arial"/>
              <a:cs typeface="Arial"/>
              <a:sym typeface="Arial"/>
            </a:endParaRPr>
          </a:p>
        </p:txBody>
      </p:sp>
      <p:sp>
        <p:nvSpPr>
          <p:cNvPr id="384" name="Google Shape;384;p18"/>
          <p:cNvSpPr txBox="1"/>
          <p:nvPr/>
        </p:nvSpPr>
        <p:spPr>
          <a:xfrm>
            <a:off x="6762229" y="4182260"/>
            <a:ext cx="2100703" cy="281646"/>
          </a:xfrm>
          <a:prstGeom prst="rect">
            <a:avLst/>
          </a:prstGeom>
          <a:noFill/>
          <a:ln>
            <a:noFill/>
          </a:ln>
        </p:spPr>
        <p:txBody>
          <a:bodyPr spcFirstLastPara="1" wrap="square" lIns="0" tIns="25176" rIns="0" bIns="0" anchor="t" anchorCtr="0">
            <a:spAutoFit/>
          </a:bodyPr>
          <a:lstStyle/>
          <a:p>
            <a:pPr marL="20141" defTabSz="1450147" hangingPunct="1">
              <a:buClr>
                <a:srgbClr val="000000"/>
              </a:buClr>
            </a:pPr>
            <a:r>
              <a:rPr lang="en-US" sz="1665">
                <a:solidFill>
                  <a:srgbClr val="FF0000"/>
                </a:solidFill>
                <a:latin typeface="Tahoma"/>
                <a:ea typeface="Tahoma"/>
                <a:cs typeface="Tahoma"/>
                <a:sym typeface="Tahoma"/>
              </a:rPr>
              <a:t>Recurrent connection</a:t>
            </a:r>
            <a:endParaRPr sz="1665">
              <a:latin typeface="Tahoma"/>
              <a:ea typeface="Tahoma"/>
              <a:cs typeface="Tahoma"/>
              <a:sym typeface="Tahoma"/>
            </a:endParaRPr>
          </a:p>
        </p:txBody>
      </p:sp>
      <p:sp>
        <p:nvSpPr>
          <p:cNvPr id="390" name="Google Shape;390;p18"/>
          <p:cNvSpPr txBox="1"/>
          <p:nvPr/>
        </p:nvSpPr>
        <p:spPr>
          <a:xfrm>
            <a:off x="5964103" y="5226542"/>
            <a:ext cx="189325" cy="271478"/>
          </a:xfrm>
          <a:prstGeom prst="rect">
            <a:avLst/>
          </a:prstGeom>
          <a:noFill/>
          <a:ln>
            <a:noFill/>
          </a:ln>
        </p:spPr>
        <p:txBody>
          <a:bodyPr spcFirstLastPara="1" wrap="square" lIns="0" tIns="15106" rIns="0" bIns="0" anchor="t" anchorCtr="0">
            <a:spAutoFit/>
          </a:bodyPr>
          <a:lstStyle/>
          <a:p>
            <a:pPr marL="20141" defTabSz="1450147" hangingPunct="1">
              <a:buClr>
                <a:srgbClr val="000000"/>
              </a:buClr>
            </a:pPr>
            <a:r>
              <a:rPr lang="en-US" sz="1665" i="1">
                <a:latin typeface="Arial"/>
                <a:ea typeface="Arial"/>
                <a:cs typeface="Arial"/>
                <a:sym typeface="Arial"/>
              </a:rPr>
              <a:t>x</a:t>
            </a:r>
            <a:r>
              <a:rPr lang="en-US" sz="1665" i="1" baseline="-25000">
                <a:latin typeface="Arial"/>
                <a:ea typeface="Arial"/>
                <a:cs typeface="Arial"/>
                <a:sym typeface="Arial"/>
              </a:rPr>
              <a:t>t</a:t>
            </a:r>
            <a:endParaRPr sz="1665" baseline="-25000">
              <a:latin typeface="Arial"/>
              <a:ea typeface="Arial"/>
              <a:cs typeface="Arial"/>
              <a:sym typeface="Arial"/>
            </a:endParaRPr>
          </a:p>
        </p:txBody>
      </p:sp>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FAB67FB3-4941-4C9C-A3C2-F67EC82724DB}"/>
                  </a:ext>
                </a:extLst>
              </p14:cNvPr>
              <p14:cNvContentPartPr/>
              <p14:nvPr/>
            </p14:nvContentPartPr>
            <p14:xfrm>
              <a:off x="5615640" y="4289040"/>
              <a:ext cx="2334600" cy="1848600"/>
            </p14:xfrm>
          </p:contentPart>
        </mc:Choice>
        <mc:Fallback>
          <p:pic>
            <p:nvPicPr>
              <p:cNvPr id="2" name="Ink 1">
                <a:extLst>
                  <a:ext uri="{FF2B5EF4-FFF2-40B4-BE49-F238E27FC236}">
                    <a16:creationId xmlns:a16="http://schemas.microsoft.com/office/drawing/2014/main" id="{FAB67FB3-4941-4C9C-A3C2-F67EC82724DB}"/>
                  </a:ext>
                </a:extLst>
              </p:cNvPr>
              <p:cNvPicPr/>
              <p:nvPr/>
            </p:nvPicPr>
            <p:blipFill>
              <a:blip r:embed="rId8"/>
              <a:stretch>
                <a:fillRect/>
              </a:stretch>
            </p:blipFill>
            <p:spPr>
              <a:xfrm>
                <a:off x="5606280" y="4279680"/>
                <a:ext cx="2353320" cy="1867320"/>
              </a:xfrm>
              <a:prstGeom prst="rect">
                <a:avLst/>
              </a:prstGeom>
            </p:spPr>
          </p:pic>
        </mc:Fallback>
      </mc:AlternateContent>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19"/>
          <p:cNvSpPr txBox="1">
            <a:spLocks noGrp="1"/>
          </p:cNvSpPr>
          <p:nvPr>
            <p:ph type="title" idx="4294967295"/>
          </p:nvPr>
        </p:nvSpPr>
        <p:spPr>
          <a:xfrm>
            <a:off x="26895" y="312923"/>
            <a:ext cx="6276720"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RNN: U</a:t>
            </a:r>
            <a:r>
              <a:rPr lang="en-US" sz="2400" b="1" cap="small" dirty="0">
                <a:solidFill>
                  <a:schemeClr val="bg1"/>
                </a:solidFill>
              </a:rPr>
              <a:t>nrolled</a:t>
            </a:r>
            <a:r>
              <a:rPr lang="en-US" sz="2400" b="1" dirty="0">
                <a:solidFill>
                  <a:schemeClr val="bg1"/>
                </a:solidFill>
              </a:rPr>
              <a:t> C</a:t>
            </a:r>
            <a:r>
              <a:rPr lang="en-US" sz="2400" b="1" cap="small" dirty="0">
                <a:solidFill>
                  <a:schemeClr val="bg1"/>
                </a:solidFill>
              </a:rPr>
              <a:t>omputation</a:t>
            </a:r>
            <a:r>
              <a:rPr lang="en-US" sz="2400" b="1" dirty="0">
                <a:solidFill>
                  <a:schemeClr val="bg1"/>
                </a:solidFill>
              </a:rPr>
              <a:t> G</a:t>
            </a:r>
            <a:r>
              <a:rPr lang="en-US" sz="2400" b="1" cap="small" dirty="0">
                <a:solidFill>
                  <a:schemeClr val="bg1"/>
                </a:solidFill>
              </a:rPr>
              <a:t>raph</a:t>
            </a:r>
            <a:endParaRPr sz="2400" b="1" dirty="0">
              <a:solidFill>
                <a:schemeClr val="bg1"/>
              </a:solidFill>
            </a:endParaRPr>
          </a:p>
        </p:txBody>
      </p:sp>
      <p:grpSp>
        <p:nvGrpSpPr>
          <p:cNvPr id="398" name="Google Shape;398;p19"/>
          <p:cNvGrpSpPr/>
          <p:nvPr/>
        </p:nvGrpSpPr>
        <p:grpSpPr>
          <a:xfrm>
            <a:off x="2706000" y="3204854"/>
            <a:ext cx="514602" cy="514602"/>
            <a:chOff x="1706283" y="1481088"/>
            <a:chExt cx="324485" cy="324485"/>
          </a:xfrm>
        </p:grpSpPr>
        <p:sp>
          <p:nvSpPr>
            <p:cNvPr id="399" name="Google Shape;399;p19"/>
            <p:cNvSpPr/>
            <p:nvPr/>
          </p:nvSpPr>
          <p:spPr>
            <a:xfrm>
              <a:off x="1706283" y="1481088"/>
              <a:ext cx="324485" cy="324485"/>
            </a:xfrm>
            <a:custGeom>
              <a:avLst/>
              <a:gdLst/>
              <a:ahLst/>
              <a:cxnLst/>
              <a:rect l="l" t="t" r="r" b="b"/>
              <a:pathLst>
                <a:path w="324485" h="324485" extrusionOk="0">
                  <a:moveTo>
                    <a:pt x="162000" y="0"/>
                  </a:moveTo>
                  <a:lnTo>
                    <a:pt x="118934" y="5786"/>
                  </a:lnTo>
                  <a:lnTo>
                    <a:pt x="80235" y="22117"/>
                  </a:lnTo>
                  <a:lnTo>
                    <a:pt x="47448" y="47448"/>
                  </a:lnTo>
                  <a:lnTo>
                    <a:pt x="22117" y="80235"/>
                  </a:lnTo>
                  <a:lnTo>
                    <a:pt x="5786" y="118934"/>
                  </a:lnTo>
                  <a:lnTo>
                    <a:pt x="0" y="162000"/>
                  </a:lnTo>
                  <a:lnTo>
                    <a:pt x="5786" y="205067"/>
                  </a:lnTo>
                  <a:lnTo>
                    <a:pt x="22117" y="243766"/>
                  </a:lnTo>
                  <a:lnTo>
                    <a:pt x="47448" y="276552"/>
                  </a:lnTo>
                  <a:lnTo>
                    <a:pt x="80235" y="301883"/>
                  </a:lnTo>
                  <a:lnTo>
                    <a:pt x="118934" y="318214"/>
                  </a:lnTo>
                  <a:lnTo>
                    <a:pt x="162000" y="324001"/>
                  </a:lnTo>
                  <a:lnTo>
                    <a:pt x="205067" y="318214"/>
                  </a:lnTo>
                  <a:lnTo>
                    <a:pt x="243765" y="301883"/>
                  </a:lnTo>
                  <a:lnTo>
                    <a:pt x="276552" y="276552"/>
                  </a:lnTo>
                  <a:lnTo>
                    <a:pt x="301883" y="243766"/>
                  </a:lnTo>
                  <a:lnTo>
                    <a:pt x="318214" y="205067"/>
                  </a:lnTo>
                  <a:lnTo>
                    <a:pt x="324001" y="162000"/>
                  </a:lnTo>
                  <a:lnTo>
                    <a:pt x="318214" y="118934"/>
                  </a:lnTo>
                  <a:lnTo>
                    <a:pt x="301883" y="80235"/>
                  </a:lnTo>
                  <a:lnTo>
                    <a:pt x="276552" y="47448"/>
                  </a:lnTo>
                  <a:lnTo>
                    <a:pt x="243765" y="22117"/>
                  </a:lnTo>
                  <a:lnTo>
                    <a:pt x="205067" y="5786"/>
                  </a:lnTo>
                  <a:lnTo>
                    <a:pt x="162000" y="0"/>
                  </a:lnTo>
                  <a:close/>
                </a:path>
              </a:pathLst>
            </a:custGeom>
            <a:solidFill>
              <a:srgbClr val="FBD2D4"/>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00" name="Google Shape;400;p19"/>
            <p:cNvSpPr/>
            <p:nvPr/>
          </p:nvSpPr>
          <p:spPr>
            <a:xfrm>
              <a:off x="1706283" y="1481088"/>
              <a:ext cx="324485" cy="324485"/>
            </a:xfrm>
            <a:custGeom>
              <a:avLst/>
              <a:gdLst/>
              <a:ahLst/>
              <a:cxnLst/>
              <a:rect l="l" t="t" r="r" b="b"/>
              <a:pathLst>
                <a:path w="324485" h="324485" extrusionOk="0">
                  <a:moveTo>
                    <a:pt x="324001" y="162000"/>
                  </a:moveTo>
                  <a:lnTo>
                    <a:pt x="318214" y="118934"/>
                  </a:lnTo>
                  <a:lnTo>
                    <a:pt x="301883" y="80235"/>
                  </a:lnTo>
                  <a:lnTo>
                    <a:pt x="276552" y="47448"/>
                  </a:lnTo>
                  <a:lnTo>
                    <a:pt x="243765" y="22117"/>
                  </a:lnTo>
                  <a:lnTo>
                    <a:pt x="205067" y="5786"/>
                  </a:lnTo>
                  <a:lnTo>
                    <a:pt x="162000" y="0"/>
                  </a:lnTo>
                  <a:lnTo>
                    <a:pt x="118934" y="5786"/>
                  </a:lnTo>
                  <a:lnTo>
                    <a:pt x="80235" y="22117"/>
                  </a:lnTo>
                  <a:lnTo>
                    <a:pt x="47448" y="47448"/>
                  </a:lnTo>
                  <a:lnTo>
                    <a:pt x="22117" y="80235"/>
                  </a:lnTo>
                  <a:lnTo>
                    <a:pt x="5786" y="118934"/>
                  </a:lnTo>
                  <a:lnTo>
                    <a:pt x="0" y="162000"/>
                  </a:lnTo>
                  <a:lnTo>
                    <a:pt x="5786" y="205067"/>
                  </a:lnTo>
                  <a:lnTo>
                    <a:pt x="22117" y="243766"/>
                  </a:lnTo>
                  <a:lnTo>
                    <a:pt x="47448" y="276552"/>
                  </a:lnTo>
                  <a:lnTo>
                    <a:pt x="80235" y="301883"/>
                  </a:lnTo>
                  <a:lnTo>
                    <a:pt x="118934" y="318214"/>
                  </a:lnTo>
                  <a:lnTo>
                    <a:pt x="162000" y="324001"/>
                  </a:lnTo>
                  <a:lnTo>
                    <a:pt x="205067" y="318214"/>
                  </a:lnTo>
                  <a:lnTo>
                    <a:pt x="243765" y="301883"/>
                  </a:lnTo>
                  <a:lnTo>
                    <a:pt x="276552" y="276552"/>
                  </a:lnTo>
                  <a:lnTo>
                    <a:pt x="301883" y="243766"/>
                  </a:lnTo>
                  <a:lnTo>
                    <a:pt x="318214" y="205067"/>
                  </a:lnTo>
                  <a:lnTo>
                    <a:pt x="324001" y="1620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01" name="Google Shape;401;p19"/>
          <p:cNvSpPr txBox="1"/>
          <p:nvPr/>
        </p:nvSpPr>
        <p:spPr>
          <a:xfrm>
            <a:off x="2807610" y="3300808"/>
            <a:ext cx="302115" cy="255303"/>
          </a:xfrm>
          <a:prstGeom prst="rect">
            <a:avLst/>
          </a:prstGeom>
          <a:noFill/>
          <a:ln>
            <a:noFill/>
          </a:ln>
        </p:spPr>
        <p:txBody>
          <a:bodyPr spcFirstLastPara="1" wrap="square" lIns="0" tIns="23154" rIns="0" bIns="0" anchor="t" anchorCtr="0">
            <a:spAutoFit/>
          </a:bodyPr>
          <a:lstStyle/>
          <a:p>
            <a:pPr marL="60423" defTabSz="1450147" hangingPunct="1">
              <a:buClr>
                <a:srgbClr val="000000"/>
              </a:buClr>
            </a:pPr>
            <a:r>
              <a:rPr lang="en-US" sz="1507" i="1">
                <a:latin typeface="Arial"/>
                <a:ea typeface="Arial"/>
                <a:cs typeface="Arial"/>
                <a:sym typeface="Arial"/>
              </a:rPr>
              <a:t>h</a:t>
            </a:r>
            <a:r>
              <a:rPr lang="en-US" sz="1546" baseline="-25000">
                <a:latin typeface="Tahoma"/>
                <a:ea typeface="Tahoma"/>
                <a:cs typeface="Tahoma"/>
                <a:sym typeface="Tahoma"/>
              </a:rPr>
              <a:t>1</a:t>
            </a:r>
            <a:endParaRPr sz="1546" baseline="-25000">
              <a:latin typeface="Tahoma"/>
              <a:ea typeface="Tahoma"/>
              <a:cs typeface="Tahoma"/>
              <a:sym typeface="Tahoma"/>
            </a:endParaRPr>
          </a:p>
        </p:txBody>
      </p:sp>
      <p:grpSp>
        <p:nvGrpSpPr>
          <p:cNvPr id="402" name="Google Shape;402;p19"/>
          <p:cNvGrpSpPr/>
          <p:nvPr/>
        </p:nvGrpSpPr>
        <p:grpSpPr>
          <a:xfrm>
            <a:off x="2754086" y="2225269"/>
            <a:ext cx="417925" cy="2470521"/>
            <a:chOff x="1736604" y="863405"/>
            <a:chExt cx="263525" cy="1557801"/>
          </a:xfrm>
        </p:grpSpPr>
        <p:sp>
          <p:nvSpPr>
            <p:cNvPr id="403" name="Google Shape;403;p19"/>
            <p:cNvSpPr/>
            <p:nvPr/>
          </p:nvSpPr>
          <p:spPr>
            <a:xfrm>
              <a:off x="1738683" y="2161491"/>
              <a:ext cx="259715" cy="259715"/>
            </a:xfrm>
            <a:custGeom>
              <a:avLst/>
              <a:gdLst/>
              <a:ahLst/>
              <a:cxnLst/>
              <a:rect l="l" t="t" r="r" b="b"/>
              <a:pathLst>
                <a:path w="259714" h="259714" extrusionOk="0">
                  <a:moveTo>
                    <a:pt x="129600" y="0"/>
                  </a:moveTo>
                  <a:lnTo>
                    <a:pt x="79154" y="10184"/>
                  </a:lnTo>
                  <a:lnTo>
                    <a:pt x="37958" y="37958"/>
                  </a:lnTo>
                  <a:lnTo>
                    <a:pt x="10184" y="79154"/>
                  </a:lnTo>
                  <a:lnTo>
                    <a:pt x="0" y="129600"/>
                  </a:lnTo>
                  <a:lnTo>
                    <a:pt x="10184" y="180047"/>
                  </a:lnTo>
                  <a:lnTo>
                    <a:pt x="37958" y="221242"/>
                  </a:lnTo>
                  <a:lnTo>
                    <a:pt x="79154" y="249017"/>
                  </a:lnTo>
                  <a:lnTo>
                    <a:pt x="129600" y="259201"/>
                  </a:lnTo>
                  <a:lnTo>
                    <a:pt x="180047" y="249017"/>
                  </a:lnTo>
                  <a:lnTo>
                    <a:pt x="221242" y="221242"/>
                  </a:lnTo>
                  <a:lnTo>
                    <a:pt x="249017" y="180047"/>
                  </a:lnTo>
                  <a:lnTo>
                    <a:pt x="259201" y="129600"/>
                  </a:lnTo>
                  <a:lnTo>
                    <a:pt x="249017" y="79154"/>
                  </a:lnTo>
                  <a:lnTo>
                    <a:pt x="221242" y="37958"/>
                  </a:lnTo>
                  <a:lnTo>
                    <a:pt x="180047" y="10184"/>
                  </a:lnTo>
                  <a:lnTo>
                    <a:pt x="129600" y="0"/>
                  </a:lnTo>
                  <a:close/>
                </a:path>
              </a:pathLst>
            </a:custGeom>
            <a:solidFill>
              <a:srgbClr val="D1D0E3"/>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04" name="Google Shape;404;p19"/>
            <p:cNvSpPr/>
            <p:nvPr/>
          </p:nvSpPr>
          <p:spPr>
            <a:xfrm>
              <a:off x="1738683" y="2161491"/>
              <a:ext cx="259715" cy="259715"/>
            </a:xfrm>
            <a:custGeom>
              <a:avLst/>
              <a:gdLst/>
              <a:ahLst/>
              <a:cxnLst/>
              <a:rect l="l" t="t" r="r" b="b"/>
              <a:pathLst>
                <a:path w="259714" h="259714" extrusionOk="0">
                  <a:moveTo>
                    <a:pt x="259201" y="129600"/>
                  </a:moveTo>
                  <a:lnTo>
                    <a:pt x="249017" y="79154"/>
                  </a:lnTo>
                  <a:lnTo>
                    <a:pt x="221242" y="37958"/>
                  </a:lnTo>
                  <a:lnTo>
                    <a:pt x="180047" y="10184"/>
                  </a:lnTo>
                  <a:lnTo>
                    <a:pt x="129600" y="0"/>
                  </a:lnTo>
                  <a:lnTo>
                    <a:pt x="79154" y="10184"/>
                  </a:lnTo>
                  <a:lnTo>
                    <a:pt x="37958" y="37958"/>
                  </a:lnTo>
                  <a:lnTo>
                    <a:pt x="10184" y="79154"/>
                  </a:lnTo>
                  <a:lnTo>
                    <a:pt x="0" y="129600"/>
                  </a:lnTo>
                  <a:lnTo>
                    <a:pt x="10184" y="180047"/>
                  </a:lnTo>
                  <a:lnTo>
                    <a:pt x="37958" y="221242"/>
                  </a:lnTo>
                  <a:lnTo>
                    <a:pt x="79154" y="249017"/>
                  </a:lnTo>
                  <a:lnTo>
                    <a:pt x="129600" y="259201"/>
                  </a:lnTo>
                  <a:lnTo>
                    <a:pt x="180047" y="249017"/>
                  </a:lnTo>
                  <a:lnTo>
                    <a:pt x="221242" y="221242"/>
                  </a:lnTo>
                  <a:lnTo>
                    <a:pt x="249017" y="180047"/>
                  </a:lnTo>
                  <a:lnTo>
                    <a:pt x="259201" y="1296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05" name="Google Shape;405;p19"/>
            <p:cNvSpPr/>
            <p:nvPr/>
          </p:nvSpPr>
          <p:spPr>
            <a:xfrm>
              <a:off x="1736604" y="863405"/>
              <a:ext cx="263525" cy="263525"/>
            </a:xfrm>
            <a:custGeom>
              <a:avLst/>
              <a:gdLst/>
              <a:ahLst/>
              <a:cxnLst/>
              <a:rect l="l" t="t" r="r" b="b"/>
              <a:pathLst>
                <a:path w="263525" h="263525" extrusionOk="0">
                  <a:moveTo>
                    <a:pt x="131680" y="0"/>
                  </a:moveTo>
                  <a:lnTo>
                    <a:pt x="90058" y="6713"/>
                  </a:lnTo>
                  <a:lnTo>
                    <a:pt x="53911" y="25406"/>
                  </a:lnTo>
                  <a:lnTo>
                    <a:pt x="25406" y="53911"/>
                  </a:lnTo>
                  <a:lnTo>
                    <a:pt x="6713" y="90058"/>
                  </a:lnTo>
                  <a:lnTo>
                    <a:pt x="0" y="131680"/>
                  </a:lnTo>
                  <a:lnTo>
                    <a:pt x="6713" y="173301"/>
                  </a:lnTo>
                  <a:lnTo>
                    <a:pt x="25406" y="209449"/>
                  </a:lnTo>
                  <a:lnTo>
                    <a:pt x="53911" y="237954"/>
                  </a:lnTo>
                  <a:lnTo>
                    <a:pt x="90058" y="256647"/>
                  </a:lnTo>
                  <a:lnTo>
                    <a:pt x="131680" y="263360"/>
                  </a:lnTo>
                  <a:lnTo>
                    <a:pt x="173301" y="256647"/>
                  </a:lnTo>
                  <a:lnTo>
                    <a:pt x="209449" y="237954"/>
                  </a:lnTo>
                  <a:lnTo>
                    <a:pt x="237954" y="209449"/>
                  </a:lnTo>
                  <a:lnTo>
                    <a:pt x="256647" y="173301"/>
                  </a:lnTo>
                  <a:lnTo>
                    <a:pt x="263360" y="131680"/>
                  </a:lnTo>
                  <a:lnTo>
                    <a:pt x="256647" y="90058"/>
                  </a:lnTo>
                  <a:lnTo>
                    <a:pt x="237954" y="53911"/>
                  </a:lnTo>
                  <a:lnTo>
                    <a:pt x="209449" y="25406"/>
                  </a:lnTo>
                  <a:lnTo>
                    <a:pt x="173301" y="6713"/>
                  </a:lnTo>
                  <a:lnTo>
                    <a:pt x="131680" y="0"/>
                  </a:lnTo>
                  <a:close/>
                </a:path>
              </a:pathLst>
            </a:custGeom>
            <a:solidFill>
              <a:srgbClr val="D2E7D2"/>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06" name="Google Shape;406;p19"/>
            <p:cNvSpPr/>
            <p:nvPr/>
          </p:nvSpPr>
          <p:spPr>
            <a:xfrm>
              <a:off x="1736604" y="863405"/>
              <a:ext cx="263525" cy="263525"/>
            </a:xfrm>
            <a:custGeom>
              <a:avLst/>
              <a:gdLst/>
              <a:ahLst/>
              <a:cxnLst/>
              <a:rect l="l" t="t" r="r" b="b"/>
              <a:pathLst>
                <a:path w="263525" h="263525" extrusionOk="0">
                  <a:moveTo>
                    <a:pt x="263360" y="131680"/>
                  </a:moveTo>
                  <a:lnTo>
                    <a:pt x="256647" y="90058"/>
                  </a:lnTo>
                  <a:lnTo>
                    <a:pt x="237954" y="53911"/>
                  </a:lnTo>
                  <a:lnTo>
                    <a:pt x="209449" y="25406"/>
                  </a:lnTo>
                  <a:lnTo>
                    <a:pt x="173301" y="6713"/>
                  </a:lnTo>
                  <a:lnTo>
                    <a:pt x="131680" y="0"/>
                  </a:lnTo>
                  <a:lnTo>
                    <a:pt x="90058" y="6713"/>
                  </a:lnTo>
                  <a:lnTo>
                    <a:pt x="53911" y="25406"/>
                  </a:lnTo>
                  <a:lnTo>
                    <a:pt x="25406" y="53911"/>
                  </a:lnTo>
                  <a:lnTo>
                    <a:pt x="6713" y="90058"/>
                  </a:lnTo>
                  <a:lnTo>
                    <a:pt x="0" y="131680"/>
                  </a:lnTo>
                  <a:lnTo>
                    <a:pt x="6713" y="173301"/>
                  </a:lnTo>
                  <a:lnTo>
                    <a:pt x="25406" y="209449"/>
                  </a:lnTo>
                  <a:lnTo>
                    <a:pt x="53911" y="237954"/>
                  </a:lnTo>
                  <a:lnTo>
                    <a:pt x="90058" y="256647"/>
                  </a:lnTo>
                  <a:lnTo>
                    <a:pt x="131680" y="263360"/>
                  </a:lnTo>
                  <a:lnTo>
                    <a:pt x="173301" y="256647"/>
                  </a:lnTo>
                  <a:lnTo>
                    <a:pt x="209449" y="237954"/>
                  </a:lnTo>
                  <a:lnTo>
                    <a:pt x="237954" y="209449"/>
                  </a:lnTo>
                  <a:lnTo>
                    <a:pt x="256647" y="173301"/>
                  </a:lnTo>
                  <a:lnTo>
                    <a:pt x="263360" y="13168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07" name="Google Shape;407;p19"/>
            <p:cNvSpPr/>
            <p:nvPr/>
          </p:nvSpPr>
          <p:spPr>
            <a:xfrm>
              <a:off x="1868284" y="1817491"/>
              <a:ext cx="0" cy="342265"/>
            </a:xfrm>
            <a:custGeom>
              <a:avLst/>
              <a:gdLst/>
              <a:ahLst/>
              <a:cxnLst/>
              <a:rect l="l" t="t" r="r" b="b"/>
              <a:pathLst>
                <a:path w="120000" h="342264" extrusionOk="0">
                  <a:moveTo>
                    <a:pt x="0" y="341723"/>
                  </a:moveTo>
                  <a:lnTo>
                    <a:pt x="0" y="0"/>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08" name="Google Shape;408;p19"/>
            <p:cNvSpPr/>
            <p:nvPr/>
          </p:nvSpPr>
          <p:spPr>
            <a:xfrm>
              <a:off x="1828775" y="1812430"/>
              <a:ext cx="79375" cy="32384"/>
            </a:xfrm>
            <a:custGeom>
              <a:avLst/>
              <a:gdLst/>
              <a:ahLst/>
              <a:cxnLst/>
              <a:rect l="l" t="t" r="r" b="b"/>
              <a:pathLst>
                <a:path w="79375" h="32385"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09" name="Google Shape;409;p19"/>
          <p:cNvSpPr txBox="1"/>
          <p:nvPr/>
        </p:nvSpPr>
        <p:spPr>
          <a:xfrm>
            <a:off x="2370190" y="3908176"/>
            <a:ext cx="564954" cy="137326"/>
          </a:xfrm>
          <a:prstGeom prst="rect">
            <a:avLst/>
          </a:prstGeom>
          <a:noFill/>
          <a:ln>
            <a:noFill/>
          </a:ln>
        </p:spPr>
        <p:txBody>
          <a:bodyPr spcFirstLastPara="1" wrap="square" lIns="0" tIns="27159" rIns="0" bIns="0" anchor="t" anchorCtr="0">
            <a:spAutoFit/>
          </a:bodyPr>
          <a:lstStyle/>
          <a:p>
            <a:pPr marL="60423" defTabSz="1450147" hangingPunct="1">
              <a:buClr>
                <a:srgbClr val="000000"/>
              </a:buClr>
            </a:pPr>
            <a:r>
              <a:rPr lang="en-US" sz="714">
                <a:solidFill>
                  <a:srgbClr val="1B1472"/>
                </a:solidFill>
                <a:latin typeface="Tahoma"/>
                <a:ea typeface="Tahoma"/>
                <a:cs typeface="Tahoma"/>
                <a:sym typeface="Tahoma"/>
              </a:rPr>
              <a:t>same </a:t>
            </a:r>
            <a:r>
              <a:rPr lang="en-US" sz="714" i="1">
                <a:solidFill>
                  <a:srgbClr val="1B1472"/>
                </a:solidFill>
                <a:latin typeface="Arial"/>
                <a:ea typeface="Arial"/>
                <a:cs typeface="Arial"/>
                <a:sym typeface="Arial"/>
              </a:rPr>
              <a:t>W</a:t>
            </a:r>
            <a:r>
              <a:rPr lang="en-US" sz="952" i="1" baseline="-25000">
                <a:solidFill>
                  <a:srgbClr val="1B1472"/>
                </a:solidFill>
                <a:latin typeface="Arial"/>
                <a:ea typeface="Arial"/>
                <a:cs typeface="Arial"/>
                <a:sym typeface="Arial"/>
              </a:rPr>
              <a:t>hx</a:t>
            </a:r>
            <a:endParaRPr sz="952" baseline="-25000">
              <a:latin typeface="Arial"/>
              <a:ea typeface="Arial"/>
              <a:cs typeface="Arial"/>
              <a:sym typeface="Arial"/>
            </a:endParaRPr>
          </a:p>
        </p:txBody>
      </p:sp>
      <p:grpSp>
        <p:nvGrpSpPr>
          <p:cNvPr id="410" name="Google Shape;410;p19"/>
          <p:cNvGrpSpPr/>
          <p:nvPr/>
        </p:nvGrpSpPr>
        <p:grpSpPr>
          <a:xfrm>
            <a:off x="2900261" y="2654577"/>
            <a:ext cx="125881" cy="546797"/>
            <a:chOff x="1828775" y="1134108"/>
            <a:chExt cx="79375" cy="344786"/>
          </a:xfrm>
        </p:grpSpPr>
        <p:sp>
          <p:nvSpPr>
            <p:cNvPr id="411" name="Google Shape;411;p19"/>
            <p:cNvSpPr/>
            <p:nvPr/>
          </p:nvSpPr>
          <p:spPr>
            <a:xfrm>
              <a:off x="1868284" y="1139169"/>
              <a:ext cx="0" cy="339725"/>
            </a:xfrm>
            <a:custGeom>
              <a:avLst/>
              <a:gdLst/>
              <a:ahLst/>
              <a:cxnLst/>
              <a:rect l="l" t="t" r="r" b="b"/>
              <a:pathLst>
                <a:path w="120000" h="339725" extrusionOk="0">
                  <a:moveTo>
                    <a:pt x="0" y="339644"/>
                  </a:moveTo>
                  <a:lnTo>
                    <a:pt x="0" y="0"/>
                  </a:lnTo>
                </a:path>
              </a:pathLst>
            </a:custGeom>
            <a:noFill/>
            <a:ln w="10100" cap="flat" cmpd="sng">
              <a:solidFill>
                <a:srgbClr val="218B21"/>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12" name="Google Shape;412;p19"/>
            <p:cNvSpPr/>
            <p:nvPr/>
          </p:nvSpPr>
          <p:spPr>
            <a:xfrm>
              <a:off x="1828775" y="1134108"/>
              <a:ext cx="79375" cy="32384"/>
            </a:xfrm>
            <a:custGeom>
              <a:avLst/>
              <a:gdLst/>
              <a:ahLst/>
              <a:cxnLst/>
              <a:rect l="l" t="t" r="r" b="b"/>
              <a:pathLst>
                <a:path w="79375" h="32384"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218B21"/>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13" name="Google Shape;413;p19"/>
          <p:cNvSpPr txBox="1"/>
          <p:nvPr/>
        </p:nvSpPr>
        <p:spPr>
          <a:xfrm>
            <a:off x="2370915" y="2830111"/>
            <a:ext cx="568982" cy="137326"/>
          </a:xfrm>
          <a:prstGeom prst="rect">
            <a:avLst/>
          </a:prstGeom>
          <a:noFill/>
          <a:ln>
            <a:noFill/>
          </a:ln>
        </p:spPr>
        <p:txBody>
          <a:bodyPr spcFirstLastPara="1" wrap="square" lIns="0" tIns="27159" rIns="0" bIns="0" anchor="t" anchorCtr="0">
            <a:spAutoFit/>
          </a:bodyPr>
          <a:lstStyle/>
          <a:p>
            <a:pPr marL="60423" defTabSz="1450147" hangingPunct="1">
              <a:buClr>
                <a:srgbClr val="000000"/>
              </a:buClr>
            </a:pPr>
            <a:r>
              <a:rPr lang="en-US" sz="714">
                <a:solidFill>
                  <a:srgbClr val="218B21"/>
                </a:solidFill>
                <a:latin typeface="Tahoma"/>
                <a:ea typeface="Tahoma"/>
                <a:cs typeface="Tahoma"/>
                <a:sym typeface="Tahoma"/>
              </a:rPr>
              <a:t>same </a:t>
            </a:r>
            <a:r>
              <a:rPr lang="en-US" sz="714" i="1">
                <a:solidFill>
                  <a:srgbClr val="218B21"/>
                </a:solidFill>
                <a:latin typeface="Arial"/>
                <a:ea typeface="Arial"/>
                <a:cs typeface="Arial"/>
                <a:sym typeface="Arial"/>
              </a:rPr>
              <a:t>W</a:t>
            </a:r>
            <a:r>
              <a:rPr lang="en-US" sz="952" i="1" baseline="-25000">
                <a:solidFill>
                  <a:srgbClr val="218B21"/>
                </a:solidFill>
                <a:latin typeface="Arial"/>
                <a:ea typeface="Arial"/>
                <a:cs typeface="Arial"/>
                <a:sym typeface="Arial"/>
              </a:rPr>
              <a:t>ho</a:t>
            </a:r>
            <a:endParaRPr sz="952" baseline="-25000">
              <a:latin typeface="Arial"/>
              <a:ea typeface="Arial"/>
              <a:cs typeface="Arial"/>
              <a:sym typeface="Arial"/>
            </a:endParaRPr>
          </a:p>
        </p:txBody>
      </p:sp>
      <p:grpSp>
        <p:nvGrpSpPr>
          <p:cNvPr id="414" name="Google Shape;414;p19"/>
          <p:cNvGrpSpPr/>
          <p:nvPr/>
        </p:nvGrpSpPr>
        <p:grpSpPr>
          <a:xfrm>
            <a:off x="3733670" y="3204854"/>
            <a:ext cx="514602" cy="514602"/>
            <a:chOff x="2354286" y="1481088"/>
            <a:chExt cx="324485" cy="324485"/>
          </a:xfrm>
        </p:grpSpPr>
        <p:sp>
          <p:nvSpPr>
            <p:cNvPr id="415" name="Google Shape;415;p19"/>
            <p:cNvSpPr/>
            <p:nvPr/>
          </p:nvSpPr>
          <p:spPr>
            <a:xfrm>
              <a:off x="2354286" y="1481088"/>
              <a:ext cx="324485" cy="324485"/>
            </a:xfrm>
            <a:custGeom>
              <a:avLst/>
              <a:gdLst/>
              <a:ahLst/>
              <a:cxnLst/>
              <a:rect l="l" t="t" r="r" b="b"/>
              <a:pathLst>
                <a:path w="324485" h="324485" extrusionOk="0">
                  <a:moveTo>
                    <a:pt x="162000" y="0"/>
                  </a:moveTo>
                  <a:lnTo>
                    <a:pt x="118934" y="5786"/>
                  </a:lnTo>
                  <a:lnTo>
                    <a:pt x="80235" y="22117"/>
                  </a:lnTo>
                  <a:lnTo>
                    <a:pt x="47448" y="47448"/>
                  </a:lnTo>
                  <a:lnTo>
                    <a:pt x="22117" y="80235"/>
                  </a:lnTo>
                  <a:lnTo>
                    <a:pt x="5786" y="118934"/>
                  </a:lnTo>
                  <a:lnTo>
                    <a:pt x="0" y="162000"/>
                  </a:lnTo>
                  <a:lnTo>
                    <a:pt x="5786" y="205067"/>
                  </a:lnTo>
                  <a:lnTo>
                    <a:pt x="22117" y="243766"/>
                  </a:lnTo>
                  <a:lnTo>
                    <a:pt x="47448" y="276552"/>
                  </a:lnTo>
                  <a:lnTo>
                    <a:pt x="80235" y="301883"/>
                  </a:lnTo>
                  <a:lnTo>
                    <a:pt x="118934" y="318214"/>
                  </a:lnTo>
                  <a:lnTo>
                    <a:pt x="162000" y="324001"/>
                  </a:lnTo>
                  <a:lnTo>
                    <a:pt x="205067" y="318214"/>
                  </a:lnTo>
                  <a:lnTo>
                    <a:pt x="243766" y="301883"/>
                  </a:lnTo>
                  <a:lnTo>
                    <a:pt x="276553" y="276552"/>
                  </a:lnTo>
                  <a:lnTo>
                    <a:pt x="301883" y="243766"/>
                  </a:lnTo>
                  <a:lnTo>
                    <a:pt x="318214" y="205067"/>
                  </a:lnTo>
                  <a:lnTo>
                    <a:pt x="324001" y="162000"/>
                  </a:lnTo>
                  <a:lnTo>
                    <a:pt x="318214" y="118934"/>
                  </a:lnTo>
                  <a:lnTo>
                    <a:pt x="301883" y="80235"/>
                  </a:lnTo>
                  <a:lnTo>
                    <a:pt x="276553" y="47448"/>
                  </a:lnTo>
                  <a:lnTo>
                    <a:pt x="243766" y="22117"/>
                  </a:lnTo>
                  <a:lnTo>
                    <a:pt x="205067" y="5786"/>
                  </a:lnTo>
                  <a:lnTo>
                    <a:pt x="162000" y="0"/>
                  </a:lnTo>
                  <a:close/>
                </a:path>
              </a:pathLst>
            </a:custGeom>
            <a:solidFill>
              <a:srgbClr val="FBD2D4"/>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16" name="Google Shape;416;p19"/>
            <p:cNvSpPr/>
            <p:nvPr/>
          </p:nvSpPr>
          <p:spPr>
            <a:xfrm>
              <a:off x="2354286" y="1481088"/>
              <a:ext cx="324485" cy="324485"/>
            </a:xfrm>
            <a:custGeom>
              <a:avLst/>
              <a:gdLst/>
              <a:ahLst/>
              <a:cxnLst/>
              <a:rect l="l" t="t" r="r" b="b"/>
              <a:pathLst>
                <a:path w="324485" h="324485" extrusionOk="0">
                  <a:moveTo>
                    <a:pt x="324001" y="162000"/>
                  </a:moveTo>
                  <a:lnTo>
                    <a:pt x="318214" y="118934"/>
                  </a:lnTo>
                  <a:lnTo>
                    <a:pt x="301883" y="80235"/>
                  </a:lnTo>
                  <a:lnTo>
                    <a:pt x="276553" y="47448"/>
                  </a:lnTo>
                  <a:lnTo>
                    <a:pt x="243766" y="22117"/>
                  </a:lnTo>
                  <a:lnTo>
                    <a:pt x="205067" y="5786"/>
                  </a:lnTo>
                  <a:lnTo>
                    <a:pt x="162000" y="0"/>
                  </a:lnTo>
                  <a:lnTo>
                    <a:pt x="118934" y="5786"/>
                  </a:lnTo>
                  <a:lnTo>
                    <a:pt x="80235" y="22117"/>
                  </a:lnTo>
                  <a:lnTo>
                    <a:pt x="47448" y="47448"/>
                  </a:lnTo>
                  <a:lnTo>
                    <a:pt x="22117" y="80235"/>
                  </a:lnTo>
                  <a:lnTo>
                    <a:pt x="5786" y="118934"/>
                  </a:lnTo>
                  <a:lnTo>
                    <a:pt x="0" y="162000"/>
                  </a:lnTo>
                  <a:lnTo>
                    <a:pt x="5786" y="205067"/>
                  </a:lnTo>
                  <a:lnTo>
                    <a:pt x="22117" y="243766"/>
                  </a:lnTo>
                  <a:lnTo>
                    <a:pt x="47448" y="276552"/>
                  </a:lnTo>
                  <a:lnTo>
                    <a:pt x="80235" y="301883"/>
                  </a:lnTo>
                  <a:lnTo>
                    <a:pt x="118934" y="318214"/>
                  </a:lnTo>
                  <a:lnTo>
                    <a:pt x="162000" y="324001"/>
                  </a:lnTo>
                  <a:lnTo>
                    <a:pt x="205067" y="318214"/>
                  </a:lnTo>
                  <a:lnTo>
                    <a:pt x="243766" y="301883"/>
                  </a:lnTo>
                  <a:lnTo>
                    <a:pt x="276553" y="276552"/>
                  </a:lnTo>
                  <a:lnTo>
                    <a:pt x="301883" y="243766"/>
                  </a:lnTo>
                  <a:lnTo>
                    <a:pt x="318214" y="205067"/>
                  </a:lnTo>
                  <a:lnTo>
                    <a:pt x="324001" y="1620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17" name="Google Shape;417;p19"/>
          <p:cNvSpPr txBox="1"/>
          <p:nvPr/>
        </p:nvSpPr>
        <p:spPr>
          <a:xfrm>
            <a:off x="3835262" y="3300808"/>
            <a:ext cx="302115" cy="255303"/>
          </a:xfrm>
          <a:prstGeom prst="rect">
            <a:avLst/>
          </a:prstGeom>
          <a:noFill/>
          <a:ln>
            <a:noFill/>
          </a:ln>
        </p:spPr>
        <p:txBody>
          <a:bodyPr spcFirstLastPara="1" wrap="square" lIns="0" tIns="23154" rIns="0" bIns="0" anchor="t" anchorCtr="0">
            <a:spAutoFit/>
          </a:bodyPr>
          <a:lstStyle/>
          <a:p>
            <a:pPr marL="60423" defTabSz="1450147" hangingPunct="1">
              <a:buClr>
                <a:srgbClr val="000000"/>
              </a:buClr>
            </a:pPr>
            <a:r>
              <a:rPr lang="en-US" sz="1507" i="1">
                <a:latin typeface="Arial"/>
                <a:ea typeface="Arial"/>
                <a:cs typeface="Arial"/>
                <a:sym typeface="Arial"/>
              </a:rPr>
              <a:t>h</a:t>
            </a:r>
            <a:r>
              <a:rPr lang="en-US" sz="1546" baseline="-25000">
                <a:latin typeface="Tahoma"/>
                <a:ea typeface="Tahoma"/>
                <a:cs typeface="Tahoma"/>
                <a:sym typeface="Tahoma"/>
              </a:rPr>
              <a:t>2</a:t>
            </a:r>
            <a:endParaRPr sz="1546" baseline="-25000">
              <a:latin typeface="Tahoma"/>
              <a:ea typeface="Tahoma"/>
              <a:cs typeface="Tahoma"/>
              <a:sym typeface="Tahoma"/>
            </a:endParaRPr>
          </a:p>
        </p:txBody>
      </p:sp>
      <p:grpSp>
        <p:nvGrpSpPr>
          <p:cNvPr id="418" name="Google Shape;418;p19"/>
          <p:cNvGrpSpPr/>
          <p:nvPr/>
        </p:nvGrpSpPr>
        <p:grpSpPr>
          <a:xfrm>
            <a:off x="3781756" y="2225269"/>
            <a:ext cx="417925" cy="2470521"/>
            <a:chOff x="2384607" y="863405"/>
            <a:chExt cx="263525" cy="1557801"/>
          </a:xfrm>
        </p:grpSpPr>
        <p:sp>
          <p:nvSpPr>
            <p:cNvPr id="419" name="Google Shape;419;p19"/>
            <p:cNvSpPr/>
            <p:nvPr/>
          </p:nvSpPr>
          <p:spPr>
            <a:xfrm>
              <a:off x="2386686" y="2161491"/>
              <a:ext cx="259715" cy="259715"/>
            </a:xfrm>
            <a:custGeom>
              <a:avLst/>
              <a:gdLst/>
              <a:ahLst/>
              <a:cxnLst/>
              <a:rect l="l" t="t" r="r" b="b"/>
              <a:pathLst>
                <a:path w="259714" h="259714" extrusionOk="0">
                  <a:moveTo>
                    <a:pt x="129601" y="0"/>
                  </a:moveTo>
                  <a:lnTo>
                    <a:pt x="79154" y="10184"/>
                  </a:lnTo>
                  <a:lnTo>
                    <a:pt x="37958" y="37958"/>
                  </a:lnTo>
                  <a:lnTo>
                    <a:pt x="10184" y="79154"/>
                  </a:lnTo>
                  <a:lnTo>
                    <a:pt x="0" y="129600"/>
                  </a:lnTo>
                  <a:lnTo>
                    <a:pt x="10184" y="180047"/>
                  </a:lnTo>
                  <a:lnTo>
                    <a:pt x="37958" y="221242"/>
                  </a:lnTo>
                  <a:lnTo>
                    <a:pt x="79154" y="249017"/>
                  </a:lnTo>
                  <a:lnTo>
                    <a:pt x="129601" y="259201"/>
                  </a:lnTo>
                  <a:lnTo>
                    <a:pt x="180048" y="249017"/>
                  </a:lnTo>
                  <a:lnTo>
                    <a:pt x="221243" y="221242"/>
                  </a:lnTo>
                  <a:lnTo>
                    <a:pt x="249017" y="180047"/>
                  </a:lnTo>
                  <a:lnTo>
                    <a:pt x="259202" y="129600"/>
                  </a:lnTo>
                  <a:lnTo>
                    <a:pt x="249017" y="79154"/>
                  </a:lnTo>
                  <a:lnTo>
                    <a:pt x="221243" y="37958"/>
                  </a:lnTo>
                  <a:lnTo>
                    <a:pt x="180048" y="10184"/>
                  </a:lnTo>
                  <a:lnTo>
                    <a:pt x="129601" y="0"/>
                  </a:lnTo>
                  <a:close/>
                </a:path>
              </a:pathLst>
            </a:custGeom>
            <a:solidFill>
              <a:srgbClr val="D1D0E3"/>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20" name="Google Shape;420;p19"/>
            <p:cNvSpPr/>
            <p:nvPr/>
          </p:nvSpPr>
          <p:spPr>
            <a:xfrm>
              <a:off x="2386686" y="2161491"/>
              <a:ext cx="259715" cy="259715"/>
            </a:xfrm>
            <a:custGeom>
              <a:avLst/>
              <a:gdLst/>
              <a:ahLst/>
              <a:cxnLst/>
              <a:rect l="l" t="t" r="r" b="b"/>
              <a:pathLst>
                <a:path w="259714" h="259714" extrusionOk="0">
                  <a:moveTo>
                    <a:pt x="259202" y="129600"/>
                  </a:moveTo>
                  <a:lnTo>
                    <a:pt x="249017" y="79154"/>
                  </a:lnTo>
                  <a:lnTo>
                    <a:pt x="221243" y="37958"/>
                  </a:lnTo>
                  <a:lnTo>
                    <a:pt x="180048" y="10184"/>
                  </a:lnTo>
                  <a:lnTo>
                    <a:pt x="129601" y="0"/>
                  </a:lnTo>
                  <a:lnTo>
                    <a:pt x="79154" y="10184"/>
                  </a:lnTo>
                  <a:lnTo>
                    <a:pt x="37958" y="37958"/>
                  </a:lnTo>
                  <a:lnTo>
                    <a:pt x="10184" y="79154"/>
                  </a:lnTo>
                  <a:lnTo>
                    <a:pt x="0" y="129600"/>
                  </a:lnTo>
                  <a:lnTo>
                    <a:pt x="10184" y="180047"/>
                  </a:lnTo>
                  <a:lnTo>
                    <a:pt x="37958" y="221242"/>
                  </a:lnTo>
                  <a:lnTo>
                    <a:pt x="79154" y="249017"/>
                  </a:lnTo>
                  <a:lnTo>
                    <a:pt x="129601" y="259201"/>
                  </a:lnTo>
                  <a:lnTo>
                    <a:pt x="180048" y="249017"/>
                  </a:lnTo>
                  <a:lnTo>
                    <a:pt x="221243" y="221242"/>
                  </a:lnTo>
                  <a:lnTo>
                    <a:pt x="249017" y="180047"/>
                  </a:lnTo>
                  <a:lnTo>
                    <a:pt x="259202" y="1296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21" name="Google Shape;421;p19"/>
            <p:cNvSpPr/>
            <p:nvPr/>
          </p:nvSpPr>
          <p:spPr>
            <a:xfrm>
              <a:off x="2384607" y="863405"/>
              <a:ext cx="263525" cy="263525"/>
            </a:xfrm>
            <a:custGeom>
              <a:avLst/>
              <a:gdLst/>
              <a:ahLst/>
              <a:cxnLst/>
              <a:rect l="l" t="t" r="r" b="b"/>
              <a:pathLst>
                <a:path w="263525" h="263525" extrusionOk="0">
                  <a:moveTo>
                    <a:pt x="131680" y="0"/>
                  </a:moveTo>
                  <a:lnTo>
                    <a:pt x="90058" y="6713"/>
                  </a:lnTo>
                  <a:lnTo>
                    <a:pt x="53911" y="25406"/>
                  </a:lnTo>
                  <a:lnTo>
                    <a:pt x="25406" y="53911"/>
                  </a:lnTo>
                  <a:lnTo>
                    <a:pt x="6713" y="90058"/>
                  </a:lnTo>
                  <a:lnTo>
                    <a:pt x="0" y="131680"/>
                  </a:lnTo>
                  <a:lnTo>
                    <a:pt x="6713" y="173301"/>
                  </a:lnTo>
                  <a:lnTo>
                    <a:pt x="25406" y="209449"/>
                  </a:lnTo>
                  <a:lnTo>
                    <a:pt x="53911" y="237954"/>
                  </a:lnTo>
                  <a:lnTo>
                    <a:pt x="90058" y="256647"/>
                  </a:lnTo>
                  <a:lnTo>
                    <a:pt x="131680" y="263360"/>
                  </a:lnTo>
                  <a:lnTo>
                    <a:pt x="173301" y="256647"/>
                  </a:lnTo>
                  <a:lnTo>
                    <a:pt x="209449" y="237954"/>
                  </a:lnTo>
                  <a:lnTo>
                    <a:pt x="237954" y="209449"/>
                  </a:lnTo>
                  <a:lnTo>
                    <a:pt x="256647" y="173301"/>
                  </a:lnTo>
                  <a:lnTo>
                    <a:pt x="263360" y="131680"/>
                  </a:lnTo>
                  <a:lnTo>
                    <a:pt x="256647" y="90058"/>
                  </a:lnTo>
                  <a:lnTo>
                    <a:pt x="237954" y="53911"/>
                  </a:lnTo>
                  <a:lnTo>
                    <a:pt x="209449" y="25406"/>
                  </a:lnTo>
                  <a:lnTo>
                    <a:pt x="173301" y="6713"/>
                  </a:lnTo>
                  <a:lnTo>
                    <a:pt x="131680" y="0"/>
                  </a:lnTo>
                  <a:close/>
                </a:path>
              </a:pathLst>
            </a:custGeom>
            <a:solidFill>
              <a:srgbClr val="D2E7D2"/>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22" name="Google Shape;422;p19"/>
            <p:cNvSpPr/>
            <p:nvPr/>
          </p:nvSpPr>
          <p:spPr>
            <a:xfrm>
              <a:off x="2384607" y="863405"/>
              <a:ext cx="263525" cy="263525"/>
            </a:xfrm>
            <a:custGeom>
              <a:avLst/>
              <a:gdLst/>
              <a:ahLst/>
              <a:cxnLst/>
              <a:rect l="l" t="t" r="r" b="b"/>
              <a:pathLst>
                <a:path w="263525" h="263525" extrusionOk="0">
                  <a:moveTo>
                    <a:pt x="263360" y="131680"/>
                  </a:moveTo>
                  <a:lnTo>
                    <a:pt x="256647" y="90058"/>
                  </a:lnTo>
                  <a:lnTo>
                    <a:pt x="237954" y="53911"/>
                  </a:lnTo>
                  <a:lnTo>
                    <a:pt x="209449" y="25406"/>
                  </a:lnTo>
                  <a:lnTo>
                    <a:pt x="173301" y="6713"/>
                  </a:lnTo>
                  <a:lnTo>
                    <a:pt x="131680" y="0"/>
                  </a:lnTo>
                  <a:lnTo>
                    <a:pt x="90058" y="6713"/>
                  </a:lnTo>
                  <a:lnTo>
                    <a:pt x="53911" y="25406"/>
                  </a:lnTo>
                  <a:lnTo>
                    <a:pt x="25406" y="53911"/>
                  </a:lnTo>
                  <a:lnTo>
                    <a:pt x="6713" y="90058"/>
                  </a:lnTo>
                  <a:lnTo>
                    <a:pt x="0" y="131680"/>
                  </a:lnTo>
                  <a:lnTo>
                    <a:pt x="6713" y="173301"/>
                  </a:lnTo>
                  <a:lnTo>
                    <a:pt x="25406" y="209449"/>
                  </a:lnTo>
                  <a:lnTo>
                    <a:pt x="53911" y="237954"/>
                  </a:lnTo>
                  <a:lnTo>
                    <a:pt x="90058" y="256647"/>
                  </a:lnTo>
                  <a:lnTo>
                    <a:pt x="131680" y="263360"/>
                  </a:lnTo>
                  <a:lnTo>
                    <a:pt x="173301" y="256647"/>
                  </a:lnTo>
                  <a:lnTo>
                    <a:pt x="209449" y="237954"/>
                  </a:lnTo>
                  <a:lnTo>
                    <a:pt x="237954" y="209449"/>
                  </a:lnTo>
                  <a:lnTo>
                    <a:pt x="256647" y="173301"/>
                  </a:lnTo>
                  <a:lnTo>
                    <a:pt x="263360" y="13168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23" name="Google Shape;423;p19"/>
            <p:cNvSpPr/>
            <p:nvPr/>
          </p:nvSpPr>
          <p:spPr>
            <a:xfrm>
              <a:off x="2516284" y="1817491"/>
              <a:ext cx="0" cy="342265"/>
            </a:xfrm>
            <a:custGeom>
              <a:avLst/>
              <a:gdLst/>
              <a:ahLst/>
              <a:cxnLst/>
              <a:rect l="l" t="t" r="r" b="b"/>
              <a:pathLst>
                <a:path w="120000" h="342264" extrusionOk="0">
                  <a:moveTo>
                    <a:pt x="0" y="341723"/>
                  </a:moveTo>
                  <a:lnTo>
                    <a:pt x="0" y="0"/>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24" name="Google Shape;424;p19"/>
            <p:cNvSpPr/>
            <p:nvPr/>
          </p:nvSpPr>
          <p:spPr>
            <a:xfrm>
              <a:off x="2476775" y="1812430"/>
              <a:ext cx="79375" cy="32384"/>
            </a:xfrm>
            <a:custGeom>
              <a:avLst/>
              <a:gdLst/>
              <a:ahLst/>
              <a:cxnLst/>
              <a:rect l="l" t="t" r="r" b="b"/>
              <a:pathLst>
                <a:path w="79375" h="32385"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25" name="Google Shape;425;p19"/>
          <p:cNvSpPr txBox="1"/>
          <p:nvPr/>
        </p:nvSpPr>
        <p:spPr>
          <a:xfrm>
            <a:off x="3397843" y="3908176"/>
            <a:ext cx="564954" cy="137326"/>
          </a:xfrm>
          <a:prstGeom prst="rect">
            <a:avLst/>
          </a:prstGeom>
          <a:noFill/>
          <a:ln>
            <a:noFill/>
          </a:ln>
        </p:spPr>
        <p:txBody>
          <a:bodyPr spcFirstLastPara="1" wrap="square" lIns="0" tIns="27159" rIns="0" bIns="0" anchor="t" anchorCtr="0">
            <a:spAutoFit/>
          </a:bodyPr>
          <a:lstStyle/>
          <a:p>
            <a:pPr marL="60423" defTabSz="1450147" hangingPunct="1">
              <a:buClr>
                <a:srgbClr val="000000"/>
              </a:buClr>
            </a:pPr>
            <a:r>
              <a:rPr lang="en-US" sz="714">
                <a:solidFill>
                  <a:srgbClr val="1B1472"/>
                </a:solidFill>
                <a:latin typeface="Tahoma"/>
                <a:ea typeface="Tahoma"/>
                <a:cs typeface="Tahoma"/>
                <a:sym typeface="Tahoma"/>
              </a:rPr>
              <a:t>same </a:t>
            </a:r>
            <a:r>
              <a:rPr lang="en-US" sz="714" i="1">
                <a:solidFill>
                  <a:srgbClr val="1B1472"/>
                </a:solidFill>
                <a:latin typeface="Arial"/>
                <a:ea typeface="Arial"/>
                <a:cs typeface="Arial"/>
                <a:sym typeface="Arial"/>
              </a:rPr>
              <a:t>W</a:t>
            </a:r>
            <a:r>
              <a:rPr lang="en-US" sz="952" i="1" baseline="-25000">
                <a:solidFill>
                  <a:srgbClr val="1B1472"/>
                </a:solidFill>
                <a:latin typeface="Arial"/>
                <a:ea typeface="Arial"/>
                <a:cs typeface="Arial"/>
                <a:sym typeface="Arial"/>
              </a:rPr>
              <a:t>hx</a:t>
            </a:r>
            <a:endParaRPr sz="952" baseline="-25000">
              <a:latin typeface="Arial"/>
              <a:ea typeface="Arial"/>
              <a:cs typeface="Arial"/>
              <a:sym typeface="Arial"/>
            </a:endParaRPr>
          </a:p>
        </p:txBody>
      </p:sp>
      <p:grpSp>
        <p:nvGrpSpPr>
          <p:cNvPr id="426" name="Google Shape;426;p19"/>
          <p:cNvGrpSpPr/>
          <p:nvPr/>
        </p:nvGrpSpPr>
        <p:grpSpPr>
          <a:xfrm>
            <a:off x="3927928" y="2654577"/>
            <a:ext cx="125881" cy="546797"/>
            <a:chOff x="2476776" y="1134108"/>
            <a:chExt cx="79375" cy="344786"/>
          </a:xfrm>
        </p:grpSpPr>
        <p:sp>
          <p:nvSpPr>
            <p:cNvPr id="427" name="Google Shape;427;p19"/>
            <p:cNvSpPr/>
            <p:nvPr/>
          </p:nvSpPr>
          <p:spPr>
            <a:xfrm>
              <a:off x="2516285" y="1139169"/>
              <a:ext cx="0" cy="339725"/>
            </a:xfrm>
            <a:custGeom>
              <a:avLst/>
              <a:gdLst/>
              <a:ahLst/>
              <a:cxnLst/>
              <a:rect l="l" t="t" r="r" b="b"/>
              <a:pathLst>
                <a:path w="120000" h="339725" extrusionOk="0">
                  <a:moveTo>
                    <a:pt x="0" y="339644"/>
                  </a:moveTo>
                  <a:lnTo>
                    <a:pt x="0" y="0"/>
                  </a:lnTo>
                </a:path>
              </a:pathLst>
            </a:custGeom>
            <a:noFill/>
            <a:ln w="10100" cap="flat" cmpd="sng">
              <a:solidFill>
                <a:srgbClr val="218B21"/>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28" name="Google Shape;428;p19"/>
            <p:cNvSpPr/>
            <p:nvPr/>
          </p:nvSpPr>
          <p:spPr>
            <a:xfrm>
              <a:off x="2476776" y="1134108"/>
              <a:ext cx="79375" cy="32384"/>
            </a:xfrm>
            <a:custGeom>
              <a:avLst/>
              <a:gdLst/>
              <a:ahLst/>
              <a:cxnLst/>
              <a:rect l="l" t="t" r="r" b="b"/>
              <a:pathLst>
                <a:path w="79375" h="32384"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218B21"/>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29" name="Google Shape;429;p19"/>
          <p:cNvSpPr txBox="1"/>
          <p:nvPr/>
        </p:nvSpPr>
        <p:spPr>
          <a:xfrm>
            <a:off x="3398568" y="2830111"/>
            <a:ext cx="568982" cy="137326"/>
          </a:xfrm>
          <a:prstGeom prst="rect">
            <a:avLst/>
          </a:prstGeom>
          <a:noFill/>
          <a:ln>
            <a:noFill/>
          </a:ln>
        </p:spPr>
        <p:txBody>
          <a:bodyPr spcFirstLastPara="1" wrap="square" lIns="0" tIns="27159" rIns="0" bIns="0" anchor="t" anchorCtr="0">
            <a:spAutoFit/>
          </a:bodyPr>
          <a:lstStyle/>
          <a:p>
            <a:pPr marL="60423" defTabSz="1450147" hangingPunct="1">
              <a:buClr>
                <a:srgbClr val="000000"/>
              </a:buClr>
            </a:pPr>
            <a:r>
              <a:rPr lang="en-US" sz="714">
                <a:solidFill>
                  <a:srgbClr val="218B21"/>
                </a:solidFill>
                <a:latin typeface="Tahoma"/>
                <a:ea typeface="Tahoma"/>
                <a:cs typeface="Tahoma"/>
                <a:sym typeface="Tahoma"/>
              </a:rPr>
              <a:t>same </a:t>
            </a:r>
            <a:r>
              <a:rPr lang="en-US" sz="714" i="1">
                <a:solidFill>
                  <a:srgbClr val="218B21"/>
                </a:solidFill>
                <a:latin typeface="Arial"/>
                <a:ea typeface="Arial"/>
                <a:cs typeface="Arial"/>
                <a:sym typeface="Arial"/>
              </a:rPr>
              <a:t>W</a:t>
            </a:r>
            <a:r>
              <a:rPr lang="en-US" sz="952" i="1" baseline="-25000">
                <a:solidFill>
                  <a:srgbClr val="218B21"/>
                </a:solidFill>
                <a:latin typeface="Arial"/>
                <a:ea typeface="Arial"/>
                <a:cs typeface="Arial"/>
                <a:sym typeface="Arial"/>
              </a:rPr>
              <a:t>ho</a:t>
            </a:r>
            <a:endParaRPr sz="952" baseline="-25000">
              <a:latin typeface="Arial"/>
              <a:ea typeface="Arial"/>
              <a:cs typeface="Arial"/>
              <a:sym typeface="Arial"/>
            </a:endParaRPr>
          </a:p>
        </p:txBody>
      </p:sp>
      <p:grpSp>
        <p:nvGrpSpPr>
          <p:cNvPr id="430" name="Google Shape;430;p19"/>
          <p:cNvGrpSpPr/>
          <p:nvPr/>
        </p:nvGrpSpPr>
        <p:grpSpPr>
          <a:xfrm>
            <a:off x="4761342" y="3204854"/>
            <a:ext cx="514602" cy="514602"/>
            <a:chOff x="3002290" y="1481088"/>
            <a:chExt cx="324485" cy="324485"/>
          </a:xfrm>
        </p:grpSpPr>
        <p:sp>
          <p:nvSpPr>
            <p:cNvPr id="431" name="Google Shape;431;p19"/>
            <p:cNvSpPr/>
            <p:nvPr/>
          </p:nvSpPr>
          <p:spPr>
            <a:xfrm>
              <a:off x="3002290" y="1481088"/>
              <a:ext cx="324485" cy="324485"/>
            </a:xfrm>
            <a:custGeom>
              <a:avLst/>
              <a:gdLst/>
              <a:ahLst/>
              <a:cxnLst/>
              <a:rect l="l" t="t" r="r" b="b"/>
              <a:pathLst>
                <a:path w="324485" h="324485" extrusionOk="0">
                  <a:moveTo>
                    <a:pt x="162000" y="0"/>
                  </a:moveTo>
                  <a:lnTo>
                    <a:pt x="118934" y="5786"/>
                  </a:lnTo>
                  <a:lnTo>
                    <a:pt x="80235" y="22117"/>
                  </a:lnTo>
                  <a:lnTo>
                    <a:pt x="47448" y="47448"/>
                  </a:lnTo>
                  <a:lnTo>
                    <a:pt x="22117" y="80235"/>
                  </a:lnTo>
                  <a:lnTo>
                    <a:pt x="5786" y="118934"/>
                  </a:lnTo>
                  <a:lnTo>
                    <a:pt x="0" y="162000"/>
                  </a:lnTo>
                  <a:lnTo>
                    <a:pt x="5786" y="205067"/>
                  </a:lnTo>
                  <a:lnTo>
                    <a:pt x="22117" y="243766"/>
                  </a:lnTo>
                  <a:lnTo>
                    <a:pt x="47448" y="276552"/>
                  </a:lnTo>
                  <a:lnTo>
                    <a:pt x="80235" y="301883"/>
                  </a:lnTo>
                  <a:lnTo>
                    <a:pt x="118934" y="318214"/>
                  </a:lnTo>
                  <a:lnTo>
                    <a:pt x="162000" y="324001"/>
                  </a:lnTo>
                  <a:lnTo>
                    <a:pt x="205067" y="318214"/>
                  </a:lnTo>
                  <a:lnTo>
                    <a:pt x="243766" y="301883"/>
                  </a:lnTo>
                  <a:lnTo>
                    <a:pt x="276552" y="276552"/>
                  </a:lnTo>
                  <a:lnTo>
                    <a:pt x="301883" y="243766"/>
                  </a:lnTo>
                  <a:lnTo>
                    <a:pt x="318214" y="205067"/>
                  </a:lnTo>
                  <a:lnTo>
                    <a:pt x="324001" y="162000"/>
                  </a:lnTo>
                  <a:lnTo>
                    <a:pt x="318214" y="118934"/>
                  </a:lnTo>
                  <a:lnTo>
                    <a:pt x="301883" y="80235"/>
                  </a:lnTo>
                  <a:lnTo>
                    <a:pt x="276552" y="47448"/>
                  </a:lnTo>
                  <a:lnTo>
                    <a:pt x="243766" y="22117"/>
                  </a:lnTo>
                  <a:lnTo>
                    <a:pt x="205067" y="5786"/>
                  </a:lnTo>
                  <a:lnTo>
                    <a:pt x="162000" y="0"/>
                  </a:lnTo>
                  <a:close/>
                </a:path>
              </a:pathLst>
            </a:custGeom>
            <a:solidFill>
              <a:srgbClr val="FBD2D4"/>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32" name="Google Shape;432;p19"/>
            <p:cNvSpPr/>
            <p:nvPr/>
          </p:nvSpPr>
          <p:spPr>
            <a:xfrm>
              <a:off x="3002290" y="1481088"/>
              <a:ext cx="324485" cy="324485"/>
            </a:xfrm>
            <a:custGeom>
              <a:avLst/>
              <a:gdLst/>
              <a:ahLst/>
              <a:cxnLst/>
              <a:rect l="l" t="t" r="r" b="b"/>
              <a:pathLst>
                <a:path w="324485" h="324485" extrusionOk="0">
                  <a:moveTo>
                    <a:pt x="324001" y="162000"/>
                  </a:moveTo>
                  <a:lnTo>
                    <a:pt x="318214" y="118934"/>
                  </a:lnTo>
                  <a:lnTo>
                    <a:pt x="301883" y="80235"/>
                  </a:lnTo>
                  <a:lnTo>
                    <a:pt x="276552" y="47448"/>
                  </a:lnTo>
                  <a:lnTo>
                    <a:pt x="243766" y="22117"/>
                  </a:lnTo>
                  <a:lnTo>
                    <a:pt x="205067" y="5786"/>
                  </a:lnTo>
                  <a:lnTo>
                    <a:pt x="162000" y="0"/>
                  </a:lnTo>
                  <a:lnTo>
                    <a:pt x="118934" y="5786"/>
                  </a:lnTo>
                  <a:lnTo>
                    <a:pt x="80235" y="22117"/>
                  </a:lnTo>
                  <a:lnTo>
                    <a:pt x="47448" y="47448"/>
                  </a:lnTo>
                  <a:lnTo>
                    <a:pt x="22117" y="80235"/>
                  </a:lnTo>
                  <a:lnTo>
                    <a:pt x="5786" y="118934"/>
                  </a:lnTo>
                  <a:lnTo>
                    <a:pt x="0" y="162000"/>
                  </a:lnTo>
                  <a:lnTo>
                    <a:pt x="5786" y="205067"/>
                  </a:lnTo>
                  <a:lnTo>
                    <a:pt x="22117" y="243766"/>
                  </a:lnTo>
                  <a:lnTo>
                    <a:pt x="47448" y="276552"/>
                  </a:lnTo>
                  <a:lnTo>
                    <a:pt x="80235" y="301883"/>
                  </a:lnTo>
                  <a:lnTo>
                    <a:pt x="118934" y="318214"/>
                  </a:lnTo>
                  <a:lnTo>
                    <a:pt x="162000" y="324001"/>
                  </a:lnTo>
                  <a:lnTo>
                    <a:pt x="205067" y="318214"/>
                  </a:lnTo>
                  <a:lnTo>
                    <a:pt x="243766" y="301883"/>
                  </a:lnTo>
                  <a:lnTo>
                    <a:pt x="276552" y="276552"/>
                  </a:lnTo>
                  <a:lnTo>
                    <a:pt x="301883" y="243766"/>
                  </a:lnTo>
                  <a:lnTo>
                    <a:pt x="318214" y="205067"/>
                  </a:lnTo>
                  <a:lnTo>
                    <a:pt x="324001" y="1620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33" name="Google Shape;433;p19"/>
          <p:cNvSpPr txBox="1"/>
          <p:nvPr/>
        </p:nvSpPr>
        <p:spPr>
          <a:xfrm>
            <a:off x="4862935" y="3299741"/>
            <a:ext cx="302115" cy="255303"/>
          </a:xfrm>
          <a:prstGeom prst="rect">
            <a:avLst/>
          </a:prstGeom>
          <a:noFill/>
          <a:ln>
            <a:noFill/>
          </a:ln>
        </p:spPr>
        <p:txBody>
          <a:bodyPr spcFirstLastPara="1" wrap="square" lIns="0" tIns="23154" rIns="0" bIns="0" anchor="t" anchorCtr="0">
            <a:spAutoFit/>
          </a:bodyPr>
          <a:lstStyle/>
          <a:p>
            <a:pPr marL="60423" defTabSz="1450147" hangingPunct="1">
              <a:buClr>
                <a:srgbClr val="000000"/>
              </a:buClr>
            </a:pPr>
            <a:r>
              <a:rPr lang="en-US" sz="1507" i="1">
                <a:latin typeface="Arial"/>
                <a:ea typeface="Arial"/>
                <a:cs typeface="Arial"/>
                <a:sym typeface="Arial"/>
              </a:rPr>
              <a:t>h</a:t>
            </a:r>
            <a:r>
              <a:rPr lang="en-US" sz="1546" baseline="-25000">
                <a:latin typeface="Tahoma"/>
                <a:ea typeface="Tahoma"/>
                <a:cs typeface="Tahoma"/>
                <a:sym typeface="Tahoma"/>
              </a:rPr>
              <a:t>3</a:t>
            </a:r>
            <a:endParaRPr sz="1546" baseline="-25000">
              <a:latin typeface="Tahoma"/>
              <a:ea typeface="Tahoma"/>
              <a:cs typeface="Tahoma"/>
              <a:sym typeface="Tahoma"/>
            </a:endParaRPr>
          </a:p>
        </p:txBody>
      </p:sp>
      <p:grpSp>
        <p:nvGrpSpPr>
          <p:cNvPr id="434" name="Google Shape;434;p19"/>
          <p:cNvGrpSpPr/>
          <p:nvPr/>
        </p:nvGrpSpPr>
        <p:grpSpPr>
          <a:xfrm>
            <a:off x="4809428" y="2225269"/>
            <a:ext cx="417925" cy="2470521"/>
            <a:chOff x="3032611" y="863405"/>
            <a:chExt cx="263525" cy="1557801"/>
          </a:xfrm>
        </p:grpSpPr>
        <p:sp>
          <p:nvSpPr>
            <p:cNvPr id="435" name="Google Shape;435;p19"/>
            <p:cNvSpPr/>
            <p:nvPr/>
          </p:nvSpPr>
          <p:spPr>
            <a:xfrm>
              <a:off x="3034690" y="2161491"/>
              <a:ext cx="259715" cy="259715"/>
            </a:xfrm>
            <a:custGeom>
              <a:avLst/>
              <a:gdLst/>
              <a:ahLst/>
              <a:cxnLst/>
              <a:rect l="l" t="t" r="r" b="b"/>
              <a:pathLst>
                <a:path w="259714" h="259714" extrusionOk="0">
                  <a:moveTo>
                    <a:pt x="129601" y="0"/>
                  </a:moveTo>
                  <a:lnTo>
                    <a:pt x="79154" y="10184"/>
                  </a:lnTo>
                  <a:lnTo>
                    <a:pt x="37958" y="37958"/>
                  </a:lnTo>
                  <a:lnTo>
                    <a:pt x="10184" y="79154"/>
                  </a:lnTo>
                  <a:lnTo>
                    <a:pt x="0" y="129600"/>
                  </a:lnTo>
                  <a:lnTo>
                    <a:pt x="10184" y="180047"/>
                  </a:lnTo>
                  <a:lnTo>
                    <a:pt x="37958" y="221242"/>
                  </a:lnTo>
                  <a:lnTo>
                    <a:pt x="79154" y="249017"/>
                  </a:lnTo>
                  <a:lnTo>
                    <a:pt x="129601" y="259201"/>
                  </a:lnTo>
                  <a:lnTo>
                    <a:pt x="180048" y="249017"/>
                  </a:lnTo>
                  <a:lnTo>
                    <a:pt x="221243" y="221242"/>
                  </a:lnTo>
                  <a:lnTo>
                    <a:pt x="249017" y="180047"/>
                  </a:lnTo>
                  <a:lnTo>
                    <a:pt x="259202" y="129600"/>
                  </a:lnTo>
                  <a:lnTo>
                    <a:pt x="249017" y="79154"/>
                  </a:lnTo>
                  <a:lnTo>
                    <a:pt x="221243" y="37958"/>
                  </a:lnTo>
                  <a:lnTo>
                    <a:pt x="180048" y="10184"/>
                  </a:lnTo>
                  <a:lnTo>
                    <a:pt x="129601" y="0"/>
                  </a:lnTo>
                  <a:close/>
                </a:path>
              </a:pathLst>
            </a:custGeom>
            <a:solidFill>
              <a:srgbClr val="D1D0E3"/>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36" name="Google Shape;436;p19"/>
            <p:cNvSpPr/>
            <p:nvPr/>
          </p:nvSpPr>
          <p:spPr>
            <a:xfrm>
              <a:off x="3034690" y="2161491"/>
              <a:ext cx="259715" cy="259715"/>
            </a:xfrm>
            <a:custGeom>
              <a:avLst/>
              <a:gdLst/>
              <a:ahLst/>
              <a:cxnLst/>
              <a:rect l="l" t="t" r="r" b="b"/>
              <a:pathLst>
                <a:path w="259714" h="259714" extrusionOk="0">
                  <a:moveTo>
                    <a:pt x="259202" y="129600"/>
                  </a:moveTo>
                  <a:lnTo>
                    <a:pt x="249017" y="79154"/>
                  </a:lnTo>
                  <a:lnTo>
                    <a:pt x="221243" y="37958"/>
                  </a:lnTo>
                  <a:lnTo>
                    <a:pt x="180048" y="10184"/>
                  </a:lnTo>
                  <a:lnTo>
                    <a:pt x="129601" y="0"/>
                  </a:lnTo>
                  <a:lnTo>
                    <a:pt x="79154" y="10184"/>
                  </a:lnTo>
                  <a:lnTo>
                    <a:pt x="37958" y="37958"/>
                  </a:lnTo>
                  <a:lnTo>
                    <a:pt x="10184" y="79154"/>
                  </a:lnTo>
                  <a:lnTo>
                    <a:pt x="0" y="129600"/>
                  </a:lnTo>
                  <a:lnTo>
                    <a:pt x="10184" y="180047"/>
                  </a:lnTo>
                  <a:lnTo>
                    <a:pt x="37958" y="221242"/>
                  </a:lnTo>
                  <a:lnTo>
                    <a:pt x="79154" y="249017"/>
                  </a:lnTo>
                  <a:lnTo>
                    <a:pt x="129601" y="259201"/>
                  </a:lnTo>
                  <a:lnTo>
                    <a:pt x="180048" y="249017"/>
                  </a:lnTo>
                  <a:lnTo>
                    <a:pt x="221243" y="221242"/>
                  </a:lnTo>
                  <a:lnTo>
                    <a:pt x="249017" y="180047"/>
                  </a:lnTo>
                  <a:lnTo>
                    <a:pt x="259202" y="1296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37" name="Google Shape;437;p19"/>
            <p:cNvSpPr/>
            <p:nvPr/>
          </p:nvSpPr>
          <p:spPr>
            <a:xfrm>
              <a:off x="3032611" y="863405"/>
              <a:ext cx="263525" cy="263525"/>
            </a:xfrm>
            <a:custGeom>
              <a:avLst/>
              <a:gdLst/>
              <a:ahLst/>
              <a:cxnLst/>
              <a:rect l="l" t="t" r="r" b="b"/>
              <a:pathLst>
                <a:path w="263525" h="263525" extrusionOk="0">
                  <a:moveTo>
                    <a:pt x="131680" y="0"/>
                  </a:moveTo>
                  <a:lnTo>
                    <a:pt x="90058" y="6713"/>
                  </a:lnTo>
                  <a:lnTo>
                    <a:pt x="53911" y="25406"/>
                  </a:lnTo>
                  <a:lnTo>
                    <a:pt x="25406" y="53911"/>
                  </a:lnTo>
                  <a:lnTo>
                    <a:pt x="6713" y="90058"/>
                  </a:lnTo>
                  <a:lnTo>
                    <a:pt x="0" y="131680"/>
                  </a:lnTo>
                  <a:lnTo>
                    <a:pt x="6713" y="173301"/>
                  </a:lnTo>
                  <a:lnTo>
                    <a:pt x="25406" y="209449"/>
                  </a:lnTo>
                  <a:lnTo>
                    <a:pt x="53911" y="237954"/>
                  </a:lnTo>
                  <a:lnTo>
                    <a:pt x="90058" y="256647"/>
                  </a:lnTo>
                  <a:lnTo>
                    <a:pt x="131680" y="263360"/>
                  </a:lnTo>
                  <a:lnTo>
                    <a:pt x="173301" y="256647"/>
                  </a:lnTo>
                  <a:lnTo>
                    <a:pt x="209449" y="237954"/>
                  </a:lnTo>
                  <a:lnTo>
                    <a:pt x="237954" y="209449"/>
                  </a:lnTo>
                  <a:lnTo>
                    <a:pt x="256647" y="173301"/>
                  </a:lnTo>
                  <a:lnTo>
                    <a:pt x="263360" y="131680"/>
                  </a:lnTo>
                  <a:lnTo>
                    <a:pt x="256647" y="90058"/>
                  </a:lnTo>
                  <a:lnTo>
                    <a:pt x="237954" y="53911"/>
                  </a:lnTo>
                  <a:lnTo>
                    <a:pt x="209449" y="25406"/>
                  </a:lnTo>
                  <a:lnTo>
                    <a:pt x="173301" y="6713"/>
                  </a:lnTo>
                  <a:lnTo>
                    <a:pt x="131680" y="0"/>
                  </a:lnTo>
                  <a:close/>
                </a:path>
              </a:pathLst>
            </a:custGeom>
            <a:solidFill>
              <a:srgbClr val="D2E7D2"/>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38" name="Google Shape;438;p19"/>
            <p:cNvSpPr/>
            <p:nvPr/>
          </p:nvSpPr>
          <p:spPr>
            <a:xfrm>
              <a:off x="3032611" y="863405"/>
              <a:ext cx="263525" cy="263525"/>
            </a:xfrm>
            <a:custGeom>
              <a:avLst/>
              <a:gdLst/>
              <a:ahLst/>
              <a:cxnLst/>
              <a:rect l="l" t="t" r="r" b="b"/>
              <a:pathLst>
                <a:path w="263525" h="263525" extrusionOk="0">
                  <a:moveTo>
                    <a:pt x="263360" y="131680"/>
                  </a:moveTo>
                  <a:lnTo>
                    <a:pt x="256647" y="90058"/>
                  </a:lnTo>
                  <a:lnTo>
                    <a:pt x="237954" y="53911"/>
                  </a:lnTo>
                  <a:lnTo>
                    <a:pt x="209449" y="25406"/>
                  </a:lnTo>
                  <a:lnTo>
                    <a:pt x="173301" y="6713"/>
                  </a:lnTo>
                  <a:lnTo>
                    <a:pt x="131680" y="0"/>
                  </a:lnTo>
                  <a:lnTo>
                    <a:pt x="90058" y="6713"/>
                  </a:lnTo>
                  <a:lnTo>
                    <a:pt x="53911" y="25406"/>
                  </a:lnTo>
                  <a:lnTo>
                    <a:pt x="25406" y="53911"/>
                  </a:lnTo>
                  <a:lnTo>
                    <a:pt x="6713" y="90058"/>
                  </a:lnTo>
                  <a:lnTo>
                    <a:pt x="0" y="131680"/>
                  </a:lnTo>
                  <a:lnTo>
                    <a:pt x="6713" y="173301"/>
                  </a:lnTo>
                  <a:lnTo>
                    <a:pt x="25406" y="209449"/>
                  </a:lnTo>
                  <a:lnTo>
                    <a:pt x="53911" y="237954"/>
                  </a:lnTo>
                  <a:lnTo>
                    <a:pt x="90058" y="256647"/>
                  </a:lnTo>
                  <a:lnTo>
                    <a:pt x="131680" y="263360"/>
                  </a:lnTo>
                  <a:lnTo>
                    <a:pt x="173301" y="256647"/>
                  </a:lnTo>
                  <a:lnTo>
                    <a:pt x="209449" y="237954"/>
                  </a:lnTo>
                  <a:lnTo>
                    <a:pt x="237954" y="209449"/>
                  </a:lnTo>
                  <a:lnTo>
                    <a:pt x="256647" y="173301"/>
                  </a:lnTo>
                  <a:lnTo>
                    <a:pt x="263360" y="13168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39" name="Google Shape;439;p19"/>
            <p:cNvSpPr/>
            <p:nvPr/>
          </p:nvSpPr>
          <p:spPr>
            <a:xfrm>
              <a:off x="3164284" y="1817491"/>
              <a:ext cx="0" cy="342265"/>
            </a:xfrm>
            <a:custGeom>
              <a:avLst/>
              <a:gdLst/>
              <a:ahLst/>
              <a:cxnLst/>
              <a:rect l="l" t="t" r="r" b="b"/>
              <a:pathLst>
                <a:path w="120000" h="342264" extrusionOk="0">
                  <a:moveTo>
                    <a:pt x="0" y="341725"/>
                  </a:moveTo>
                  <a:lnTo>
                    <a:pt x="0" y="0"/>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40" name="Google Shape;440;p19"/>
            <p:cNvSpPr/>
            <p:nvPr/>
          </p:nvSpPr>
          <p:spPr>
            <a:xfrm>
              <a:off x="3124777" y="1812430"/>
              <a:ext cx="79375" cy="32384"/>
            </a:xfrm>
            <a:custGeom>
              <a:avLst/>
              <a:gdLst/>
              <a:ahLst/>
              <a:cxnLst/>
              <a:rect l="l" t="t" r="r" b="b"/>
              <a:pathLst>
                <a:path w="79375" h="32385"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41" name="Google Shape;441;p19"/>
          <p:cNvSpPr txBox="1"/>
          <p:nvPr/>
        </p:nvSpPr>
        <p:spPr>
          <a:xfrm>
            <a:off x="4425495" y="3908176"/>
            <a:ext cx="564954" cy="137326"/>
          </a:xfrm>
          <a:prstGeom prst="rect">
            <a:avLst/>
          </a:prstGeom>
          <a:noFill/>
          <a:ln>
            <a:noFill/>
          </a:ln>
        </p:spPr>
        <p:txBody>
          <a:bodyPr spcFirstLastPara="1" wrap="square" lIns="0" tIns="27159" rIns="0" bIns="0" anchor="t" anchorCtr="0">
            <a:spAutoFit/>
          </a:bodyPr>
          <a:lstStyle/>
          <a:p>
            <a:pPr marL="60423" defTabSz="1450147" hangingPunct="1">
              <a:buClr>
                <a:srgbClr val="000000"/>
              </a:buClr>
            </a:pPr>
            <a:r>
              <a:rPr lang="en-US" sz="714">
                <a:solidFill>
                  <a:srgbClr val="1B1472"/>
                </a:solidFill>
                <a:latin typeface="Tahoma"/>
                <a:ea typeface="Tahoma"/>
                <a:cs typeface="Tahoma"/>
                <a:sym typeface="Tahoma"/>
              </a:rPr>
              <a:t>same </a:t>
            </a:r>
            <a:r>
              <a:rPr lang="en-US" sz="714" i="1">
                <a:solidFill>
                  <a:srgbClr val="1B1472"/>
                </a:solidFill>
                <a:latin typeface="Arial"/>
                <a:ea typeface="Arial"/>
                <a:cs typeface="Arial"/>
                <a:sym typeface="Arial"/>
              </a:rPr>
              <a:t>W</a:t>
            </a:r>
            <a:r>
              <a:rPr lang="en-US" sz="952" i="1" baseline="-25000">
                <a:solidFill>
                  <a:srgbClr val="1B1472"/>
                </a:solidFill>
                <a:latin typeface="Arial"/>
                <a:ea typeface="Arial"/>
                <a:cs typeface="Arial"/>
                <a:sym typeface="Arial"/>
              </a:rPr>
              <a:t>hx</a:t>
            </a:r>
            <a:endParaRPr sz="952" baseline="-25000">
              <a:latin typeface="Arial"/>
              <a:ea typeface="Arial"/>
              <a:cs typeface="Arial"/>
              <a:sym typeface="Arial"/>
            </a:endParaRPr>
          </a:p>
        </p:txBody>
      </p:sp>
      <p:grpSp>
        <p:nvGrpSpPr>
          <p:cNvPr id="442" name="Google Shape;442;p19"/>
          <p:cNvGrpSpPr/>
          <p:nvPr/>
        </p:nvGrpSpPr>
        <p:grpSpPr>
          <a:xfrm>
            <a:off x="4955594" y="2654577"/>
            <a:ext cx="125881" cy="546797"/>
            <a:chOff x="3124777" y="1134108"/>
            <a:chExt cx="79375" cy="344786"/>
          </a:xfrm>
        </p:grpSpPr>
        <p:sp>
          <p:nvSpPr>
            <p:cNvPr id="443" name="Google Shape;443;p19"/>
            <p:cNvSpPr/>
            <p:nvPr/>
          </p:nvSpPr>
          <p:spPr>
            <a:xfrm>
              <a:off x="3164284" y="1139169"/>
              <a:ext cx="0" cy="339725"/>
            </a:xfrm>
            <a:custGeom>
              <a:avLst/>
              <a:gdLst/>
              <a:ahLst/>
              <a:cxnLst/>
              <a:rect l="l" t="t" r="r" b="b"/>
              <a:pathLst>
                <a:path w="120000" h="339725" extrusionOk="0">
                  <a:moveTo>
                    <a:pt x="0" y="339647"/>
                  </a:moveTo>
                  <a:lnTo>
                    <a:pt x="0" y="0"/>
                  </a:lnTo>
                </a:path>
              </a:pathLst>
            </a:custGeom>
            <a:noFill/>
            <a:ln w="10100" cap="flat" cmpd="sng">
              <a:solidFill>
                <a:srgbClr val="218B21"/>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44" name="Google Shape;444;p19"/>
            <p:cNvSpPr/>
            <p:nvPr/>
          </p:nvSpPr>
          <p:spPr>
            <a:xfrm>
              <a:off x="3124777" y="1134108"/>
              <a:ext cx="79375" cy="32384"/>
            </a:xfrm>
            <a:custGeom>
              <a:avLst/>
              <a:gdLst/>
              <a:ahLst/>
              <a:cxnLst/>
              <a:rect l="l" t="t" r="r" b="b"/>
              <a:pathLst>
                <a:path w="79375" h="32384"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218B21"/>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45" name="Google Shape;445;p19"/>
          <p:cNvSpPr txBox="1"/>
          <p:nvPr/>
        </p:nvSpPr>
        <p:spPr>
          <a:xfrm>
            <a:off x="4426220" y="2830111"/>
            <a:ext cx="568982" cy="137326"/>
          </a:xfrm>
          <a:prstGeom prst="rect">
            <a:avLst/>
          </a:prstGeom>
          <a:noFill/>
          <a:ln>
            <a:noFill/>
          </a:ln>
        </p:spPr>
        <p:txBody>
          <a:bodyPr spcFirstLastPara="1" wrap="square" lIns="0" tIns="27159" rIns="0" bIns="0" anchor="t" anchorCtr="0">
            <a:spAutoFit/>
          </a:bodyPr>
          <a:lstStyle/>
          <a:p>
            <a:pPr marL="60423" defTabSz="1450147" hangingPunct="1">
              <a:buClr>
                <a:srgbClr val="000000"/>
              </a:buClr>
            </a:pPr>
            <a:r>
              <a:rPr lang="en-US" sz="714">
                <a:solidFill>
                  <a:srgbClr val="218B21"/>
                </a:solidFill>
                <a:latin typeface="Tahoma"/>
                <a:ea typeface="Tahoma"/>
                <a:cs typeface="Tahoma"/>
                <a:sym typeface="Tahoma"/>
              </a:rPr>
              <a:t>same </a:t>
            </a:r>
            <a:r>
              <a:rPr lang="en-US" sz="714" i="1">
                <a:solidFill>
                  <a:srgbClr val="218B21"/>
                </a:solidFill>
                <a:latin typeface="Arial"/>
                <a:ea typeface="Arial"/>
                <a:cs typeface="Arial"/>
                <a:sym typeface="Arial"/>
              </a:rPr>
              <a:t>W</a:t>
            </a:r>
            <a:r>
              <a:rPr lang="en-US" sz="952" i="1" baseline="-25000">
                <a:solidFill>
                  <a:srgbClr val="218B21"/>
                </a:solidFill>
                <a:latin typeface="Arial"/>
                <a:ea typeface="Arial"/>
                <a:cs typeface="Arial"/>
                <a:sym typeface="Arial"/>
              </a:rPr>
              <a:t>ho</a:t>
            </a:r>
            <a:endParaRPr sz="952" baseline="-25000">
              <a:latin typeface="Arial"/>
              <a:ea typeface="Arial"/>
              <a:cs typeface="Arial"/>
              <a:sym typeface="Arial"/>
            </a:endParaRPr>
          </a:p>
        </p:txBody>
      </p:sp>
      <p:grpSp>
        <p:nvGrpSpPr>
          <p:cNvPr id="446" name="Google Shape;446;p19"/>
          <p:cNvGrpSpPr/>
          <p:nvPr/>
        </p:nvGrpSpPr>
        <p:grpSpPr>
          <a:xfrm>
            <a:off x="5789013" y="2225269"/>
            <a:ext cx="514602" cy="2470521"/>
            <a:chOff x="3650294" y="863405"/>
            <a:chExt cx="324485" cy="1557801"/>
          </a:xfrm>
        </p:grpSpPr>
        <p:sp>
          <p:nvSpPr>
            <p:cNvPr id="447" name="Google Shape;447;p19"/>
            <p:cNvSpPr/>
            <p:nvPr/>
          </p:nvSpPr>
          <p:spPr>
            <a:xfrm>
              <a:off x="3650294" y="1481088"/>
              <a:ext cx="324485" cy="324485"/>
            </a:xfrm>
            <a:custGeom>
              <a:avLst/>
              <a:gdLst/>
              <a:ahLst/>
              <a:cxnLst/>
              <a:rect l="l" t="t" r="r" b="b"/>
              <a:pathLst>
                <a:path w="324485" h="324485" extrusionOk="0">
                  <a:moveTo>
                    <a:pt x="162000" y="0"/>
                  </a:moveTo>
                  <a:lnTo>
                    <a:pt x="118934" y="5786"/>
                  </a:lnTo>
                  <a:lnTo>
                    <a:pt x="80235" y="22117"/>
                  </a:lnTo>
                  <a:lnTo>
                    <a:pt x="47448" y="47448"/>
                  </a:lnTo>
                  <a:lnTo>
                    <a:pt x="22117" y="80235"/>
                  </a:lnTo>
                  <a:lnTo>
                    <a:pt x="5786" y="118934"/>
                  </a:lnTo>
                  <a:lnTo>
                    <a:pt x="0" y="162000"/>
                  </a:lnTo>
                  <a:lnTo>
                    <a:pt x="5786" y="205067"/>
                  </a:lnTo>
                  <a:lnTo>
                    <a:pt x="22117" y="243766"/>
                  </a:lnTo>
                  <a:lnTo>
                    <a:pt x="47448" y="276552"/>
                  </a:lnTo>
                  <a:lnTo>
                    <a:pt x="80235" y="301883"/>
                  </a:lnTo>
                  <a:lnTo>
                    <a:pt x="118934" y="318214"/>
                  </a:lnTo>
                  <a:lnTo>
                    <a:pt x="162000" y="324001"/>
                  </a:lnTo>
                  <a:lnTo>
                    <a:pt x="205067" y="318214"/>
                  </a:lnTo>
                  <a:lnTo>
                    <a:pt x="243765" y="301883"/>
                  </a:lnTo>
                  <a:lnTo>
                    <a:pt x="276552" y="276552"/>
                  </a:lnTo>
                  <a:lnTo>
                    <a:pt x="301883" y="243766"/>
                  </a:lnTo>
                  <a:lnTo>
                    <a:pt x="318214" y="205067"/>
                  </a:lnTo>
                  <a:lnTo>
                    <a:pt x="324001" y="162000"/>
                  </a:lnTo>
                  <a:lnTo>
                    <a:pt x="318214" y="118934"/>
                  </a:lnTo>
                  <a:lnTo>
                    <a:pt x="301883" y="80235"/>
                  </a:lnTo>
                  <a:lnTo>
                    <a:pt x="276552" y="47448"/>
                  </a:lnTo>
                  <a:lnTo>
                    <a:pt x="243765" y="22117"/>
                  </a:lnTo>
                  <a:lnTo>
                    <a:pt x="205067" y="5786"/>
                  </a:lnTo>
                  <a:lnTo>
                    <a:pt x="162000" y="0"/>
                  </a:lnTo>
                  <a:close/>
                </a:path>
              </a:pathLst>
            </a:custGeom>
            <a:solidFill>
              <a:srgbClr val="FBD2D4"/>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48" name="Google Shape;448;p19"/>
            <p:cNvSpPr/>
            <p:nvPr/>
          </p:nvSpPr>
          <p:spPr>
            <a:xfrm>
              <a:off x="3650294" y="1481088"/>
              <a:ext cx="324485" cy="324485"/>
            </a:xfrm>
            <a:custGeom>
              <a:avLst/>
              <a:gdLst/>
              <a:ahLst/>
              <a:cxnLst/>
              <a:rect l="l" t="t" r="r" b="b"/>
              <a:pathLst>
                <a:path w="324485" h="324485" extrusionOk="0">
                  <a:moveTo>
                    <a:pt x="324001" y="162000"/>
                  </a:moveTo>
                  <a:lnTo>
                    <a:pt x="318214" y="118934"/>
                  </a:lnTo>
                  <a:lnTo>
                    <a:pt x="301883" y="80235"/>
                  </a:lnTo>
                  <a:lnTo>
                    <a:pt x="276552" y="47448"/>
                  </a:lnTo>
                  <a:lnTo>
                    <a:pt x="243765" y="22117"/>
                  </a:lnTo>
                  <a:lnTo>
                    <a:pt x="205067" y="5786"/>
                  </a:lnTo>
                  <a:lnTo>
                    <a:pt x="162000" y="0"/>
                  </a:lnTo>
                  <a:lnTo>
                    <a:pt x="118934" y="5786"/>
                  </a:lnTo>
                  <a:lnTo>
                    <a:pt x="80235" y="22117"/>
                  </a:lnTo>
                  <a:lnTo>
                    <a:pt x="47448" y="47448"/>
                  </a:lnTo>
                  <a:lnTo>
                    <a:pt x="22117" y="80235"/>
                  </a:lnTo>
                  <a:lnTo>
                    <a:pt x="5786" y="118934"/>
                  </a:lnTo>
                  <a:lnTo>
                    <a:pt x="0" y="162000"/>
                  </a:lnTo>
                  <a:lnTo>
                    <a:pt x="5786" y="205067"/>
                  </a:lnTo>
                  <a:lnTo>
                    <a:pt x="22117" y="243766"/>
                  </a:lnTo>
                  <a:lnTo>
                    <a:pt x="47448" y="276552"/>
                  </a:lnTo>
                  <a:lnTo>
                    <a:pt x="80235" y="301883"/>
                  </a:lnTo>
                  <a:lnTo>
                    <a:pt x="118934" y="318214"/>
                  </a:lnTo>
                  <a:lnTo>
                    <a:pt x="162000" y="324001"/>
                  </a:lnTo>
                  <a:lnTo>
                    <a:pt x="205067" y="318214"/>
                  </a:lnTo>
                  <a:lnTo>
                    <a:pt x="243765" y="301883"/>
                  </a:lnTo>
                  <a:lnTo>
                    <a:pt x="276552" y="276552"/>
                  </a:lnTo>
                  <a:lnTo>
                    <a:pt x="301883" y="243766"/>
                  </a:lnTo>
                  <a:lnTo>
                    <a:pt x="318214" y="205067"/>
                  </a:lnTo>
                  <a:lnTo>
                    <a:pt x="324001" y="1620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49" name="Google Shape;449;p19"/>
            <p:cNvSpPr/>
            <p:nvPr/>
          </p:nvSpPr>
          <p:spPr>
            <a:xfrm>
              <a:off x="3682693" y="2161491"/>
              <a:ext cx="259715" cy="259715"/>
            </a:xfrm>
            <a:custGeom>
              <a:avLst/>
              <a:gdLst/>
              <a:ahLst/>
              <a:cxnLst/>
              <a:rect l="l" t="t" r="r" b="b"/>
              <a:pathLst>
                <a:path w="259714" h="259714" extrusionOk="0">
                  <a:moveTo>
                    <a:pt x="129601" y="0"/>
                  </a:moveTo>
                  <a:lnTo>
                    <a:pt x="79154" y="10184"/>
                  </a:lnTo>
                  <a:lnTo>
                    <a:pt x="37958" y="37958"/>
                  </a:lnTo>
                  <a:lnTo>
                    <a:pt x="10184" y="79154"/>
                  </a:lnTo>
                  <a:lnTo>
                    <a:pt x="0" y="129600"/>
                  </a:lnTo>
                  <a:lnTo>
                    <a:pt x="10184" y="180047"/>
                  </a:lnTo>
                  <a:lnTo>
                    <a:pt x="37958" y="221242"/>
                  </a:lnTo>
                  <a:lnTo>
                    <a:pt x="79154" y="249017"/>
                  </a:lnTo>
                  <a:lnTo>
                    <a:pt x="129601" y="259201"/>
                  </a:lnTo>
                  <a:lnTo>
                    <a:pt x="180048" y="249017"/>
                  </a:lnTo>
                  <a:lnTo>
                    <a:pt x="221243" y="221242"/>
                  </a:lnTo>
                  <a:lnTo>
                    <a:pt x="249017" y="180047"/>
                  </a:lnTo>
                  <a:lnTo>
                    <a:pt x="259202" y="129600"/>
                  </a:lnTo>
                  <a:lnTo>
                    <a:pt x="249017" y="79154"/>
                  </a:lnTo>
                  <a:lnTo>
                    <a:pt x="221243" y="37958"/>
                  </a:lnTo>
                  <a:lnTo>
                    <a:pt x="180048" y="10184"/>
                  </a:lnTo>
                  <a:lnTo>
                    <a:pt x="129601" y="0"/>
                  </a:lnTo>
                  <a:close/>
                </a:path>
              </a:pathLst>
            </a:custGeom>
            <a:solidFill>
              <a:srgbClr val="D1D0E3"/>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50" name="Google Shape;450;p19"/>
            <p:cNvSpPr/>
            <p:nvPr/>
          </p:nvSpPr>
          <p:spPr>
            <a:xfrm>
              <a:off x="3682693" y="2161491"/>
              <a:ext cx="259715" cy="259715"/>
            </a:xfrm>
            <a:custGeom>
              <a:avLst/>
              <a:gdLst/>
              <a:ahLst/>
              <a:cxnLst/>
              <a:rect l="l" t="t" r="r" b="b"/>
              <a:pathLst>
                <a:path w="259714" h="259714" extrusionOk="0">
                  <a:moveTo>
                    <a:pt x="259202" y="129600"/>
                  </a:moveTo>
                  <a:lnTo>
                    <a:pt x="249017" y="79154"/>
                  </a:lnTo>
                  <a:lnTo>
                    <a:pt x="221243" y="37958"/>
                  </a:lnTo>
                  <a:lnTo>
                    <a:pt x="180048" y="10184"/>
                  </a:lnTo>
                  <a:lnTo>
                    <a:pt x="129601" y="0"/>
                  </a:lnTo>
                  <a:lnTo>
                    <a:pt x="79154" y="10184"/>
                  </a:lnTo>
                  <a:lnTo>
                    <a:pt x="37958" y="37958"/>
                  </a:lnTo>
                  <a:lnTo>
                    <a:pt x="10184" y="79154"/>
                  </a:lnTo>
                  <a:lnTo>
                    <a:pt x="0" y="129600"/>
                  </a:lnTo>
                  <a:lnTo>
                    <a:pt x="10184" y="180047"/>
                  </a:lnTo>
                  <a:lnTo>
                    <a:pt x="37958" y="221242"/>
                  </a:lnTo>
                  <a:lnTo>
                    <a:pt x="79154" y="249017"/>
                  </a:lnTo>
                  <a:lnTo>
                    <a:pt x="129601" y="259201"/>
                  </a:lnTo>
                  <a:lnTo>
                    <a:pt x="180048" y="249017"/>
                  </a:lnTo>
                  <a:lnTo>
                    <a:pt x="221243" y="221242"/>
                  </a:lnTo>
                  <a:lnTo>
                    <a:pt x="249017" y="180047"/>
                  </a:lnTo>
                  <a:lnTo>
                    <a:pt x="259202" y="1296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51" name="Google Shape;451;p19"/>
            <p:cNvSpPr/>
            <p:nvPr/>
          </p:nvSpPr>
          <p:spPr>
            <a:xfrm>
              <a:off x="3680614" y="863405"/>
              <a:ext cx="263525" cy="263525"/>
            </a:xfrm>
            <a:custGeom>
              <a:avLst/>
              <a:gdLst/>
              <a:ahLst/>
              <a:cxnLst/>
              <a:rect l="l" t="t" r="r" b="b"/>
              <a:pathLst>
                <a:path w="263525" h="263525" extrusionOk="0">
                  <a:moveTo>
                    <a:pt x="131680" y="0"/>
                  </a:moveTo>
                  <a:lnTo>
                    <a:pt x="90058" y="6713"/>
                  </a:lnTo>
                  <a:lnTo>
                    <a:pt x="53911" y="25406"/>
                  </a:lnTo>
                  <a:lnTo>
                    <a:pt x="25406" y="53911"/>
                  </a:lnTo>
                  <a:lnTo>
                    <a:pt x="6713" y="90058"/>
                  </a:lnTo>
                  <a:lnTo>
                    <a:pt x="0" y="131680"/>
                  </a:lnTo>
                  <a:lnTo>
                    <a:pt x="6713" y="173301"/>
                  </a:lnTo>
                  <a:lnTo>
                    <a:pt x="25406" y="209449"/>
                  </a:lnTo>
                  <a:lnTo>
                    <a:pt x="53911" y="237954"/>
                  </a:lnTo>
                  <a:lnTo>
                    <a:pt x="90058" y="256647"/>
                  </a:lnTo>
                  <a:lnTo>
                    <a:pt x="131680" y="263360"/>
                  </a:lnTo>
                  <a:lnTo>
                    <a:pt x="173301" y="256647"/>
                  </a:lnTo>
                  <a:lnTo>
                    <a:pt x="209449" y="237954"/>
                  </a:lnTo>
                  <a:lnTo>
                    <a:pt x="237954" y="209449"/>
                  </a:lnTo>
                  <a:lnTo>
                    <a:pt x="256647" y="173301"/>
                  </a:lnTo>
                  <a:lnTo>
                    <a:pt x="263360" y="131680"/>
                  </a:lnTo>
                  <a:lnTo>
                    <a:pt x="256647" y="90058"/>
                  </a:lnTo>
                  <a:lnTo>
                    <a:pt x="237954" y="53911"/>
                  </a:lnTo>
                  <a:lnTo>
                    <a:pt x="209449" y="25406"/>
                  </a:lnTo>
                  <a:lnTo>
                    <a:pt x="173301" y="6713"/>
                  </a:lnTo>
                  <a:lnTo>
                    <a:pt x="131680" y="0"/>
                  </a:lnTo>
                  <a:close/>
                </a:path>
              </a:pathLst>
            </a:custGeom>
            <a:solidFill>
              <a:srgbClr val="D2E7D2"/>
            </a:solidFill>
            <a:ln>
              <a:noFill/>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52" name="Google Shape;452;p19"/>
            <p:cNvSpPr/>
            <p:nvPr/>
          </p:nvSpPr>
          <p:spPr>
            <a:xfrm>
              <a:off x="3680614" y="863405"/>
              <a:ext cx="263525" cy="263525"/>
            </a:xfrm>
            <a:custGeom>
              <a:avLst/>
              <a:gdLst/>
              <a:ahLst/>
              <a:cxnLst/>
              <a:rect l="l" t="t" r="r" b="b"/>
              <a:pathLst>
                <a:path w="263525" h="263525" extrusionOk="0">
                  <a:moveTo>
                    <a:pt x="263360" y="131680"/>
                  </a:moveTo>
                  <a:lnTo>
                    <a:pt x="256647" y="90058"/>
                  </a:lnTo>
                  <a:lnTo>
                    <a:pt x="237954" y="53911"/>
                  </a:lnTo>
                  <a:lnTo>
                    <a:pt x="209449" y="25406"/>
                  </a:lnTo>
                  <a:lnTo>
                    <a:pt x="173301" y="6713"/>
                  </a:lnTo>
                  <a:lnTo>
                    <a:pt x="131680" y="0"/>
                  </a:lnTo>
                  <a:lnTo>
                    <a:pt x="90058" y="6713"/>
                  </a:lnTo>
                  <a:lnTo>
                    <a:pt x="53911" y="25406"/>
                  </a:lnTo>
                  <a:lnTo>
                    <a:pt x="25406" y="53911"/>
                  </a:lnTo>
                  <a:lnTo>
                    <a:pt x="6713" y="90058"/>
                  </a:lnTo>
                  <a:lnTo>
                    <a:pt x="0" y="131680"/>
                  </a:lnTo>
                  <a:lnTo>
                    <a:pt x="6713" y="173301"/>
                  </a:lnTo>
                  <a:lnTo>
                    <a:pt x="25406" y="209449"/>
                  </a:lnTo>
                  <a:lnTo>
                    <a:pt x="53911" y="237954"/>
                  </a:lnTo>
                  <a:lnTo>
                    <a:pt x="90058" y="256647"/>
                  </a:lnTo>
                  <a:lnTo>
                    <a:pt x="131680" y="263360"/>
                  </a:lnTo>
                  <a:lnTo>
                    <a:pt x="173301" y="256647"/>
                  </a:lnTo>
                  <a:lnTo>
                    <a:pt x="209449" y="237954"/>
                  </a:lnTo>
                  <a:lnTo>
                    <a:pt x="237954" y="209449"/>
                  </a:lnTo>
                  <a:lnTo>
                    <a:pt x="256647" y="173301"/>
                  </a:lnTo>
                  <a:lnTo>
                    <a:pt x="263360" y="13168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53" name="Google Shape;453;p19"/>
          <p:cNvSpPr txBox="1"/>
          <p:nvPr/>
        </p:nvSpPr>
        <p:spPr>
          <a:xfrm>
            <a:off x="530633" y="1715494"/>
            <a:ext cx="5641692" cy="1027363"/>
          </a:xfrm>
          <a:prstGeom prst="rect">
            <a:avLst/>
          </a:prstGeom>
          <a:noFill/>
          <a:ln>
            <a:noFill/>
          </a:ln>
        </p:spPr>
        <p:txBody>
          <a:bodyPr spcFirstLastPara="1" wrap="square" lIns="0" tIns="25176" rIns="0" bIns="0" anchor="t" anchorCtr="0">
            <a:spAutoFit/>
          </a:bodyPr>
          <a:lstStyle/>
          <a:p>
            <a:pPr marL="40282" defTabSz="1450147" hangingPunct="1">
              <a:buClr>
                <a:srgbClr val="000000"/>
              </a:buClr>
            </a:pPr>
            <a:r>
              <a:rPr lang="en-US" sz="1665" dirty="0">
                <a:solidFill>
                  <a:srgbClr val="1B1472"/>
                </a:solidFill>
                <a:latin typeface="Tahoma"/>
                <a:ea typeface="Tahoma"/>
                <a:cs typeface="Tahoma"/>
                <a:sym typeface="Tahoma"/>
              </a:rPr>
              <a:t>Unrolling</a:t>
            </a:r>
            <a:r>
              <a:rPr lang="en-US" sz="1665" dirty="0">
                <a:latin typeface="Tahoma"/>
                <a:ea typeface="Tahoma"/>
                <a:cs typeface="Tahoma"/>
                <a:sym typeface="Tahoma"/>
              </a:rPr>
              <a:t>: Visualize RNN across time steps</a:t>
            </a:r>
            <a:endParaRPr sz="1665" dirty="0">
              <a:latin typeface="Tahoma"/>
              <a:ea typeface="Tahoma"/>
              <a:cs typeface="Tahoma"/>
              <a:sym typeface="Tahoma"/>
            </a:endParaRPr>
          </a:p>
          <a:p>
            <a:pPr defTabSz="1450147" hangingPunct="1">
              <a:spcBef>
                <a:spcPts val="230"/>
              </a:spcBef>
              <a:buClr>
                <a:srgbClr val="000000"/>
              </a:buClr>
            </a:pPr>
            <a:endParaRPr sz="1665" dirty="0">
              <a:latin typeface="Tahoma"/>
              <a:ea typeface="Tahoma"/>
              <a:cs typeface="Tahoma"/>
              <a:sym typeface="Tahoma"/>
            </a:endParaRPr>
          </a:p>
          <a:p>
            <a:pPr marL="2337355" defTabSz="1450147" hangingPunct="1">
              <a:buClr>
                <a:srgbClr val="000000"/>
              </a:buClr>
            </a:pPr>
            <a:r>
              <a:rPr lang="en-US" sz="1507" i="1" dirty="0">
                <a:latin typeface="Arial"/>
                <a:ea typeface="Arial"/>
                <a:cs typeface="Arial"/>
                <a:sym typeface="Arial"/>
              </a:rPr>
              <a:t>o</a:t>
            </a:r>
            <a:r>
              <a:rPr lang="en-US" sz="1546" baseline="-25000" dirty="0">
                <a:latin typeface="Tahoma"/>
                <a:ea typeface="Tahoma"/>
                <a:cs typeface="Tahoma"/>
                <a:sym typeface="Tahoma"/>
              </a:rPr>
              <a:t>1	             </a:t>
            </a:r>
            <a:r>
              <a:rPr lang="en-US" sz="1507" i="1" dirty="0">
                <a:latin typeface="Arial"/>
                <a:ea typeface="Arial"/>
                <a:cs typeface="Arial"/>
                <a:sym typeface="Arial"/>
              </a:rPr>
              <a:t>o</a:t>
            </a:r>
            <a:r>
              <a:rPr lang="en-US" sz="1546" baseline="-25000" dirty="0">
                <a:latin typeface="Tahoma"/>
                <a:ea typeface="Tahoma"/>
                <a:cs typeface="Tahoma"/>
                <a:sym typeface="Tahoma"/>
              </a:rPr>
              <a:t>2	                      </a:t>
            </a:r>
            <a:r>
              <a:rPr lang="en-US" sz="1507" i="1" dirty="0">
                <a:latin typeface="Arial"/>
                <a:ea typeface="Arial"/>
                <a:cs typeface="Arial"/>
                <a:sym typeface="Arial"/>
              </a:rPr>
              <a:t>o</a:t>
            </a:r>
            <a:r>
              <a:rPr lang="en-US" sz="1546" baseline="-25000" dirty="0">
                <a:latin typeface="Tahoma"/>
                <a:ea typeface="Tahoma"/>
                <a:cs typeface="Tahoma"/>
                <a:sym typeface="Tahoma"/>
              </a:rPr>
              <a:t>3	         </a:t>
            </a:r>
            <a:r>
              <a:rPr lang="en-US" sz="1507" i="1" dirty="0">
                <a:latin typeface="Arial"/>
                <a:ea typeface="Arial"/>
                <a:cs typeface="Arial"/>
                <a:sym typeface="Arial"/>
              </a:rPr>
              <a:t>o</a:t>
            </a:r>
            <a:r>
              <a:rPr lang="en-US" sz="1546" baseline="-25000" dirty="0">
                <a:latin typeface="Tahoma"/>
                <a:ea typeface="Tahoma"/>
                <a:cs typeface="Tahoma"/>
                <a:sym typeface="Tahoma"/>
              </a:rPr>
              <a:t>4</a:t>
            </a:r>
            <a:endParaRPr sz="1546" baseline="-25000" dirty="0">
              <a:latin typeface="Tahoma"/>
              <a:ea typeface="Tahoma"/>
              <a:cs typeface="Tahoma"/>
              <a:sym typeface="Tahoma"/>
            </a:endParaRPr>
          </a:p>
        </p:txBody>
      </p:sp>
      <p:grpSp>
        <p:nvGrpSpPr>
          <p:cNvPr id="454" name="Google Shape;454;p19"/>
          <p:cNvGrpSpPr/>
          <p:nvPr/>
        </p:nvGrpSpPr>
        <p:grpSpPr>
          <a:xfrm>
            <a:off x="5983258" y="3730325"/>
            <a:ext cx="125881" cy="550825"/>
            <a:chOff x="3772776" y="1812427"/>
            <a:chExt cx="79375" cy="347326"/>
          </a:xfrm>
        </p:grpSpPr>
        <p:sp>
          <p:nvSpPr>
            <p:cNvPr id="455" name="Google Shape;455;p19"/>
            <p:cNvSpPr/>
            <p:nvPr/>
          </p:nvSpPr>
          <p:spPr>
            <a:xfrm>
              <a:off x="3812285" y="1817488"/>
              <a:ext cx="0" cy="342265"/>
            </a:xfrm>
            <a:custGeom>
              <a:avLst/>
              <a:gdLst/>
              <a:ahLst/>
              <a:cxnLst/>
              <a:rect l="l" t="t" r="r" b="b"/>
              <a:pathLst>
                <a:path w="120000" h="342264" extrusionOk="0">
                  <a:moveTo>
                    <a:pt x="0" y="341728"/>
                  </a:moveTo>
                  <a:lnTo>
                    <a:pt x="0" y="0"/>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56" name="Google Shape;456;p19"/>
            <p:cNvSpPr/>
            <p:nvPr/>
          </p:nvSpPr>
          <p:spPr>
            <a:xfrm>
              <a:off x="3772776" y="1812427"/>
              <a:ext cx="79375" cy="32384"/>
            </a:xfrm>
            <a:custGeom>
              <a:avLst/>
              <a:gdLst/>
              <a:ahLst/>
              <a:cxnLst/>
              <a:rect l="l" t="t" r="r" b="b"/>
              <a:pathLst>
                <a:path w="79375" h="32385"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57" name="Google Shape;457;p19"/>
          <p:cNvSpPr txBox="1"/>
          <p:nvPr/>
        </p:nvSpPr>
        <p:spPr>
          <a:xfrm>
            <a:off x="5453148" y="3908176"/>
            <a:ext cx="564954" cy="137326"/>
          </a:xfrm>
          <a:prstGeom prst="rect">
            <a:avLst/>
          </a:prstGeom>
          <a:noFill/>
          <a:ln>
            <a:noFill/>
          </a:ln>
        </p:spPr>
        <p:txBody>
          <a:bodyPr spcFirstLastPara="1" wrap="square" lIns="0" tIns="27159" rIns="0" bIns="0" anchor="t" anchorCtr="0">
            <a:spAutoFit/>
          </a:bodyPr>
          <a:lstStyle/>
          <a:p>
            <a:pPr marL="60423" defTabSz="1450147" hangingPunct="1">
              <a:buClr>
                <a:srgbClr val="000000"/>
              </a:buClr>
            </a:pPr>
            <a:r>
              <a:rPr lang="en-US" sz="714">
                <a:solidFill>
                  <a:srgbClr val="1B1472"/>
                </a:solidFill>
                <a:latin typeface="Tahoma"/>
                <a:ea typeface="Tahoma"/>
                <a:cs typeface="Tahoma"/>
                <a:sym typeface="Tahoma"/>
              </a:rPr>
              <a:t>same </a:t>
            </a:r>
            <a:r>
              <a:rPr lang="en-US" sz="714" i="1">
                <a:solidFill>
                  <a:srgbClr val="1B1472"/>
                </a:solidFill>
                <a:latin typeface="Arial"/>
                <a:ea typeface="Arial"/>
                <a:cs typeface="Arial"/>
                <a:sym typeface="Arial"/>
              </a:rPr>
              <a:t>W</a:t>
            </a:r>
            <a:r>
              <a:rPr lang="en-US" sz="952" i="1" baseline="-25000">
                <a:solidFill>
                  <a:srgbClr val="1B1472"/>
                </a:solidFill>
                <a:latin typeface="Arial"/>
                <a:ea typeface="Arial"/>
                <a:cs typeface="Arial"/>
                <a:sym typeface="Arial"/>
              </a:rPr>
              <a:t>hx</a:t>
            </a:r>
            <a:endParaRPr sz="952" baseline="-25000">
              <a:latin typeface="Arial"/>
              <a:ea typeface="Arial"/>
              <a:cs typeface="Arial"/>
              <a:sym typeface="Arial"/>
            </a:endParaRPr>
          </a:p>
        </p:txBody>
      </p:sp>
      <p:grpSp>
        <p:nvGrpSpPr>
          <p:cNvPr id="458" name="Google Shape;458;p19"/>
          <p:cNvGrpSpPr/>
          <p:nvPr/>
        </p:nvGrpSpPr>
        <p:grpSpPr>
          <a:xfrm>
            <a:off x="5983258" y="2654573"/>
            <a:ext cx="125881" cy="546797"/>
            <a:chOff x="3772776" y="1134106"/>
            <a:chExt cx="79375" cy="344786"/>
          </a:xfrm>
        </p:grpSpPr>
        <p:sp>
          <p:nvSpPr>
            <p:cNvPr id="459" name="Google Shape;459;p19"/>
            <p:cNvSpPr/>
            <p:nvPr/>
          </p:nvSpPr>
          <p:spPr>
            <a:xfrm>
              <a:off x="3812285" y="1139167"/>
              <a:ext cx="0" cy="339725"/>
            </a:xfrm>
            <a:custGeom>
              <a:avLst/>
              <a:gdLst/>
              <a:ahLst/>
              <a:cxnLst/>
              <a:rect l="l" t="t" r="r" b="b"/>
              <a:pathLst>
                <a:path w="120000" h="339725" extrusionOk="0">
                  <a:moveTo>
                    <a:pt x="0" y="339649"/>
                  </a:moveTo>
                  <a:lnTo>
                    <a:pt x="0" y="0"/>
                  </a:lnTo>
                </a:path>
              </a:pathLst>
            </a:custGeom>
            <a:noFill/>
            <a:ln w="10100" cap="flat" cmpd="sng">
              <a:solidFill>
                <a:srgbClr val="218B21"/>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60" name="Google Shape;460;p19"/>
            <p:cNvSpPr/>
            <p:nvPr/>
          </p:nvSpPr>
          <p:spPr>
            <a:xfrm>
              <a:off x="3772776" y="1134106"/>
              <a:ext cx="79375" cy="32384"/>
            </a:xfrm>
            <a:custGeom>
              <a:avLst/>
              <a:gdLst/>
              <a:ahLst/>
              <a:cxnLst/>
              <a:rect l="l" t="t" r="r" b="b"/>
              <a:pathLst>
                <a:path w="79375" h="32384"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218B21"/>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61" name="Google Shape;461;p19"/>
          <p:cNvSpPr txBox="1"/>
          <p:nvPr/>
        </p:nvSpPr>
        <p:spPr>
          <a:xfrm>
            <a:off x="5453873" y="2830111"/>
            <a:ext cx="568982" cy="137326"/>
          </a:xfrm>
          <a:prstGeom prst="rect">
            <a:avLst/>
          </a:prstGeom>
          <a:noFill/>
          <a:ln>
            <a:noFill/>
          </a:ln>
        </p:spPr>
        <p:txBody>
          <a:bodyPr spcFirstLastPara="1" wrap="square" lIns="0" tIns="27159" rIns="0" bIns="0" anchor="t" anchorCtr="0">
            <a:spAutoFit/>
          </a:bodyPr>
          <a:lstStyle/>
          <a:p>
            <a:pPr marL="60423" defTabSz="1450147" hangingPunct="1">
              <a:buClr>
                <a:srgbClr val="000000"/>
              </a:buClr>
            </a:pPr>
            <a:r>
              <a:rPr lang="en-US" sz="714">
                <a:solidFill>
                  <a:srgbClr val="218B21"/>
                </a:solidFill>
                <a:latin typeface="Tahoma"/>
                <a:ea typeface="Tahoma"/>
                <a:cs typeface="Tahoma"/>
                <a:sym typeface="Tahoma"/>
              </a:rPr>
              <a:t>same </a:t>
            </a:r>
            <a:r>
              <a:rPr lang="en-US" sz="714" i="1">
                <a:solidFill>
                  <a:srgbClr val="218B21"/>
                </a:solidFill>
                <a:latin typeface="Arial"/>
                <a:ea typeface="Arial"/>
                <a:cs typeface="Arial"/>
                <a:sym typeface="Arial"/>
              </a:rPr>
              <a:t>W</a:t>
            </a:r>
            <a:r>
              <a:rPr lang="en-US" sz="952" i="1" baseline="-25000">
                <a:solidFill>
                  <a:srgbClr val="218B21"/>
                </a:solidFill>
                <a:latin typeface="Arial"/>
                <a:ea typeface="Arial"/>
                <a:cs typeface="Arial"/>
                <a:sym typeface="Arial"/>
              </a:rPr>
              <a:t>ho</a:t>
            </a:r>
            <a:endParaRPr sz="952" baseline="-25000">
              <a:latin typeface="Arial"/>
              <a:ea typeface="Arial"/>
              <a:cs typeface="Arial"/>
              <a:sym typeface="Arial"/>
            </a:endParaRPr>
          </a:p>
        </p:txBody>
      </p:sp>
      <p:grpSp>
        <p:nvGrpSpPr>
          <p:cNvPr id="462" name="Google Shape;462;p19"/>
          <p:cNvGrpSpPr/>
          <p:nvPr/>
        </p:nvGrpSpPr>
        <p:grpSpPr>
          <a:xfrm>
            <a:off x="3223445" y="3399118"/>
            <a:ext cx="498573" cy="125881"/>
            <a:chOff x="2032561" y="1603582"/>
            <a:chExt cx="314378" cy="79375"/>
          </a:xfrm>
        </p:grpSpPr>
        <p:sp>
          <p:nvSpPr>
            <p:cNvPr id="463" name="Google Shape;463;p19"/>
            <p:cNvSpPr/>
            <p:nvPr/>
          </p:nvSpPr>
          <p:spPr>
            <a:xfrm>
              <a:off x="2032561" y="1643091"/>
              <a:ext cx="309880" cy="0"/>
            </a:xfrm>
            <a:custGeom>
              <a:avLst/>
              <a:gdLst/>
              <a:ahLst/>
              <a:cxnLst/>
              <a:rect l="l" t="t" r="r" b="b"/>
              <a:pathLst>
                <a:path w="309880" h="120000" extrusionOk="0">
                  <a:moveTo>
                    <a:pt x="0" y="0"/>
                  </a:moveTo>
                  <a:lnTo>
                    <a:pt x="309323" y="0"/>
                  </a:lnTo>
                </a:path>
              </a:pathLst>
            </a:custGeom>
            <a:noFill/>
            <a:ln w="10100" cap="flat" cmpd="sng">
              <a:solidFill>
                <a:srgbClr val="EC2027"/>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64" name="Google Shape;464;p19"/>
            <p:cNvSpPr/>
            <p:nvPr/>
          </p:nvSpPr>
          <p:spPr>
            <a:xfrm>
              <a:off x="2314555" y="1603582"/>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EC2027"/>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65" name="Google Shape;465;p19"/>
          <p:cNvSpPr txBox="1"/>
          <p:nvPr/>
        </p:nvSpPr>
        <p:spPr>
          <a:xfrm>
            <a:off x="3187148" y="3250513"/>
            <a:ext cx="568982" cy="137326"/>
          </a:xfrm>
          <a:prstGeom prst="rect">
            <a:avLst/>
          </a:prstGeom>
          <a:noFill/>
          <a:ln>
            <a:noFill/>
          </a:ln>
        </p:spPr>
        <p:txBody>
          <a:bodyPr spcFirstLastPara="1" wrap="square" lIns="0" tIns="27159" rIns="0" bIns="0" anchor="t" anchorCtr="0">
            <a:spAutoFit/>
          </a:bodyPr>
          <a:lstStyle/>
          <a:p>
            <a:pPr marL="60423" defTabSz="1450147" hangingPunct="1">
              <a:buClr>
                <a:srgbClr val="000000"/>
              </a:buClr>
            </a:pPr>
            <a:r>
              <a:rPr lang="en-US" sz="714">
                <a:solidFill>
                  <a:srgbClr val="EC2027"/>
                </a:solidFill>
                <a:latin typeface="Tahoma"/>
                <a:ea typeface="Tahoma"/>
                <a:cs typeface="Tahoma"/>
                <a:sym typeface="Tahoma"/>
              </a:rPr>
              <a:t>same </a:t>
            </a:r>
            <a:r>
              <a:rPr lang="en-US" sz="714" i="1">
                <a:solidFill>
                  <a:srgbClr val="EC2027"/>
                </a:solidFill>
                <a:latin typeface="Arial"/>
                <a:ea typeface="Arial"/>
                <a:cs typeface="Arial"/>
                <a:sym typeface="Arial"/>
              </a:rPr>
              <a:t>W</a:t>
            </a:r>
            <a:r>
              <a:rPr lang="en-US" sz="952" i="1" baseline="-25000">
                <a:solidFill>
                  <a:srgbClr val="EC2027"/>
                </a:solidFill>
                <a:latin typeface="Arial"/>
                <a:ea typeface="Arial"/>
                <a:cs typeface="Arial"/>
                <a:sym typeface="Arial"/>
              </a:rPr>
              <a:t>hh</a:t>
            </a:r>
            <a:endParaRPr sz="952" baseline="-25000">
              <a:latin typeface="Arial"/>
              <a:ea typeface="Arial"/>
              <a:cs typeface="Arial"/>
              <a:sym typeface="Arial"/>
            </a:endParaRPr>
          </a:p>
        </p:txBody>
      </p:sp>
      <p:grpSp>
        <p:nvGrpSpPr>
          <p:cNvPr id="466" name="Google Shape;466;p19"/>
          <p:cNvGrpSpPr/>
          <p:nvPr/>
        </p:nvGrpSpPr>
        <p:grpSpPr>
          <a:xfrm>
            <a:off x="4251112" y="3399118"/>
            <a:ext cx="498575" cy="125881"/>
            <a:chOff x="2680562" y="1603582"/>
            <a:chExt cx="314379" cy="79375"/>
          </a:xfrm>
        </p:grpSpPr>
        <p:sp>
          <p:nvSpPr>
            <p:cNvPr id="467" name="Google Shape;467;p19"/>
            <p:cNvSpPr/>
            <p:nvPr/>
          </p:nvSpPr>
          <p:spPr>
            <a:xfrm>
              <a:off x="2680562" y="1643091"/>
              <a:ext cx="309880" cy="0"/>
            </a:xfrm>
            <a:custGeom>
              <a:avLst/>
              <a:gdLst/>
              <a:ahLst/>
              <a:cxnLst/>
              <a:rect l="l" t="t" r="r" b="b"/>
              <a:pathLst>
                <a:path w="309880" h="120000" extrusionOk="0">
                  <a:moveTo>
                    <a:pt x="0" y="0"/>
                  </a:moveTo>
                  <a:lnTo>
                    <a:pt x="309324" y="0"/>
                  </a:lnTo>
                </a:path>
              </a:pathLst>
            </a:custGeom>
            <a:noFill/>
            <a:ln w="10100" cap="flat" cmpd="sng">
              <a:solidFill>
                <a:srgbClr val="EC2027"/>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68" name="Google Shape;468;p19"/>
            <p:cNvSpPr/>
            <p:nvPr/>
          </p:nvSpPr>
          <p:spPr>
            <a:xfrm>
              <a:off x="2962557" y="1603582"/>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EC2027"/>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69" name="Google Shape;469;p19"/>
          <p:cNvSpPr txBox="1"/>
          <p:nvPr/>
        </p:nvSpPr>
        <p:spPr>
          <a:xfrm>
            <a:off x="4214821" y="3250513"/>
            <a:ext cx="568982" cy="137326"/>
          </a:xfrm>
          <a:prstGeom prst="rect">
            <a:avLst/>
          </a:prstGeom>
          <a:noFill/>
          <a:ln>
            <a:noFill/>
          </a:ln>
        </p:spPr>
        <p:txBody>
          <a:bodyPr spcFirstLastPara="1" wrap="square" lIns="0" tIns="27159" rIns="0" bIns="0" anchor="t" anchorCtr="0">
            <a:spAutoFit/>
          </a:bodyPr>
          <a:lstStyle/>
          <a:p>
            <a:pPr marL="60423" defTabSz="1450147" hangingPunct="1">
              <a:buClr>
                <a:srgbClr val="000000"/>
              </a:buClr>
            </a:pPr>
            <a:r>
              <a:rPr lang="en-US" sz="714">
                <a:solidFill>
                  <a:srgbClr val="EC2027"/>
                </a:solidFill>
                <a:latin typeface="Tahoma"/>
                <a:ea typeface="Tahoma"/>
                <a:cs typeface="Tahoma"/>
                <a:sym typeface="Tahoma"/>
              </a:rPr>
              <a:t>same </a:t>
            </a:r>
            <a:r>
              <a:rPr lang="en-US" sz="714" i="1">
                <a:solidFill>
                  <a:srgbClr val="EC2027"/>
                </a:solidFill>
                <a:latin typeface="Arial"/>
                <a:ea typeface="Arial"/>
                <a:cs typeface="Arial"/>
                <a:sym typeface="Arial"/>
              </a:rPr>
              <a:t>W</a:t>
            </a:r>
            <a:r>
              <a:rPr lang="en-US" sz="952" i="1" baseline="-25000">
                <a:solidFill>
                  <a:srgbClr val="EC2027"/>
                </a:solidFill>
                <a:latin typeface="Arial"/>
                <a:ea typeface="Arial"/>
                <a:cs typeface="Arial"/>
                <a:sym typeface="Arial"/>
              </a:rPr>
              <a:t>hh</a:t>
            </a:r>
            <a:endParaRPr sz="952" baseline="-25000">
              <a:latin typeface="Arial"/>
              <a:ea typeface="Arial"/>
              <a:cs typeface="Arial"/>
              <a:sym typeface="Arial"/>
            </a:endParaRPr>
          </a:p>
        </p:txBody>
      </p:sp>
      <p:grpSp>
        <p:nvGrpSpPr>
          <p:cNvPr id="470" name="Google Shape;470;p19"/>
          <p:cNvGrpSpPr/>
          <p:nvPr/>
        </p:nvGrpSpPr>
        <p:grpSpPr>
          <a:xfrm>
            <a:off x="5278780" y="3399118"/>
            <a:ext cx="498573" cy="125881"/>
            <a:chOff x="3328564" y="1603582"/>
            <a:chExt cx="314378" cy="79375"/>
          </a:xfrm>
        </p:grpSpPr>
        <p:sp>
          <p:nvSpPr>
            <p:cNvPr id="471" name="Google Shape;471;p19"/>
            <p:cNvSpPr/>
            <p:nvPr/>
          </p:nvSpPr>
          <p:spPr>
            <a:xfrm>
              <a:off x="3328564" y="1643091"/>
              <a:ext cx="309880" cy="0"/>
            </a:xfrm>
            <a:custGeom>
              <a:avLst/>
              <a:gdLst/>
              <a:ahLst/>
              <a:cxnLst/>
              <a:rect l="l" t="t" r="r" b="b"/>
              <a:pathLst>
                <a:path w="309879" h="120000" extrusionOk="0">
                  <a:moveTo>
                    <a:pt x="0" y="0"/>
                  </a:moveTo>
                  <a:lnTo>
                    <a:pt x="309324" y="0"/>
                  </a:lnTo>
                </a:path>
              </a:pathLst>
            </a:custGeom>
            <a:noFill/>
            <a:ln w="10100" cap="flat" cmpd="sng">
              <a:solidFill>
                <a:srgbClr val="EC2027"/>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sp>
          <p:nvSpPr>
            <p:cNvPr id="472" name="Google Shape;472;p19"/>
            <p:cNvSpPr/>
            <p:nvPr/>
          </p:nvSpPr>
          <p:spPr>
            <a:xfrm>
              <a:off x="3610558" y="1603582"/>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EC2027"/>
              </a:solidFill>
              <a:prstDash val="solid"/>
              <a:round/>
              <a:headEnd type="none" w="sm" len="sm"/>
              <a:tailEnd type="none" w="sm" len="sm"/>
            </a:ln>
          </p:spPr>
          <p:txBody>
            <a:bodyPr spcFirstLastPara="1" wrap="square" lIns="0" tIns="0" rIns="0" bIns="0" anchor="t" anchorCtr="0">
              <a:noAutofit/>
            </a:bodyPr>
            <a:lstStyle/>
            <a:p>
              <a:pPr defTabSz="1450147" hangingPunct="1">
                <a:buClr>
                  <a:srgbClr val="000000"/>
                </a:buClr>
              </a:pPr>
              <a:endParaRPr sz="2220">
                <a:latin typeface="Arial"/>
                <a:cs typeface="Arial"/>
                <a:sym typeface="Arial"/>
              </a:endParaRPr>
            </a:p>
          </p:txBody>
        </p:sp>
      </p:grpSp>
      <p:sp>
        <p:nvSpPr>
          <p:cNvPr id="473" name="Google Shape;473;p19"/>
          <p:cNvSpPr txBox="1"/>
          <p:nvPr/>
        </p:nvSpPr>
        <p:spPr>
          <a:xfrm>
            <a:off x="5242473" y="3250513"/>
            <a:ext cx="568982" cy="137326"/>
          </a:xfrm>
          <a:prstGeom prst="rect">
            <a:avLst/>
          </a:prstGeom>
          <a:noFill/>
          <a:ln>
            <a:noFill/>
          </a:ln>
        </p:spPr>
        <p:txBody>
          <a:bodyPr spcFirstLastPara="1" wrap="square" lIns="0" tIns="27159" rIns="0" bIns="0" anchor="t" anchorCtr="0">
            <a:spAutoFit/>
          </a:bodyPr>
          <a:lstStyle/>
          <a:p>
            <a:pPr marL="60423" defTabSz="1450147" hangingPunct="1">
              <a:buClr>
                <a:srgbClr val="000000"/>
              </a:buClr>
            </a:pPr>
            <a:r>
              <a:rPr lang="en-US" sz="714">
                <a:solidFill>
                  <a:srgbClr val="EC2027"/>
                </a:solidFill>
                <a:latin typeface="Tahoma"/>
                <a:ea typeface="Tahoma"/>
                <a:cs typeface="Tahoma"/>
                <a:sym typeface="Tahoma"/>
              </a:rPr>
              <a:t>same </a:t>
            </a:r>
            <a:r>
              <a:rPr lang="en-US" sz="714" i="1">
                <a:solidFill>
                  <a:srgbClr val="EC2027"/>
                </a:solidFill>
                <a:latin typeface="Arial"/>
                <a:ea typeface="Arial"/>
                <a:cs typeface="Arial"/>
                <a:sym typeface="Arial"/>
              </a:rPr>
              <a:t>W</a:t>
            </a:r>
            <a:r>
              <a:rPr lang="en-US" sz="952" i="1" baseline="-25000">
                <a:solidFill>
                  <a:srgbClr val="EC2027"/>
                </a:solidFill>
                <a:latin typeface="Arial"/>
                <a:ea typeface="Arial"/>
                <a:cs typeface="Arial"/>
                <a:sym typeface="Arial"/>
              </a:rPr>
              <a:t>hh</a:t>
            </a:r>
            <a:endParaRPr sz="952" baseline="-25000">
              <a:latin typeface="Arial"/>
              <a:ea typeface="Arial"/>
              <a:cs typeface="Arial"/>
              <a:sym typeface="Arial"/>
            </a:endParaRPr>
          </a:p>
        </p:txBody>
      </p:sp>
      <p:sp>
        <p:nvSpPr>
          <p:cNvPr id="474" name="Google Shape;474;p19"/>
          <p:cNvSpPr txBox="1"/>
          <p:nvPr/>
        </p:nvSpPr>
        <p:spPr>
          <a:xfrm>
            <a:off x="2669686" y="4308765"/>
            <a:ext cx="587109" cy="708632"/>
          </a:xfrm>
          <a:prstGeom prst="rect">
            <a:avLst/>
          </a:prstGeom>
          <a:noFill/>
          <a:ln>
            <a:noFill/>
          </a:ln>
        </p:spPr>
        <p:txBody>
          <a:bodyPr spcFirstLastPara="1" wrap="square" lIns="0" tIns="23154" rIns="0" bIns="0" anchor="t" anchorCtr="0">
            <a:spAutoFit/>
          </a:bodyPr>
          <a:lstStyle/>
          <a:p>
            <a:pPr algn="ctr" defTabSz="1450147" hangingPunct="1">
              <a:buClr>
                <a:srgbClr val="000000"/>
              </a:buClr>
            </a:pPr>
            <a:r>
              <a:rPr lang="en-US" sz="1507" i="1">
                <a:latin typeface="Arial"/>
                <a:ea typeface="Arial"/>
                <a:cs typeface="Arial"/>
                <a:sym typeface="Arial"/>
              </a:rPr>
              <a:t>x</a:t>
            </a:r>
            <a:r>
              <a:rPr lang="en-US" sz="1546" baseline="-25000">
                <a:latin typeface="Tahoma"/>
                <a:ea typeface="Tahoma"/>
                <a:cs typeface="Tahoma"/>
                <a:sym typeface="Tahoma"/>
              </a:rPr>
              <a:t>1</a:t>
            </a:r>
            <a:endParaRPr sz="1546" baseline="-25000">
              <a:latin typeface="Tahoma"/>
              <a:ea typeface="Tahoma"/>
              <a:cs typeface="Tahoma"/>
              <a:sym typeface="Tahoma"/>
            </a:endParaRPr>
          </a:p>
          <a:p>
            <a:pPr defTabSz="1450147" hangingPunct="1">
              <a:spcBef>
                <a:spcPts val="293"/>
              </a:spcBef>
              <a:buClr>
                <a:srgbClr val="000000"/>
              </a:buClr>
            </a:pPr>
            <a:endParaRPr sz="1031">
              <a:latin typeface="Tahoma"/>
              <a:ea typeface="Tahoma"/>
              <a:cs typeface="Tahoma"/>
              <a:sym typeface="Tahoma"/>
            </a:endParaRPr>
          </a:p>
          <a:p>
            <a:pPr algn="ctr" defTabSz="1450147" hangingPunct="1">
              <a:buClr>
                <a:srgbClr val="000000"/>
              </a:buClr>
            </a:pPr>
            <a:r>
              <a:rPr lang="en-US" sz="1507" i="1">
                <a:latin typeface="Arial"/>
                <a:ea typeface="Arial"/>
                <a:cs typeface="Arial"/>
                <a:sym typeface="Arial"/>
              </a:rPr>
              <a:t>t </a:t>
            </a:r>
            <a:r>
              <a:rPr lang="en-US" sz="1665">
                <a:latin typeface="Tahoma"/>
                <a:ea typeface="Tahoma"/>
                <a:cs typeface="Tahoma"/>
                <a:sym typeface="Tahoma"/>
              </a:rPr>
              <a:t>= </a:t>
            </a:r>
            <a:r>
              <a:rPr lang="en-US" sz="1507">
                <a:latin typeface="Tahoma"/>
                <a:ea typeface="Tahoma"/>
                <a:cs typeface="Tahoma"/>
                <a:sym typeface="Tahoma"/>
              </a:rPr>
              <a:t>1</a:t>
            </a:r>
            <a:endParaRPr sz="1507">
              <a:latin typeface="Tahoma"/>
              <a:ea typeface="Tahoma"/>
              <a:cs typeface="Tahoma"/>
              <a:sym typeface="Tahoma"/>
            </a:endParaRPr>
          </a:p>
        </p:txBody>
      </p:sp>
      <p:sp>
        <p:nvSpPr>
          <p:cNvPr id="475" name="Google Shape;475;p19"/>
          <p:cNvSpPr txBox="1"/>
          <p:nvPr/>
        </p:nvSpPr>
        <p:spPr>
          <a:xfrm>
            <a:off x="3697339" y="4308765"/>
            <a:ext cx="587109" cy="708632"/>
          </a:xfrm>
          <a:prstGeom prst="rect">
            <a:avLst/>
          </a:prstGeom>
          <a:noFill/>
          <a:ln>
            <a:noFill/>
          </a:ln>
        </p:spPr>
        <p:txBody>
          <a:bodyPr spcFirstLastPara="1" wrap="square" lIns="0" tIns="23154" rIns="0" bIns="0" anchor="t" anchorCtr="0">
            <a:spAutoFit/>
          </a:bodyPr>
          <a:lstStyle/>
          <a:p>
            <a:pPr algn="ctr" defTabSz="1450147" hangingPunct="1">
              <a:buClr>
                <a:srgbClr val="000000"/>
              </a:buClr>
            </a:pPr>
            <a:r>
              <a:rPr lang="en-US" sz="1507" i="1">
                <a:latin typeface="Arial"/>
                <a:ea typeface="Arial"/>
                <a:cs typeface="Arial"/>
                <a:sym typeface="Arial"/>
              </a:rPr>
              <a:t>x</a:t>
            </a:r>
            <a:r>
              <a:rPr lang="en-US" sz="1546" baseline="-25000">
                <a:latin typeface="Tahoma"/>
                <a:ea typeface="Tahoma"/>
                <a:cs typeface="Tahoma"/>
                <a:sym typeface="Tahoma"/>
              </a:rPr>
              <a:t>2</a:t>
            </a:r>
            <a:endParaRPr sz="1546" baseline="-25000">
              <a:latin typeface="Tahoma"/>
              <a:ea typeface="Tahoma"/>
              <a:cs typeface="Tahoma"/>
              <a:sym typeface="Tahoma"/>
            </a:endParaRPr>
          </a:p>
          <a:p>
            <a:pPr defTabSz="1450147" hangingPunct="1">
              <a:spcBef>
                <a:spcPts val="293"/>
              </a:spcBef>
              <a:buClr>
                <a:srgbClr val="000000"/>
              </a:buClr>
            </a:pPr>
            <a:endParaRPr sz="1031">
              <a:latin typeface="Tahoma"/>
              <a:ea typeface="Tahoma"/>
              <a:cs typeface="Tahoma"/>
              <a:sym typeface="Tahoma"/>
            </a:endParaRPr>
          </a:p>
          <a:p>
            <a:pPr algn="ctr" defTabSz="1450147" hangingPunct="1">
              <a:buClr>
                <a:srgbClr val="000000"/>
              </a:buClr>
            </a:pPr>
            <a:r>
              <a:rPr lang="en-US" sz="1507" i="1">
                <a:latin typeface="Arial"/>
                <a:ea typeface="Arial"/>
                <a:cs typeface="Arial"/>
                <a:sym typeface="Arial"/>
              </a:rPr>
              <a:t>t </a:t>
            </a:r>
            <a:r>
              <a:rPr lang="en-US" sz="1665">
                <a:latin typeface="Tahoma"/>
                <a:ea typeface="Tahoma"/>
                <a:cs typeface="Tahoma"/>
                <a:sym typeface="Tahoma"/>
              </a:rPr>
              <a:t>= </a:t>
            </a:r>
            <a:r>
              <a:rPr lang="en-US" sz="1507">
                <a:latin typeface="Tahoma"/>
                <a:ea typeface="Tahoma"/>
                <a:cs typeface="Tahoma"/>
                <a:sym typeface="Tahoma"/>
              </a:rPr>
              <a:t>2</a:t>
            </a:r>
            <a:endParaRPr sz="1507">
              <a:latin typeface="Tahoma"/>
              <a:ea typeface="Tahoma"/>
              <a:cs typeface="Tahoma"/>
              <a:sym typeface="Tahoma"/>
            </a:endParaRPr>
          </a:p>
        </p:txBody>
      </p:sp>
      <p:sp>
        <p:nvSpPr>
          <p:cNvPr id="476" name="Google Shape;476;p19"/>
          <p:cNvSpPr txBox="1"/>
          <p:nvPr/>
        </p:nvSpPr>
        <p:spPr>
          <a:xfrm>
            <a:off x="4724991" y="4307697"/>
            <a:ext cx="587109" cy="708632"/>
          </a:xfrm>
          <a:prstGeom prst="rect">
            <a:avLst/>
          </a:prstGeom>
          <a:noFill/>
          <a:ln>
            <a:noFill/>
          </a:ln>
        </p:spPr>
        <p:txBody>
          <a:bodyPr spcFirstLastPara="1" wrap="square" lIns="0" tIns="23154" rIns="0" bIns="0" anchor="t" anchorCtr="0">
            <a:spAutoFit/>
          </a:bodyPr>
          <a:lstStyle/>
          <a:p>
            <a:pPr algn="ctr" defTabSz="1450147" hangingPunct="1">
              <a:buClr>
                <a:srgbClr val="000000"/>
              </a:buClr>
            </a:pPr>
            <a:r>
              <a:rPr lang="en-US" sz="1507" i="1">
                <a:latin typeface="Arial"/>
                <a:ea typeface="Arial"/>
                <a:cs typeface="Arial"/>
                <a:sym typeface="Arial"/>
              </a:rPr>
              <a:t>x</a:t>
            </a:r>
            <a:r>
              <a:rPr lang="en-US" sz="1546" baseline="-25000">
                <a:latin typeface="Tahoma"/>
                <a:ea typeface="Tahoma"/>
                <a:cs typeface="Tahoma"/>
                <a:sym typeface="Tahoma"/>
              </a:rPr>
              <a:t>3</a:t>
            </a:r>
            <a:endParaRPr sz="1546" baseline="-25000">
              <a:latin typeface="Tahoma"/>
              <a:ea typeface="Tahoma"/>
              <a:cs typeface="Tahoma"/>
              <a:sym typeface="Tahoma"/>
            </a:endParaRPr>
          </a:p>
          <a:p>
            <a:pPr defTabSz="1450147" hangingPunct="1">
              <a:spcBef>
                <a:spcPts val="293"/>
              </a:spcBef>
              <a:buClr>
                <a:srgbClr val="000000"/>
              </a:buClr>
            </a:pPr>
            <a:endParaRPr sz="1031">
              <a:latin typeface="Tahoma"/>
              <a:ea typeface="Tahoma"/>
              <a:cs typeface="Tahoma"/>
              <a:sym typeface="Tahoma"/>
            </a:endParaRPr>
          </a:p>
          <a:p>
            <a:pPr algn="ctr" defTabSz="1450147" hangingPunct="1">
              <a:buClr>
                <a:srgbClr val="000000"/>
              </a:buClr>
            </a:pPr>
            <a:r>
              <a:rPr lang="en-US" sz="1507" i="1">
                <a:latin typeface="Arial"/>
                <a:ea typeface="Arial"/>
                <a:cs typeface="Arial"/>
                <a:sym typeface="Arial"/>
              </a:rPr>
              <a:t>t </a:t>
            </a:r>
            <a:r>
              <a:rPr lang="en-US" sz="1665">
                <a:latin typeface="Tahoma"/>
                <a:ea typeface="Tahoma"/>
                <a:cs typeface="Tahoma"/>
                <a:sym typeface="Tahoma"/>
              </a:rPr>
              <a:t>= </a:t>
            </a:r>
            <a:r>
              <a:rPr lang="en-US" sz="1507">
                <a:latin typeface="Tahoma"/>
                <a:ea typeface="Tahoma"/>
                <a:cs typeface="Tahoma"/>
                <a:sym typeface="Tahoma"/>
              </a:rPr>
              <a:t>3</a:t>
            </a:r>
            <a:endParaRPr sz="1507">
              <a:latin typeface="Tahoma"/>
              <a:ea typeface="Tahoma"/>
              <a:cs typeface="Tahoma"/>
              <a:sym typeface="Tahoma"/>
            </a:endParaRPr>
          </a:p>
        </p:txBody>
      </p:sp>
      <p:sp>
        <p:nvSpPr>
          <p:cNvPr id="477" name="Google Shape;477;p19"/>
          <p:cNvSpPr txBox="1"/>
          <p:nvPr/>
        </p:nvSpPr>
        <p:spPr>
          <a:xfrm>
            <a:off x="5752644" y="4308765"/>
            <a:ext cx="587109" cy="708632"/>
          </a:xfrm>
          <a:prstGeom prst="rect">
            <a:avLst/>
          </a:prstGeom>
          <a:noFill/>
          <a:ln>
            <a:noFill/>
          </a:ln>
        </p:spPr>
        <p:txBody>
          <a:bodyPr spcFirstLastPara="1" wrap="square" lIns="0" tIns="23154" rIns="0" bIns="0" anchor="t" anchorCtr="0">
            <a:spAutoFit/>
          </a:bodyPr>
          <a:lstStyle/>
          <a:p>
            <a:pPr algn="ctr" defTabSz="1450147" hangingPunct="1">
              <a:buClr>
                <a:srgbClr val="000000"/>
              </a:buClr>
            </a:pPr>
            <a:r>
              <a:rPr lang="en-US" sz="1507" i="1">
                <a:latin typeface="Arial"/>
                <a:ea typeface="Arial"/>
                <a:cs typeface="Arial"/>
                <a:sym typeface="Arial"/>
              </a:rPr>
              <a:t>x</a:t>
            </a:r>
            <a:r>
              <a:rPr lang="en-US" sz="1546" baseline="-25000">
                <a:latin typeface="Tahoma"/>
                <a:ea typeface="Tahoma"/>
                <a:cs typeface="Tahoma"/>
                <a:sym typeface="Tahoma"/>
              </a:rPr>
              <a:t>4</a:t>
            </a:r>
            <a:endParaRPr sz="1546" baseline="-25000">
              <a:latin typeface="Tahoma"/>
              <a:ea typeface="Tahoma"/>
              <a:cs typeface="Tahoma"/>
              <a:sym typeface="Tahoma"/>
            </a:endParaRPr>
          </a:p>
          <a:p>
            <a:pPr defTabSz="1450147" hangingPunct="1">
              <a:spcBef>
                <a:spcPts val="293"/>
              </a:spcBef>
              <a:buClr>
                <a:srgbClr val="000000"/>
              </a:buClr>
            </a:pPr>
            <a:endParaRPr sz="1031">
              <a:latin typeface="Tahoma"/>
              <a:ea typeface="Tahoma"/>
              <a:cs typeface="Tahoma"/>
              <a:sym typeface="Tahoma"/>
            </a:endParaRPr>
          </a:p>
          <a:p>
            <a:pPr algn="ctr" defTabSz="1450147" hangingPunct="1">
              <a:buClr>
                <a:srgbClr val="000000"/>
              </a:buClr>
            </a:pPr>
            <a:r>
              <a:rPr lang="en-US" sz="1507" i="1">
                <a:latin typeface="Arial"/>
                <a:ea typeface="Arial"/>
                <a:cs typeface="Arial"/>
                <a:sym typeface="Arial"/>
              </a:rPr>
              <a:t>t </a:t>
            </a:r>
            <a:r>
              <a:rPr lang="en-US" sz="1665">
                <a:latin typeface="Tahoma"/>
                <a:ea typeface="Tahoma"/>
                <a:cs typeface="Tahoma"/>
                <a:sym typeface="Tahoma"/>
              </a:rPr>
              <a:t>= </a:t>
            </a:r>
            <a:r>
              <a:rPr lang="en-US" sz="1507">
                <a:latin typeface="Tahoma"/>
                <a:ea typeface="Tahoma"/>
                <a:cs typeface="Tahoma"/>
                <a:sym typeface="Tahoma"/>
              </a:rPr>
              <a:t>4</a:t>
            </a:r>
            <a:endParaRPr sz="1507">
              <a:latin typeface="Tahoma"/>
              <a:ea typeface="Tahoma"/>
              <a:cs typeface="Tahoma"/>
              <a:sym typeface="Tahoma"/>
            </a:endParaRPr>
          </a:p>
        </p:txBody>
      </p:sp>
      <p:sp>
        <p:nvSpPr>
          <p:cNvPr id="478" name="Google Shape;478;p19"/>
          <p:cNvSpPr txBox="1"/>
          <p:nvPr/>
        </p:nvSpPr>
        <p:spPr>
          <a:xfrm>
            <a:off x="5870463" y="3192664"/>
            <a:ext cx="1230819" cy="672202"/>
          </a:xfrm>
          <a:prstGeom prst="rect">
            <a:avLst/>
          </a:prstGeom>
          <a:noFill/>
          <a:ln>
            <a:noFill/>
          </a:ln>
        </p:spPr>
        <p:txBody>
          <a:bodyPr spcFirstLastPara="1" wrap="square" lIns="0" tIns="25176" rIns="0" bIns="0" anchor="t" anchorCtr="0">
            <a:spAutoFit/>
          </a:bodyPr>
          <a:lstStyle/>
          <a:p>
            <a:pPr marL="80564" defTabSz="1450147" hangingPunct="1">
              <a:buClr>
                <a:srgbClr val="000000"/>
              </a:buClr>
            </a:pPr>
            <a:r>
              <a:rPr lang="en-US" sz="1507" i="1">
                <a:latin typeface="Arial"/>
                <a:ea typeface="Arial"/>
                <a:cs typeface="Arial"/>
                <a:sym typeface="Arial"/>
              </a:rPr>
              <a:t>h</a:t>
            </a:r>
            <a:r>
              <a:rPr lang="en-US" sz="1546" baseline="-25000">
                <a:latin typeface="Tahoma"/>
                <a:ea typeface="Tahoma"/>
                <a:cs typeface="Tahoma"/>
                <a:sym typeface="Tahoma"/>
              </a:rPr>
              <a:t>4	</a:t>
            </a:r>
            <a:r>
              <a:rPr lang="en-US" sz="2498" baseline="30000">
                <a:latin typeface="Lucida Sans"/>
                <a:ea typeface="Lucida Sans"/>
                <a:cs typeface="Lucida Sans"/>
                <a:sym typeface="Lucida Sans"/>
              </a:rPr>
              <a:t>· · ·</a:t>
            </a:r>
            <a:endParaRPr sz="2498" baseline="30000">
              <a:latin typeface="Lucida Sans"/>
              <a:ea typeface="Lucida Sans"/>
              <a:cs typeface="Lucida Sans"/>
              <a:sym typeface="Lucida Sans"/>
            </a:endParaRPr>
          </a:p>
        </p:txBody>
      </p:sp>
      <p:sp>
        <p:nvSpPr>
          <p:cNvPr id="479" name="Google Shape;479;p19"/>
          <p:cNvSpPr txBox="1"/>
          <p:nvPr/>
        </p:nvSpPr>
        <p:spPr>
          <a:xfrm>
            <a:off x="510494" y="5266496"/>
            <a:ext cx="7046318" cy="312134"/>
          </a:xfrm>
          <a:prstGeom prst="rect">
            <a:avLst/>
          </a:prstGeom>
          <a:noFill/>
          <a:ln>
            <a:noFill/>
          </a:ln>
        </p:spPr>
        <p:txBody>
          <a:bodyPr spcFirstLastPara="1" wrap="square" lIns="0" tIns="19110" rIns="0" bIns="0" anchor="t" anchorCtr="0">
            <a:spAutoFit/>
          </a:bodyPr>
          <a:lstStyle/>
          <a:p>
            <a:pPr marL="60423" defTabSz="1450147" hangingPunct="1">
              <a:buClr>
                <a:srgbClr val="000000"/>
              </a:buClr>
            </a:pPr>
            <a:r>
              <a:rPr lang="en-US" sz="1665">
                <a:solidFill>
                  <a:srgbClr val="1B1472"/>
                </a:solidFill>
                <a:latin typeface="Tahoma"/>
                <a:ea typeface="Tahoma"/>
                <a:cs typeface="Tahoma"/>
                <a:sym typeface="Tahoma"/>
              </a:rPr>
              <a:t>Key insight</a:t>
            </a:r>
            <a:r>
              <a:rPr lang="en-US" sz="1665">
                <a:latin typeface="Tahoma"/>
                <a:ea typeface="Tahoma"/>
                <a:cs typeface="Tahoma"/>
                <a:sym typeface="Tahoma"/>
              </a:rPr>
              <a:t>: Same parameters (</a:t>
            </a:r>
            <a:r>
              <a:rPr lang="en-US" sz="1665" i="1">
                <a:latin typeface="Arial"/>
                <a:ea typeface="Arial"/>
                <a:cs typeface="Arial"/>
                <a:sym typeface="Arial"/>
              </a:rPr>
              <a:t>W</a:t>
            </a:r>
            <a:r>
              <a:rPr lang="en-US" sz="1665" i="1" baseline="-25000">
                <a:latin typeface="Arial"/>
                <a:ea typeface="Arial"/>
                <a:cs typeface="Arial"/>
                <a:sym typeface="Arial"/>
              </a:rPr>
              <a:t>hx </a:t>
            </a:r>
            <a:r>
              <a:rPr lang="en-US" sz="1903" i="1"/>
              <a:t>, </a:t>
            </a:r>
            <a:r>
              <a:rPr lang="en-US" sz="1665" i="1">
                <a:latin typeface="Arial"/>
                <a:ea typeface="Arial"/>
                <a:cs typeface="Arial"/>
                <a:sym typeface="Arial"/>
              </a:rPr>
              <a:t>W</a:t>
            </a:r>
            <a:r>
              <a:rPr lang="en-US" sz="1665" i="1" baseline="-25000">
                <a:latin typeface="Arial"/>
                <a:ea typeface="Arial"/>
                <a:cs typeface="Arial"/>
                <a:sym typeface="Arial"/>
              </a:rPr>
              <a:t>hh</a:t>
            </a:r>
            <a:r>
              <a:rPr lang="en-US" sz="1903" i="1"/>
              <a:t>, </a:t>
            </a:r>
            <a:r>
              <a:rPr lang="en-US" sz="1665" i="1">
                <a:latin typeface="Arial"/>
                <a:ea typeface="Arial"/>
                <a:cs typeface="Arial"/>
                <a:sym typeface="Arial"/>
              </a:rPr>
              <a:t>W</a:t>
            </a:r>
            <a:r>
              <a:rPr lang="en-US" sz="1665" i="1" baseline="-25000">
                <a:latin typeface="Arial"/>
                <a:ea typeface="Arial"/>
                <a:cs typeface="Arial"/>
                <a:sym typeface="Arial"/>
              </a:rPr>
              <a:t>ho </a:t>
            </a:r>
            <a:r>
              <a:rPr lang="en-US" sz="1665">
                <a:latin typeface="Tahoma"/>
                <a:ea typeface="Tahoma"/>
                <a:cs typeface="Tahoma"/>
                <a:sym typeface="Tahoma"/>
              </a:rPr>
              <a:t>) applied at each time step</a:t>
            </a:r>
            <a:endParaRPr sz="1665">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D18A8688-1E58-4E63-8954-8B2DE2D489C7}"/>
                  </a:ext>
                </a:extLst>
              </p14:cNvPr>
              <p14:cNvContentPartPr/>
              <p14:nvPr/>
            </p14:nvContentPartPr>
            <p14:xfrm>
              <a:off x="2249640" y="957600"/>
              <a:ext cx="6773760" cy="5407920"/>
            </p14:xfrm>
          </p:contentPart>
        </mc:Choice>
        <mc:Fallback>
          <p:pic>
            <p:nvPicPr>
              <p:cNvPr id="2" name="Ink 1">
                <a:extLst>
                  <a:ext uri="{FF2B5EF4-FFF2-40B4-BE49-F238E27FC236}">
                    <a16:creationId xmlns:a16="http://schemas.microsoft.com/office/drawing/2014/main" id="{D18A8688-1E58-4E63-8954-8B2DE2D489C7}"/>
                  </a:ext>
                </a:extLst>
              </p:cNvPr>
              <p:cNvPicPr/>
              <p:nvPr/>
            </p:nvPicPr>
            <p:blipFill>
              <a:blip r:embed="rId4"/>
              <a:stretch>
                <a:fillRect/>
              </a:stretch>
            </p:blipFill>
            <p:spPr>
              <a:xfrm>
                <a:off x="2240280" y="948240"/>
                <a:ext cx="6792480" cy="5426640"/>
              </a:xfrm>
              <a:prstGeom prst="rect">
                <a:avLst/>
              </a:prstGeom>
            </p:spPr>
          </p:pic>
        </mc:Fallback>
      </mc:AlternateContent>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20"/>
          <p:cNvSpPr txBox="1">
            <a:spLocks noGrp="1"/>
          </p:cNvSpPr>
          <p:nvPr>
            <p:ph type="title" idx="4294967295"/>
          </p:nvPr>
        </p:nvSpPr>
        <p:spPr>
          <a:xfrm>
            <a:off x="0" y="256242"/>
            <a:ext cx="6875929" cy="455268"/>
          </a:xfrm>
          <a:prstGeom prst="rect">
            <a:avLst/>
          </a:prstGeom>
          <a:noFill/>
          <a:ln>
            <a:noFill/>
          </a:ln>
        </p:spPr>
        <p:txBody>
          <a:bodyPr spcFirstLastPara="1" wrap="square" lIns="0" tIns="24145" rIns="0" bIns="0" anchor="t" anchorCtr="0">
            <a:spAutoFit/>
          </a:bodyPr>
          <a:lstStyle/>
          <a:p>
            <a:pPr marL="20141"/>
            <a:r>
              <a:rPr lang="en-US" sz="2800" dirty="0">
                <a:solidFill>
                  <a:schemeClr val="bg1"/>
                </a:solidFill>
              </a:rPr>
              <a:t>RNN M</a:t>
            </a:r>
            <a:r>
              <a:rPr lang="en-US" sz="2800" cap="small" dirty="0">
                <a:solidFill>
                  <a:schemeClr val="bg1"/>
                </a:solidFill>
              </a:rPr>
              <a:t>athematical</a:t>
            </a:r>
            <a:r>
              <a:rPr lang="en-US" sz="2800" dirty="0">
                <a:solidFill>
                  <a:schemeClr val="bg1"/>
                </a:solidFill>
              </a:rPr>
              <a:t> F</a:t>
            </a:r>
            <a:r>
              <a:rPr lang="en-US" sz="2800" cap="small" dirty="0">
                <a:solidFill>
                  <a:schemeClr val="bg1"/>
                </a:solidFill>
              </a:rPr>
              <a:t>ormulation</a:t>
            </a:r>
            <a:r>
              <a:rPr lang="en-US" sz="2800" dirty="0">
                <a:solidFill>
                  <a:schemeClr val="bg1"/>
                </a:solidFill>
              </a:rPr>
              <a:t> I</a:t>
            </a:r>
            <a:endParaRPr sz="2800" dirty="0">
              <a:solidFill>
                <a:schemeClr val="bg1"/>
              </a:solidFill>
            </a:endParaRPr>
          </a:p>
        </p:txBody>
      </p:sp>
      <p:pic>
        <p:nvPicPr>
          <p:cNvPr id="497" name="Google Shape;497;p20"/>
          <p:cNvPicPr preferRelativeResize="0"/>
          <p:nvPr/>
        </p:nvPicPr>
        <p:blipFill>
          <a:blip r:embed="rId3">
            <a:alphaModFix/>
          </a:blip>
          <a:stretch>
            <a:fillRect/>
          </a:stretch>
        </p:blipFill>
        <p:spPr>
          <a:xfrm>
            <a:off x="461563" y="970120"/>
            <a:ext cx="7681491" cy="4383741"/>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D54D1BC-B40D-43E1-8135-F5BE0915C06F}"/>
                  </a:ext>
                </a:extLst>
              </p14:cNvPr>
              <p14:cNvContentPartPr/>
              <p14:nvPr/>
            </p14:nvContentPartPr>
            <p14:xfrm>
              <a:off x="4085280" y="2556360"/>
              <a:ext cx="4899240" cy="3274560"/>
            </p14:xfrm>
          </p:contentPart>
        </mc:Choice>
        <mc:Fallback>
          <p:pic>
            <p:nvPicPr>
              <p:cNvPr id="2" name="Ink 1">
                <a:extLst>
                  <a:ext uri="{FF2B5EF4-FFF2-40B4-BE49-F238E27FC236}">
                    <a16:creationId xmlns:a16="http://schemas.microsoft.com/office/drawing/2014/main" id="{BD54D1BC-B40D-43E1-8135-F5BE0915C06F}"/>
                  </a:ext>
                </a:extLst>
              </p:cNvPr>
              <p:cNvPicPr/>
              <p:nvPr/>
            </p:nvPicPr>
            <p:blipFill>
              <a:blip r:embed="rId5"/>
              <a:stretch>
                <a:fillRect/>
              </a:stretch>
            </p:blipFill>
            <p:spPr>
              <a:xfrm>
                <a:off x="4075920" y="2547000"/>
                <a:ext cx="4917960" cy="3293280"/>
              </a:xfrm>
              <a:prstGeom prst="rect">
                <a:avLst/>
              </a:prstGeom>
            </p:spPr>
          </p:pic>
        </mc:Fallback>
      </mc:AlternateContent>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21"/>
          <p:cNvSpPr txBox="1">
            <a:spLocks noGrp="1"/>
          </p:cNvSpPr>
          <p:nvPr>
            <p:ph type="title" idx="4294967295"/>
          </p:nvPr>
        </p:nvSpPr>
        <p:spPr>
          <a:xfrm>
            <a:off x="8965" y="345885"/>
            <a:ext cx="7571753"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RNN M</a:t>
            </a:r>
            <a:r>
              <a:rPr lang="en-US" sz="2800" b="1" cap="small" dirty="0">
                <a:solidFill>
                  <a:schemeClr val="bg1"/>
                </a:solidFill>
              </a:rPr>
              <a:t>athematical</a:t>
            </a:r>
            <a:r>
              <a:rPr lang="en-US" sz="2800" b="1" dirty="0">
                <a:solidFill>
                  <a:schemeClr val="bg1"/>
                </a:solidFill>
              </a:rPr>
              <a:t> F</a:t>
            </a:r>
            <a:r>
              <a:rPr lang="en-US" sz="2800" b="1" cap="small" dirty="0">
                <a:solidFill>
                  <a:schemeClr val="bg1"/>
                </a:solidFill>
              </a:rPr>
              <a:t>ormulation</a:t>
            </a:r>
            <a:r>
              <a:rPr lang="en-US" sz="2800" b="1" dirty="0">
                <a:solidFill>
                  <a:schemeClr val="bg1"/>
                </a:solidFill>
              </a:rPr>
              <a:t> II</a:t>
            </a:r>
            <a:endParaRPr sz="2800" b="1" dirty="0">
              <a:solidFill>
                <a:schemeClr val="bg1"/>
              </a:solidFill>
            </a:endParaRPr>
          </a:p>
        </p:txBody>
      </p:sp>
      <p:pic>
        <p:nvPicPr>
          <p:cNvPr id="509" name="Google Shape;509;p21"/>
          <p:cNvPicPr preferRelativeResize="0"/>
          <p:nvPr/>
        </p:nvPicPr>
        <p:blipFill>
          <a:blip r:embed="rId3">
            <a:alphaModFix/>
          </a:blip>
          <a:stretch>
            <a:fillRect/>
          </a:stretch>
        </p:blipFill>
        <p:spPr>
          <a:xfrm>
            <a:off x="383833" y="948681"/>
            <a:ext cx="7571753" cy="4170166"/>
          </a:xfrm>
          <a:prstGeom prst="rect">
            <a:avLst/>
          </a:prstGeom>
          <a:noFill/>
          <a:ln>
            <a:noFill/>
          </a:ln>
        </p:spPr>
      </p:pic>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22"/>
          <p:cNvSpPr txBox="1">
            <a:spLocks noGrp="1"/>
          </p:cNvSpPr>
          <p:nvPr>
            <p:ph type="title" idx="4294967295"/>
          </p:nvPr>
        </p:nvSpPr>
        <p:spPr>
          <a:xfrm>
            <a:off x="0" y="309375"/>
            <a:ext cx="6300200" cy="516823"/>
          </a:xfrm>
          <a:prstGeom prst="rect">
            <a:avLst/>
          </a:prstGeom>
          <a:noFill/>
          <a:ln>
            <a:noFill/>
          </a:ln>
        </p:spPr>
        <p:txBody>
          <a:bodyPr spcFirstLastPara="1" wrap="square" lIns="0" tIns="24145" rIns="0" bIns="0" anchor="t" anchorCtr="0">
            <a:spAutoFit/>
          </a:bodyPr>
          <a:lstStyle/>
          <a:p>
            <a:pPr marL="20141"/>
            <a:r>
              <a:rPr lang="en-US" sz="3200" b="1" dirty="0">
                <a:solidFill>
                  <a:schemeClr val="bg1"/>
                </a:solidFill>
              </a:rPr>
              <a:t>P</a:t>
            </a:r>
            <a:r>
              <a:rPr lang="en-US" sz="3200" b="1" cap="small" dirty="0">
                <a:solidFill>
                  <a:schemeClr val="bg1"/>
                </a:solidFill>
              </a:rPr>
              <a:t>arameter</a:t>
            </a:r>
            <a:r>
              <a:rPr lang="en-US" sz="3200" b="1" dirty="0">
                <a:solidFill>
                  <a:schemeClr val="bg1"/>
                </a:solidFill>
              </a:rPr>
              <a:t> S</a:t>
            </a:r>
            <a:r>
              <a:rPr lang="en-US" sz="3200" b="1" cap="small" dirty="0">
                <a:solidFill>
                  <a:schemeClr val="bg1"/>
                </a:solidFill>
              </a:rPr>
              <a:t>haring</a:t>
            </a:r>
            <a:r>
              <a:rPr lang="en-US" sz="3200" b="1" dirty="0">
                <a:solidFill>
                  <a:schemeClr val="bg1"/>
                </a:solidFill>
              </a:rPr>
              <a:t> A</a:t>
            </a:r>
            <a:r>
              <a:rPr lang="en-US" sz="3200" b="1" cap="small" dirty="0">
                <a:solidFill>
                  <a:schemeClr val="bg1"/>
                </a:solidFill>
              </a:rPr>
              <a:t>cross</a:t>
            </a:r>
            <a:r>
              <a:rPr lang="en-US" sz="3200" b="1" dirty="0">
                <a:solidFill>
                  <a:schemeClr val="bg1"/>
                </a:solidFill>
              </a:rPr>
              <a:t> T</a:t>
            </a:r>
            <a:r>
              <a:rPr lang="en-US" sz="3200" b="1" cap="small" dirty="0">
                <a:solidFill>
                  <a:schemeClr val="bg1"/>
                </a:solidFill>
              </a:rPr>
              <a:t>ime</a:t>
            </a:r>
            <a:endParaRPr sz="3200" b="1" dirty="0">
              <a:solidFill>
                <a:schemeClr val="bg1"/>
              </a:solidFill>
            </a:endParaRPr>
          </a:p>
        </p:txBody>
      </p:sp>
      <p:sp>
        <p:nvSpPr>
          <p:cNvPr id="518" name="Google Shape;518;p22"/>
          <p:cNvSpPr txBox="1"/>
          <p:nvPr/>
        </p:nvSpPr>
        <p:spPr>
          <a:xfrm>
            <a:off x="793773" y="1088607"/>
            <a:ext cx="6861747" cy="3428718"/>
          </a:xfrm>
          <a:prstGeom prst="rect">
            <a:avLst/>
          </a:prstGeom>
          <a:noFill/>
          <a:ln>
            <a:noFill/>
          </a:ln>
        </p:spPr>
        <p:txBody>
          <a:bodyPr spcFirstLastPara="1" wrap="square" lIns="0" tIns="103718" rIns="0" bIns="0" anchor="t" anchorCtr="0">
            <a:spAutoFit/>
          </a:bodyPr>
          <a:lstStyle/>
          <a:p>
            <a:pPr marL="346173"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Key insight</a:t>
            </a:r>
            <a:r>
              <a:rPr lang="en-US" dirty="0">
                <a:latin typeface="Calibri" panose="020F0502020204030204" pitchFamily="34" charset="0"/>
                <a:ea typeface="Calibri" panose="020F0502020204030204" pitchFamily="34" charset="0"/>
                <a:cs typeface="Calibri" panose="020F0502020204030204" pitchFamily="34" charset="0"/>
                <a:sym typeface="Tahoma"/>
              </a:rPr>
              <a:t>: Same parameters used at every time step</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i="1" dirty="0" err="1">
                <a:latin typeface="Calibri" panose="020F0502020204030204" pitchFamily="34" charset="0"/>
                <a:ea typeface="Calibri" panose="020F0502020204030204" pitchFamily="34" charset="0"/>
                <a:cs typeface="Calibri" panose="020F0502020204030204" pitchFamily="34" charset="0"/>
                <a:sym typeface="Arial"/>
              </a:rPr>
              <a:t>W</a:t>
            </a:r>
            <a:r>
              <a:rPr lang="en-US" i="1" baseline="-25000" dirty="0" err="1">
                <a:latin typeface="Calibri" panose="020F0502020204030204" pitchFamily="34" charset="0"/>
                <a:ea typeface="Calibri" panose="020F0502020204030204" pitchFamily="34" charset="0"/>
                <a:cs typeface="Calibri" panose="020F0502020204030204" pitchFamily="34" charset="0"/>
                <a:sym typeface="Arial"/>
              </a:rPr>
              <a:t>hx</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err="1">
                <a:latin typeface="Calibri" panose="020F0502020204030204" pitchFamily="34" charset="0"/>
                <a:ea typeface="Calibri" panose="020F0502020204030204" pitchFamily="34" charset="0"/>
                <a:cs typeface="Calibri" panose="020F0502020204030204" pitchFamily="34" charset="0"/>
                <a:sym typeface="Arial"/>
              </a:rPr>
              <a:t>W</a:t>
            </a:r>
            <a:r>
              <a:rPr lang="en-US" i="1" baseline="-25000" dirty="0" err="1">
                <a:latin typeface="Calibri" panose="020F0502020204030204" pitchFamily="34" charset="0"/>
                <a:ea typeface="Calibri" panose="020F0502020204030204" pitchFamily="34" charset="0"/>
                <a:cs typeface="Calibri" panose="020F0502020204030204" pitchFamily="34" charset="0"/>
                <a:sym typeface="Arial"/>
              </a:rPr>
              <a:t>hh</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err="1">
                <a:latin typeface="Calibri" panose="020F0502020204030204" pitchFamily="34" charset="0"/>
                <a:ea typeface="Calibri" panose="020F0502020204030204" pitchFamily="34" charset="0"/>
                <a:cs typeface="Calibri" panose="020F0502020204030204" pitchFamily="34" charset="0"/>
                <a:sym typeface="Arial"/>
              </a:rPr>
              <a:t>b</a:t>
            </a:r>
            <a:r>
              <a:rPr lang="en-US" i="1" baseline="-25000" dirty="0" err="1">
                <a:latin typeface="Calibri" panose="020F0502020204030204" pitchFamily="34" charset="0"/>
                <a:ea typeface="Calibri" panose="020F0502020204030204" pitchFamily="34" charset="0"/>
                <a:cs typeface="Calibri" panose="020F0502020204030204" pitchFamily="34" charset="0"/>
                <a:sym typeface="Arial"/>
              </a:rPr>
              <a:t>h</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Shared across all time steps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i="1" dirty="0">
                <a:latin typeface="Calibri" panose="020F0502020204030204" pitchFamily="34" charset="0"/>
                <a:ea typeface="Calibri" panose="020F0502020204030204" pitchFamily="34" charset="0"/>
                <a:cs typeface="Calibri" panose="020F0502020204030204" pitchFamily="34" charset="0"/>
                <a:sym typeface="Arial"/>
              </a:rPr>
              <a:t>W</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ho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err="1">
                <a:latin typeface="Calibri" panose="020F0502020204030204" pitchFamily="34" charset="0"/>
                <a:ea typeface="Calibri" panose="020F0502020204030204" pitchFamily="34" charset="0"/>
                <a:cs typeface="Calibri" panose="020F0502020204030204" pitchFamily="34" charset="0"/>
                <a:sym typeface="Arial"/>
              </a:rPr>
              <a:t>b</a:t>
            </a:r>
            <a:r>
              <a:rPr lang="en-US" i="1" baseline="-25000" dirty="0" err="1">
                <a:latin typeface="Calibri" panose="020F0502020204030204" pitchFamily="34" charset="0"/>
                <a:ea typeface="Calibri" panose="020F0502020204030204" pitchFamily="34" charset="0"/>
                <a:cs typeface="Calibri" panose="020F0502020204030204" pitchFamily="34" charset="0"/>
                <a:sym typeface="Arial"/>
              </a:rPr>
              <a:t>o</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Shared across all time steps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46173"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Advantages</a:t>
            </a:r>
            <a:r>
              <a:rPr lang="en-US" dirty="0">
                <a:latin typeface="Calibri" panose="020F0502020204030204" pitchFamily="34" charset="0"/>
                <a:ea typeface="Calibri" panose="020F0502020204030204" pitchFamily="34" charset="0"/>
                <a:cs typeface="Calibri" panose="020F0502020204030204" pitchFamily="34" charset="0"/>
                <a:sym typeface="Tahoma"/>
              </a:rPr>
              <a:t>:</a:t>
            </a:r>
          </a:p>
          <a:p>
            <a:pPr marL="305891" marR="547833" indent="-285750" defTabSz="1450147" hangingPunct="1">
              <a:lnSpc>
                <a:spcPct val="150000"/>
              </a:lnSpc>
              <a:buClr>
                <a:srgbClr val="000000"/>
              </a:buClr>
              <a:buFont typeface="Courier New" panose="02070309020205020404" pitchFamily="49" charset="0"/>
              <a:buChar char="o"/>
            </a:pPr>
            <a:r>
              <a:rPr lang="en-US" sz="1800" dirty="0">
                <a:latin typeface="Calibri" panose="020F0502020204030204" pitchFamily="34" charset="0"/>
                <a:ea typeface="Calibri" panose="020F0502020204030204" pitchFamily="34" charset="0"/>
                <a:cs typeface="Calibri" panose="020F0502020204030204" pitchFamily="34" charset="0"/>
                <a:sym typeface="Tahoma"/>
              </a:rPr>
              <a:t>Fixed number of parameters regardless of sequence length </a:t>
            </a:r>
          </a:p>
          <a:p>
            <a:pPr marL="305891" marR="547833" indent="-285750" defTabSz="1450147" hangingPunct="1">
              <a:lnSpc>
                <a:spcPct val="150000"/>
              </a:lnSpc>
              <a:buClr>
                <a:srgbClr val="000000"/>
              </a:buClr>
              <a:buFont typeface="Courier New" panose="02070309020205020404" pitchFamily="49" charset="0"/>
              <a:buChar char="o"/>
            </a:pPr>
            <a:r>
              <a:rPr lang="en-US" sz="1800" dirty="0">
                <a:latin typeface="Calibri" panose="020F0502020204030204" pitchFamily="34" charset="0"/>
                <a:ea typeface="Calibri" panose="020F0502020204030204" pitchFamily="34" charset="0"/>
                <a:cs typeface="Calibri" panose="020F0502020204030204" pitchFamily="34" charset="0"/>
                <a:sym typeface="Tahoma"/>
              </a:rPr>
              <a:t>Can process sequences of any length</a:t>
            </a:r>
          </a:p>
          <a:p>
            <a:pPr marL="305891" indent="-285750" defTabSz="1450147" hangingPunct="1">
              <a:lnSpc>
                <a:spcPct val="150000"/>
              </a:lnSpc>
              <a:buClr>
                <a:srgbClr val="000000"/>
              </a:buClr>
              <a:buFont typeface="Courier New" panose="02070309020205020404" pitchFamily="49" charset="0"/>
              <a:buChar char="o"/>
            </a:pPr>
            <a:r>
              <a:rPr lang="en-US" sz="1800" dirty="0">
                <a:latin typeface="Calibri" panose="020F0502020204030204" pitchFamily="34" charset="0"/>
                <a:ea typeface="Calibri" panose="020F0502020204030204" pitchFamily="34" charset="0"/>
                <a:cs typeface="Calibri" panose="020F0502020204030204" pitchFamily="34" charset="0"/>
                <a:sym typeface="Tahoma"/>
              </a:rPr>
              <a:t>Generalization: patterns learned at one position transfer to others</a:t>
            </a:r>
          </a:p>
          <a:p>
            <a:pPr marL="305891" indent="-285750" defTabSz="1450147" hangingPunct="1">
              <a:lnSpc>
                <a:spcPct val="150000"/>
              </a:lnSpc>
              <a:buClr>
                <a:srgbClr val="000000"/>
              </a:buClr>
              <a:buFont typeface="Wingdings" panose="05000000000000000000" pitchFamily="2" charset="2"/>
              <a:buChar char="Ø"/>
            </a:pPr>
            <a:r>
              <a:rPr lang="en-US" sz="18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Contrast with feedforward</a:t>
            </a:r>
            <a:r>
              <a:rPr lang="en-US" sz="1800" dirty="0">
                <a:latin typeface="Calibri" panose="020F0502020204030204" pitchFamily="34" charset="0"/>
                <a:ea typeface="Calibri" panose="020F0502020204030204" pitchFamily="34" charset="0"/>
                <a:cs typeface="Calibri" panose="020F0502020204030204" pitchFamily="34" charset="0"/>
                <a:sym typeface="Tahoma"/>
              </a:rPr>
              <a:t>: Different weights for each position</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23"/>
          <p:cNvSpPr txBox="1">
            <a:spLocks noGrp="1"/>
          </p:cNvSpPr>
          <p:nvPr>
            <p:ph type="title" idx="4294967295"/>
          </p:nvPr>
        </p:nvSpPr>
        <p:spPr>
          <a:xfrm>
            <a:off x="26895" y="331788"/>
            <a:ext cx="5493051" cy="536575"/>
          </a:xfrm>
          <a:prstGeom prst="rect">
            <a:avLst/>
          </a:prstGeom>
          <a:noFill/>
          <a:ln>
            <a:noFill/>
          </a:ln>
        </p:spPr>
        <p:txBody>
          <a:bodyPr spcFirstLastPara="1" wrap="square" lIns="0" tIns="24145" rIns="0" bIns="0" anchor="t" anchorCtr="0">
            <a:spAutoFit/>
          </a:bodyPr>
          <a:lstStyle/>
          <a:p>
            <a:pPr marL="20141"/>
            <a:r>
              <a:rPr lang="en-US" sz="3200" b="1" dirty="0">
                <a:solidFill>
                  <a:schemeClr val="bg1"/>
                </a:solidFill>
              </a:rPr>
              <a:t>RNN P</a:t>
            </a:r>
            <a:r>
              <a:rPr lang="en-US" sz="3200" b="1" cap="small" dirty="0">
                <a:solidFill>
                  <a:schemeClr val="bg1"/>
                </a:solidFill>
              </a:rPr>
              <a:t>arameter</a:t>
            </a:r>
            <a:r>
              <a:rPr lang="en-US" sz="3200" b="1" dirty="0">
                <a:solidFill>
                  <a:schemeClr val="bg1"/>
                </a:solidFill>
              </a:rPr>
              <a:t> C</a:t>
            </a:r>
            <a:r>
              <a:rPr lang="en-US" sz="3200" b="1" cap="small" dirty="0">
                <a:solidFill>
                  <a:schemeClr val="bg1"/>
                </a:solidFill>
              </a:rPr>
              <a:t>ounting</a:t>
            </a:r>
            <a:endParaRPr sz="3200" b="1" dirty="0">
              <a:solidFill>
                <a:schemeClr val="bg1"/>
              </a:solidFill>
            </a:endParaRPr>
          </a:p>
        </p:txBody>
      </p:sp>
      <p:sp>
        <p:nvSpPr>
          <p:cNvPr id="542" name="Google Shape;542;p23"/>
          <p:cNvSpPr txBox="1"/>
          <p:nvPr/>
        </p:nvSpPr>
        <p:spPr>
          <a:xfrm>
            <a:off x="982033" y="1581042"/>
            <a:ext cx="6570872" cy="3961428"/>
          </a:xfrm>
          <a:prstGeom prst="rect">
            <a:avLst/>
          </a:prstGeom>
          <a:noFill/>
          <a:ln>
            <a:noFill/>
          </a:ln>
        </p:spPr>
        <p:txBody>
          <a:bodyPr spcFirstLastPara="1" wrap="square" lIns="0" tIns="103718" rIns="0" bIns="0" anchor="t" anchorCtr="0">
            <a:spAutoFit/>
          </a:bodyPr>
          <a:lstStyle/>
          <a:p>
            <a:pPr marL="346173"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Given</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626"/>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Input dimension: </a:t>
            </a:r>
            <a:r>
              <a:rPr lang="en-US" i="1" dirty="0">
                <a:latin typeface="Calibri" panose="020F0502020204030204" pitchFamily="34" charset="0"/>
                <a:ea typeface="Calibri" panose="020F0502020204030204" pitchFamily="34" charset="0"/>
                <a:cs typeface="Calibri" panose="020F0502020204030204" pitchFamily="34" charset="0"/>
                <a:sym typeface="Arial"/>
              </a:rPr>
              <a:t>d</a:t>
            </a:r>
            <a:endParaRPr dirty="0">
              <a:latin typeface="Calibri" panose="020F0502020204030204" pitchFamily="34" charset="0"/>
              <a:ea typeface="Calibri" panose="020F0502020204030204" pitchFamily="34" charset="0"/>
              <a:cs typeface="Calibri" panose="020F0502020204030204" pitchFamily="34" charset="0"/>
              <a:sym typeface="Arial"/>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Hidden dimension: </a:t>
            </a:r>
            <a:r>
              <a:rPr lang="en-US" i="1" dirty="0">
                <a:latin typeface="Calibri" panose="020F0502020204030204" pitchFamily="34" charset="0"/>
                <a:ea typeface="Calibri" panose="020F0502020204030204" pitchFamily="34" charset="0"/>
                <a:cs typeface="Calibri" panose="020F0502020204030204" pitchFamily="34" charset="0"/>
                <a:sym typeface="Arial"/>
              </a:rPr>
              <a:t>h</a:t>
            </a:r>
            <a:endParaRPr dirty="0">
              <a:latin typeface="Calibri" panose="020F0502020204030204" pitchFamily="34" charset="0"/>
              <a:ea typeface="Calibri" panose="020F0502020204030204" pitchFamily="34" charset="0"/>
              <a:cs typeface="Calibri" panose="020F0502020204030204" pitchFamily="34" charset="0"/>
              <a:sym typeface="Arial"/>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Output/vocabulary size: </a:t>
            </a:r>
            <a:r>
              <a:rPr lang="en-US" i="1" dirty="0">
                <a:latin typeface="Calibri" panose="020F0502020204030204" pitchFamily="34" charset="0"/>
                <a:ea typeface="Calibri" panose="020F0502020204030204" pitchFamily="34" charset="0"/>
                <a:cs typeface="Calibri" panose="020F0502020204030204" pitchFamily="34" charset="0"/>
                <a:sym typeface="Arial"/>
              </a:rPr>
              <a:t>V</a:t>
            </a:r>
            <a:endParaRPr dirty="0">
              <a:latin typeface="Calibri" panose="020F0502020204030204" pitchFamily="34" charset="0"/>
              <a:ea typeface="Calibri" panose="020F0502020204030204" pitchFamily="34" charset="0"/>
              <a:cs typeface="Calibri" panose="020F0502020204030204" pitchFamily="34" charset="0"/>
              <a:sym typeface="Arial"/>
            </a:endParaRPr>
          </a:p>
          <a:p>
            <a:pPr marL="346173" indent="-285750" defTabSz="1450147" hangingPunct="1">
              <a:spcBef>
                <a:spcPts val="801"/>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Parameter count</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215505" marR="4222546" defTabSz="1450147" hangingPunct="1">
              <a:lnSpc>
                <a:spcPct val="121100"/>
              </a:lnSpc>
              <a:spcBef>
                <a:spcPts val="1467"/>
              </a:spcBef>
              <a:buClr>
                <a:srgbClr val="000000"/>
              </a:buClr>
            </a:pPr>
            <a:r>
              <a:rPr lang="en-US" i="1" dirty="0" err="1">
                <a:latin typeface="Calibri" panose="020F0502020204030204" pitchFamily="34" charset="0"/>
                <a:ea typeface="Calibri" panose="020F0502020204030204" pitchFamily="34" charset="0"/>
                <a:cs typeface="Calibri" panose="020F0502020204030204" pitchFamily="34" charset="0"/>
                <a:sym typeface="Arial"/>
              </a:rPr>
              <a:t>W</a:t>
            </a:r>
            <a:r>
              <a:rPr lang="en-US" i="1" baseline="-25000" dirty="0" err="1">
                <a:latin typeface="Calibri" panose="020F0502020204030204" pitchFamily="34" charset="0"/>
                <a:ea typeface="Calibri" panose="020F0502020204030204" pitchFamily="34" charset="0"/>
                <a:cs typeface="Calibri" panose="020F0502020204030204" pitchFamily="34" charset="0"/>
                <a:sym typeface="Arial"/>
              </a:rPr>
              <a:t>hx</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h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d </a:t>
            </a:r>
            <a:r>
              <a:rPr lang="en-US" i="1" dirty="0" err="1">
                <a:latin typeface="Calibri" panose="020F0502020204030204" pitchFamily="34" charset="0"/>
                <a:ea typeface="Calibri" panose="020F0502020204030204" pitchFamily="34" charset="0"/>
                <a:cs typeface="Calibri" panose="020F0502020204030204" pitchFamily="34" charset="0"/>
                <a:sym typeface="Arial"/>
              </a:rPr>
              <a:t>W</a:t>
            </a:r>
            <a:r>
              <a:rPr lang="en-US" i="1" baseline="-25000" dirty="0" err="1">
                <a:latin typeface="Calibri" panose="020F0502020204030204" pitchFamily="34" charset="0"/>
                <a:ea typeface="Calibri" panose="020F0502020204030204" pitchFamily="34" charset="0"/>
                <a:cs typeface="Calibri" panose="020F0502020204030204" pitchFamily="34" charset="0"/>
                <a:sym typeface="Arial"/>
              </a:rPr>
              <a:t>hh</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h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h</a:t>
            </a:r>
            <a:endParaRPr lang="en-IN" dirty="0">
              <a:latin typeface="Calibri" panose="020F0502020204030204" pitchFamily="34" charset="0"/>
              <a:ea typeface="Calibri" panose="020F0502020204030204" pitchFamily="34" charset="0"/>
              <a:cs typeface="Calibri" panose="020F0502020204030204" pitchFamily="34" charset="0"/>
              <a:sym typeface="Arial"/>
            </a:endParaRPr>
          </a:p>
          <a:p>
            <a:pPr marL="1383680" defTabSz="1450147" hangingPunct="1">
              <a:spcBef>
                <a:spcPts val="484"/>
              </a:spcBef>
              <a:buClr>
                <a:srgbClr val="000000"/>
              </a:buClr>
            </a:pPr>
            <a:r>
              <a:rPr lang="en-IN" i="1" dirty="0" err="1">
                <a:latin typeface="Calibri" panose="020F0502020204030204" pitchFamily="34" charset="0"/>
                <a:ea typeface="Calibri" panose="020F0502020204030204" pitchFamily="34" charset="0"/>
                <a:cs typeface="Calibri" panose="020F0502020204030204" pitchFamily="34" charset="0"/>
                <a:sym typeface="Arial"/>
              </a:rPr>
              <a:t>b</a:t>
            </a:r>
            <a:r>
              <a:rPr lang="en-IN" i="1" baseline="-25000" dirty="0" err="1">
                <a:latin typeface="Calibri" panose="020F0502020204030204" pitchFamily="34" charset="0"/>
                <a:ea typeface="Calibri" panose="020F0502020204030204" pitchFamily="34" charset="0"/>
                <a:cs typeface="Calibri" panose="020F0502020204030204" pitchFamily="34" charset="0"/>
                <a:sym typeface="Arial"/>
              </a:rPr>
              <a:t>h</a:t>
            </a:r>
            <a:r>
              <a:rPr lang="en-IN"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IN" dirty="0">
                <a:latin typeface="Calibri" panose="020F0502020204030204" pitchFamily="34" charset="0"/>
                <a:ea typeface="Calibri" panose="020F0502020204030204" pitchFamily="34" charset="0"/>
                <a:cs typeface="Calibri" panose="020F0502020204030204" pitchFamily="34" charset="0"/>
                <a:sym typeface="Tahoma"/>
              </a:rPr>
              <a:t>: </a:t>
            </a:r>
            <a:r>
              <a:rPr lang="en-IN" i="1" dirty="0">
                <a:latin typeface="Calibri" panose="020F0502020204030204" pitchFamily="34" charset="0"/>
                <a:ea typeface="Calibri" panose="020F0502020204030204" pitchFamily="34" charset="0"/>
                <a:cs typeface="Calibri" panose="020F0502020204030204" pitchFamily="34" charset="0"/>
                <a:sym typeface="Arial"/>
              </a:rPr>
              <a:t>h</a:t>
            </a:r>
            <a:endParaRPr lang="en-IN" dirty="0">
              <a:latin typeface="Calibri" panose="020F0502020204030204" pitchFamily="34" charset="0"/>
              <a:ea typeface="Calibri" panose="020F0502020204030204" pitchFamily="34" charset="0"/>
              <a:cs typeface="Calibri" panose="020F0502020204030204" pitchFamily="34" charset="0"/>
              <a:sym typeface="Arial"/>
            </a:endParaRPr>
          </a:p>
          <a:p>
            <a:pPr marL="1216514" marR="4173201" defTabSz="1450147" hangingPunct="1">
              <a:lnSpc>
                <a:spcPct val="121100"/>
              </a:lnSpc>
              <a:buClr>
                <a:srgbClr val="000000"/>
              </a:buClr>
            </a:pPr>
            <a:r>
              <a:rPr lang="en-US" i="1" dirty="0">
                <a:latin typeface="Calibri" panose="020F0502020204030204" pitchFamily="34" charset="0"/>
                <a:ea typeface="Calibri" panose="020F0502020204030204" pitchFamily="34" charset="0"/>
                <a:cs typeface="Calibri" panose="020F0502020204030204" pitchFamily="34" charset="0"/>
                <a:sym typeface="Arial"/>
              </a:rPr>
              <a:t>W</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ho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V </a:t>
            </a:r>
            <a:r>
              <a:rPr lang="en-US" dirty="0">
                <a:latin typeface="Calibri" panose="020F0502020204030204" pitchFamily="34" charset="0"/>
                <a:ea typeface="Calibri" panose="020F0502020204030204" pitchFamily="34" charset="0"/>
                <a:cs typeface="Calibri" panose="020F0502020204030204" pitchFamily="34" charset="0"/>
                <a:sym typeface="Lucida Sans"/>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h </a:t>
            </a:r>
            <a:r>
              <a:rPr lang="en-US" i="1" dirty="0" err="1">
                <a:latin typeface="Calibri" panose="020F0502020204030204" pitchFamily="34" charset="0"/>
                <a:ea typeface="Calibri" panose="020F0502020204030204" pitchFamily="34" charset="0"/>
                <a:cs typeface="Calibri" panose="020F0502020204030204" pitchFamily="34" charset="0"/>
                <a:sym typeface="Arial"/>
              </a:rPr>
              <a:t>b</a:t>
            </a:r>
            <a:r>
              <a:rPr lang="en-US" i="1" baseline="-25000" dirty="0" err="1">
                <a:latin typeface="Calibri" panose="020F0502020204030204" pitchFamily="34" charset="0"/>
                <a:ea typeface="Calibri" panose="020F0502020204030204" pitchFamily="34" charset="0"/>
                <a:cs typeface="Calibri" panose="020F0502020204030204" pitchFamily="34" charset="0"/>
                <a:sym typeface="Arial"/>
              </a:rPr>
              <a:t>o</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V</a:t>
            </a:r>
            <a:endParaRPr lang="pt-BR" dirty="0">
              <a:latin typeface="Calibri" panose="020F0502020204030204" pitchFamily="34" charset="0"/>
              <a:ea typeface="Calibri" panose="020F0502020204030204" pitchFamily="34" charset="0"/>
              <a:cs typeface="Calibri" panose="020F0502020204030204" pitchFamily="34" charset="0"/>
              <a:sym typeface="Arial"/>
            </a:endParaRPr>
          </a:p>
          <a:p>
            <a:pPr marL="1408607" indent="-285750" defTabSz="1450147" hangingPunct="1">
              <a:spcBef>
                <a:spcPts val="476"/>
              </a:spcBef>
              <a:buClr>
                <a:srgbClr val="000000"/>
              </a:buClr>
              <a:buFont typeface="Wingdings" panose="05000000000000000000" pitchFamily="2" charset="2"/>
              <a:buChar char="Ø"/>
            </a:pPr>
            <a:r>
              <a:rPr lang="pt-BR" i="1" dirty="0">
                <a:latin typeface="Calibri" panose="020F0502020204030204" pitchFamily="34" charset="0"/>
                <a:ea typeface="Calibri" panose="020F0502020204030204" pitchFamily="34" charset="0"/>
                <a:cs typeface="Calibri" panose="020F0502020204030204" pitchFamily="34" charset="0"/>
                <a:sym typeface="Arial"/>
              </a:rPr>
              <a:t>Total </a:t>
            </a:r>
            <a:r>
              <a:rPr lang="pt-BR" dirty="0">
                <a:latin typeface="Calibri" panose="020F0502020204030204" pitchFamily="34" charset="0"/>
                <a:ea typeface="Calibri" panose="020F0502020204030204" pitchFamily="34" charset="0"/>
                <a:cs typeface="Calibri" panose="020F0502020204030204" pitchFamily="34" charset="0"/>
                <a:sym typeface="Tahoma"/>
              </a:rPr>
              <a:t>: </a:t>
            </a:r>
            <a:r>
              <a:rPr lang="pt-BR" i="1" dirty="0">
                <a:latin typeface="Calibri" panose="020F0502020204030204" pitchFamily="34" charset="0"/>
                <a:ea typeface="Calibri" panose="020F0502020204030204" pitchFamily="34" charset="0"/>
                <a:cs typeface="Calibri" panose="020F0502020204030204" pitchFamily="34" charset="0"/>
                <a:sym typeface="Arial"/>
              </a:rPr>
              <a:t>hd </a:t>
            </a:r>
            <a:r>
              <a:rPr lang="pt-BR" dirty="0">
                <a:latin typeface="Calibri" panose="020F0502020204030204" pitchFamily="34" charset="0"/>
                <a:ea typeface="Calibri" panose="020F0502020204030204" pitchFamily="34" charset="0"/>
                <a:cs typeface="Calibri" panose="020F0502020204030204" pitchFamily="34" charset="0"/>
                <a:sym typeface="Tahoma"/>
              </a:rPr>
              <a:t>+ </a:t>
            </a:r>
            <a:r>
              <a:rPr lang="pt-BR" i="1" dirty="0">
                <a:latin typeface="Calibri" panose="020F0502020204030204" pitchFamily="34" charset="0"/>
                <a:ea typeface="Calibri" panose="020F0502020204030204" pitchFamily="34" charset="0"/>
                <a:cs typeface="Calibri" panose="020F0502020204030204" pitchFamily="34" charset="0"/>
                <a:sym typeface="Arial"/>
              </a:rPr>
              <a:t>h</a:t>
            </a:r>
            <a:r>
              <a:rPr lang="pt-BR" baseline="30000" dirty="0">
                <a:latin typeface="Calibri" panose="020F0502020204030204" pitchFamily="34" charset="0"/>
                <a:ea typeface="Calibri" panose="020F0502020204030204" pitchFamily="34" charset="0"/>
                <a:cs typeface="Calibri" panose="020F0502020204030204" pitchFamily="34" charset="0"/>
                <a:sym typeface="Tahoma"/>
              </a:rPr>
              <a:t>2 </a:t>
            </a:r>
            <a:r>
              <a:rPr lang="pt-BR" dirty="0">
                <a:latin typeface="Calibri" panose="020F0502020204030204" pitchFamily="34" charset="0"/>
                <a:ea typeface="Calibri" panose="020F0502020204030204" pitchFamily="34" charset="0"/>
                <a:cs typeface="Calibri" panose="020F0502020204030204" pitchFamily="34" charset="0"/>
                <a:sym typeface="Tahoma"/>
              </a:rPr>
              <a:t>+ </a:t>
            </a:r>
            <a:r>
              <a:rPr lang="pt-BR" i="1" dirty="0">
                <a:latin typeface="Calibri" panose="020F0502020204030204" pitchFamily="34" charset="0"/>
                <a:ea typeface="Calibri" panose="020F0502020204030204" pitchFamily="34" charset="0"/>
                <a:cs typeface="Calibri" panose="020F0502020204030204" pitchFamily="34" charset="0"/>
                <a:sym typeface="Arial"/>
              </a:rPr>
              <a:t>h </a:t>
            </a:r>
            <a:r>
              <a:rPr lang="pt-BR" dirty="0">
                <a:latin typeface="Calibri" panose="020F0502020204030204" pitchFamily="34" charset="0"/>
                <a:ea typeface="Calibri" panose="020F0502020204030204" pitchFamily="34" charset="0"/>
                <a:cs typeface="Calibri" panose="020F0502020204030204" pitchFamily="34" charset="0"/>
                <a:sym typeface="Tahoma"/>
              </a:rPr>
              <a:t>+ </a:t>
            </a:r>
            <a:r>
              <a:rPr lang="pt-BR" i="1" dirty="0">
                <a:latin typeface="Calibri" panose="020F0502020204030204" pitchFamily="34" charset="0"/>
                <a:ea typeface="Calibri" panose="020F0502020204030204" pitchFamily="34" charset="0"/>
                <a:cs typeface="Calibri" panose="020F0502020204030204" pitchFamily="34" charset="0"/>
                <a:sym typeface="Arial"/>
              </a:rPr>
              <a:t>Vh </a:t>
            </a:r>
            <a:r>
              <a:rPr lang="pt-BR" dirty="0">
                <a:latin typeface="Calibri" panose="020F0502020204030204" pitchFamily="34" charset="0"/>
                <a:ea typeface="Calibri" panose="020F0502020204030204" pitchFamily="34" charset="0"/>
                <a:cs typeface="Calibri" panose="020F0502020204030204" pitchFamily="34" charset="0"/>
                <a:sym typeface="Tahoma"/>
              </a:rPr>
              <a:t>+ </a:t>
            </a:r>
            <a:r>
              <a:rPr lang="pt-BR" i="1" dirty="0">
                <a:latin typeface="Calibri" panose="020F0502020204030204" pitchFamily="34" charset="0"/>
                <a:ea typeface="Calibri" panose="020F0502020204030204" pitchFamily="34" charset="0"/>
                <a:cs typeface="Calibri" panose="020F0502020204030204" pitchFamily="34" charset="0"/>
                <a:sym typeface="Arial"/>
              </a:rPr>
              <a:t>V </a:t>
            </a:r>
            <a:r>
              <a:rPr lang="pt-BR" dirty="0">
                <a:latin typeface="Calibri" panose="020F0502020204030204" pitchFamily="34" charset="0"/>
                <a:ea typeface="Calibri" panose="020F0502020204030204" pitchFamily="34" charset="0"/>
                <a:cs typeface="Calibri" panose="020F0502020204030204" pitchFamily="34" charset="0"/>
                <a:sym typeface="Tahoma"/>
              </a:rPr>
              <a:t>= </a:t>
            </a:r>
            <a:r>
              <a:rPr lang="pt-BR" i="1" dirty="0">
                <a:latin typeface="Calibri" panose="020F0502020204030204" pitchFamily="34" charset="0"/>
                <a:ea typeface="Calibri" panose="020F0502020204030204" pitchFamily="34" charset="0"/>
                <a:cs typeface="Calibri" panose="020F0502020204030204" pitchFamily="34" charset="0"/>
                <a:sym typeface="Arial"/>
              </a:rPr>
              <a:t>h</a:t>
            </a:r>
            <a:r>
              <a:rPr lang="pt-BR" dirty="0">
                <a:latin typeface="Calibri" panose="020F0502020204030204" pitchFamily="34" charset="0"/>
                <a:ea typeface="Calibri" panose="020F0502020204030204" pitchFamily="34" charset="0"/>
                <a:cs typeface="Calibri" panose="020F0502020204030204" pitchFamily="34" charset="0"/>
                <a:sym typeface="Tahoma"/>
              </a:rPr>
              <a:t>(</a:t>
            </a:r>
            <a:r>
              <a:rPr lang="pt-BR" i="1" dirty="0">
                <a:latin typeface="Calibri" panose="020F0502020204030204" pitchFamily="34" charset="0"/>
                <a:ea typeface="Calibri" panose="020F0502020204030204" pitchFamily="34" charset="0"/>
                <a:cs typeface="Calibri" panose="020F0502020204030204" pitchFamily="34" charset="0"/>
                <a:sym typeface="Arial"/>
              </a:rPr>
              <a:t>d </a:t>
            </a:r>
            <a:r>
              <a:rPr lang="pt-BR" dirty="0">
                <a:latin typeface="Calibri" panose="020F0502020204030204" pitchFamily="34" charset="0"/>
                <a:ea typeface="Calibri" panose="020F0502020204030204" pitchFamily="34" charset="0"/>
                <a:cs typeface="Calibri" panose="020F0502020204030204" pitchFamily="34" charset="0"/>
                <a:sym typeface="Tahoma"/>
              </a:rPr>
              <a:t>+ </a:t>
            </a:r>
            <a:r>
              <a:rPr lang="pt-BR" i="1" dirty="0">
                <a:latin typeface="Calibri" panose="020F0502020204030204" pitchFamily="34" charset="0"/>
                <a:ea typeface="Calibri" panose="020F0502020204030204" pitchFamily="34" charset="0"/>
                <a:cs typeface="Calibri" panose="020F0502020204030204" pitchFamily="34" charset="0"/>
                <a:sym typeface="Arial"/>
              </a:rPr>
              <a:t>h </a:t>
            </a:r>
            <a:r>
              <a:rPr lang="pt-BR" dirty="0">
                <a:latin typeface="Calibri" panose="020F0502020204030204" pitchFamily="34" charset="0"/>
                <a:ea typeface="Calibri" panose="020F0502020204030204" pitchFamily="34" charset="0"/>
                <a:cs typeface="Calibri" panose="020F0502020204030204" pitchFamily="34" charset="0"/>
                <a:sym typeface="Tahoma"/>
              </a:rPr>
              <a:t>+ </a:t>
            </a:r>
            <a:r>
              <a:rPr lang="pt-BR" i="1" dirty="0">
                <a:latin typeface="Calibri" panose="020F0502020204030204" pitchFamily="34" charset="0"/>
                <a:ea typeface="Calibri" panose="020F0502020204030204" pitchFamily="34" charset="0"/>
                <a:cs typeface="Calibri" panose="020F0502020204030204" pitchFamily="34" charset="0"/>
                <a:sym typeface="Arial"/>
              </a:rPr>
              <a:t>V </a:t>
            </a:r>
            <a:r>
              <a:rPr lang="pt-BR" dirty="0">
                <a:latin typeface="Calibri" panose="020F0502020204030204" pitchFamily="34" charset="0"/>
                <a:ea typeface="Calibri" panose="020F0502020204030204" pitchFamily="34" charset="0"/>
                <a:cs typeface="Calibri" panose="020F0502020204030204" pitchFamily="34" charset="0"/>
                <a:sym typeface="Tahoma"/>
              </a:rPr>
              <a:t>+ 1) + </a:t>
            </a:r>
            <a:r>
              <a:rPr lang="pt-BR" i="1" dirty="0">
                <a:latin typeface="Calibri" panose="020F0502020204030204" pitchFamily="34" charset="0"/>
                <a:ea typeface="Calibri" panose="020F0502020204030204" pitchFamily="34" charset="0"/>
                <a:cs typeface="Calibri" panose="020F0502020204030204" pitchFamily="34" charset="0"/>
                <a:sym typeface="Arial"/>
              </a:rPr>
              <a:t>V</a:t>
            </a:r>
            <a:endParaRPr lang="pt-BR" dirty="0">
              <a:latin typeface="Calibri" panose="020F0502020204030204" pitchFamily="34" charset="0"/>
              <a:ea typeface="Calibri" panose="020F0502020204030204" pitchFamily="34" charset="0"/>
              <a:cs typeface="Calibri" panose="020F0502020204030204" pitchFamily="34" charset="0"/>
              <a:sym typeface="Arial"/>
            </a:endParaRP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24"/>
          <p:cNvSpPr txBox="1">
            <a:spLocks noGrp="1"/>
          </p:cNvSpPr>
          <p:nvPr>
            <p:ph type="title" idx="4294967295"/>
          </p:nvPr>
        </p:nvSpPr>
        <p:spPr>
          <a:xfrm>
            <a:off x="44825" y="323009"/>
            <a:ext cx="6553199"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RNN P</a:t>
            </a:r>
            <a:r>
              <a:rPr lang="en-US" sz="2800" b="1" cap="small" dirty="0">
                <a:solidFill>
                  <a:schemeClr val="bg1"/>
                </a:solidFill>
              </a:rPr>
              <a:t>arameter</a:t>
            </a:r>
            <a:r>
              <a:rPr lang="en-US" sz="2800" b="1" dirty="0">
                <a:solidFill>
                  <a:schemeClr val="bg1"/>
                </a:solidFill>
              </a:rPr>
              <a:t> C</a:t>
            </a:r>
            <a:r>
              <a:rPr lang="en-US" sz="2800" b="1" cap="small" dirty="0">
                <a:solidFill>
                  <a:schemeClr val="bg1"/>
                </a:solidFill>
              </a:rPr>
              <a:t>ounting</a:t>
            </a:r>
            <a:r>
              <a:rPr lang="en-US" sz="2800" b="1" dirty="0">
                <a:solidFill>
                  <a:schemeClr val="bg1"/>
                </a:solidFill>
              </a:rPr>
              <a:t> E</a:t>
            </a:r>
            <a:r>
              <a:rPr lang="en-US" sz="2800" b="1" cap="small" dirty="0">
                <a:solidFill>
                  <a:schemeClr val="bg1"/>
                </a:solidFill>
              </a:rPr>
              <a:t>xample</a:t>
            </a:r>
            <a:endParaRPr sz="2800" b="1" dirty="0">
              <a:solidFill>
                <a:schemeClr val="bg1"/>
              </a:solidFill>
            </a:endParaRPr>
          </a:p>
        </p:txBody>
      </p:sp>
      <p:pic>
        <p:nvPicPr>
          <p:cNvPr id="560" name="Google Shape;560;p24"/>
          <p:cNvPicPr preferRelativeResize="0"/>
          <p:nvPr/>
        </p:nvPicPr>
        <p:blipFill>
          <a:blip r:embed="rId3">
            <a:alphaModFix/>
          </a:blip>
          <a:stretch>
            <a:fillRect/>
          </a:stretch>
        </p:blipFill>
        <p:spPr>
          <a:xfrm>
            <a:off x="369937" y="1038329"/>
            <a:ext cx="7750377" cy="3861733"/>
          </a:xfrm>
          <a:prstGeom prst="rect">
            <a:avLst/>
          </a:prstGeom>
          <a:noFill/>
          <a:ln>
            <a:noFill/>
          </a:ln>
        </p:spPr>
      </p:pic>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25"/>
          <p:cNvSpPr txBox="1">
            <a:spLocks noGrp="1"/>
          </p:cNvSpPr>
          <p:nvPr>
            <p:ph type="title" idx="4294967295"/>
          </p:nvPr>
        </p:nvSpPr>
        <p:spPr>
          <a:xfrm>
            <a:off x="17930" y="340378"/>
            <a:ext cx="6741458"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RNN F</a:t>
            </a:r>
            <a:r>
              <a:rPr lang="en-US" sz="2400" b="1" cap="small" dirty="0">
                <a:solidFill>
                  <a:schemeClr val="bg1"/>
                </a:solidFill>
              </a:rPr>
              <a:t>orward</a:t>
            </a:r>
            <a:r>
              <a:rPr lang="en-US" sz="2400" b="1" dirty="0">
                <a:solidFill>
                  <a:schemeClr val="bg1"/>
                </a:solidFill>
              </a:rPr>
              <a:t> P</a:t>
            </a:r>
            <a:r>
              <a:rPr lang="en-US" sz="2400" b="1" cap="small" dirty="0">
                <a:solidFill>
                  <a:schemeClr val="bg1"/>
                </a:solidFill>
              </a:rPr>
              <a:t>ass</a:t>
            </a:r>
            <a:r>
              <a:rPr lang="en-US" sz="2400" b="1" dirty="0">
                <a:solidFill>
                  <a:schemeClr val="bg1"/>
                </a:solidFill>
              </a:rPr>
              <a:t>: S</a:t>
            </a:r>
            <a:r>
              <a:rPr lang="en-US" sz="2400" b="1" cap="small" dirty="0">
                <a:solidFill>
                  <a:schemeClr val="bg1"/>
                </a:solidFill>
              </a:rPr>
              <a:t>imple</a:t>
            </a:r>
            <a:r>
              <a:rPr lang="en-US" sz="2400" b="1" dirty="0">
                <a:solidFill>
                  <a:schemeClr val="bg1"/>
                </a:solidFill>
              </a:rPr>
              <a:t> E</a:t>
            </a:r>
            <a:r>
              <a:rPr lang="en-US" sz="2400" b="1" cap="small" dirty="0">
                <a:solidFill>
                  <a:schemeClr val="bg1"/>
                </a:solidFill>
              </a:rPr>
              <a:t>xample</a:t>
            </a:r>
            <a:endParaRPr sz="2400" b="1" dirty="0">
              <a:solidFill>
                <a:schemeClr val="bg1"/>
              </a:solidFill>
            </a:endParaRPr>
          </a:p>
        </p:txBody>
      </p:sp>
      <p:pic>
        <p:nvPicPr>
          <p:cNvPr id="572" name="Google Shape;572;p25"/>
          <p:cNvPicPr preferRelativeResize="0"/>
          <p:nvPr/>
        </p:nvPicPr>
        <p:blipFill>
          <a:blip r:embed="rId3">
            <a:alphaModFix/>
          </a:blip>
          <a:stretch>
            <a:fillRect/>
          </a:stretch>
        </p:blipFill>
        <p:spPr>
          <a:xfrm>
            <a:off x="504581" y="991995"/>
            <a:ext cx="6968928" cy="4204189"/>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BFD483D-CAC4-4C92-AB8E-B0EBE3A715AF}"/>
                  </a:ext>
                </a:extLst>
              </p14:cNvPr>
              <p14:cNvContentPartPr/>
              <p14:nvPr/>
            </p14:nvContentPartPr>
            <p14:xfrm>
              <a:off x="2987640" y="2416680"/>
              <a:ext cx="4136040" cy="2773080"/>
            </p14:xfrm>
          </p:contentPart>
        </mc:Choice>
        <mc:Fallback>
          <p:pic>
            <p:nvPicPr>
              <p:cNvPr id="2" name="Ink 1">
                <a:extLst>
                  <a:ext uri="{FF2B5EF4-FFF2-40B4-BE49-F238E27FC236}">
                    <a16:creationId xmlns:a16="http://schemas.microsoft.com/office/drawing/2014/main" id="{ABFD483D-CAC4-4C92-AB8E-B0EBE3A715AF}"/>
                  </a:ext>
                </a:extLst>
              </p:cNvPr>
              <p:cNvPicPr/>
              <p:nvPr/>
            </p:nvPicPr>
            <p:blipFill>
              <a:blip r:embed="rId5"/>
              <a:stretch>
                <a:fillRect/>
              </a:stretch>
            </p:blipFill>
            <p:spPr>
              <a:xfrm>
                <a:off x="2978280" y="2407320"/>
                <a:ext cx="4154760" cy="2791800"/>
              </a:xfrm>
              <a:prstGeom prst="rect">
                <a:avLst/>
              </a:prstGeom>
            </p:spPr>
          </p:pic>
        </mc:Fallback>
      </mc:AlternateContent>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26"/>
          <p:cNvSpPr txBox="1">
            <a:spLocks noGrp="1"/>
          </p:cNvSpPr>
          <p:nvPr>
            <p:ph type="title" idx="4294967295"/>
          </p:nvPr>
        </p:nvSpPr>
        <p:spPr>
          <a:xfrm>
            <a:off x="0" y="318994"/>
            <a:ext cx="7144871"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RNN F</a:t>
            </a:r>
            <a:r>
              <a:rPr lang="en-US" sz="2400" b="1" cap="small" dirty="0">
                <a:solidFill>
                  <a:schemeClr val="bg1"/>
                </a:solidFill>
              </a:rPr>
              <a:t>orward</a:t>
            </a:r>
            <a:r>
              <a:rPr lang="en-US" sz="2400" b="1" dirty="0">
                <a:solidFill>
                  <a:schemeClr val="bg1"/>
                </a:solidFill>
              </a:rPr>
              <a:t> P</a:t>
            </a:r>
            <a:r>
              <a:rPr lang="en-US" sz="2400" b="1" cap="small" dirty="0">
                <a:solidFill>
                  <a:schemeClr val="bg1"/>
                </a:solidFill>
              </a:rPr>
              <a:t>ass</a:t>
            </a:r>
            <a:r>
              <a:rPr lang="en-US" sz="2400" b="1" dirty="0">
                <a:solidFill>
                  <a:schemeClr val="bg1"/>
                </a:solidFill>
              </a:rPr>
              <a:t>: T</a:t>
            </a:r>
            <a:r>
              <a:rPr lang="en-US" sz="2400" b="1" cap="small" dirty="0">
                <a:solidFill>
                  <a:schemeClr val="bg1"/>
                </a:solidFill>
              </a:rPr>
              <a:t>ime</a:t>
            </a:r>
            <a:r>
              <a:rPr lang="en-US" sz="2400" b="1" dirty="0">
                <a:solidFill>
                  <a:schemeClr val="bg1"/>
                </a:solidFill>
              </a:rPr>
              <a:t> S</a:t>
            </a:r>
            <a:r>
              <a:rPr lang="en-US" sz="2400" b="1" cap="small" dirty="0">
                <a:solidFill>
                  <a:schemeClr val="bg1"/>
                </a:solidFill>
              </a:rPr>
              <a:t>tep</a:t>
            </a:r>
            <a:r>
              <a:rPr lang="en-US" sz="2400" b="1" dirty="0">
                <a:solidFill>
                  <a:schemeClr val="bg1"/>
                </a:solidFill>
              </a:rPr>
              <a:t> </a:t>
            </a:r>
            <a:r>
              <a:rPr lang="en-US" sz="2400" b="1" i="1" dirty="0">
                <a:solidFill>
                  <a:schemeClr val="bg1"/>
                </a:solidFill>
                <a:ea typeface="Arial"/>
                <a:cs typeface="Arial"/>
                <a:sym typeface="Arial"/>
              </a:rPr>
              <a:t>t </a:t>
            </a:r>
            <a:r>
              <a:rPr lang="en-US" sz="2400" b="1" dirty="0">
                <a:solidFill>
                  <a:schemeClr val="bg1"/>
                </a:solidFill>
                <a:ea typeface="Tahoma"/>
                <a:cs typeface="Tahoma"/>
                <a:sym typeface="Tahoma"/>
              </a:rPr>
              <a:t>= 1</a:t>
            </a:r>
            <a:endParaRPr sz="2400" b="1" dirty="0">
              <a:solidFill>
                <a:schemeClr val="bg1"/>
              </a:solidFill>
              <a:ea typeface="Tahoma"/>
              <a:cs typeface="Tahoma"/>
              <a:sym typeface="Tahoma"/>
            </a:endParaRPr>
          </a:p>
        </p:txBody>
      </p:sp>
      <p:pic>
        <p:nvPicPr>
          <p:cNvPr id="584" name="Google Shape;584;p26"/>
          <p:cNvPicPr preferRelativeResize="0"/>
          <p:nvPr/>
        </p:nvPicPr>
        <p:blipFill>
          <a:blip r:embed="rId3">
            <a:alphaModFix/>
          </a:blip>
          <a:stretch>
            <a:fillRect/>
          </a:stretch>
        </p:blipFill>
        <p:spPr>
          <a:xfrm>
            <a:off x="378008" y="957646"/>
            <a:ext cx="7267567" cy="3861733"/>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FE0E218F-7D2F-44D8-82B7-333D83FCAACE}"/>
                  </a:ext>
                </a:extLst>
              </p14:cNvPr>
              <p14:cNvContentPartPr/>
              <p14:nvPr/>
            </p14:nvContentPartPr>
            <p14:xfrm>
              <a:off x="699840" y="1043280"/>
              <a:ext cx="8262360" cy="5526000"/>
            </p14:xfrm>
          </p:contentPart>
        </mc:Choice>
        <mc:Fallback>
          <p:pic>
            <p:nvPicPr>
              <p:cNvPr id="2" name="Ink 1">
                <a:extLst>
                  <a:ext uri="{FF2B5EF4-FFF2-40B4-BE49-F238E27FC236}">
                    <a16:creationId xmlns:a16="http://schemas.microsoft.com/office/drawing/2014/main" id="{FE0E218F-7D2F-44D8-82B7-333D83FCAACE}"/>
                  </a:ext>
                </a:extLst>
              </p:cNvPr>
              <p:cNvPicPr/>
              <p:nvPr/>
            </p:nvPicPr>
            <p:blipFill>
              <a:blip r:embed="rId5"/>
              <a:stretch>
                <a:fillRect/>
              </a:stretch>
            </p:blipFill>
            <p:spPr>
              <a:xfrm>
                <a:off x="690480" y="1033920"/>
                <a:ext cx="8281080" cy="5544720"/>
              </a:xfrm>
              <a:prstGeom prst="rect">
                <a:avLst/>
              </a:prstGeom>
            </p:spPr>
          </p:pic>
        </mc:Fallback>
      </mc:AlternateContent>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27"/>
          <p:cNvSpPr txBox="1">
            <a:spLocks noGrp="1"/>
          </p:cNvSpPr>
          <p:nvPr>
            <p:ph type="title" idx="4294967295"/>
          </p:nvPr>
        </p:nvSpPr>
        <p:spPr>
          <a:xfrm>
            <a:off x="8965" y="351489"/>
            <a:ext cx="6024282"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RNN F</a:t>
            </a:r>
            <a:r>
              <a:rPr lang="en-US" sz="2400" b="1" cap="small" dirty="0">
                <a:solidFill>
                  <a:schemeClr val="bg1"/>
                </a:solidFill>
              </a:rPr>
              <a:t>orward</a:t>
            </a:r>
            <a:r>
              <a:rPr lang="en-US" sz="2400" b="1" dirty="0">
                <a:solidFill>
                  <a:schemeClr val="bg1"/>
                </a:solidFill>
              </a:rPr>
              <a:t> P</a:t>
            </a:r>
            <a:r>
              <a:rPr lang="en-US" sz="2400" b="1" cap="small" dirty="0">
                <a:solidFill>
                  <a:schemeClr val="bg1"/>
                </a:solidFill>
              </a:rPr>
              <a:t>ass</a:t>
            </a:r>
            <a:r>
              <a:rPr lang="en-US" sz="2400" b="1" dirty="0">
                <a:solidFill>
                  <a:schemeClr val="bg1"/>
                </a:solidFill>
              </a:rPr>
              <a:t>: T</a:t>
            </a:r>
            <a:r>
              <a:rPr lang="en-US" sz="2400" b="1" cap="small" dirty="0">
                <a:solidFill>
                  <a:schemeClr val="bg1"/>
                </a:solidFill>
              </a:rPr>
              <a:t>ime</a:t>
            </a:r>
            <a:r>
              <a:rPr lang="en-US" sz="2400" b="1" dirty="0">
                <a:solidFill>
                  <a:schemeClr val="bg1"/>
                </a:solidFill>
              </a:rPr>
              <a:t> S</a:t>
            </a:r>
            <a:r>
              <a:rPr lang="en-US" sz="2400" b="1" cap="small" dirty="0">
                <a:solidFill>
                  <a:schemeClr val="bg1"/>
                </a:solidFill>
              </a:rPr>
              <a:t>tep</a:t>
            </a:r>
            <a:r>
              <a:rPr lang="en-US" sz="2400" b="1" dirty="0">
                <a:solidFill>
                  <a:schemeClr val="bg1"/>
                </a:solidFill>
              </a:rPr>
              <a:t> </a:t>
            </a:r>
            <a:r>
              <a:rPr lang="en-US" sz="2400" b="1" i="1" dirty="0">
                <a:solidFill>
                  <a:schemeClr val="bg1"/>
                </a:solidFill>
                <a:ea typeface="Arial"/>
                <a:cs typeface="Arial"/>
                <a:sym typeface="Arial"/>
              </a:rPr>
              <a:t>t </a:t>
            </a:r>
            <a:r>
              <a:rPr lang="en-US" sz="2400" b="1" dirty="0">
                <a:solidFill>
                  <a:schemeClr val="bg1"/>
                </a:solidFill>
                <a:ea typeface="Tahoma"/>
                <a:cs typeface="Tahoma"/>
                <a:sym typeface="Tahoma"/>
              </a:rPr>
              <a:t>= 2</a:t>
            </a:r>
            <a:endParaRPr sz="2400" b="1" dirty="0">
              <a:solidFill>
                <a:schemeClr val="bg1"/>
              </a:solidFill>
              <a:ea typeface="Tahoma"/>
              <a:cs typeface="Tahoma"/>
              <a:sym typeface="Tahoma"/>
            </a:endParaRPr>
          </a:p>
        </p:txBody>
      </p:sp>
      <p:pic>
        <p:nvPicPr>
          <p:cNvPr id="596" name="Google Shape;596;p27"/>
          <p:cNvPicPr preferRelativeResize="0"/>
          <p:nvPr/>
        </p:nvPicPr>
        <p:blipFill>
          <a:blip r:embed="rId3">
            <a:alphaModFix/>
          </a:blip>
          <a:stretch>
            <a:fillRect/>
          </a:stretch>
        </p:blipFill>
        <p:spPr>
          <a:xfrm>
            <a:off x="509750" y="1083152"/>
            <a:ext cx="7389403" cy="3861731"/>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3D0D3F62-299F-48FF-A45A-A7A4361E8A41}"/>
                  </a:ext>
                </a:extLst>
              </p14:cNvPr>
              <p14:cNvContentPartPr/>
              <p14:nvPr/>
            </p14:nvContentPartPr>
            <p14:xfrm>
              <a:off x="873000" y="1340640"/>
              <a:ext cx="7270200" cy="5248080"/>
            </p14:xfrm>
          </p:contentPart>
        </mc:Choice>
        <mc:Fallback>
          <p:pic>
            <p:nvPicPr>
              <p:cNvPr id="2" name="Ink 1">
                <a:extLst>
                  <a:ext uri="{FF2B5EF4-FFF2-40B4-BE49-F238E27FC236}">
                    <a16:creationId xmlns:a16="http://schemas.microsoft.com/office/drawing/2014/main" id="{3D0D3F62-299F-48FF-A45A-A7A4361E8A41}"/>
                  </a:ext>
                </a:extLst>
              </p:cNvPr>
              <p:cNvPicPr/>
              <p:nvPr/>
            </p:nvPicPr>
            <p:blipFill>
              <a:blip r:embed="rId5"/>
              <a:stretch>
                <a:fillRect/>
              </a:stretch>
            </p:blipFill>
            <p:spPr>
              <a:xfrm>
                <a:off x="863640" y="1331280"/>
                <a:ext cx="7288920" cy="5266800"/>
              </a:xfrm>
              <a:prstGeom prst="rect">
                <a:avLst/>
              </a:prstGeom>
            </p:spPr>
          </p:pic>
        </mc:Fallback>
      </mc:AlternateContent>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8"/>
          <p:cNvSpPr txBox="1">
            <a:spLocks noGrp="1"/>
          </p:cNvSpPr>
          <p:nvPr>
            <p:ph type="title" idx="4294967295"/>
          </p:nvPr>
        </p:nvSpPr>
        <p:spPr>
          <a:xfrm>
            <a:off x="0" y="274170"/>
            <a:ext cx="6167718"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A</a:t>
            </a:r>
            <a:r>
              <a:rPr lang="en-US" sz="2400" b="1" cap="small" dirty="0">
                <a:solidFill>
                  <a:schemeClr val="bg1"/>
                </a:solidFill>
              </a:rPr>
              <a:t>ctivation</a:t>
            </a:r>
            <a:r>
              <a:rPr lang="en-US" sz="2400" b="1" dirty="0">
                <a:solidFill>
                  <a:schemeClr val="bg1"/>
                </a:solidFill>
              </a:rPr>
              <a:t> F</a:t>
            </a:r>
            <a:r>
              <a:rPr lang="en-US" sz="2400" b="1" cap="small" dirty="0">
                <a:solidFill>
                  <a:schemeClr val="bg1"/>
                </a:solidFill>
              </a:rPr>
              <a:t>unctions</a:t>
            </a:r>
            <a:r>
              <a:rPr lang="en-US" sz="2400" b="1" dirty="0">
                <a:solidFill>
                  <a:schemeClr val="bg1"/>
                </a:solidFill>
              </a:rPr>
              <a:t> </a:t>
            </a:r>
            <a:r>
              <a:rPr lang="en-US" sz="2400" b="1" cap="small" dirty="0">
                <a:solidFill>
                  <a:schemeClr val="bg1"/>
                </a:solidFill>
              </a:rPr>
              <a:t>in</a:t>
            </a:r>
            <a:r>
              <a:rPr lang="en-US" sz="2400" b="1" dirty="0">
                <a:solidFill>
                  <a:schemeClr val="bg1"/>
                </a:solidFill>
              </a:rPr>
              <a:t> RNN</a:t>
            </a:r>
            <a:r>
              <a:rPr lang="en-US" sz="2400" b="1" cap="small" dirty="0">
                <a:solidFill>
                  <a:schemeClr val="bg1"/>
                </a:solidFill>
              </a:rPr>
              <a:t>s</a:t>
            </a:r>
            <a:endParaRPr sz="2400" b="1" dirty="0">
              <a:solidFill>
                <a:schemeClr val="bg1"/>
              </a:solidFill>
            </a:endParaRPr>
          </a:p>
        </p:txBody>
      </p:sp>
      <p:sp>
        <p:nvSpPr>
          <p:cNvPr id="605" name="Google Shape;605;p28"/>
          <p:cNvSpPr txBox="1"/>
          <p:nvPr/>
        </p:nvSpPr>
        <p:spPr>
          <a:xfrm>
            <a:off x="1460755" y="1020219"/>
            <a:ext cx="5531716" cy="3302247"/>
          </a:xfrm>
          <a:prstGeom prst="rect">
            <a:avLst/>
          </a:prstGeom>
          <a:noFill/>
          <a:ln>
            <a:noFill/>
          </a:ln>
        </p:spPr>
        <p:txBody>
          <a:bodyPr spcFirstLastPara="1" wrap="square" lIns="0" tIns="19110" rIns="0" bIns="0" anchor="t" anchorCtr="0">
            <a:spAutoFit/>
          </a:bodyPr>
          <a:lstStyle/>
          <a:p>
            <a:pPr marL="346173"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Common choices for </a:t>
            </a:r>
            <a:r>
              <a:rPr lang="en-US" i="1" dirty="0">
                <a:latin typeface="Calibri" panose="020F0502020204030204" pitchFamily="34" charset="0"/>
                <a:ea typeface="Calibri" panose="020F0502020204030204" pitchFamily="34" charset="0"/>
                <a:cs typeface="Calibri" panose="020F0502020204030204" pitchFamily="34" charset="0"/>
              </a:rPr>
              <a:t>φ</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817471" indent="-285750" defTabSz="1450147" hangingPunct="1">
              <a:spcBef>
                <a:spcPts val="1927"/>
              </a:spcBef>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Hyperbolic tangent (tanh)</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381"/>
              </a:spcBef>
              <a:buClr>
                <a:srgbClr val="000000"/>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sym typeface="Tahoma"/>
              </a:rPr>
              <a:t>Range: [</a:t>
            </a:r>
            <a:r>
              <a:rPr lang="en-US" dirty="0">
                <a:latin typeface="Calibri" panose="020F0502020204030204" pitchFamily="34" charset="0"/>
                <a:ea typeface="Calibri" panose="020F0502020204030204" pitchFamily="34" charset="0"/>
                <a:cs typeface="Calibri" panose="020F0502020204030204" pitchFamily="34" charset="0"/>
                <a:sym typeface="Lucida Sans"/>
              </a:rPr>
              <a:t>−</a:t>
            </a:r>
            <a:r>
              <a:rPr lang="en-US" dirty="0">
                <a:latin typeface="Calibri" panose="020F0502020204030204" pitchFamily="34" charset="0"/>
                <a:ea typeface="Calibri" panose="020F0502020204030204" pitchFamily="34" charset="0"/>
                <a:cs typeface="Calibri" panose="020F0502020204030204" pitchFamily="34" charset="0"/>
                <a:sym typeface="Tahoma"/>
              </a:rPr>
              <a:t>1</a:t>
            </a:r>
            <a:r>
              <a:rPr lang="en-US" i="1" dirty="0">
                <a:latin typeface="Calibri" panose="020F0502020204030204" pitchFamily="34" charset="0"/>
                <a:ea typeface="Calibri" panose="020F0502020204030204" pitchFamily="34" charset="0"/>
                <a:cs typeface="Calibri" panose="020F0502020204030204" pitchFamily="34" charset="0"/>
                <a:sym typeface="Verdana"/>
              </a:rPr>
              <a:t>, </a:t>
            </a:r>
            <a:r>
              <a:rPr lang="en-US" dirty="0">
                <a:latin typeface="Calibri" panose="020F0502020204030204" pitchFamily="34" charset="0"/>
                <a:ea typeface="Calibri" panose="020F0502020204030204" pitchFamily="34" charset="0"/>
                <a:cs typeface="Calibri" panose="020F0502020204030204" pitchFamily="34" charset="0"/>
                <a:sym typeface="Tahoma"/>
              </a:rPr>
              <a:t>1]</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293"/>
              </a:spcBef>
              <a:buClr>
                <a:srgbClr val="000000"/>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sym typeface="Tahoma"/>
              </a:rPr>
              <a:t>Centered at zero (helps with gradient flow)</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341"/>
              </a:spcBef>
              <a:buClr>
                <a:srgbClr val="000000"/>
              </a:buCl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sym typeface="Tahoma"/>
              </a:rPr>
              <a:t>Most common for vanilla RNNs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56"/>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817471" indent="-285750" defTabSz="1450147" hangingPunct="1">
              <a:buClr>
                <a:srgbClr val="000000"/>
              </a:buClr>
              <a:buFont typeface="Courier New" panose="02070309020205020404" pitchFamily="49" charset="0"/>
              <a:buChar char="o"/>
            </a:pPr>
            <a:r>
              <a:rPr lang="en-US" dirty="0" err="1">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ReLU</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389"/>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Range: [0</a:t>
            </a:r>
            <a:r>
              <a:rPr lang="en-US" i="1" dirty="0">
                <a:latin typeface="Calibri" panose="020F0502020204030204" pitchFamily="34" charset="0"/>
                <a:ea typeface="Calibri" panose="020F0502020204030204" pitchFamily="34" charset="0"/>
                <a:cs typeface="Calibri" panose="020F0502020204030204" pitchFamily="34" charset="0"/>
                <a:sym typeface="Verdana"/>
              </a:rPr>
              <a:t>, </a:t>
            </a:r>
            <a:r>
              <a:rPr lang="en-US" dirty="0">
                <a:latin typeface="Calibri" panose="020F0502020204030204" pitchFamily="34" charset="0"/>
                <a:ea typeface="Calibri" panose="020F0502020204030204" pitchFamily="34" charset="0"/>
                <a:cs typeface="Calibri" panose="020F0502020204030204" pitchFamily="34" charset="0"/>
                <a:sym typeface="Lucida Sans"/>
              </a:rPr>
              <a:t>∞</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293"/>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Can help with vanishing gradient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1063188"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May cause exploding activations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C18F375-B562-4388-8518-5D39D81E5D77}"/>
                  </a:ext>
                </a:extLst>
              </p14:cNvPr>
              <p14:cNvContentPartPr/>
              <p14:nvPr/>
            </p14:nvContentPartPr>
            <p14:xfrm>
              <a:off x="3787560" y="1850040"/>
              <a:ext cx="2220120" cy="2194920"/>
            </p14:xfrm>
          </p:contentPart>
        </mc:Choice>
        <mc:Fallback>
          <p:pic>
            <p:nvPicPr>
              <p:cNvPr id="2" name="Ink 1">
                <a:extLst>
                  <a:ext uri="{FF2B5EF4-FFF2-40B4-BE49-F238E27FC236}">
                    <a16:creationId xmlns:a16="http://schemas.microsoft.com/office/drawing/2014/main" id="{9C18F375-B562-4388-8518-5D39D81E5D77}"/>
                  </a:ext>
                </a:extLst>
              </p:cNvPr>
              <p:cNvPicPr/>
              <p:nvPr/>
            </p:nvPicPr>
            <p:blipFill>
              <a:blip r:embed="rId4"/>
              <a:stretch>
                <a:fillRect/>
              </a:stretch>
            </p:blipFill>
            <p:spPr>
              <a:xfrm>
                <a:off x="3778200" y="1840680"/>
                <a:ext cx="2238840" cy="2213640"/>
              </a:xfrm>
              <a:prstGeom prst="rect">
                <a:avLst/>
              </a:prstGeom>
            </p:spPr>
          </p:pic>
        </mc:Fallback>
      </mc:AlternateContent>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31"/>
          <p:cNvSpPr txBox="1">
            <a:spLocks noGrp="1"/>
          </p:cNvSpPr>
          <p:nvPr>
            <p:ph type="title" idx="4294967295"/>
          </p:nvPr>
        </p:nvSpPr>
        <p:spPr>
          <a:xfrm>
            <a:off x="0" y="274170"/>
            <a:ext cx="7055224"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L</a:t>
            </a:r>
            <a:r>
              <a:rPr lang="en-US" sz="2400" b="1" cap="small" dirty="0">
                <a:solidFill>
                  <a:schemeClr val="bg1"/>
                </a:solidFill>
              </a:rPr>
              <a:t>oss</a:t>
            </a:r>
            <a:r>
              <a:rPr lang="en-US" sz="2400" b="1" dirty="0">
                <a:solidFill>
                  <a:schemeClr val="bg1"/>
                </a:solidFill>
              </a:rPr>
              <a:t> F</a:t>
            </a:r>
            <a:r>
              <a:rPr lang="en-US" sz="2400" b="1" cap="small" dirty="0">
                <a:solidFill>
                  <a:schemeClr val="bg1"/>
                </a:solidFill>
              </a:rPr>
              <a:t>unction</a:t>
            </a:r>
            <a:r>
              <a:rPr lang="en-US" sz="2400" b="1" dirty="0">
                <a:solidFill>
                  <a:schemeClr val="bg1"/>
                </a:solidFill>
              </a:rPr>
              <a:t> </a:t>
            </a:r>
            <a:r>
              <a:rPr lang="en-US" sz="2400" b="1" cap="small" dirty="0">
                <a:solidFill>
                  <a:schemeClr val="bg1"/>
                </a:solidFill>
              </a:rPr>
              <a:t>for</a:t>
            </a:r>
            <a:r>
              <a:rPr lang="en-US" sz="2400" b="1" dirty="0">
                <a:solidFill>
                  <a:schemeClr val="bg1"/>
                </a:solidFill>
              </a:rPr>
              <a:t> S</a:t>
            </a:r>
            <a:r>
              <a:rPr lang="en-US" sz="2400" b="1" cap="small" dirty="0">
                <a:solidFill>
                  <a:schemeClr val="bg1"/>
                </a:solidFill>
              </a:rPr>
              <a:t>equences</a:t>
            </a:r>
            <a:endParaRPr sz="2400" b="1" dirty="0">
              <a:solidFill>
                <a:schemeClr val="bg1"/>
              </a:solidFill>
            </a:endParaRPr>
          </a:p>
        </p:txBody>
      </p:sp>
      <p:pic>
        <p:nvPicPr>
          <p:cNvPr id="650" name="Google Shape;650;p31"/>
          <p:cNvPicPr preferRelativeResize="0"/>
          <p:nvPr/>
        </p:nvPicPr>
        <p:blipFill>
          <a:blip r:embed="rId3">
            <a:alphaModFix/>
          </a:blip>
          <a:stretch>
            <a:fillRect/>
          </a:stretch>
        </p:blipFill>
        <p:spPr>
          <a:xfrm>
            <a:off x="450598" y="1056258"/>
            <a:ext cx="7499404" cy="3861733"/>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FA91125-0082-4C54-AB45-ABAB3B1E3C75}"/>
                  </a:ext>
                </a:extLst>
              </p14:cNvPr>
              <p14:cNvContentPartPr/>
              <p14:nvPr/>
            </p14:nvContentPartPr>
            <p14:xfrm>
              <a:off x="735480" y="1034640"/>
              <a:ext cx="3361320" cy="1642680"/>
            </p14:xfrm>
          </p:contentPart>
        </mc:Choice>
        <mc:Fallback>
          <p:pic>
            <p:nvPicPr>
              <p:cNvPr id="2" name="Ink 1">
                <a:extLst>
                  <a:ext uri="{FF2B5EF4-FFF2-40B4-BE49-F238E27FC236}">
                    <a16:creationId xmlns:a16="http://schemas.microsoft.com/office/drawing/2014/main" id="{4FA91125-0082-4C54-AB45-ABAB3B1E3C75}"/>
                  </a:ext>
                </a:extLst>
              </p:cNvPr>
              <p:cNvPicPr/>
              <p:nvPr/>
            </p:nvPicPr>
            <p:blipFill>
              <a:blip r:embed="rId5"/>
              <a:stretch>
                <a:fillRect/>
              </a:stretch>
            </p:blipFill>
            <p:spPr>
              <a:xfrm>
                <a:off x="726120" y="1025280"/>
                <a:ext cx="3380040" cy="1661400"/>
              </a:xfrm>
              <a:prstGeom prst="rect">
                <a:avLst/>
              </a:prstGeom>
            </p:spPr>
          </p:pic>
        </mc:Fallback>
      </mc:AlternateContent>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32"/>
          <p:cNvSpPr txBox="1">
            <a:spLocks noGrp="1"/>
          </p:cNvSpPr>
          <p:nvPr>
            <p:ph type="title" idx="4294967295"/>
          </p:nvPr>
        </p:nvSpPr>
        <p:spPr>
          <a:xfrm>
            <a:off x="0" y="314044"/>
            <a:ext cx="6723529"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B</a:t>
            </a:r>
            <a:r>
              <a:rPr lang="en-US" sz="2400" b="1" cap="small" dirty="0">
                <a:solidFill>
                  <a:schemeClr val="bg1"/>
                </a:solidFill>
              </a:rPr>
              <a:t>ackpropagation</a:t>
            </a:r>
            <a:r>
              <a:rPr lang="en-US" sz="2400" b="1" dirty="0">
                <a:solidFill>
                  <a:schemeClr val="bg1"/>
                </a:solidFill>
              </a:rPr>
              <a:t> T</a:t>
            </a:r>
            <a:r>
              <a:rPr lang="en-US" sz="2400" b="1" cap="small" dirty="0">
                <a:solidFill>
                  <a:schemeClr val="bg1"/>
                </a:solidFill>
              </a:rPr>
              <a:t>hrough</a:t>
            </a:r>
            <a:r>
              <a:rPr lang="en-US" sz="2400" b="1" dirty="0">
                <a:solidFill>
                  <a:schemeClr val="bg1"/>
                </a:solidFill>
              </a:rPr>
              <a:t> T</a:t>
            </a:r>
            <a:r>
              <a:rPr lang="en-US" sz="2400" b="1" cap="small" dirty="0">
                <a:solidFill>
                  <a:schemeClr val="bg1"/>
                </a:solidFill>
              </a:rPr>
              <a:t>ime</a:t>
            </a:r>
            <a:r>
              <a:rPr lang="en-US" sz="2400" b="1" dirty="0">
                <a:solidFill>
                  <a:schemeClr val="bg1"/>
                </a:solidFill>
              </a:rPr>
              <a:t> (BPTT)</a:t>
            </a:r>
            <a:endParaRPr sz="2400" b="1" dirty="0">
              <a:solidFill>
                <a:schemeClr val="bg1"/>
              </a:solidFill>
            </a:endParaRPr>
          </a:p>
        </p:txBody>
      </p:sp>
      <p:sp>
        <p:nvSpPr>
          <p:cNvPr id="660" name="Google Shape;660;p32"/>
          <p:cNvSpPr txBox="1"/>
          <p:nvPr/>
        </p:nvSpPr>
        <p:spPr>
          <a:xfrm>
            <a:off x="941750" y="977474"/>
            <a:ext cx="6005897" cy="4231502"/>
          </a:xfrm>
          <a:prstGeom prst="rect">
            <a:avLst/>
          </a:prstGeom>
          <a:noFill/>
          <a:ln>
            <a:noFill/>
          </a:ln>
        </p:spPr>
        <p:txBody>
          <a:bodyPr spcFirstLastPara="1" wrap="square" lIns="0" tIns="103718" rIns="0" bIns="0" anchor="t" anchorCtr="0">
            <a:spAutoFit/>
          </a:bodyPr>
          <a:lstStyle/>
          <a:p>
            <a:pPr marL="386455"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Challenge</a:t>
            </a:r>
            <a:r>
              <a:rPr lang="en-US" dirty="0">
                <a:latin typeface="Calibri" panose="020F0502020204030204" pitchFamily="34" charset="0"/>
                <a:ea typeface="Calibri" panose="020F0502020204030204" pitchFamily="34" charset="0"/>
                <a:cs typeface="Calibri" panose="020F0502020204030204" pitchFamily="34" charset="0"/>
                <a:sym typeface="Tahoma"/>
              </a:rPr>
              <a:t>: How to compute gradients in RNNs?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32174" indent="-285750" defTabSz="1450147" hangingPunct="1">
              <a:spcBef>
                <a:spcPts val="626"/>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Parameters shared across all time steps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32174"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Hidden state depends on entire history</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32174"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Need to backpropagate through time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500"/>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86455"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Key insight</a:t>
            </a:r>
            <a:r>
              <a:rPr lang="en-US" dirty="0">
                <a:latin typeface="Calibri" panose="020F0502020204030204" pitchFamily="34" charset="0"/>
                <a:ea typeface="Calibri" panose="020F0502020204030204" pitchFamily="34" charset="0"/>
                <a:cs typeface="Calibri" panose="020F0502020204030204" pitchFamily="34" charset="0"/>
                <a:sym typeface="Tahoma"/>
              </a:rPr>
              <a:t>: Unroll RNN into feedforward network</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32174" indent="-285750" defTabSz="1450147" hangingPunct="1">
              <a:spcBef>
                <a:spcPts val="626"/>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Apply standard backpropagation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32174"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Sum gradients from all time steps (parameter sharing)</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defTabSz="1450147" hangingPunct="1">
              <a:spcBef>
                <a:spcPts val="500"/>
              </a:spcBef>
              <a:buClr>
                <a:srgbClr val="000000"/>
              </a:buClr>
            </a:pP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86455"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BPTT</a:t>
            </a:r>
            <a:r>
              <a:rPr lang="en-US" dirty="0">
                <a:latin typeface="Calibri" panose="020F0502020204030204" pitchFamily="34" charset="0"/>
                <a:ea typeface="Calibri" panose="020F0502020204030204" pitchFamily="34" charset="0"/>
                <a:cs typeface="Calibri" panose="020F0502020204030204" pitchFamily="34" charset="0"/>
                <a:sym typeface="Tahoma"/>
              </a:rPr>
              <a:t>: Backpropagation Through Time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32174" indent="-285750" defTabSz="1450147" hangingPunct="1">
              <a:spcBef>
                <a:spcPts val="626"/>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Forward pass: compute outputs for all time steps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32174" indent="-285750" defTabSz="1450147" hangingPunct="1">
              <a:spcBef>
                <a:spcPts val="103"/>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Backward pass: compute gradients from </a:t>
            </a:r>
            <a:r>
              <a:rPr lang="en-US" i="1" dirty="0">
                <a:latin typeface="Calibri" panose="020F0502020204030204" pitchFamily="34" charset="0"/>
                <a:ea typeface="Calibri" panose="020F0502020204030204" pitchFamily="34" charset="0"/>
                <a:cs typeface="Calibri" panose="020F0502020204030204" pitchFamily="34" charset="0"/>
                <a:sym typeface="Arial"/>
              </a:rPr>
              <a:t>t </a:t>
            </a:r>
            <a:r>
              <a:rPr lang="en-US" dirty="0">
                <a:latin typeface="Calibri" panose="020F0502020204030204" pitchFamily="34" charset="0"/>
                <a:ea typeface="Calibri" panose="020F0502020204030204" pitchFamily="34" charset="0"/>
                <a:cs typeface="Calibri" panose="020F0502020204030204" pitchFamily="34" charset="0"/>
                <a:sym typeface="Tahoma"/>
              </a:rPr>
              <a:t>= </a:t>
            </a:r>
            <a:r>
              <a:rPr lang="en-US" i="1" dirty="0">
                <a:latin typeface="Calibri" panose="020F0502020204030204" pitchFamily="34" charset="0"/>
                <a:ea typeface="Calibri" panose="020F0502020204030204" pitchFamily="34" charset="0"/>
                <a:cs typeface="Calibri" panose="020F0502020204030204" pitchFamily="34" charset="0"/>
                <a:sym typeface="Arial"/>
              </a:rPr>
              <a:t>T </a:t>
            </a:r>
            <a:r>
              <a:rPr lang="en-US" dirty="0">
                <a:latin typeface="Calibri" panose="020F0502020204030204" pitchFamily="34" charset="0"/>
                <a:ea typeface="Calibri" panose="020F0502020204030204" pitchFamily="34" charset="0"/>
                <a:cs typeface="Calibri" panose="020F0502020204030204" pitchFamily="34" charset="0"/>
                <a:sym typeface="Tahoma"/>
              </a:rPr>
              <a:t>to </a:t>
            </a:r>
            <a:r>
              <a:rPr lang="en-US" i="1" dirty="0">
                <a:latin typeface="Calibri" panose="020F0502020204030204" pitchFamily="34" charset="0"/>
                <a:ea typeface="Calibri" panose="020F0502020204030204" pitchFamily="34" charset="0"/>
                <a:cs typeface="Calibri" panose="020F0502020204030204" pitchFamily="34" charset="0"/>
                <a:sym typeface="Arial"/>
              </a:rPr>
              <a:t>t </a:t>
            </a:r>
            <a:r>
              <a:rPr lang="en-US" dirty="0">
                <a:latin typeface="Calibri" panose="020F0502020204030204" pitchFamily="34" charset="0"/>
                <a:ea typeface="Calibri" panose="020F0502020204030204" pitchFamily="34" charset="0"/>
                <a:cs typeface="Calibri" panose="020F0502020204030204" pitchFamily="34" charset="0"/>
                <a:sym typeface="Tahoma"/>
              </a:rPr>
              <a:t>= 1</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632174" indent="-285750" defTabSz="1450147" hangingPunct="1">
              <a:spcBef>
                <a:spcPts val="293"/>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Gradients flow backward through time</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96E7E9C-DADD-4160-86A7-D15F9B42A85E}"/>
                  </a:ext>
                </a:extLst>
              </p14:cNvPr>
              <p14:cNvContentPartPr/>
              <p14:nvPr/>
            </p14:nvContentPartPr>
            <p14:xfrm>
              <a:off x="693720" y="977760"/>
              <a:ext cx="7508160" cy="5596560"/>
            </p14:xfrm>
          </p:contentPart>
        </mc:Choice>
        <mc:Fallback>
          <p:pic>
            <p:nvPicPr>
              <p:cNvPr id="2" name="Ink 1">
                <a:extLst>
                  <a:ext uri="{FF2B5EF4-FFF2-40B4-BE49-F238E27FC236}">
                    <a16:creationId xmlns:a16="http://schemas.microsoft.com/office/drawing/2014/main" id="{C96E7E9C-DADD-4160-86A7-D15F9B42A85E}"/>
                  </a:ext>
                </a:extLst>
              </p:cNvPr>
              <p:cNvPicPr/>
              <p:nvPr/>
            </p:nvPicPr>
            <p:blipFill>
              <a:blip r:embed="rId4"/>
              <a:stretch>
                <a:fillRect/>
              </a:stretch>
            </p:blipFill>
            <p:spPr>
              <a:xfrm>
                <a:off x="684360" y="968400"/>
                <a:ext cx="7526880" cy="5615280"/>
              </a:xfrm>
              <a:prstGeom prst="rect">
                <a:avLst/>
              </a:prstGeom>
            </p:spPr>
          </p:pic>
        </mc:Fallback>
      </mc:AlternateContent>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33"/>
          <p:cNvSpPr txBox="1">
            <a:spLocks noGrp="1"/>
          </p:cNvSpPr>
          <p:nvPr>
            <p:ph type="title" idx="4294967295"/>
          </p:nvPr>
        </p:nvSpPr>
        <p:spPr>
          <a:xfrm>
            <a:off x="0" y="275198"/>
            <a:ext cx="6373906"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BPTT: C</a:t>
            </a:r>
            <a:r>
              <a:rPr lang="en-US" sz="2400" b="1" cap="small" dirty="0">
                <a:solidFill>
                  <a:schemeClr val="bg1"/>
                </a:solidFill>
              </a:rPr>
              <a:t>omputational</a:t>
            </a:r>
            <a:r>
              <a:rPr lang="en-US" sz="2400" b="1" dirty="0">
                <a:solidFill>
                  <a:schemeClr val="bg1"/>
                </a:solidFill>
              </a:rPr>
              <a:t> G</a:t>
            </a:r>
            <a:r>
              <a:rPr lang="en-US" sz="2400" b="1" cap="small" dirty="0">
                <a:solidFill>
                  <a:schemeClr val="bg1"/>
                </a:solidFill>
              </a:rPr>
              <a:t>raph</a:t>
            </a:r>
            <a:endParaRPr sz="2400" b="1" dirty="0">
              <a:solidFill>
                <a:schemeClr val="bg1"/>
              </a:solidFill>
            </a:endParaRPr>
          </a:p>
        </p:txBody>
      </p:sp>
      <p:pic>
        <p:nvPicPr>
          <p:cNvPr id="678" name="Google Shape;678;p33"/>
          <p:cNvPicPr preferRelativeResize="0"/>
          <p:nvPr/>
        </p:nvPicPr>
        <p:blipFill>
          <a:blip r:embed="rId3">
            <a:alphaModFix/>
          </a:blip>
          <a:stretch>
            <a:fillRect/>
          </a:stretch>
        </p:blipFill>
        <p:spPr>
          <a:xfrm>
            <a:off x="367198" y="1092117"/>
            <a:ext cx="6821067" cy="3861733"/>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94770E74-DFAD-4EA4-BD8F-1C8A705C6E02}"/>
                  </a:ext>
                </a:extLst>
              </p14:cNvPr>
              <p14:cNvContentPartPr/>
              <p14:nvPr/>
            </p14:nvContentPartPr>
            <p14:xfrm>
              <a:off x="4774680" y="4006800"/>
              <a:ext cx="2137680" cy="687240"/>
            </p14:xfrm>
          </p:contentPart>
        </mc:Choice>
        <mc:Fallback>
          <p:pic>
            <p:nvPicPr>
              <p:cNvPr id="2" name="Ink 1">
                <a:extLst>
                  <a:ext uri="{FF2B5EF4-FFF2-40B4-BE49-F238E27FC236}">
                    <a16:creationId xmlns:a16="http://schemas.microsoft.com/office/drawing/2014/main" id="{94770E74-DFAD-4EA4-BD8F-1C8A705C6E02}"/>
                  </a:ext>
                </a:extLst>
              </p:cNvPr>
              <p:cNvPicPr/>
              <p:nvPr/>
            </p:nvPicPr>
            <p:blipFill>
              <a:blip r:embed="rId5"/>
              <a:stretch>
                <a:fillRect/>
              </a:stretch>
            </p:blipFill>
            <p:spPr>
              <a:xfrm>
                <a:off x="4765320" y="3997440"/>
                <a:ext cx="2156400" cy="705960"/>
              </a:xfrm>
              <a:prstGeom prst="rect">
                <a:avLst/>
              </a:prstGeom>
            </p:spPr>
          </p:pic>
        </mc:Fallback>
      </mc:AlternateContent>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34"/>
          <p:cNvSpPr txBox="1">
            <a:spLocks noGrp="1"/>
          </p:cNvSpPr>
          <p:nvPr>
            <p:ph type="title" idx="4294967295"/>
          </p:nvPr>
        </p:nvSpPr>
        <p:spPr>
          <a:xfrm>
            <a:off x="0" y="324595"/>
            <a:ext cx="5181600"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BPTT: K</a:t>
            </a:r>
            <a:r>
              <a:rPr lang="en-US" sz="2400" b="1" cap="small" dirty="0">
                <a:solidFill>
                  <a:schemeClr val="bg1"/>
                </a:solidFill>
              </a:rPr>
              <a:t>ey</a:t>
            </a:r>
            <a:r>
              <a:rPr lang="en-US" sz="2400" b="1" dirty="0">
                <a:solidFill>
                  <a:schemeClr val="bg1"/>
                </a:solidFill>
              </a:rPr>
              <a:t> G</a:t>
            </a:r>
            <a:r>
              <a:rPr lang="en-US" sz="2400" b="1" cap="small" dirty="0">
                <a:solidFill>
                  <a:schemeClr val="bg1"/>
                </a:solidFill>
              </a:rPr>
              <a:t>radient</a:t>
            </a:r>
            <a:r>
              <a:rPr lang="en-US" sz="2400" b="1" dirty="0">
                <a:solidFill>
                  <a:schemeClr val="bg1"/>
                </a:solidFill>
              </a:rPr>
              <a:t> E</a:t>
            </a:r>
            <a:r>
              <a:rPr lang="en-US" sz="2400" b="1" cap="small" dirty="0">
                <a:solidFill>
                  <a:schemeClr val="bg1"/>
                </a:solidFill>
              </a:rPr>
              <a:t>quations</a:t>
            </a:r>
            <a:endParaRPr sz="2400" b="1" dirty="0">
              <a:solidFill>
                <a:schemeClr val="bg1"/>
              </a:solidFill>
            </a:endParaRPr>
          </a:p>
        </p:txBody>
      </p:sp>
      <p:pic>
        <p:nvPicPr>
          <p:cNvPr id="690" name="Google Shape;690;p34"/>
          <p:cNvPicPr preferRelativeResize="0"/>
          <p:nvPr/>
        </p:nvPicPr>
        <p:blipFill>
          <a:blip r:embed="rId3">
            <a:alphaModFix/>
          </a:blip>
          <a:stretch>
            <a:fillRect/>
          </a:stretch>
        </p:blipFill>
        <p:spPr>
          <a:xfrm>
            <a:off x="365123" y="1098308"/>
            <a:ext cx="7864690" cy="3981053"/>
          </a:xfrm>
          <a:prstGeom prst="rect">
            <a:avLst/>
          </a:prstGeom>
          <a:noFill/>
          <a:ln>
            <a:noFill/>
          </a:ln>
        </p:spPr>
      </p:pic>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35"/>
          <p:cNvSpPr txBox="1">
            <a:spLocks noGrp="1"/>
          </p:cNvSpPr>
          <p:nvPr>
            <p:ph type="title" idx="4294967295"/>
          </p:nvPr>
        </p:nvSpPr>
        <p:spPr>
          <a:xfrm>
            <a:off x="53790" y="318436"/>
            <a:ext cx="4661645"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BPTT: N</a:t>
            </a:r>
            <a:r>
              <a:rPr lang="en-US" sz="2400" b="1" cap="small" dirty="0">
                <a:solidFill>
                  <a:schemeClr val="bg1"/>
                </a:solidFill>
              </a:rPr>
              <a:t>umerical</a:t>
            </a:r>
            <a:r>
              <a:rPr lang="en-US" sz="2400" b="1" dirty="0">
                <a:solidFill>
                  <a:schemeClr val="bg1"/>
                </a:solidFill>
              </a:rPr>
              <a:t> E</a:t>
            </a:r>
            <a:r>
              <a:rPr lang="en-US" sz="2400" b="1" cap="small" dirty="0">
                <a:solidFill>
                  <a:schemeClr val="bg1"/>
                </a:solidFill>
              </a:rPr>
              <a:t>xample</a:t>
            </a:r>
            <a:r>
              <a:rPr lang="en-US" sz="2400" b="1" dirty="0">
                <a:solidFill>
                  <a:schemeClr val="bg1"/>
                </a:solidFill>
              </a:rPr>
              <a:t> S</a:t>
            </a:r>
            <a:r>
              <a:rPr lang="en-US" sz="2400" b="1" cap="small" dirty="0">
                <a:solidFill>
                  <a:schemeClr val="bg1"/>
                </a:solidFill>
              </a:rPr>
              <a:t>etup</a:t>
            </a:r>
            <a:endParaRPr sz="2400" b="1" dirty="0">
              <a:solidFill>
                <a:schemeClr val="bg1"/>
              </a:solidFill>
            </a:endParaRPr>
          </a:p>
        </p:txBody>
      </p:sp>
      <p:pic>
        <p:nvPicPr>
          <p:cNvPr id="698" name="Google Shape;698;p35"/>
          <p:cNvPicPr preferRelativeResize="0"/>
          <p:nvPr/>
        </p:nvPicPr>
        <p:blipFill>
          <a:blip r:embed="rId3">
            <a:alphaModFix/>
          </a:blip>
          <a:stretch>
            <a:fillRect/>
          </a:stretch>
        </p:blipFill>
        <p:spPr>
          <a:xfrm>
            <a:off x="614082" y="1002470"/>
            <a:ext cx="7915836" cy="3435060"/>
          </a:xfrm>
          <a:prstGeom prst="rect">
            <a:avLst/>
          </a:prstGeom>
          <a:noFill/>
          <a:ln>
            <a:noFill/>
          </a:ln>
        </p:spPr>
      </p:pic>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36"/>
          <p:cNvSpPr txBox="1">
            <a:spLocks noGrp="1"/>
          </p:cNvSpPr>
          <p:nvPr>
            <p:ph type="title" idx="4294967295"/>
          </p:nvPr>
        </p:nvSpPr>
        <p:spPr>
          <a:xfrm>
            <a:off x="0" y="237190"/>
            <a:ext cx="6544235"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BPTT: F</a:t>
            </a:r>
            <a:r>
              <a:rPr lang="en-US" sz="2400" b="1" cap="small" dirty="0">
                <a:solidFill>
                  <a:schemeClr val="bg1"/>
                </a:solidFill>
              </a:rPr>
              <a:t>orward</a:t>
            </a:r>
            <a:r>
              <a:rPr lang="en-US" sz="2400" b="1" dirty="0">
                <a:solidFill>
                  <a:schemeClr val="bg1"/>
                </a:solidFill>
              </a:rPr>
              <a:t> P</a:t>
            </a:r>
            <a:r>
              <a:rPr lang="en-US" sz="2400" b="1" cap="small" dirty="0">
                <a:solidFill>
                  <a:schemeClr val="bg1"/>
                </a:solidFill>
              </a:rPr>
              <a:t>ass</a:t>
            </a:r>
            <a:endParaRPr sz="2400" b="1" dirty="0">
              <a:solidFill>
                <a:schemeClr val="bg1"/>
              </a:solidFill>
            </a:endParaRPr>
          </a:p>
        </p:txBody>
      </p:sp>
      <p:pic>
        <p:nvPicPr>
          <p:cNvPr id="710" name="Google Shape;710;p36"/>
          <p:cNvPicPr preferRelativeResize="0"/>
          <p:nvPr/>
        </p:nvPicPr>
        <p:blipFill>
          <a:blip r:embed="rId3">
            <a:alphaModFix/>
          </a:blip>
          <a:stretch>
            <a:fillRect/>
          </a:stretch>
        </p:blipFill>
        <p:spPr>
          <a:xfrm>
            <a:off x="545870" y="1021224"/>
            <a:ext cx="7441683" cy="4089012"/>
          </a:xfrm>
          <a:prstGeom prst="rect">
            <a:avLst/>
          </a:prstGeom>
          <a:noFill/>
          <a:ln>
            <a:noFill/>
          </a:ln>
        </p:spPr>
      </p:pic>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37"/>
          <p:cNvSpPr txBox="1">
            <a:spLocks noGrp="1"/>
          </p:cNvSpPr>
          <p:nvPr>
            <p:ph type="title" idx="4294967295"/>
          </p:nvPr>
        </p:nvSpPr>
        <p:spPr>
          <a:xfrm>
            <a:off x="0" y="369420"/>
            <a:ext cx="7055224"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BPTT: B</a:t>
            </a:r>
            <a:r>
              <a:rPr lang="en-US" sz="2800" b="1" cap="small" dirty="0">
                <a:solidFill>
                  <a:schemeClr val="bg1"/>
                </a:solidFill>
              </a:rPr>
              <a:t>ackward</a:t>
            </a:r>
            <a:r>
              <a:rPr lang="en-US" sz="2800" b="1" dirty="0">
                <a:solidFill>
                  <a:schemeClr val="bg1"/>
                </a:solidFill>
              </a:rPr>
              <a:t> P</a:t>
            </a:r>
            <a:r>
              <a:rPr lang="en-US" sz="2800" b="1" cap="small" dirty="0">
                <a:solidFill>
                  <a:schemeClr val="bg1"/>
                </a:solidFill>
              </a:rPr>
              <a:t>ass</a:t>
            </a:r>
            <a:endParaRPr sz="2800" b="1" dirty="0">
              <a:solidFill>
                <a:schemeClr val="bg1"/>
              </a:solidFill>
            </a:endParaRPr>
          </a:p>
        </p:txBody>
      </p:sp>
      <p:pic>
        <p:nvPicPr>
          <p:cNvPr id="722" name="Google Shape;722;p37"/>
          <p:cNvPicPr preferRelativeResize="0"/>
          <p:nvPr/>
        </p:nvPicPr>
        <p:blipFill>
          <a:blip r:embed="rId3">
            <a:alphaModFix/>
          </a:blip>
          <a:stretch>
            <a:fillRect/>
          </a:stretch>
        </p:blipFill>
        <p:spPr>
          <a:xfrm>
            <a:off x="533497" y="1024008"/>
            <a:ext cx="7256831" cy="3225263"/>
          </a:xfrm>
          <a:prstGeom prst="rect">
            <a:avLst/>
          </a:prstGeom>
          <a:noFill/>
          <a:ln>
            <a:noFill/>
          </a:ln>
        </p:spPr>
      </p:pic>
    </p:spTree>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38"/>
          <p:cNvSpPr txBox="1">
            <a:spLocks noGrp="1"/>
          </p:cNvSpPr>
          <p:nvPr>
            <p:ph type="title" idx="4294967295"/>
          </p:nvPr>
        </p:nvSpPr>
        <p:spPr>
          <a:xfrm>
            <a:off x="35860" y="371662"/>
            <a:ext cx="5979459"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BPTT: P</a:t>
            </a:r>
            <a:r>
              <a:rPr lang="en-US" sz="2800" b="1" cap="small" dirty="0">
                <a:solidFill>
                  <a:schemeClr val="bg1"/>
                </a:solidFill>
              </a:rPr>
              <a:t>arameter</a:t>
            </a:r>
            <a:r>
              <a:rPr lang="en-US" sz="2800" b="1" dirty="0">
                <a:solidFill>
                  <a:schemeClr val="bg1"/>
                </a:solidFill>
              </a:rPr>
              <a:t> G</a:t>
            </a:r>
            <a:r>
              <a:rPr lang="en-US" sz="2800" b="1" cap="small" dirty="0">
                <a:solidFill>
                  <a:schemeClr val="bg1"/>
                </a:solidFill>
              </a:rPr>
              <a:t>radients</a:t>
            </a:r>
            <a:endParaRPr sz="2800" b="1" dirty="0">
              <a:solidFill>
                <a:schemeClr val="bg1"/>
              </a:solidFill>
            </a:endParaRPr>
          </a:p>
        </p:txBody>
      </p:sp>
      <p:pic>
        <p:nvPicPr>
          <p:cNvPr id="734" name="Google Shape;734;p38"/>
          <p:cNvPicPr preferRelativeResize="0"/>
          <p:nvPr/>
        </p:nvPicPr>
        <p:blipFill>
          <a:blip r:embed="rId3">
            <a:alphaModFix/>
          </a:blip>
          <a:stretch>
            <a:fillRect/>
          </a:stretch>
        </p:blipFill>
        <p:spPr>
          <a:xfrm>
            <a:off x="331339" y="993507"/>
            <a:ext cx="7808614" cy="3175082"/>
          </a:xfrm>
          <a:prstGeom prst="rect">
            <a:avLst/>
          </a:prstGeom>
          <a:noFill/>
          <a:ln>
            <a:noFill/>
          </a:ln>
        </p:spPr>
      </p:pic>
    </p:spTree>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9"/>
          <p:cNvSpPr txBox="1">
            <a:spLocks noGrp="1"/>
          </p:cNvSpPr>
          <p:nvPr>
            <p:ph type="title" idx="4294967295"/>
          </p:nvPr>
        </p:nvSpPr>
        <p:spPr>
          <a:xfrm>
            <a:off x="0" y="224397"/>
            <a:ext cx="6275294"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V</a:t>
            </a:r>
            <a:r>
              <a:rPr lang="en-US" sz="2800" b="1" cap="small" dirty="0">
                <a:solidFill>
                  <a:schemeClr val="bg1"/>
                </a:solidFill>
              </a:rPr>
              <a:t>anishing</a:t>
            </a:r>
            <a:r>
              <a:rPr lang="en-US" sz="2800" b="1" dirty="0">
                <a:solidFill>
                  <a:schemeClr val="bg1"/>
                </a:solidFill>
              </a:rPr>
              <a:t> G</a:t>
            </a:r>
            <a:r>
              <a:rPr lang="en-US" sz="2800" b="1" cap="small" dirty="0">
                <a:solidFill>
                  <a:schemeClr val="bg1"/>
                </a:solidFill>
              </a:rPr>
              <a:t>radients</a:t>
            </a:r>
            <a:r>
              <a:rPr lang="en-US" sz="2800" b="1" dirty="0">
                <a:solidFill>
                  <a:schemeClr val="bg1"/>
                </a:solidFill>
              </a:rPr>
              <a:t>: T</a:t>
            </a:r>
            <a:r>
              <a:rPr lang="en-US" sz="2800" b="1" cap="small" dirty="0">
                <a:solidFill>
                  <a:schemeClr val="bg1"/>
                </a:solidFill>
              </a:rPr>
              <a:t>he</a:t>
            </a:r>
            <a:r>
              <a:rPr lang="en-US" sz="2800" b="1" dirty="0">
                <a:solidFill>
                  <a:schemeClr val="bg1"/>
                </a:solidFill>
              </a:rPr>
              <a:t> P</a:t>
            </a:r>
            <a:r>
              <a:rPr lang="en-US" sz="2800" b="1" cap="small" dirty="0">
                <a:solidFill>
                  <a:schemeClr val="bg1"/>
                </a:solidFill>
              </a:rPr>
              <a:t>roblem</a:t>
            </a:r>
            <a:endParaRPr sz="2800" b="1" dirty="0">
              <a:solidFill>
                <a:schemeClr val="bg1"/>
              </a:solidFill>
            </a:endParaRPr>
          </a:p>
        </p:txBody>
      </p:sp>
      <p:pic>
        <p:nvPicPr>
          <p:cNvPr id="746" name="Google Shape;746;p39"/>
          <p:cNvPicPr preferRelativeResize="0"/>
          <p:nvPr/>
        </p:nvPicPr>
        <p:blipFill>
          <a:blip r:embed="rId3">
            <a:alphaModFix/>
          </a:blip>
          <a:stretch>
            <a:fillRect/>
          </a:stretch>
        </p:blipFill>
        <p:spPr>
          <a:xfrm>
            <a:off x="489362" y="963450"/>
            <a:ext cx="8034047" cy="4138314"/>
          </a:xfrm>
          <a:prstGeom prst="rect">
            <a:avLst/>
          </a:prstGeom>
          <a:noFill/>
          <a:ln>
            <a:noFill/>
          </a:ln>
        </p:spPr>
      </p:pic>
    </p:spTree>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40"/>
          <p:cNvSpPr txBox="1">
            <a:spLocks noGrp="1"/>
          </p:cNvSpPr>
          <p:nvPr>
            <p:ph type="title" idx="4294967295"/>
          </p:nvPr>
        </p:nvSpPr>
        <p:spPr>
          <a:xfrm>
            <a:off x="0" y="217020"/>
            <a:ext cx="5862918"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V</a:t>
            </a:r>
            <a:r>
              <a:rPr lang="en-US" sz="2400" b="1" cap="small" dirty="0">
                <a:solidFill>
                  <a:schemeClr val="bg1"/>
                </a:solidFill>
              </a:rPr>
              <a:t>anishing</a:t>
            </a:r>
            <a:r>
              <a:rPr lang="en-US" sz="2400" b="1" dirty="0">
                <a:solidFill>
                  <a:schemeClr val="bg1"/>
                </a:solidFill>
              </a:rPr>
              <a:t> G</a:t>
            </a:r>
            <a:r>
              <a:rPr lang="en-US" sz="2400" b="1" cap="small" dirty="0">
                <a:solidFill>
                  <a:schemeClr val="bg1"/>
                </a:solidFill>
              </a:rPr>
              <a:t>radients</a:t>
            </a:r>
            <a:r>
              <a:rPr lang="en-US" sz="2400" b="1" dirty="0">
                <a:solidFill>
                  <a:schemeClr val="bg1"/>
                </a:solidFill>
              </a:rPr>
              <a:t>: N</a:t>
            </a:r>
            <a:r>
              <a:rPr lang="en-US" sz="2400" b="1" cap="small" dirty="0">
                <a:solidFill>
                  <a:schemeClr val="bg1"/>
                </a:solidFill>
              </a:rPr>
              <a:t>umerical</a:t>
            </a:r>
            <a:r>
              <a:rPr lang="en-US" sz="2400" b="1" dirty="0">
                <a:solidFill>
                  <a:schemeClr val="bg1"/>
                </a:solidFill>
              </a:rPr>
              <a:t> E</a:t>
            </a:r>
            <a:r>
              <a:rPr lang="en-US" sz="2400" b="1" cap="small" dirty="0">
                <a:solidFill>
                  <a:schemeClr val="bg1"/>
                </a:solidFill>
              </a:rPr>
              <a:t>xample</a:t>
            </a:r>
            <a:endParaRPr sz="2400" b="1" dirty="0">
              <a:solidFill>
                <a:schemeClr val="bg1"/>
              </a:solidFill>
            </a:endParaRPr>
          </a:p>
        </p:txBody>
      </p:sp>
      <p:pic>
        <p:nvPicPr>
          <p:cNvPr id="758" name="Google Shape;758;p40"/>
          <p:cNvPicPr preferRelativeResize="0"/>
          <p:nvPr/>
        </p:nvPicPr>
        <p:blipFill>
          <a:blip r:embed="rId3">
            <a:alphaModFix/>
          </a:blip>
          <a:stretch>
            <a:fillRect/>
          </a:stretch>
        </p:blipFill>
        <p:spPr>
          <a:xfrm>
            <a:off x="702221" y="1039436"/>
            <a:ext cx="7261249" cy="3236730"/>
          </a:xfrm>
          <a:prstGeom prst="rect">
            <a:avLst/>
          </a:prstGeom>
          <a:noFill/>
          <a:ln>
            <a:noFill/>
          </a:ln>
        </p:spPr>
      </p:pic>
    </p:spTree>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41"/>
          <p:cNvSpPr txBox="1">
            <a:spLocks noGrp="1"/>
          </p:cNvSpPr>
          <p:nvPr>
            <p:ph type="title" idx="4294967295"/>
          </p:nvPr>
        </p:nvSpPr>
        <p:spPr>
          <a:xfrm>
            <a:off x="0" y="333562"/>
            <a:ext cx="6090668"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W</a:t>
            </a:r>
            <a:r>
              <a:rPr lang="en-US" sz="2400" b="1" cap="small" dirty="0">
                <a:solidFill>
                  <a:schemeClr val="bg1"/>
                </a:solidFill>
              </a:rPr>
              <a:t>hy</a:t>
            </a:r>
            <a:r>
              <a:rPr lang="en-US" sz="2400" b="1" dirty="0">
                <a:solidFill>
                  <a:schemeClr val="bg1"/>
                </a:solidFill>
              </a:rPr>
              <a:t> V</a:t>
            </a:r>
            <a:r>
              <a:rPr lang="en-US" sz="2400" b="1" cap="small" dirty="0">
                <a:solidFill>
                  <a:schemeClr val="bg1"/>
                </a:solidFill>
              </a:rPr>
              <a:t>anishing</a:t>
            </a:r>
            <a:r>
              <a:rPr lang="en-US" sz="2400" b="1" dirty="0">
                <a:solidFill>
                  <a:schemeClr val="bg1"/>
                </a:solidFill>
              </a:rPr>
              <a:t> G</a:t>
            </a:r>
            <a:r>
              <a:rPr lang="en-US" sz="2400" b="1" cap="small" dirty="0">
                <a:solidFill>
                  <a:schemeClr val="bg1"/>
                </a:solidFill>
              </a:rPr>
              <a:t>radients</a:t>
            </a:r>
            <a:r>
              <a:rPr lang="en-US" sz="2400" b="1" dirty="0">
                <a:solidFill>
                  <a:schemeClr val="bg1"/>
                </a:solidFill>
              </a:rPr>
              <a:t> </a:t>
            </a:r>
            <a:r>
              <a:rPr lang="en-US" sz="2400" b="1" cap="small" dirty="0">
                <a:solidFill>
                  <a:schemeClr val="bg1"/>
                </a:solidFill>
              </a:rPr>
              <a:t>are</a:t>
            </a:r>
            <a:r>
              <a:rPr lang="en-US" sz="2400" b="1" dirty="0">
                <a:solidFill>
                  <a:schemeClr val="bg1"/>
                </a:solidFill>
              </a:rPr>
              <a:t> P</a:t>
            </a:r>
            <a:r>
              <a:rPr lang="en-US" sz="2400" b="1" cap="small" dirty="0">
                <a:solidFill>
                  <a:schemeClr val="bg1"/>
                </a:solidFill>
              </a:rPr>
              <a:t>roblematic</a:t>
            </a:r>
            <a:r>
              <a:rPr lang="en-US" sz="2400" b="1" dirty="0">
                <a:solidFill>
                  <a:schemeClr val="bg1"/>
                </a:solidFill>
              </a:rPr>
              <a:t>?</a:t>
            </a:r>
            <a:endParaRPr sz="2400" b="1" dirty="0">
              <a:solidFill>
                <a:schemeClr val="bg1"/>
              </a:solidFill>
            </a:endParaRPr>
          </a:p>
        </p:txBody>
      </p:sp>
      <p:sp>
        <p:nvSpPr>
          <p:cNvPr id="768" name="Google Shape;768;p41"/>
          <p:cNvSpPr txBox="1"/>
          <p:nvPr/>
        </p:nvSpPr>
        <p:spPr>
          <a:xfrm>
            <a:off x="982032" y="1083348"/>
            <a:ext cx="5481521" cy="4057095"/>
          </a:xfrm>
          <a:prstGeom prst="rect">
            <a:avLst/>
          </a:prstGeom>
          <a:noFill/>
          <a:ln>
            <a:noFill/>
          </a:ln>
        </p:spPr>
        <p:txBody>
          <a:bodyPr spcFirstLastPara="1" wrap="square" lIns="0" tIns="103718" rIns="0" bIns="0" anchor="t" anchorCtr="0">
            <a:spAutoFit/>
          </a:bodyPr>
          <a:lstStyle/>
          <a:p>
            <a:pPr marL="346173"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Learning difficulty</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626"/>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Parameters affecting early time steps barely update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Model cannot learn long-term patterns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Training becomes ineffective for long sequences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46173" indent="-285750" defTabSz="1450147" hangingPunct="1">
              <a:spcBef>
                <a:spcPts val="658"/>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Example scenarios where this fails</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626"/>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”I grew up in France... [50 words]... I speak fluent </a:t>
            </a:r>
            <a:r>
              <a:rPr lang="en-US" u="sng" dirty="0">
                <a:latin typeface="Calibri" panose="020F0502020204030204" pitchFamily="34" charset="0"/>
                <a:ea typeface="Calibri" panose="020F0502020204030204" pitchFamily="34" charset="0"/>
                <a:cs typeface="Calibri" panose="020F0502020204030204" pitchFamily="34" charset="0"/>
                <a:sym typeface="Times New Roman"/>
              </a:rPr>
              <a:t>  </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Long-range syntactic dependencies in language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Time series with seasonal patterns (yearly cycles)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46173" indent="-285750" defTabSz="1450147" hangingPunct="1">
              <a:spcBef>
                <a:spcPts val="649"/>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Solutions</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626"/>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Better architectures: LSTM, GRU</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Careful initialization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Skip connections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Tree>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43"/>
          <p:cNvSpPr txBox="1">
            <a:spLocks noGrp="1"/>
          </p:cNvSpPr>
          <p:nvPr>
            <p:ph type="title" idx="4294967295"/>
          </p:nvPr>
        </p:nvSpPr>
        <p:spPr>
          <a:xfrm>
            <a:off x="0" y="385575"/>
            <a:ext cx="6255052" cy="455268"/>
          </a:xfrm>
          <a:prstGeom prst="rect">
            <a:avLst/>
          </a:prstGeom>
          <a:noFill/>
          <a:ln>
            <a:noFill/>
          </a:ln>
        </p:spPr>
        <p:txBody>
          <a:bodyPr spcFirstLastPara="1" wrap="square" lIns="0" tIns="24145" rIns="0" bIns="0" anchor="t" anchorCtr="0">
            <a:spAutoFit/>
          </a:bodyPr>
          <a:lstStyle/>
          <a:p>
            <a:pPr marL="20141"/>
            <a:r>
              <a:rPr lang="en-US" sz="2800" b="1" dirty="0">
                <a:solidFill>
                  <a:schemeClr val="bg1"/>
                </a:solidFill>
              </a:rPr>
              <a:t>B</a:t>
            </a:r>
            <a:r>
              <a:rPr lang="en-US" sz="2800" b="1" cap="small" dirty="0">
                <a:solidFill>
                  <a:schemeClr val="bg1"/>
                </a:solidFill>
              </a:rPr>
              <a:t>idirectional</a:t>
            </a:r>
            <a:r>
              <a:rPr lang="en-US" sz="2800" b="1" dirty="0">
                <a:solidFill>
                  <a:schemeClr val="bg1"/>
                </a:solidFill>
              </a:rPr>
              <a:t> RNN</a:t>
            </a:r>
            <a:r>
              <a:rPr lang="en-US" sz="2800" b="1" cap="small" dirty="0">
                <a:solidFill>
                  <a:schemeClr val="bg1"/>
                </a:solidFill>
              </a:rPr>
              <a:t>s</a:t>
            </a:r>
            <a:r>
              <a:rPr lang="en-US" sz="2800" b="1" dirty="0">
                <a:solidFill>
                  <a:schemeClr val="bg1"/>
                </a:solidFill>
              </a:rPr>
              <a:t>: M</a:t>
            </a:r>
            <a:r>
              <a:rPr lang="en-US" sz="2800" b="1" cap="small" dirty="0">
                <a:solidFill>
                  <a:schemeClr val="bg1"/>
                </a:solidFill>
              </a:rPr>
              <a:t>otivation</a:t>
            </a:r>
            <a:endParaRPr sz="2800" b="1" dirty="0">
              <a:solidFill>
                <a:schemeClr val="bg1"/>
              </a:solidFill>
            </a:endParaRPr>
          </a:p>
        </p:txBody>
      </p:sp>
      <p:sp>
        <p:nvSpPr>
          <p:cNvPr id="807" name="Google Shape;807;p43"/>
          <p:cNvSpPr txBox="1"/>
          <p:nvPr/>
        </p:nvSpPr>
        <p:spPr>
          <a:xfrm>
            <a:off x="457200" y="984656"/>
            <a:ext cx="8426823" cy="5061206"/>
          </a:xfrm>
          <a:prstGeom prst="rect">
            <a:avLst/>
          </a:prstGeom>
          <a:noFill/>
          <a:ln>
            <a:noFill/>
          </a:ln>
        </p:spPr>
        <p:txBody>
          <a:bodyPr spcFirstLastPara="1" wrap="square" lIns="0" tIns="74498" rIns="0" bIns="0" anchor="t" anchorCtr="0">
            <a:spAutoFit/>
          </a:bodyPr>
          <a:lstStyle/>
          <a:p>
            <a:pPr marL="285750" marR="2601200" indent="-285750" algn="ctr"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Limitation of standard RNN</a:t>
            </a:r>
            <a:r>
              <a:rPr lang="en-US" dirty="0">
                <a:latin typeface="Calibri" panose="020F0502020204030204" pitchFamily="34" charset="0"/>
                <a:ea typeface="Calibri" panose="020F0502020204030204" pitchFamily="34" charset="0"/>
                <a:cs typeface="Calibri" panose="020F0502020204030204" pitchFamily="34" charset="0"/>
                <a:sym typeface="Tahoma"/>
              </a:rPr>
              <a:t>: Only uses past context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285750" marR="4110764" indent="-285750" algn="ctr"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Predicts based on </a:t>
            </a:r>
            <a:r>
              <a:rPr lang="en-US" i="1" dirty="0">
                <a:latin typeface="Calibri" panose="020F0502020204030204" pitchFamily="34" charset="0"/>
                <a:ea typeface="Calibri" panose="020F0502020204030204" pitchFamily="34" charset="0"/>
                <a:cs typeface="Calibri" panose="020F0502020204030204" pitchFamily="34" charset="0"/>
                <a:sym typeface="Arial"/>
              </a:rPr>
              <a:t>x</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1</a:t>
            </a:r>
            <a:r>
              <a:rPr lang="en-US" i="1" dirty="0">
                <a:latin typeface="Calibri" panose="020F0502020204030204" pitchFamily="34" charset="0"/>
                <a:ea typeface="Calibri" panose="020F0502020204030204" pitchFamily="34" charset="0"/>
                <a:cs typeface="Calibri" panose="020F0502020204030204" pitchFamily="34" charset="0"/>
                <a:sym typeface="Verdana"/>
              </a:rPr>
              <a:t>, . . . , </a:t>
            </a:r>
            <a:r>
              <a:rPr lang="en-US" i="1" dirty="0" err="1">
                <a:latin typeface="Calibri" panose="020F0502020204030204" pitchFamily="34" charset="0"/>
                <a:ea typeface="Calibri" panose="020F0502020204030204" pitchFamily="34" charset="0"/>
                <a:cs typeface="Calibri" panose="020F0502020204030204" pitchFamily="34" charset="0"/>
                <a:sym typeface="Arial"/>
              </a:rPr>
              <a:t>x</a:t>
            </a:r>
            <a:r>
              <a:rPr lang="en-US" i="1" baseline="-25000" dirty="0" err="1">
                <a:latin typeface="Calibri" panose="020F0502020204030204" pitchFamily="34" charset="0"/>
                <a:ea typeface="Calibri" panose="020F0502020204030204" pitchFamily="34" charset="0"/>
                <a:cs typeface="Calibri" panose="020F0502020204030204" pitchFamily="34" charset="0"/>
                <a:sym typeface="Arial"/>
              </a:rPr>
              <a:t>t</a:t>
            </a:r>
            <a:r>
              <a:rPr lang="en-US" i="1" baseline="-25000" dirty="0">
                <a:latin typeface="Calibri" panose="020F0502020204030204" pitchFamily="34" charset="0"/>
                <a:ea typeface="Calibri" panose="020F0502020204030204" pitchFamily="34" charset="0"/>
                <a:cs typeface="Calibri" panose="020F0502020204030204" pitchFamily="34" charset="0"/>
                <a:sym typeface="Arial"/>
              </a:rPr>
              <a:t> </a:t>
            </a:r>
            <a:r>
              <a:rPr lang="en-US" baseline="-25000" dirty="0">
                <a:latin typeface="Calibri" panose="020F0502020204030204" pitchFamily="34" charset="0"/>
                <a:ea typeface="Calibri" panose="020F0502020204030204" pitchFamily="34" charset="0"/>
                <a:cs typeface="Calibri" panose="020F0502020204030204" pitchFamily="34" charset="0"/>
                <a:sym typeface="Lucida Sans"/>
              </a:rPr>
              <a:t>—</a:t>
            </a:r>
            <a:r>
              <a:rPr lang="en-US" baseline="-25000" dirty="0">
                <a:latin typeface="Calibri" panose="020F0502020204030204" pitchFamily="34" charset="0"/>
                <a:ea typeface="Calibri" panose="020F0502020204030204" pitchFamily="34" charset="0"/>
                <a:cs typeface="Calibri" panose="020F0502020204030204" pitchFamily="34" charset="0"/>
                <a:sym typeface="Tahoma"/>
              </a:rPr>
              <a:t>1</a:t>
            </a:r>
            <a:endParaRPr lang="en-IN" baseline="-25000" dirty="0">
              <a:latin typeface="Calibri" panose="020F0502020204030204" pitchFamily="34" charset="0"/>
              <a:ea typeface="Calibri" panose="020F0502020204030204" pitchFamily="34" charset="0"/>
              <a:cs typeface="Calibri" panose="020F0502020204030204" pitchFamily="34" charset="0"/>
              <a:sym typeface="Tahoma"/>
            </a:endParaRPr>
          </a:p>
          <a:p>
            <a:pPr marL="285750" marR="4187299" indent="-285750" algn="ctr" defTabSz="1450147" hangingPunct="1">
              <a:lnSpc>
                <a:spcPct val="150000"/>
              </a:lnSpc>
              <a:buClr>
                <a:srgbClr val="000000"/>
              </a:buClr>
              <a:buFont typeface="Courier New" panose="02070309020205020404" pitchFamily="49" charset="0"/>
              <a:buChar char="o"/>
            </a:pPr>
            <a:r>
              <a:rPr lang="en-IN"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IN" dirty="0">
                <a:latin typeface="Calibri" panose="020F0502020204030204" pitchFamily="34" charset="0"/>
                <a:ea typeface="Calibri" panose="020F0502020204030204" pitchFamily="34" charset="0"/>
                <a:cs typeface="Calibri" panose="020F0502020204030204" pitchFamily="34" charset="0"/>
                <a:sym typeface="Tahoma"/>
              </a:rPr>
              <a:t>Cannot use future information</a:t>
            </a:r>
          </a:p>
          <a:p>
            <a:pPr marL="285750" marR="4061419" indent="-285750" algn="ctr"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Many tasks benefit from full context</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Sentiment analysis</a:t>
            </a:r>
            <a:r>
              <a:rPr lang="en-US" dirty="0">
                <a:latin typeface="Calibri" panose="020F0502020204030204" pitchFamily="34" charset="0"/>
                <a:ea typeface="Calibri" panose="020F0502020204030204" pitchFamily="34" charset="0"/>
                <a:cs typeface="Calibri" panose="020F0502020204030204" pitchFamily="34" charset="0"/>
                <a:sym typeface="Tahoma"/>
              </a:rPr>
              <a:t>: ”The movie was not </a:t>
            </a:r>
            <a:r>
              <a:rPr lang="en-US" u="sng" dirty="0">
                <a:latin typeface="Calibri" panose="020F0502020204030204" pitchFamily="34" charset="0"/>
                <a:ea typeface="Calibri" panose="020F0502020204030204" pitchFamily="34" charset="0"/>
                <a:cs typeface="Calibri" panose="020F0502020204030204" pitchFamily="34" charset="0"/>
                <a:sym typeface="Times New Roman"/>
              </a:rPr>
              <a:t>  </a:t>
            </a:r>
            <a:r>
              <a:rPr lang="en-US" dirty="0">
                <a:latin typeface="Calibri" panose="020F0502020204030204" pitchFamily="34" charset="0"/>
                <a:ea typeface="Calibri" panose="020F0502020204030204" pitchFamily="34" charset="0"/>
                <a:cs typeface="Calibri" panose="020F0502020204030204" pitchFamily="34" charset="0"/>
                <a:sym typeface="Tahoma"/>
              </a:rPr>
              <a:t>” (need to see ”good” or ”bad”)</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Named entity recognition</a:t>
            </a:r>
            <a:r>
              <a:rPr lang="en-US" dirty="0">
                <a:latin typeface="Calibri" panose="020F0502020204030204" pitchFamily="34" charset="0"/>
                <a:ea typeface="Calibri" panose="020F0502020204030204" pitchFamily="34" charset="0"/>
                <a:cs typeface="Calibri" panose="020F0502020204030204" pitchFamily="34" charset="0"/>
                <a:sym typeface="Tahoma"/>
              </a:rPr>
              <a:t>: ”I met Paris in Paris” (person vs city - need full context)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Speech recognition</a:t>
            </a:r>
            <a:r>
              <a:rPr lang="en-US" dirty="0">
                <a:latin typeface="Calibri" panose="020F0502020204030204" pitchFamily="34" charset="0"/>
                <a:ea typeface="Calibri" panose="020F0502020204030204" pitchFamily="34" charset="0"/>
                <a:cs typeface="Calibri" panose="020F0502020204030204" pitchFamily="34" charset="0"/>
                <a:sym typeface="Tahoma"/>
              </a:rPr>
              <a:t>: Future phonemes help disambiguate current sound</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Machine translation</a:t>
            </a:r>
            <a:r>
              <a:rPr lang="en-US" dirty="0">
                <a:latin typeface="Calibri" panose="020F0502020204030204" pitchFamily="34" charset="0"/>
                <a:ea typeface="Calibri" panose="020F0502020204030204" pitchFamily="34" charset="0"/>
                <a:cs typeface="Calibri" panose="020F0502020204030204" pitchFamily="34" charset="0"/>
                <a:sym typeface="Tahoma"/>
              </a:rPr>
              <a:t>: Full sentence context improves translation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46173" indent="-285750" defTabSz="1450147" hangingPunct="1">
              <a:lnSpc>
                <a:spcPct val="150000"/>
              </a:lnSpc>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Key idea</a:t>
            </a:r>
            <a:r>
              <a:rPr lang="en-US" dirty="0">
                <a:latin typeface="Calibri" panose="020F0502020204030204" pitchFamily="34" charset="0"/>
                <a:ea typeface="Calibri" panose="020F0502020204030204" pitchFamily="34" charset="0"/>
                <a:cs typeface="Calibri" panose="020F0502020204030204" pitchFamily="34" charset="0"/>
                <a:sym typeface="Tahoma"/>
              </a:rPr>
              <a:t>: Process sequence in both directions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Forward RNN: left-to-right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Backward RNN: right-to-left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91892" indent="-285750" defTabSz="1450147" hangingPunct="1">
              <a:lnSpc>
                <a:spcPct val="1500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Combine information from both</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6ECAB85-7354-4A00-B9B8-10AFFC574582}"/>
                  </a:ext>
                </a:extLst>
              </p14:cNvPr>
              <p14:cNvContentPartPr/>
              <p14:nvPr/>
            </p14:nvContentPartPr>
            <p14:xfrm>
              <a:off x="-16560" y="213840"/>
              <a:ext cx="8799480" cy="5856840"/>
            </p14:xfrm>
          </p:contentPart>
        </mc:Choice>
        <mc:Fallback>
          <p:pic>
            <p:nvPicPr>
              <p:cNvPr id="2" name="Ink 1">
                <a:extLst>
                  <a:ext uri="{FF2B5EF4-FFF2-40B4-BE49-F238E27FC236}">
                    <a16:creationId xmlns:a16="http://schemas.microsoft.com/office/drawing/2014/main" id="{86ECAB85-7354-4A00-B9B8-10AFFC574582}"/>
                  </a:ext>
                </a:extLst>
              </p:cNvPr>
              <p:cNvPicPr/>
              <p:nvPr/>
            </p:nvPicPr>
            <p:blipFill>
              <a:blip r:embed="rId4"/>
              <a:stretch>
                <a:fillRect/>
              </a:stretch>
            </p:blipFill>
            <p:spPr>
              <a:xfrm>
                <a:off x="-25920" y="204480"/>
                <a:ext cx="8818200" cy="5875560"/>
              </a:xfrm>
              <a:prstGeom prst="rect">
                <a:avLst/>
              </a:prstGeom>
            </p:spPr>
          </p:pic>
        </mc:Fallback>
      </mc:AlternateContent>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44"/>
          <p:cNvSpPr txBox="1">
            <a:spLocks noGrp="1"/>
          </p:cNvSpPr>
          <p:nvPr>
            <p:ph type="title" idx="4294967295"/>
          </p:nvPr>
        </p:nvSpPr>
        <p:spPr>
          <a:xfrm>
            <a:off x="0" y="340097"/>
            <a:ext cx="4276165" cy="332157"/>
          </a:xfrm>
          <a:prstGeom prst="rect">
            <a:avLst/>
          </a:prstGeom>
          <a:noFill/>
          <a:ln>
            <a:noFill/>
          </a:ln>
        </p:spPr>
        <p:txBody>
          <a:bodyPr spcFirstLastPara="1" wrap="square" lIns="0" tIns="24145" rIns="0" bIns="0" anchor="t" anchorCtr="0">
            <a:spAutoFit/>
          </a:bodyPr>
          <a:lstStyle/>
          <a:p>
            <a:pPr marL="20141"/>
            <a:r>
              <a:rPr lang="en-US" sz="2000" b="1" dirty="0">
                <a:solidFill>
                  <a:schemeClr val="bg1"/>
                </a:solidFill>
              </a:rPr>
              <a:t>B</a:t>
            </a:r>
            <a:r>
              <a:rPr lang="en-US" sz="2000" b="1" cap="small" dirty="0">
                <a:solidFill>
                  <a:schemeClr val="bg1"/>
                </a:solidFill>
              </a:rPr>
              <a:t>idirectional</a:t>
            </a:r>
            <a:r>
              <a:rPr lang="en-US" sz="2000" b="1" dirty="0">
                <a:solidFill>
                  <a:schemeClr val="bg1"/>
                </a:solidFill>
              </a:rPr>
              <a:t> RNN A</a:t>
            </a:r>
            <a:r>
              <a:rPr lang="en-US" sz="2000" b="1" cap="small" dirty="0">
                <a:solidFill>
                  <a:schemeClr val="bg1"/>
                </a:solidFill>
              </a:rPr>
              <a:t>rchitecture</a:t>
            </a:r>
            <a:endParaRPr sz="2000" b="1" dirty="0">
              <a:solidFill>
                <a:schemeClr val="bg1"/>
              </a:solidFill>
            </a:endParaRPr>
          </a:p>
        </p:txBody>
      </p:sp>
      <p:pic>
        <p:nvPicPr>
          <p:cNvPr id="825" name="Google Shape;825;p44"/>
          <p:cNvPicPr preferRelativeResize="0"/>
          <p:nvPr/>
        </p:nvPicPr>
        <p:blipFill>
          <a:blip r:embed="rId3">
            <a:alphaModFix/>
          </a:blip>
          <a:stretch>
            <a:fillRect/>
          </a:stretch>
        </p:blipFill>
        <p:spPr>
          <a:xfrm>
            <a:off x="259976" y="993501"/>
            <a:ext cx="7476565" cy="3551606"/>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CA3732E-61EC-4D31-9495-1C519BD5B32E}"/>
                  </a:ext>
                </a:extLst>
              </p14:cNvPr>
              <p14:cNvContentPartPr/>
              <p14:nvPr/>
            </p14:nvContentPartPr>
            <p14:xfrm>
              <a:off x="285120" y="3400920"/>
              <a:ext cx="8739720" cy="3319200"/>
            </p14:xfrm>
          </p:contentPart>
        </mc:Choice>
        <mc:Fallback>
          <p:pic>
            <p:nvPicPr>
              <p:cNvPr id="2" name="Ink 1">
                <a:extLst>
                  <a:ext uri="{FF2B5EF4-FFF2-40B4-BE49-F238E27FC236}">
                    <a16:creationId xmlns:a16="http://schemas.microsoft.com/office/drawing/2014/main" id="{4CA3732E-61EC-4D31-9495-1C519BD5B32E}"/>
                  </a:ext>
                </a:extLst>
              </p:cNvPr>
              <p:cNvPicPr/>
              <p:nvPr/>
            </p:nvPicPr>
            <p:blipFill>
              <a:blip r:embed="rId5"/>
              <a:stretch>
                <a:fillRect/>
              </a:stretch>
            </p:blipFill>
            <p:spPr>
              <a:xfrm>
                <a:off x="275760" y="3391560"/>
                <a:ext cx="8758440" cy="3337920"/>
              </a:xfrm>
              <a:prstGeom prst="rect">
                <a:avLst/>
              </a:prstGeom>
            </p:spPr>
          </p:pic>
        </mc:Fallback>
      </mc:AlternateContent>
    </p:spTree>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45"/>
          <p:cNvSpPr txBox="1">
            <a:spLocks noGrp="1"/>
          </p:cNvSpPr>
          <p:nvPr>
            <p:ph type="title" idx="4294967295"/>
          </p:nvPr>
        </p:nvSpPr>
        <p:spPr>
          <a:xfrm>
            <a:off x="53789" y="205160"/>
            <a:ext cx="5997575"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B</a:t>
            </a:r>
            <a:r>
              <a:rPr lang="en-US" sz="2400" b="1" cap="small" dirty="0">
                <a:solidFill>
                  <a:schemeClr val="bg1"/>
                </a:solidFill>
              </a:rPr>
              <a:t>idirectional</a:t>
            </a:r>
            <a:r>
              <a:rPr lang="en-US" sz="2400" b="1" dirty="0">
                <a:solidFill>
                  <a:schemeClr val="bg1"/>
                </a:solidFill>
              </a:rPr>
              <a:t> RNN: M</a:t>
            </a:r>
            <a:r>
              <a:rPr lang="en-US" sz="2400" b="1" cap="small" dirty="0">
                <a:solidFill>
                  <a:schemeClr val="bg1"/>
                </a:solidFill>
              </a:rPr>
              <a:t>athematical</a:t>
            </a:r>
            <a:r>
              <a:rPr lang="en-US" sz="2400" b="1" dirty="0">
                <a:solidFill>
                  <a:schemeClr val="bg1"/>
                </a:solidFill>
              </a:rPr>
              <a:t> F</a:t>
            </a:r>
            <a:r>
              <a:rPr lang="en-US" sz="2400" b="1" cap="small" dirty="0">
                <a:solidFill>
                  <a:schemeClr val="bg1"/>
                </a:solidFill>
              </a:rPr>
              <a:t>ormula</a:t>
            </a:r>
            <a:endParaRPr sz="2400" b="1" dirty="0">
              <a:solidFill>
                <a:schemeClr val="bg1"/>
              </a:solidFill>
            </a:endParaRPr>
          </a:p>
        </p:txBody>
      </p:sp>
      <p:pic>
        <p:nvPicPr>
          <p:cNvPr id="833" name="Google Shape;833;p45"/>
          <p:cNvPicPr preferRelativeResize="0"/>
          <p:nvPr/>
        </p:nvPicPr>
        <p:blipFill>
          <a:blip r:embed="rId3">
            <a:alphaModFix/>
          </a:blip>
          <a:stretch>
            <a:fillRect/>
          </a:stretch>
        </p:blipFill>
        <p:spPr>
          <a:xfrm>
            <a:off x="682385" y="1020398"/>
            <a:ext cx="7779229" cy="3417131"/>
          </a:xfrm>
          <a:prstGeom prst="rect">
            <a:avLst/>
          </a:prstGeom>
          <a:noFill/>
          <a:ln>
            <a:noFill/>
          </a:ln>
        </p:spPr>
      </p:pic>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49"/>
          <p:cNvSpPr txBox="1">
            <a:spLocks noGrp="1"/>
          </p:cNvSpPr>
          <p:nvPr>
            <p:ph type="title" idx="4294967295"/>
          </p:nvPr>
        </p:nvSpPr>
        <p:spPr>
          <a:xfrm>
            <a:off x="0" y="285657"/>
            <a:ext cx="4770438"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W</a:t>
            </a:r>
            <a:r>
              <a:rPr lang="en-US" sz="2400" b="1" cap="small" dirty="0">
                <a:solidFill>
                  <a:schemeClr val="bg1"/>
                </a:solidFill>
              </a:rPr>
              <a:t>hen</a:t>
            </a:r>
            <a:r>
              <a:rPr lang="en-US" sz="2400" b="1" dirty="0">
                <a:solidFill>
                  <a:schemeClr val="bg1"/>
                </a:solidFill>
              </a:rPr>
              <a:t> </a:t>
            </a:r>
            <a:r>
              <a:rPr lang="en-US" sz="2400" b="1" cap="small" dirty="0">
                <a:solidFill>
                  <a:schemeClr val="bg1"/>
                </a:solidFill>
              </a:rPr>
              <a:t>to</a:t>
            </a:r>
            <a:r>
              <a:rPr lang="en-US" sz="2400" b="1" dirty="0">
                <a:solidFill>
                  <a:schemeClr val="bg1"/>
                </a:solidFill>
              </a:rPr>
              <a:t> U</a:t>
            </a:r>
            <a:r>
              <a:rPr lang="en-US" sz="2400" b="1" cap="small" dirty="0">
                <a:solidFill>
                  <a:schemeClr val="bg1"/>
                </a:solidFill>
              </a:rPr>
              <a:t>se</a:t>
            </a:r>
            <a:r>
              <a:rPr lang="en-US" sz="2400" b="1" dirty="0">
                <a:solidFill>
                  <a:schemeClr val="bg1"/>
                </a:solidFill>
              </a:rPr>
              <a:t> B</a:t>
            </a:r>
            <a:r>
              <a:rPr lang="en-US" sz="2400" b="1" cap="small" dirty="0">
                <a:solidFill>
                  <a:schemeClr val="bg1"/>
                </a:solidFill>
              </a:rPr>
              <a:t>idirectional</a:t>
            </a:r>
            <a:r>
              <a:rPr lang="en-US" sz="2400" b="1" dirty="0">
                <a:solidFill>
                  <a:schemeClr val="bg1"/>
                </a:solidFill>
              </a:rPr>
              <a:t> RNN</a:t>
            </a:r>
            <a:r>
              <a:rPr lang="en-US" sz="2400" b="1" cap="small" dirty="0">
                <a:solidFill>
                  <a:schemeClr val="bg1"/>
                </a:solidFill>
              </a:rPr>
              <a:t>s</a:t>
            </a:r>
            <a:endParaRPr sz="2400" b="1" dirty="0">
              <a:solidFill>
                <a:schemeClr val="bg1"/>
              </a:solidFill>
            </a:endParaRPr>
          </a:p>
        </p:txBody>
      </p:sp>
      <p:sp>
        <p:nvSpPr>
          <p:cNvPr id="874" name="Google Shape;874;p49"/>
          <p:cNvSpPr txBox="1"/>
          <p:nvPr/>
        </p:nvSpPr>
        <p:spPr>
          <a:xfrm>
            <a:off x="1002173" y="1134679"/>
            <a:ext cx="7568085" cy="4728853"/>
          </a:xfrm>
          <a:prstGeom prst="rect">
            <a:avLst/>
          </a:prstGeom>
          <a:noFill/>
          <a:ln>
            <a:noFill/>
          </a:ln>
        </p:spPr>
        <p:txBody>
          <a:bodyPr spcFirstLastPara="1" wrap="square" lIns="0" tIns="100705" rIns="0" bIns="0" anchor="t" anchorCtr="0">
            <a:spAutoFit/>
          </a:bodyPr>
          <a:lstStyle/>
          <a:p>
            <a:pPr marL="326032"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Use bidirectional RNNs when</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595"/>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Entire sequence available before prediction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Task benefits from future context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2" marR="28197" indent="-285750" defTabSz="1450147" hangingPunct="1">
              <a:lnSpc>
                <a:spcPct val="1189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Examples: text classification, named entity recognition, machine translation (encoder)</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26032" indent="-285750" defTabSz="1450147" hangingPunct="1">
              <a:spcBef>
                <a:spcPts val="619"/>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Do NOT use when</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595"/>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Real-time/online prediction required</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Causal modeling (future cannot influence past)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2" marR="269888" indent="-285750" defTabSz="1450147" hangingPunct="1">
              <a:lnSpc>
                <a:spcPct val="118900"/>
              </a:lnSpc>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Examples: language modeling, real-time speech recognition, time series forecasting</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26032" indent="-285750" defTabSz="1450147" hangingPunct="1">
              <a:spcBef>
                <a:spcPts val="619"/>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Key limitation</a:t>
            </a:r>
            <a:r>
              <a:rPr lang="en-US" dirty="0">
                <a:latin typeface="Calibri" panose="020F0502020204030204" pitchFamily="34" charset="0"/>
                <a:ea typeface="Calibri" panose="020F0502020204030204" pitchFamily="34" charset="0"/>
                <a:cs typeface="Calibri" panose="020F0502020204030204" pitchFamily="34" charset="0"/>
                <a:sym typeface="Tahoma"/>
              </a:rPr>
              <a:t>: Must process entire sequence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603"/>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Cannot make predictions until sequence complete</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Higher computational cost (two RNNs)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Not suitable for streaming applications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Tree>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51"/>
          <p:cNvSpPr txBox="1">
            <a:spLocks noGrp="1"/>
          </p:cNvSpPr>
          <p:nvPr>
            <p:ph type="title" idx="4294967295"/>
          </p:nvPr>
        </p:nvSpPr>
        <p:spPr>
          <a:xfrm>
            <a:off x="0" y="268660"/>
            <a:ext cx="6061075" cy="455268"/>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D</a:t>
            </a:r>
            <a:r>
              <a:rPr lang="en-US" sz="2400" b="1" cap="small" dirty="0">
                <a:solidFill>
                  <a:schemeClr val="bg1"/>
                </a:solidFill>
              </a:rPr>
              <a:t>eep</a:t>
            </a:r>
            <a:r>
              <a:rPr lang="en-US" sz="2400" b="1" dirty="0">
                <a:solidFill>
                  <a:schemeClr val="bg1"/>
                </a:solidFill>
              </a:rPr>
              <a:t> (S</a:t>
            </a:r>
            <a:r>
              <a:rPr lang="en-US" sz="2400" b="1" cap="small" dirty="0">
                <a:solidFill>
                  <a:schemeClr val="bg1"/>
                </a:solidFill>
              </a:rPr>
              <a:t>tacked</a:t>
            </a:r>
            <a:r>
              <a:rPr lang="en-US" sz="2400" b="1" dirty="0">
                <a:solidFill>
                  <a:schemeClr val="bg1"/>
                </a:solidFill>
              </a:rPr>
              <a:t>) RNN</a:t>
            </a:r>
            <a:r>
              <a:rPr lang="en-US" sz="2400" b="1" cap="small" dirty="0">
                <a:solidFill>
                  <a:schemeClr val="bg1"/>
                </a:solidFill>
              </a:rPr>
              <a:t>s</a:t>
            </a:r>
            <a:r>
              <a:rPr lang="en-US" sz="2400" b="1" dirty="0">
                <a:solidFill>
                  <a:schemeClr val="bg1"/>
                </a:solidFill>
              </a:rPr>
              <a:t>: </a:t>
            </a:r>
            <a:r>
              <a:rPr lang="en-US" sz="2800" b="1" dirty="0">
                <a:solidFill>
                  <a:schemeClr val="bg1"/>
                </a:solidFill>
              </a:rPr>
              <a:t>M</a:t>
            </a:r>
            <a:r>
              <a:rPr lang="en-US" sz="2800" b="1" cap="small" dirty="0">
                <a:solidFill>
                  <a:schemeClr val="bg1"/>
                </a:solidFill>
              </a:rPr>
              <a:t>otivation</a:t>
            </a:r>
            <a:endParaRPr sz="2800" b="1" dirty="0">
              <a:solidFill>
                <a:schemeClr val="bg1"/>
              </a:solidFill>
            </a:endParaRPr>
          </a:p>
        </p:txBody>
      </p:sp>
      <p:sp>
        <p:nvSpPr>
          <p:cNvPr id="909" name="Google Shape;909;p51"/>
          <p:cNvSpPr txBox="1"/>
          <p:nvPr/>
        </p:nvSpPr>
        <p:spPr>
          <a:xfrm>
            <a:off x="220032" y="938798"/>
            <a:ext cx="7408932" cy="5644709"/>
          </a:xfrm>
          <a:prstGeom prst="rect">
            <a:avLst/>
          </a:prstGeom>
          <a:noFill/>
          <a:ln>
            <a:noFill/>
          </a:ln>
        </p:spPr>
        <p:txBody>
          <a:bodyPr spcFirstLastPara="1" wrap="square" lIns="0" tIns="103718" rIns="0" bIns="0" anchor="t" anchorCtr="0">
            <a:spAutoFit/>
          </a:bodyPr>
          <a:lstStyle/>
          <a:p>
            <a:pPr marL="403323" indent="-342900" defTabSz="1450147" hangingPunct="1">
              <a:lnSpc>
                <a:spcPct val="150000"/>
              </a:lnSpc>
              <a:buClr>
                <a:srgbClr val="000000"/>
              </a:buClr>
              <a:buFont typeface="Wingdings" panose="05000000000000000000" pitchFamily="2" charset="2"/>
              <a:buChar char="Ø"/>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Why stack RNN layers?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Single RNN layer: limited representational capacity</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Deep networks learn hierarchical features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Lower layers: simple patterns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Higher layers: complex, abstract patterns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403323" indent="-342900" defTabSz="1450147" hangingPunct="1">
              <a:lnSpc>
                <a:spcPct val="150000"/>
              </a:lnSpc>
              <a:buClr>
                <a:srgbClr val="000000"/>
              </a:buClr>
              <a:buFont typeface="Wingdings" panose="05000000000000000000" pitchFamily="2" charset="2"/>
              <a:buChar char="Ø"/>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Examples of hierarchical features</a:t>
            </a:r>
            <a:r>
              <a:rPr lang="en-US" sz="2000" dirty="0">
                <a:latin typeface="Calibri" panose="020F0502020204030204" pitchFamily="34" charset="0"/>
                <a:ea typeface="Calibri" panose="020F0502020204030204" pitchFamily="34" charset="0"/>
                <a:cs typeface="Calibri" panose="020F0502020204030204" pitchFamily="34" charset="0"/>
                <a:sym typeface="Tahoma"/>
              </a:rPr>
              <a:t>:</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Text</a:t>
            </a:r>
            <a:r>
              <a:rPr lang="en-US" sz="2000" dirty="0">
                <a:latin typeface="Calibri" panose="020F0502020204030204" pitchFamily="34" charset="0"/>
                <a:ea typeface="Calibri" panose="020F0502020204030204" pitchFamily="34" charset="0"/>
                <a:cs typeface="Calibri" panose="020F0502020204030204" pitchFamily="34" charset="0"/>
                <a:sym typeface="Tahoma"/>
              </a:rPr>
              <a:t>: characters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words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phrases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sentences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Speech</a:t>
            </a:r>
            <a:r>
              <a:rPr lang="en-US" sz="2000" dirty="0">
                <a:latin typeface="Calibri" panose="020F0502020204030204" pitchFamily="34" charset="0"/>
                <a:ea typeface="Calibri" panose="020F0502020204030204" pitchFamily="34" charset="0"/>
                <a:cs typeface="Calibri" panose="020F0502020204030204" pitchFamily="34" charset="0"/>
                <a:sym typeface="Tahoma"/>
              </a:rPr>
              <a:t>: phonemes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syllables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words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Time series</a:t>
            </a:r>
            <a:r>
              <a:rPr lang="en-US" sz="2000" dirty="0">
                <a:latin typeface="Calibri" panose="020F0502020204030204" pitchFamily="34" charset="0"/>
                <a:ea typeface="Calibri" panose="020F0502020204030204" pitchFamily="34" charset="0"/>
                <a:cs typeface="Calibri" panose="020F0502020204030204" pitchFamily="34" charset="0"/>
                <a:sym typeface="Tahoma"/>
              </a:rPr>
              <a:t>: short-term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medium-term </a:t>
            </a:r>
            <a:r>
              <a:rPr lang="en-US" sz="2000" dirty="0">
                <a:latin typeface="Calibri" panose="020F0502020204030204" pitchFamily="34" charset="0"/>
                <a:ea typeface="Calibri" panose="020F0502020204030204" pitchFamily="34" charset="0"/>
                <a:cs typeface="Calibri" panose="020F0502020204030204" pitchFamily="34" charset="0"/>
                <a:sym typeface="Lucida Sans"/>
              </a:rPr>
              <a:t>→ </a:t>
            </a:r>
            <a:r>
              <a:rPr lang="en-US" sz="2000" dirty="0">
                <a:latin typeface="Calibri" panose="020F0502020204030204" pitchFamily="34" charset="0"/>
                <a:ea typeface="Calibri" panose="020F0502020204030204" pitchFamily="34" charset="0"/>
                <a:cs typeface="Calibri" panose="020F0502020204030204" pitchFamily="34" charset="0"/>
                <a:sym typeface="Tahoma"/>
              </a:rPr>
              <a:t>long-term trends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403323" indent="-342900" defTabSz="1450147" hangingPunct="1">
              <a:lnSpc>
                <a:spcPct val="150000"/>
              </a:lnSpc>
              <a:buClr>
                <a:srgbClr val="000000"/>
              </a:buClr>
              <a:buFont typeface="Wingdings" panose="05000000000000000000" pitchFamily="2" charset="2"/>
              <a:buChar char="Ø"/>
            </a:pPr>
            <a:r>
              <a:rPr lang="en-US" sz="2000"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Empirical observation</a:t>
            </a:r>
            <a:r>
              <a:rPr lang="en-US" sz="2000" dirty="0">
                <a:latin typeface="Calibri" panose="020F0502020204030204" pitchFamily="34" charset="0"/>
                <a:ea typeface="Calibri" panose="020F0502020204030204" pitchFamily="34" charset="0"/>
                <a:cs typeface="Calibri" panose="020F0502020204030204" pitchFamily="34" charset="0"/>
                <a:sym typeface="Tahoma"/>
              </a:rPr>
              <a:t>:</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Deeper RNNs often outperform wider single-layer RNNs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a:p>
            <a:pPr marL="649042" indent="-342900" defTabSz="1450147" hangingPunct="1">
              <a:lnSpc>
                <a:spcPct val="150000"/>
              </a:lnSpc>
              <a:buClr>
                <a:srgbClr val="000000"/>
              </a:buClr>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sym typeface="Tahoma"/>
              </a:rPr>
              <a:t>Typical depth: 2-4 layers (diminishing returns beyond this)</a:t>
            </a:r>
            <a:endParaRPr sz="2000" dirty="0">
              <a:latin typeface="Calibri" panose="020F0502020204030204" pitchFamily="34" charset="0"/>
              <a:ea typeface="Calibri" panose="020F0502020204030204" pitchFamily="34" charset="0"/>
              <a:cs typeface="Calibri" panose="020F0502020204030204" pitchFamily="34" charset="0"/>
              <a:sym typeface="Tahoma"/>
            </a:endParaRPr>
          </a:p>
        </p:txBody>
      </p:sp>
    </p:spTree>
  </p:cSld>
  <p:clrMapOvr>
    <a:masterClrMapping/>
  </p:clrMapOvr>
  <p:transition>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58"/>
          <p:cNvSpPr txBox="1">
            <a:spLocks noGrp="1"/>
          </p:cNvSpPr>
          <p:nvPr>
            <p:ph type="title" idx="4294967295"/>
          </p:nvPr>
        </p:nvSpPr>
        <p:spPr>
          <a:xfrm>
            <a:off x="44825" y="286309"/>
            <a:ext cx="5638800"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D</a:t>
            </a:r>
            <a:r>
              <a:rPr lang="en-US" sz="2400" b="1" cap="small" dirty="0">
                <a:solidFill>
                  <a:schemeClr val="bg1"/>
                </a:solidFill>
              </a:rPr>
              <a:t>eep</a:t>
            </a:r>
            <a:r>
              <a:rPr lang="en-US" sz="2400" b="1" dirty="0">
                <a:solidFill>
                  <a:schemeClr val="bg1"/>
                </a:solidFill>
              </a:rPr>
              <a:t> RNN: G</a:t>
            </a:r>
            <a:r>
              <a:rPr lang="en-US" sz="2400" b="1" cap="small" dirty="0">
                <a:solidFill>
                  <a:schemeClr val="bg1"/>
                </a:solidFill>
              </a:rPr>
              <a:t>radient</a:t>
            </a:r>
            <a:r>
              <a:rPr lang="en-US" sz="2400" b="1" dirty="0">
                <a:solidFill>
                  <a:schemeClr val="bg1"/>
                </a:solidFill>
              </a:rPr>
              <a:t> F</a:t>
            </a:r>
            <a:r>
              <a:rPr lang="en-US" sz="2400" b="1" cap="small" dirty="0">
                <a:solidFill>
                  <a:schemeClr val="bg1"/>
                </a:solidFill>
              </a:rPr>
              <a:t>low</a:t>
            </a:r>
            <a:r>
              <a:rPr lang="en-US" sz="2400" b="1" dirty="0">
                <a:solidFill>
                  <a:schemeClr val="bg1"/>
                </a:solidFill>
              </a:rPr>
              <a:t> C</a:t>
            </a:r>
            <a:r>
              <a:rPr lang="en-US" sz="2400" b="1" cap="small" dirty="0">
                <a:solidFill>
                  <a:schemeClr val="bg1"/>
                </a:solidFill>
              </a:rPr>
              <a:t>onsiderations</a:t>
            </a:r>
            <a:endParaRPr sz="2400" b="1" dirty="0">
              <a:solidFill>
                <a:schemeClr val="bg1"/>
              </a:solidFill>
            </a:endParaRPr>
          </a:p>
        </p:txBody>
      </p:sp>
      <p:sp>
        <p:nvSpPr>
          <p:cNvPr id="1008" name="Google Shape;1008;p58"/>
          <p:cNvSpPr txBox="1"/>
          <p:nvPr/>
        </p:nvSpPr>
        <p:spPr>
          <a:xfrm>
            <a:off x="1002172" y="1030950"/>
            <a:ext cx="6797121" cy="4732000"/>
          </a:xfrm>
          <a:prstGeom prst="rect">
            <a:avLst/>
          </a:prstGeom>
          <a:noFill/>
          <a:ln>
            <a:noFill/>
          </a:ln>
        </p:spPr>
        <p:txBody>
          <a:bodyPr spcFirstLastPara="1" wrap="square" lIns="0" tIns="63436" rIns="0" bIns="0" anchor="t" anchorCtr="0">
            <a:spAutoFit/>
          </a:bodyPr>
          <a:lstStyle/>
          <a:p>
            <a:pPr marL="326032" indent="-285750" defTabSz="1450147" hangingPunct="1">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Gradient must flow through</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Time (horizontal connections within each layer)</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Depth (vertical connections between layers)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26032" indent="-285750" defTabSz="1450147" hangingPunct="1">
              <a:spcBef>
                <a:spcPts val="222"/>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Compound vanishing gradient problem</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Gradients vanish in time dimension (as in single-layer RNN)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Additional vanishing through depth</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Problem is more severe than single-layer RNN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326032" indent="-285750" defTabSz="1450147" hangingPunct="1">
              <a:spcBef>
                <a:spcPts val="222"/>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Mitigation strategies</a:t>
            </a:r>
            <a:r>
              <a:rPr lang="en-US" dirty="0">
                <a:latin typeface="Calibri" panose="020F0502020204030204" pitchFamily="34" charset="0"/>
                <a:ea typeface="Calibri" panose="020F0502020204030204" pitchFamily="34" charset="0"/>
                <a:cs typeface="Calibri" panose="020F0502020204030204" pitchFamily="34" charset="0"/>
                <a:sym typeface="Tahoma"/>
              </a:rPr>
              <a:t>:</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Use LSTM/GRU cells instead of vanilla RNN (upcoming)</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Skip connections between layers (residual connections)</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Careful initialization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Layer normalization</a:t>
            </a:r>
          </a:p>
          <a:p>
            <a:pPr marL="571751" indent="-285750" defTabSz="1450147" hangingPunct="1">
              <a:spcBef>
                <a:spcPts val="341"/>
              </a:spcBef>
              <a:buClr>
                <a:srgbClr val="000000"/>
              </a:buClr>
              <a:buFont typeface="Wingdings" panose="05000000000000000000" pitchFamily="2" charset="2"/>
              <a:buChar char="Ø"/>
            </a:pPr>
            <a:r>
              <a:rPr lang="en-US" dirty="0">
                <a:solidFill>
                  <a:srgbClr val="1B1472"/>
                </a:solidFill>
                <a:latin typeface="Calibri" panose="020F0502020204030204" pitchFamily="34" charset="0"/>
                <a:ea typeface="Calibri" panose="020F0502020204030204" pitchFamily="34" charset="0"/>
                <a:cs typeface="Calibri" panose="020F0502020204030204" pitchFamily="34" charset="0"/>
                <a:sym typeface="Tahoma"/>
              </a:rPr>
              <a:t>Practical limit</a:t>
            </a:r>
            <a:r>
              <a:rPr lang="en-US" dirty="0">
                <a:latin typeface="Calibri" panose="020F0502020204030204" pitchFamily="34" charset="0"/>
                <a:ea typeface="Calibri" panose="020F0502020204030204" pitchFamily="34" charset="0"/>
                <a:cs typeface="Calibri" panose="020F0502020204030204" pitchFamily="34" charset="0"/>
                <a:sym typeface="Tahoma"/>
              </a:rPr>
              <a:t>: Typically 2-4 layers</a:t>
            </a:r>
          </a:p>
          <a:p>
            <a:pPr marL="571751" indent="-285750" defTabSz="1450147" hangingPunct="1">
              <a:spcBef>
                <a:spcPts val="341"/>
              </a:spcBef>
              <a:buClr>
                <a:srgbClr val="000000"/>
              </a:buClr>
              <a:buFont typeface="Courier New" panose="02070309020205020404" pitchFamily="49" charset="0"/>
              <a:buChar char="o"/>
            </a:pPr>
            <a:r>
              <a:rPr lang="en-US" dirty="0">
                <a:latin typeface="Calibri" panose="020F0502020204030204" pitchFamily="34" charset="0"/>
                <a:ea typeface="Calibri" panose="020F0502020204030204" pitchFamily="34" charset="0"/>
                <a:cs typeface="Calibri" panose="020F0502020204030204" pitchFamily="34" charset="0"/>
                <a:sym typeface="Tahoma"/>
              </a:rPr>
              <a:t>  Deeper networks harder to train</a:t>
            </a:r>
            <a:endParaRPr dirty="0">
              <a:latin typeface="Calibri" panose="020F0502020204030204" pitchFamily="34" charset="0"/>
              <a:ea typeface="Calibri" panose="020F0502020204030204" pitchFamily="34" charset="0"/>
              <a:cs typeface="Calibri" panose="020F0502020204030204" pitchFamily="34" charset="0"/>
              <a:sym typeface="Tahoma"/>
            </a:endParaRPr>
          </a:p>
          <a:p>
            <a:pPr marL="571751" indent="-285750" defTabSz="1450147" hangingPunct="1">
              <a:spcBef>
                <a:spcPts val="341"/>
              </a:spcBef>
              <a:buClr>
                <a:srgbClr val="000000"/>
              </a:buClr>
              <a:buFont typeface="Courier New" panose="02070309020205020404" pitchFamily="49" charset="0"/>
              <a:buChar char="o"/>
            </a:pPr>
            <a:r>
              <a:rPr lang="en-US" baseline="30000" dirty="0">
                <a:solidFill>
                  <a:srgbClr val="3333B2"/>
                </a:solidFill>
                <a:latin typeface="Calibri" panose="020F0502020204030204" pitchFamily="34" charset="0"/>
                <a:ea typeface="Calibri" panose="020F0502020204030204" pitchFamily="34" charset="0"/>
                <a:cs typeface="Calibri" panose="020F0502020204030204" pitchFamily="34" charset="0"/>
                <a:sym typeface="Arial"/>
              </a:rPr>
              <a:t>   </a:t>
            </a:r>
            <a:r>
              <a:rPr lang="en-US" dirty="0">
                <a:latin typeface="Calibri" panose="020F0502020204030204" pitchFamily="34" charset="0"/>
                <a:ea typeface="Calibri" panose="020F0502020204030204" pitchFamily="34" charset="0"/>
                <a:cs typeface="Calibri" panose="020F0502020204030204" pitchFamily="34" charset="0"/>
                <a:sym typeface="Tahoma"/>
              </a:rPr>
              <a:t>Diminishing returns beyond 4 layers</a:t>
            </a:r>
            <a:endParaRPr dirty="0">
              <a:latin typeface="Calibri" panose="020F0502020204030204" pitchFamily="34" charset="0"/>
              <a:ea typeface="Calibri" panose="020F0502020204030204" pitchFamily="34" charset="0"/>
              <a:cs typeface="Calibri" panose="020F0502020204030204" pitchFamily="34" charset="0"/>
              <a:sym typeface="Tahoma"/>
            </a:endParaRPr>
          </a:p>
        </p:txBody>
      </p:sp>
    </p:spTree>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1128" y="1057836"/>
            <a:ext cx="8821744" cy="3711388"/>
          </a:xfrm>
          <a:prstGeom prst="rect">
            <a:avLst/>
          </a:prstGeom>
        </p:spPr>
      </p:pic>
      <p:sp>
        <p:nvSpPr>
          <p:cNvPr id="3" name="Title 2"/>
          <p:cNvSpPr txBox="1">
            <a:spLocks/>
          </p:cNvSpPr>
          <p:nvPr/>
        </p:nvSpPr>
        <p:spPr>
          <a:xfrm>
            <a:off x="98784" y="379219"/>
            <a:ext cx="3410990" cy="415397"/>
          </a:xfrm>
          <a:prstGeom prst="rect">
            <a:avLst/>
          </a:prstGeom>
        </p:spPr>
        <p:txBody>
          <a:bodyPr/>
          <a:lstStyle>
            <a:lvl1pPr>
              <a:defRPr>
                <a:latin typeface="+mj-lt"/>
                <a:ea typeface="+mj-ea"/>
                <a:cs typeface="+mj-cs"/>
              </a:defRPr>
            </a:lvl1pPr>
          </a:lstStyle>
          <a:p>
            <a:pPr marL="0" marR="0" lvl="0" indent="0" algn="l" defTabSz="1450147" rtl="0" eaLnBrk="1" fontAlgn="auto" latinLnBrk="0" hangingPunct="1">
              <a:lnSpc>
                <a:spcPct val="100000"/>
              </a:lnSpc>
              <a:spcBef>
                <a:spcPts val="0"/>
              </a:spcBef>
              <a:spcAft>
                <a:spcPts val="0"/>
              </a:spcAft>
              <a:buClrTx/>
              <a:buSzTx/>
              <a:buFontTx/>
              <a:buNone/>
              <a:tabLst/>
              <a:defRPr/>
            </a:pPr>
            <a:r>
              <a:rPr kumimoji="0" lang="en-US" sz="2855" b="1" i="0" u="none" strike="noStrike" kern="0" cap="none" spc="0" normalizeH="0" baseline="0" noProof="0" dirty="0">
                <a:ln>
                  <a:noFill/>
                </a:ln>
                <a:solidFill>
                  <a:schemeClr val="bg1"/>
                </a:solidFill>
                <a:effectLst/>
                <a:uLnTx/>
                <a:uFillTx/>
                <a:latin typeface="Calibri"/>
                <a:cs typeface="Arial"/>
                <a:sym typeface="Arial"/>
              </a:rPr>
              <a:t>RNN - Example</a:t>
            </a:r>
            <a:endParaRPr kumimoji="0" lang="en-IN" sz="2855" b="1" i="0" u="none" strike="noStrike" kern="0" cap="none" spc="0" normalizeH="0" baseline="0" noProof="0" dirty="0">
              <a:ln>
                <a:noFill/>
              </a:ln>
              <a:solidFill>
                <a:schemeClr val="bg1"/>
              </a:solidFill>
              <a:effectLst/>
              <a:uLnTx/>
              <a:uFillTx/>
              <a:latin typeface="Calibri"/>
              <a:cs typeface="Arial"/>
              <a:sym typeface="Arial"/>
            </a:endParaRPr>
          </a:p>
        </p:txBody>
      </p:sp>
    </p:spTree>
    <p:extLst>
      <p:ext uri="{BB962C8B-B14F-4D97-AF65-F5344CB8AC3E}">
        <p14:creationId xmlns:p14="http://schemas.microsoft.com/office/powerpoint/2010/main" val="9993282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322729" y="1012078"/>
            <a:ext cx="8059270" cy="2779993"/>
          </a:xfrm>
        </p:spPr>
        <p:txBody>
          <a:bodyPr>
            <a:normAutofit/>
          </a:bodyPr>
          <a:lstStyle/>
          <a:p>
            <a:pPr marL="0" indent="0" algn="just">
              <a:lnSpc>
                <a:spcPct val="110000"/>
              </a:lnSpc>
              <a:buNone/>
            </a:pPr>
            <a:r>
              <a:rPr lang="en-US" sz="1903" b="1" spc="8" dirty="0">
                <a:latin typeface="Calibri" panose="020F0502020204030204" pitchFamily="34" charset="0"/>
                <a:cs typeface="Calibri" panose="020F0502020204030204" pitchFamily="34" charset="0"/>
              </a:rPr>
              <a:t>Example:</a:t>
            </a:r>
          </a:p>
          <a:p>
            <a:pPr marR="32384" algn="just">
              <a:lnSpc>
                <a:spcPct val="110000"/>
              </a:lnSpc>
              <a:buClr>
                <a:srgbClr val="8C1515"/>
              </a:buClr>
              <a:tabLst>
                <a:tab pos="313837" algn="l"/>
                <a:tab pos="314313" algn="l"/>
                <a:tab pos="6604866" algn="l"/>
              </a:tabLst>
            </a:pPr>
            <a:r>
              <a:rPr lang="en-US" sz="1903" b="1" spc="-3" dirty="0">
                <a:latin typeface="Calibri" panose="020F0502020204030204" pitchFamily="34" charset="0"/>
                <a:cs typeface="Calibri" panose="020F0502020204030204" pitchFamily="34" charset="0"/>
              </a:rPr>
              <a:t>LM </a:t>
            </a:r>
            <a:r>
              <a:rPr lang="en-US" sz="1903" b="1" dirty="0">
                <a:latin typeface="Calibri" panose="020F0502020204030204" pitchFamily="34" charset="0"/>
                <a:cs typeface="Calibri" panose="020F0502020204030204" pitchFamily="34" charset="0"/>
              </a:rPr>
              <a:t>task: </a:t>
            </a:r>
            <a:r>
              <a:rPr lang="en-US" sz="1903" i="1" dirty="0">
                <a:latin typeface="Calibri" panose="020F0502020204030204" pitchFamily="34" charset="0"/>
                <a:cs typeface="Calibri" panose="020F0502020204030204" pitchFamily="34" charset="0"/>
              </a:rPr>
              <a:t>When she </a:t>
            </a:r>
            <a:r>
              <a:rPr lang="en-US" sz="1903" i="1" spc="-3" dirty="0">
                <a:latin typeface="Calibri" panose="020F0502020204030204" pitchFamily="34" charset="0"/>
                <a:cs typeface="Calibri" panose="020F0502020204030204" pitchFamily="34" charset="0"/>
              </a:rPr>
              <a:t>tried to print </a:t>
            </a:r>
            <a:r>
              <a:rPr lang="en-US" sz="1903" i="1" dirty="0">
                <a:latin typeface="Calibri" panose="020F0502020204030204" pitchFamily="34" charset="0"/>
                <a:cs typeface="Calibri" panose="020F0502020204030204" pitchFamily="34" charset="0"/>
              </a:rPr>
              <a:t>her </a:t>
            </a:r>
            <a:r>
              <a:rPr lang="en-US" sz="1903" i="1" spc="-3" dirty="0">
                <a:latin typeface="Calibri" panose="020F0502020204030204" pitchFamily="34" charset="0"/>
                <a:cs typeface="Calibri" panose="020F0502020204030204" pitchFamily="34" charset="0"/>
              </a:rPr>
              <a:t>tickets, </a:t>
            </a:r>
            <a:r>
              <a:rPr lang="en-US" sz="1903" i="1" dirty="0">
                <a:latin typeface="Calibri" panose="020F0502020204030204" pitchFamily="34" charset="0"/>
                <a:cs typeface="Calibri" panose="020F0502020204030204" pitchFamily="34" charset="0"/>
              </a:rPr>
              <a:t>she found </a:t>
            </a:r>
            <a:r>
              <a:rPr lang="en-US" sz="1903" i="1" spc="-3" dirty="0">
                <a:latin typeface="Calibri" panose="020F0502020204030204" pitchFamily="34" charset="0"/>
                <a:cs typeface="Calibri" panose="020F0502020204030204" pitchFamily="34" charset="0"/>
              </a:rPr>
              <a:t>that the printer was </a:t>
            </a:r>
            <a:r>
              <a:rPr lang="en-US" sz="1903" i="1" dirty="0">
                <a:latin typeface="Calibri" panose="020F0502020204030204" pitchFamily="34" charset="0"/>
                <a:cs typeface="Calibri" panose="020F0502020204030204" pitchFamily="34" charset="0"/>
              </a:rPr>
              <a:t>out of toner. </a:t>
            </a:r>
            <a:r>
              <a:rPr lang="en-US" sz="1903" i="1" spc="-398" dirty="0">
                <a:latin typeface="Calibri" panose="020F0502020204030204" pitchFamily="34" charset="0"/>
                <a:cs typeface="Calibri" panose="020F0502020204030204" pitchFamily="34" charset="0"/>
              </a:rPr>
              <a:t> </a:t>
            </a:r>
            <a:r>
              <a:rPr lang="en-US" sz="1903" i="1" dirty="0">
                <a:latin typeface="Calibri" panose="020F0502020204030204" pitchFamily="34" charset="0"/>
                <a:cs typeface="Calibri" panose="020F0502020204030204" pitchFamily="34" charset="0"/>
              </a:rPr>
              <a:t>She went </a:t>
            </a:r>
            <a:r>
              <a:rPr lang="en-US" sz="1903" i="1" spc="-3" dirty="0">
                <a:latin typeface="Calibri" panose="020F0502020204030204" pitchFamily="34" charset="0"/>
                <a:cs typeface="Calibri" panose="020F0502020204030204" pitchFamily="34" charset="0"/>
              </a:rPr>
              <a:t>to the stationery </a:t>
            </a:r>
            <a:r>
              <a:rPr lang="en-US" sz="1903" i="1" dirty="0">
                <a:latin typeface="Calibri" panose="020F0502020204030204" pitchFamily="34" charset="0"/>
                <a:cs typeface="Calibri" panose="020F0502020204030204" pitchFamily="34" charset="0"/>
              </a:rPr>
              <a:t>store </a:t>
            </a:r>
            <a:r>
              <a:rPr lang="en-US" sz="1903" i="1" spc="-3" dirty="0">
                <a:latin typeface="Calibri" panose="020F0502020204030204" pitchFamily="34" charset="0"/>
                <a:cs typeface="Calibri" panose="020F0502020204030204" pitchFamily="34" charset="0"/>
              </a:rPr>
              <a:t>to </a:t>
            </a:r>
            <a:r>
              <a:rPr lang="en-US" sz="1903" i="1" dirty="0">
                <a:latin typeface="Calibri" panose="020F0502020204030204" pitchFamily="34" charset="0"/>
                <a:cs typeface="Calibri" panose="020F0502020204030204" pitchFamily="34" charset="0"/>
              </a:rPr>
              <a:t>buy more toner. </a:t>
            </a:r>
            <a:r>
              <a:rPr lang="en-US" sz="1903" i="1" spc="-3" dirty="0">
                <a:latin typeface="Calibri" panose="020F0502020204030204" pitchFamily="34" charset="0"/>
                <a:cs typeface="Calibri" panose="020F0502020204030204" pitchFamily="34" charset="0"/>
              </a:rPr>
              <a:t>It was </a:t>
            </a:r>
            <a:r>
              <a:rPr lang="en-US" sz="1903" i="1" dirty="0">
                <a:latin typeface="Calibri" panose="020F0502020204030204" pitchFamily="34" charset="0"/>
                <a:cs typeface="Calibri" panose="020F0502020204030204" pitchFamily="34" charset="0"/>
              </a:rPr>
              <a:t>very overpriced. </a:t>
            </a:r>
            <a:r>
              <a:rPr lang="en-US" sz="1903" i="1" spc="-3" dirty="0">
                <a:latin typeface="Calibri" panose="020F0502020204030204" pitchFamily="34" charset="0"/>
                <a:cs typeface="Calibri" panose="020F0502020204030204" pitchFamily="34" charset="0"/>
              </a:rPr>
              <a:t>After </a:t>
            </a:r>
            <a:r>
              <a:rPr lang="en-US" sz="1903" i="1" dirty="0">
                <a:latin typeface="Calibri" panose="020F0502020204030204" pitchFamily="34" charset="0"/>
                <a:cs typeface="Calibri" panose="020F0502020204030204" pitchFamily="34" charset="0"/>
              </a:rPr>
              <a:t> </a:t>
            </a:r>
            <a:r>
              <a:rPr lang="en-US" sz="1903" i="1" spc="-3" dirty="0">
                <a:latin typeface="Calibri" panose="020F0502020204030204" pitchFamily="34" charset="0"/>
                <a:cs typeface="Calibri" panose="020F0502020204030204" pitchFamily="34" charset="0"/>
              </a:rPr>
              <a:t>installing the</a:t>
            </a:r>
            <a:r>
              <a:rPr lang="en-US" sz="1903" i="1" dirty="0">
                <a:latin typeface="Calibri" panose="020F0502020204030204" pitchFamily="34" charset="0"/>
                <a:cs typeface="Calibri" panose="020F0502020204030204" pitchFamily="34" charset="0"/>
              </a:rPr>
              <a:t> toner </a:t>
            </a:r>
            <a:r>
              <a:rPr lang="en-US" sz="1903" i="1" spc="-3" dirty="0">
                <a:latin typeface="Calibri" panose="020F0502020204030204" pitchFamily="34" charset="0"/>
                <a:cs typeface="Calibri" panose="020F0502020204030204" pitchFamily="34" charset="0"/>
              </a:rPr>
              <a:t>into</a:t>
            </a:r>
            <a:r>
              <a:rPr lang="en-US" sz="1903" i="1" spc="3" dirty="0">
                <a:latin typeface="Calibri" panose="020F0502020204030204" pitchFamily="34" charset="0"/>
                <a:cs typeface="Calibri" panose="020F0502020204030204" pitchFamily="34" charset="0"/>
              </a:rPr>
              <a:t> </a:t>
            </a:r>
            <a:r>
              <a:rPr lang="en-US" sz="1903" i="1" spc="-3" dirty="0">
                <a:latin typeface="Calibri" panose="020F0502020204030204" pitchFamily="34" charset="0"/>
                <a:cs typeface="Calibri" panose="020F0502020204030204" pitchFamily="34" charset="0"/>
              </a:rPr>
              <a:t>the</a:t>
            </a:r>
            <a:r>
              <a:rPr lang="en-US" sz="1903" i="1" dirty="0">
                <a:latin typeface="Calibri" panose="020F0502020204030204" pitchFamily="34" charset="0"/>
                <a:cs typeface="Calibri" panose="020F0502020204030204" pitchFamily="34" charset="0"/>
              </a:rPr>
              <a:t> </a:t>
            </a:r>
            <a:r>
              <a:rPr lang="en-US" sz="1903" i="1" spc="-3" dirty="0">
                <a:latin typeface="Calibri" panose="020F0502020204030204" pitchFamily="34" charset="0"/>
                <a:cs typeface="Calibri" panose="020F0502020204030204" pitchFamily="34" charset="0"/>
              </a:rPr>
              <a:t>printer, </a:t>
            </a:r>
            <a:r>
              <a:rPr lang="en-US" sz="1903" i="1" dirty="0">
                <a:latin typeface="Calibri" panose="020F0502020204030204" pitchFamily="34" charset="0"/>
                <a:cs typeface="Calibri" panose="020F0502020204030204" pitchFamily="34" charset="0"/>
              </a:rPr>
              <a:t>she </a:t>
            </a:r>
            <a:r>
              <a:rPr lang="en-US" sz="1903" i="1" spc="-3" dirty="0">
                <a:latin typeface="Calibri" panose="020F0502020204030204" pitchFamily="34" charset="0"/>
                <a:cs typeface="Calibri" panose="020F0502020204030204" pitchFamily="34" charset="0"/>
              </a:rPr>
              <a:t>finally</a:t>
            </a:r>
            <a:r>
              <a:rPr lang="en-US" sz="1903" i="1" dirty="0">
                <a:latin typeface="Calibri" panose="020F0502020204030204" pitchFamily="34" charset="0"/>
                <a:cs typeface="Calibri" panose="020F0502020204030204" pitchFamily="34" charset="0"/>
              </a:rPr>
              <a:t> </a:t>
            </a:r>
            <a:r>
              <a:rPr lang="en-US" sz="1903" i="1" spc="-3" dirty="0">
                <a:latin typeface="Calibri" panose="020F0502020204030204" pitchFamily="34" charset="0"/>
                <a:cs typeface="Calibri" panose="020F0502020204030204" pitchFamily="34" charset="0"/>
              </a:rPr>
              <a:t>printed</a:t>
            </a:r>
            <a:r>
              <a:rPr lang="en-US" sz="1903" i="1" dirty="0">
                <a:latin typeface="Calibri" panose="020F0502020204030204" pitchFamily="34" charset="0"/>
                <a:cs typeface="Calibri" panose="020F0502020204030204" pitchFamily="34" charset="0"/>
              </a:rPr>
              <a:t> her</a:t>
            </a:r>
            <a:r>
              <a:rPr lang="en-US" sz="1903" i="1" spc="-3" dirty="0">
                <a:latin typeface="Calibri" panose="020F0502020204030204" pitchFamily="34" charset="0"/>
                <a:cs typeface="Calibri" panose="020F0502020204030204" pitchFamily="34" charset="0"/>
              </a:rPr>
              <a:t> </a:t>
            </a:r>
            <a:r>
              <a:rPr lang="en-US" sz="1903" u="heavy" dirty="0">
                <a:uFill>
                  <a:solidFill>
                    <a:srgbClr val="000000"/>
                  </a:solidFill>
                </a:uFill>
                <a:latin typeface="Calibri" panose="020F0502020204030204" pitchFamily="34" charset="0"/>
                <a:cs typeface="Calibri" panose="020F0502020204030204" pitchFamily="34" charset="0"/>
              </a:rPr>
              <a:t> 	</a:t>
            </a:r>
            <a:endParaRPr lang="en-US" sz="1903" dirty="0">
              <a:latin typeface="Calibri" panose="020F0502020204030204" pitchFamily="34" charset="0"/>
              <a:cs typeface="Calibri" panose="020F0502020204030204" pitchFamily="34" charset="0"/>
            </a:endParaRPr>
          </a:p>
          <a:p>
            <a:pPr algn="just">
              <a:lnSpc>
                <a:spcPct val="110000"/>
              </a:lnSpc>
              <a:buClr>
                <a:srgbClr val="8C1515"/>
              </a:buClr>
              <a:buFont typeface="Times New Roman"/>
              <a:buChar char="•"/>
            </a:pPr>
            <a:endParaRPr lang="en-US" sz="1903" dirty="0">
              <a:latin typeface="Calibri" panose="020F0502020204030204" pitchFamily="34" charset="0"/>
              <a:cs typeface="Calibri" panose="020F0502020204030204" pitchFamily="34" charset="0"/>
            </a:endParaRPr>
          </a:p>
          <a:p>
            <a:pPr marR="597672" algn="just">
              <a:lnSpc>
                <a:spcPct val="110000"/>
              </a:lnSpc>
              <a:buClr>
                <a:srgbClr val="8C1515"/>
              </a:buClr>
              <a:tabLst>
                <a:tab pos="313837" algn="l"/>
                <a:tab pos="314313" algn="l"/>
              </a:tabLst>
            </a:pPr>
            <a:r>
              <a:rPr lang="en-US" sz="1903" spc="-3" dirty="0">
                <a:solidFill>
                  <a:schemeClr val="tx1"/>
                </a:solidFill>
                <a:latin typeface="Calibri" panose="020F0502020204030204" pitchFamily="34" charset="0"/>
                <a:cs typeface="Calibri" panose="020F0502020204030204" pitchFamily="34" charset="0"/>
              </a:rPr>
              <a:t>D</a:t>
            </a:r>
            <a:r>
              <a:rPr lang="en-US" sz="1903" dirty="0">
                <a:solidFill>
                  <a:schemeClr val="tx1"/>
                </a:solidFill>
                <a:latin typeface="Calibri" panose="020F0502020204030204" pitchFamily="34" charset="0"/>
                <a:cs typeface="Calibri" panose="020F0502020204030204" pitchFamily="34" charset="0"/>
              </a:rPr>
              <a:t>ependency </a:t>
            </a:r>
            <a:r>
              <a:rPr lang="en-US" sz="1903" spc="-393" dirty="0">
                <a:solidFill>
                  <a:schemeClr val="tx1"/>
                </a:solidFill>
                <a:latin typeface="Calibri" panose="020F0502020204030204" pitchFamily="34" charset="0"/>
                <a:cs typeface="Calibri" panose="020F0502020204030204" pitchFamily="34" charset="0"/>
              </a:rPr>
              <a:t> </a:t>
            </a:r>
            <a:r>
              <a:rPr lang="en-US" sz="1903" dirty="0">
                <a:latin typeface="Calibri" panose="020F0502020204030204" pitchFamily="34" charset="0"/>
                <a:cs typeface="Calibri" panose="020F0502020204030204" pitchFamily="34" charset="0"/>
              </a:rPr>
              <a:t>between </a:t>
            </a:r>
            <a:r>
              <a:rPr lang="en-US" sz="1903" i="1" spc="-3" dirty="0">
                <a:latin typeface="Calibri" panose="020F0502020204030204" pitchFamily="34" charset="0"/>
                <a:cs typeface="Calibri" panose="020F0502020204030204" pitchFamily="34" charset="0"/>
              </a:rPr>
              <a:t>“tickets”</a:t>
            </a:r>
            <a:r>
              <a:rPr lang="en-US" sz="1903" i="1" spc="-11" dirty="0">
                <a:latin typeface="Calibri" panose="020F0502020204030204" pitchFamily="34" charset="0"/>
                <a:cs typeface="Calibri" panose="020F0502020204030204" pitchFamily="34" charset="0"/>
              </a:rPr>
              <a:t> </a:t>
            </a:r>
            <a:r>
              <a:rPr lang="en-US" sz="1903" spc="-3" dirty="0">
                <a:latin typeface="Calibri" panose="020F0502020204030204" pitchFamily="34" charset="0"/>
                <a:cs typeface="Calibri" panose="020F0502020204030204" pitchFamily="34" charset="0"/>
              </a:rPr>
              <a:t>on</a:t>
            </a:r>
            <a:r>
              <a:rPr lang="en-US" sz="1903" dirty="0">
                <a:latin typeface="Calibri" panose="020F0502020204030204" pitchFamily="34" charset="0"/>
                <a:cs typeface="Calibri" panose="020F0502020204030204" pitchFamily="34" charset="0"/>
              </a:rPr>
              <a:t> </a:t>
            </a:r>
            <a:r>
              <a:rPr lang="en-US" sz="1903" spc="-3" dirty="0">
                <a:latin typeface="Calibri" panose="020F0502020204030204" pitchFamily="34" charset="0"/>
                <a:cs typeface="Calibri" panose="020F0502020204030204" pitchFamily="34" charset="0"/>
              </a:rPr>
              <a:t>the</a:t>
            </a:r>
            <a:r>
              <a:rPr lang="en-US" sz="1903" dirty="0">
                <a:latin typeface="Calibri" panose="020F0502020204030204" pitchFamily="34" charset="0"/>
                <a:cs typeface="Calibri" panose="020F0502020204030204" pitchFamily="34" charset="0"/>
              </a:rPr>
              <a:t> </a:t>
            </a:r>
            <a:r>
              <a:rPr lang="en-US" sz="1903" spc="-3" dirty="0">
                <a:latin typeface="Calibri" panose="020F0502020204030204" pitchFamily="34" charset="0"/>
                <a:cs typeface="Calibri" panose="020F0502020204030204" pitchFamily="34" charset="0"/>
              </a:rPr>
              <a:t>7</a:t>
            </a:r>
            <a:r>
              <a:rPr lang="en-US" sz="1903" spc="-5" baseline="24305" dirty="0">
                <a:latin typeface="Calibri" panose="020F0502020204030204" pitchFamily="34" charset="0"/>
                <a:cs typeface="Calibri" panose="020F0502020204030204" pitchFamily="34" charset="0"/>
              </a:rPr>
              <a:t>th</a:t>
            </a:r>
            <a:r>
              <a:rPr lang="en-US" sz="1903" spc="197" baseline="24305" dirty="0">
                <a:latin typeface="Calibri" panose="020F0502020204030204" pitchFamily="34" charset="0"/>
                <a:cs typeface="Calibri" panose="020F0502020204030204" pitchFamily="34" charset="0"/>
              </a:rPr>
              <a:t> </a:t>
            </a:r>
            <a:r>
              <a:rPr lang="en-US" sz="1903" spc="-3" dirty="0">
                <a:latin typeface="Calibri" panose="020F0502020204030204" pitchFamily="34" charset="0"/>
                <a:cs typeface="Calibri" panose="020F0502020204030204" pitchFamily="34" charset="0"/>
              </a:rPr>
              <a:t>step </a:t>
            </a:r>
            <a:r>
              <a:rPr lang="en-US" sz="1903" dirty="0">
                <a:latin typeface="Calibri" panose="020F0502020204030204" pitchFamily="34" charset="0"/>
                <a:cs typeface="Calibri" panose="020F0502020204030204" pitchFamily="34" charset="0"/>
              </a:rPr>
              <a:t>and </a:t>
            </a:r>
            <a:r>
              <a:rPr lang="en-US" sz="1903" spc="-3" dirty="0">
                <a:latin typeface="Calibri" panose="020F0502020204030204" pitchFamily="34" charset="0"/>
                <a:cs typeface="Calibri" panose="020F0502020204030204" pitchFamily="34" charset="0"/>
              </a:rPr>
              <a:t>the</a:t>
            </a:r>
            <a:r>
              <a:rPr lang="en-US" sz="1903" dirty="0">
                <a:latin typeface="Calibri" panose="020F0502020204030204" pitchFamily="34" charset="0"/>
                <a:cs typeface="Calibri" panose="020F0502020204030204" pitchFamily="34" charset="0"/>
              </a:rPr>
              <a:t> </a:t>
            </a:r>
            <a:r>
              <a:rPr lang="en-US" sz="1903" spc="-3" dirty="0">
                <a:latin typeface="Calibri" panose="020F0502020204030204" pitchFamily="34" charset="0"/>
                <a:cs typeface="Calibri" panose="020F0502020204030204" pitchFamily="34" charset="0"/>
              </a:rPr>
              <a:t>target word </a:t>
            </a:r>
            <a:r>
              <a:rPr lang="en-US" sz="1903" i="1" spc="-3" dirty="0">
                <a:latin typeface="Calibri" panose="020F0502020204030204" pitchFamily="34" charset="0"/>
                <a:cs typeface="Calibri" panose="020F0502020204030204" pitchFamily="34" charset="0"/>
              </a:rPr>
              <a:t>“tickets”</a:t>
            </a:r>
            <a:r>
              <a:rPr lang="en-US" sz="1903" i="1" spc="-11" dirty="0">
                <a:latin typeface="Calibri" panose="020F0502020204030204" pitchFamily="34" charset="0"/>
                <a:cs typeface="Calibri" panose="020F0502020204030204" pitchFamily="34" charset="0"/>
              </a:rPr>
              <a:t> </a:t>
            </a:r>
            <a:r>
              <a:rPr lang="en-US" sz="1903" dirty="0">
                <a:latin typeface="Calibri" panose="020F0502020204030204" pitchFamily="34" charset="0"/>
                <a:cs typeface="Calibri" panose="020F0502020204030204" pitchFamily="34" charset="0"/>
              </a:rPr>
              <a:t>at</a:t>
            </a:r>
            <a:r>
              <a:rPr lang="en-US" sz="1903" spc="-3" dirty="0">
                <a:latin typeface="Calibri" panose="020F0502020204030204" pitchFamily="34" charset="0"/>
                <a:cs typeface="Calibri" panose="020F0502020204030204" pitchFamily="34" charset="0"/>
              </a:rPr>
              <a:t> the</a:t>
            </a:r>
            <a:r>
              <a:rPr lang="en-US" sz="1903" dirty="0">
                <a:latin typeface="Calibri" panose="020F0502020204030204" pitchFamily="34" charset="0"/>
                <a:cs typeface="Calibri" panose="020F0502020204030204" pitchFamily="34" charset="0"/>
              </a:rPr>
              <a:t> end.</a:t>
            </a:r>
            <a:endParaRPr lang="en-IN" dirty="0"/>
          </a:p>
        </p:txBody>
      </p:sp>
      <p:sp>
        <p:nvSpPr>
          <p:cNvPr id="3" name="Title 2"/>
          <p:cNvSpPr>
            <a:spLocks noGrp="1"/>
          </p:cNvSpPr>
          <p:nvPr>
            <p:ph type="title" idx="4294967295"/>
          </p:nvPr>
        </p:nvSpPr>
        <p:spPr>
          <a:xfrm>
            <a:off x="0" y="371008"/>
            <a:ext cx="5656263" cy="414337"/>
          </a:xfrm>
        </p:spPr>
        <p:txBody>
          <a:bodyPr>
            <a:noAutofit/>
          </a:bodyPr>
          <a:lstStyle/>
          <a:p>
            <a:r>
              <a:rPr lang="en-US" sz="2400" dirty="0">
                <a:solidFill>
                  <a:schemeClr val="bg1"/>
                </a:solidFill>
                <a:latin typeface="Calibri" panose="020F0502020204030204" pitchFamily="34" charset="0"/>
                <a:cs typeface="Calibri" panose="020F0502020204030204" pitchFamily="34" charset="0"/>
              </a:rPr>
              <a:t>Long term dependency example</a:t>
            </a:r>
            <a:endParaRPr lang="en-IN" sz="24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756844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385482" y="1581150"/>
            <a:ext cx="8301318" cy="2865344"/>
          </a:xfrm>
        </p:spPr>
        <p:txBody>
          <a:bodyPr>
            <a:normAutofit/>
          </a:bodyPr>
          <a:lstStyle/>
          <a:p>
            <a:pPr marL="815708" indent="-453171">
              <a:lnSpc>
                <a:spcPct val="150000"/>
              </a:lnSpc>
              <a:buFont typeface="Wingdings" panose="05000000000000000000" pitchFamily="2" charset="2"/>
              <a:buChar char="Ø"/>
            </a:pPr>
            <a:r>
              <a:rPr lang="en-IN" sz="1903" dirty="0">
                <a:latin typeface="Calibri" panose="020F0502020204030204" pitchFamily="34" charset="0"/>
                <a:cs typeface="Calibri" panose="020F0502020204030204" pitchFamily="34" charset="0"/>
              </a:rPr>
              <a:t>Length of a sentence is an issue with RNN</a:t>
            </a:r>
          </a:p>
          <a:p>
            <a:pPr marL="815708" indent="-453171">
              <a:lnSpc>
                <a:spcPct val="150000"/>
              </a:lnSpc>
              <a:buFont typeface="Wingdings" panose="05000000000000000000" pitchFamily="2" charset="2"/>
              <a:buChar char="Ø"/>
            </a:pPr>
            <a:r>
              <a:rPr lang="en-IN" sz="1903" dirty="0">
                <a:latin typeface="Calibri" panose="020F0502020204030204" pitchFamily="34" charset="0"/>
                <a:cs typeface="Calibri" panose="020F0502020204030204" pitchFamily="34" charset="0"/>
              </a:rPr>
              <a:t>Vanishing and exploding gradient are issues</a:t>
            </a:r>
          </a:p>
          <a:p>
            <a:pPr marL="815708" indent="-453171">
              <a:lnSpc>
                <a:spcPct val="150000"/>
              </a:lnSpc>
              <a:buFont typeface="Wingdings" panose="05000000000000000000" pitchFamily="2" charset="2"/>
              <a:buChar char="Ø"/>
            </a:pPr>
            <a:r>
              <a:rPr lang="en-IN" sz="1903" dirty="0">
                <a:latin typeface="Calibri" panose="020F0502020204030204" pitchFamily="34" charset="0"/>
                <a:cs typeface="Calibri" panose="020F0502020204030204" pitchFamily="34" charset="0"/>
              </a:rPr>
              <a:t>LSTM is an extension for RNN , which basically extends the memory</a:t>
            </a:r>
          </a:p>
          <a:p>
            <a:pPr marL="815708" indent="-453171">
              <a:lnSpc>
                <a:spcPct val="150000"/>
              </a:lnSpc>
              <a:buFont typeface="Wingdings" panose="05000000000000000000" pitchFamily="2" charset="2"/>
              <a:buChar char="Ø"/>
            </a:pPr>
            <a:r>
              <a:rPr lang="en-IN" sz="1903" dirty="0">
                <a:latin typeface="Calibri" panose="020F0502020204030204" pitchFamily="34" charset="0"/>
                <a:cs typeface="Calibri" panose="020F0502020204030204" pitchFamily="34" charset="0"/>
              </a:rPr>
              <a:t>LSTM can read , write and delete information from its memory</a:t>
            </a:r>
          </a:p>
          <a:p>
            <a:pPr marL="815708" indent="-453171">
              <a:lnSpc>
                <a:spcPct val="150000"/>
              </a:lnSpc>
              <a:buFont typeface="Wingdings" panose="05000000000000000000" pitchFamily="2" charset="2"/>
              <a:buChar char="Ø"/>
            </a:pPr>
            <a:r>
              <a:rPr lang="en-IN" sz="1903" dirty="0">
                <a:latin typeface="Calibri" panose="020F0502020204030204" pitchFamily="34" charset="0"/>
                <a:cs typeface="Calibri" panose="020F0502020204030204" pitchFamily="34" charset="0"/>
              </a:rPr>
              <a:t>LSTN will have 3 gates </a:t>
            </a:r>
          </a:p>
          <a:p>
            <a:pPr marL="705437" indent="-342900">
              <a:lnSpc>
                <a:spcPct val="150000"/>
              </a:lnSpc>
              <a:buFont typeface="Courier New" panose="02070309020205020404" pitchFamily="49" charset="0"/>
              <a:buChar char="o"/>
            </a:pPr>
            <a:r>
              <a:rPr lang="en-IN" sz="1903" dirty="0">
                <a:latin typeface="Calibri" panose="020F0502020204030204" pitchFamily="34" charset="0"/>
                <a:cs typeface="Calibri" panose="020F0502020204030204" pitchFamily="34" charset="0"/>
              </a:rPr>
              <a:t>           i.e. input gate , forget gate and output gate</a:t>
            </a:r>
          </a:p>
        </p:txBody>
      </p:sp>
      <p:sp>
        <p:nvSpPr>
          <p:cNvPr id="3" name="Title 2"/>
          <p:cNvSpPr>
            <a:spLocks noGrp="1"/>
          </p:cNvSpPr>
          <p:nvPr>
            <p:ph type="title" idx="4294967295"/>
          </p:nvPr>
        </p:nvSpPr>
        <p:spPr>
          <a:xfrm>
            <a:off x="0" y="281361"/>
            <a:ext cx="7986712" cy="415925"/>
          </a:xfrm>
        </p:spPr>
        <p:txBody>
          <a:bodyPr>
            <a:noAutofit/>
          </a:bodyPr>
          <a:lstStyle/>
          <a:p>
            <a:r>
              <a:rPr lang="en-US" sz="2800" b="1" dirty="0">
                <a:solidFill>
                  <a:schemeClr val="bg1"/>
                </a:solidFill>
                <a:latin typeface="Calibri" panose="020F0502020204030204" pitchFamily="34" charset="0"/>
                <a:cs typeface="Calibri" panose="020F0502020204030204" pitchFamily="34" charset="0"/>
              </a:rPr>
              <a:t>Long Short Term Memory - LSTM</a:t>
            </a:r>
            <a:endParaRPr lang="en-IN" sz="2800" dirty="0">
              <a:solidFill>
                <a:schemeClr val="bg1"/>
              </a:solidFill>
            </a:endParaRPr>
          </a:p>
        </p:txBody>
      </p:sp>
    </p:spTree>
    <p:extLst>
      <p:ext uri="{BB962C8B-B14F-4D97-AF65-F5344CB8AC3E}">
        <p14:creationId xmlns:p14="http://schemas.microsoft.com/office/powerpoint/2010/main" val="3517248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374649" y="1009274"/>
            <a:ext cx="8007350" cy="3380477"/>
          </a:xfrm>
        </p:spPr>
        <p:txBody>
          <a:bodyPr/>
          <a:lstStyle/>
          <a:p>
            <a:pPr marL="271903" indent="-271903">
              <a:buFont typeface="Wingdings" panose="05000000000000000000" pitchFamily="2" charset="2"/>
              <a:buChar char="Ø"/>
            </a:pPr>
            <a:r>
              <a:rPr lang="en-US" sz="1903" dirty="0">
                <a:latin typeface="Calibri" panose="020F0502020204030204" pitchFamily="34" charset="0"/>
                <a:cs typeface="Calibri" panose="020F0502020204030204" pitchFamily="34" charset="0"/>
              </a:rPr>
              <a:t>Building block of an LSTM is a memory cell, which replaces the hidden </a:t>
            </a:r>
            <a:r>
              <a:rPr lang="en-IN" sz="1903" dirty="0">
                <a:latin typeface="Calibri" panose="020F0502020204030204" pitchFamily="34" charset="0"/>
                <a:cs typeface="Calibri" panose="020F0502020204030204" pitchFamily="34" charset="0"/>
              </a:rPr>
              <a:t>layer of standard RNNs</a:t>
            </a:r>
          </a:p>
          <a:p>
            <a:pPr marL="271903" indent="-271903">
              <a:buFont typeface="Wingdings" panose="05000000000000000000" pitchFamily="2" charset="2"/>
              <a:buChar char="Ø"/>
            </a:pPr>
            <a:r>
              <a:rPr lang="en-US" sz="1903" dirty="0">
                <a:latin typeface="Calibri" panose="020F0502020204030204" pitchFamily="34" charset="0"/>
                <a:cs typeface="Calibri" panose="020F0502020204030204" pitchFamily="34" charset="0"/>
              </a:rPr>
              <a:t>LSTM unit consists of</a:t>
            </a:r>
          </a:p>
          <a:p>
            <a:pPr marL="614790" lvl="1" indent="-271903">
              <a:buFont typeface="Courier New" panose="02070309020205020404" pitchFamily="49" charset="0"/>
              <a:buChar char="o"/>
            </a:pPr>
            <a:r>
              <a:rPr lang="en-US" sz="1903" dirty="0">
                <a:latin typeface="Calibri" panose="020F0502020204030204" pitchFamily="34" charset="0"/>
                <a:cs typeface="Calibri" panose="020F0502020204030204" pitchFamily="34" charset="0"/>
              </a:rPr>
              <a:t>Cell state (C</a:t>
            </a:r>
            <a:r>
              <a:rPr lang="en-US" sz="1903" baseline="-25000" dirty="0">
                <a:latin typeface="Calibri" panose="020F0502020204030204" pitchFamily="34" charset="0"/>
                <a:cs typeface="Calibri" panose="020F0502020204030204" pitchFamily="34" charset="0"/>
              </a:rPr>
              <a:t>t</a:t>
            </a:r>
            <a:r>
              <a:rPr lang="en-US" sz="1903" dirty="0">
                <a:latin typeface="Calibri" panose="020F0502020204030204" pitchFamily="34" charset="0"/>
                <a:cs typeface="Calibri" panose="020F0502020204030204" pitchFamily="34" charset="0"/>
              </a:rPr>
              <a:t>​) → Responsible for carrying long-term memory.</a:t>
            </a:r>
          </a:p>
          <a:p>
            <a:pPr marL="614790" lvl="1" indent="-271903">
              <a:buFont typeface="Courier New" panose="02070309020205020404" pitchFamily="49" charset="0"/>
              <a:buChar char="o"/>
            </a:pPr>
            <a:r>
              <a:rPr lang="en-US" sz="1903" dirty="0">
                <a:latin typeface="Calibri" panose="020F0502020204030204" pitchFamily="34" charset="0"/>
                <a:cs typeface="Calibri" panose="020F0502020204030204" pitchFamily="34" charset="0"/>
              </a:rPr>
              <a:t>Hidden state (</a:t>
            </a:r>
            <a:r>
              <a:rPr lang="en-US" sz="1903" dirty="0" err="1">
                <a:latin typeface="Calibri" panose="020F0502020204030204" pitchFamily="34" charset="0"/>
                <a:cs typeface="Calibri" panose="020F0502020204030204" pitchFamily="34" charset="0"/>
              </a:rPr>
              <a:t>h</a:t>
            </a:r>
            <a:r>
              <a:rPr lang="en-US" sz="1903" baseline="-25000" dirty="0" err="1">
                <a:latin typeface="Calibri" panose="020F0502020204030204" pitchFamily="34" charset="0"/>
                <a:cs typeface="Calibri" panose="020F0502020204030204" pitchFamily="34" charset="0"/>
              </a:rPr>
              <a:t>t</a:t>
            </a:r>
            <a:r>
              <a:rPr lang="en-US" sz="1903" dirty="0">
                <a:latin typeface="Calibri" panose="020F0502020204030204" pitchFamily="34" charset="0"/>
                <a:cs typeface="Calibri" panose="020F0502020204030204" pitchFamily="34" charset="0"/>
              </a:rPr>
              <a:t>​) → Represents the output at each time step.</a:t>
            </a:r>
          </a:p>
          <a:p>
            <a:pPr marL="614790" lvl="1" indent="-271903">
              <a:buFont typeface="Courier New" panose="02070309020205020404" pitchFamily="49" charset="0"/>
              <a:buChar char="o"/>
            </a:pPr>
            <a:r>
              <a:rPr lang="en-US" sz="1903" dirty="0">
                <a:latin typeface="Calibri" panose="020F0502020204030204" pitchFamily="34" charset="0"/>
                <a:cs typeface="Calibri" panose="020F0502020204030204" pitchFamily="34" charset="0"/>
              </a:rPr>
              <a:t>Three gates → Forget Gate, Input Gate, and Output Gate</a:t>
            </a:r>
          </a:p>
          <a:p>
            <a:pPr marL="600052" lvl="1" indent="-257165">
              <a:buFont typeface="Arial" panose="020B0604020202020204" pitchFamily="34" charset="0"/>
              <a:buChar char="•"/>
            </a:pPr>
            <a:endParaRPr lang="en-US" sz="1903" dirty="0">
              <a:latin typeface="Calibri" panose="020F0502020204030204" pitchFamily="34" charset="0"/>
              <a:cs typeface="Calibri" panose="020F0502020204030204" pitchFamily="34" charset="0"/>
            </a:endParaRPr>
          </a:p>
          <a:p>
            <a:pPr marL="271903" marR="9059" indent="-271903">
              <a:lnSpc>
                <a:spcPct val="102600"/>
              </a:lnSpc>
              <a:spcBef>
                <a:spcPts val="317"/>
              </a:spcBef>
              <a:buFont typeface="Wingdings" panose="05000000000000000000" pitchFamily="2" charset="2"/>
              <a:buChar char="Ø"/>
            </a:pPr>
            <a:r>
              <a:rPr lang="en-US" sz="1903" dirty="0">
                <a:latin typeface="Calibri" panose="020F0502020204030204" pitchFamily="34" charset="0"/>
                <a:cs typeface="Calibri" panose="020F0502020204030204" pitchFamily="34" charset="0"/>
              </a:rPr>
              <a:t>LSTM has many variants which include different number of gates and also different arrangement of gates</a:t>
            </a:r>
          </a:p>
          <a:p>
            <a:pPr marL="271903" marR="8053" indent="-271903">
              <a:lnSpc>
                <a:spcPct val="102600"/>
              </a:lnSpc>
              <a:spcBef>
                <a:spcPts val="476"/>
              </a:spcBef>
              <a:buFont typeface="Wingdings" panose="05000000000000000000" pitchFamily="2" charset="2"/>
              <a:buChar char="Ø"/>
            </a:pPr>
            <a:r>
              <a:rPr lang="en-US" sz="1903" dirty="0">
                <a:latin typeface="Calibri" panose="020F0502020204030204" pitchFamily="34" charset="0"/>
                <a:cs typeface="Calibri" panose="020F0502020204030204" pitchFamily="34" charset="0"/>
              </a:rPr>
              <a:t>Another equally popular variant of LSTM is Gated Recurrent Unit(GRU)</a:t>
            </a:r>
          </a:p>
          <a:p>
            <a:pPr marL="257165" indent="-257165">
              <a:buFont typeface="Arial" panose="020B0604020202020204" pitchFamily="34" charset="0"/>
              <a:buChar char="•"/>
            </a:pPr>
            <a:endParaRPr lang="en-US" dirty="0"/>
          </a:p>
          <a:p>
            <a:pPr marL="257165" indent="-257165">
              <a:buFont typeface="Arial" panose="020B0604020202020204" pitchFamily="34" charset="0"/>
              <a:buChar char="•"/>
            </a:pPr>
            <a:endParaRPr lang="en-IN" dirty="0"/>
          </a:p>
        </p:txBody>
      </p:sp>
      <p:sp>
        <p:nvSpPr>
          <p:cNvPr id="3" name="Title 2"/>
          <p:cNvSpPr>
            <a:spLocks noGrp="1"/>
          </p:cNvSpPr>
          <p:nvPr>
            <p:ph type="title" idx="4294967295"/>
          </p:nvPr>
        </p:nvSpPr>
        <p:spPr>
          <a:xfrm>
            <a:off x="0" y="333934"/>
            <a:ext cx="6518275" cy="415925"/>
          </a:xfrm>
        </p:spPr>
        <p:txBody>
          <a:bodyPr>
            <a:noAutofit/>
          </a:bodyPr>
          <a:lstStyle/>
          <a:p>
            <a:r>
              <a:rPr lang="en-US" sz="2400" b="1" dirty="0">
                <a:solidFill>
                  <a:schemeClr val="bg1"/>
                </a:solidFill>
                <a:latin typeface="Calibri" panose="020F0502020204030204" pitchFamily="34" charset="0"/>
                <a:cs typeface="Calibri" panose="020F0502020204030204" pitchFamily="34" charset="0"/>
              </a:rPr>
              <a:t>Long Short Term Memory - LSTM</a:t>
            </a:r>
            <a:endParaRPr lang="en-IN" sz="24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42386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76"/>
          <p:cNvSpPr txBox="1">
            <a:spLocks noGrp="1"/>
          </p:cNvSpPr>
          <p:nvPr>
            <p:ph type="title" idx="4294967295"/>
          </p:nvPr>
        </p:nvSpPr>
        <p:spPr>
          <a:xfrm>
            <a:off x="0" y="330292"/>
            <a:ext cx="5002213"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LSTM: A</a:t>
            </a:r>
            <a:r>
              <a:rPr lang="en-US" sz="2400" b="1" cap="small" dirty="0">
                <a:solidFill>
                  <a:schemeClr val="bg1"/>
                </a:solidFill>
              </a:rPr>
              <a:t>rchitecture</a:t>
            </a:r>
            <a:r>
              <a:rPr lang="en-US" sz="2400" b="1" dirty="0">
                <a:solidFill>
                  <a:schemeClr val="bg1"/>
                </a:solidFill>
              </a:rPr>
              <a:t> O</a:t>
            </a:r>
            <a:r>
              <a:rPr lang="en-US" sz="2400" b="1" cap="small" dirty="0">
                <a:solidFill>
                  <a:schemeClr val="bg1"/>
                </a:solidFill>
              </a:rPr>
              <a:t>verview</a:t>
            </a:r>
            <a:endParaRPr sz="2400" b="1" dirty="0">
              <a:solidFill>
                <a:schemeClr val="bg1"/>
              </a:solidFill>
            </a:endParaRPr>
          </a:p>
        </p:txBody>
      </p:sp>
      <p:pic>
        <p:nvPicPr>
          <p:cNvPr id="1286" name="Google Shape;1286;p76"/>
          <p:cNvPicPr preferRelativeResize="0"/>
          <p:nvPr/>
        </p:nvPicPr>
        <p:blipFill>
          <a:blip r:embed="rId3">
            <a:alphaModFix/>
          </a:blip>
          <a:stretch>
            <a:fillRect/>
          </a:stretch>
        </p:blipFill>
        <p:spPr>
          <a:xfrm>
            <a:off x="421341" y="930753"/>
            <a:ext cx="7897906" cy="2950966"/>
          </a:xfrm>
          <a:prstGeom prst="rect">
            <a:avLst/>
          </a:prstGeom>
          <a:noFill/>
          <a:ln>
            <a:noFill/>
          </a:ln>
        </p:spPr>
      </p:pic>
    </p:spTree>
    <p:extLst>
      <p:ext uri="{BB962C8B-B14F-4D97-AF65-F5344CB8AC3E}">
        <p14:creationId xmlns:p14="http://schemas.microsoft.com/office/powerpoint/2010/main" val="3841243083"/>
      </p:ext>
    </p:extLst>
  </p:cSld>
  <p:clrMapOvr>
    <a:masterClrMapping/>
  </p:clrMapOvr>
  <p:transition>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p77"/>
          <p:cNvSpPr txBox="1">
            <a:spLocks noGrp="1"/>
          </p:cNvSpPr>
          <p:nvPr>
            <p:ph type="title" idx="4294967295"/>
          </p:nvPr>
        </p:nvSpPr>
        <p:spPr>
          <a:xfrm>
            <a:off x="0" y="267820"/>
            <a:ext cx="6030913"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LSTM: U</a:t>
            </a:r>
            <a:r>
              <a:rPr lang="en-US" sz="2400" b="1" cap="small" dirty="0">
                <a:solidFill>
                  <a:schemeClr val="bg1"/>
                </a:solidFill>
              </a:rPr>
              <a:t>nrolled</a:t>
            </a:r>
            <a:r>
              <a:rPr lang="en-US" sz="2400" b="1" dirty="0">
                <a:solidFill>
                  <a:schemeClr val="bg1"/>
                </a:solidFill>
              </a:rPr>
              <a:t> A</a:t>
            </a:r>
            <a:r>
              <a:rPr lang="en-US" sz="2400" b="1" cap="small" dirty="0">
                <a:solidFill>
                  <a:schemeClr val="bg1"/>
                </a:solidFill>
              </a:rPr>
              <a:t>rchitecture</a:t>
            </a:r>
            <a:r>
              <a:rPr lang="en-US" sz="2400" b="1" dirty="0">
                <a:solidFill>
                  <a:schemeClr val="bg1"/>
                </a:solidFill>
              </a:rPr>
              <a:t> A</a:t>
            </a:r>
            <a:r>
              <a:rPr lang="en-US" sz="2400" b="1" cap="small" dirty="0">
                <a:solidFill>
                  <a:schemeClr val="bg1"/>
                </a:solidFill>
              </a:rPr>
              <a:t>cross</a:t>
            </a:r>
            <a:r>
              <a:rPr lang="en-US" sz="2400" b="1" dirty="0">
                <a:solidFill>
                  <a:schemeClr val="bg1"/>
                </a:solidFill>
              </a:rPr>
              <a:t> T</a:t>
            </a:r>
            <a:r>
              <a:rPr lang="en-US" sz="2400" b="1" cap="small" dirty="0">
                <a:solidFill>
                  <a:schemeClr val="bg1"/>
                </a:solidFill>
              </a:rPr>
              <a:t>ime</a:t>
            </a:r>
            <a:endParaRPr sz="2400" b="1" dirty="0">
              <a:solidFill>
                <a:schemeClr val="bg1"/>
              </a:solidFill>
            </a:endParaRPr>
          </a:p>
        </p:txBody>
      </p:sp>
      <p:pic>
        <p:nvPicPr>
          <p:cNvPr id="1298" name="Google Shape;1298;p77"/>
          <p:cNvPicPr preferRelativeResize="0"/>
          <p:nvPr/>
        </p:nvPicPr>
        <p:blipFill>
          <a:blip r:embed="rId3">
            <a:alphaModFix/>
          </a:blip>
          <a:stretch>
            <a:fillRect/>
          </a:stretch>
        </p:blipFill>
        <p:spPr>
          <a:xfrm>
            <a:off x="492704" y="1065222"/>
            <a:ext cx="7141369" cy="3327484"/>
          </a:xfrm>
          <a:prstGeom prst="rect">
            <a:avLst/>
          </a:prstGeom>
          <a:noFill/>
          <a:ln>
            <a:noFill/>
          </a:ln>
        </p:spPr>
      </p:pic>
    </p:spTree>
    <p:extLst>
      <p:ext uri="{BB962C8B-B14F-4D97-AF65-F5344CB8AC3E}">
        <p14:creationId xmlns:p14="http://schemas.microsoft.com/office/powerpoint/2010/main" val="2502207998"/>
      </p:ext>
    </p:extLst>
  </p:cSld>
  <p:clrMapOvr>
    <a:masterClrMapping/>
  </p:clrMapOvr>
  <p:transition>
    <p:cut/>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243" y="855990"/>
            <a:ext cx="4817404" cy="1235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243" y="2056729"/>
            <a:ext cx="4966428" cy="132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3244" y="3257466"/>
            <a:ext cx="5309496" cy="1430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6"/>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33552" y="855992"/>
            <a:ext cx="3109743" cy="17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Box 7"/>
          <p:cNvSpPr txBox="1">
            <a:spLocks noChangeArrowheads="1"/>
          </p:cNvSpPr>
          <p:nvPr/>
        </p:nvSpPr>
        <p:spPr bwMode="auto">
          <a:xfrm>
            <a:off x="5646470" y="2514154"/>
            <a:ext cx="2400016" cy="71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i</a:t>
            </a:r>
            <a:r>
              <a:rPr kumimoji="0" lang="en-US" altLang="en-US" sz="1351" b="0" i="0" u="none" strike="noStrike" kern="1200" cap="none" spc="0" normalizeH="0" baseline="-2500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t </a:t>
            </a: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decides what component </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is to be updated.</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C’</a:t>
            </a:r>
            <a:r>
              <a:rPr kumimoji="0" lang="en-US" altLang="ja-JP" sz="1351" b="0" i="0" u="none" strike="noStrike" kern="1200" cap="none" spc="0" normalizeH="0" baseline="-2500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t</a:t>
            </a:r>
            <a:r>
              <a:rPr kumimoji="0" lang="en-US" altLang="ja-JP"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 provides change contents</a:t>
            </a:r>
            <a:endPar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endParaRPr>
          </a:p>
        </p:txBody>
      </p:sp>
      <p:sp>
        <p:nvSpPr>
          <p:cNvPr id="24582" name="TextBox 8"/>
          <p:cNvSpPr txBox="1">
            <a:spLocks noChangeArrowheads="1"/>
          </p:cNvSpPr>
          <p:nvPr/>
        </p:nvSpPr>
        <p:spPr bwMode="auto">
          <a:xfrm>
            <a:off x="5658382" y="3943602"/>
            <a:ext cx="1896673"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Updating the cell state</a:t>
            </a:r>
          </a:p>
        </p:txBody>
      </p:sp>
      <p:pic>
        <p:nvPicPr>
          <p:cNvPr id="24583" name="Picture 10"/>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1552" y="4515383"/>
            <a:ext cx="5745354" cy="137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TextBox 11"/>
          <p:cNvSpPr txBox="1">
            <a:spLocks noChangeArrowheads="1"/>
          </p:cNvSpPr>
          <p:nvPr/>
        </p:nvSpPr>
        <p:spPr bwMode="auto">
          <a:xfrm>
            <a:off x="5784649" y="5029984"/>
            <a:ext cx="2271776" cy="5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Decide what part of the cell</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state to output</a:t>
            </a:r>
          </a:p>
        </p:txBody>
      </p:sp>
      <mc:AlternateContent xmlns:mc="http://schemas.openxmlformats.org/markup-compatibility/2006" xmlns:p14="http://schemas.microsoft.com/office/powerpoint/2010/main">
        <mc:Choice Requires="p14">
          <p:contentPart p14:bwMode="auto" r:id="rId7">
            <p14:nvContentPartPr>
              <p14:cNvPr id="2" name="Ink 1"/>
              <p14:cNvContentPartPr/>
              <p14:nvPr/>
            </p14:nvContentPartPr>
            <p14:xfrm>
              <a:off x="5784042" y="1059811"/>
              <a:ext cx="3235433" cy="1501533"/>
            </p14:xfrm>
          </p:contentPart>
        </mc:Choice>
        <mc:Fallback xmlns="">
          <p:pic>
            <p:nvPicPr>
              <p:cNvPr id="2" name="Ink 1"/>
              <p:cNvPicPr/>
              <p:nvPr/>
            </p:nvPicPr>
            <p:blipFill>
              <a:blip r:embed="rId8"/>
              <a:stretch>
                <a:fillRect/>
              </a:stretch>
            </p:blipFill>
            <p:spPr>
              <a:xfrm>
                <a:off x="5774682" y="1050449"/>
                <a:ext cx="3254154" cy="1520257"/>
              </a:xfrm>
              <a:prstGeom prst="rect">
                <a:avLst/>
              </a:prstGeom>
            </p:spPr>
          </p:pic>
        </mc:Fallback>
      </mc:AlternateContent>
    </p:spTree>
    <p:extLst>
      <p:ext uri="{BB962C8B-B14F-4D97-AF65-F5344CB8AC3E}">
        <p14:creationId xmlns:p14="http://schemas.microsoft.com/office/powerpoint/2010/main" val="161413745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243" y="855990"/>
            <a:ext cx="4817404" cy="1235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6"/>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33552" y="855992"/>
            <a:ext cx="3109743" cy="17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5784042" y="1059811"/>
              <a:ext cx="3235433" cy="1501533"/>
            </p14:xfrm>
          </p:contentPart>
        </mc:Choice>
        <mc:Fallback xmlns="">
          <p:pic>
            <p:nvPicPr>
              <p:cNvPr id="2" name="Ink 1"/>
              <p:cNvPicPr/>
              <p:nvPr/>
            </p:nvPicPr>
            <p:blipFill>
              <a:blip r:embed="rId6"/>
              <a:stretch>
                <a:fillRect/>
              </a:stretch>
            </p:blipFill>
            <p:spPr>
              <a:xfrm>
                <a:off x="5774682" y="1050449"/>
                <a:ext cx="3254154" cy="1520257"/>
              </a:xfrm>
              <a:prstGeom prst="rect">
                <a:avLst/>
              </a:prstGeom>
            </p:spPr>
          </p:pic>
        </mc:Fallback>
      </mc:AlternateContent>
    </p:spTree>
    <p:extLst>
      <p:ext uri="{BB962C8B-B14F-4D97-AF65-F5344CB8AC3E}">
        <p14:creationId xmlns:p14="http://schemas.microsoft.com/office/powerpoint/2010/main" val="17485773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243" y="2056729"/>
            <a:ext cx="4966428" cy="132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3552" y="855992"/>
            <a:ext cx="3109743" cy="17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Box 7"/>
          <p:cNvSpPr txBox="1">
            <a:spLocks noChangeArrowheads="1"/>
          </p:cNvSpPr>
          <p:nvPr/>
        </p:nvSpPr>
        <p:spPr bwMode="auto">
          <a:xfrm>
            <a:off x="5646470" y="2514154"/>
            <a:ext cx="2400016" cy="71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i</a:t>
            </a:r>
            <a:r>
              <a:rPr kumimoji="0" lang="en-US" altLang="en-US" sz="1351" b="0" i="0" u="none" strike="noStrike" kern="1200" cap="none" spc="0" normalizeH="0" baseline="-2500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t </a:t>
            </a: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decides what component </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is to be updated.</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C’</a:t>
            </a:r>
            <a:r>
              <a:rPr kumimoji="0" lang="en-US" altLang="ja-JP" sz="1351" b="0" i="0" u="none" strike="noStrike" kern="1200" cap="none" spc="0" normalizeH="0" baseline="-2500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t</a:t>
            </a:r>
            <a:r>
              <a:rPr kumimoji="0" lang="en-US" altLang="ja-JP"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 provides change contents</a:t>
            </a:r>
            <a:endPar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5784042" y="1059811"/>
              <a:ext cx="3235433" cy="1501533"/>
            </p14:xfrm>
          </p:contentPart>
        </mc:Choice>
        <mc:Fallback xmlns="">
          <p:pic>
            <p:nvPicPr>
              <p:cNvPr id="2" name="Ink 1"/>
              <p:cNvPicPr/>
              <p:nvPr/>
            </p:nvPicPr>
            <p:blipFill>
              <a:blip r:embed="rId5"/>
              <a:stretch>
                <a:fillRect/>
              </a:stretch>
            </p:blipFill>
            <p:spPr>
              <a:xfrm>
                <a:off x="5774682" y="1050449"/>
                <a:ext cx="3254154" cy="1520257"/>
              </a:xfrm>
              <a:prstGeom prst="rect">
                <a:avLst/>
              </a:prstGeom>
            </p:spPr>
          </p:pic>
        </mc:Fallback>
      </mc:AlternateContent>
    </p:spTree>
    <p:extLst>
      <p:ext uri="{BB962C8B-B14F-4D97-AF65-F5344CB8AC3E}">
        <p14:creationId xmlns:p14="http://schemas.microsoft.com/office/powerpoint/2010/main" val="1496701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244" y="3257466"/>
            <a:ext cx="5309496" cy="1430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3552" y="855992"/>
            <a:ext cx="3109743" cy="17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TextBox 8"/>
          <p:cNvSpPr txBox="1">
            <a:spLocks noChangeArrowheads="1"/>
          </p:cNvSpPr>
          <p:nvPr/>
        </p:nvSpPr>
        <p:spPr bwMode="auto">
          <a:xfrm>
            <a:off x="5658382" y="3943602"/>
            <a:ext cx="1896673"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Updating the cell state</a:t>
            </a:r>
          </a:p>
        </p:txBody>
      </p:sp>
      <p:pic>
        <p:nvPicPr>
          <p:cNvPr id="24583" name="Picture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1552" y="4515383"/>
            <a:ext cx="5745354" cy="137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TextBox 11"/>
          <p:cNvSpPr txBox="1">
            <a:spLocks noChangeArrowheads="1"/>
          </p:cNvSpPr>
          <p:nvPr/>
        </p:nvSpPr>
        <p:spPr bwMode="auto">
          <a:xfrm>
            <a:off x="5784649" y="5029984"/>
            <a:ext cx="2271776" cy="5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Decide what part of the cell</a:t>
            </a:r>
          </a:p>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state to output</a:t>
            </a:r>
          </a:p>
        </p:txBody>
      </p:sp>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5784042" y="1059811"/>
              <a:ext cx="3235433" cy="1501533"/>
            </p14:xfrm>
          </p:contentPart>
        </mc:Choice>
        <mc:Fallback xmlns="">
          <p:pic>
            <p:nvPicPr>
              <p:cNvPr id="2" name="Ink 1"/>
              <p:cNvPicPr/>
              <p:nvPr/>
            </p:nvPicPr>
            <p:blipFill>
              <a:blip r:embed="rId6"/>
              <a:stretch>
                <a:fillRect/>
              </a:stretch>
            </p:blipFill>
            <p:spPr>
              <a:xfrm>
                <a:off x="5774682" y="1050449"/>
                <a:ext cx="3254154" cy="1520257"/>
              </a:xfrm>
              <a:prstGeom prst="rect">
                <a:avLst/>
              </a:prstGeom>
            </p:spPr>
          </p:pic>
        </mc:Fallback>
      </mc:AlternateContent>
    </p:spTree>
    <p:extLst>
      <p:ext uri="{BB962C8B-B14F-4D97-AF65-F5344CB8AC3E}">
        <p14:creationId xmlns:p14="http://schemas.microsoft.com/office/powerpoint/2010/main" val="2751238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347"/>
        <p:cNvGrpSpPr/>
        <p:nvPr/>
      </p:nvGrpSpPr>
      <p:grpSpPr>
        <a:xfrm>
          <a:off x="0" y="0"/>
          <a:ext cx="0" cy="0"/>
          <a:chOff x="0" y="0"/>
          <a:chExt cx="0" cy="0"/>
        </a:xfrm>
      </p:grpSpPr>
      <p:sp>
        <p:nvSpPr>
          <p:cNvPr id="1348" name="Google Shape;1348;p83"/>
          <p:cNvSpPr txBox="1">
            <a:spLocks noGrp="1"/>
          </p:cNvSpPr>
          <p:nvPr>
            <p:ph type="title" idx="4294967295"/>
          </p:nvPr>
        </p:nvSpPr>
        <p:spPr>
          <a:xfrm>
            <a:off x="0" y="340471"/>
            <a:ext cx="5060950"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LSTM: P</a:t>
            </a:r>
            <a:r>
              <a:rPr lang="en-US" sz="2400" b="1" cap="small" dirty="0">
                <a:solidFill>
                  <a:schemeClr val="bg1"/>
                </a:solidFill>
              </a:rPr>
              <a:t>arameter</a:t>
            </a:r>
            <a:r>
              <a:rPr lang="en-US" sz="2400" b="1" dirty="0">
                <a:solidFill>
                  <a:schemeClr val="bg1"/>
                </a:solidFill>
              </a:rPr>
              <a:t> C</a:t>
            </a:r>
            <a:r>
              <a:rPr lang="en-US" sz="2400" b="1" cap="small" dirty="0">
                <a:solidFill>
                  <a:schemeClr val="bg1"/>
                </a:solidFill>
              </a:rPr>
              <a:t>ounting</a:t>
            </a:r>
            <a:endParaRPr sz="2400" b="1" dirty="0">
              <a:solidFill>
                <a:schemeClr val="bg1"/>
              </a:solidFill>
            </a:endParaRPr>
          </a:p>
        </p:txBody>
      </p:sp>
      <p:pic>
        <p:nvPicPr>
          <p:cNvPr id="1355" name="Google Shape;1355;p83"/>
          <p:cNvPicPr preferRelativeResize="0"/>
          <p:nvPr/>
        </p:nvPicPr>
        <p:blipFill>
          <a:blip r:embed="rId3">
            <a:alphaModFix/>
          </a:blip>
          <a:stretch>
            <a:fillRect/>
          </a:stretch>
        </p:blipFill>
        <p:spPr>
          <a:xfrm>
            <a:off x="241692" y="1728611"/>
            <a:ext cx="7897780" cy="3861733"/>
          </a:xfrm>
          <a:prstGeom prst="rect">
            <a:avLst/>
          </a:prstGeom>
          <a:noFill/>
          <a:ln>
            <a:noFill/>
          </a:ln>
        </p:spPr>
      </p:pic>
    </p:spTree>
    <p:extLst>
      <p:ext uri="{BB962C8B-B14F-4D97-AF65-F5344CB8AC3E}">
        <p14:creationId xmlns:p14="http://schemas.microsoft.com/office/powerpoint/2010/main" val="1754155857"/>
      </p:ext>
    </p:extLst>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r>
              <a:rPr lang="en-US" altLang="en-US" dirty="0">
                <a:ea typeface="ＭＳ Ｐゴシック" panose="020B0600070205080204" pitchFamily="34" charset="-128"/>
              </a:rPr>
              <a:t>GRU – gated recurrent unit </a:t>
            </a:r>
            <a:br>
              <a:rPr lang="en-US" altLang="en-US" dirty="0">
                <a:ea typeface="ＭＳ Ｐゴシック" panose="020B0600070205080204" pitchFamily="34" charset="-128"/>
              </a:rPr>
            </a:br>
            <a:r>
              <a:rPr lang="en-US" altLang="en-US" sz="1500" dirty="0">
                <a:solidFill>
                  <a:srgbClr val="FF0000"/>
                </a:solidFill>
                <a:ea typeface="ＭＳ Ｐゴシック" panose="020B0600070205080204" pitchFamily="34" charset="-128"/>
              </a:rPr>
              <a:t>(more compression)</a:t>
            </a:r>
            <a:endParaRPr lang="en-US" altLang="en-US" dirty="0">
              <a:solidFill>
                <a:srgbClr val="FF0000"/>
              </a:solidFill>
              <a:ea typeface="ＭＳ Ｐゴシック" panose="020B0600070205080204" pitchFamily="34" charset="-128"/>
            </a:endParaRPr>
          </a:p>
        </p:txBody>
      </p:sp>
      <p:pic>
        <p:nvPicPr>
          <p:cNvPr id="32770"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1323" y="2361680"/>
            <a:ext cx="6861357" cy="211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Box 4"/>
          <p:cNvSpPr txBox="1">
            <a:spLocks noChangeArrowheads="1"/>
          </p:cNvSpPr>
          <p:nvPr/>
        </p:nvSpPr>
        <p:spPr bwMode="auto">
          <a:xfrm>
            <a:off x="704935" y="4665906"/>
            <a:ext cx="7854978" cy="97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71903" marR="0" lvl="0" indent="-271903" algn="just" defTabSz="1450147"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It combines the </a:t>
            </a:r>
            <a:r>
              <a:rPr kumimoji="0" lang="en-US" altLang="en-US" sz="1903" b="0" i="0" u="none" strike="noStrike" kern="1200" cap="none" spc="0" normalizeH="0" baseline="0" noProof="0" dirty="0">
                <a:ln>
                  <a:noFill/>
                </a:ln>
                <a:solidFill>
                  <a:srgbClr val="FF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forget</a:t>
            </a: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 and </a:t>
            </a:r>
            <a:r>
              <a:rPr kumimoji="0" lang="en-US" altLang="en-US" sz="1903" b="0" i="0" u="none" strike="noStrike" kern="1200" cap="none" spc="0" normalizeH="0" baseline="0" noProof="0" dirty="0">
                <a:ln>
                  <a:noFill/>
                </a:ln>
                <a:solidFill>
                  <a:srgbClr val="FF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input</a:t>
            </a: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 into a single </a:t>
            </a:r>
            <a:r>
              <a:rPr kumimoji="0" lang="en-US" altLang="en-US" sz="1903" b="0" i="0" u="none" strike="noStrike" kern="1200" cap="none" spc="0" normalizeH="0" baseline="0" noProof="0" dirty="0">
                <a:ln>
                  <a:noFill/>
                </a:ln>
                <a:solidFill>
                  <a:srgbClr val="FF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update gate</a:t>
            </a: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a:t>
            </a:r>
          </a:p>
          <a:p>
            <a:pPr marL="271903" marR="0" lvl="0" indent="-271903" algn="just" defTabSz="1450147"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It also merges the cell state and hidden state. </a:t>
            </a:r>
          </a:p>
          <a:p>
            <a:pPr marL="271903" marR="0" lvl="0" indent="-271903" algn="just" defTabSz="1450147"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en-US" sz="1903"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sym typeface="Arial"/>
              </a:rPr>
              <a:t>This is simpler than LSTM. There are many other variants too.</a:t>
            </a:r>
          </a:p>
        </p:txBody>
      </p:sp>
      <p:sp>
        <p:nvSpPr>
          <p:cNvPr id="32772" name="TextBox 1"/>
          <p:cNvSpPr txBox="1">
            <a:spLocks noChangeArrowheads="1"/>
          </p:cNvSpPr>
          <p:nvPr/>
        </p:nvSpPr>
        <p:spPr bwMode="auto">
          <a:xfrm>
            <a:off x="1598747" y="2171085"/>
            <a:ext cx="954107"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reset gate</a:t>
            </a:r>
          </a:p>
        </p:txBody>
      </p:sp>
      <p:cxnSp>
        <p:nvCxnSpPr>
          <p:cNvPr id="4" name="Straight Arrow Connector 3"/>
          <p:cNvCxnSpPr>
            <a:cxnSpLocks noChangeShapeType="1"/>
          </p:cNvCxnSpPr>
          <p:nvPr/>
        </p:nvCxnSpPr>
        <p:spPr bwMode="auto">
          <a:xfrm flipH="1">
            <a:off x="2113348" y="2456975"/>
            <a:ext cx="114356" cy="800491"/>
          </a:xfrm>
          <a:prstGeom prst="straightConnector1">
            <a:avLst/>
          </a:prstGeom>
          <a:noFill/>
          <a:ln w="2540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32774" name="TextBox 6"/>
          <p:cNvSpPr txBox="1">
            <a:spLocks noChangeArrowheads="1"/>
          </p:cNvSpPr>
          <p:nvPr/>
        </p:nvSpPr>
        <p:spPr bwMode="auto">
          <a:xfrm>
            <a:off x="6732701" y="5575182"/>
            <a:ext cx="2165978"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X,*: element-wise multiply</a:t>
            </a:r>
          </a:p>
        </p:txBody>
      </p:sp>
      <p:pic>
        <p:nvPicPr>
          <p:cNvPr id="32775" name="Picture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3082" y="934186"/>
            <a:ext cx="2059598" cy="1503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TextBox 13"/>
          <p:cNvSpPr txBox="1">
            <a:spLocks noChangeArrowheads="1"/>
          </p:cNvSpPr>
          <p:nvPr/>
        </p:nvSpPr>
        <p:spPr bwMode="auto">
          <a:xfrm>
            <a:off x="6230163" y="875051"/>
            <a:ext cx="646331"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LSTM</a:t>
            </a:r>
          </a:p>
        </p:txBody>
      </p:sp>
      <p:sp>
        <p:nvSpPr>
          <p:cNvPr id="32777" name="TextBox 14"/>
          <p:cNvSpPr txBox="1">
            <a:spLocks noChangeArrowheads="1"/>
          </p:cNvSpPr>
          <p:nvPr/>
        </p:nvSpPr>
        <p:spPr bwMode="auto">
          <a:xfrm>
            <a:off x="2570771" y="2171085"/>
            <a:ext cx="1127232" cy="3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1450147" rtl="0" eaLnBrk="1" fontAlgn="base" latinLnBrk="0" hangingPunct="1">
              <a:lnSpc>
                <a:spcPct val="100000"/>
              </a:lnSpc>
              <a:spcBef>
                <a:spcPct val="0"/>
              </a:spcBef>
              <a:spcAft>
                <a:spcPct val="0"/>
              </a:spcAft>
              <a:buClrTx/>
              <a:buSzTx/>
              <a:buFontTx/>
              <a:buNone/>
              <a:tabLst/>
              <a:defRPr/>
            </a:pPr>
            <a:r>
              <a:rPr kumimoji="0" lang="en-US" altLang="en-US" sz="1351"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sym typeface="Arial"/>
              </a:rPr>
              <a:t>Update gate</a:t>
            </a:r>
          </a:p>
        </p:txBody>
      </p:sp>
      <p:cxnSp>
        <p:nvCxnSpPr>
          <p:cNvPr id="18" name="Straight Arrow Connector 17"/>
          <p:cNvCxnSpPr>
            <a:cxnSpLocks noChangeShapeType="1"/>
          </p:cNvCxnSpPr>
          <p:nvPr/>
        </p:nvCxnSpPr>
        <p:spPr bwMode="auto">
          <a:xfrm flipH="1">
            <a:off x="2971016" y="2456974"/>
            <a:ext cx="228713" cy="1086382"/>
          </a:xfrm>
          <a:prstGeom prst="straightConnector1">
            <a:avLst/>
          </a:prstGeom>
          <a:noFill/>
          <a:ln w="2540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0663329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4934" y="1999552"/>
            <a:ext cx="5196370" cy="350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2996" y="2583079"/>
            <a:ext cx="2472948" cy="20543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909537" y="5099812"/>
            <a:ext cx="1371955" cy="385170"/>
          </a:xfrm>
          <a:prstGeom prst="rect">
            <a:avLst/>
          </a:prstGeom>
          <a:noFill/>
        </p:spPr>
        <p:txBody>
          <a:bodyPr wrap="square" rtlCol="0">
            <a:spAutoFit/>
          </a:bodyPr>
          <a:lstStyle/>
          <a:p>
            <a:pPr marL="0" marR="0" lvl="0" indent="0" algn="l" defTabSz="1450147" rtl="0" eaLnBrk="1" fontAlgn="auto" latinLnBrk="0" hangingPunct="1">
              <a:lnSpc>
                <a:spcPct val="100000"/>
              </a:lnSpc>
              <a:spcBef>
                <a:spcPts val="0"/>
              </a:spcBef>
              <a:spcAft>
                <a:spcPts val="0"/>
              </a:spcAft>
              <a:buClr>
                <a:srgbClr val="000000"/>
              </a:buClr>
              <a:buSzTx/>
              <a:buFontTx/>
              <a:buNone/>
              <a:tabLst/>
              <a:defRPr/>
            </a:pPr>
            <a:r>
              <a:rPr kumimoji="0" lang="en-US" sz="1903" b="0" i="0" u="none" strike="noStrike" kern="0" cap="none" spc="0" normalizeH="0" baseline="0" noProof="0" dirty="0">
                <a:ln>
                  <a:noFill/>
                </a:ln>
                <a:solidFill>
                  <a:srgbClr val="000000"/>
                </a:solidFill>
                <a:effectLst/>
                <a:uLnTx/>
                <a:uFillTx/>
                <a:latin typeface="Calibri"/>
                <a:ea typeface="Calibri"/>
                <a:cs typeface="Arial"/>
                <a:sym typeface="Arial"/>
              </a:rPr>
              <a:t>(c)GRU</a:t>
            </a:r>
            <a:endParaRPr kumimoji="0" lang="en-IN" sz="1903" b="0" i="0" u="none" strike="noStrike" kern="0" cap="none" spc="0" normalizeH="0" baseline="0" noProof="0" dirty="0">
              <a:ln>
                <a:noFill/>
              </a:ln>
              <a:solidFill>
                <a:srgbClr val="000000"/>
              </a:solidFill>
              <a:effectLst/>
              <a:uLnTx/>
              <a:uFillTx/>
              <a:latin typeface="Calibri"/>
              <a:ea typeface="Calibri"/>
              <a:cs typeface="Arial"/>
              <a:sym typeface="Arial"/>
            </a:endParaRPr>
          </a:p>
        </p:txBody>
      </p:sp>
    </p:spTree>
    <p:extLst>
      <p:ext uri="{BB962C8B-B14F-4D97-AF65-F5344CB8AC3E}">
        <p14:creationId xmlns:p14="http://schemas.microsoft.com/office/powerpoint/2010/main" val="584318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012544" y="1827865"/>
            <a:ext cx="7297737" cy="3395663"/>
          </a:xfrm>
        </p:spPr>
        <p:txBody>
          <a:bodyPr>
            <a:normAutofit/>
          </a:bodyPr>
          <a:lstStyle/>
          <a:p>
            <a:pPr marL="271903" indent="-271903">
              <a:buFont typeface="Wingdings" panose="05000000000000000000" pitchFamily="2" charset="2"/>
              <a:buChar char="Ø"/>
            </a:pPr>
            <a:r>
              <a:rPr lang="en-IN" sz="1800" b="1" dirty="0">
                <a:ea typeface="Calibri" panose="020F0502020204030204" pitchFamily="34" charset="0"/>
                <a:cs typeface="Calibri" panose="020F0502020204030204" pitchFamily="34" charset="0"/>
              </a:rPr>
              <a:t>Reset Gate </a:t>
            </a:r>
            <a:r>
              <a:rPr lang="en-IN" sz="1800" b="1" dirty="0" err="1">
                <a:ea typeface="Calibri" panose="020F0502020204030204" pitchFamily="34" charset="0"/>
                <a:cs typeface="Calibri" panose="020F0502020204030204" pitchFamily="34" charset="0"/>
              </a:rPr>
              <a:t>r</a:t>
            </a:r>
            <a:r>
              <a:rPr lang="en-IN" sz="1800" b="1" baseline="-25000" dirty="0" err="1">
                <a:ea typeface="Calibri" panose="020F0502020204030204" pitchFamily="34" charset="0"/>
                <a:cs typeface="Calibri" panose="020F0502020204030204" pitchFamily="34" charset="0"/>
              </a:rPr>
              <a:t>t</a:t>
            </a:r>
            <a:endParaRPr lang="en-IN" sz="1800" b="1" baseline="-250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8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8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r>
              <a:rPr lang="en-IN" sz="1800" dirty="0" err="1">
                <a:ea typeface="Calibri" panose="020F0502020204030204" pitchFamily="34" charset="0"/>
                <a:cs typeface="Calibri" panose="020F0502020204030204" pitchFamily="34" charset="0"/>
              </a:rPr>
              <a:t>r</a:t>
            </a:r>
            <a:r>
              <a:rPr lang="en-IN" sz="1800" baseline="-25000" dirty="0" err="1">
                <a:ea typeface="Calibri" panose="020F0502020204030204" pitchFamily="34" charset="0"/>
                <a:cs typeface="Calibri" panose="020F0502020204030204" pitchFamily="34" charset="0"/>
              </a:rPr>
              <a:t>t</a:t>
            </a:r>
            <a:r>
              <a:rPr lang="en-IN" sz="1800" dirty="0">
                <a:ea typeface="Calibri" panose="020F0502020204030204" pitchFamily="34" charset="0"/>
                <a:cs typeface="Calibri" panose="020F0502020204030204" pitchFamily="34" charset="0"/>
              </a:rPr>
              <a:t> ≈ 0, forgets most of h</a:t>
            </a:r>
            <a:r>
              <a:rPr lang="en-IN" sz="1800" baseline="-25000" dirty="0">
                <a:ea typeface="Calibri" panose="020F0502020204030204" pitchFamily="34" charset="0"/>
                <a:cs typeface="Calibri" panose="020F0502020204030204" pitchFamily="34" charset="0"/>
              </a:rPr>
              <a:t>t−1</a:t>
            </a:r>
          </a:p>
          <a:p>
            <a:pPr marL="957677" lvl="2" indent="-271903">
              <a:buFont typeface="Wingdings" panose="05000000000000000000" pitchFamily="2" charset="2"/>
              <a:buChar char="Ø"/>
            </a:pPr>
            <a:r>
              <a:rPr lang="en-IN" sz="1800" dirty="0" err="1">
                <a:ea typeface="Calibri" panose="020F0502020204030204" pitchFamily="34" charset="0"/>
                <a:cs typeface="Calibri" panose="020F0502020204030204" pitchFamily="34" charset="0"/>
              </a:rPr>
              <a:t>r</a:t>
            </a:r>
            <a:r>
              <a:rPr lang="en-IN" sz="1800" baseline="-25000" dirty="0" err="1">
                <a:ea typeface="Calibri" panose="020F0502020204030204" pitchFamily="34" charset="0"/>
                <a:cs typeface="Calibri" panose="020F0502020204030204" pitchFamily="34" charset="0"/>
              </a:rPr>
              <a:t>t</a:t>
            </a:r>
            <a:r>
              <a:rPr lang="en-IN" sz="1800" dirty="0">
                <a:ea typeface="Calibri" panose="020F0502020204030204" pitchFamily="34" charset="0"/>
                <a:cs typeface="Calibri" panose="020F0502020204030204" pitchFamily="34" charset="0"/>
              </a:rPr>
              <a:t> ≈ 1, retains most of h</a:t>
            </a:r>
            <a:r>
              <a:rPr lang="en-IN" sz="1800" baseline="-25000" dirty="0">
                <a:ea typeface="Calibri" panose="020F0502020204030204" pitchFamily="34" charset="0"/>
                <a:cs typeface="Calibri" panose="020F0502020204030204" pitchFamily="34" charset="0"/>
              </a:rPr>
              <a:t>t−1</a:t>
            </a:r>
          </a:p>
          <a:p>
            <a:pPr marL="271903" indent="-271903">
              <a:buFont typeface="Wingdings" panose="05000000000000000000" pitchFamily="2" charset="2"/>
              <a:buChar char="Ø"/>
            </a:pPr>
            <a:endParaRPr lang="en-US" sz="1800" baseline="-25000" dirty="0">
              <a:ea typeface="Calibri" panose="020F0502020204030204" pitchFamily="34" charset="0"/>
              <a:cs typeface="Calibri" panose="020F0502020204030204" pitchFamily="34" charset="0"/>
            </a:endParaRPr>
          </a:p>
          <a:p>
            <a:pPr marL="271903" indent="-271903">
              <a:buFont typeface="Wingdings" panose="05000000000000000000" pitchFamily="2" charset="2"/>
              <a:buChar char="Ø"/>
            </a:pPr>
            <a:endParaRPr lang="en-US" sz="1800" baseline="-25000" dirty="0">
              <a:ea typeface="Calibri" panose="020F0502020204030204" pitchFamily="34" charset="0"/>
              <a:cs typeface="Calibri" panose="020F0502020204030204" pitchFamily="34" charset="0"/>
            </a:endParaRPr>
          </a:p>
          <a:p>
            <a:pPr marL="271903" indent="-271903">
              <a:buFont typeface="Wingdings" panose="05000000000000000000" pitchFamily="2" charset="2"/>
              <a:buChar char="Ø"/>
            </a:pPr>
            <a:r>
              <a:rPr lang="en-IN" sz="1800" b="1" dirty="0">
                <a:ea typeface="Calibri" panose="020F0502020204030204" pitchFamily="34" charset="0"/>
                <a:cs typeface="Calibri" panose="020F0502020204030204" pitchFamily="34" charset="0"/>
              </a:rPr>
              <a:t>Update Gate </a:t>
            </a:r>
            <a:r>
              <a:rPr lang="en-IN" sz="1800" b="1" dirty="0" err="1">
                <a:ea typeface="Calibri" panose="020F0502020204030204" pitchFamily="34" charset="0"/>
                <a:cs typeface="Calibri" panose="020F0502020204030204" pitchFamily="34" charset="0"/>
              </a:rPr>
              <a:t>z</a:t>
            </a:r>
            <a:r>
              <a:rPr lang="en-IN" sz="1800" b="1" baseline="-25000" dirty="0" err="1">
                <a:ea typeface="Calibri" panose="020F0502020204030204" pitchFamily="34" charset="0"/>
                <a:cs typeface="Calibri" panose="020F0502020204030204" pitchFamily="34" charset="0"/>
              </a:rPr>
              <a:t>t</a:t>
            </a:r>
            <a:endParaRPr lang="en-IN" sz="1800" b="1" baseline="-250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8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800" dirty="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r>
              <a:rPr lang="en-IN" sz="1800" dirty="0" err="1">
                <a:ea typeface="Calibri" panose="020F0502020204030204" pitchFamily="34" charset="0"/>
                <a:cs typeface="Calibri" panose="020F0502020204030204" pitchFamily="34" charset="0"/>
              </a:rPr>
              <a:t>z</a:t>
            </a:r>
            <a:r>
              <a:rPr lang="en-IN" sz="1800" baseline="-25000" dirty="0" err="1">
                <a:ea typeface="Calibri" panose="020F0502020204030204" pitchFamily="34" charset="0"/>
                <a:cs typeface="Calibri" panose="020F0502020204030204" pitchFamily="34" charset="0"/>
              </a:rPr>
              <a:t>t</a:t>
            </a:r>
            <a:r>
              <a:rPr lang="en-IN" sz="1800" dirty="0">
                <a:ea typeface="Calibri" panose="020F0502020204030204" pitchFamily="34" charset="0"/>
                <a:cs typeface="Calibri" panose="020F0502020204030204" pitchFamily="34" charset="0"/>
              </a:rPr>
              <a:t>​ ≈ 0, </a:t>
            </a:r>
            <a:r>
              <a:rPr lang="en-IN" sz="1800" b="1" dirty="0">
                <a:ea typeface="Calibri" panose="020F0502020204030204" pitchFamily="34" charset="0"/>
                <a:cs typeface="Calibri" panose="020F0502020204030204" pitchFamily="34" charset="0"/>
              </a:rPr>
              <a:t>uses the new candidate</a:t>
            </a:r>
            <a:r>
              <a:rPr lang="en-IN" sz="1800" dirty="0">
                <a:ea typeface="Calibri" panose="020F0502020204030204" pitchFamily="34" charset="0"/>
                <a:cs typeface="Calibri" panose="020F0502020204030204" pitchFamily="34" charset="0"/>
              </a:rPr>
              <a:t> memory</a:t>
            </a:r>
          </a:p>
          <a:p>
            <a:pPr marL="957677" lvl="2" indent="-271903">
              <a:buFont typeface="Wingdings" panose="05000000000000000000" pitchFamily="2" charset="2"/>
              <a:buChar char="Ø"/>
            </a:pPr>
            <a:r>
              <a:rPr lang="en-IN" sz="1800" dirty="0" err="1">
                <a:ea typeface="Calibri" panose="020F0502020204030204" pitchFamily="34" charset="0"/>
                <a:cs typeface="Calibri" panose="020F0502020204030204" pitchFamily="34" charset="0"/>
              </a:rPr>
              <a:t>z</a:t>
            </a:r>
            <a:r>
              <a:rPr lang="en-IN" sz="1800" baseline="-25000" dirty="0" err="1">
                <a:ea typeface="Calibri" panose="020F0502020204030204" pitchFamily="34" charset="0"/>
                <a:cs typeface="Calibri" panose="020F0502020204030204" pitchFamily="34" charset="0"/>
              </a:rPr>
              <a:t>t</a:t>
            </a:r>
            <a:r>
              <a:rPr lang="en-IN" sz="1800" dirty="0">
                <a:ea typeface="Calibri" panose="020F0502020204030204" pitchFamily="34" charset="0"/>
                <a:cs typeface="Calibri" panose="020F0502020204030204" pitchFamily="34" charset="0"/>
              </a:rPr>
              <a:t>​ ≈ 1, </a:t>
            </a:r>
            <a:r>
              <a:rPr lang="en-IN" sz="1800" b="1" dirty="0">
                <a:ea typeface="Calibri" panose="020F0502020204030204" pitchFamily="34" charset="0"/>
                <a:cs typeface="Calibri" panose="020F0502020204030204" pitchFamily="34" charset="0"/>
              </a:rPr>
              <a:t>keeps the old hidden state</a:t>
            </a:r>
            <a:endParaRPr lang="en-IN" sz="1800" dirty="0">
              <a:ea typeface="Calibri" panose="020F0502020204030204" pitchFamily="34" charset="0"/>
              <a:cs typeface="Calibri" panose="020F0502020204030204" pitchFamily="34" charset="0"/>
            </a:endParaRPr>
          </a:p>
          <a:p>
            <a:pPr marL="271903" indent="-271903">
              <a:buFont typeface="Wingdings" panose="05000000000000000000" pitchFamily="2" charset="2"/>
              <a:buChar char="Ø"/>
            </a:pPr>
            <a:endParaRPr lang="en-IN" sz="1800" baseline="-25000" dirty="0">
              <a:ea typeface="Calibri" panose="020F0502020204030204" pitchFamily="34" charset="0"/>
              <a:cs typeface="Calibri" panose="020F0502020204030204" pitchFamily="34" charset="0"/>
            </a:endParaRPr>
          </a:p>
          <a:p>
            <a:pPr marL="257165" indent="-257165">
              <a:buFont typeface="Arial" panose="020B0604020202020204" pitchFamily="34" charset="0"/>
              <a:buChar char="•"/>
            </a:pPr>
            <a:endParaRPr lang="en-IN" dirty="0"/>
          </a:p>
        </p:txBody>
      </p:sp>
      <p:sp>
        <p:nvSpPr>
          <p:cNvPr id="3" name="Title 2"/>
          <p:cNvSpPr>
            <a:spLocks noGrp="1"/>
          </p:cNvSpPr>
          <p:nvPr>
            <p:ph type="title" idx="4294967295"/>
          </p:nvPr>
        </p:nvSpPr>
        <p:spPr>
          <a:xfrm>
            <a:off x="0" y="401638"/>
            <a:ext cx="8161338" cy="415925"/>
          </a:xfrm>
        </p:spPr>
        <p:txBody>
          <a:bodyPr>
            <a:normAutofit/>
          </a:bodyPr>
          <a:lstStyle/>
          <a:p>
            <a:r>
              <a:rPr lang="en-US" sz="2400" b="1" dirty="0">
                <a:solidFill>
                  <a:schemeClr val="bg1"/>
                </a:solidFill>
              </a:rPr>
              <a:t>Gated Recurrent Unit - GRU</a:t>
            </a:r>
            <a:endParaRPr lang="en-IN" sz="2400" b="1" dirty="0">
              <a:solidFill>
                <a:schemeClr val="bg1"/>
              </a:solidFill>
            </a:endParaRPr>
          </a:p>
        </p:txBody>
      </p:sp>
      <p:pic>
        <p:nvPicPr>
          <p:cNvPr id="4" name="Picture 3"/>
          <p:cNvPicPr>
            <a:picLocks noChangeAspect="1"/>
          </p:cNvPicPr>
          <p:nvPr/>
        </p:nvPicPr>
        <p:blipFill>
          <a:blip r:embed="rId2"/>
          <a:stretch>
            <a:fillRect/>
          </a:stretch>
        </p:blipFill>
        <p:spPr>
          <a:xfrm>
            <a:off x="2818664" y="2037142"/>
            <a:ext cx="3314330" cy="713043"/>
          </a:xfrm>
          <a:prstGeom prst="rect">
            <a:avLst/>
          </a:prstGeom>
        </p:spPr>
      </p:pic>
      <p:pic>
        <p:nvPicPr>
          <p:cNvPr id="5" name="Picture 4"/>
          <p:cNvPicPr>
            <a:picLocks noChangeAspect="1"/>
          </p:cNvPicPr>
          <p:nvPr/>
        </p:nvPicPr>
        <p:blipFill>
          <a:blip r:embed="rId3"/>
          <a:stretch>
            <a:fillRect/>
          </a:stretch>
        </p:blipFill>
        <p:spPr>
          <a:xfrm>
            <a:off x="3198725" y="3948747"/>
            <a:ext cx="2746549" cy="457758"/>
          </a:xfrm>
          <a:prstGeom prst="rect">
            <a:avLst/>
          </a:prstGeom>
        </p:spPr>
      </p:pic>
    </p:spTree>
    <p:extLst>
      <p:ext uri="{BB962C8B-B14F-4D97-AF65-F5344CB8AC3E}">
        <p14:creationId xmlns:p14="http://schemas.microsoft.com/office/powerpoint/2010/main" val="42442605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343024" y="1942445"/>
            <a:ext cx="7038975" cy="3394075"/>
          </a:xfrm>
        </p:spPr>
        <p:txBody>
          <a:bodyPr>
            <a:normAutofit lnSpcReduction="10000"/>
          </a:bodyPr>
          <a:lstStyle/>
          <a:p>
            <a:pPr marL="271903"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Candidate Hidden State </a:t>
            </a:r>
            <a:r>
              <a:rPr lang="en-IN" sz="1903" dirty="0" err="1">
                <a:latin typeface="Calibri" panose="020F0502020204030204" pitchFamily="34" charset="0"/>
                <a:ea typeface="Calibri" panose="020F0502020204030204" pitchFamily="34" charset="0"/>
                <a:cs typeface="Calibri" panose="020F0502020204030204" pitchFamily="34" charset="0"/>
              </a:rPr>
              <a:t>h</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r>
              <a:rPr lang="en-IN" sz="1903" dirty="0">
                <a:latin typeface="Calibri" panose="020F0502020204030204" pitchFamily="34" charset="0"/>
                <a:ea typeface="Calibri" panose="020F0502020204030204" pitchFamily="34" charset="0"/>
                <a:cs typeface="Calibri" panose="020F0502020204030204" pitchFamily="34" charset="0"/>
              </a:rPr>
              <a:t>​</a:t>
            </a:r>
            <a:r>
              <a:rPr lang="en-IN" sz="1903" baseline="30000" dirty="0">
                <a:latin typeface="Calibri" panose="020F0502020204030204" pitchFamily="34" charset="0"/>
                <a:ea typeface="Calibri" panose="020F0502020204030204" pitchFamily="34" charset="0"/>
                <a:cs typeface="Calibri" panose="020F0502020204030204" pitchFamily="34" charset="0"/>
              </a:rPr>
              <a:t>~</a:t>
            </a:r>
          </a:p>
          <a:p>
            <a:pPr marL="957677" lvl="2" indent="-271903">
              <a:buFont typeface="Wingdings" panose="05000000000000000000" pitchFamily="2" charset="2"/>
              <a:buChar char="Ø"/>
            </a:pPr>
            <a:endParaRPr lang="en-IN" sz="1903"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903"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903"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If </a:t>
            </a:r>
            <a:r>
              <a:rPr lang="en-IN" sz="1903" dirty="0" err="1">
                <a:latin typeface="Calibri" panose="020F0502020204030204" pitchFamily="34" charset="0"/>
                <a:ea typeface="Calibri" panose="020F0502020204030204" pitchFamily="34" charset="0"/>
                <a:cs typeface="Calibri" panose="020F0502020204030204" pitchFamily="34" charset="0"/>
              </a:rPr>
              <a:t>r</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r>
              <a:rPr lang="en-IN" sz="1903" dirty="0">
                <a:latin typeface="Calibri" panose="020F0502020204030204" pitchFamily="34" charset="0"/>
                <a:ea typeface="Calibri" panose="020F0502020204030204" pitchFamily="34" charset="0"/>
                <a:cs typeface="Calibri" panose="020F0502020204030204" pitchFamily="34" charset="0"/>
              </a:rPr>
              <a:t> is low, resets the hidden state</a:t>
            </a:r>
          </a:p>
          <a:p>
            <a:pPr marL="957677" lvl="2"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If </a:t>
            </a:r>
            <a:r>
              <a:rPr lang="en-IN" sz="1903" dirty="0" err="1">
                <a:latin typeface="Calibri" panose="020F0502020204030204" pitchFamily="34" charset="0"/>
                <a:ea typeface="Calibri" panose="020F0502020204030204" pitchFamily="34" charset="0"/>
                <a:cs typeface="Calibri" panose="020F0502020204030204" pitchFamily="34" charset="0"/>
              </a:rPr>
              <a:t>r</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r>
              <a:rPr lang="en-IN" sz="1903" dirty="0">
                <a:latin typeface="Calibri" panose="020F0502020204030204" pitchFamily="34" charset="0"/>
                <a:ea typeface="Calibri" panose="020F0502020204030204" pitchFamily="34" charset="0"/>
                <a:cs typeface="Calibri" panose="020F0502020204030204" pitchFamily="34" charset="0"/>
              </a:rPr>
              <a:t> is high, retains past memory</a:t>
            </a:r>
          </a:p>
          <a:p>
            <a:pPr marL="957677" lvl="2" indent="-271903">
              <a:buFont typeface="Wingdings" panose="05000000000000000000" pitchFamily="2" charset="2"/>
              <a:buChar char="Ø"/>
            </a:pPr>
            <a:endParaRPr lang="en-US" sz="1903" dirty="0">
              <a:latin typeface="Calibri" panose="020F0502020204030204" pitchFamily="34" charset="0"/>
              <a:ea typeface="Calibri" panose="020F0502020204030204" pitchFamily="34" charset="0"/>
              <a:cs typeface="Calibri" panose="020F0502020204030204" pitchFamily="34" charset="0"/>
            </a:endParaRPr>
          </a:p>
          <a:p>
            <a:pPr marL="271903"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Final Hidden State </a:t>
            </a:r>
            <a:r>
              <a:rPr lang="en-IN" sz="1903" dirty="0" err="1">
                <a:latin typeface="Calibri" panose="020F0502020204030204" pitchFamily="34" charset="0"/>
                <a:ea typeface="Calibri" panose="020F0502020204030204" pitchFamily="34" charset="0"/>
                <a:cs typeface="Calibri" panose="020F0502020204030204" pitchFamily="34" charset="0"/>
              </a:rPr>
              <a:t>h</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endParaRPr lang="en-IN" sz="1903" baseline="-25000"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903"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endParaRPr lang="en-IN" sz="1903" dirty="0">
              <a:latin typeface="Calibri" panose="020F0502020204030204" pitchFamily="34" charset="0"/>
              <a:ea typeface="Calibri" panose="020F0502020204030204" pitchFamily="34" charset="0"/>
              <a:cs typeface="Calibri" panose="020F0502020204030204" pitchFamily="34" charset="0"/>
            </a:endParaRPr>
          </a:p>
          <a:p>
            <a:pPr marL="957677" lvl="2"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If </a:t>
            </a:r>
            <a:r>
              <a:rPr lang="en-IN" sz="1903" dirty="0" err="1">
                <a:latin typeface="Calibri" panose="020F0502020204030204" pitchFamily="34" charset="0"/>
                <a:ea typeface="Calibri" panose="020F0502020204030204" pitchFamily="34" charset="0"/>
                <a:cs typeface="Calibri" panose="020F0502020204030204" pitchFamily="34" charset="0"/>
              </a:rPr>
              <a:t>z</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r>
              <a:rPr lang="en-IN" sz="1903" baseline="-25000" dirty="0">
                <a:latin typeface="Calibri" panose="020F0502020204030204" pitchFamily="34" charset="0"/>
                <a:ea typeface="Calibri" panose="020F0502020204030204" pitchFamily="34" charset="0"/>
                <a:cs typeface="Calibri" panose="020F0502020204030204" pitchFamily="34" charset="0"/>
              </a:rPr>
              <a:t> </a:t>
            </a:r>
            <a:r>
              <a:rPr lang="en-IN" sz="1903" dirty="0">
                <a:latin typeface="Calibri" panose="020F0502020204030204" pitchFamily="34" charset="0"/>
                <a:ea typeface="Calibri" panose="020F0502020204030204" pitchFamily="34" charset="0"/>
                <a:cs typeface="Calibri" panose="020F0502020204030204" pitchFamily="34" charset="0"/>
              </a:rPr>
              <a:t>​≈ 1, keeps the old state</a:t>
            </a:r>
          </a:p>
          <a:p>
            <a:pPr marL="957677" lvl="2" indent="-271903">
              <a:buFont typeface="Wingdings" panose="05000000000000000000" pitchFamily="2" charset="2"/>
              <a:buChar char="Ø"/>
            </a:pPr>
            <a:r>
              <a:rPr lang="en-IN" sz="1903" dirty="0">
                <a:latin typeface="Calibri" panose="020F0502020204030204" pitchFamily="34" charset="0"/>
                <a:ea typeface="Calibri" panose="020F0502020204030204" pitchFamily="34" charset="0"/>
                <a:cs typeface="Calibri" panose="020F0502020204030204" pitchFamily="34" charset="0"/>
              </a:rPr>
              <a:t>If </a:t>
            </a:r>
            <a:r>
              <a:rPr lang="en-IN" sz="1903" dirty="0" err="1">
                <a:latin typeface="Calibri" panose="020F0502020204030204" pitchFamily="34" charset="0"/>
                <a:ea typeface="Calibri" panose="020F0502020204030204" pitchFamily="34" charset="0"/>
                <a:cs typeface="Calibri" panose="020F0502020204030204" pitchFamily="34" charset="0"/>
              </a:rPr>
              <a:t>z</a:t>
            </a:r>
            <a:r>
              <a:rPr lang="en-IN" sz="1903" baseline="-25000" dirty="0" err="1">
                <a:latin typeface="Calibri" panose="020F0502020204030204" pitchFamily="34" charset="0"/>
                <a:ea typeface="Calibri" panose="020F0502020204030204" pitchFamily="34" charset="0"/>
                <a:cs typeface="Calibri" panose="020F0502020204030204" pitchFamily="34" charset="0"/>
              </a:rPr>
              <a:t>t</a:t>
            </a:r>
            <a:r>
              <a:rPr lang="en-IN" sz="1903" dirty="0">
                <a:latin typeface="Calibri" panose="020F0502020204030204" pitchFamily="34" charset="0"/>
                <a:ea typeface="Calibri" panose="020F0502020204030204" pitchFamily="34" charset="0"/>
                <a:cs typeface="Calibri" panose="020F0502020204030204" pitchFamily="34" charset="0"/>
              </a:rPr>
              <a:t>≈ 0, replaces it with new memory</a:t>
            </a:r>
          </a:p>
          <a:p>
            <a:pPr marL="257165" indent="-257165">
              <a:buFont typeface="Arial" panose="020B0604020202020204" pitchFamily="34" charset="0"/>
              <a:buChar char="•"/>
            </a:pPr>
            <a:endParaRPr lang="en-IN" dirty="0"/>
          </a:p>
        </p:txBody>
      </p:sp>
      <p:sp>
        <p:nvSpPr>
          <p:cNvPr id="3" name="Title 2"/>
          <p:cNvSpPr>
            <a:spLocks noGrp="1"/>
          </p:cNvSpPr>
          <p:nvPr>
            <p:ph type="title" idx="4294967295"/>
          </p:nvPr>
        </p:nvSpPr>
        <p:spPr>
          <a:xfrm>
            <a:off x="0" y="401638"/>
            <a:ext cx="5764306" cy="415925"/>
          </a:xfrm>
        </p:spPr>
        <p:txBody>
          <a:bodyPr>
            <a:normAutofit/>
          </a:bodyPr>
          <a:lstStyle/>
          <a:p>
            <a:r>
              <a:rPr lang="en-US" sz="2400" b="1" dirty="0">
                <a:solidFill>
                  <a:schemeClr val="bg1"/>
                </a:solidFill>
              </a:rPr>
              <a:t>Gated Recurrent Unit - GRU</a:t>
            </a:r>
            <a:endParaRPr lang="en-IN" sz="2400" b="1" dirty="0">
              <a:solidFill>
                <a:schemeClr val="bg1"/>
              </a:solidFill>
            </a:endParaRPr>
          </a:p>
        </p:txBody>
      </p:sp>
      <p:pic>
        <p:nvPicPr>
          <p:cNvPr id="4" name="Picture 3"/>
          <p:cNvPicPr>
            <a:picLocks noChangeAspect="1"/>
          </p:cNvPicPr>
          <p:nvPr/>
        </p:nvPicPr>
        <p:blipFill>
          <a:blip r:embed="rId2"/>
          <a:stretch>
            <a:fillRect/>
          </a:stretch>
        </p:blipFill>
        <p:spPr>
          <a:xfrm>
            <a:off x="3462473" y="2215502"/>
            <a:ext cx="4131333" cy="699149"/>
          </a:xfrm>
          <a:prstGeom prst="rect">
            <a:avLst/>
          </a:prstGeom>
        </p:spPr>
      </p:pic>
      <p:pic>
        <p:nvPicPr>
          <p:cNvPr id="5" name="Picture 4"/>
          <p:cNvPicPr>
            <a:picLocks noChangeAspect="1"/>
          </p:cNvPicPr>
          <p:nvPr/>
        </p:nvPicPr>
        <p:blipFill>
          <a:blip r:embed="rId3"/>
          <a:stretch>
            <a:fillRect/>
          </a:stretch>
        </p:blipFill>
        <p:spPr>
          <a:xfrm>
            <a:off x="4000356" y="3543509"/>
            <a:ext cx="3267666" cy="799682"/>
          </a:xfrm>
          <a:prstGeom prst="rect">
            <a:avLst/>
          </a:prstGeom>
        </p:spPr>
      </p:pic>
    </p:spTree>
    <p:extLst>
      <p:ext uri="{BB962C8B-B14F-4D97-AF65-F5344CB8AC3E}">
        <p14:creationId xmlns:p14="http://schemas.microsoft.com/office/powerpoint/2010/main" val="15687929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p68"/>
          <p:cNvSpPr txBox="1">
            <a:spLocks noGrp="1"/>
          </p:cNvSpPr>
          <p:nvPr>
            <p:ph type="title" idx="4294967295"/>
          </p:nvPr>
        </p:nvSpPr>
        <p:spPr>
          <a:xfrm>
            <a:off x="0" y="232521"/>
            <a:ext cx="5711825"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GRU: N</a:t>
            </a:r>
            <a:r>
              <a:rPr lang="en-US" sz="2400" b="1" cap="small" dirty="0">
                <a:solidFill>
                  <a:schemeClr val="bg1"/>
                </a:solidFill>
              </a:rPr>
              <a:t>umerical</a:t>
            </a:r>
            <a:r>
              <a:rPr lang="en-US" sz="2400" b="1" dirty="0">
                <a:solidFill>
                  <a:schemeClr val="bg1"/>
                </a:solidFill>
              </a:rPr>
              <a:t> E</a:t>
            </a:r>
            <a:r>
              <a:rPr lang="en-US" sz="2400" b="1" cap="small" dirty="0">
                <a:solidFill>
                  <a:schemeClr val="bg1"/>
                </a:solidFill>
              </a:rPr>
              <a:t>xample</a:t>
            </a:r>
            <a:r>
              <a:rPr lang="en-US" sz="2400" b="1" dirty="0">
                <a:solidFill>
                  <a:schemeClr val="bg1"/>
                </a:solidFill>
              </a:rPr>
              <a:t> - S</a:t>
            </a:r>
            <a:r>
              <a:rPr lang="en-US" sz="2400" b="1" cap="small" dirty="0">
                <a:solidFill>
                  <a:schemeClr val="bg1"/>
                </a:solidFill>
              </a:rPr>
              <a:t>etup</a:t>
            </a:r>
            <a:endParaRPr sz="2400" b="1" dirty="0">
              <a:solidFill>
                <a:schemeClr val="bg1"/>
              </a:solidFill>
            </a:endParaRPr>
          </a:p>
        </p:txBody>
      </p:sp>
      <p:pic>
        <p:nvPicPr>
          <p:cNvPr id="1179" name="Google Shape;1179;p68"/>
          <p:cNvPicPr preferRelativeResize="0"/>
          <p:nvPr/>
        </p:nvPicPr>
        <p:blipFill>
          <a:blip r:embed="rId3">
            <a:alphaModFix/>
          </a:blip>
          <a:stretch>
            <a:fillRect/>
          </a:stretch>
        </p:blipFill>
        <p:spPr>
          <a:xfrm>
            <a:off x="573386" y="1083138"/>
            <a:ext cx="7364260" cy="2861333"/>
          </a:xfrm>
          <a:prstGeom prst="rect">
            <a:avLst/>
          </a:prstGeom>
          <a:noFill/>
          <a:ln>
            <a:noFill/>
          </a:ln>
        </p:spPr>
      </p:pic>
    </p:spTree>
  </p:cSld>
  <p:clrMapOvr>
    <a:masterClrMapping/>
  </p:clrMapOvr>
  <p:transition>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83"/>
        <p:cNvGrpSpPr/>
        <p:nvPr/>
      </p:nvGrpSpPr>
      <p:grpSpPr>
        <a:xfrm>
          <a:off x="0" y="0"/>
          <a:ext cx="0" cy="0"/>
          <a:chOff x="0" y="0"/>
          <a:chExt cx="0" cy="0"/>
        </a:xfrm>
      </p:grpSpPr>
      <p:sp>
        <p:nvSpPr>
          <p:cNvPr id="1184" name="Google Shape;1184;p69"/>
          <p:cNvSpPr txBox="1">
            <a:spLocks noGrp="1"/>
          </p:cNvSpPr>
          <p:nvPr>
            <p:ph type="title" idx="4294967295"/>
          </p:nvPr>
        </p:nvSpPr>
        <p:spPr>
          <a:xfrm>
            <a:off x="0" y="357747"/>
            <a:ext cx="6365875" cy="396756"/>
          </a:xfrm>
          <a:prstGeom prst="rect">
            <a:avLst/>
          </a:prstGeom>
          <a:noFill/>
          <a:ln>
            <a:noFill/>
          </a:ln>
        </p:spPr>
        <p:txBody>
          <a:bodyPr spcFirstLastPara="1" wrap="square" lIns="0" tIns="27159" rIns="0" bIns="0" anchor="t" anchorCtr="0">
            <a:spAutoFit/>
          </a:bodyPr>
          <a:lstStyle/>
          <a:p>
            <a:pPr marL="20141"/>
            <a:r>
              <a:rPr lang="en-US" sz="2400" dirty="0">
                <a:solidFill>
                  <a:schemeClr val="bg1"/>
                </a:solidFill>
              </a:rPr>
              <a:t>GRU: N</a:t>
            </a:r>
            <a:r>
              <a:rPr lang="en-US" sz="2400" cap="small" dirty="0">
                <a:solidFill>
                  <a:schemeClr val="bg1"/>
                </a:solidFill>
              </a:rPr>
              <a:t>umerical</a:t>
            </a:r>
            <a:r>
              <a:rPr lang="en-US" sz="2400" dirty="0">
                <a:solidFill>
                  <a:schemeClr val="bg1"/>
                </a:solidFill>
              </a:rPr>
              <a:t> E</a:t>
            </a:r>
            <a:r>
              <a:rPr lang="en-US" sz="2400" cap="small" dirty="0">
                <a:solidFill>
                  <a:schemeClr val="bg1"/>
                </a:solidFill>
              </a:rPr>
              <a:t>xample</a:t>
            </a:r>
            <a:r>
              <a:rPr lang="en-US" sz="2400" dirty="0">
                <a:solidFill>
                  <a:schemeClr val="bg1"/>
                </a:solidFill>
              </a:rPr>
              <a:t> - G</a:t>
            </a:r>
            <a:r>
              <a:rPr lang="en-US" sz="2400" cap="small" dirty="0">
                <a:solidFill>
                  <a:schemeClr val="bg1"/>
                </a:solidFill>
              </a:rPr>
              <a:t>ates</a:t>
            </a:r>
            <a:r>
              <a:rPr lang="en-US" sz="2400" dirty="0">
                <a:solidFill>
                  <a:schemeClr val="bg1"/>
                </a:solidFill>
              </a:rPr>
              <a:t> C</a:t>
            </a:r>
            <a:r>
              <a:rPr lang="en-US" sz="2400" cap="small" dirty="0">
                <a:solidFill>
                  <a:schemeClr val="bg1"/>
                </a:solidFill>
              </a:rPr>
              <a:t>omputation</a:t>
            </a:r>
            <a:endParaRPr sz="2400" dirty="0">
              <a:solidFill>
                <a:schemeClr val="bg1"/>
              </a:solidFill>
            </a:endParaRPr>
          </a:p>
        </p:txBody>
      </p:sp>
      <p:pic>
        <p:nvPicPr>
          <p:cNvPr id="1191" name="Google Shape;1191;p69"/>
          <p:cNvPicPr preferRelativeResize="0"/>
          <p:nvPr/>
        </p:nvPicPr>
        <p:blipFill>
          <a:blip r:embed="rId3">
            <a:alphaModFix/>
          </a:blip>
          <a:stretch>
            <a:fillRect/>
          </a:stretch>
        </p:blipFill>
        <p:spPr>
          <a:xfrm>
            <a:off x="716821" y="966595"/>
            <a:ext cx="7199013" cy="4045282"/>
          </a:xfrm>
          <a:prstGeom prst="rect">
            <a:avLst/>
          </a:prstGeom>
          <a:noFill/>
          <a:ln>
            <a:noFill/>
          </a:ln>
        </p:spPr>
      </p:pic>
    </p:spTree>
  </p:cSld>
  <p:clrMapOvr>
    <a:masterClrMapping/>
  </p:clrMapOvr>
  <p:transition>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p70"/>
          <p:cNvSpPr txBox="1">
            <a:spLocks noGrp="1"/>
          </p:cNvSpPr>
          <p:nvPr>
            <p:ph type="title" idx="4294967295"/>
          </p:nvPr>
        </p:nvSpPr>
        <p:spPr>
          <a:xfrm>
            <a:off x="0" y="187418"/>
            <a:ext cx="7064188" cy="396756"/>
          </a:xfrm>
          <a:prstGeom prst="rect">
            <a:avLst/>
          </a:prstGeom>
          <a:noFill/>
          <a:ln>
            <a:noFill/>
          </a:ln>
        </p:spPr>
        <p:txBody>
          <a:bodyPr spcFirstLastPara="1" wrap="square" lIns="0" tIns="27159" rIns="0" bIns="0" anchor="t" anchorCtr="0">
            <a:spAutoFit/>
          </a:bodyPr>
          <a:lstStyle/>
          <a:p>
            <a:pPr marL="20141"/>
            <a:r>
              <a:rPr lang="en-US" sz="2220" b="1" dirty="0">
                <a:solidFill>
                  <a:schemeClr val="bg1"/>
                </a:solidFill>
              </a:rPr>
              <a:t>GRU: </a:t>
            </a:r>
            <a:r>
              <a:rPr lang="en-US" sz="2400" b="1" dirty="0">
                <a:solidFill>
                  <a:schemeClr val="bg1"/>
                </a:solidFill>
              </a:rPr>
              <a:t>N</a:t>
            </a:r>
            <a:r>
              <a:rPr lang="en-US" sz="2400" b="1" cap="small" dirty="0">
                <a:solidFill>
                  <a:schemeClr val="bg1"/>
                </a:solidFill>
              </a:rPr>
              <a:t>umerical</a:t>
            </a:r>
            <a:r>
              <a:rPr lang="en-US" sz="2400" b="1" dirty="0">
                <a:solidFill>
                  <a:schemeClr val="bg1"/>
                </a:solidFill>
              </a:rPr>
              <a:t> E</a:t>
            </a:r>
            <a:r>
              <a:rPr lang="en-US" sz="2400" b="1" cap="small" dirty="0">
                <a:solidFill>
                  <a:schemeClr val="bg1"/>
                </a:solidFill>
              </a:rPr>
              <a:t>xample</a:t>
            </a:r>
            <a:r>
              <a:rPr lang="en-US" sz="2400" b="1" dirty="0">
                <a:solidFill>
                  <a:schemeClr val="bg1"/>
                </a:solidFill>
              </a:rPr>
              <a:t> - H</a:t>
            </a:r>
            <a:r>
              <a:rPr lang="en-US" sz="2400" b="1" cap="small" dirty="0">
                <a:solidFill>
                  <a:schemeClr val="bg1"/>
                </a:solidFill>
              </a:rPr>
              <a:t>idden</a:t>
            </a:r>
            <a:r>
              <a:rPr lang="en-US" sz="2400" b="1" dirty="0">
                <a:solidFill>
                  <a:schemeClr val="bg1"/>
                </a:solidFill>
              </a:rPr>
              <a:t> S</a:t>
            </a:r>
            <a:r>
              <a:rPr lang="en-US" sz="2400" b="1" cap="small" dirty="0">
                <a:solidFill>
                  <a:schemeClr val="bg1"/>
                </a:solidFill>
              </a:rPr>
              <a:t>tate</a:t>
            </a:r>
            <a:r>
              <a:rPr lang="en-US" sz="2400" b="1" dirty="0">
                <a:solidFill>
                  <a:schemeClr val="bg1"/>
                </a:solidFill>
              </a:rPr>
              <a:t> U</a:t>
            </a:r>
            <a:r>
              <a:rPr lang="en-US" sz="2400" b="1" cap="small" dirty="0">
                <a:solidFill>
                  <a:schemeClr val="bg1"/>
                </a:solidFill>
              </a:rPr>
              <a:t>pdate</a:t>
            </a:r>
            <a:endParaRPr sz="2400" b="1" dirty="0">
              <a:solidFill>
                <a:schemeClr val="bg1"/>
              </a:solidFill>
            </a:endParaRPr>
          </a:p>
        </p:txBody>
      </p:sp>
      <p:pic>
        <p:nvPicPr>
          <p:cNvPr id="1199" name="Google Shape;1199;p70"/>
          <p:cNvPicPr preferRelativeResize="0"/>
          <p:nvPr/>
        </p:nvPicPr>
        <p:blipFill>
          <a:blip r:embed="rId3">
            <a:alphaModFix/>
          </a:blip>
          <a:stretch>
            <a:fillRect/>
          </a:stretch>
        </p:blipFill>
        <p:spPr>
          <a:xfrm>
            <a:off x="674528" y="1132063"/>
            <a:ext cx="7335515" cy="3413044"/>
          </a:xfrm>
          <a:prstGeom prst="rect">
            <a:avLst/>
          </a:prstGeom>
          <a:noFill/>
          <a:ln>
            <a:noFill/>
          </a:ln>
        </p:spPr>
      </p:pic>
    </p:spTree>
  </p:cSld>
  <p:clrMapOvr>
    <a:masterClrMapping/>
  </p:clrMapOvr>
  <p:transition>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03"/>
        <p:cNvGrpSpPr/>
        <p:nvPr/>
      </p:nvGrpSpPr>
      <p:grpSpPr>
        <a:xfrm>
          <a:off x="0" y="0"/>
          <a:ext cx="0" cy="0"/>
          <a:chOff x="0" y="0"/>
          <a:chExt cx="0" cy="0"/>
        </a:xfrm>
      </p:grpSpPr>
      <p:sp>
        <p:nvSpPr>
          <p:cNvPr id="1204" name="Google Shape;1204;p71"/>
          <p:cNvSpPr txBox="1">
            <a:spLocks noGrp="1"/>
          </p:cNvSpPr>
          <p:nvPr>
            <p:ph type="title" idx="4294967295"/>
          </p:nvPr>
        </p:nvSpPr>
        <p:spPr>
          <a:xfrm>
            <a:off x="0" y="367085"/>
            <a:ext cx="6113463" cy="396756"/>
          </a:xfrm>
          <a:prstGeom prst="rect">
            <a:avLst/>
          </a:prstGeom>
          <a:noFill/>
          <a:ln>
            <a:noFill/>
          </a:ln>
        </p:spPr>
        <p:txBody>
          <a:bodyPr spcFirstLastPara="1" wrap="square" lIns="0" tIns="27159" rIns="0" bIns="0" anchor="t" anchorCtr="0">
            <a:spAutoFit/>
          </a:bodyPr>
          <a:lstStyle/>
          <a:p>
            <a:pPr marL="20141"/>
            <a:r>
              <a:rPr lang="en-US" sz="2400" b="1" dirty="0">
                <a:solidFill>
                  <a:schemeClr val="bg1"/>
                </a:solidFill>
              </a:rPr>
              <a:t>GRU: N</a:t>
            </a:r>
            <a:r>
              <a:rPr lang="en-US" sz="2400" b="1" cap="small" dirty="0">
                <a:solidFill>
                  <a:schemeClr val="bg1"/>
                </a:solidFill>
              </a:rPr>
              <a:t>umerical</a:t>
            </a:r>
            <a:r>
              <a:rPr lang="en-US" sz="2400" b="1" dirty="0">
                <a:solidFill>
                  <a:schemeClr val="bg1"/>
                </a:solidFill>
              </a:rPr>
              <a:t> E</a:t>
            </a:r>
            <a:r>
              <a:rPr lang="en-US" sz="2400" b="1" cap="small" dirty="0">
                <a:solidFill>
                  <a:schemeClr val="bg1"/>
                </a:solidFill>
              </a:rPr>
              <a:t>xample</a:t>
            </a:r>
            <a:r>
              <a:rPr lang="en-US" sz="2400" b="1" dirty="0">
                <a:solidFill>
                  <a:schemeClr val="bg1"/>
                </a:solidFill>
              </a:rPr>
              <a:t> - F</a:t>
            </a:r>
            <a:r>
              <a:rPr lang="en-US" sz="2400" b="1" cap="small" dirty="0">
                <a:solidFill>
                  <a:schemeClr val="bg1"/>
                </a:solidFill>
              </a:rPr>
              <a:t>inal</a:t>
            </a:r>
            <a:r>
              <a:rPr lang="en-US" sz="2400" b="1" dirty="0">
                <a:solidFill>
                  <a:schemeClr val="bg1"/>
                </a:solidFill>
              </a:rPr>
              <a:t> H</a:t>
            </a:r>
            <a:r>
              <a:rPr lang="en-US" sz="2400" b="1" cap="small" dirty="0">
                <a:solidFill>
                  <a:schemeClr val="bg1"/>
                </a:solidFill>
              </a:rPr>
              <a:t>idden</a:t>
            </a:r>
            <a:r>
              <a:rPr lang="en-US" sz="2400" b="1" dirty="0">
                <a:solidFill>
                  <a:schemeClr val="bg1"/>
                </a:solidFill>
              </a:rPr>
              <a:t> S</a:t>
            </a:r>
            <a:r>
              <a:rPr lang="en-US" sz="2400" b="1" cap="small" dirty="0">
                <a:solidFill>
                  <a:schemeClr val="bg1"/>
                </a:solidFill>
              </a:rPr>
              <a:t>tate</a:t>
            </a:r>
            <a:endParaRPr sz="2400" b="1" dirty="0">
              <a:solidFill>
                <a:schemeClr val="bg1"/>
              </a:solidFill>
            </a:endParaRPr>
          </a:p>
        </p:txBody>
      </p:sp>
      <p:pic>
        <p:nvPicPr>
          <p:cNvPr id="1211" name="Google Shape;1211;p71"/>
          <p:cNvPicPr preferRelativeResize="0"/>
          <p:nvPr/>
        </p:nvPicPr>
        <p:blipFill>
          <a:blip r:embed="rId3">
            <a:alphaModFix/>
          </a:blip>
          <a:stretch>
            <a:fillRect/>
          </a:stretch>
        </p:blipFill>
        <p:spPr>
          <a:xfrm>
            <a:off x="627174" y="1011420"/>
            <a:ext cx="6985824" cy="3390251"/>
          </a:xfrm>
          <a:prstGeom prst="rect">
            <a:avLst/>
          </a:prstGeom>
          <a:noFill/>
          <a:ln>
            <a:noFill/>
          </a:ln>
        </p:spPr>
      </p:pic>
    </p:spTree>
  </p:cSld>
  <p:clrMapOvr>
    <a:masterClrMapping/>
  </p:clrMapOvr>
  <p:transition>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71"/>
        <p:cNvGrpSpPr/>
        <p:nvPr/>
      </p:nvGrpSpPr>
      <p:grpSpPr>
        <a:xfrm>
          <a:off x="0" y="0"/>
          <a:ext cx="0" cy="0"/>
          <a:chOff x="0" y="0"/>
          <a:chExt cx="0" cy="0"/>
        </a:xfrm>
      </p:grpSpPr>
      <p:sp>
        <p:nvSpPr>
          <p:cNvPr id="1372" name="Google Shape;1372;p85"/>
          <p:cNvSpPr txBox="1">
            <a:spLocks noGrp="1"/>
          </p:cNvSpPr>
          <p:nvPr>
            <p:ph type="title" idx="4294967295"/>
          </p:nvPr>
        </p:nvSpPr>
        <p:spPr>
          <a:xfrm>
            <a:off x="0" y="232521"/>
            <a:ext cx="6257365" cy="393713"/>
          </a:xfrm>
          <a:prstGeom prst="rect">
            <a:avLst/>
          </a:prstGeom>
          <a:noFill/>
          <a:ln>
            <a:noFill/>
          </a:ln>
        </p:spPr>
        <p:txBody>
          <a:bodyPr spcFirstLastPara="1" wrap="square" lIns="0" tIns="24145" rIns="0" bIns="0" anchor="t" anchorCtr="0">
            <a:spAutoFit/>
          </a:bodyPr>
          <a:lstStyle/>
          <a:p>
            <a:pPr marL="20141"/>
            <a:r>
              <a:rPr lang="en-US" sz="2400" b="1" dirty="0">
                <a:solidFill>
                  <a:schemeClr val="bg1"/>
                </a:solidFill>
              </a:rPr>
              <a:t>LSTM </a:t>
            </a:r>
            <a:r>
              <a:rPr lang="en-US" sz="2400" b="1" cap="small" dirty="0">
                <a:solidFill>
                  <a:schemeClr val="bg1"/>
                </a:solidFill>
              </a:rPr>
              <a:t>vs</a:t>
            </a:r>
            <a:r>
              <a:rPr lang="en-US" sz="2400" b="1" dirty="0">
                <a:solidFill>
                  <a:schemeClr val="bg1"/>
                </a:solidFill>
              </a:rPr>
              <a:t> GRU: C</a:t>
            </a:r>
            <a:r>
              <a:rPr lang="en-US" sz="2400" b="1" cap="small" dirty="0">
                <a:solidFill>
                  <a:schemeClr val="bg1"/>
                </a:solidFill>
              </a:rPr>
              <a:t>omparison</a:t>
            </a:r>
            <a:endParaRPr sz="2400" b="1" dirty="0">
              <a:solidFill>
                <a:schemeClr val="bg1"/>
              </a:solidFill>
            </a:endParaRPr>
          </a:p>
        </p:txBody>
      </p:sp>
      <p:graphicFrame>
        <p:nvGraphicFramePr>
          <p:cNvPr id="1373" name="Google Shape;1373;p85"/>
          <p:cNvGraphicFramePr/>
          <p:nvPr/>
        </p:nvGraphicFramePr>
        <p:xfrm>
          <a:off x="1555245" y="1760240"/>
          <a:ext cx="6017114" cy="2799520"/>
        </p:xfrm>
        <a:graphic>
          <a:graphicData uri="http://schemas.openxmlformats.org/drawingml/2006/table">
            <a:tbl>
              <a:tblPr firstRow="1" bandRow="1">
                <a:noFill/>
              </a:tblPr>
              <a:tblGrid>
                <a:gridCol w="1710991">
                  <a:extLst>
                    <a:ext uri="{9D8B030D-6E8A-4147-A177-3AD203B41FA5}">
                      <a16:colId xmlns:a16="http://schemas.microsoft.com/office/drawing/2014/main" val="20000"/>
                    </a:ext>
                  </a:extLst>
                </a:gridCol>
                <a:gridCol w="2062427">
                  <a:extLst>
                    <a:ext uri="{9D8B030D-6E8A-4147-A177-3AD203B41FA5}">
                      <a16:colId xmlns:a16="http://schemas.microsoft.com/office/drawing/2014/main" val="20001"/>
                    </a:ext>
                  </a:extLst>
                </a:gridCol>
                <a:gridCol w="2243696">
                  <a:extLst>
                    <a:ext uri="{9D8B030D-6E8A-4147-A177-3AD203B41FA5}">
                      <a16:colId xmlns:a16="http://schemas.microsoft.com/office/drawing/2014/main" val="20002"/>
                    </a:ext>
                  </a:extLst>
                </a:gridCol>
              </a:tblGrid>
              <a:tr h="279952">
                <a:tc>
                  <a:txBody>
                    <a:bodyPr/>
                    <a:lstStyle/>
                    <a:p>
                      <a:pPr marL="78105" marR="0" lvl="0" indent="0" algn="l" rtl="0">
                        <a:lnSpc>
                          <a:spcPct val="100000"/>
                        </a:lnSpc>
                        <a:spcBef>
                          <a:spcPts val="0"/>
                        </a:spcBef>
                        <a:spcAft>
                          <a:spcPts val="0"/>
                        </a:spcAft>
                        <a:buNone/>
                      </a:pPr>
                      <a:r>
                        <a:rPr lang="en-US" sz="1500" b="1" u="none" strike="noStrike" cap="none">
                          <a:latin typeface="Arial"/>
                          <a:ea typeface="Arial"/>
                          <a:cs typeface="Arial"/>
                          <a:sym typeface="Arial"/>
                        </a:rPr>
                        <a:t>Property</a:t>
                      </a:r>
                      <a:endParaRPr sz="1500" u="none" strike="noStrike" cap="none">
                        <a:latin typeface="Arial"/>
                        <a:ea typeface="Arial"/>
                        <a:cs typeface="Arial"/>
                        <a:sym typeface="Arial"/>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b="1" u="none" strike="noStrike" cap="none">
                          <a:latin typeface="Arial"/>
                          <a:ea typeface="Arial"/>
                          <a:cs typeface="Arial"/>
                          <a:sym typeface="Arial"/>
                        </a:rPr>
                        <a:t>GRU</a:t>
                      </a:r>
                      <a:endParaRPr sz="1500" u="none" strike="noStrike" cap="none">
                        <a:latin typeface="Arial"/>
                        <a:ea typeface="Arial"/>
                        <a:cs typeface="Arial"/>
                        <a:sym typeface="Arial"/>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b="1" u="none" strike="noStrike" cap="none">
                          <a:latin typeface="Arial"/>
                          <a:ea typeface="Arial"/>
                          <a:cs typeface="Arial"/>
                          <a:sym typeface="Arial"/>
                        </a:rPr>
                        <a:t>LSTM</a:t>
                      </a:r>
                      <a:endParaRPr sz="1500" u="none" strike="noStrike" cap="none">
                        <a:latin typeface="Arial"/>
                        <a:ea typeface="Arial"/>
                        <a:cs typeface="Arial"/>
                        <a:sym typeface="Arial"/>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279952">
                <a:tc>
                  <a:txBody>
                    <a:bodyPr/>
                    <a:lstStyle/>
                    <a:p>
                      <a:pPr marL="78105" marR="0" lvl="0" indent="0" algn="l" rtl="0">
                        <a:lnSpc>
                          <a:spcPct val="100000"/>
                        </a:lnSpc>
                        <a:spcBef>
                          <a:spcPts val="0"/>
                        </a:spcBef>
                        <a:spcAft>
                          <a:spcPts val="0"/>
                        </a:spcAft>
                        <a:buNone/>
                      </a:pPr>
                      <a:r>
                        <a:rPr lang="en-US" sz="1500" u="none" strike="noStrike" cap="none" dirty="0">
                          <a:latin typeface="Tahoma"/>
                          <a:ea typeface="Tahoma"/>
                          <a:cs typeface="Tahoma"/>
                          <a:sym typeface="Tahoma"/>
                        </a:rPr>
                        <a:t>Number of gates</a:t>
                      </a:r>
                      <a:endParaRPr sz="1500" u="none" strike="noStrike" cap="none" dirty="0">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2 (reset, update)</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3 (forget, input, output)</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Memory types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1 (hidden state)</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2 (cell + hidden)</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Parameters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8181"/>
                        </a:lnSpc>
                        <a:spcBef>
                          <a:spcPts val="0"/>
                        </a:spcBef>
                        <a:spcAft>
                          <a:spcPts val="0"/>
                        </a:spcAft>
                        <a:buNone/>
                      </a:pPr>
                      <a:r>
                        <a:rPr lang="en-US" sz="1500" u="none" strike="noStrike" cap="none">
                          <a:latin typeface="Tahoma"/>
                          <a:ea typeface="Tahoma"/>
                          <a:cs typeface="Tahoma"/>
                          <a:sym typeface="Tahoma"/>
                        </a:rPr>
                        <a:t>3</a:t>
                      </a:r>
                      <a:r>
                        <a:rPr lang="en-US" sz="1700" u="none" strike="noStrike" cap="none">
                          <a:latin typeface="Tahoma"/>
                          <a:ea typeface="Tahoma"/>
                          <a:cs typeface="Tahoma"/>
                          <a:sym typeface="Tahoma"/>
                        </a:rPr>
                        <a:t>(</a:t>
                      </a:r>
                      <a:r>
                        <a:rPr lang="en-US" sz="1500" i="1" u="none" strike="noStrike" cap="none">
                          <a:latin typeface="Arial"/>
                          <a:ea typeface="Arial"/>
                          <a:cs typeface="Arial"/>
                          <a:sym typeface="Arial"/>
                        </a:rPr>
                        <a:t>hd </a:t>
                      </a:r>
                      <a:r>
                        <a:rPr lang="en-US" sz="1700" u="none" strike="noStrike" cap="none">
                          <a:latin typeface="Tahoma"/>
                          <a:ea typeface="Tahoma"/>
                          <a:cs typeface="Tahoma"/>
                          <a:sym typeface="Tahoma"/>
                        </a:rPr>
                        <a:t>+ </a:t>
                      </a:r>
                      <a:r>
                        <a:rPr lang="en-US" sz="1500" i="1" u="none" strike="noStrike" cap="none">
                          <a:latin typeface="Arial"/>
                          <a:ea typeface="Arial"/>
                          <a:cs typeface="Arial"/>
                          <a:sym typeface="Arial"/>
                        </a:rPr>
                        <a:t>h</a:t>
                      </a:r>
                      <a:r>
                        <a:rPr lang="en-US" sz="1700" u="none" strike="noStrike" cap="none" baseline="30000">
                          <a:latin typeface="Tahoma"/>
                          <a:ea typeface="Tahoma"/>
                          <a:cs typeface="Tahoma"/>
                          <a:sym typeface="Tahoma"/>
                        </a:rPr>
                        <a:t>2 </a:t>
                      </a:r>
                      <a:r>
                        <a:rPr lang="en-US" sz="1700" u="none" strike="noStrike" cap="none">
                          <a:latin typeface="Tahoma"/>
                          <a:ea typeface="Tahoma"/>
                          <a:cs typeface="Tahoma"/>
                          <a:sym typeface="Tahoma"/>
                        </a:rPr>
                        <a:t>+ </a:t>
                      </a:r>
                      <a:r>
                        <a:rPr lang="en-US" sz="1500" i="1" u="none" strike="noStrike" cap="none">
                          <a:latin typeface="Arial"/>
                          <a:ea typeface="Arial"/>
                          <a:cs typeface="Arial"/>
                          <a:sym typeface="Arial"/>
                        </a:rPr>
                        <a:t>h</a:t>
                      </a:r>
                      <a:r>
                        <a:rPr lang="en-US" sz="1700" u="none" strike="noStrike" cap="none">
                          <a:latin typeface="Tahoma"/>
                          <a:ea typeface="Tahoma"/>
                          <a:cs typeface="Tahoma"/>
                          <a:sym typeface="Tahoma"/>
                        </a:rPr>
                        <a:t>)</a:t>
                      </a:r>
                      <a:endParaRPr sz="1700" u="none" strike="noStrike" cap="none">
                        <a:latin typeface="Tahoma"/>
                        <a:ea typeface="Tahoma"/>
                        <a:cs typeface="Tahoma"/>
                        <a:sym typeface="Tahom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8181"/>
                        </a:lnSpc>
                        <a:spcBef>
                          <a:spcPts val="0"/>
                        </a:spcBef>
                        <a:spcAft>
                          <a:spcPts val="0"/>
                        </a:spcAft>
                        <a:buNone/>
                      </a:pPr>
                      <a:r>
                        <a:rPr lang="en-US" sz="1500" u="none" strike="noStrike" cap="none">
                          <a:latin typeface="Tahoma"/>
                          <a:ea typeface="Tahoma"/>
                          <a:cs typeface="Tahoma"/>
                          <a:sym typeface="Tahoma"/>
                        </a:rPr>
                        <a:t>4</a:t>
                      </a:r>
                      <a:r>
                        <a:rPr lang="en-US" sz="1700" u="none" strike="noStrike" cap="none">
                          <a:latin typeface="Tahoma"/>
                          <a:ea typeface="Tahoma"/>
                          <a:cs typeface="Tahoma"/>
                          <a:sym typeface="Tahoma"/>
                        </a:rPr>
                        <a:t>(</a:t>
                      </a:r>
                      <a:r>
                        <a:rPr lang="en-US" sz="1500" i="1" u="none" strike="noStrike" cap="none">
                          <a:latin typeface="Arial"/>
                          <a:ea typeface="Arial"/>
                          <a:cs typeface="Arial"/>
                          <a:sym typeface="Arial"/>
                        </a:rPr>
                        <a:t>hd </a:t>
                      </a:r>
                      <a:r>
                        <a:rPr lang="en-US" sz="1700" u="none" strike="noStrike" cap="none">
                          <a:latin typeface="Tahoma"/>
                          <a:ea typeface="Tahoma"/>
                          <a:cs typeface="Tahoma"/>
                          <a:sym typeface="Tahoma"/>
                        </a:rPr>
                        <a:t>+ </a:t>
                      </a:r>
                      <a:r>
                        <a:rPr lang="en-US" sz="1500" i="1" u="none" strike="noStrike" cap="none">
                          <a:latin typeface="Arial"/>
                          <a:ea typeface="Arial"/>
                          <a:cs typeface="Arial"/>
                          <a:sym typeface="Arial"/>
                        </a:rPr>
                        <a:t>h</a:t>
                      </a:r>
                      <a:r>
                        <a:rPr lang="en-US" sz="1700" u="none" strike="noStrike" cap="none" baseline="30000">
                          <a:latin typeface="Tahoma"/>
                          <a:ea typeface="Tahoma"/>
                          <a:cs typeface="Tahoma"/>
                          <a:sym typeface="Tahoma"/>
                        </a:rPr>
                        <a:t>2 </a:t>
                      </a:r>
                      <a:r>
                        <a:rPr lang="en-US" sz="1700" u="none" strike="noStrike" cap="none">
                          <a:latin typeface="Tahoma"/>
                          <a:ea typeface="Tahoma"/>
                          <a:cs typeface="Tahoma"/>
                          <a:sym typeface="Tahoma"/>
                        </a:rPr>
                        <a:t>+ </a:t>
                      </a:r>
                      <a:r>
                        <a:rPr lang="en-US" sz="1500" i="1" u="none" strike="noStrike" cap="none">
                          <a:latin typeface="Arial"/>
                          <a:ea typeface="Arial"/>
                          <a:cs typeface="Arial"/>
                          <a:sym typeface="Arial"/>
                        </a:rPr>
                        <a:t>h</a:t>
                      </a:r>
                      <a:r>
                        <a:rPr lang="en-US" sz="1700" u="none" strike="noStrike" cap="none">
                          <a:latin typeface="Tahoma"/>
                          <a:ea typeface="Tahoma"/>
                          <a:cs typeface="Tahoma"/>
                          <a:sym typeface="Tahoma"/>
                        </a:rPr>
                        <a:t>)</a:t>
                      </a:r>
                      <a:endParaRPr sz="1700" u="none" strike="noStrike" cap="none">
                        <a:latin typeface="Tahoma"/>
                        <a:ea typeface="Tahoma"/>
                        <a:cs typeface="Tahoma"/>
                        <a:sym typeface="Tahom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Relative params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8181"/>
                        </a:lnSpc>
                        <a:spcBef>
                          <a:spcPts val="0"/>
                        </a:spcBef>
                        <a:spcAft>
                          <a:spcPts val="0"/>
                        </a:spcAft>
                        <a:buNone/>
                      </a:pPr>
                      <a:r>
                        <a:rPr lang="en-US" sz="1500" u="none" strike="noStrike" cap="none">
                          <a:latin typeface="Tahoma"/>
                          <a:ea typeface="Tahoma"/>
                          <a:cs typeface="Tahoma"/>
                          <a:sym typeface="Tahoma"/>
                        </a:rPr>
                        <a:t>Fewer (</a:t>
                      </a:r>
                      <a:r>
                        <a:rPr lang="en-US" sz="1700" u="none" strike="noStrike" cap="none">
                          <a:latin typeface="Lucida Sans"/>
                          <a:ea typeface="Lucida Sans"/>
                          <a:cs typeface="Lucida Sans"/>
                          <a:sym typeface="Lucida Sans"/>
                        </a:rPr>
                        <a:t>∼ </a:t>
                      </a:r>
                      <a:r>
                        <a:rPr lang="en-US" sz="1500" u="none" strike="noStrike" cap="none">
                          <a:latin typeface="Tahoma"/>
                          <a:ea typeface="Tahoma"/>
                          <a:cs typeface="Tahoma"/>
                          <a:sym typeface="Tahoma"/>
                        </a:rPr>
                        <a:t>25</a:t>
                      </a:r>
                      <a:r>
                        <a:rPr lang="en-US" sz="1700" u="none" strike="noStrike" cap="none">
                          <a:latin typeface="Tahoma"/>
                          <a:ea typeface="Tahoma"/>
                          <a:cs typeface="Tahoma"/>
                          <a:sym typeface="Tahoma"/>
                        </a:rPr>
                        <a:t>% </a:t>
                      </a:r>
                      <a:r>
                        <a:rPr lang="en-US" sz="1500" u="none" strike="noStrike" cap="none">
                          <a:latin typeface="Tahoma"/>
                          <a:ea typeface="Tahoma"/>
                          <a:cs typeface="Tahoma"/>
                          <a:sym typeface="Tahoma"/>
                        </a:rPr>
                        <a:t>less)</a:t>
                      </a:r>
                      <a:endParaRPr sz="1500" u="none" strike="noStrike" cap="none">
                        <a:latin typeface="Tahoma"/>
                        <a:ea typeface="Tahoma"/>
                        <a:cs typeface="Tahoma"/>
                        <a:sym typeface="Tahom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More</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Training speed</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Faster</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Slower</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Memory usage</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Lower</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Higher</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Gradient flow</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Good</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Excellent</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Long sequences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Good (50-100 steps)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Better (100+ steps)</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8"/>
                  </a:ext>
                </a:extLst>
              </a:tr>
              <a:tr h="279952">
                <a:tc>
                  <a:txBody>
                    <a:bodyPr/>
                    <a:lstStyle/>
                    <a:p>
                      <a:pPr marL="78105" marR="0" lvl="0" indent="0" algn="l" rtl="0">
                        <a:lnSpc>
                          <a:spcPct val="100000"/>
                        </a:lnSpc>
                        <a:spcBef>
                          <a:spcPts val="0"/>
                        </a:spcBef>
                        <a:spcAft>
                          <a:spcPts val="0"/>
                        </a:spcAft>
                        <a:buNone/>
                      </a:pPr>
                      <a:r>
                        <a:rPr lang="en-US" sz="1500" u="none" strike="noStrike" cap="none">
                          <a:latin typeface="Tahoma"/>
                          <a:ea typeface="Tahoma"/>
                          <a:cs typeface="Tahoma"/>
                          <a:sym typeface="Tahoma"/>
                        </a:rPr>
                        <a:t>Popularity</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a:latin typeface="Tahoma"/>
                          <a:ea typeface="Tahoma"/>
                          <a:cs typeface="Tahoma"/>
                          <a:sym typeface="Tahoma"/>
                        </a:rPr>
                        <a:t>Increasing</a:t>
                      </a:r>
                      <a:endParaRPr sz="1500" u="none" strike="noStrike" cap="none">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None/>
                      </a:pPr>
                      <a:r>
                        <a:rPr lang="en-US" sz="1500" u="none" strike="noStrike" cap="none" dirty="0">
                          <a:latin typeface="Tahoma"/>
                          <a:ea typeface="Tahoma"/>
                          <a:cs typeface="Tahoma"/>
                          <a:sym typeface="Tahoma"/>
                        </a:rPr>
                        <a:t>Most widely used</a:t>
                      </a:r>
                      <a:endParaRPr sz="1500" u="none" strike="noStrike" cap="none" dirty="0">
                        <a:latin typeface="Tahoma"/>
                        <a:ea typeface="Tahoma"/>
                        <a:cs typeface="Tahoma"/>
                        <a:sym typeface="Tahoma"/>
                      </a:endParaRPr>
                    </a:p>
                  </a:txBody>
                  <a:tcPr marL="0" marR="0" marT="3013"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9"/>
                  </a:ext>
                </a:extLst>
              </a:tr>
            </a:tbl>
          </a:graphicData>
        </a:graphic>
      </p:graphicFrame>
      <p:grpSp>
        <p:nvGrpSpPr>
          <p:cNvPr id="1374" name="Google Shape;1374;p85"/>
          <p:cNvGrpSpPr/>
          <p:nvPr/>
        </p:nvGrpSpPr>
        <p:grpSpPr>
          <a:xfrm>
            <a:off x="814684" y="4892060"/>
            <a:ext cx="109889" cy="456756"/>
            <a:chOff x="513702" y="2544965"/>
            <a:chExt cx="69291" cy="288010"/>
          </a:xfrm>
        </p:grpSpPr>
        <p:pic>
          <p:nvPicPr>
            <p:cNvPr id="1375" name="Google Shape;1375;p85"/>
            <p:cNvPicPr preferRelativeResize="0"/>
            <p:nvPr/>
          </p:nvPicPr>
          <p:blipFill rotWithShape="1">
            <a:blip r:embed="rId3">
              <a:alphaModFix/>
            </a:blip>
            <a:srcRect/>
            <a:stretch/>
          </p:blipFill>
          <p:spPr>
            <a:xfrm>
              <a:off x="513702" y="2544965"/>
              <a:ext cx="69291" cy="69291"/>
            </a:xfrm>
            <a:prstGeom prst="rect">
              <a:avLst/>
            </a:prstGeom>
            <a:noFill/>
            <a:ln>
              <a:noFill/>
            </a:ln>
          </p:spPr>
        </p:pic>
        <p:pic>
          <p:nvPicPr>
            <p:cNvPr id="1376" name="Google Shape;1376;p85"/>
            <p:cNvPicPr preferRelativeResize="0"/>
            <p:nvPr/>
          </p:nvPicPr>
          <p:blipFill rotWithShape="1">
            <a:blip r:embed="rId4">
              <a:alphaModFix/>
            </a:blip>
            <a:srcRect/>
            <a:stretch/>
          </p:blipFill>
          <p:spPr>
            <a:xfrm>
              <a:off x="513702" y="2763684"/>
              <a:ext cx="69291" cy="69291"/>
            </a:xfrm>
            <a:prstGeom prst="rect">
              <a:avLst/>
            </a:prstGeom>
            <a:noFill/>
            <a:ln>
              <a:noFill/>
            </a:ln>
          </p:spPr>
        </p:pic>
      </p:grpSp>
      <p:sp>
        <p:nvSpPr>
          <p:cNvPr id="1380" name="Google Shape;1380;p85"/>
          <p:cNvSpPr txBox="1"/>
          <p:nvPr/>
        </p:nvSpPr>
        <p:spPr>
          <a:xfrm>
            <a:off x="1022315" y="4682290"/>
            <a:ext cx="6854979" cy="1009642"/>
          </a:xfrm>
          <a:prstGeom prst="rect">
            <a:avLst/>
          </a:prstGeom>
          <a:noFill/>
          <a:ln>
            <a:noFill/>
          </a:ln>
        </p:spPr>
        <p:txBody>
          <a:bodyPr spcFirstLastPara="1" wrap="square" lIns="0" tIns="111767" rIns="0" bIns="0" anchor="t" anchorCtr="0">
            <a:spAutoFit/>
          </a:bodyPr>
          <a:lstStyle/>
          <a:p>
            <a:pPr marL="20141" marR="0" lvl="0" indent="0" algn="l" defTabSz="1450147" rtl="0" eaLnBrk="1" fontAlgn="auto" latinLnBrk="0" hangingPunct="1">
              <a:lnSpc>
                <a:spcPct val="100000"/>
              </a:lnSpc>
              <a:spcBef>
                <a:spcPts val="0"/>
              </a:spcBef>
              <a:spcAft>
                <a:spcPts val="0"/>
              </a:spcAft>
              <a:buClr>
                <a:srgbClr val="000000"/>
              </a:buClr>
              <a:buSzTx/>
              <a:buFontTx/>
              <a:buNone/>
              <a:tabLst/>
              <a:defRPr/>
            </a:pPr>
            <a:r>
              <a:rPr kumimoji="0" lang="en-US" sz="1665" b="0" i="0" u="none" strike="noStrike" kern="0" cap="none" spc="0" normalizeH="0" baseline="0" noProof="0">
                <a:ln>
                  <a:noFill/>
                </a:ln>
                <a:solidFill>
                  <a:srgbClr val="1B1472"/>
                </a:solidFill>
                <a:effectLst/>
                <a:uLnTx/>
                <a:uFillTx/>
                <a:latin typeface="Tahoma"/>
                <a:ea typeface="Tahoma"/>
                <a:cs typeface="Tahoma"/>
                <a:sym typeface="Tahoma"/>
              </a:rPr>
              <a:t>When to use GRU</a:t>
            </a:r>
            <a:r>
              <a:rPr kumimoji="0" lang="en-US" sz="1665" b="0" i="0" u="none" strike="noStrike" kern="0" cap="none" spc="0" normalizeH="0" baseline="0" noProof="0">
                <a:ln>
                  <a:noFill/>
                </a:ln>
                <a:solidFill>
                  <a:srgbClr val="000000"/>
                </a:solidFill>
                <a:effectLst/>
                <a:uLnTx/>
                <a:uFillTx/>
                <a:latin typeface="Tahoma"/>
                <a:ea typeface="Tahoma"/>
                <a:cs typeface="Tahoma"/>
                <a:sym typeface="Tahoma"/>
              </a:rPr>
              <a:t>: Smaller datasets, shorter sequences, faster training</a:t>
            </a:r>
            <a:endParaRPr kumimoji="0" sz="1665" b="0" i="0" u="none" strike="noStrike" kern="0" cap="none" spc="0" normalizeH="0" baseline="0" noProof="0">
              <a:ln>
                <a:noFill/>
              </a:ln>
              <a:solidFill>
                <a:srgbClr val="000000"/>
              </a:solidFill>
              <a:effectLst/>
              <a:uLnTx/>
              <a:uFillTx/>
              <a:latin typeface="Tahoma"/>
              <a:ea typeface="Tahoma"/>
              <a:cs typeface="Tahoma"/>
              <a:sym typeface="Tahoma"/>
            </a:endParaRPr>
          </a:p>
          <a:p>
            <a:pPr marL="20141" marR="15106" lvl="0" indent="0" algn="l" defTabSz="1450147" rtl="0" eaLnBrk="1" fontAlgn="auto" latinLnBrk="0" hangingPunct="1">
              <a:lnSpc>
                <a:spcPct val="114700"/>
              </a:lnSpc>
              <a:spcBef>
                <a:spcPts val="436"/>
              </a:spcBef>
              <a:spcAft>
                <a:spcPts val="0"/>
              </a:spcAft>
              <a:buClr>
                <a:srgbClr val="000000"/>
              </a:buClr>
              <a:buSzTx/>
              <a:buFontTx/>
              <a:buNone/>
              <a:tabLst/>
              <a:defRPr/>
            </a:pPr>
            <a:r>
              <a:rPr kumimoji="0" lang="en-US" sz="1665" b="0" i="0" u="none" strike="noStrike" kern="0" cap="none" spc="0" normalizeH="0" baseline="0" noProof="0">
                <a:ln>
                  <a:noFill/>
                </a:ln>
                <a:solidFill>
                  <a:srgbClr val="1B1472"/>
                </a:solidFill>
                <a:effectLst/>
                <a:uLnTx/>
                <a:uFillTx/>
                <a:latin typeface="Tahoma"/>
                <a:ea typeface="Tahoma"/>
                <a:cs typeface="Tahoma"/>
                <a:sym typeface="Tahoma"/>
              </a:rPr>
              <a:t>When to use LSTM</a:t>
            </a:r>
            <a:r>
              <a:rPr kumimoji="0" lang="en-US" sz="1665" b="0" i="0" u="none" strike="noStrike" kern="0" cap="none" spc="0" normalizeH="0" baseline="0" noProof="0">
                <a:ln>
                  <a:noFill/>
                </a:ln>
                <a:solidFill>
                  <a:srgbClr val="000000"/>
                </a:solidFill>
                <a:effectLst/>
                <a:uLnTx/>
                <a:uFillTx/>
                <a:latin typeface="Tahoma"/>
                <a:ea typeface="Tahoma"/>
                <a:cs typeface="Tahoma"/>
                <a:sym typeface="Tahoma"/>
              </a:rPr>
              <a:t>: Longer sequences, more data available, maximum performance needed</a:t>
            </a:r>
            <a:endParaRPr kumimoji="0" sz="1665" b="0" i="0" u="none" strike="noStrike" kern="0" cap="none" spc="0" normalizeH="0" baseline="0" noProof="0">
              <a:ln>
                <a:noFill/>
              </a:ln>
              <a:solidFill>
                <a:srgbClr val="000000"/>
              </a:solidFill>
              <a:effectLst/>
              <a:uLnTx/>
              <a:uFillTx/>
              <a:latin typeface="Tahoma"/>
              <a:ea typeface="Tahoma"/>
              <a:cs typeface="Tahoma"/>
              <a:sym typeface="Tahoma"/>
            </a:endParaRPr>
          </a:p>
        </p:txBody>
      </p:sp>
    </p:spTree>
  </p:cSld>
  <p:clrMapOvr>
    <a:masterClrMapping/>
  </p:clrMapOvr>
  <p:transition>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4657" name="Ink 24656">
                <a:extLst>
                  <a:ext uri="{FF2B5EF4-FFF2-40B4-BE49-F238E27FC236}">
                    <a16:creationId xmlns:a16="http://schemas.microsoft.com/office/drawing/2014/main" id="{BD03F67F-35CF-A113-2CA8-8A1C04F5BC05}"/>
                  </a:ext>
                </a:extLst>
              </p14:cNvPr>
              <p14:cNvContentPartPr/>
              <p14:nvPr/>
            </p14:nvContentPartPr>
            <p14:xfrm>
              <a:off x="8592313" y="2326214"/>
              <a:ext cx="11985" cy="17691"/>
            </p14:xfrm>
          </p:contentPart>
        </mc:Choice>
        <mc:Fallback xmlns="">
          <p:pic>
            <p:nvPicPr>
              <p:cNvPr id="24657" name="Ink 24656">
                <a:extLst>
                  <a:ext uri="{FF2B5EF4-FFF2-40B4-BE49-F238E27FC236}">
                    <a16:creationId xmlns:a16="http://schemas.microsoft.com/office/drawing/2014/main" id="{BD03F67F-35CF-A113-2CA8-8A1C04F5BC05}"/>
                  </a:ext>
                </a:extLst>
              </p:cNvPr>
              <p:cNvPicPr/>
              <p:nvPr/>
            </p:nvPicPr>
            <p:blipFill>
              <a:blip r:embed="rId3"/>
              <a:stretch>
                <a:fillRect/>
              </a:stretch>
            </p:blipFill>
            <p:spPr>
              <a:xfrm>
                <a:off x="8584686" y="2318632"/>
                <a:ext cx="27239" cy="32494"/>
              </a:xfrm>
              <a:prstGeom prst="rect">
                <a:avLst/>
              </a:prstGeom>
            </p:spPr>
          </p:pic>
        </mc:Fallback>
      </mc:AlternateContent>
      <p:sp>
        <p:nvSpPr>
          <p:cNvPr id="2" name="Rectangle 1"/>
          <p:cNvSpPr/>
          <p:nvPr/>
        </p:nvSpPr>
        <p:spPr>
          <a:xfrm>
            <a:off x="447851" y="1171869"/>
            <a:ext cx="8358750" cy="2814617"/>
          </a:xfrm>
          <a:prstGeom prst="rect">
            <a:avLst/>
          </a:prstGeom>
        </p:spPr>
        <p:txBody>
          <a:bodyPr wrap="square">
            <a:spAutoFit/>
          </a:bodyPr>
          <a:lstStyle/>
          <a:p>
            <a:pPr marL="0" marR="0" lvl="0" indent="0" algn="l" defTabSz="914463" rtl="0" eaLnBrk="1" fontAlgn="base" latinLnBrk="0" hangingPunct="1">
              <a:lnSpc>
                <a:spcPct val="150000"/>
              </a:lnSpc>
              <a:spcBef>
                <a:spcPts val="0"/>
              </a:spcBef>
              <a:spcAft>
                <a:spcPts val="0"/>
              </a:spcAft>
              <a:buClr>
                <a:srgbClr val="000000"/>
              </a:buClr>
              <a:buSzTx/>
              <a:buFontTx/>
              <a:buNone/>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Consider the following snippet</a:t>
            </a:r>
          </a:p>
          <a:p>
            <a:pPr marL="0" marR="0" lvl="0" indent="0" algn="l" defTabSz="914463" rtl="0" eaLnBrk="1" fontAlgn="base" latinLnBrk="0" hangingPunct="1">
              <a:lnSpc>
                <a:spcPct val="150000"/>
              </a:lnSpc>
              <a:spcBef>
                <a:spcPts val="0"/>
              </a:spcBef>
              <a:spcAft>
                <a:spcPts val="0"/>
              </a:spcAft>
              <a:buClr>
                <a:srgbClr val="000000"/>
              </a:buClr>
              <a:buSzTx/>
              <a:buFontTx/>
              <a:buNone/>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Model = Sequential()</a:t>
            </a:r>
          </a:p>
          <a:p>
            <a:pPr marL="0" marR="0" lvl="0" indent="0" algn="l" defTabSz="914463" rtl="0" eaLnBrk="1" fontAlgn="base" latinLnBrk="0" hangingPunct="1">
              <a:lnSpc>
                <a:spcPct val="150000"/>
              </a:lnSpc>
              <a:spcBef>
                <a:spcPts val="0"/>
              </a:spcBef>
              <a:spcAft>
                <a:spcPts val="0"/>
              </a:spcAft>
              <a:buClr>
                <a:srgbClr val="000000"/>
              </a:buClr>
              <a:buSzTx/>
              <a:buFontTx/>
              <a:buNone/>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Model. add(</a:t>
            </a:r>
            <a:r>
              <a:rPr kumimoji="0" lang="en-IN" sz="20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SimpleRNN</a:t>
            </a:r>
            <a:r>
              <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(3, input _ shape= (4,5),activation=activation[0]))</a:t>
            </a:r>
          </a:p>
          <a:p>
            <a:pPr marL="0" marR="0" lvl="0" indent="0" algn="l" defTabSz="914463" rtl="0" eaLnBrk="1" fontAlgn="base" latinLnBrk="0" hangingPunct="1">
              <a:lnSpc>
                <a:spcPct val="150000"/>
              </a:lnSpc>
              <a:spcBef>
                <a:spcPts val="0"/>
              </a:spcBef>
              <a:spcAft>
                <a:spcPts val="0"/>
              </a:spcAft>
              <a:buClr>
                <a:srgbClr val="000000"/>
              </a:buClr>
              <a:buSzTx/>
              <a:buFontTx/>
              <a:buNone/>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Model . add(Dense(1,activation= “Sigmoid”)</a:t>
            </a:r>
          </a:p>
          <a:p>
            <a:pPr marL="457231" marR="0" lvl="0" indent="-457231" algn="l" defTabSz="914463" rtl="0" eaLnBrk="1" fontAlgn="base" latinLnBrk="0" hangingPunct="1">
              <a:lnSpc>
                <a:spcPct val="150000"/>
              </a:lnSpc>
              <a:spcBef>
                <a:spcPts val="0"/>
              </a:spcBef>
              <a:spcAft>
                <a:spcPts val="0"/>
              </a:spcAft>
              <a:buClr>
                <a:srgbClr val="000000"/>
              </a:buClr>
              <a:buSzTx/>
              <a:buFont typeface="Arial"/>
              <a:buAutoNum type="alphaLcParenR"/>
              <a:tabLst/>
              <a:defRPr/>
            </a:pPr>
            <a:r>
              <a:rPr kumimoji="0" lang="en-US"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Draw the architecture</a:t>
            </a:r>
          </a:p>
          <a:p>
            <a:pPr marL="457231" marR="0" lvl="0" indent="-457231" algn="l" defTabSz="914463" rtl="0" eaLnBrk="1" fontAlgn="base" latinLnBrk="0" hangingPunct="1">
              <a:lnSpc>
                <a:spcPct val="150000"/>
              </a:lnSpc>
              <a:spcBef>
                <a:spcPts val="0"/>
              </a:spcBef>
              <a:spcAft>
                <a:spcPts val="0"/>
              </a:spcAft>
              <a:buClr>
                <a:srgbClr val="000000"/>
              </a:buClr>
              <a:buSzTx/>
              <a:buFont typeface="Arial"/>
              <a:buAutoNum type="alphaLcParenR"/>
              <a:tabLst/>
              <a:defRPr/>
            </a:pPr>
            <a:r>
              <a:rPr kumimoji="0" lang="en-US"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Calculate total number of Parameters in this</a:t>
            </a:r>
            <a:endPar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3" name="Title 2"/>
          <p:cNvSpPr>
            <a:spLocks noGrp="1"/>
          </p:cNvSpPr>
          <p:nvPr>
            <p:ph type="title" idx="4294967295"/>
          </p:nvPr>
        </p:nvSpPr>
        <p:spPr>
          <a:xfrm>
            <a:off x="0" y="495300"/>
            <a:ext cx="4803775" cy="355600"/>
          </a:xfrm>
        </p:spPr>
        <p:txBody>
          <a:bodyPr>
            <a:noAutofit/>
          </a:bodyPr>
          <a:lstStyle/>
          <a:p>
            <a:r>
              <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rPr>
              <a:t>Numerical on RNN</a:t>
            </a:r>
            <a:endParaRPr lang="en-IN" sz="28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111349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8DC49F9D-B0F8-3219-73E1-FAFE20924AC5}"/>
                  </a:ext>
                </a:extLst>
              </p14:cNvPr>
              <p14:cNvContentPartPr/>
              <p14:nvPr/>
            </p14:nvContentPartPr>
            <p14:xfrm>
              <a:off x="1950685" y="5435663"/>
              <a:ext cx="124401" cy="152362"/>
            </p14:xfrm>
          </p:contentPart>
        </mc:Choice>
        <mc:Fallback xmlns="">
          <p:pic>
            <p:nvPicPr>
              <p:cNvPr id="6" name="Ink 5">
                <a:extLst>
                  <a:ext uri="{FF2B5EF4-FFF2-40B4-BE49-F238E27FC236}">
                    <a16:creationId xmlns:a16="http://schemas.microsoft.com/office/drawing/2014/main" id="{8DC49F9D-B0F8-3219-73E1-FAFE20924AC5}"/>
                  </a:ext>
                </a:extLst>
              </p:cNvPr>
              <p:cNvPicPr/>
              <p:nvPr/>
            </p:nvPicPr>
            <p:blipFill>
              <a:blip r:embed="rId3"/>
              <a:stretch>
                <a:fillRect/>
              </a:stretch>
            </p:blipFill>
            <p:spPr>
              <a:xfrm>
                <a:off x="1943113" y="5428099"/>
                <a:ext cx="139545" cy="16749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643AE90A-57EA-7E19-7CCE-4EA7A33BBFC2}"/>
                  </a:ext>
                </a:extLst>
              </p14:cNvPr>
              <p14:cNvContentPartPr/>
              <p14:nvPr/>
            </p14:nvContentPartPr>
            <p14:xfrm>
              <a:off x="3890880" y="4760590"/>
              <a:ext cx="134672" cy="146656"/>
            </p14:xfrm>
          </p:contentPart>
        </mc:Choice>
        <mc:Fallback xmlns="">
          <p:pic>
            <p:nvPicPr>
              <p:cNvPr id="9" name="Ink 8">
                <a:extLst>
                  <a:ext uri="{FF2B5EF4-FFF2-40B4-BE49-F238E27FC236}">
                    <a16:creationId xmlns:a16="http://schemas.microsoft.com/office/drawing/2014/main" id="{643AE90A-57EA-7E19-7CCE-4EA7A33BBFC2}"/>
                  </a:ext>
                </a:extLst>
              </p:cNvPr>
              <p:cNvPicPr/>
              <p:nvPr/>
            </p:nvPicPr>
            <p:blipFill>
              <a:blip r:embed="rId5"/>
              <a:stretch>
                <a:fillRect/>
              </a:stretch>
            </p:blipFill>
            <p:spPr>
              <a:xfrm>
                <a:off x="3883318" y="4753023"/>
                <a:ext cx="149796" cy="16179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B19EFA02-21B7-3642-F133-87FB0D37A04A}"/>
                  </a:ext>
                </a:extLst>
              </p14:cNvPr>
              <p14:cNvContentPartPr/>
              <p14:nvPr/>
            </p14:nvContentPartPr>
            <p14:xfrm>
              <a:off x="1872506" y="3209003"/>
              <a:ext cx="2047477" cy="680781"/>
            </p14:xfrm>
          </p:contentPart>
        </mc:Choice>
        <mc:Fallback xmlns="">
          <p:pic>
            <p:nvPicPr>
              <p:cNvPr id="11" name="Ink 10">
                <a:extLst>
                  <a:ext uri="{FF2B5EF4-FFF2-40B4-BE49-F238E27FC236}">
                    <a16:creationId xmlns:a16="http://schemas.microsoft.com/office/drawing/2014/main" id="{B19EFA02-21B7-3642-F133-87FB0D37A04A}"/>
                  </a:ext>
                </a:extLst>
              </p:cNvPr>
              <p:cNvPicPr/>
              <p:nvPr/>
            </p:nvPicPr>
            <p:blipFill>
              <a:blip r:embed="rId7"/>
              <a:stretch>
                <a:fillRect/>
              </a:stretch>
            </p:blipFill>
            <p:spPr>
              <a:xfrm>
                <a:off x="1864947" y="3201443"/>
                <a:ext cx="2062596" cy="69590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E4E61A8D-2602-6910-ECFF-8DFE712F9317}"/>
                  </a:ext>
                </a:extLst>
              </p14:cNvPr>
              <p14:cNvContentPartPr/>
              <p14:nvPr/>
            </p14:nvContentPartPr>
            <p14:xfrm>
              <a:off x="1962097" y="3804756"/>
              <a:ext cx="2092558" cy="630565"/>
            </p14:xfrm>
          </p:contentPart>
        </mc:Choice>
        <mc:Fallback xmlns="">
          <p:pic>
            <p:nvPicPr>
              <p:cNvPr id="17" name="Ink 16">
                <a:extLst>
                  <a:ext uri="{FF2B5EF4-FFF2-40B4-BE49-F238E27FC236}">
                    <a16:creationId xmlns:a16="http://schemas.microsoft.com/office/drawing/2014/main" id="{E4E61A8D-2602-6910-ECFF-8DFE712F9317}"/>
                  </a:ext>
                </a:extLst>
              </p:cNvPr>
              <p:cNvPicPr/>
              <p:nvPr/>
            </p:nvPicPr>
            <p:blipFill>
              <a:blip r:embed="rId9"/>
              <a:stretch>
                <a:fillRect/>
              </a:stretch>
            </p:blipFill>
            <p:spPr>
              <a:xfrm>
                <a:off x="1954537" y="3797198"/>
                <a:ext cx="2107677" cy="64568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BA68F0AC-A16E-40B8-40A0-B2A3C98EFE8C}"/>
                  </a:ext>
                </a:extLst>
              </p14:cNvPr>
              <p14:cNvContentPartPr/>
              <p14:nvPr/>
            </p14:nvContentPartPr>
            <p14:xfrm>
              <a:off x="1922723" y="3816172"/>
              <a:ext cx="2075440" cy="1254280"/>
            </p14:xfrm>
          </p:contentPart>
        </mc:Choice>
        <mc:Fallback xmlns="">
          <p:pic>
            <p:nvPicPr>
              <p:cNvPr id="19" name="Ink 18">
                <a:extLst>
                  <a:ext uri="{FF2B5EF4-FFF2-40B4-BE49-F238E27FC236}">
                    <a16:creationId xmlns:a16="http://schemas.microsoft.com/office/drawing/2014/main" id="{BA68F0AC-A16E-40B8-40A0-B2A3C98EFE8C}"/>
                  </a:ext>
                </a:extLst>
              </p:cNvPr>
              <p:cNvPicPr/>
              <p:nvPr/>
            </p:nvPicPr>
            <p:blipFill>
              <a:blip r:embed="rId11"/>
              <a:stretch>
                <a:fillRect/>
              </a:stretch>
            </p:blipFill>
            <p:spPr>
              <a:xfrm>
                <a:off x="1915164" y="3808612"/>
                <a:ext cx="2090558" cy="1269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072E953A-E751-A912-38D4-24AB7092269A}"/>
                  </a:ext>
                </a:extLst>
              </p14:cNvPr>
              <p14:cNvContentPartPr/>
              <p14:nvPr/>
            </p14:nvContentPartPr>
            <p14:xfrm>
              <a:off x="1979218" y="3832720"/>
              <a:ext cx="3385641" cy="1750171"/>
            </p14:xfrm>
          </p:contentPart>
        </mc:Choice>
        <mc:Fallback xmlns="">
          <p:pic>
            <p:nvPicPr>
              <p:cNvPr id="22" name="Ink 21">
                <a:extLst>
                  <a:ext uri="{FF2B5EF4-FFF2-40B4-BE49-F238E27FC236}">
                    <a16:creationId xmlns:a16="http://schemas.microsoft.com/office/drawing/2014/main" id="{072E953A-E751-A912-38D4-24AB7092269A}"/>
                  </a:ext>
                </a:extLst>
              </p:cNvPr>
              <p:cNvPicPr/>
              <p:nvPr/>
            </p:nvPicPr>
            <p:blipFill>
              <a:blip r:embed="rId13"/>
              <a:stretch>
                <a:fillRect/>
              </a:stretch>
            </p:blipFill>
            <p:spPr>
              <a:xfrm>
                <a:off x="1971658" y="3825161"/>
                <a:ext cx="3400762" cy="176529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83366B76-A2B6-44DC-78B0-068F37B94DD7}"/>
                  </a:ext>
                </a:extLst>
              </p14:cNvPr>
              <p14:cNvContentPartPr/>
              <p14:nvPr/>
            </p14:nvContentPartPr>
            <p14:xfrm>
              <a:off x="5251870" y="4176248"/>
              <a:ext cx="298448" cy="236818"/>
            </p14:xfrm>
          </p:contentPart>
        </mc:Choice>
        <mc:Fallback xmlns="">
          <p:pic>
            <p:nvPicPr>
              <p:cNvPr id="23" name="Ink 22">
                <a:extLst>
                  <a:ext uri="{FF2B5EF4-FFF2-40B4-BE49-F238E27FC236}">
                    <a16:creationId xmlns:a16="http://schemas.microsoft.com/office/drawing/2014/main" id="{83366B76-A2B6-44DC-78B0-068F37B94DD7}"/>
                  </a:ext>
                </a:extLst>
              </p:cNvPr>
              <p:cNvPicPr/>
              <p:nvPr/>
            </p:nvPicPr>
            <p:blipFill>
              <a:blip r:embed="rId15"/>
              <a:stretch>
                <a:fillRect/>
              </a:stretch>
            </p:blipFill>
            <p:spPr>
              <a:xfrm>
                <a:off x="5244319" y="4168690"/>
                <a:ext cx="313550" cy="251574"/>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9" name="Ink 28">
                <a:extLst>
                  <a:ext uri="{FF2B5EF4-FFF2-40B4-BE49-F238E27FC236}">
                    <a16:creationId xmlns:a16="http://schemas.microsoft.com/office/drawing/2014/main" id="{79AB1ACF-E49F-14DF-5459-ADD1877B8166}"/>
                  </a:ext>
                </a:extLst>
              </p14:cNvPr>
              <p14:cNvContentPartPr/>
              <p14:nvPr/>
            </p14:nvContentPartPr>
            <p14:xfrm>
              <a:off x="3981042" y="4260134"/>
              <a:ext cx="1299361" cy="624857"/>
            </p14:xfrm>
          </p:contentPart>
        </mc:Choice>
        <mc:Fallback xmlns="">
          <p:pic>
            <p:nvPicPr>
              <p:cNvPr id="29" name="Ink 28">
                <a:extLst>
                  <a:ext uri="{FF2B5EF4-FFF2-40B4-BE49-F238E27FC236}">
                    <a16:creationId xmlns:a16="http://schemas.microsoft.com/office/drawing/2014/main" id="{79AB1ACF-E49F-14DF-5459-ADD1877B8166}"/>
                  </a:ext>
                </a:extLst>
              </p:cNvPr>
              <p:cNvPicPr/>
              <p:nvPr/>
            </p:nvPicPr>
            <p:blipFill>
              <a:blip r:embed="rId17"/>
              <a:stretch>
                <a:fillRect/>
              </a:stretch>
            </p:blipFill>
            <p:spPr>
              <a:xfrm>
                <a:off x="3973485" y="4252575"/>
                <a:ext cx="1314114" cy="639975"/>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2" name="Ink 41">
                <a:extLst>
                  <a:ext uri="{FF2B5EF4-FFF2-40B4-BE49-F238E27FC236}">
                    <a16:creationId xmlns:a16="http://schemas.microsoft.com/office/drawing/2014/main" id="{6B277304-FA56-F78A-5CA5-64AFFAD6DFD5}"/>
                  </a:ext>
                </a:extLst>
              </p14:cNvPr>
              <p14:cNvContentPartPr/>
              <p14:nvPr/>
            </p14:nvContentPartPr>
            <p14:xfrm>
              <a:off x="2524755" y="5401996"/>
              <a:ext cx="1152706" cy="315568"/>
            </p14:xfrm>
          </p:contentPart>
        </mc:Choice>
        <mc:Fallback xmlns="">
          <p:pic>
            <p:nvPicPr>
              <p:cNvPr id="42" name="Ink 41">
                <a:extLst>
                  <a:ext uri="{FF2B5EF4-FFF2-40B4-BE49-F238E27FC236}">
                    <a16:creationId xmlns:a16="http://schemas.microsoft.com/office/drawing/2014/main" id="{6B277304-FA56-F78A-5CA5-64AFFAD6DFD5}"/>
                  </a:ext>
                </a:extLst>
              </p:cNvPr>
              <p:cNvPicPr/>
              <p:nvPr/>
            </p:nvPicPr>
            <p:blipFill>
              <a:blip r:embed="rId19"/>
              <a:stretch>
                <a:fillRect/>
              </a:stretch>
            </p:blipFill>
            <p:spPr>
              <a:xfrm>
                <a:off x="2517193" y="5394431"/>
                <a:ext cx="1167831" cy="330698"/>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7" name="Ink 46">
                <a:extLst>
                  <a:ext uri="{FF2B5EF4-FFF2-40B4-BE49-F238E27FC236}">
                    <a16:creationId xmlns:a16="http://schemas.microsoft.com/office/drawing/2014/main" id="{E8D7E2F9-776F-95FA-73DD-70C56D5C8721}"/>
                  </a:ext>
                </a:extLst>
              </p14:cNvPr>
              <p14:cNvContentPartPr/>
              <p14:nvPr/>
            </p14:nvContentPartPr>
            <p14:xfrm>
              <a:off x="4099167" y="5238791"/>
              <a:ext cx="483908" cy="186031"/>
            </p14:xfrm>
          </p:contentPart>
        </mc:Choice>
        <mc:Fallback xmlns="">
          <p:pic>
            <p:nvPicPr>
              <p:cNvPr id="47" name="Ink 46">
                <a:extLst>
                  <a:ext uri="{FF2B5EF4-FFF2-40B4-BE49-F238E27FC236}">
                    <a16:creationId xmlns:a16="http://schemas.microsoft.com/office/drawing/2014/main" id="{E8D7E2F9-776F-95FA-73DD-70C56D5C8721}"/>
                  </a:ext>
                </a:extLst>
              </p:cNvPr>
              <p:cNvPicPr/>
              <p:nvPr/>
            </p:nvPicPr>
            <p:blipFill>
              <a:blip r:embed="rId21"/>
              <a:stretch>
                <a:fillRect/>
              </a:stretch>
            </p:blipFill>
            <p:spPr>
              <a:xfrm>
                <a:off x="4091606" y="5231220"/>
                <a:ext cx="499030" cy="201173"/>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0" name="Ink 49">
                <a:extLst>
                  <a:ext uri="{FF2B5EF4-FFF2-40B4-BE49-F238E27FC236}">
                    <a16:creationId xmlns:a16="http://schemas.microsoft.com/office/drawing/2014/main" id="{BF79D57A-27D2-4E44-92A9-0CF090090AED}"/>
                  </a:ext>
                </a:extLst>
              </p14:cNvPr>
              <p14:cNvContentPartPr/>
              <p14:nvPr/>
            </p14:nvContentPartPr>
            <p14:xfrm>
              <a:off x="4914619" y="4834204"/>
              <a:ext cx="130107" cy="202579"/>
            </p14:xfrm>
          </p:contentPart>
        </mc:Choice>
        <mc:Fallback xmlns="">
          <p:pic>
            <p:nvPicPr>
              <p:cNvPr id="50" name="Ink 49">
                <a:extLst>
                  <a:ext uri="{FF2B5EF4-FFF2-40B4-BE49-F238E27FC236}">
                    <a16:creationId xmlns:a16="http://schemas.microsoft.com/office/drawing/2014/main" id="{BF79D57A-27D2-4E44-92A9-0CF090090AED}"/>
                  </a:ext>
                </a:extLst>
              </p:cNvPr>
              <p:cNvPicPr/>
              <p:nvPr/>
            </p:nvPicPr>
            <p:blipFill>
              <a:blip r:embed="rId23"/>
              <a:stretch>
                <a:fillRect/>
              </a:stretch>
            </p:blipFill>
            <p:spPr>
              <a:xfrm>
                <a:off x="4907050" y="4826634"/>
                <a:ext cx="145244" cy="217718"/>
              </a:xfrm>
              <a:prstGeom prst="rect">
                <a:avLst/>
              </a:prstGeom>
            </p:spPr>
          </p:pic>
        </mc:Fallback>
      </mc:AlternateContent>
      <p:pic>
        <p:nvPicPr>
          <p:cNvPr id="2" name="Picture 1"/>
          <p:cNvPicPr>
            <a:picLocks noChangeAspect="1"/>
          </p:cNvPicPr>
          <p:nvPr/>
        </p:nvPicPr>
        <p:blipFill>
          <a:blip r:embed="rId24"/>
          <a:stretch>
            <a:fillRect/>
          </a:stretch>
        </p:blipFill>
        <p:spPr>
          <a:xfrm>
            <a:off x="352424" y="1418120"/>
            <a:ext cx="8425402" cy="1688738"/>
          </a:xfrm>
          <a:prstGeom prst="rect">
            <a:avLst/>
          </a:prstGeom>
        </p:spPr>
      </p:pic>
      <p:sp>
        <p:nvSpPr>
          <p:cNvPr id="20" name="Title 2"/>
          <p:cNvSpPr txBox="1">
            <a:spLocks/>
          </p:cNvSpPr>
          <p:nvPr/>
        </p:nvSpPr>
        <p:spPr>
          <a:xfrm>
            <a:off x="228600" y="1131095"/>
            <a:ext cx="8286750" cy="356538"/>
          </a:xfrm>
          <a:prstGeom prst="rect">
            <a:avLst/>
          </a:prstGeom>
          <a:noFill/>
          <a:ln>
            <a:noFill/>
          </a:ln>
        </p:spPr>
        <p:txBody>
          <a:bodyPr spcFirstLastPara="1" wrap="square" lIns="91426" tIns="45699" rIns="91426" bIns="45699" anchor="ctr" anchorCtr="0">
            <a:normAutofit fontScale="82500" lnSpcReduction="2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9pPr>
          </a:lstStyle>
          <a:p>
            <a:pPr marL="0" marR="0" lvl="0" indent="0" algn="l" defTabSz="914463" rtl="0" eaLnBrk="1" fontAlgn="auto" latinLnBrk="0" hangingPunct="1">
              <a:lnSpc>
                <a:spcPct val="90000"/>
              </a:lnSpc>
              <a:spcBef>
                <a:spcPts val="0"/>
              </a:spcBef>
              <a:spcAft>
                <a:spcPts val="0"/>
              </a:spcAft>
              <a:buClr>
                <a:srgbClr val="000000"/>
              </a:buClr>
              <a:buSzPts val="1800"/>
              <a:buFont typeface="Arial"/>
              <a:buNone/>
              <a:tabLst/>
              <a:defRPr/>
            </a:pPr>
            <a:r>
              <a:rPr kumimoji="0" lang="en-US" sz="2801"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Discussion 1 _Continued</a:t>
            </a:r>
            <a:endParaRPr kumimoji="0" lang="en-IN" sz="2801"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41961206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8521700" cy="763588"/>
          </a:xfrm>
        </p:spPr>
        <p:txBody>
          <a:bodyPr>
            <a:noAutofit/>
          </a:bodyPr>
          <a:lstStyle/>
          <a:p>
            <a:r>
              <a:rPr lang="en-US" sz="3172" b="1" dirty="0">
                <a:solidFill>
                  <a:schemeClr val="bg1"/>
                </a:solidFill>
                <a:latin typeface="Calibri" panose="020F0502020204030204" pitchFamily="34" charset="0"/>
                <a:ea typeface="Calibri" panose="020F0502020204030204" pitchFamily="34" charset="0"/>
                <a:cs typeface="Calibri" panose="020F0502020204030204" pitchFamily="34" charset="0"/>
              </a:rPr>
              <a:t>Numerical on RNN</a:t>
            </a:r>
            <a:endParaRPr lang="en-IN" sz="3172" b="1" dirty="0">
              <a:solidFill>
                <a:schemeClr val="bg1"/>
              </a:solidFill>
            </a:endParaRPr>
          </a:p>
        </p:txBody>
      </p:sp>
      <p:sp>
        <p:nvSpPr>
          <p:cNvPr id="3" name="Text Placeholder 2"/>
          <p:cNvSpPr>
            <a:spLocks noGrp="1"/>
          </p:cNvSpPr>
          <p:nvPr>
            <p:ph type="body" idx="4294967295"/>
          </p:nvPr>
        </p:nvSpPr>
        <p:spPr>
          <a:xfrm>
            <a:off x="376518" y="1571625"/>
            <a:ext cx="8145182" cy="2270125"/>
          </a:xfrm>
        </p:spPr>
        <p:txBody>
          <a:bodyPr>
            <a:normAutofit fontScale="92500" lnSpcReduction="20000"/>
          </a:bodyPr>
          <a:lstStyle/>
          <a:p>
            <a:pPr>
              <a:lnSpc>
                <a:spcPct val="150000"/>
              </a:lnSpc>
              <a:spcBef>
                <a:spcPts val="0"/>
              </a:spcBef>
              <a:buFont typeface="Wingdings" panose="05000000000000000000" pitchFamily="2" charset="2"/>
              <a:buChar char="Ø"/>
            </a:pPr>
            <a:r>
              <a:rPr lang="en-US" sz="1900" dirty="0">
                <a:solidFill>
                  <a:schemeClr val="tx1"/>
                </a:solidFill>
                <a:latin typeface="Calibri" panose="020F0502020204030204" pitchFamily="34" charset="0"/>
                <a:ea typeface="Calibri" panose="020F0502020204030204" pitchFamily="34" charset="0"/>
                <a:cs typeface="Calibri" panose="020F0502020204030204" pitchFamily="34" charset="0"/>
              </a:rPr>
              <a:t>Consider the following code snippet and draw the corresponding architecture. And also calculate number of parameters.   						</a:t>
            </a:r>
            <a:endParaRPr lang="en-IN" sz="19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fontAlgn="base">
              <a:lnSpc>
                <a:spcPct val="150000"/>
              </a:lnSpc>
              <a:spcBef>
                <a:spcPts val="0"/>
              </a:spcBef>
              <a:buFont typeface="Courier New" panose="02070309020205020404" pitchFamily="49" charset="0"/>
              <a:buChar char="o"/>
            </a:pPr>
            <a:r>
              <a:rPr lang="en-IN" sz="1900" dirty="0">
                <a:solidFill>
                  <a:schemeClr val="tx1"/>
                </a:solidFill>
                <a:latin typeface="Calibri" panose="020F0502020204030204" pitchFamily="34" charset="0"/>
                <a:ea typeface="Calibri" panose="020F0502020204030204" pitchFamily="34" charset="0"/>
                <a:cs typeface="Calibri" panose="020F0502020204030204" pitchFamily="34" charset="0"/>
              </a:rPr>
              <a:t>Model = Sequential()​</a:t>
            </a:r>
          </a:p>
          <a:p>
            <a:pPr fontAlgn="base">
              <a:lnSpc>
                <a:spcPct val="150000"/>
              </a:lnSpc>
              <a:spcBef>
                <a:spcPts val="0"/>
              </a:spcBef>
              <a:buFont typeface="Courier New" panose="02070309020205020404" pitchFamily="49" charset="0"/>
              <a:buChar char="o"/>
            </a:pPr>
            <a:r>
              <a:rPr lang="en-IN" sz="1900" dirty="0">
                <a:solidFill>
                  <a:schemeClr val="tx1"/>
                </a:solidFill>
                <a:latin typeface="Calibri" panose="020F0502020204030204" pitchFamily="34" charset="0"/>
                <a:ea typeface="Calibri" panose="020F0502020204030204" pitchFamily="34" charset="0"/>
                <a:cs typeface="Calibri" panose="020F0502020204030204" pitchFamily="34" charset="0"/>
              </a:rPr>
              <a:t>Model. add(</a:t>
            </a:r>
            <a:r>
              <a:rPr lang="en-IN" sz="1900" dirty="0" err="1">
                <a:solidFill>
                  <a:schemeClr val="tx1"/>
                </a:solidFill>
                <a:latin typeface="Calibri" panose="020F0502020204030204" pitchFamily="34" charset="0"/>
                <a:ea typeface="Calibri" panose="020F0502020204030204" pitchFamily="34" charset="0"/>
                <a:cs typeface="Calibri" panose="020F0502020204030204" pitchFamily="34" charset="0"/>
              </a:rPr>
              <a:t>SimpleRNN</a:t>
            </a:r>
            <a:r>
              <a:rPr lang="en-IN" sz="1900" dirty="0">
                <a:solidFill>
                  <a:schemeClr val="tx1"/>
                </a:solidFill>
                <a:latin typeface="Calibri" panose="020F0502020204030204" pitchFamily="34" charset="0"/>
                <a:ea typeface="Calibri" panose="020F0502020204030204" pitchFamily="34" charset="0"/>
                <a:cs typeface="Calibri" panose="020F0502020204030204" pitchFamily="34" charset="0"/>
              </a:rPr>
              <a:t>(4, input _ shape= (4,6),activation=activation[0]))​</a:t>
            </a:r>
          </a:p>
          <a:p>
            <a:pPr fontAlgn="base">
              <a:lnSpc>
                <a:spcPct val="150000"/>
              </a:lnSpc>
              <a:spcBef>
                <a:spcPts val="0"/>
              </a:spcBef>
              <a:buFont typeface="Courier New" panose="02070309020205020404" pitchFamily="49" charset="0"/>
              <a:buChar char="o"/>
            </a:pPr>
            <a:r>
              <a:rPr lang="en-IN" sz="1900" dirty="0">
                <a:solidFill>
                  <a:schemeClr val="tx1"/>
                </a:solidFill>
                <a:latin typeface="Calibri" panose="020F0502020204030204" pitchFamily="34" charset="0"/>
                <a:ea typeface="Calibri" panose="020F0502020204030204" pitchFamily="34" charset="0"/>
                <a:cs typeface="Calibri" panose="020F0502020204030204" pitchFamily="34" charset="0"/>
              </a:rPr>
              <a:t>Model . add(Dense(1,activation= “Sigmoid”)​</a:t>
            </a:r>
          </a:p>
          <a:p>
            <a:endParaRPr lang="en-IN" dirty="0"/>
          </a:p>
        </p:txBody>
      </p:sp>
    </p:spTree>
    <p:extLst>
      <p:ext uri="{BB962C8B-B14F-4D97-AF65-F5344CB8AC3E}">
        <p14:creationId xmlns:p14="http://schemas.microsoft.com/office/powerpoint/2010/main" val="37426309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533399" y="1362447"/>
            <a:ext cx="7391400" cy="3003550"/>
          </a:xfrm>
        </p:spPr>
        <p:txBody>
          <a:bodyPr/>
          <a:lstStyle/>
          <a:p>
            <a:pPr>
              <a:spcBef>
                <a:spcPts val="0"/>
              </a:spcBef>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rPr>
              <a:t>Total number of Parameters:</a:t>
            </a:r>
          </a:p>
          <a:p>
            <a:pPr>
              <a:spcBef>
                <a:spcPts val="0"/>
              </a:spcBef>
              <a:buFont typeface="Courier New" panose="02070309020205020404" pitchFamily="49" charset="0"/>
              <a:buChar char="o"/>
            </a:pPr>
            <a:endParaRPr lang="en-IN" sz="2000" dirty="0">
              <a:latin typeface="Calibri" panose="020F0502020204030204" pitchFamily="34" charset="0"/>
              <a:ea typeface="Calibri" panose="020F0502020204030204" pitchFamily="34" charset="0"/>
              <a:cs typeface="Calibri" panose="020F0502020204030204" pitchFamily="34" charset="0"/>
            </a:endParaRPr>
          </a:p>
          <a:p>
            <a:pPr>
              <a:spcBef>
                <a:spcPts val="0"/>
              </a:spcBef>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rPr>
              <a:t>RNN Layer: </a:t>
            </a:r>
            <a:r>
              <a:rPr lang="en-US" sz="2000" dirty="0" err="1">
                <a:latin typeface="Calibri" panose="020F0502020204030204" pitchFamily="34" charset="0"/>
                <a:ea typeface="Calibri" panose="020F0502020204030204" pitchFamily="34" charset="0"/>
                <a:cs typeface="Calibri" panose="020F0502020204030204" pitchFamily="34" charset="0"/>
              </a:rPr>
              <a:t>Wxh</a:t>
            </a:r>
            <a:r>
              <a:rPr lang="en-US" sz="2000" dirty="0">
                <a:latin typeface="Calibri" panose="020F0502020204030204" pitchFamily="34" charset="0"/>
                <a:ea typeface="Calibri" panose="020F0502020204030204" pitchFamily="34" charset="0"/>
                <a:cs typeface="Calibri" panose="020F0502020204030204" pitchFamily="34" charset="0"/>
              </a:rPr>
              <a:t> + </a:t>
            </a:r>
            <a:r>
              <a:rPr lang="en-US" sz="2000" dirty="0" err="1">
                <a:latin typeface="Calibri" panose="020F0502020204030204" pitchFamily="34" charset="0"/>
                <a:ea typeface="Calibri" panose="020F0502020204030204" pitchFamily="34" charset="0"/>
                <a:cs typeface="Calibri" panose="020F0502020204030204" pitchFamily="34" charset="0"/>
              </a:rPr>
              <a:t>Whh</a:t>
            </a:r>
            <a:r>
              <a:rPr lang="en-US" sz="2000" dirty="0">
                <a:latin typeface="Calibri" panose="020F0502020204030204" pitchFamily="34" charset="0"/>
                <a:ea typeface="Calibri" panose="020F0502020204030204" pitchFamily="34" charset="0"/>
                <a:cs typeface="Calibri" panose="020F0502020204030204" pitchFamily="34" charset="0"/>
              </a:rPr>
              <a:t> + </a:t>
            </a:r>
            <a:r>
              <a:rPr lang="en-US" sz="2000" dirty="0" err="1">
                <a:latin typeface="Calibri" panose="020F0502020204030204" pitchFamily="34" charset="0"/>
                <a:ea typeface="Calibri" panose="020F0502020204030204" pitchFamily="34" charset="0"/>
                <a:cs typeface="Calibri" panose="020F0502020204030204" pitchFamily="34" charset="0"/>
              </a:rPr>
              <a:t>bh</a:t>
            </a:r>
            <a:r>
              <a:rPr lang="en-US" sz="2000" dirty="0">
                <a:latin typeface="Calibri" panose="020F0502020204030204" pitchFamily="34" charset="0"/>
                <a:ea typeface="Calibri" panose="020F0502020204030204" pitchFamily="34" charset="0"/>
                <a:cs typeface="Calibri" panose="020F0502020204030204" pitchFamily="34" charset="0"/>
              </a:rPr>
              <a:t> = 4*6 + 4*4 + 4 = 44							             </a:t>
            </a:r>
            <a:endParaRPr lang="en-IN" sz="2000" dirty="0">
              <a:latin typeface="Calibri" panose="020F0502020204030204" pitchFamily="34" charset="0"/>
              <a:ea typeface="Calibri" panose="020F0502020204030204" pitchFamily="34" charset="0"/>
              <a:cs typeface="Calibri" panose="020F0502020204030204" pitchFamily="34" charset="0"/>
            </a:endParaRPr>
          </a:p>
          <a:p>
            <a:pPr>
              <a:spcBef>
                <a:spcPts val="0"/>
              </a:spcBef>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rPr>
              <a:t>Output Layer: Wo = 1*4 and </a:t>
            </a:r>
            <a:r>
              <a:rPr lang="en-US" sz="2000" dirty="0" err="1">
                <a:latin typeface="Calibri" panose="020F0502020204030204" pitchFamily="34" charset="0"/>
                <a:ea typeface="Calibri" panose="020F0502020204030204" pitchFamily="34" charset="0"/>
                <a:cs typeface="Calibri" panose="020F0502020204030204" pitchFamily="34" charset="0"/>
              </a:rPr>
              <a:t>bo</a:t>
            </a:r>
            <a:r>
              <a:rPr lang="en-US" sz="2000" dirty="0">
                <a:latin typeface="Calibri" panose="020F0502020204030204" pitchFamily="34" charset="0"/>
                <a:ea typeface="Calibri" panose="020F0502020204030204" pitchFamily="34" charset="0"/>
                <a:cs typeface="Calibri" panose="020F0502020204030204" pitchFamily="34" charset="0"/>
              </a:rPr>
              <a:t>: 1   1*4 + 1 = 5					</a:t>
            </a:r>
            <a:endParaRPr lang="en-IN" sz="2000" dirty="0">
              <a:latin typeface="Calibri" panose="020F0502020204030204" pitchFamily="34" charset="0"/>
              <a:ea typeface="Calibri" panose="020F0502020204030204" pitchFamily="34" charset="0"/>
              <a:cs typeface="Calibri" panose="020F0502020204030204" pitchFamily="34" charset="0"/>
            </a:endParaRPr>
          </a:p>
          <a:p>
            <a:pPr>
              <a:spcBef>
                <a:spcPts val="0"/>
              </a:spcBef>
              <a:buFont typeface="Courier New" panose="02070309020205020404" pitchFamily="49" charset="0"/>
              <a:buChar char="o"/>
            </a:pPr>
            <a:r>
              <a:rPr lang="en-US" sz="2000" dirty="0">
                <a:latin typeface="Calibri" panose="020F0502020204030204" pitchFamily="34" charset="0"/>
                <a:ea typeface="Calibri" panose="020F0502020204030204" pitchFamily="34" charset="0"/>
                <a:cs typeface="Calibri" panose="020F0502020204030204" pitchFamily="34" charset="0"/>
              </a:rPr>
              <a:t>Total number of parameters: 44+5 = 49	</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991476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53171"/>
            <a:ext cx="8521700" cy="600075"/>
          </a:xfrm>
        </p:spPr>
        <p:txBody>
          <a:bodyPr>
            <a:noAutofit/>
          </a:bodyPr>
          <a:lstStyle/>
          <a:p>
            <a:r>
              <a:rPr lang="en-US" sz="3172" b="1" dirty="0">
                <a:solidFill>
                  <a:schemeClr val="bg1"/>
                </a:solidFill>
                <a:latin typeface="Calibri" panose="020F0502020204030204" pitchFamily="34" charset="0"/>
                <a:ea typeface="Calibri" panose="020F0502020204030204" pitchFamily="34" charset="0"/>
                <a:cs typeface="Calibri" panose="020F0502020204030204" pitchFamily="34" charset="0"/>
              </a:rPr>
              <a:t>Numerical on RNN</a:t>
            </a:r>
            <a:endParaRPr lang="en-IN" sz="3172" b="1" dirty="0">
              <a:solidFill>
                <a:schemeClr val="bg1"/>
              </a:solidFill>
            </a:endParaRP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311700" y="1957301"/>
            <a:ext cx="3040381" cy="2750054"/>
          </a:xfrm>
          <a:prstGeom prst="rect">
            <a:avLst/>
          </a:prstGeom>
          <a:noFill/>
          <a:ln>
            <a:noFill/>
          </a:ln>
        </p:spPr>
      </p:pic>
      <p:sp>
        <p:nvSpPr>
          <p:cNvPr id="6" name="Rectangle 5"/>
          <p:cNvSpPr/>
          <p:nvPr/>
        </p:nvSpPr>
        <p:spPr>
          <a:xfrm>
            <a:off x="3574473" y="1695158"/>
            <a:ext cx="4806381" cy="2321085"/>
          </a:xfrm>
          <a:prstGeom prst="rect">
            <a:avLst/>
          </a:prstGeom>
        </p:spPr>
        <p:txBody>
          <a:bodyPr wrap="square">
            <a:spAutoFit/>
          </a:bodyPr>
          <a:lstStyle/>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Compute the outputs in each </a:t>
            </a:r>
            <a:r>
              <a:rPr kumimoji="0" lang="en-IN" sz="14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timestep</a:t>
            </a: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and the state after </a:t>
            </a:r>
            <a:r>
              <a:rPr kumimoji="0" lang="en-IN" sz="14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timestep</a:t>
            </a: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 3 for the Vanilla RNN given below. Assume the biases as zeros.                                                                        </a:t>
            </a:r>
            <a:endParaRPr kumimoji="0" lang="en-IN" sz="12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endParaRPr>
          </a:p>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X = [ 1 1 0]</a:t>
            </a:r>
            <a:r>
              <a:rPr kumimoji="0" lang="en-IN" sz="1400"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p>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W = [ 0.2   0.3   0.8]</a:t>
            </a:r>
            <a:r>
              <a:rPr kumimoji="0" lang="en-IN" sz="1400"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        </a:t>
            </a:r>
          </a:p>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U = [ 0.5  0.6  0.2]</a:t>
            </a:r>
            <a:r>
              <a:rPr kumimoji="0" lang="en-IN" sz="1400"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            </a:t>
            </a:r>
          </a:p>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V = [0.4  0.2  0.1]</a:t>
            </a:r>
            <a:r>
              <a:rPr kumimoji="0" lang="en-IN" sz="1400"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endParaRPr kumimoji="0" lang="en-IN" sz="12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endParaRPr>
          </a:p>
        </p:txBody>
      </p:sp>
    </p:spTree>
    <p:extLst>
      <p:ext uri="{BB962C8B-B14F-4D97-AF65-F5344CB8AC3E}">
        <p14:creationId xmlns:p14="http://schemas.microsoft.com/office/powerpoint/2010/main" val="8816418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8521700" cy="763588"/>
          </a:xfrm>
        </p:spPr>
        <p:txBody>
          <a:bodyPr>
            <a:normAutofit/>
          </a:bodyPr>
          <a:lstStyle/>
          <a:p>
            <a:br>
              <a:rPr lang="en-US" sz="2400" b="1" dirty="0">
                <a:solidFill>
                  <a:schemeClr val="bg1"/>
                </a:solidFill>
              </a:rPr>
            </a:br>
            <a:r>
              <a:rPr lang="en-US" sz="2400" b="1" dirty="0">
                <a:solidFill>
                  <a:schemeClr val="bg1"/>
                </a:solidFill>
              </a:rPr>
              <a:t>Discussion 3</a:t>
            </a:r>
            <a:endParaRPr lang="en-IN" sz="2400" b="1" dirty="0">
              <a:solidFill>
                <a:schemeClr val="bg1"/>
              </a:solidFill>
            </a:endParaRP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311700" y="1957301"/>
            <a:ext cx="3040381" cy="1973580"/>
          </a:xfrm>
          <a:prstGeom prst="rect">
            <a:avLst/>
          </a:prstGeom>
          <a:noFill/>
          <a:ln>
            <a:noFill/>
          </a:ln>
        </p:spPr>
      </p:pic>
      <p:sp>
        <p:nvSpPr>
          <p:cNvPr id="6" name="Rectangle 5"/>
          <p:cNvSpPr/>
          <p:nvPr/>
        </p:nvSpPr>
        <p:spPr>
          <a:xfrm>
            <a:off x="415631" y="3925742"/>
            <a:ext cx="2320644" cy="1454694"/>
          </a:xfrm>
          <a:prstGeom prst="rect">
            <a:avLst/>
          </a:prstGeom>
        </p:spPr>
        <p:txBody>
          <a:bodyPr wrap="square">
            <a:spAutoFit/>
          </a:bodyPr>
          <a:lstStyle/>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Compute the outputs in each </a:t>
            </a:r>
            <a:r>
              <a:rPr kumimoji="0" lang="en-IN" sz="1001"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timestep</a:t>
            </a: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and the state after </a:t>
            </a:r>
            <a:r>
              <a:rPr kumimoji="0" lang="en-IN" sz="1001"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timestep</a:t>
            </a: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 3 for the Vanilla RNN given below. Assume the biases as zeros.                                                                        </a:t>
            </a:r>
            <a:endPar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endParaRPr>
          </a:p>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X = [ 1 1 0]</a:t>
            </a:r>
            <a:r>
              <a:rPr kumimoji="0" lang="en-IN" sz="1001"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W = [ 0.2   0.3   0.8]</a:t>
            </a:r>
            <a:r>
              <a:rPr kumimoji="0" lang="en-IN" sz="1001"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               </a:t>
            </a: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U = [ 0.5  0.6  0.2]</a:t>
            </a:r>
            <a:r>
              <a:rPr kumimoji="0" lang="en-IN" sz="1001"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              </a:t>
            </a:r>
            <a:r>
              <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V = [0.4  0.2  0.1]</a:t>
            </a:r>
            <a:r>
              <a:rPr kumimoji="0" lang="en-IN" sz="1001" b="0" i="0" u="none" strike="noStrike" kern="0" cap="none" spc="0" normalizeH="0" baseline="3000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endParaRPr kumimoji="0" lang="en-IN" sz="10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endParaRPr>
          </a:p>
        </p:txBody>
      </p:sp>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4500282" y="1335741"/>
            <a:ext cx="4491318" cy="4975411"/>
          </a:xfrm>
          <a:prstGeom prst="rect">
            <a:avLst/>
          </a:prstGeom>
          <a:noFill/>
          <a:ln>
            <a:noFill/>
          </a:ln>
        </p:spPr>
      </p:pic>
      <p:sp>
        <p:nvSpPr>
          <p:cNvPr id="3" name="Rectangle 2"/>
          <p:cNvSpPr/>
          <p:nvPr/>
        </p:nvSpPr>
        <p:spPr>
          <a:xfrm>
            <a:off x="2999507" y="3325519"/>
            <a:ext cx="1939639" cy="657744"/>
          </a:xfrm>
          <a:prstGeom prst="rect">
            <a:avLst/>
          </a:prstGeom>
        </p:spPr>
        <p:txBody>
          <a:bodyPr wrap="square">
            <a:spAutoFit/>
          </a:bodyPr>
          <a:lstStyle/>
          <a:p>
            <a:pPr marL="60396" marR="0" lvl="0" indent="0" algn="l" defTabSz="914463" rtl="0" eaLnBrk="1" fontAlgn="auto" latinLnBrk="0" hangingPunct="1">
              <a:lnSpc>
                <a:spcPct val="100000"/>
              </a:lnSpc>
              <a:spcBef>
                <a:spcPts val="642"/>
              </a:spcBef>
              <a:spcAft>
                <a:spcPts val="0"/>
              </a:spcAft>
              <a:buClrTx/>
              <a:buSzTx/>
              <a:buFontTx/>
              <a:buNone/>
              <a:tabLst/>
              <a:defRPr/>
            </a:pPr>
            <a:r>
              <a:rPr kumimoji="0" lang="en-US" sz="1101" b="0" i="1" u="none" strike="noStrike" kern="1200" cap="none" spc="1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s</a:t>
            </a:r>
            <a:r>
              <a:rPr kumimoji="0" lang="en-US" sz="1101" b="0" i="0" u="none" strike="noStrike" kern="1200" cap="none" spc="24"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0</a:t>
            </a:r>
            <a:r>
              <a:rPr kumimoji="0" lang="en-US" sz="1101" b="0" i="0" u="none" strike="noStrike" kern="1200" cap="none" spc="381"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119"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1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0</a:t>
            </a:r>
            <a:endParaRPr kumimoji="0" lang="en-US" sz="1101"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86568" marR="387543" lvl="0" indent="0" algn="l" defTabSz="914463" rtl="0" eaLnBrk="1" fontAlgn="auto" latinLnBrk="0" hangingPunct="1">
              <a:lnSpc>
                <a:spcPct val="121100"/>
              </a:lnSpc>
              <a:spcBef>
                <a:spcPts val="0"/>
              </a:spcBef>
              <a:spcAft>
                <a:spcPts val="0"/>
              </a:spcAft>
              <a:buClrTx/>
              <a:buSzTx/>
              <a:buFontTx/>
              <a:buNone/>
              <a:tabLst/>
              <a:defRPr/>
            </a:pPr>
            <a:r>
              <a:rPr kumimoji="0" lang="en-US" sz="1101" b="0" i="1" u="none" strike="noStrike" kern="1200" cap="none" spc="8"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s</a:t>
            </a:r>
            <a:r>
              <a:rPr kumimoji="0" lang="en-US" sz="1101" b="0" i="1" u="none" strike="noStrike" kern="1200" cap="none" spc="0" normalizeH="0" baseline="-15873"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US" sz="1101" b="0" i="1" u="none" strike="noStrike" kern="1200" cap="none" spc="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13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71"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87"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σ</a:t>
            </a:r>
            <a:r>
              <a:rPr kumimoji="0" lang="en-US" sz="1101" b="0" i="0" u="none" strike="noStrike" kern="1200" cap="none" spc="-1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1" u="none" strike="noStrike" kern="1200" cap="none" spc="24"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Ux</a:t>
            </a:r>
            <a:r>
              <a:rPr kumimoji="0" lang="en-US" sz="1101" b="0" i="1" u="none" strike="noStrike" kern="1200" cap="none" spc="0" normalizeH="0" baseline="-15873"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US" sz="1101" b="0" i="1" u="none" strike="noStrike" kern="1200" cap="none" spc="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24"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174"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24"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Ws</a:t>
            </a:r>
            <a:r>
              <a:rPr kumimoji="0" lang="en-US" sz="1101" b="0" i="1" u="none" strike="noStrike" kern="1200" cap="none" spc="141"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US" sz="1101" b="0" i="1" u="none" strike="noStrike" kern="1200" cap="none" spc="450" normalizeH="0" baseline="-13888"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11"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1</a:t>
            </a:r>
            <a:r>
              <a:rPr kumimoji="0" lang="en-US" sz="1101" b="0" i="0" u="none" strike="noStrike" kern="1200" cap="none" spc="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141"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174"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63"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b</a:t>
            </a:r>
            <a:r>
              <a:rPr kumimoji="0" lang="en-US" sz="1101" b="0" i="0" u="none" strike="noStrike" kern="1200" cap="none" spc="-8"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p>
          <a:p>
            <a:pPr marL="86568" marR="387543" lvl="0" indent="0" algn="l" defTabSz="914463" rtl="0" eaLnBrk="1" fontAlgn="auto" latinLnBrk="0" hangingPunct="1">
              <a:lnSpc>
                <a:spcPct val="121100"/>
              </a:lnSpc>
              <a:spcBef>
                <a:spcPts val="0"/>
              </a:spcBef>
              <a:spcAft>
                <a:spcPts val="0"/>
              </a:spcAft>
              <a:buClrTx/>
              <a:buSzTx/>
              <a:buFontTx/>
              <a:buNone/>
              <a:tabLst/>
              <a:defRPr/>
            </a:pPr>
            <a:r>
              <a:rPr kumimoji="0" lang="en-US" sz="1101" b="0" i="1" u="none" strike="noStrike" kern="1200" cap="none" spc="-793"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y</a:t>
            </a:r>
            <a:r>
              <a:rPr kumimoji="0" lang="en-US" sz="1101" b="0" i="0" u="none" strike="noStrike" kern="1200" cap="none" spc="-368" normalizeH="0" baseline="2314"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ˆ</a:t>
            </a:r>
            <a:r>
              <a:rPr kumimoji="0" lang="en-US" sz="1101" b="0" i="1" u="none" strike="noStrike" kern="1200" cap="none" spc="0" normalizeH="0" baseline="-15873"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US" sz="1101" b="0" i="1" u="none" strike="noStrike" kern="1200" cap="none" spc="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13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71"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103"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g</a:t>
            </a:r>
            <a:r>
              <a:rPr kumimoji="0" lang="en-US" sz="1101" b="0" i="0" u="none" strike="noStrike" kern="1200" cap="none" spc="-1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1" u="none" strike="noStrike" kern="1200" cap="none" spc="24"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Vs</a:t>
            </a:r>
            <a:r>
              <a:rPr kumimoji="0" lang="en-US" sz="1101" b="0" i="1" u="none" strike="noStrike" kern="1200" cap="none" spc="0" normalizeH="0" baseline="-15873"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t</a:t>
            </a:r>
            <a:r>
              <a:rPr kumimoji="0" lang="en-US" sz="1101" b="0" i="1" u="none" strike="noStrike" kern="1200" cap="none" spc="0"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24" normalizeH="0" baseline="-15873"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0" u="none" strike="noStrike" kern="1200" cap="none" spc="5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1101" b="0" i="0" u="none" strike="noStrike" kern="1200" cap="none" spc="-174"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r>
              <a:rPr kumimoji="0" lang="en-US" sz="1101" b="0" i="1" u="none" strike="noStrike" kern="1200" cap="none" spc="103"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c</a:t>
            </a:r>
            <a:r>
              <a:rPr kumimoji="0" lang="en-US" sz="1101" b="0" i="0" u="none" strike="noStrike" kern="1200" cap="none" spc="-16"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endParaRPr kumimoji="0" lang="en-US" sz="1101"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24032254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8521700" cy="763588"/>
          </a:xfrm>
        </p:spPr>
        <p:txBody>
          <a:bodyPr>
            <a:noAutofit/>
          </a:bodyPr>
          <a:lstStyle/>
          <a:p>
            <a:r>
              <a:rPr lang="en-US" sz="3172" b="1" dirty="0">
                <a:solidFill>
                  <a:schemeClr val="bg1"/>
                </a:solidFill>
                <a:latin typeface="Calibri" panose="020F0502020204030204" pitchFamily="34" charset="0"/>
                <a:ea typeface="Calibri" panose="020F0502020204030204" pitchFamily="34" charset="0"/>
                <a:cs typeface="Calibri" panose="020F0502020204030204" pitchFamily="34" charset="0"/>
              </a:rPr>
              <a:t>Numerical on RNN</a:t>
            </a:r>
            <a:endParaRPr lang="en-IN" sz="3172" b="1" dirty="0">
              <a:solidFill>
                <a:schemeClr val="bg1"/>
              </a:solidFill>
            </a:endParaRPr>
          </a:p>
        </p:txBody>
      </p:sp>
      <p:sp>
        <p:nvSpPr>
          <p:cNvPr id="6" name="Rectangle 5"/>
          <p:cNvSpPr/>
          <p:nvPr/>
        </p:nvSpPr>
        <p:spPr>
          <a:xfrm>
            <a:off x="618566" y="960402"/>
            <a:ext cx="8095128" cy="3788858"/>
          </a:xfrm>
          <a:prstGeom prst="rect">
            <a:avLst/>
          </a:prstGeom>
        </p:spPr>
        <p:txBody>
          <a:bodyPr wrap="square">
            <a:spAutoFit/>
          </a:bodyPr>
          <a:lstStyle/>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US"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A company is trying to automate generating reports from videos of ultrasound scans. The videos of a beating heart of fetus at a particular section or slice. The report to be generated describes the heart condition and its location and any abnormalities detected. The videos are of 36 frames each. Each frame is 360 x 240 grayscale image,                                              </a:t>
            </a:r>
            <a:r>
              <a:rPr kumimoji="0" lang="en-US"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endParaRPr kumimoji="0" lang="en-IN"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Suggest suitable type of RNN to be used for this application and justify your selection.</a:t>
            </a: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Compute the depth of the RNN suggested</a:t>
            </a: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Should an LSTM or GRU or Bidirectional RNN should be used for this application. Justify your choice. </a:t>
            </a:r>
            <a:endParaRPr kumimoji="0" lang="en-IN"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30294162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8521700" cy="763588"/>
          </a:xfrm>
        </p:spPr>
        <p:txBody>
          <a:bodyPr>
            <a:noAutofit/>
          </a:bodyPr>
          <a:lstStyle/>
          <a:p>
            <a:r>
              <a:rPr lang="en-US" sz="3172" b="1" dirty="0">
                <a:solidFill>
                  <a:schemeClr val="bg1"/>
                </a:solidFill>
                <a:latin typeface="Calibri" panose="020F0502020204030204" pitchFamily="34" charset="0"/>
                <a:ea typeface="Calibri" panose="020F0502020204030204" pitchFamily="34" charset="0"/>
                <a:cs typeface="Calibri" panose="020F0502020204030204" pitchFamily="34" charset="0"/>
              </a:rPr>
              <a:t>Numerical on RNN</a:t>
            </a:r>
            <a:endParaRPr lang="en-IN" sz="3172" b="1" dirty="0">
              <a:solidFill>
                <a:schemeClr val="bg1"/>
              </a:solidFill>
            </a:endParaRPr>
          </a:p>
        </p:txBody>
      </p:sp>
      <p:sp>
        <p:nvSpPr>
          <p:cNvPr id="6" name="Rectangle 5"/>
          <p:cNvSpPr/>
          <p:nvPr/>
        </p:nvSpPr>
        <p:spPr>
          <a:xfrm>
            <a:off x="367147" y="1085906"/>
            <a:ext cx="3990108" cy="4260077"/>
          </a:xfrm>
          <a:prstGeom prst="rect">
            <a:avLst/>
          </a:prstGeom>
        </p:spPr>
        <p:txBody>
          <a:bodyPr wrap="square">
            <a:spAutoFit/>
          </a:bodyPr>
          <a:lstStyle/>
          <a:p>
            <a:pPr marL="0" marR="0" lvl="0" indent="0" algn="just" defTabSz="914463" rtl="0" eaLnBrk="1" fontAlgn="auto" latinLnBrk="0" hangingPunct="1">
              <a:lnSpc>
                <a:spcPct val="150000"/>
              </a:lnSpc>
              <a:spcBef>
                <a:spcPts val="0"/>
              </a:spcBef>
              <a:spcAft>
                <a:spcPts val="0"/>
              </a:spcAft>
              <a:buClr>
                <a:srgbClr val="000000"/>
              </a:buClr>
              <a:buSzTx/>
              <a:buFontTx/>
              <a:buNone/>
              <a:tabLst/>
              <a:defRPr/>
            </a:pPr>
            <a:r>
              <a:rPr kumimoji="0" lang="en-US" sz="1201"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A </a:t>
            </a: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company is trying to automate generating reports from videos of ultrasound scans. The videos of a beating heart of fetus at a particular section or slice. The report to be generated describes the heart condition and its location and any abnormalities detected. The videos are of 36 frames each. Each frame is 360 x 240 grayscale image,                                              </a:t>
            </a:r>
            <a:r>
              <a:rPr kumimoji="0" lang="en-US" sz="1400"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t>
            </a:r>
            <a:endPar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Suggest suitable type of RNN to be used for this application and justify your selection.</a:t>
            </a: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Compute the depth of the RNN suggested</a:t>
            </a:r>
          </a:p>
          <a:p>
            <a:pPr marL="342924" marR="0" lvl="0" indent="-342924"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Should an LSTM or GRU or Bidirectional RNN should be used for this application. Justify your choice. </a:t>
            </a:r>
            <a:endPar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Rectangle 6"/>
          <p:cNvSpPr/>
          <p:nvPr/>
        </p:nvSpPr>
        <p:spPr>
          <a:xfrm>
            <a:off x="4741383" y="1876935"/>
            <a:ext cx="4035470" cy="1900777"/>
          </a:xfrm>
          <a:prstGeom prst="rect">
            <a:avLst/>
          </a:prstGeom>
        </p:spPr>
        <p:txBody>
          <a:bodyPr wrap="square">
            <a:spAutoFit/>
          </a:bodyPr>
          <a:lstStyle/>
          <a:p>
            <a:pPr marL="228615" marR="0" lvl="0" indent="-228615"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IN" sz="16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Many to Many RRN has to be used. For each frame ,the position of the </a:t>
            </a:r>
            <a:r>
              <a:rPr kumimoji="0" lang="en-IN" sz="16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fetus</a:t>
            </a:r>
            <a:r>
              <a:rPr kumimoji="0" lang="en-IN" sz="16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 and the condition has to output</a:t>
            </a:r>
          </a:p>
          <a:p>
            <a:pPr marL="228615" marR="0" lvl="0" indent="-228615"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IN" sz="16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Depth = 36,the number of frames per video</a:t>
            </a:r>
          </a:p>
          <a:p>
            <a:pPr marL="228615" marR="0" lvl="0" indent="-228615" algn="just" defTabSz="914463" rtl="0" eaLnBrk="1" fontAlgn="auto" latinLnBrk="0" hangingPunct="1">
              <a:lnSpc>
                <a:spcPct val="150000"/>
              </a:lnSpc>
              <a:spcBef>
                <a:spcPts val="0"/>
              </a:spcBef>
              <a:spcAft>
                <a:spcPts val="0"/>
              </a:spcAft>
              <a:buClr>
                <a:srgbClr val="000000"/>
              </a:buClr>
              <a:buSzTx/>
              <a:buFont typeface="Arial"/>
              <a:buAutoNum type="alphaLcParenR"/>
              <a:tabLst/>
              <a:defRPr/>
            </a:pPr>
            <a:r>
              <a:rPr kumimoji="0" lang="en-IN" sz="16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LSTM is better</a:t>
            </a:r>
          </a:p>
        </p:txBody>
      </p:sp>
    </p:spTree>
    <p:extLst>
      <p:ext uri="{BB962C8B-B14F-4D97-AF65-F5344CB8AC3E}">
        <p14:creationId xmlns:p14="http://schemas.microsoft.com/office/powerpoint/2010/main" val="34438911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pic>
        <p:nvPicPr>
          <p:cNvPr id="2064" name="Google Shape;2064;p106"/>
          <p:cNvPicPr preferRelativeResize="0"/>
          <p:nvPr/>
        </p:nvPicPr>
        <p:blipFill rotWithShape="1">
          <a:blip r:embed="rId3">
            <a:alphaModFix/>
          </a:blip>
          <a:srcRect/>
          <a:stretch/>
        </p:blipFill>
        <p:spPr>
          <a:xfrm>
            <a:off x="0" y="0"/>
            <a:ext cx="9134589" cy="6858000"/>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F2BB5388-3403-4E10-8A32-270CEE59809B}"/>
                  </a:ext>
                </a:extLst>
              </p14:cNvPr>
              <p14:cNvContentPartPr/>
              <p14:nvPr/>
            </p14:nvContentPartPr>
            <p14:xfrm>
              <a:off x="5497920" y="2261880"/>
              <a:ext cx="3490200" cy="3299760"/>
            </p14:xfrm>
          </p:contentPart>
        </mc:Choice>
        <mc:Fallback>
          <p:pic>
            <p:nvPicPr>
              <p:cNvPr id="2" name="Ink 1">
                <a:extLst>
                  <a:ext uri="{FF2B5EF4-FFF2-40B4-BE49-F238E27FC236}">
                    <a16:creationId xmlns:a16="http://schemas.microsoft.com/office/drawing/2014/main" id="{F2BB5388-3403-4E10-8A32-270CEE59809B}"/>
                  </a:ext>
                </a:extLst>
              </p:cNvPr>
              <p:cNvPicPr/>
              <p:nvPr/>
            </p:nvPicPr>
            <p:blipFill>
              <a:blip r:embed="rId5"/>
              <a:stretch>
                <a:fillRect/>
              </a:stretch>
            </p:blipFill>
            <p:spPr>
              <a:xfrm>
                <a:off x="5488560" y="2252520"/>
                <a:ext cx="3508920" cy="3318480"/>
              </a:xfrm>
              <a:prstGeom prst="rect">
                <a:avLst/>
              </a:prstGeom>
            </p:spPr>
          </p:pic>
        </mc:Fallback>
      </mc:AlternateContent>
    </p:spTree>
    <p:extLst>
      <p:ext uri="{BB962C8B-B14F-4D97-AF65-F5344CB8AC3E}">
        <p14:creationId xmlns:p14="http://schemas.microsoft.com/office/powerpoint/2010/main" val="2637533673"/>
      </p:ext>
    </p:extLst>
  </p:cSld>
  <p:clrMapOvr>
    <a:masterClrMapping/>
  </p:clrMapOvr>
  <p:transition>
    <p:fade thruBlk="1"/>
  </p:transition>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Watermark">
  <a:themeElements>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fontScheme name="Waterma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tailEnd type="arrow"/>
        </a:ln>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clrMap bg1="lt1" tx1="dk1" bg2="lt2" tx2="dk2" accent1="accent1" accent2="accent2" accent3="accent3" accent4="accent4" accent5="accent5" accent6="accent6" hlink="hlink" folHlink="folHlink"/>
    </a:extraClrScheme>
    <a:extraClrScheme>
      <a:clrScheme name="Watermark 2">
        <a:dk1>
          <a:srgbClr val="000000"/>
        </a:dk1>
        <a:lt1>
          <a:srgbClr val="FFFFFF"/>
        </a:lt1>
        <a:dk2>
          <a:srgbClr val="666633"/>
        </a:dk2>
        <a:lt2>
          <a:srgbClr val="5F5F5F"/>
        </a:lt2>
        <a:accent1>
          <a:srgbClr val="FFCC00"/>
        </a:accent1>
        <a:accent2>
          <a:srgbClr val="EFF0B2"/>
        </a:accent2>
        <a:accent3>
          <a:srgbClr val="FFFFFF"/>
        </a:accent3>
        <a:accent4>
          <a:srgbClr val="000000"/>
        </a:accent4>
        <a:accent5>
          <a:srgbClr val="FFE2AA"/>
        </a:accent5>
        <a:accent6>
          <a:srgbClr val="D9D9A1"/>
        </a:accent6>
        <a:hlink>
          <a:srgbClr val="808000"/>
        </a:hlink>
        <a:folHlink>
          <a:srgbClr val="CCCC00"/>
        </a:folHlink>
      </a:clrScheme>
      <a:clrMap bg1="lt1" tx1="dk1" bg2="lt2" tx2="dk2" accent1="accent1" accent2="accent2" accent3="accent3" accent4="accent4" accent5="accent5" accent6="accent6" hlink="hlink" folHlink="folHlink"/>
    </a:extraClrScheme>
    <a:extraClrScheme>
      <a:clrScheme name="Watermark 3">
        <a:dk1>
          <a:srgbClr val="000000"/>
        </a:dk1>
        <a:lt1>
          <a:srgbClr val="FFFFFF"/>
        </a:lt1>
        <a:dk2>
          <a:srgbClr val="000000"/>
        </a:dk2>
        <a:lt2>
          <a:srgbClr val="666699"/>
        </a:lt2>
        <a:accent1>
          <a:srgbClr val="9BB0CB"/>
        </a:accent1>
        <a:accent2>
          <a:srgbClr val="D1E0CE"/>
        </a:accent2>
        <a:accent3>
          <a:srgbClr val="FFFFFF"/>
        </a:accent3>
        <a:accent4>
          <a:srgbClr val="000000"/>
        </a:accent4>
        <a:accent5>
          <a:srgbClr val="CBD4E2"/>
        </a:accent5>
        <a:accent6>
          <a:srgbClr val="BDCBBA"/>
        </a:accent6>
        <a:hlink>
          <a:srgbClr val="8EA642"/>
        </a:hlink>
        <a:folHlink>
          <a:srgbClr val="CCCC00"/>
        </a:folHlink>
      </a:clrScheme>
      <a:clrMap bg1="lt1" tx1="dk1" bg2="lt2" tx2="dk2" accent1="accent1" accent2="accent2" accent3="accent3" accent4="accent4" accent5="accent5" accent6="accent6" hlink="hlink" folHlink="folHlink"/>
    </a:extraClrScheme>
    <a:extraClrScheme>
      <a:clrScheme name="Watermark 4">
        <a:dk1>
          <a:srgbClr val="333300"/>
        </a:dk1>
        <a:lt1>
          <a:srgbClr val="FFFFCC"/>
        </a:lt1>
        <a:dk2>
          <a:srgbClr val="336600"/>
        </a:dk2>
        <a:lt2>
          <a:srgbClr val="FFFFCC"/>
        </a:lt2>
        <a:accent1>
          <a:srgbClr val="99CC00"/>
        </a:accent1>
        <a:accent2>
          <a:srgbClr val="669900"/>
        </a:accent2>
        <a:accent3>
          <a:srgbClr val="ADB8AA"/>
        </a:accent3>
        <a:accent4>
          <a:srgbClr val="DADAAE"/>
        </a:accent4>
        <a:accent5>
          <a:srgbClr val="CAE2AA"/>
        </a:accent5>
        <a:accent6>
          <a:srgbClr val="5C8A00"/>
        </a:accent6>
        <a:hlink>
          <a:srgbClr val="CC9900"/>
        </a:hlink>
        <a:folHlink>
          <a:srgbClr val="FFCC00"/>
        </a:folHlink>
      </a:clrScheme>
      <a:clrMap bg1="dk2" tx1="lt1" bg2="dk1" tx2="lt2" accent1="accent1" accent2="accent2" accent3="accent3" accent4="accent4" accent5="accent5" accent6="accent6" hlink="hlink" folHlink="folHlink"/>
    </a:extraClrScheme>
    <a:extraClrScheme>
      <a:clrScheme name="Watermark 5">
        <a:dk1>
          <a:srgbClr val="424458"/>
        </a:dk1>
        <a:lt1>
          <a:srgbClr val="FFFFFF"/>
        </a:lt1>
        <a:dk2>
          <a:srgbClr val="004A48"/>
        </a:dk2>
        <a:lt2>
          <a:srgbClr val="FFFFFF"/>
        </a:lt2>
        <a:accent1>
          <a:srgbClr val="83B200"/>
        </a:accent1>
        <a:accent2>
          <a:srgbClr val="006260"/>
        </a:accent2>
        <a:accent3>
          <a:srgbClr val="AAB1B1"/>
        </a:accent3>
        <a:accent4>
          <a:srgbClr val="DADADA"/>
        </a:accent4>
        <a:accent5>
          <a:srgbClr val="C1D5AA"/>
        </a:accent5>
        <a:accent6>
          <a:srgbClr val="005856"/>
        </a:accent6>
        <a:hlink>
          <a:srgbClr val="6666FF"/>
        </a:hlink>
        <a:folHlink>
          <a:srgbClr val="B2B2B2"/>
        </a:folHlink>
      </a:clrScheme>
      <a:clrMap bg1="dk2" tx1="lt1" bg2="dk1" tx2="lt2" accent1="accent1" accent2="accent2" accent3="accent3" accent4="accent4" accent5="accent5" accent6="accent6" hlink="hlink" folHlink="folHlink"/>
    </a:extraClrScheme>
    <a:extraClrScheme>
      <a:clrScheme name="Watermark 6">
        <a:dk1>
          <a:srgbClr val="000000"/>
        </a:dk1>
        <a:lt1>
          <a:srgbClr val="FFFFFF"/>
        </a:lt1>
        <a:dk2>
          <a:srgbClr val="1C2046"/>
        </a:dk2>
        <a:lt2>
          <a:srgbClr val="FFFFFF"/>
        </a:lt2>
        <a:accent1>
          <a:srgbClr val="00CCFF"/>
        </a:accent1>
        <a:accent2>
          <a:srgbClr val="2D226E"/>
        </a:accent2>
        <a:accent3>
          <a:srgbClr val="ABABB0"/>
        </a:accent3>
        <a:accent4>
          <a:srgbClr val="DADADA"/>
        </a:accent4>
        <a:accent5>
          <a:srgbClr val="AAE2FF"/>
        </a:accent5>
        <a:accent6>
          <a:srgbClr val="281E63"/>
        </a:accent6>
        <a:hlink>
          <a:srgbClr val="666699"/>
        </a:hlink>
        <a:folHlink>
          <a:srgbClr val="9999FF"/>
        </a:folHlink>
      </a:clrScheme>
      <a:clrMap bg1="dk2" tx1="lt1" bg2="dk1" tx2="lt2" accent1="accent1" accent2="accent2" accent3="accent3" accent4="accent4" accent5="accent5" accent6="accent6" hlink="hlink" folHlink="folHlink"/>
    </a:extraClrScheme>
    <a:extraClrScheme>
      <a:clrScheme name="Watermark 7">
        <a:dk1>
          <a:srgbClr val="424458"/>
        </a:dk1>
        <a:lt1>
          <a:srgbClr val="FFFFFF"/>
        </a:lt1>
        <a:dk2>
          <a:srgbClr val="000066"/>
        </a:dk2>
        <a:lt2>
          <a:srgbClr val="FFFFFF"/>
        </a:lt2>
        <a:accent1>
          <a:srgbClr val="6666FF"/>
        </a:accent1>
        <a:accent2>
          <a:srgbClr val="333399"/>
        </a:accent2>
        <a:accent3>
          <a:srgbClr val="AAAAB8"/>
        </a:accent3>
        <a:accent4>
          <a:srgbClr val="DADADA"/>
        </a:accent4>
        <a:accent5>
          <a:srgbClr val="B8B8FF"/>
        </a:accent5>
        <a:accent6>
          <a:srgbClr val="2D2D8A"/>
        </a:accent6>
        <a:hlink>
          <a:srgbClr val="FF9900"/>
        </a:hlink>
        <a:folHlink>
          <a:srgbClr val="CCCC00"/>
        </a:folHlink>
      </a:clrScheme>
      <a:clrMap bg1="dk2" tx1="lt1" bg2="dk1" tx2="lt2" accent1="accent1" accent2="accent2" accent3="accent3" accent4="accent4" accent5="accent5" accent6="accent6" hlink="hlink" folHlink="folHlink"/>
    </a:extraClrScheme>
    <a:extraClrScheme>
      <a:clrScheme name="Watermark 8">
        <a:dk1>
          <a:srgbClr val="1C1C1C"/>
        </a:dk1>
        <a:lt1>
          <a:srgbClr val="FFFFCC"/>
        </a:lt1>
        <a:dk2>
          <a:srgbClr val="390B20"/>
        </a:dk2>
        <a:lt2>
          <a:srgbClr val="FFFFCC"/>
        </a:lt2>
        <a:accent1>
          <a:srgbClr val="FF916F"/>
        </a:accent1>
        <a:accent2>
          <a:srgbClr val="561450"/>
        </a:accent2>
        <a:accent3>
          <a:srgbClr val="AEAAAB"/>
        </a:accent3>
        <a:accent4>
          <a:srgbClr val="DADAAE"/>
        </a:accent4>
        <a:accent5>
          <a:srgbClr val="FFC7BB"/>
        </a:accent5>
        <a:accent6>
          <a:srgbClr val="4D1148"/>
        </a:accent6>
        <a:hlink>
          <a:srgbClr val="637D95"/>
        </a:hlink>
        <a:folHlink>
          <a:srgbClr val="FFCC00"/>
        </a:folHlink>
      </a:clrScheme>
      <a:clrMap bg1="dk2" tx1="lt1" bg2="dk1" tx2="lt2" accent1="accent1" accent2="accent2" accent3="accent3" accent4="accent4" accent5="accent5" accent6="accent6" hlink="hlink" folHlink="folHlink"/>
    </a:extraClrScheme>
    <a:extraClrScheme>
      <a:clrScheme name="Watermark 9">
        <a:dk1>
          <a:srgbClr val="4C0000"/>
        </a:dk1>
        <a:lt1>
          <a:srgbClr val="FFFFFF"/>
        </a:lt1>
        <a:dk2>
          <a:srgbClr val="722104"/>
        </a:dk2>
        <a:lt2>
          <a:srgbClr val="FFFFFF"/>
        </a:lt2>
        <a:accent1>
          <a:srgbClr val="CC6600"/>
        </a:accent1>
        <a:accent2>
          <a:srgbClr val="8A2E00"/>
        </a:accent2>
        <a:accent3>
          <a:srgbClr val="BCABAA"/>
        </a:accent3>
        <a:accent4>
          <a:srgbClr val="DADADA"/>
        </a:accent4>
        <a:accent5>
          <a:srgbClr val="E2B8AA"/>
        </a:accent5>
        <a:accent6>
          <a:srgbClr val="7D2900"/>
        </a:accent6>
        <a:hlink>
          <a:srgbClr val="FFCC00"/>
        </a:hlink>
        <a:folHlink>
          <a:srgbClr val="FF990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MS_Mappings xmlns="15d03a25-cda5-4943-9684-7d18d97bb3bc" xsi:nil="true"/>
    <Owner xmlns="15d03a25-cda5-4943-9684-7d18d97bb3bc">
      <UserInfo>
        <DisplayName/>
        <AccountId xsi:nil="true"/>
        <AccountType/>
      </UserInfo>
    </Owner>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lcf76f155ced4ddcb4097134ff3c332f xmlns="15d03a25-cda5-4943-9684-7d18d97bb3bc">
      <Terms xmlns="http://schemas.microsoft.com/office/infopath/2007/PartnerControls"/>
    </lcf76f155ced4ddcb4097134ff3c332f>
    <TaxCatchAll xmlns="1abdae7a-7178-4d1e-9626-01799792f2d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3cc9eea3c93da11051d03eb207c3e8d9">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d17908732c7da64ac608df74847bd303" ns2:_="" ns3:_="">
    <xsd:import namespace="15d03a25-cda5-4943-9684-7d18d97bb3bc"/>
    <xsd:import namespace="1abdae7a-7178-4d1e-9626-01799792f2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NotebookType" ma:index="11" nillable="true" ma:displayName="Notebook Type" ma:internalName="NotebookType">
      <xsd:simpleType>
        <xsd:restriction base="dms:Text"/>
      </xsd:simpleType>
    </xsd:element>
    <xsd:element name="FolderType" ma:index="12" nillable="true" ma:displayName="Folder Type" ma:internalName="FolderType">
      <xsd:simpleType>
        <xsd:restriction base="dms:Text"/>
      </xsd:simpleType>
    </xsd:element>
    <xsd:element name="CultureName" ma:index="13" nillable="true" ma:displayName="Culture Name" ma:internalName="CultureName">
      <xsd:simpleType>
        <xsd:restriction base="dms:Text"/>
      </xsd:simpleType>
    </xsd:element>
    <xsd:element name="AppVersion" ma:index="14" nillable="true" ma:displayName="App Version" ma:internalName="AppVersion">
      <xsd:simpleType>
        <xsd:restriction base="dms:Text"/>
      </xsd:simpleType>
    </xsd:element>
    <xsd:element name="TeamsChannelId" ma:index="15" nillable="true" ma:displayName="Teams Channel Id" ma:internalName="TeamsChannelId">
      <xsd:simpleType>
        <xsd:restriction base="dms:Text"/>
      </xsd:simpleType>
    </xsd:element>
    <xsd:element name="Owner" ma:index="1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7" nillable="true" ma:displayName="Math Settings" ma:internalName="Math_Settings">
      <xsd:simpleType>
        <xsd:restriction base="dms:Text"/>
      </xsd:simpleType>
    </xsd:element>
    <xsd:element name="DefaultSectionNames" ma:index="18" nillable="true" ma:displayName="Default Section Names" ma:internalName="DefaultSectionNames">
      <xsd:simpleType>
        <xsd:restriction base="dms:Note">
          <xsd:maxLength value="255"/>
        </xsd:restriction>
      </xsd:simpleType>
    </xsd:element>
    <xsd:element name="Templates" ma:index="19" nillable="true" ma:displayName="Templates" ma:internalName="Templates">
      <xsd:simpleType>
        <xsd:restriction base="dms:Note">
          <xsd:maxLength value="255"/>
        </xsd:restriction>
      </xsd:simpleType>
    </xsd:element>
    <xsd:element name="Teachers" ma:index="2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3" nillable="true" ma:displayName="Distribution Groups" ma:internalName="Distribution_Groups">
      <xsd:simpleType>
        <xsd:restriction base="dms:Note">
          <xsd:maxLength value="255"/>
        </xsd:restriction>
      </xsd:simpleType>
    </xsd:element>
    <xsd:element name="LMS_Mappings" ma:index="24" nillable="true" ma:displayName="LMS Mappings" ma:internalName="LMS_Mappings">
      <xsd:simpleType>
        <xsd:restriction base="dms:Note">
          <xsd:maxLength value="255"/>
        </xsd:restriction>
      </xsd:simpleType>
    </xsd:element>
    <xsd:element name="Invited_Teachers" ma:index="25" nillable="true" ma:displayName="Invited Teachers" ma:internalName="Invited_Teachers">
      <xsd:simpleType>
        <xsd:restriction base="dms:Note">
          <xsd:maxLength value="255"/>
        </xsd:restriction>
      </xsd:simpleType>
    </xsd:element>
    <xsd:element name="Invited_Students" ma:index="26" nillable="true" ma:displayName="Invited Students" ma:internalName="Invited_Students">
      <xsd:simpleType>
        <xsd:restriction base="dms:Note">
          <xsd:maxLength value="255"/>
        </xsd:restriction>
      </xsd:simpleType>
    </xsd:element>
    <xsd:element name="Self_Registration_Enabled" ma:index="27" nillable="true" ma:displayName="Self Registration Enabled" ma:internalName="Self_Registration_Enabled">
      <xsd:simpleType>
        <xsd:restriction base="dms:Boolean"/>
      </xsd:simpleType>
    </xsd:element>
    <xsd:element name="Has_Teacher_Only_SectionGroup" ma:index="28" nillable="true" ma:displayName="Has Teacher Only SectionGroup" ma:internalName="Has_Teacher_Only_SectionGroup">
      <xsd:simpleType>
        <xsd:restriction base="dms:Boolean"/>
      </xsd:simpleType>
    </xsd:element>
    <xsd:element name="Is_Collaboration_Space_Locked" ma:index="29" nillable="true" ma:displayName="Is Collaboration Space Locked" ma:internalName="Is_Collaboration_Space_Locked">
      <xsd:simpleType>
        <xsd:restriction base="dms:Boolean"/>
      </xsd:simpleType>
    </xsd:element>
    <xsd:element name="IsNotebookLocked" ma:index="30" nillable="true" ma:displayName="Is Notebook Locked" ma:internalName="IsNotebookLocked">
      <xsd:simpleType>
        <xsd:restriction base="dms:Boolean"/>
      </xsd:simpleType>
    </xsd:element>
    <xsd:element name="Teams_Channel_Section_Location" ma:index="31" nillable="true" ma:displayName="Teams Channel Section Location" ma:internalName="Teams_Channel_Section_Location">
      <xsd:simpleType>
        <xsd:restriction base="dms:Text"/>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fbd1a042-5d1e-465b-a2c9-390947662074}"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E45D8D-C19B-4BF2-9DEF-529E9F9F7BE1}">
  <ds:schemaRefs>
    <ds:schemaRef ds:uri="http://www.w3.org/XML/1998/namespace"/>
    <ds:schemaRef ds:uri="http://purl.org/dc/dcmitype/"/>
    <ds:schemaRef ds:uri="http://schemas.microsoft.com/office/2006/metadata/properties"/>
    <ds:schemaRef ds:uri="http://schemas.microsoft.com/office/2006/documentManagement/types"/>
    <ds:schemaRef ds:uri="http://schemas.openxmlformats.org/package/2006/metadata/core-properties"/>
    <ds:schemaRef ds:uri="http://purl.org/dc/terms/"/>
    <ds:schemaRef ds:uri="http://purl.org/dc/elements/1.1/"/>
    <ds:schemaRef ds:uri="http://schemas.microsoft.com/office/infopath/2007/PartnerControls"/>
    <ds:schemaRef ds:uri="e1b5d412-63f5-4184-9493-34a8c46e02de"/>
  </ds:schemaRefs>
</ds:datastoreItem>
</file>

<file path=customXml/itemProps2.xml><?xml version="1.0" encoding="utf-8"?>
<ds:datastoreItem xmlns:ds="http://schemas.openxmlformats.org/officeDocument/2006/customXml" ds:itemID="{1466A872-05C6-4E6F-A62C-99059FDF6D82}">
  <ds:schemaRefs>
    <ds:schemaRef ds:uri="http://schemas.microsoft.com/sharepoint/v3/contenttype/forms"/>
  </ds:schemaRefs>
</ds:datastoreItem>
</file>

<file path=customXml/itemProps3.xml><?xml version="1.0" encoding="utf-8"?>
<ds:datastoreItem xmlns:ds="http://schemas.openxmlformats.org/officeDocument/2006/customXml" ds:itemID="{4C44D965-6A8D-453C-B3DA-FCC2252DBA06}"/>
</file>

<file path=docProps/app.xml><?xml version="1.0" encoding="utf-8"?>
<Properties xmlns="http://schemas.openxmlformats.org/officeDocument/2006/extended-properties" xmlns:vt="http://schemas.openxmlformats.org/officeDocument/2006/docPropsVTypes">
  <TotalTime>6248</TotalTime>
  <Words>3333</Words>
  <Application>Microsoft Office PowerPoint</Application>
  <PresentationFormat>On-screen Show (4:3)</PresentationFormat>
  <Paragraphs>487</Paragraphs>
  <Slides>77</Slides>
  <Notes>47</Notes>
  <HiddenSlides>0</HiddenSlides>
  <MMClips>0</MMClips>
  <ScaleCrop>false</ScaleCrop>
  <HeadingPairs>
    <vt:vector size="6" baseType="variant">
      <vt:variant>
        <vt:lpstr>Fonts Used</vt:lpstr>
      </vt:variant>
      <vt:variant>
        <vt:i4>16</vt:i4>
      </vt:variant>
      <vt:variant>
        <vt:lpstr>Theme</vt:lpstr>
      </vt:variant>
      <vt:variant>
        <vt:i4>7</vt:i4>
      </vt:variant>
      <vt:variant>
        <vt:lpstr>Slide Titles</vt:lpstr>
      </vt:variant>
      <vt:variant>
        <vt:i4>77</vt:i4>
      </vt:variant>
    </vt:vector>
  </HeadingPairs>
  <TitlesOfParts>
    <vt:vector size="100" baseType="lpstr">
      <vt:lpstr>Arial</vt:lpstr>
      <vt:lpstr>Arial MT</vt:lpstr>
      <vt:lpstr>Calibri</vt:lpstr>
      <vt:lpstr>Calibri Light</vt:lpstr>
      <vt:lpstr>Cambria</vt:lpstr>
      <vt:lpstr>Comic Sans MS</vt:lpstr>
      <vt:lpstr>Courier New</vt:lpstr>
      <vt:lpstr>Helvetica</vt:lpstr>
      <vt:lpstr>Helvetica Light</vt:lpstr>
      <vt:lpstr>Helvetica Neue</vt:lpstr>
      <vt:lpstr>Lucida Sans</vt:lpstr>
      <vt:lpstr>Microsoft Sans Serif</vt:lpstr>
      <vt:lpstr>Tahoma</vt:lpstr>
      <vt:lpstr>Times New Roman</vt:lpstr>
      <vt:lpstr>Trebuchet MS</vt:lpstr>
      <vt:lpstr>Wingdings</vt:lpstr>
      <vt:lpstr>Office Theme</vt:lpstr>
      <vt:lpstr>2_Office Theme</vt:lpstr>
      <vt:lpstr>Watermark</vt:lpstr>
      <vt:lpstr>11_Office Theme</vt:lpstr>
      <vt:lpstr>3_Office Theme</vt:lpstr>
      <vt:lpstr>4_Office Theme</vt:lpstr>
      <vt:lpstr>5_Office Theme</vt:lpstr>
      <vt:lpstr>Deep Neural Networks (AIML ZG511)</vt:lpstr>
      <vt:lpstr>PowerPoint Presentation</vt:lpstr>
      <vt:lpstr>PowerPoint Presentation</vt:lpstr>
      <vt:lpstr>PowerPoint Presentation</vt:lpstr>
      <vt:lpstr>Part  of  Speech  Tagging</vt:lpstr>
      <vt:lpstr>Sentiment  Analysis</vt:lpstr>
      <vt:lpstr>PowerPoint Presentation</vt:lpstr>
      <vt:lpstr>PowerPoint Presentation</vt:lpstr>
      <vt:lpstr>Types  of  RNN  and  Applications</vt:lpstr>
      <vt:lpstr>Motivation: Why Sequence Models?</vt:lpstr>
      <vt:lpstr>Why Feedforward Networks Fail?</vt:lpstr>
      <vt:lpstr>Temporal Dependencies</vt:lpstr>
      <vt:lpstr>Autoregressive Models</vt:lpstr>
      <vt:lpstr>Autoregressive Models:  Example</vt:lpstr>
      <vt:lpstr>Markov Assumption</vt:lpstr>
      <vt:lpstr>Markov Assumption: Example</vt:lpstr>
      <vt:lpstr>Latent Variable Models</vt:lpstr>
      <vt:lpstr>Latent Variable Models: Example</vt:lpstr>
      <vt:lpstr>Numerical Example: Temperature Forecasting - Setup</vt:lpstr>
      <vt:lpstr>Temperature Forecasting - Autoregressive Prediction</vt:lpstr>
      <vt:lpstr>Recurrent Neural Network (RNN)</vt:lpstr>
      <vt:lpstr>RNN: Unrolled Computation Graph</vt:lpstr>
      <vt:lpstr>RNN Mathematical Formulation I</vt:lpstr>
      <vt:lpstr>RNN Mathematical Formulation II</vt:lpstr>
      <vt:lpstr>Parameter Sharing Across Time</vt:lpstr>
      <vt:lpstr>RNN Parameter Counting</vt:lpstr>
      <vt:lpstr>RNN Parameter Counting Example</vt:lpstr>
      <vt:lpstr>RNN Forward Pass: Simple Example</vt:lpstr>
      <vt:lpstr>RNN Forward Pass: Time Step t = 1</vt:lpstr>
      <vt:lpstr>RNN Forward Pass: Time Step t = 2</vt:lpstr>
      <vt:lpstr>Activation Functions in RNNs</vt:lpstr>
      <vt:lpstr>Loss Function for Sequences</vt:lpstr>
      <vt:lpstr>Backpropagation Through Time (BPTT)</vt:lpstr>
      <vt:lpstr>BPTT: Computational Graph</vt:lpstr>
      <vt:lpstr>BPTT: Key Gradient Equations</vt:lpstr>
      <vt:lpstr>BPTT: Numerical Example Setup</vt:lpstr>
      <vt:lpstr>BPTT: Forward Pass</vt:lpstr>
      <vt:lpstr>BPTT: Backward Pass</vt:lpstr>
      <vt:lpstr>BPTT: Parameter Gradients</vt:lpstr>
      <vt:lpstr>Vanishing Gradients: The Problem</vt:lpstr>
      <vt:lpstr>Vanishing Gradients: Numerical Example</vt:lpstr>
      <vt:lpstr>Why Vanishing Gradients are Problematic?</vt:lpstr>
      <vt:lpstr>Bidirectional RNNs: Motivation</vt:lpstr>
      <vt:lpstr>Bidirectional RNN Architecture</vt:lpstr>
      <vt:lpstr>Bidirectional RNN: Mathematical Formula</vt:lpstr>
      <vt:lpstr>When to Use Bidirectional RNNs</vt:lpstr>
      <vt:lpstr>Deep (Stacked) RNNs: Motivation</vt:lpstr>
      <vt:lpstr>Deep RNN: Gradient Flow Considerations</vt:lpstr>
      <vt:lpstr>PowerPoint Presentation</vt:lpstr>
      <vt:lpstr>Long term dependency example</vt:lpstr>
      <vt:lpstr>Long Short Term Memory - LSTM</vt:lpstr>
      <vt:lpstr>Long Short Term Memory - LSTM</vt:lpstr>
      <vt:lpstr>LSTM: Architecture Overview</vt:lpstr>
      <vt:lpstr>LSTM: Unrolled Architecture Across Time</vt:lpstr>
      <vt:lpstr>PowerPoint Presentation</vt:lpstr>
      <vt:lpstr>PowerPoint Presentation</vt:lpstr>
      <vt:lpstr>PowerPoint Presentation</vt:lpstr>
      <vt:lpstr>PowerPoint Presentation</vt:lpstr>
      <vt:lpstr>LSTM: Parameter Counting</vt:lpstr>
      <vt:lpstr>GRU – gated recurrent unit  (more compression)</vt:lpstr>
      <vt:lpstr>PowerPoint Presentation</vt:lpstr>
      <vt:lpstr>Gated Recurrent Unit - GRU</vt:lpstr>
      <vt:lpstr>Gated Recurrent Unit - GRU</vt:lpstr>
      <vt:lpstr>GRU: Numerical Example - Setup</vt:lpstr>
      <vt:lpstr>GRU: Numerical Example - Gates Computation</vt:lpstr>
      <vt:lpstr>GRU: Numerical Example - Hidden State Update</vt:lpstr>
      <vt:lpstr>GRU: Numerical Example - Final Hidden State</vt:lpstr>
      <vt:lpstr>LSTM vs GRU: Comparison</vt:lpstr>
      <vt:lpstr>Numerical on RNN</vt:lpstr>
      <vt:lpstr>PowerPoint Presentation</vt:lpstr>
      <vt:lpstr>Numerical on RNN</vt:lpstr>
      <vt:lpstr>PowerPoint Presentation</vt:lpstr>
      <vt:lpstr>Numerical on RNN</vt:lpstr>
      <vt:lpstr> Discussion 3</vt:lpstr>
      <vt:lpstr>Numerical on RNN</vt:lpstr>
      <vt:lpstr>Numerical on RNN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Rohit WILP</dc:creator>
  <cp:lastModifiedBy>BITS</cp:lastModifiedBy>
  <cp:revision>196</cp:revision>
  <dcterms:modified xsi:type="dcterms:W3CDTF">2026-07-12T06:50:26Z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